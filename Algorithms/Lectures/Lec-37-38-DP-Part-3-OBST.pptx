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1"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defaultTextStyle>
    <a:defPPr>
      <a:defRPr lang="zh-TW"/>
    </a:defPPr>
    <a:lvl1pPr algn="l" rtl="0" fontAlgn="base">
      <a:spcBef>
        <a:spcPct val="0"/>
      </a:spcBef>
      <a:spcAft>
        <a:spcPct val="0"/>
      </a:spcAft>
      <a:defRPr kumimoji="1" kern="1200">
        <a:solidFill>
          <a:schemeClr val="tx1"/>
        </a:solidFill>
        <a:latin typeface="Arial" charset="0"/>
        <a:ea typeface="新細明體" pitchFamily="18" charset="-120"/>
        <a:cs typeface="+mn-cs"/>
      </a:defRPr>
    </a:lvl1pPr>
    <a:lvl2pPr marL="457200" algn="l" rtl="0" fontAlgn="base">
      <a:spcBef>
        <a:spcPct val="0"/>
      </a:spcBef>
      <a:spcAft>
        <a:spcPct val="0"/>
      </a:spcAft>
      <a:defRPr kumimoji="1" kern="1200">
        <a:solidFill>
          <a:schemeClr val="tx1"/>
        </a:solidFill>
        <a:latin typeface="Arial" charset="0"/>
        <a:ea typeface="新細明體" pitchFamily="18" charset="-120"/>
        <a:cs typeface="+mn-cs"/>
      </a:defRPr>
    </a:lvl2pPr>
    <a:lvl3pPr marL="914400" algn="l" rtl="0" fontAlgn="base">
      <a:spcBef>
        <a:spcPct val="0"/>
      </a:spcBef>
      <a:spcAft>
        <a:spcPct val="0"/>
      </a:spcAft>
      <a:defRPr kumimoji="1" kern="1200">
        <a:solidFill>
          <a:schemeClr val="tx1"/>
        </a:solidFill>
        <a:latin typeface="Arial" charset="0"/>
        <a:ea typeface="新細明體" pitchFamily="18" charset="-120"/>
        <a:cs typeface="+mn-cs"/>
      </a:defRPr>
    </a:lvl3pPr>
    <a:lvl4pPr marL="1371600" algn="l" rtl="0" fontAlgn="base">
      <a:spcBef>
        <a:spcPct val="0"/>
      </a:spcBef>
      <a:spcAft>
        <a:spcPct val="0"/>
      </a:spcAft>
      <a:defRPr kumimoji="1" kern="1200">
        <a:solidFill>
          <a:schemeClr val="tx1"/>
        </a:solidFill>
        <a:latin typeface="Arial" charset="0"/>
        <a:ea typeface="新細明體" pitchFamily="18" charset="-120"/>
        <a:cs typeface="+mn-cs"/>
      </a:defRPr>
    </a:lvl4pPr>
    <a:lvl5pPr marL="1828800" algn="l" rtl="0" fontAlgn="base">
      <a:spcBef>
        <a:spcPct val="0"/>
      </a:spcBef>
      <a:spcAft>
        <a:spcPct val="0"/>
      </a:spcAft>
      <a:defRPr kumimoji="1" kern="1200">
        <a:solidFill>
          <a:schemeClr val="tx1"/>
        </a:solidFill>
        <a:latin typeface="Arial" charset="0"/>
        <a:ea typeface="新細明體" pitchFamily="18" charset="-120"/>
        <a:cs typeface="+mn-cs"/>
      </a:defRPr>
    </a:lvl5pPr>
    <a:lvl6pPr marL="2286000" algn="l" defTabSz="914400" rtl="0" eaLnBrk="1" latinLnBrk="0" hangingPunct="1">
      <a:defRPr kumimoji="1" kern="1200">
        <a:solidFill>
          <a:schemeClr val="tx1"/>
        </a:solidFill>
        <a:latin typeface="Arial" charset="0"/>
        <a:ea typeface="新細明體" pitchFamily="18" charset="-120"/>
        <a:cs typeface="+mn-cs"/>
      </a:defRPr>
    </a:lvl6pPr>
    <a:lvl7pPr marL="2743200" algn="l" defTabSz="914400" rtl="0" eaLnBrk="1" latinLnBrk="0" hangingPunct="1">
      <a:defRPr kumimoji="1" kern="1200">
        <a:solidFill>
          <a:schemeClr val="tx1"/>
        </a:solidFill>
        <a:latin typeface="Arial" charset="0"/>
        <a:ea typeface="新細明體" pitchFamily="18" charset="-120"/>
        <a:cs typeface="+mn-cs"/>
      </a:defRPr>
    </a:lvl7pPr>
    <a:lvl8pPr marL="3200400" algn="l" defTabSz="914400" rtl="0" eaLnBrk="1" latinLnBrk="0" hangingPunct="1">
      <a:defRPr kumimoji="1" kern="1200">
        <a:solidFill>
          <a:schemeClr val="tx1"/>
        </a:solidFill>
        <a:latin typeface="Arial" charset="0"/>
        <a:ea typeface="新細明體" pitchFamily="18" charset="-120"/>
        <a:cs typeface="+mn-cs"/>
      </a:defRPr>
    </a:lvl8pPr>
    <a:lvl9pPr marL="3657600" algn="l" defTabSz="914400" rtl="0" eaLnBrk="1" latinLnBrk="0" hangingPunct="1">
      <a:defRPr kumimoji="1" kern="1200">
        <a:solidFill>
          <a:schemeClr val="tx1"/>
        </a:solidFill>
        <a:latin typeface="Arial" charset="0"/>
        <a:ea typeface="新細明體" pitchFamily="18" charset="-12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59394" name="Rectangle 2"/>
          <p:cNvSpPr>
            <a:spLocks noGrp="1" noRot="1" noChangeArrowheads="1"/>
          </p:cNvSpPr>
          <p:nvPr>
            <p:ph type="ctrTitle"/>
          </p:nvPr>
        </p:nvSpPr>
        <p:spPr>
          <a:xfrm>
            <a:off x="685800" y="2286000"/>
            <a:ext cx="7772400" cy="1143000"/>
          </a:xfrm>
        </p:spPr>
        <p:txBody>
          <a:bodyPr/>
          <a:lstStyle>
            <a:lvl1pPr>
              <a:defRPr/>
            </a:lvl1pPr>
          </a:lstStyle>
          <a:p>
            <a:r>
              <a:rPr lang="zh-TW" altLang="en-US"/>
              <a:t>按一下以編輯母片標題樣式</a:t>
            </a:r>
          </a:p>
        </p:txBody>
      </p:sp>
      <p:sp>
        <p:nvSpPr>
          <p:cNvPr id="59395" name="Rectangle 3"/>
          <p:cNvSpPr>
            <a:spLocks noGrp="1" noRot="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TW" altLang="en-US"/>
              <a:t>按一下以編輯母片副標題樣式</a:t>
            </a:r>
          </a:p>
        </p:txBody>
      </p:sp>
      <p:sp>
        <p:nvSpPr>
          <p:cNvPr id="59396" name="Rectangle 4"/>
          <p:cNvSpPr>
            <a:spLocks noGrp="1" noChangeArrowheads="1"/>
          </p:cNvSpPr>
          <p:nvPr>
            <p:ph type="dt" sz="half" idx="2"/>
          </p:nvPr>
        </p:nvSpPr>
        <p:spPr/>
        <p:txBody>
          <a:bodyPr/>
          <a:lstStyle>
            <a:lvl1pPr>
              <a:defRPr/>
            </a:lvl1pPr>
          </a:lstStyle>
          <a:p>
            <a:endParaRPr lang="en-US" altLang="zh-TW"/>
          </a:p>
        </p:txBody>
      </p:sp>
      <p:sp>
        <p:nvSpPr>
          <p:cNvPr id="59397" name="Rectangle 5"/>
          <p:cNvSpPr>
            <a:spLocks noGrp="1" noChangeArrowheads="1"/>
          </p:cNvSpPr>
          <p:nvPr>
            <p:ph type="ftr" sz="quarter" idx="3"/>
          </p:nvPr>
        </p:nvSpPr>
        <p:spPr/>
        <p:txBody>
          <a:bodyPr/>
          <a:lstStyle>
            <a:lvl1pPr>
              <a:defRPr/>
            </a:lvl1pPr>
          </a:lstStyle>
          <a:p>
            <a:endParaRPr lang="en-US" altLang="zh-TW"/>
          </a:p>
        </p:txBody>
      </p:sp>
      <p:sp>
        <p:nvSpPr>
          <p:cNvPr id="59398" name="Rectangle 6"/>
          <p:cNvSpPr>
            <a:spLocks noGrp="1" noChangeArrowheads="1"/>
          </p:cNvSpPr>
          <p:nvPr>
            <p:ph type="sldNum" sz="quarter" idx="4"/>
          </p:nvPr>
        </p:nvSpPr>
        <p:spPr/>
        <p:txBody>
          <a:bodyPr/>
          <a:lstStyle>
            <a:lvl1pPr>
              <a:defRPr/>
            </a:lvl1pPr>
          </a:lstStyle>
          <a:p>
            <a:fld id="{14289017-5F57-49F3-AE5B-597E73FAEEFD}" type="slidenum">
              <a:rPr lang="en-US" altLang="zh-TW"/>
              <a:pPr/>
              <a:t>‹#›</a:t>
            </a:fld>
            <a:endParaRPr lang="en-US" altLang="zh-TW"/>
          </a:p>
        </p:txBody>
      </p:sp>
    </p:spTree>
  </p:cSld>
  <p:clrMapOvr>
    <a:masterClrMapping/>
  </p:clrMapOvr>
  <p:transition spd="slow">
    <p:randomBar dir="vert"/>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ltLang="zh-TW"/>
          </a:p>
        </p:txBody>
      </p:sp>
      <p:sp>
        <p:nvSpPr>
          <p:cNvPr id="5" name="Footer Placeholder 4"/>
          <p:cNvSpPr>
            <a:spLocks noGrp="1"/>
          </p:cNvSpPr>
          <p:nvPr>
            <p:ph type="ftr" sz="quarter" idx="11"/>
          </p:nvPr>
        </p:nvSpPr>
        <p:spPr/>
        <p:txBody>
          <a:bodyPr/>
          <a:lstStyle>
            <a:lvl1pPr>
              <a:defRPr/>
            </a:lvl1pPr>
          </a:lstStyle>
          <a:p>
            <a:endParaRPr lang="en-US" altLang="zh-TW"/>
          </a:p>
        </p:txBody>
      </p:sp>
      <p:sp>
        <p:nvSpPr>
          <p:cNvPr id="6" name="Slide Number Placeholder 5"/>
          <p:cNvSpPr>
            <a:spLocks noGrp="1"/>
          </p:cNvSpPr>
          <p:nvPr>
            <p:ph type="sldNum" sz="quarter" idx="12"/>
          </p:nvPr>
        </p:nvSpPr>
        <p:spPr/>
        <p:txBody>
          <a:bodyPr/>
          <a:lstStyle>
            <a:lvl1pPr>
              <a:defRPr/>
            </a:lvl1pPr>
          </a:lstStyle>
          <a:p>
            <a:fld id="{0C5202E6-B53A-4AE0-B279-8F098C3C8AA3}" type="slidenum">
              <a:rPr lang="en-US" altLang="zh-TW"/>
              <a:pPr/>
              <a:t>‹#›</a:t>
            </a:fld>
            <a:endParaRPr lang="en-US" altLang="zh-TW"/>
          </a:p>
        </p:txBody>
      </p:sp>
    </p:spTree>
  </p:cSld>
  <p:clrMapOvr>
    <a:masterClrMapping/>
  </p:clrMapOvr>
  <p:transition spd="slow">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ltLang="zh-TW"/>
          </a:p>
        </p:txBody>
      </p:sp>
      <p:sp>
        <p:nvSpPr>
          <p:cNvPr id="5" name="Footer Placeholder 4"/>
          <p:cNvSpPr>
            <a:spLocks noGrp="1"/>
          </p:cNvSpPr>
          <p:nvPr>
            <p:ph type="ftr" sz="quarter" idx="11"/>
          </p:nvPr>
        </p:nvSpPr>
        <p:spPr/>
        <p:txBody>
          <a:bodyPr/>
          <a:lstStyle>
            <a:lvl1pPr>
              <a:defRPr/>
            </a:lvl1pPr>
          </a:lstStyle>
          <a:p>
            <a:endParaRPr lang="en-US" altLang="zh-TW"/>
          </a:p>
        </p:txBody>
      </p:sp>
      <p:sp>
        <p:nvSpPr>
          <p:cNvPr id="6" name="Slide Number Placeholder 5"/>
          <p:cNvSpPr>
            <a:spLocks noGrp="1"/>
          </p:cNvSpPr>
          <p:nvPr>
            <p:ph type="sldNum" sz="quarter" idx="12"/>
          </p:nvPr>
        </p:nvSpPr>
        <p:spPr/>
        <p:txBody>
          <a:bodyPr/>
          <a:lstStyle>
            <a:lvl1pPr>
              <a:defRPr/>
            </a:lvl1pPr>
          </a:lstStyle>
          <a:p>
            <a:fld id="{52A50AE9-1E6C-452A-8963-7E4107680F92}" type="slidenum">
              <a:rPr lang="en-US" altLang="zh-TW"/>
              <a:pPr/>
              <a:t>‹#›</a:t>
            </a:fld>
            <a:endParaRPr lang="en-US" altLang="zh-TW"/>
          </a:p>
        </p:txBody>
      </p:sp>
    </p:spTree>
  </p:cSld>
  <p:clrMapOvr>
    <a:masterClrMapping/>
  </p:clrMapOvr>
  <p:transition spd="slow">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1625" y="1905000"/>
            <a:ext cx="4194175"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05000"/>
            <a:ext cx="4194175"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ltLang="zh-TW"/>
          </a:p>
        </p:txBody>
      </p:sp>
      <p:sp>
        <p:nvSpPr>
          <p:cNvPr id="6" name="Footer Placeholder 5"/>
          <p:cNvSpPr>
            <a:spLocks noGrp="1"/>
          </p:cNvSpPr>
          <p:nvPr>
            <p:ph type="ftr" sz="quarter" idx="11"/>
          </p:nvPr>
        </p:nvSpPr>
        <p:spPr/>
        <p:txBody>
          <a:bodyPr/>
          <a:lstStyle>
            <a:lvl1pPr>
              <a:defRPr/>
            </a:lvl1pPr>
          </a:lstStyle>
          <a:p>
            <a:endParaRPr lang="en-US" altLang="zh-TW"/>
          </a:p>
        </p:txBody>
      </p:sp>
      <p:sp>
        <p:nvSpPr>
          <p:cNvPr id="7" name="Slide Number Placeholder 6"/>
          <p:cNvSpPr>
            <a:spLocks noGrp="1"/>
          </p:cNvSpPr>
          <p:nvPr>
            <p:ph type="sldNum" sz="quarter" idx="12"/>
          </p:nvPr>
        </p:nvSpPr>
        <p:spPr/>
        <p:txBody>
          <a:bodyPr/>
          <a:lstStyle>
            <a:lvl1pPr>
              <a:defRPr/>
            </a:lvl1pPr>
          </a:lstStyle>
          <a:p>
            <a:fld id="{9174DFF5-48F7-410B-9E3D-81AA85906E6A}" type="slidenum">
              <a:rPr lang="en-US" altLang="zh-TW"/>
              <a:pPr/>
              <a:t>‹#›</a:t>
            </a:fld>
            <a:endParaRPr lang="en-US" altLang="zh-TW"/>
          </a:p>
        </p:txBody>
      </p:sp>
    </p:spTree>
  </p:cSld>
  <p:clrMapOvr>
    <a:masterClrMapping/>
  </p:clrMapOvr>
  <p:transition spd="slow">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ltLang="zh-TW"/>
          </a:p>
        </p:txBody>
      </p:sp>
      <p:sp>
        <p:nvSpPr>
          <p:cNvPr id="8" name="Footer Placeholder 7"/>
          <p:cNvSpPr>
            <a:spLocks noGrp="1"/>
          </p:cNvSpPr>
          <p:nvPr>
            <p:ph type="ftr" sz="quarter" idx="11"/>
          </p:nvPr>
        </p:nvSpPr>
        <p:spPr/>
        <p:txBody>
          <a:bodyPr/>
          <a:lstStyle>
            <a:lvl1pPr>
              <a:defRPr/>
            </a:lvl1pPr>
          </a:lstStyle>
          <a:p>
            <a:endParaRPr lang="en-US" altLang="zh-TW"/>
          </a:p>
        </p:txBody>
      </p:sp>
      <p:sp>
        <p:nvSpPr>
          <p:cNvPr id="9" name="Slide Number Placeholder 8"/>
          <p:cNvSpPr>
            <a:spLocks noGrp="1"/>
          </p:cNvSpPr>
          <p:nvPr>
            <p:ph type="sldNum" sz="quarter" idx="12"/>
          </p:nvPr>
        </p:nvSpPr>
        <p:spPr/>
        <p:txBody>
          <a:bodyPr/>
          <a:lstStyle>
            <a:lvl1pPr>
              <a:defRPr/>
            </a:lvl1pPr>
          </a:lstStyle>
          <a:p>
            <a:fld id="{3735DC6C-2FB5-4518-A589-1DCB333E2796}" type="slidenum">
              <a:rPr lang="en-US" altLang="zh-TW"/>
              <a:pPr/>
              <a:t>‹#›</a:t>
            </a:fld>
            <a:endParaRPr lang="en-US" altLang="zh-TW"/>
          </a:p>
        </p:txBody>
      </p:sp>
    </p:spTree>
  </p:cSld>
  <p:clrMapOvr>
    <a:masterClrMapping/>
  </p:clrMapOvr>
  <p:transition spd="slow">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ltLang="zh-TW"/>
          </a:p>
        </p:txBody>
      </p:sp>
      <p:sp>
        <p:nvSpPr>
          <p:cNvPr id="4" name="Footer Placeholder 3"/>
          <p:cNvSpPr>
            <a:spLocks noGrp="1"/>
          </p:cNvSpPr>
          <p:nvPr>
            <p:ph type="ftr" sz="quarter" idx="11"/>
          </p:nvPr>
        </p:nvSpPr>
        <p:spPr/>
        <p:txBody>
          <a:bodyPr/>
          <a:lstStyle>
            <a:lvl1pPr>
              <a:defRPr/>
            </a:lvl1pPr>
          </a:lstStyle>
          <a:p>
            <a:endParaRPr lang="en-US" altLang="zh-TW"/>
          </a:p>
        </p:txBody>
      </p:sp>
      <p:sp>
        <p:nvSpPr>
          <p:cNvPr id="5" name="Slide Number Placeholder 4"/>
          <p:cNvSpPr>
            <a:spLocks noGrp="1"/>
          </p:cNvSpPr>
          <p:nvPr>
            <p:ph type="sldNum" sz="quarter" idx="12"/>
          </p:nvPr>
        </p:nvSpPr>
        <p:spPr/>
        <p:txBody>
          <a:bodyPr/>
          <a:lstStyle>
            <a:lvl1pPr>
              <a:defRPr/>
            </a:lvl1pPr>
          </a:lstStyle>
          <a:p>
            <a:fld id="{48D25A6C-A7B5-4E98-A87B-7D24DFB27683}" type="slidenum">
              <a:rPr lang="en-US" altLang="zh-TW"/>
              <a:pPr/>
              <a:t>‹#›</a:t>
            </a:fld>
            <a:endParaRPr lang="en-US" altLang="zh-TW"/>
          </a:p>
        </p:txBody>
      </p:sp>
    </p:spTree>
  </p:cSld>
  <p:clrMapOvr>
    <a:masterClrMapping/>
  </p:clrMapOvr>
  <p:transition spd="slow">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ltLang="zh-TW"/>
          </a:p>
        </p:txBody>
      </p:sp>
      <p:sp>
        <p:nvSpPr>
          <p:cNvPr id="3" name="Footer Placeholder 2"/>
          <p:cNvSpPr>
            <a:spLocks noGrp="1"/>
          </p:cNvSpPr>
          <p:nvPr>
            <p:ph type="ftr" sz="quarter" idx="11"/>
          </p:nvPr>
        </p:nvSpPr>
        <p:spPr/>
        <p:txBody>
          <a:bodyPr/>
          <a:lstStyle>
            <a:lvl1pPr>
              <a:defRPr/>
            </a:lvl1pPr>
          </a:lstStyle>
          <a:p>
            <a:endParaRPr lang="en-US" altLang="zh-TW"/>
          </a:p>
        </p:txBody>
      </p:sp>
      <p:sp>
        <p:nvSpPr>
          <p:cNvPr id="4" name="Slide Number Placeholder 3"/>
          <p:cNvSpPr>
            <a:spLocks noGrp="1"/>
          </p:cNvSpPr>
          <p:nvPr>
            <p:ph type="sldNum" sz="quarter" idx="12"/>
          </p:nvPr>
        </p:nvSpPr>
        <p:spPr/>
        <p:txBody>
          <a:bodyPr/>
          <a:lstStyle>
            <a:lvl1pPr>
              <a:defRPr/>
            </a:lvl1pPr>
          </a:lstStyle>
          <a:p>
            <a:fld id="{2693A437-865F-4C13-A9A3-BB1673B1C832}" type="slidenum">
              <a:rPr lang="en-US" altLang="zh-TW"/>
              <a:pPr/>
              <a:t>‹#›</a:t>
            </a:fld>
            <a:endParaRPr lang="en-US" altLang="zh-TW"/>
          </a:p>
        </p:txBody>
      </p:sp>
    </p:spTree>
  </p:cSld>
  <p:clrMapOvr>
    <a:masterClrMapping/>
  </p:clrMapOvr>
  <p:transition spd="slow">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ltLang="zh-TW"/>
          </a:p>
        </p:txBody>
      </p:sp>
      <p:sp>
        <p:nvSpPr>
          <p:cNvPr id="6" name="Footer Placeholder 5"/>
          <p:cNvSpPr>
            <a:spLocks noGrp="1"/>
          </p:cNvSpPr>
          <p:nvPr>
            <p:ph type="ftr" sz="quarter" idx="11"/>
          </p:nvPr>
        </p:nvSpPr>
        <p:spPr/>
        <p:txBody>
          <a:bodyPr/>
          <a:lstStyle>
            <a:lvl1pPr>
              <a:defRPr/>
            </a:lvl1pPr>
          </a:lstStyle>
          <a:p>
            <a:endParaRPr lang="en-US" altLang="zh-TW"/>
          </a:p>
        </p:txBody>
      </p:sp>
      <p:sp>
        <p:nvSpPr>
          <p:cNvPr id="7" name="Slide Number Placeholder 6"/>
          <p:cNvSpPr>
            <a:spLocks noGrp="1"/>
          </p:cNvSpPr>
          <p:nvPr>
            <p:ph type="sldNum" sz="quarter" idx="12"/>
          </p:nvPr>
        </p:nvSpPr>
        <p:spPr/>
        <p:txBody>
          <a:bodyPr/>
          <a:lstStyle>
            <a:lvl1pPr>
              <a:defRPr/>
            </a:lvl1pPr>
          </a:lstStyle>
          <a:p>
            <a:fld id="{AC99E031-363D-407D-9C7A-499BC56571AD}" type="slidenum">
              <a:rPr lang="en-US" altLang="zh-TW"/>
              <a:pPr/>
              <a:t>‹#›</a:t>
            </a:fld>
            <a:endParaRPr lang="en-US" altLang="zh-TW"/>
          </a:p>
        </p:txBody>
      </p:sp>
    </p:spTree>
  </p:cSld>
  <p:clrMapOvr>
    <a:masterClrMapping/>
  </p:clrMapOvr>
  <p:transition spd="slow">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ltLang="zh-TW"/>
          </a:p>
        </p:txBody>
      </p:sp>
      <p:sp>
        <p:nvSpPr>
          <p:cNvPr id="6" name="Footer Placeholder 5"/>
          <p:cNvSpPr>
            <a:spLocks noGrp="1"/>
          </p:cNvSpPr>
          <p:nvPr>
            <p:ph type="ftr" sz="quarter" idx="11"/>
          </p:nvPr>
        </p:nvSpPr>
        <p:spPr/>
        <p:txBody>
          <a:bodyPr/>
          <a:lstStyle>
            <a:lvl1pPr>
              <a:defRPr/>
            </a:lvl1pPr>
          </a:lstStyle>
          <a:p>
            <a:endParaRPr lang="en-US" altLang="zh-TW"/>
          </a:p>
        </p:txBody>
      </p:sp>
      <p:sp>
        <p:nvSpPr>
          <p:cNvPr id="7" name="Slide Number Placeholder 6"/>
          <p:cNvSpPr>
            <a:spLocks noGrp="1"/>
          </p:cNvSpPr>
          <p:nvPr>
            <p:ph type="sldNum" sz="quarter" idx="12"/>
          </p:nvPr>
        </p:nvSpPr>
        <p:spPr/>
        <p:txBody>
          <a:bodyPr/>
          <a:lstStyle>
            <a:lvl1pPr>
              <a:defRPr/>
            </a:lvl1pPr>
          </a:lstStyle>
          <a:p>
            <a:fld id="{455290EA-2F06-49D0-A1EB-38173D4E3776}" type="slidenum">
              <a:rPr lang="en-US" altLang="zh-TW"/>
              <a:pPr/>
              <a:t>‹#›</a:t>
            </a:fld>
            <a:endParaRPr lang="en-US" altLang="zh-TW"/>
          </a:p>
        </p:txBody>
      </p:sp>
    </p:spTree>
  </p:cSld>
  <p:clrMapOvr>
    <a:masterClrMapping/>
  </p:clrMapOvr>
  <p:transition spd="slow">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ltLang="zh-TW"/>
          </a:p>
        </p:txBody>
      </p:sp>
      <p:sp>
        <p:nvSpPr>
          <p:cNvPr id="5" name="Footer Placeholder 4"/>
          <p:cNvSpPr>
            <a:spLocks noGrp="1"/>
          </p:cNvSpPr>
          <p:nvPr>
            <p:ph type="ftr" sz="quarter" idx="11"/>
          </p:nvPr>
        </p:nvSpPr>
        <p:spPr/>
        <p:txBody>
          <a:bodyPr/>
          <a:lstStyle>
            <a:lvl1pPr>
              <a:defRPr/>
            </a:lvl1pPr>
          </a:lstStyle>
          <a:p>
            <a:endParaRPr lang="en-US" altLang="zh-TW"/>
          </a:p>
        </p:txBody>
      </p:sp>
      <p:sp>
        <p:nvSpPr>
          <p:cNvPr id="6" name="Slide Number Placeholder 5"/>
          <p:cNvSpPr>
            <a:spLocks noGrp="1"/>
          </p:cNvSpPr>
          <p:nvPr>
            <p:ph type="sldNum" sz="quarter" idx="12"/>
          </p:nvPr>
        </p:nvSpPr>
        <p:spPr/>
        <p:txBody>
          <a:bodyPr/>
          <a:lstStyle>
            <a:lvl1pPr>
              <a:defRPr/>
            </a:lvl1pPr>
          </a:lstStyle>
          <a:p>
            <a:fld id="{75B4AED7-AC8C-4431-9521-B6BD605F3787}" type="slidenum">
              <a:rPr lang="en-US" altLang="zh-TW"/>
              <a:pPr/>
              <a:t>‹#›</a:t>
            </a:fld>
            <a:endParaRPr lang="en-US" altLang="zh-TW"/>
          </a:p>
        </p:txBody>
      </p:sp>
    </p:spTree>
  </p:cSld>
  <p:clrMapOvr>
    <a:masterClrMapping/>
  </p:clrMapOvr>
  <p:transition spd="slow">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7188" y="609600"/>
            <a:ext cx="2135187" cy="54895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1625" y="609600"/>
            <a:ext cx="6253163" cy="54895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ltLang="zh-TW"/>
          </a:p>
        </p:txBody>
      </p:sp>
      <p:sp>
        <p:nvSpPr>
          <p:cNvPr id="5" name="Footer Placeholder 4"/>
          <p:cNvSpPr>
            <a:spLocks noGrp="1"/>
          </p:cNvSpPr>
          <p:nvPr>
            <p:ph type="ftr" sz="quarter" idx="11"/>
          </p:nvPr>
        </p:nvSpPr>
        <p:spPr/>
        <p:txBody>
          <a:bodyPr/>
          <a:lstStyle>
            <a:lvl1pPr>
              <a:defRPr/>
            </a:lvl1pPr>
          </a:lstStyle>
          <a:p>
            <a:endParaRPr lang="en-US" altLang="zh-TW"/>
          </a:p>
        </p:txBody>
      </p:sp>
      <p:sp>
        <p:nvSpPr>
          <p:cNvPr id="6" name="Slide Number Placeholder 5"/>
          <p:cNvSpPr>
            <a:spLocks noGrp="1"/>
          </p:cNvSpPr>
          <p:nvPr>
            <p:ph type="sldNum" sz="quarter" idx="12"/>
          </p:nvPr>
        </p:nvSpPr>
        <p:spPr/>
        <p:txBody>
          <a:bodyPr/>
          <a:lstStyle>
            <a:lvl1pPr>
              <a:defRPr/>
            </a:lvl1pPr>
          </a:lstStyle>
          <a:p>
            <a:fld id="{FF48CD37-C0E7-4FC5-B4F8-622778172EB3}" type="slidenum">
              <a:rPr lang="en-US" altLang="zh-TW"/>
              <a:pPr/>
              <a:t>‹#›</a:t>
            </a:fld>
            <a:endParaRPr lang="en-US" altLang="zh-TW"/>
          </a:p>
        </p:txBody>
      </p:sp>
    </p:spTree>
  </p:cSld>
  <p:clrMapOvr>
    <a:masterClrMapping/>
  </p:clrMapOvr>
  <p:transition spd="slow">
    <p:randomBar dir="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01625" y="609600"/>
            <a:ext cx="8540750" cy="5489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Date Placeholder 2"/>
          <p:cNvSpPr>
            <a:spLocks noGrp="1"/>
          </p:cNvSpPr>
          <p:nvPr>
            <p:ph type="dt" sz="half" idx="10"/>
          </p:nvPr>
        </p:nvSpPr>
        <p:spPr>
          <a:xfrm>
            <a:off x="301625" y="6245225"/>
            <a:ext cx="2289175" cy="476250"/>
          </a:xfrm>
        </p:spPr>
        <p:txBody>
          <a:bodyPr/>
          <a:lstStyle>
            <a:lvl1pPr>
              <a:defRPr/>
            </a:lvl1pPr>
          </a:lstStyle>
          <a:p>
            <a:endParaRPr lang="en-US" altLang="zh-TW"/>
          </a:p>
        </p:txBody>
      </p:sp>
      <p:sp>
        <p:nvSpPr>
          <p:cNvPr id="4" name="Footer Placeholder 3"/>
          <p:cNvSpPr>
            <a:spLocks noGrp="1"/>
          </p:cNvSpPr>
          <p:nvPr>
            <p:ph type="ftr" sz="quarter" idx="11"/>
          </p:nvPr>
        </p:nvSpPr>
        <p:spPr>
          <a:xfrm>
            <a:off x="3124200" y="6245225"/>
            <a:ext cx="2895600" cy="476250"/>
          </a:xfrm>
        </p:spPr>
        <p:txBody>
          <a:bodyPr/>
          <a:lstStyle>
            <a:lvl1pPr>
              <a:defRPr/>
            </a:lvl1pPr>
          </a:lstStyle>
          <a:p>
            <a:endParaRPr lang="en-US" altLang="zh-TW"/>
          </a:p>
        </p:txBody>
      </p:sp>
      <p:sp>
        <p:nvSpPr>
          <p:cNvPr id="5" name="Slide Number Placeholder 4"/>
          <p:cNvSpPr>
            <a:spLocks noGrp="1"/>
          </p:cNvSpPr>
          <p:nvPr>
            <p:ph type="sldNum" sz="quarter" idx="12"/>
          </p:nvPr>
        </p:nvSpPr>
        <p:spPr>
          <a:xfrm>
            <a:off x="6553200" y="6245225"/>
            <a:ext cx="2289175" cy="476250"/>
          </a:xfrm>
        </p:spPr>
        <p:txBody>
          <a:bodyPr/>
          <a:lstStyle>
            <a:lvl1pPr>
              <a:defRPr/>
            </a:lvl1pPr>
          </a:lstStyle>
          <a:p>
            <a:fld id="{8ED138C1-DCAB-40C5-BEE7-B54F61214939}" type="slidenum">
              <a:rPr lang="en-US" altLang="zh-TW"/>
              <a:pPr/>
              <a:t>‹#›</a:t>
            </a:fld>
            <a:endParaRPr lang="en-US" altLang="zh-TW"/>
          </a:p>
        </p:txBody>
      </p:sp>
    </p:spTree>
  </p:cSld>
  <p:clrMapOvr>
    <a:masterClrMapping/>
  </p:clrMapOvr>
  <p:transition spd="slow">
    <p:randomBar dir="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1625" y="609600"/>
            <a:ext cx="854075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01625" y="1905000"/>
            <a:ext cx="4194175" cy="41941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05000"/>
            <a:ext cx="4194175" cy="41941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301625" y="6245225"/>
            <a:ext cx="2289175" cy="476250"/>
          </a:xfrm>
        </p:spPr>
        <p:txBody>
          <a:bodyPr/>
          <a:lstStyle>
            <a:lvl1pPr>
              <a:defRPr/>
            </a:lvl1pPr>
          </a:lstStyle>
          <a:p>
            <a:endParaRPr lang="en-US" altLang="zh-TW"/>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ltLang="zh-TW"/>
          </a:p>
        </p:txBody>
      </p:sp>
      <p:sp>
        <p:nvSpPr>
          <p:cNvPr id="7" name="Slide Number Placeholder 6"/>
          <p:cNvSpPr>
            <a:spLocks noGrp="1"/>
          </p:cNvSpPr>
          <p:nvPr>
            <p:ph type="sldNum" sz="quarter" idx="12"/>
          </p:nvPr>
        </p:nvSpPr>
        <p:spPr>
          <a:xfrm>
            <a:off x="6553200" y="6245225"/>
            <a:ext cx="2289175" cy="476250"/>
          </a:xfrm>
        </p:spPr>
        <p:txBody>
          <a:bodyPr/>
          <a:lstStyle>
            <a:lvl1pPr>
              <a:defRPr/>
            </a:lvl1pPr>
          </a:lstStyle>
          <a:p>
            <a:fld id="{867706E6-A8E3-4A9B-A1E8-1A70F4DC076E}" type="slidenum">
              <a:rPr lang="en-US" altLang="zh-TW"/>
              <a:pPr/>
              <a:t>‹#›</a:t>
            </a:fld>
            <a:endParaRPr lang="en-US" altLang="zh-TW"/>
          </a:p>
        </p:txBody>
      </p:sp>
    </p:spTree>
  </p:cSld>
  <p:clrMapOvr>
    <a:masterClrMapping/>
  </p:clrMapOvr>
  <p:transition spd="slow">
    <p:randomBar dir="vert"/>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01625" y="609600"/>
            <a:ext cx="854075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01625" y="1905000"/>
            <a:ext cx="4194175" cy="41941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905000"/>
            <a:ext cx="4194175" cy="20208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078288"/>
            <a:ext cx="4194175" cy="20208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301625" y="6245225"/>
            <a:ext cx="2289175" cy="476250"/>
          </a:xfrm>
        </p:spPr>
        <p:txBody>
          <a:bodyPr/>
          <a:lstStyle>
            <a:lvl1pPr>
              <a:defRPr/>
            </a:lvl1pPr>
          </a:lstStyle>
          <a:p>
            <a:endParaRPr lang="en-US" altLang="zh-TW"/>
          </a:p>
        </p:txBody>
      </p:sp>
      <p:sp>
        <p:nvSpPr>
          <p:cNvPr id="7" name="Footer Placeholder 6"/>
          <p:cNvSpPr>
            <a:spLocks noGrp="1"/>
          </p:cNvSpPr>
          <p:nvPr>
            <p:ph type="ftr" sz="quarter" idx="11"/>
          </p:nvPr>
        </p:nvSpPr>
        <p:spPr>
          <a:xfrm>
            <a:off x="3124200" y="6245225"/>
            <a:ext cx="2895600" cy="476250"/>
          </a:xfrm>
        </p:spPr>
        <p:txBody>
          <a:bodyPr/>
          <a:lstStyle>
            <a:lvl1pPr>
              <a:defRPr/>
            </a:lvl1pPr>
          </a:lstStyle>
          <a:p>
            <a:endParaRPr lang="en-US" altLang="zh-TW"/>
          </a:p>
        </p:txBody>
      </p:sp>
      <p:sp>
        <p:nvSpPr>
          <p:cNvPr id="8" name="Slide Number Placeholder 7"/>
          <p:cNvSpPr>
            <a:spLocks noGrp="1"/>
          </p:cNvSpPr>
          <p:nvPr>
            <p:ph type="sldNum" sz="quarter" idx="12"/>
          </p:nvPr>
        </p:nvSpPr>
        <p:spPr>
          <a:xfrm>
            <a:off x="6553200" y="6245225"/>
            <a:ext cx="2289175" cy="476250"/>
          </a:xfrm>
        </p:spPr>
        <p:txBody>
          <a:bodyPr/>
          <a:lstStyle>
            <a:lvl1pPr>
              <a:defRPr/>
            </a:lvl1pPr>
          </a:lstStyle>
          <a:p>
            <a:fld id="{0F992E56-FB6A-42F1-95A5-76D801A3B215}" type="slidenum">
              <a:rPr lang="en-US" altLang="zh-TW"/>
              <a:pPr/>
              <a:t>‹#›</a:t>
            </a:fld>
            <a:endParaRPr lang="en-US" altLang="zh-TW"/>
          </a:p>
        </p:txBody>
      </p:sp>
    </p:spTree>
  </p:cSld>
  <p:clrMapOvr>
    <a:masterClrMapping/>
  </p:clrMapOvr>
  <p:transition spd="slow">
    <p:randomBar dir="vert"/>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01625" y="609600"/>
            <a:ext cx="854075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301625" y="1905000"/>
            <a:ext cx="8540750" cy="4194175"/>
          </a:xfrm>
        </p:spPr>
        <p:txBody>
          <a:bodyPr/>
          <a:lstStyle/>
          <a:p>
            <a:endParaRPr lang="en-US"/>
          </a:p>
        </p:txBody>
      </p:sp>
      <p:sp>
        <p:nvSpPr>
          <p:cNvPr id="4" name="Date Placeholder 3"/>
          <p:cNvSpPr>
            <a:spLocks noGrp="1"/>
          </p:cNvSpPr>
          <p:nvPr>
            <p:ph type="dt" sz="half" idx="10"/>
          </p:nvPr>
        </p:nvSpPr>
        <p:spPr>
          <a:xfrm>
            <a:off x="301625" y="6245225"/>
            <a:ext cx="2289175" cy="476250"/>
          </a:xfrm>
        </p:spPr>
        <p:txBody>
          <a:bodyPr/>
          <a:lstStyle>
            <a:lvl1pPr>
              <a:defRPr/>
            </a:lvl1pPr>
          </a:lstStyle>
          <a:p>
            <a:endParaRPr lang="en-US" altLang="zh-TW"/>
          </a:p>
        </p:txBody>
      </p:sp>
      <p:sp>
        <p:nvSpPr>
          <p:cNvPr id="5" name="Footer Placeholder 4"/>
          <p:cNvSpPr>
            <a:spLocks noGrp="1"/>
          </p:cNvSpPr>
          <p:nvPr>
            <p:ph type="ftr" sz="quarter" idx="11"/>
          </p:nvPr>
        </p:nvSpPr>
        <p:spPr>
          <a:xfrm>
            <a:off x="3124200" y="6245225"/>
            <a:ext cx="2895600" cy="476250"/>
          </a:xfrm>
        </p:spPr>
        <p:txBody>
          <a:bodyPr/>
          <a:lstStyle>
            <a:lvl1pPr>
              <a:defRPr/>
            </a:lvl1pPr>
          </a:lstStyle>
          <a:p>
            <a:endParaRPr lang="en-US" altLang="zh-TW"/>
          </a:p>
        </p:txBody>
      </p:sp>
      <p:sp>
        <p:nvSpPr>
          <p:cNvPr id="6" name="Slide Number Placeholder 5"/>
          <p:cNvSpPr>
            <a:spLocks noGrp="1"/>
          </p:cNvSpPr>
          <p:nvPr>
            <p:ph type="sldNum" sz="quarter" idx="12"/>
          </p:nvPr>
        </p:nvSpPr>
        <p:spPr>
          <a:xfrm>
            <a:off x="6553200" y="6245225"/>
            <a:ext cx="2289175" cy="476250"/>
          </a:xfrm>
        </p:spPr>
        <p:txBody>
          <a:bodyPr/>
          <a:lstStyle>
            <a:lvl1pPr>
              <a:defRPr/>
            </a:lvl1pPr>
          </a:lstStyle>
          <a:p>
            <a:fld id="{8D1EC1EE-8FE4-4902-AA26-D14911152133}" type="slidenum">
              <a:rPr lang="en-US" altLang="zh-TW"/>
              <a:pPr/>
              <a:t>‹#›</a:t>
            </a:fld>
            <a:endParaRPr lang="en-US" altLang="zh-TW"/>
          </a:p>
        </p:txBody>
      </p:sp>
    </p:spTree>
  </p:cSld>
  <p:clrMapOvr>
    <a:masterClrMapping/>
  </p:clrMapOvr>
  <p:transition spd="slow">
    <p:randomBar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7" cstate="print"/>
          <a:srcRect/>
          <a:stretch>
            <a:fillRect/>
          </a:stretch>
        </a:blipFill>
        <a:effectLst/>
      </p:bgPr>
    </p:bg>
    <p:spTree>
      <p:nvGrpSpPr>
        <p:cNvPr id="1" name=""/>
        <p:cNvGrpSpPr/>
        <p:nvPr/>
      </p:nvGrpSpPr>
      <p:grpSpPr>
        <a:xfrm>
          <a:off x="0" y="0"/>
          <a:ext cx="0" cy="0"/>
          <a:chOff x="0" y="0"/>
          <a:chExt cx="0" cy="0"/>
        </a:xfrm>
      </p:grpSpPr>
      <p:sp>
        <p:nvSpPr>
          <p:cNvPr id="58370" name="Rectangle 2"/>
          <p:cNvSpPr>
            <a:spLocks noGrp="1" noRot="1" noChangeArrowheads="1"/>
          </p:cNvSpPr>
          <p:nvPr>
            <p:ph type="title"/>
          </p:nvPr>
        </p:nvSpPr>
        <p:spPr bwMode="auto">
          <a:xfrm>
            <a:off x="301625" y="609600"/>
            <a:ext cx="854075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58371" name="Rectangle 3"/>
          <p:cNvSpPr>
            <a:spLocks noGrp="1" noRot="1" noChangeArrowheads="1"/>
          </p:cNvSpPr>
          <p:nvPr>
            <p:ph type="body" idx="1"/>
          </p:nvPr>
        </p:nvSpPr>
        <p:spPr bwMode="auto">
          <a:xfrm>
            <a:off x="301625" y="1905000"/>
            <a:ext cx="8540750" cy="41941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58372" name="Rectangle 4"/>
          <p:cNvSpPr>
            <a:spLocks noGrp="1" noChangeArrowheads="1"/>
          </p:cNvSpPr>
          <p:nvPr>
            <p:ph type="dt" sz="half" idx="2"/>
          </p:nvPr>
        </p:nvSpPr>
        <p:spPr bwMode="auto">
          <a:xfrm>
            <a:off x="301625"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kumimoji="0" sz="1400"/>
            </a:lvl1pPr>
          </a:lstStyle>
          <a:p>
            <a:endParaRPr lang="en-US" altLang="zh-TW"/>
          </a:p>
        </p:txBody>
      </p:sp>
      <p:sp>
        <p:nvSpPr>
          <p:cNvPr id="5837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kumimoji="0" sz="1400"/>
            </a:lvl1pPr>
          </a:lstStyle>
          <a:p>
            <a:endParaRPr lang="en-US" altLang="zh-TW"/>
          </a:p>
        </p:txBody>
      </p:sp>
      <p:sp>
        <p:nvSpPr>
          <p:cNvPr id="58374" name="Rectangle 6"/>
          <p:cNvSpPr>
            <a:spLocks noGrp="1" noChangeArrowheads="1"/>
          </p:cNvSpPr>
          <p:nvPr>
            <p:ph type="sldNum" sz="quarter" idx="4"/>
          </p:nvPr>
        </p:nvSpPr>
        <p:spPr bwMode="auto">
          <a:xfrm>
            <a:off x="6553200"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0" sz="1400"/>
            </a:lvl1pPr>
          </a:lstStyle>
          <a:p>
            <a:fld id="{D21FCBC8-CF3B-4067-9539-3E9952E39D3F}" type="slidenum">
              <a:rPr lang="en-US" altLang="zh-TW"/>
              <a:pPr/>
              <a:t>‹#›</a:t>
            </a:fld>
            <a:endParaRPr lang="en-US" altLang="zh-TW"/>
          </a:p>
        </p:txBody>
      </p:sp>
    </p:spTree>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Lst>
  <p:transition spd="slow">
    <p:randomBar dir="vert"/>
  </p:transition>
  <p:timing>
    <p:tnLst>
      <p:par>
        <p:cTn id="1" dur="indefinite" restart="never" nodeType="tmRoot"/>
      </p:par>
    </p:tnLst>
  </p:timing>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Arial" charset="0"/>
          <a:ea typeface="新細明體" pitchFamily="18" charset="-120"/>
        </a:defRPr>
      </a:lvl2pPr>
      <a:lvl3pPr algn="ctr" rtl="0" fontAlgn="base">
        <a:spcBef>
          <a:spcPct val="0"/>
        </a:spcBef>
        <a:spcAft>
          <a:spcPct val="0"/>
        </a:spcAft>
        <a:defRPr kumimoji="1" sz="4400">
          <a:solidFill>
            <a:schemeClr val="tx2"/>
          </a:solidFill>
          <a:latin typeface="Arial" charset="0"/>
          <a:ea typeface="新細明體" pitchFamily="18" charset="-120"/>
        </a:defRPr>
      </a:lvl3pPr>
      <a:lvl4pPr algn="ctr" rtl="0" fontAlgn="base">
        <a:spcBef>
          <a:spcPct val="0"/>
        </a:spcBef>
        <a:spcAft>
          <a:spcPct val="0"/>
        </a:spcAft>
        <a:defRPr kumimoji="1" sz="4400">
          <a:solidFill>
            <a:schemeClr val="tx2"/>
          </a:solidFill>
          <a:latin typeface="Arial" charset="0"/>
          <a:ea typeface="新細明體" pitchFamily="18" charset="-120"/>
        </a:defRPr>
      </a:lvl4pPr>
      <a:lvl5pPr algn="ctr" rtl="0" fontAlgn="base">
        <a:spcBef>
          <a:spcPct val="0"/>
        </a:spcBef>
        <a:spcAft>
          <a:spcPct val="0"/>
        </a:spcAft>
        <a:defRPr kumimoji="1" sz="4400">
          <a:solidFill>
            <a:schemeClr val="tx2"/>
          </a:solidFill>
          <a:latin typeface="Arial" charset="0"/>
          <a:ea typeface="新細明體" pitchFamily="18" charset="-120"/>
        </a:defRPr>
      </a:lvl5pPr>
      <a:lvl6pPr marL="457200" algn="ctr" rtl="0" fontAlgn="base">
        <a:spcBef>
          <a:spcPct val="0"/>
        </a:spcBef>
        <a:spcAft>
          <a:spcPct val="0"/>
        </a:spcAft>
        <a:defRPr kumimoji="1" sz="4400">
          <a:solidFill>
            <a:schemeClr val="tx2"/>
          </a:solidFill>
          <a:latin typeface="Arial" charset="0"/>
          <a:ea typeface="新細明體" pitchFamily="18" charset="-120"/>
        </a:defRPr>
      </a:lvl6pPr>
      <a:lvl7pPr marL="914400" algn="ctr" rtl="0" fontAlgn="base">
        <a:spcBef>
          <a:spcPct val="0"/>
        </a:spcBef>
        <a:spcAft>
          <a:spcPct val="0"/>
        </a:spcAft>
        <a:defRPr kumimoji="1" sz="4400">
          <a:solidFill>
            <a:schemeClr val="tx2"/>
          </a:solidFill>
          <a:latin typeface="Arial" charset="0"/>
          <a:ea typeface="新細明體" pitchFamily="18" charset="-120"/>
        </a:defRPr>
      </a:lvl7pPr>
      <a:lvl8pPr marL="1371600" algn="ctr" rtl="0" fontAlgn="base">
        <a:spcBef>
          <a:spcPct val="0"/>
        </a:spcBef>
        <a:spcAft>
          <a:spcPct val="0"/>
        </a:spcAft>
        <a:defRPr kumimoji="1" sz="4400">
          <a:solidFill>
            <a:schemeClr val="tx2"/>
          </a:solidFill>
          <a:latin typeface="Arial" charset="0"/>
          <a:ea typeface="新細明體" pitchFamily="18" charset="-120"/>
        </a:defRPr>
      </a:lvl8pPr>
      <a:lvl9pPr marL="1828800" algn="ctr" rtl="0" fontAlgn="base">
        <a:spcBef>
          <a:spcPct val="0"/>
        </a:spcBef>
        <a:spcAft>
          <a:spcPct val="0"/>
        </a:spcAft>
        <a:defRPr kumimoji="1" sz="4400">
          <a:solidFill>
            <a:schemeClr val="tx2"/>
          </a:solidFill>
          <a:latin typeface="Arial" charset="0"/>
          <a:ea typeface="新細明體" pitchFamily="18" charset="-120"/>
        </a:defRPr>
      </a:lvl9pPr>
    </p:titleStyle>
    <p:bodyStyle>
      <a:lvl1pPr marL="342900" indent="-342900" algn="l" rtl="0" fontAlgn="base">
        <a:spcBef>
          <a:spcPct val="20000"/>
        </a:spcBef>
        <a:spcAft>
          <a:spcPct val="0"/>
        </a:spcAft>
        <a:buClr>
          <a:schemeClr val="hlink"/>
        </a:buClr>
        <a:buSzPct val="75000"/>
        <a:buFont typeface="Wingdings" pitchFamily="2" charset="2"/>
        <a:buChar char="v"/>
        <a:defRPr kumimoji="1"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5000"/>
        <a:buFont typeface="Wingdings" pitchFamily="2" charset="2"/>
        <a:buChar char=""/>
        <a:defRPr kumimoji="1" sz="2800">
          <a:solidFill>
            <a:schemeClr val="tx1"/>
          </a:solidFill>
          <a:latin typeface="+mn-lt"/>
          <a:ea typeface="+mn-ea"/>
        </a:defRPr>
      </a:lvl2pPr>
      <a:lvl3pPr marL="1143000" indent="-228600" algn="l" rtl="0" fontAlgn="base">
        <a:spcBef>
          <a:spcPct val="20000"/>
        </a:spcBef>
        <a:spcAft>
          <a:spcPct val="0"/>
        </a:spcAft>
        <a:buClr>
          <a:schemeClr val="hlink"/>
        </a:buClr>
        <a:buSzPct val="85000"/>
        <a:buFont typeface="Wingdings" pitchFamily="2" charset="2"/>
        <a:buChar char="v"/>
        <a:defRPr kumimoji="1" sz="2400">
          <a:solidFill>
            <a:schemeClr val="tx1"/>
          </a:solidFill>
          <a:latin typeface="+mn-lt"/>
          <a:ea typeface="+mn-ea"/>
        </a:defRPr>
      </a:lvl3pPr>
      <a:lvl4pPr marL="1600200" indent="-228600" algn="l" rtl="0" fontAlgn="base">
        <a:spcBef>
          <a:spcPct val="20000"/>
        </a:spcBef>
        <a:spcAft>
          <a:spcPct val="0"/>
        </a:spcAft>
        <a:buClr>
          <a:schemeClr val="accent2"/>
        </a:buClr>
        <a:buSzPct val="90000"/>
        <a:buFont typeface="Wingdings" pitchFamily="2" charset="2"/>
        <a:buChar char=""/>
        <a:defRPr kumimoji="1" sz="2000">
          <a:solidFill>
            <a:schemeClr val="tx1"/>
          </a:solidFill>
          <a:latin typeface="+mn-lt"/>
          <a:ea typeface="+mn-ea"/>
        </a:defRPr>
      </a:lvl4pPr>
      <a:lvl5pPr marL="2057400" indent="-228600" algn="l" rtl="0" fontAlgn="base">
        <a:spcBef>
          <a:spcPct val="20000"/>
        </a:spcBef>
        <a:spcAft>
          <a:spcPct val="0"/>
        </a:spcAft>
        <a:buClr>
          <a:schemeClr val="hlink"/>
        </a:buClr>
        <a:buSzPct val="85000"/>
        <a:buFont typeface="Wingdings" pitchFamily="2" charset="2"/>
        <a:buChar char="v"/>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itchFamily="2" charset="2"/>
        <a:buChar char="v"/>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itchFamily="2" charset="2"/>
        <a:buChar char="v"/>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itchFamily="2" charset="2"/>
        <a:buChar char="v"/>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itchFamily="2" charset="2"/>
        <a:buChar char="v"/>
        <a:defRPr kumimoji="1"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Rot="1" noChangeArrowheads="1"/>
          </p:cNvSpPr>
          <p:nvPr>
            <p:ph type="ctrTitle"/>
          </p:nvPr>
        </p:nvSpPr>
        <p:spPr/>
        <p:txBody>
          <a:bodyPr/>
          <a:lstStyle/>
          <a:p>
            <a:r>
              <a:rPr lang="en-US" altLang="zh-TW" dirty="0"/>
              <a:t>Optimal Binary Search </a:t>
            </a:r>
            <a:r>
              <a:rPr lang="en-US" altLang="zh-TW" dirty="0" smtClean="0"/>
              <a:t>Trees</a:t>
            </a:r>
            <a:endParaRPr lang="en-US" altLang="zh-TW" dirty="0"/>
          </a:p>
        </p:txBody>
      </p:sp>
    </p:spTree>
  </p:cSld>
  <p:clrMapOvr>
    <a:masterClrMapping/>
  </p:clrMapOvr>
  <p:transition spd="slow">
    <p:randomBar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Rot="1" noChangeArrowheads="1"/>
          </p:cNvSpPr>
          <p:nvPr>
            <p:ph type="title"/>
          </p:nvPr>
        </p:nvSpPr>
        <p:spPr/>
        <p:txBody>
          <a:bodyPr/>
          <a:lstStyle/>
          <a:p>
            <a:r>
              <a:rPr lang="en-US" altLang="zh-TW" dirty="0" smtClean="0"/>
              <a:t>Preface</a:t>
            </a:r>
            <a:endParaRPr lang="en-US" altLang="zh-TW" dirty="0"/>
          </a:p>
        </p:txBody>
      </p:sp>
      <p:sp>
        <p:nvSpPr>
          <p:cNvPr id="3075" name="Rectangle 3"/>
          <p:cNvSpPr>
            <a:spLocks noGrp="1" noRot="1" noChangeArrowheads="1"/>
          </p:cNvSpPr>
          <p:nvPr>
            <p:ph type="body" idx="1"/>
          </p:nvPr>
        </p:nvSpPr>
        <p:spPr/>
        <p:txBody>
          <a:bodyPr/>
          <a:lstStyle/>
          <a:p>
            <a:pPr>
              <a:lnSpc>
                <a:spcPct val="90000"/>
              </a:lnSpc>
            </a:pPr>
            <a:r>
              <a:rPr lang="en-US" altLang="zh-TW" sz="2800" dirty="0"/>
              <a:t>OBST is </a:t>
            </a:r>
            <a:r>
              <a:rPr lang="en-US" altLang="zh-TW" sz="2800" dirty="0" smtClean="0"/>
              <a:t>a </a:t>
            </a:r>
            <a:r>
              <a:rPr lang="en-US" altLang="zh-TW" sz="2800" dirty="0"/>
              <a:t>special kind of advanced tree.</a:t>
            </a:r>
          </a:p>
          <a:p>
            <a:pPr>
              <a:lnSpc>
                <a:spcPct val="90000"/>
              </a:lnSpc>
            </a:pPr>
            <a:endParaRPr lang="en-US" altLang="zh-TW" sz="2800" dirty="0"/>
          </a:p>
          <a:p>
            <a:pPr>
              <a:lnSpc>
                <a:spcPct val="90000"/>
              </a:lnSpc>
            </a:pPr>
            <a:r>
              <a:rPr lang="en-US" altLang="zh-TW" sz="2800" dirty="0"/>
              <a:t>It </a:t>
            </a:r>
            <a:r>
              <a:rPr lang="en-US" altLang="zh-TW" sz="2800" dirty="0" smtClean="0"/>
              <a:t>focuses </a:t>
            </a:r>
            <a:r>
              <a:rPr lang="en-US" altLang="zh-TW" sz="2800" dirty="0"/>
              <a:t>on how to reduce the </a:t>
            </a:r>
            <a:r>
              <a:rPr lang="en-US" altLang="zh-TW" sz="2800" dirty="0" smtClean="0"/>
              <a:t>expected cost </a:t>
            </a:r>
            <a:r>
              <a:rPr lang="en-US" altLang="zh-TW" sz="2800" dirty="0"/>
              <a:t>of the search of the BST.</a:t>
            </a:r>
          </a:p>
          <a:p>
            <a:pPr>
              <a:lnSpc>
                <a:spcPct val="90000"/>
              </a:lnSpc>
            </a:pPr>
            <a:endParaRPr lang="en-US" altLang="zh-TW" sz="2800" dirty="0"/>
          </a:p>
          <a:p>
            <a:pPr>
              <a:lnSpc>
                <a:spcPct val="90000"/>
              </a:lnSpc>
            </a:pPr>
            <a:r>
              <a:rPr lang="en-US" altLang="zh-TW" sz="2800" dirty="0"/>
              <a:t>It may not have the lowest height !</a:t>
            </a:r>
          </a:p>
          <a:p>
            <a:pPr>
              <a:lnSpc>
                <a:spcPct val="90000"/>
              </a:lnSpc>
            </a:pPr>
            <a:endParaRPr lang="en-US" altLang="zh-TW" sz="2800" dirty="0"/>
          </a:p>
          <a:p>
            <a:pPr>
              <a:lnSpc>
                <a:spcPct val="90000"/>
              </a:lnSpc>
            </a:pPr>
            <a:r>
              <a:rPr lang="en-US" altLang="zh-TW" sz="2800" dirty="0"/>
              <a:t>It needs 3 tables to record probabilities, cost, and root.</a:t>
            </a:r>
          </a:p>
        </p:txBody>
      </p:sp>
    </p:spTree>
  </p:cSld>
  <p:clrMapOvr>
    <a:masterClrMapping/>
  </p:clrMapOvr>
  <p:transition spd="slow">
    <p:randomBar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Rot="1" noChangeArrowheads="1"/>
          </p:cNvSpPr>
          <p:nvPr>
            <p:ph type="body" idx="1"/>
          </p:nvPr>
        </p:nvSpPr>
        <p:spPr>
          <a:xfrm>
            <a:off x="457200" y="1052513"/>
            <a:ext cx="8229600" cy="5073650"/>
          </a:xfrm>
        </p:spPr>
        <p:txBody>
          <a:bodyPr/>
          <a:lstStyle/>
          <a:p>
            <a:pPr>
              <a:lnSpc>
                <a:spcPct val="90000"/>
              </a:lnSpc>
            </a:pPr>
            <a:r>
              <a:rPr lang="en-US" altLang="zh-TW" sz="2400" dirty="0"/>
              <a:t>It has n keys (representation k</a:t>
            </a:r>
            <a:r>
              <a:rPr lang="en-US" altLang="zh-TW" sz="2400" baseline="-25000" dirty="0"/>
              <a:t>1</a:t>
            </a:r>
            <a:r>
              <a:rPr lang="en-US" altLang="zh-TW" sz="2400" dirty="0"/>
              <a:t>,k</a:t>
            </a:r>
            <a:r>
              <a:rPr lang="en-US" altLang="zh-TW" sz="2400" baseline="-25000" dirty="0"/>
              <a:t>2</a:t>
            </a:r>
            <a:r>
              <a:rPr lang="en-US" altLang="zh-TW" sz="2400" dirty="0"/>
              <a:t>,…,</a:t>
            </a:r>
            <a:r>
              <a:rPr lang="en-US" altLang="zh-TW" sz="2400" dirty="0" err="1"/>
              <a:t>k</a:t>
            </a:r>
            <a:r>
              <a:rPr lang="en-US" altLang="zh-TW" sz="2400" baseline="-25000" dirty="0" err="1"/>
              <a:t>n</a:t>
            </a:r>
            <a:r>
              <a:rPr lang="en-US" altLang="zh-TW" sz="2400" dirty="0"/>
              <a:t>) in sorted order (so that k</a:t>
            </a:r>
            <a:r>
              <a:rPr lang="en-US" altLang="zh-TW" sz="2400" baseline="-25000" dirty="0"/>
              <a:t>1</a:t>
            </a:r>
            <a:r>
              <a:rPr lang="en-US" altLang="zh-TW" sz="2400" dirty="0"/>
              <a:t>&lt;k</a:t>
            </a:r>
            <a:r>
              <a:rPr lang="en-US" altLang="zh-TW" sz="2400" baseline="-25000" dirty="0"/>
              <a:t>2</a:t>
            </a:r>
            <a:r>
              <a:rPr lang="en-US" altLang="zh-TW" sz="2400" dirty="0"/>
              <a:t>&lt;…&lt;</a:t>
            </a:r>
            <a:r>
              <a:rPr lang="en-US" altLang="zh-TW" sz="2400" dirty="0" err="1"/>
              <a:t>k</a:t>
            </a:r>
            <a:r>
              <a:rPr lang="en-US" altLang="zh-TW" sz="2400" baseline="-25000" dirty="0" err="1"/>
              <a:t>n</a:t>
            </a:r>
            <a:r>
              <a:rPr lang="en-US" altLang="zh-TW" sz="2400" dirty="0"/>
              <a:t>), and we wish to build a binary search tree from these keys. For each </a:t>
            </a:r>
            <a:r>
              <a:rPr lang="en-US" altLang="zh-TW" sz="2400" dirty="0" err="1"/>
              <a:t>k</a:t>
            </a:r>
            <a:r>
              <a:rPr lang="en-US" altLang="zh-TW" sz="2400" baseline="-25000" dirty="0" err="1"/>
              <a:t>i</a:t>
            </a:r>
            <a:r>
              <a:rPr lang="en-US" altLang="zh-TW" sz="2400" baseline="-25000" dirty="0"/>
              <a:t> </a:t>
            </a:r>
            <a:r>
              <a:rPr lang="en-US" altLang="zh-TW" sz="2400" dirty="0"/>
              <a:t>,we have a probability p</a:t>
            </a:r>
            <a:r>
              <a:rPr lang="en-US" altLang="zh-TW" sz="2400" baseline="-25000" dirty="0"/>
              <a:t>i</a:t>
            </a:r>
            <a:r>
              <a:rPr lang="en-US" altLang="zh-TW" sz="2400" dirty="0"/>
              <a:t> that a search will be for </a:t>
            </a:r>
            <a:r>
              <a:rPr lang="en-US" altLang="zh-TW" sz="2400" dirty="0" err="1"/>
              <a:t>k</a:t>
            </a:r>
            <a:r>
              <a:rPr lang="en-US" altLang="zh-TW" sz="2400" baseline="-25000" dirty="0" err="1"/>
              <a:t>i</a:t>
            </a:r>
            <a:r>
              <a:rPr lang="en-US" altLang="zh-TW" sz="2400" dirty="0"/>
              <a:t>.</a:t>
            </a:r>
          </a:p>
          <a:p>
            <a:pPr>
              <a:lnSpc>
                <a:spcPct val="90000"/>
              </a:lnSpc>
            </a:pPr>
            <a:r>
              <a:rPr lang="en-US" altLang="zh-TW" sz="2400" dirty="0"/>
              <a:t>In </a:t>
            </a:r>
            <a:r>
              <a:rPr lang="en-US" altLang="zh-TW" sz="2400" dirty="0" smtClean="0"/>
              <a:t>contrast, </a:t>
            </a:r>
            <a:r>
              <a:rPr lang="en-US" altLang="zh-TW" sz="2400" dirty="0"/>
              <a:t>some searches may be for values not in </a:t>
            </a:r>
            <a:r>
              <a:rPr lang="en-US" altLang="zh-TW" sz="2400" dirty="0" smtClean="0"/>
              <a:t>k, </a:t>
            </a:r>
            <a:r>
              <a:rPr lang="en-US" altLang="zh-TW" sz="2400" dirty="0"/>
              <a:t>and so we also have n+1 “dummy keys” d</a:t>
            </a:r>
            <a:r>
              <a:rPr lang="en-US" altLang="zh-TW" sz="2400" baseline="-25000" dirty="0"/>
              <a:t>0</a:t>
            </a:r>
            <a:r>
              <a:rPr lang="en-US" altLang="zh-TW" sz="2400" dirty="0"/>
              <a:t>,d</a:t>
            </a:r>
            <a:r>
              <a:rPr lang="en-US" altLang="zh-TW" sz="2400" baseline="-25000" dirty="0"/>
              <a:t>1</a:t>
            </a:r>
            <a:r>
              <a:rPr lang="en-US" altLang="zh-TW" sz="2400" dirty="0"/>
              <a:t>,…,</a:t>
            </a:r>
            <a:r>
              <a:rPr lang="en-US" altLang="zh-TW" sz="2400" dirty="0" err="1"/>
              <a:t>d</a:t>
            </a:r>
            <a:r>
              <a:rPr lang="en-US" altLang="zh-TW" sz="2400" baseline="-25000" dirty="0" err="1"/>
              <a:t>n</a:t>
            </a:r>
            <a:r>
              <a:rPr lang="en-US" altLang="zh-TW" sz="2400" dirty="0"/>
              <a:t> </a:t>
            </a:r>
            <a:r>
              <a:rPr lang="en-US" altLang="zh-TW" sz="2400" dirty="0" smtClean="0"/>
              <a:t>not </a:t>
            </a:r>
            <a:r>
              <a:rPr lang="en-US" altLang="zh-TW" sz="2400" dirty="0"/>
              <a:t>in </a:t>
            </a:r>
            <a:r>
              <a:rPr lang="en-US" altLang="zh-TW" sz="2400" dirty="0" smtClean="0"/>
              <a:t>k.</a:t>
            </a:r>
            <a:endParaRPr lang="en-US" altLang="zh-TW" sz="2400" dirty="0"/>
          </a:p>
          <a:p>
            <a:pPr>
              <a:lnSpc>
                <a:spcPct val="90000"/>
              </a:lnSpc>
            </a:pPr>
            <a:r>
              <a:rPr lang="en-US" altLang="zh-TW" sz="2400" dirty="0"/>
              <a:t>In particular, d</a:t>
            </a:r>
            <a:r>
              <a:rPr lang="en-US" altLang="zh-TW" sz="2400" baseline="-25000" dirty="0"/>
              <a:t>0</a:t>
            </a:r>
            <a:r>
              <a:rPr lang="en-US" altLang="zh-TW" sz="2400" dirty="0"/>
              <a:t> represents all values less than k</a:t>
            </a:r>
            <a:r>
              <a:rPr lang="en-US" altLang="zh-TW" sz="2400" baseline="-25000" dirty="0"/>
              <a:t>1</a:t>
            </a:r>
            <a:r>
              <a:rPr lang="en-US" altLang="zh-TW" sz="2400" dirty="0"/>
              <a:t>, and </a:t>
            </a:r>
            <a:r>
              <a:rPr lang="en-US" altLang="zh-TW" sz="2400" dirty="0" err="1"/>
              <a:t>d</a:t>
            </a:r>
            <a:r>
              <a:rPr lang="en-US" altLang="zh-TW" sz="2400" baseline="-25000" dirty="0" err="1"/>
              <a:t>n</a:t>
            </a:r>
            <a:r>
              <a:rPr lang="en-US" altLang="zh-TW" sz="2400" dirty="0"/>
              <a:t> represents all values greater than </a:t>
            </a:r>
            <a:r>
              <a:rPr lang="en-US" altLang="zh-TW" sz="2400" dirty="0" err="1"/>
              <a:t>k</a:t>
            </a:r>
            <a:r>
              <a:rPr lang="en-US" altLang="zh-TW" sz="2400" baseline="-25000" dirty="0" err="1"/>
              <a:t>n</a:t>
            </a:r>
            <a:r>
              <a:rPr lang="en-US" altLang="zh-TW" sz="2400" dirty="0"/>
              <a:t>, and for </a:t>
            </a:r>
            <a:r>
              <a:rPr lang="en-US" altLang="zh-TW" sz="2400" dirty="0" err="1"/>
              <a:t>i</a:t>
            </a:r>
            <a:r>
              <a:rPr lang="en-US" altLang="zh-TW" sz="2400" dirty="0"/>
              <a:t>=1,2,…,n-1, the dummy key </a:t>
            </a:r>
            <a:r>
              <a:rPr lang="en-US" altLang="zh-TW" sz="2400" dirty="0" err="1"/>
              <a:t>d</a:t>
            </a:r>
            <a:r>
              <a:rPr lang="en-US" altLang="zh-TW" sz="2400" baseline="-25000" dirty="0" err="1"/>
              <a:t>i</a:t>
            </a:r>
            <a:r>
              <a:rPr lang="en-US" altLang="zh-TW" sz="2400" dirty="0"/>
              <a:t> represents all values between </a:t>
            </a:r>
            <a:r>
              <a:rPr lang="en-US" altLang="zh-TW" sz="2400" dirty="0" err="1"/>
              <a:t>k</a:t>
            </a:r>
            <a:r>
              <a:rPr lang="en-US" altLang="zh-TW" sz="2400" baseline="-25000" dirty="0" err="1"/>
              <a:t>i</a:t>
            </a:r>
            <a:r>
              <a:rPr lang="en-US" altLang="zh-TW" sz="2400" dirty="0"/>
              <a:t> and k</a:t>
            </a:r>
            <a:r>
              <a:rPr lang="en-US" altLang="zh-TW" sz="2400" baseline="-25000" dirty="0"/>
              <a:t>i+1</a:t>
            </a:r>
            <a:r>
              <a:rPr lang="en-US" altLang="zh-TW" sz="2400" dirty="0"/>
              <a:t>.</a:t>
            </a:r>
          </a:p>
          <a:p>
            <a:pPr>
              <a:lnSpc>
                <a:spcPct val="90000"/>
              </a:lnSpc>
              <a:buFont typeface="Wingdings" pitchFamily="2" charset="2"/>
              <a:buNone/>
            </a:pPr>
            <a:r>
              <a:rPr lang="zh-TW" altLang="en-US" sz="2400" b="1" dirty="0"/>
              <a:t>＊</a:t>
            </a:r>
            <a:r>
              <a:rPr lang="en-US" altLang="zh-TW" sz="2400" b="1" dirty="0"/>
              <a:t>The dummy keys are leaves</a:t>
            </a:r>
            <a:r>
              <a:rPr lang="en-US" altLang="zh-TW" sz="2400" dirty="0"/>
              <a:t> (</a:t>
            </a:r>
            <a:r>
              <a:rPr lang="en-US" altLang="zh-TW" sz="2400" b="1" dirty="0"/>
              <a:t>external nodes), and the data keys mean internal nodes.</a:t>
            </a:r>
          </a:p>
        </p:txBody>
      </p:sp>
    </p:spTree>
  </p:cSld>
  <p:clrMapOvr>
    <a:masterClrMapping/>
  </p:clrMapOvr>
  <p:transition spd="slow">
    <p:randomBar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Rot="1" noChangeArrowheads="1"/>
          </p:cNvSpPr>
          <p:nvPr>
            <p:ph type="body" idx="1"/>
          </p:nvPr>
        </p:nvSpPr>
        <p:spPr/>
        <p:txBody>
          <a:bodyPr/>
          <a:lstStyle/>
          <a:p>
            <a:r>
              <a:rPr lang="en-US" altLang="zh-TW"/>
              <a:t>The case of search are two situations, one is success, and the other, without saying, is failure.</a:t>
            </a:r>
          </a:p>
          <a:p>
            <a:endParaRPr lang="en-US" altLang="zh-TW"/>
          </a:p>
          <a:p>
            <a:r>
              <a:rPr lang="en-US" altLang="zh-TW"/>
              <a:t>We can get the first statement :</a:t>
            </a:r>
          </a:p>
          <a:p>
            <a:pPr>
              <a:buFont typeface="Wingdings" pitchFamily="2" charset="2"/>
              <a:buNone/>
            </a:pPr>
            <a:r>
              <a:rPr lang="en-US" altLang="zh-TW"/>
              <a:t>	 (i=1~n) </a:t>
            </a:r>
            <a:r>
              <a:rPr lang="en-US" altLang="zh-TW">
                <a:cs typeface="Arial" charset="0"/>
              </a:rPr>
              <a:t>∑ p</a:t>
            </a:r>
            <a:r>
              <a:rPr lang="en-US" altLang="zh-TW" baseline="-25000"/>
              <a:t>i  </a:t>
            </a:r>
            <a:r>
              <a:rPr lang="en-US" altLang="zh-TW"/>
              <a:t>+ (i=0~n) </a:t>
            </a:r>
            <a:r>
              <a:rPr lang="en-US" altLang="zh-TW">
                <a:cs typeface="Arial" charset="0"/>
              </a:rPr>
              <a:t>∑ q</a:t>
            </a:r>
            <a:r>
              <a:rPr lang="en-US" altLang="zh-TW" baseline="-25000"/>
              <a:t>i  </a:t>
            </a:r>
            <a:r>
              <a:rPr lang="en-US" altLang="zh-TW"/>
              <a:t>=  1</a:t>
            </a:r>
          </a:p>
          <a:p>
            <a:pPr>
              <a:buFont typeface="Wingdings" pitchFamily="2" charset="2"/>
              <a:buNone/>
            </a:pPr>
            <a:endParaRPr lang="en-US" altLang="zh-TW"/>
          </a:p>
          <a:p>
            <a:pPr>
              <a:buFont typeface="Wingdings" pitchFamily="2" charset="2"/>
              <a:buNone/>
            </a:pPr>
            <a:endParaRPr lang="en-US" altLang="zh-TW"/>
          </a:p>
        </p:txBody>
      </p:sp>
      <p:sp>
        <p:nvSpPr>
          <p:cNvPr id="5124" name="Text Box 4"/>
          <p:cNvSpPr txBox="1">
            <a:spLocks noChangeArrowheads="1"/>
          </p:cNvSpPr>
          <p:nvPr/>
        </p:nvSpPr>
        <p:spPr bwMode="auto">
          <a:xfrm>
            <a:off x="971550" y="5516563"/>
            <a:ext cx="2592388" cy="366712"/>
          </a:xfrm>
          <a:prstGeom prst="rect">
            <a:avLst/>
          </a:prstGeom>
          <a:noFill/>
          <a:ln w="9525">
            <a:noFill/>
            <a:miter lim="800000"/>
            <a:headEnd/>
            <a:tailEnd/>
          </a:ln>
          <a:effectLst/>
        </p:spPr>
        <p:txBody>
          <a:bodyPr>
            <a:spAutoFit/>
          </a:bodyPr>
          <a:lstStyle/>
          <a:p>
            <a:pPr algn="ctr">
              <a:spcBef>
                <a:spcPct val="50000"/>
              </a:spcBef>
            </a:pPr>
            <a:r>
              <a:rPr lang="en-US" altLang="zh-TW"/>
              <a:t>Success</a:t>
            </a:r>
          </a:p>
        </p:txBody>
      </p:sp>
      <p:sp>
        <p:nvSpPr>
          <p:cNvPr id="5125" name="Line 5"/>
          <p:cNvSpPr>
            <a:spLocks noChangeShapeType="1"/>
          </p:cNvSpPr>
          <p:nvPr/>
        </p:nvSpPr>
        <p:spPr bwMode="auto">
          <a:xfrm flipV="1">
            <a:off x="2268538" y="5229225"/>
            <a:ext cx="0" cy="215900"/>
          </a:xfrm>
          <a:prstGeom prst="line">
            <a:avLst/>
          </a:prstGeom>
          <a:noFill/>
          <a:ln w="9525">
            <a:solidFill>
              <a:schemeClr val="tx1"/>
            </a:solidFill>
            <a:round/>
            <a:headEnd/>
            <a:tailEnd type="triangle" w="med" len="med"/>
          </a:ln>
          <a:effectLst/>
        </p:spPr>
        <p:txBody>
          <a:bodyPr/>
          <a:lstStyle/>
          <a:p>
            <a:endParaRPr lang="en-US"/>
          </a:p>
        </p:txBody>
      </p:sp>
      <p:sp>
        <p:nvSpPr>
          <p:cNvPr id="5126" name="Text Box 6"/>
          <p:cNvSpPr txBox="1">
            <a:spLocks noChangeArrowheads="1"/>
          </p:cNvSpPr>
          <p:nvPr/>
        </p:nvSpPr>
        <p:spPr bwMode="auto">
          <a:xfrm>
            <a:off x="4427538" y="5445125"/>
            <a:ext cx="2016125" cy="366713"/>
          </a:xfrm>
          <a:prstGeom prst="rect">
            <a:avLst/>
          </a:prstGeom>
          <a:noFill/>
          <a:ln w="9525">
            <a:noFill/>
            <a:miter lim="800000"/>
            <a:headEnd/>
            <a:tailEnd/>
          </a:ln>
          <a:effectLst/>
        </p:spPr>
        <p:txBody>
          <a:bodyPr>
            <a:spAutoFit/>
          </a:bodyPr>
          <a:lstStyle/>
          <a:p>
            <a:pPr algn="ctr">
              <a:spcBef>
                <a:spcPct val="50000"/>
              </a:spcBef>
            </a:pPr>
            <a:r>
              <a:rPr lang="en-US" altLang="zh-TW"/>
              <a:t>Failure</a:t>
            </a:r>
          </a:p>
        </p:txBody>
      </p:sp>
      <p:sp>
        <p:nvSpPr>
          <p:cNvPr id="5128" name="Line 8"/>
          <p:cNvSpPr>
            <a:spLocks noChangeShapeType="1"/>
          </p:cNvSpPr>
          <p:nvPr/>
        </p:nvSpPr>
        <p:spPr bwMode="auto">
          <a:xfrm flipV="1">
            <a:off x="5435600" y="5157788"/>
            <a:ext cx="0" cy="215900"/>
          </a:xfrm>
          <a:prstGeom prst="line">
            <a:avLst/>
          </a:prstGeom>
          <a:noFill/>
          <a:ln w="9525">
            <a:solidFill>
              <a:schemeClr val="tx1"/>
            </a:solidFill>
            <a:round/>
            <a:headEnd/>
            <a:tailEnd type="triangle" w="med" len="med"/>
          </a:ln>
          <a:effectLst/>
        </p:spPr>
        <p:txBody>
          <a:bodyPr/>
          <a:lstStyle/>
          <a:p>
            <a:endParaRPr lang="en-US"/>
          </a:p>
        </p:txBody>
      </p:sp>
    </p:spTree>
  </p:cSld>
  <p:clrMapOvr>
    <a:masterClrMapping/>
  </p:clrMapOvr>
  <p:transition spd="slow">
    <p:randomBar dir="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Rot="1" noChangeArrowheads="1"/>
          </p:cNvSpPr>
          <p:nvPr>
            <p:ph type="body" idx="1"/>
          </p:nvPr>
        </p:nvSpPr>
        <p:spPr>
          <a:xfrm>
            <a:off x="457200" y="404813"/>
            <a:ext cx="8229600" cy="5721350"/>
          </a:xfrm>
        </p:spPr>
        <p:txBody>
          <a:bodyPr/>
          <a:lstStyle/>
          <a:p>
            <a:pPr>
              <a:lnSpc>
                <a:spcPct val="90000"/>
              </a:lnSpc>
            </a:pPr>
            <a:r>
              <a:rPr lang="en-US" altLang="zh-TW" sz="2400"/>
              <a:t>Because we have probabilities of searches for each key and each dummy key, we can determine the expected cost of a search in a given binary search tree T. Let us assume that the actual cost of a search is the number of nodes examined, i.e., the depth of the node found by the search in T,plus1. Then the expected cost of a search in T is  : (The second statement</a:t>
            </a:r>
            <a:r>
              <a:rPr lang="en-US" altLang="zh-TW" sz="2400">
                <a:sym typeface="Wingdings" pitchFamily="2" charset="2"/>
              </a:rPr>
              <a:t>)</a:t>
            </a:r>
            <a:endParaRPr lang="en-US" altLang="zh-TW" sz="2400"/>
          </a:p>
          <a:p>
            <a:pPr>
              <a:lnSpc>
                <a:spcPct val="90000"/>
              </a:lnSpc>
            </a:pPr>
            <a:endParaRPr lang="en-US" altLang="zh-TW" sz="2400"/>
          </a:p>
          <a:p>
            <a:pPr>
              <a:lnSpc>
                <a:spcPct val="90000"/>
              </a:lnSpc>
            </a:pPr>
            <a:r>
              <a:rPr lang="en-US" altLang="zh-TW" sz="2400"/>
              <a:t>E[ search cost in T]</a:t>
            </a:r>
          </a:p>
          <a:p>
            <a:pPr>
              <a:lnSpc>
                <a:spcPct val="90000"/>
              </a:lnSpc>
              <a:buFont typeface="Wingdings" pitchFamily="2" charset="2"/>
              <a:buNone/>
            </a:pPr>
            <a:r>
              <a:rPr lang="en-US" altLang="zh-TW" sz="2400"/>
              <a:t>	   =   (i=1~n) </a:t>
            </a:r>
            <a:r>
              <a:rPr lang="en-US" altLang="zh-TW" sz="2400">
                <a:cs typeface="Arial" charset="0"/>
              </a:rPr>
              <a:t>∑ p</a:t>
            </a:r>
            <a:r>
              <a:rPr lang="en-US" altLang="zh-TW" sz="2400" baseline="-25000"/>
              <a:t>i </a:t>
            </a:r>
            <a:r>
              <a:rPr lang="zh-TW" altLang="en-US" sz="2400"/>
              <a:t>．</a:t>
            </a:r>
            <a:r>
              <a:rPr lang="en-US" altLang="zh-TW" sz="2400"/>
              <a:t>(depth</a:t>
            </a:r>
            <a:r>
              <a:rPr lang="en-US" altLang="zh-TW" sz="2400" baseline="-25000"/>
              <a:t>T</a:t>
            </a:r>
            <a:r>
              <a:rPr lang="en-US" altLang="zh-TW" sz="2400"/>
              <a:t>(k</a:t>
            </a:r>
            <a:r>
              <a:rPr lang="en-US" altLang="zh-TW" sz="2400" baseline="-25000"/>
              <a:t>i</a:t>
            </a:r>
            <a:r>
              <a:rPr lang="en-US" altLang="zh-TW" sz="2400"/>
              <a:t>)+1)</a:t>
            </a:r>
          </a:p>
          <a:p>
            <a:pPr>
              <a:lnSpc>
                <a:spcPct val="90000"/>
              </a:lnSpc>
              <a:buFont typeface="Wingdings" pitchFamily="2" charset="2"/>
              <a:buNone/>
            </a:pPr>
            <a:r>
              <a:rPr lang="en-US" altLang="zh-TW" sz="2400"/>
              <a:t>		+ (i=0~n) </a:t>
            </a:r>
            <a:r>
              <a:rPr lang="en-US" altLang="zh-TW" sz="2400">
                <a:cs typeface="Arial" charset="0"/>
              </a:rPr>
              <a:t>∑ q</a:t>
            </a:r>
            <a:r>
              <a:rPr lang="en-US" altLang="zh-TW" sz="2400" baseline="-25000"/>
              <a:t>i </a:t>
            </a:r>
            <a:r>
              <a:rPr lang="zh-TW" altLang="en-US" sz="2400"/>
              <a:t>．</a:t>
            </a:r>
            <a:r>
              <a:rPr lang="en-US" altLang="zh-TW" sz="2400"/>
              <a:t>(depth</a:t>
            </a:r>
            <a:r>
              <a:rPr lang="en-US" altLang="zh-TW" sz="2400" baseline="-25000"/>
              <a:t>T</a:t>
            </a:r>
            <a:r>
              <a:rPr lang="en-US" altLang="zh-TW" sz="2400"/>
              <a:t>(d</a:t>
            </a:r>
            <a:r>
              <a:rPr lang="en-US" altLang="zh-TW" sz="2400" baseline="-25000"/>
              <a:t>i</a:t>
            </a:r>
            <a:r>
              <a:rPr lang="en-US" altLang="zh-TW" sz="2400"/>
              <a:t>)+1)</a:t>
            </a:r>
          </a:p>
          <a:p>
            <a:pPr>
              <a:lnSpc>
                <a:spcPct val="90000"/>
              </a:lnSpc>
              <a:buFont typeface="Wingdings" pitchFamily="2" charset="2"/>
              <a:buNone/>
            </a:pPr>
            <a:r>
              <a:rPr lang="en-US" altLang="zh-TW" sz="2400"/>
              <a:t>	   =1 + (i=1~n) </a:t>
            </a:r>
            <a:r>
              <a:rPr lang="en-US" altLang="zh-TW" sz="2400">
                <a:cs typeface="Arial" charset="0"/>
              </a:rPr>
              <a:t>∑ p</a:t>
            </a:r>
            <a:r>
              <a:rPr lang="en-US" altLang="zh-TW" sz="2400" baseline="-25000"/>
              <a:t>i </a:t>
            </a:r>
            <a:r>
              <a:rPr lang="zh-TW" altLang="en-US" sz="2400"/>
              <a:t>．</a:t>
            </a:r>
            <a:r>
              <a:rPr lang="en-US" altLang="zh-TW" sz="2400"/>
              <a:t>depth</a:t>
            </a:r>
            <a:r>
              <a:rPr lang="en-US" altLang="zh-TW" sz="2400" baseline="-25000"/>
              <a:t>T</a:t>
            </a:r>
            <a:r>
              <a:rPr lang="en-US" altLang="zh-TW" sz="2400"/>
              <a:t>(k</a:t>
            </a:r>
            <a:r>
              <a:rPr lang="en-US" altLang="zh-TW" sz="2400" baseline="-25000"/>
              <a:t>i</a:t>
            </a:r>
            <a:r>
              <a:rPr lang="en-US" altLang="zh-TW" sz="2400"/>
              <a:t>) </a:t>
            </a:r>
          </a:p>
          <a:p>
            <a:pPr>
              <a:lnSpc>
                <a:spcPct val="90000"/>
              </a:lnSpc>
              <a:buFont typeface="Wingdings" pitchFamily="2" charset="2"/>
              <a:buNone/>
            </a:pPr>
            <a:r>
              <a:rPr lang="en-US" altLang="zh-TW" sz="2400"/>
              <a:t>		  + (i=0~n) </a:t>
            </a:r>
            <a:r>
              <a:rPr lang="en-US" altLang="zh-TW" sz="2400">
                <a:cs typeface="Arial" charset="0"/>
              </a:rPr>
              <a:t>∑ q</a:t>
            </a:r>
            <a:r>
              <a:rPr lang="en-US" altLang="zh-TW" sz="2400" baseline="-25000"/>
              <a:t>i </a:t>
            </a:r>
            <a:r>
              <a:rPr lang="zh-TW" altLang="en-US" sz="2400"/>
              <a:t>．</a:t>
            </a:r>
            <a:r>
              <a:rPr lang="en-US" altLang="zh-TW" sz="2400"/>
              <a:t>depth</a:t>
            </a:r>
            <a:r>
              <a:rPr lang="en-US" altLang="zh-TW" sz="2400" baseline="-25000"/>
              <a:t>T</a:t>
            </a:r>
            <a:r>
              <a:rPr lang="en-US" altLang="zh-TW" sz="2400"/>
              <a:t>(d</a:t>
            </a:r>
            <a:r>
              <a:rPr lang="en-US" altLang="zh-TW" sz="2400" baseline="-25000"/>
              <a:t>i</a:t>
            </a:r>
            <a:r>
              <a:rPr lang="en-US" altLang="zh-TW" sz="2400"/>
              <a:t>)</a:t>
            </a:r>
          </a:p>
          <a:p>
            <a:pPr>
              <a:lnSpc>
                <a:spcPct val="90000"/>
              </a:lnSpc>
              <a:buFont typeface="Wingdings" pitchFamily="2" charset="2"/>
              <a:buNone/>
            </a:pPr>
            <a:r>
              <a:rPr lang="en-US" altLang="zh-TW" sz="2400"/>
              <a:t>Where depth</a:t>
            </a:r>
            <a:r>
              <a:rPr lang="en-US" altLang="zh-TW" sz="2400" baseline="-25000"/>
              <a:t>T </a:t>
            </a:r>
            <a:r>
              <a:rPr lang="en-US" altLang="zh-TW" sz="2400"/>
              <a:t>denotes a node’s depth in the tree T.</a:t>
            </a:r>
          </a:p>
          <a:p>
            <a:pPr>
              <a:lnSpc>
                <a:spcPct val="90000"/>
              </a:lnSpc>
              <a:buFont typeface="Wingdings" pitchFamily="2" charset="2"/>
              <a:buNone/>
            </a:pPr>
            <a:endParaRPr lang="en-US" altLang="zh-TW" sz="2400"/>
          </a:p>
        </p:txBody>
      </p:sp>
    </p:spTree>
  </p:cSld>
  <p:clrMapOvr>
    <a:masterClrMapping/>
  </p:clrMapOvr>
  <p:transition spd="slow">
    <p:randomBar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Oval 4"/>
          <p:cNvSpPr>
            <a:spLocks noChangeArrowheads="1"/>
          </p:cNvSpPr>
          <p:nvPr/>
        </p:nvSpPr>
        <p:spPr bwMode="auto">
          <a:xfrm>
            <a:off x="1908175" y="260350"/>
            <a:ext cx="647700" cy="576263"/>
          </a:xfrm>
          <a:prstGeom prst="ellipse">
            <a:avLst/>
          </a:prstGeom>
          <a:solidFill>
            <a:schemeClr val="accent1"/>
          </a:solidFill>
          <a:ln w="9525">
            <a:solidFill>
              <a:schemeClr val="tx1"/>
            </a:solidFill>
            <a:round/>
            <a:headEnd/>
            <a:tailEnd/>
          </a:ln>
          <a:effectLst/>
        </p:spPr>
        <p:txBody>
          <a:bodyPr wrap="none" anchor="ctr"/>
          <a:lstStyle/>
          <a:p>
            <a:pPr algn="ctr"/>
            <a:r>
              <a:rPr lang="en-US" altLang="zh-TW"/>
              <a:t>k2</a:t>
            </a:r>
          </a:p>
        </p:txBody>
      </p:sp>
      <p:sp>
        <p:nvSpPr>
          <p:cNvPr id="7173" name="Oval 5"/>
          <p:cNvSpPr>
            <a:spLocks noChangeArrowheads="1"/>
          </p:cNvSpPr>
          <p:nvPr/>
        </p:nvSpPr>
        <p:spPr bwMode="auto">
          <a:xfrm>
            <a:off x="1116013" y="1341438"/>
            <a:ext cx="647700" cy="576262"/>
          </a:xfrm>
          <a:prstGeom prst="ellipse">
            <a:avLst/>
          </a:prstGeom>
          <a:solidFill>
            <a:schemeClr val="accent1"/>
          </a:solidFill>
          <a:ln w="9525">
            <a:solidFill>
              <a:schemeClr val="tx1"/>
            </a:solidFill>
            <a:round/>
            <a:headEnd/>
            <a:tailEnd/>
          </a:ln>
          <a:effectLst/>
        </p:spPr>
        <p:txBody>
          <a:bodyPr wrap="none" anchor="ctr"/>
          <a:lstStyle/>
          <a:p>
            <a:pPr algn="ctr"/>
            <a:r>
              <a:rPr lang="en-US" altLang="zh-TW"/>
              <a:t>k1</a:t>
            </a:r>
          </a:p>
        </p:txBody>
      </p:sp>
      <p:sp>
        <p:nvSpPr>
          <p:cNvPr id="7174" name="Oval 6"/>
          <p:cNvSpPr>
            <a:spLocks noChangeArrowheads="1"/>
          </p:cNvSpPr>
          <p:nvPr/>
        </p:nvSpPr>
        <p:spPr bwMode="auto">
          <a:xfrm>
            <a:off x="2700338" y="1341438"/>
            <a:ext cx="647700" cy="576262"/>
          </a:xfrm>
          <a:prstGeom prst="ellipse">
            <a:avLst/>
          </a:prstGeom>
          <a:solidFill>
            <a:schemeClr val="accent1"/>
          </a:solidFill>
          <a:ln w="9525">
            <a:solidFill>
              <a:schemeClr val="tx1"/>
            </a:solidFill>
            <a:round/>
            <a:headEnd/>
            <a:tailEnd/>
          </a:ln>
          <a:effectLst/>
        </p:spPr>
        <p:txBody>
          <a:bodyPr wrap="none" anchor="ctr"/>
          <a:lstStyle/>
          <a:p>
            <a:pPr algn="ctr"/>
            <a:r>
              <a:rPr lang="en-US" altLang="zh-TW"/>
              <a:t>k4</a:t>
            </a:r>
          </a:p>
        </p:txBody>
      </p:sp>
      <p:sp>
        <p:nvSpPr>
          <p:cNvPr id="7175" name="Oval 7"/>
          <p:cNvSpPr>
            <a:spLocks noChangeArrowheads="1"/>
          </p:cNvSpPr>
          <p:nvPr/>
        </p:nvSpPr>
        <p:spPr bwMode="auto">
          <a:xfrm>
            <a:off x="2195513" y="2492375"/>
            <a:ext cx="647700" cy="576263"/>
          </a:xfrm>
          <a:prstGeom prst="ellipse">
            <a:avLst/>
          </a:prstGeom>
          <a:solidFill>
            <a:schemeClr val="accent1"/>
          </a:solidFill>
          <a:ln w="9525">
            <a:solidFill>
              <a:schemeClr val="tx1"/>
            </a:solidFill>
            <a:round/>
            <a:headEnd/>
            <a:tailEnd/>
          </a:ln>
          <a:effectLst/>
        </p:spPr>
        <p:txBody>
          <a:bodyPr wrap="none" anchor="ctr"/>
          <a:lstStyle/>
          <a:p>
            <a:pPr algn="ctr"/>
            <a:r>
              <a:rPr lang="en-US" altLang="zh-TW"/>
              <a:t>k3</a:t>
            </a:r>
          </a:p>
        </p:txBody>
      </p:sp>
      <p:sp>
        <p:nvSpPr>
          <p:cNvPr id="7176" name="Oval 8"/>
          <p:cNvSpPr>
            <a:spLocks noChangeArrowheads="1"/>
          </p:cNvSpPr>
          <p:nvPr/>
        </p:nvSpPr>
        <p:spPr bwMode="auto">
          <a:xfrm>
            <a:off x="3348038" y="2492375"/>
            <a:ext cx="647700" cy="576263"/>
          </a:xfrm>
          <a:prstGeom prst="ellipse">
            <a:avLst/>
          </a:prstGeom>
          <a:solidFill>
            <a:schemeClr val="accent1"/>
          </a:solidFill>
          <a:ln w="9525">
            <a:solidFill>
              <a:schemeClr val="tx1"/>
            </a:solidFill>
            <a:round/>
            <a:headEnd/>
            <a:tailEnd/>
          </a:ln>
          <a:effectLst/>
        </p:spPr>
        <p:txBody>
          <a:bodyPr wrap="none" anchor="ctr"/>
          <a:lstStyle/>
          <a:p>
            <a:pPr algn="ctr"/>
            <a:r>
              <a:rPr lang="en-US" altLang="zh-TW"/>
              <a:t>k5</a:t>
            </a:r>
          </a:p>
        </p:txBody>
      </p:sp>
      <p:sp>
        <p:nvSpPr>
          <p:cNvPr id="7177" name="Oval 9"/>
          <p:cNvSpPr>
            <a:spLocks noChangeArrowheads="1"/>
          </p:cNvSpPr>
          <p:nvPr/>
        </p:nvSpPr>
        <p:spPr bwMode="auto">
          <a:xfrm>
            <a:off x="6659563" y="260350"/>
            <a:ext cx="647700" cy="576263"/>
          </a:xfrm>
          <a:prstGeom prst="ellipse">
            <a:avLst/>
          </a:prstGeom>
          <a:solidFill>
            <a:schemeClr val="accent1"/>
          </a:solidFill>
          <a:ln w="9525">
            <a:solidFill>
              <a:schemeClr val="tx1"/>
            </a:solidFill>
            <a:round/>
            <a:headEnd/>
            <a:tailEnd/>
          </a:ln>
          <a:effectLst/>
        </p:spPr>
        <p:txBody>
          <a:bodyPr wrap="none" anchor="ctr"/>
          <a:lstStyle/>
          <a:p>
            <a:pPr algn="ctr"/>
            <a:r>
              <a:rPr lang="en-US" altLang="zh-TW"/>
              <a:t>k2</a:t>
            </a:r>
          </a:p>
        </p:txBody>
      </p:sp>
      <p:sp>
        <p:nvSpPr>
          <p:cNvPr id="7178" name="Oval 10"/>
          <p:cNvSpPr>
            <a:spLocks noChangeArrowheads="1"/>
          </p:cNvSpPr>
          <p:nvPr/>
        </p:nvSpPr>
        <p:spPr bwMode="auto">
          <a:xfrm>
            <a:off x="5724525" y="1341438"/>
            <a:ext cx="647700" cy="576262"/>
          </a:xfrm>
          <a:prstGeom prst="ellipse">
            <a:avLst/>
          </a:prstGeom>
          <a:solidFill>
            <a:schemeClr val="accent1"/>
          </a:solidFill>
          <a:ln w="9525">
            <a:solidFill>
              <a:schemeClr val="tx1"/>
            </a:solidFill>
            <a:round/>
            <a:headEnd/>
            <a:tailEnd/>
          </a:ln>
          <a:effectLst/>
        </p:spPr>
        <p:txBody>
          <a:bodyPr wrap="none" anchor="ctr"/>
          <a:lstStyle/>
          <a:p>
            <a:pPr algn="ctr"/>
            <a:r>
              <a:rPr lang="en-US" altLang="zh-TW"/>
              <a:t>k1</a:t>
            </a:r>
          </a:p>
        </p:txBody>
      </p:sp>
      <p:sp>
        <p:nvSpPr>
          <p:cNvPr id="7179" name="Oval 11"/>
          <p:cNvSpPr>
            <a:spLocks noChangeArrowheads="1"/>
          </p:cNvSpPr>
          <p:nvPr/>
        </p:nvSpPr>
        <p:spPr bwMode="auto">
          <a:xfrm>
            <a:off x="7667625" y="1341438"/>
            <a:ext cx="647700" cy="576262"/>
          </a:xfrm>
          <a:prstGeom prst="ellipse">
            <a:avLst/>
          </a:prstGeom>
          <a:solidFill>
            <a:schemeClr val="accent1"/>
          </a:solidFill>
          <a:ln w="9525">
            <a:solidFill>
              <a:schemeClr val="tx1"/>
            </a:solidFill>
            <a:round/>
            <a:headEnd/>
            <a:tailEnd/>
          </a:ln>
          <a:effectLst/>
        </p:spPr>
        <p:txBody>
          <a:bodyPr wrap="none" anchor="ctr"/>
          <a:lstStyle/>
          <a:p>
            <a:pPr algn="ctr"/>
            <a:r>
              <a:rPr lang="en-US" altLang="zh-TW"/>
              <a:t>k5</a:t>
            </a:r>
          </a:p>
        </p:txBody>
      </p:sp>
      <p:sp>
        <p:nvSpPr>
          <p:cNvPr id="7180" name="Oval 12"/>
          <p:cNvSpPr>
            <a:spLocks noChangeArrowheads="1"/>
          </p:cNvSpPr>
          <p:nvPr/>
        </p:nvSpPr>
        <p:spPr bwMode="auto">
          <a:xfrm>
            <a:off x="7092950" y="2420938"/>
            <a:ext cx="647700" cy="576262"/>
          </a:xfrm>
          <a:prstGeom prst="ellipse">
            <a:avLst/>
          </a:prstGeom>
          <a:solidFill>
            <a:schemeClr val="accent1"/>
          </a:solidFill>
          <a:ln w="9525">
            <a:solidFill>
              <a:schemeClr val="tx1"/>
            </a:solidFill>
            <a:round/>
            <a:headEnd/>
            <a:tailEnd/>
          </a:ln>
          <a:effectLst/>
        </p:spPr>
        <p:txBody>
          <a:bodyPr wrap="none" anchor="ctr"/>
          <a:lstStyle/>
          <a:p>
            <a:pPr algn="ctr"/>
            <a:r>
              <a:rPr lang="en-US" altLang="zh-TW"/>
              <a:t>k4</a:t>
            </a:r>
          </a:p>
        </p:txBody>
      </p:sp>
      <p:sp>
        <p:nvSpPr>
          <p:cNvPr id="7181" name="Oval 13"/>
          <p:cNvSpPr>
            <a:spLocks noChangeArrowheads="1"/>
          </p:cNvSpPr>
          <p:nvPr/>
        </p:nvSpPr>
        <p:spPr bwMode="auto">
          <a:xfrm>
            <a:off x="6732588" y="3573463"/>
            <a:ext cx="647700" cy="576262"/>
          </a:xfrm>
          <a:prstGeom prst="ellipse">
            <a:avLst/>
          </a:prstGeom>
          <a:solidFill>
            <a:schemeClr val="accent1"/>
          </a:solidFill>
          <a:ln w="9525">
            <a:solidFill>
              <a:schemeClr val="tx1"/>
            </a:solidFill>
            <a:round/>
            <a:headEnd/>
            <a:tailEnd/>
          </a:ln>
          <a:effectLst/>
        </p:spPr>
        <p:txBody>
          <a:bodyPr wrap="none" anchor="ctr"/>
          <a:lstStyle/>
          <a:p>
            <a:pPr algn="ctr"/>
            <a:r>
              <a:rPr lang="en-US" altLang="zh-TW"/>
              <a:t>k3</a:t>
            </a:r>
          </a:p>
        </p:txBody>
      </p:sp>
      <p:sp>
        <p:nvSpPr>
          <p:cNvPr id="7182" name="Line 14"/>
          <p:cNvSpPr>
            <a:spLocks noChangeShapeType="1"/>
          </p:cNvSpPr>
          <p:nvPr/>
        </p:nvSpPr>
        <p:spPr bwMode="auto">
          <a:xfrm flipH="1">
            <a:off x="1547813" y="765175"/>
            <a:ext cx="431800" cy="576263"/>
          </a:xfrm>
          <a:prstGeom prst="line">
            <a:avLst/>
          </a:prstGeom>
          <a:noFill/>
          <a:ln w="9525">
            <a:solidFill>
              <a:schemeClr val="tx1"/>
            </a:solidFill>
            <a:round/>
            <a:headEnd/>
            <a:tailEnd/>
          </a:ln>
          <a:effectLst/>
        </p:spPr>
        <p:txBody>
          <a:bodyPr/>
          <a:lstStyle/>
          <a:p>
            <a:endParaRPr lang="en-US"/>
          </a:p>
        </p:txBody>
      </p:sp>
      <p:sp>
        <p:nvSpPr>
          <p:cNvPr id="7183" name="Line 15"/>
          <p:cNvSpPr>
            <a:spLocks noChangeShapeType="1"/>
          </p:cNvSpPr>
          <p:nvPr/>
        </p:nvSpPr>
        <p:spPr bwMode="auto">
          <a:xfrm>
            <a:off x="2484438" y="765175"/>
            <a:ext cx="358775" cy="576263"/>
          </a:xfrm>
          <a:prstGeom prst="line">
            <a:avLst/>
          </a:prstGeom>
          <a:noFill/>
          <a:ln w="9525">
            <a:solidFill>
              <a:schemeClr val="tx1"/>
            </a:solidFill>
            <a:round/>
            <a:headEnd/>
            <a:tailEnd/>
          </a:ln>
          <a:effectLst/>
        </p:spPr>
        <p:txBody>
          <a:bodyPr/>
          <a:lstStyle/>
          <a:p>
            <a:endParaRPr lang="en-US"/>
          </a:p>
        </p:txBody>
      </p:sp>
      <p:sp>
        <p:nvSpPr>
          <p:cNvPr id="7184" name="Line 16"/>
          <p:cNvSpPr>
            <a:spLocks noChangeShapeType="1"/>
          </p:cNvSpPr>
          <p:nvPr/>
        </p:nvSpPr>
        <p:spPr bwMode="auto">
          <a:xfrm flipH="1">
            <a:off x="2484438" y="1916113"/>
            <a:ext cx="358775" cy="576262"/>
          </a:xfrm>
          <a:prstGeom prst="line">
            <a:avLst/>
          </a:prstGeom>
          <a:noFill/>
          <a:ln w="9525">
            <a:solidFill>
              <a:schemeClr val="tx1"/>
            </a:solidFill>
            <a:round/>
            <a:headEnd/>
            <a:tailEnd/>
          </a:ln>
          <a:effectLst/>
        </p:spPr>
        <p:txBody>
          <a:bodyPr/>
          <a:lstStyle/>
          <a:p>
            <a:endParaRPr lang="en-US"/>
          </a:p>
        </p:txBody>
      </p:sp>
      <p:sp>
        <p:nvSpPr>
          <p:cNvPr id="7185" name="Line 17"/>
          <p:cNvSpPr>
            <a:spLocks noChangeShapeType="1"/>
          </p:cNvSpPr>
          <p:nvPr/>
        </p:nvSpPr>
        <p:spPr bwMode="auto">
          <a:xfrm>
            <a:off x="3203575" y="1916113"/>
            <a:ext cx="360363" cy="576262"/>
          </a:xfrm>
          <a:prstGeom prst="line">
            <a:avLst/>
          </a:prstGeom>
          <a:noFill/>
          <a:ln w="9525">
            <a:solidFill>
              <a:schemeClr val="tx1"/>
            </a:solidFill>
            <a:round/>
            <a:headEnd/>
            <a:tailEnd/>
          </a:ln>
          <a:effectLst/>
        </p:spPr>
        <p:txBody>
          <a:bodyPr/>
          <a:lstStyle/>
          <a:p>
            <a:endParaRPr lang="en-US"/>
          </a:p>
        </p:txBody>
      </p:sp>
      <p:sp>
        <p:nvSpPr>
          <p:cNvPr id="7186" name="Line 18"/>
          <p:cNvSpPr>
            <a:spLocks noChangeShapeType="1"/>
          </p:cNvSpPr>
          <p:nvPr/>
        </p:nvSpPr>
        <p:spPr bwMode="auto">
          <a:xfrm flipH="1">
            <a:off x="6084888" y="692150"/>
            <a:ext cx="647700" cy="649288"/>
          </a:xfrm>
          <a:prstGeom prst="line">
            <a:avLst/>
          </a:prstGeom>
          <a:noFill/>
          <a:ln w="9525">
            <a:solidFill>
              <a:schemeClr val="tx1"/>
            </a:solidFill>
            <a:round/>
            <a:headEnd/>
            <a:tailEnd/>
          </a:ln>
          <a:effectLst/>
        </p:spPr>
        <p:txBody>
          <a:bodyPr/>
          <a:lstStyle/>
          <a:p>
            <a:endParaRPr lang="en-US"/>
          </a:p>
        </p:txBody>
      </p:sp>
      <p:sp>
        <p:nvSpPr>
          <p:cNvPr id="7187" name="Line 19"/>
          <p:cNvSpPr>
            <a:spLocks noChangeShapeType="1"/>
          </p:cNvSpPr>
          <p:nvPr/>
        </p:nvSpPr>
        <p:spPr bwMode="auto">
          <a:xfrm>
            <a:off x="7235825" y="692150"/>
            <a:ext cx="649288" cy="720725"/>
          </a:xfrm>
          <a:prstGeom prst="line">
            <a:avLst/>
          </a:prstGeom>
          <a:noFill/>
          <a:ln w="9525">
            <a:solidFill>
              <a:schemeClr val="tx1"/>
            </a:solidFill>
            <a:round/>
            <a:headEnd/>
            <a:tailEnd/>
          </a:ln>
          <a:effectLst/>
        </p:spPr>
        <p:txBody>
          <a:bodyPr/>
          <a:lstStyle/>
          <a:p>
            <a:endParaRPr lang="en-US"/>
          </a:p>
        </p:txBody>
      </p:sp>
      <p:sp>
        <p:nvSpPr>
          <p:cNvPr id="7188" name="Line 20"/>
          <p:cNvSpPr>
            <a:spLocks noChangeShapeType="1"/>
          </p:cNvSpPr>
          <p:nvPr/>
        </p:nvSpPr>
        <p:spPr bwMode="auto">
          <a:xfrm flipH="1">
            <a:off x="7524750" y="1844675"/>
            <a:ext cx="287338" cy="647700"/>
          </a:xfrm>
          <a:prstGeom prst="line">
            <a:avLst/>
          </a:prstGeom>
          <a:noFill/>
          <a:ln w="9525">
            <a:solidFill>
              <a:schemeClr val="tx1"/>
            </a:solidFill>
            <a:round/>
            <a:headEnd/>
            <a:tailEnd/>
          </a:ln>
          <a:effectLst/>
        </p:spPr>
        <p:txBody>
          <a:bodyPr/>
          <a:lstStyle/>
          <a:p>
            <a:endParaRPr lang="en-US"/>
          </a:p>
        </p:txBody>
      </p:sp>
      <p:sp>
        <p:nvSpPr>
          <p:cNvPr id="7189" name="Line 21"/>
          <p:cNvSpPr>
            <a:spLocks noChangeShapeType="1"/>
          </p:cNvSpPr>
          <p:nvPr/>
        </p:nvSpPr>
        <p:spPr bwMode="auto">
          <a:xfrm flipH="1">
            <a:off x="7092950" y="2924175"/>
            <a:ext cx="142875" cy="649288"/>
          </a:xfrm>
          <a:prstGeom prst="line">
            <a:avLst/>
          </a:prstGeom>
          <a:noFill/>
          <a:ln w="9525">
            <a:solidFill>
              <a:schemeClr val="tx1"/>
            </a:solidFill>
            <a:round/>
            <a:headEnd/>
            <a:tailEnd/>
          </a:ln>
          <a:effectLst/>
        </p:spPr>
        <p:txBody>
          <a:bodyPr/>
          <a:lstStyle/>
          <a:p>
            <a:endParaRPr lang="en-US"/>
          </a:p>
        </p:txBody>
      </p:sp>
      <p:sp>
        <p:nvSpPr>
          <p:cNvPr id="7190" name="Rectangle 22"/>
          <p:cNvSpPr>
            <a:spLocks noChangeArrowheads="1"/>
          </p:cNvSpPr>
          <p:nvPr/>
        </p:nvSpPr>
        <p:spPr bwMode="auto">
          <a:xfrm>
            <a:off x="755650" y="2349500"/>
            <a:ext cx="431800" cy="431800"/>
          </a:xfrm>
          <a:prstGeom prst="rect">
            <a:avLst/>
          </a:prstGeom>
          <a:solidFill>
            <a:srgbClr val="00FF00"/>
          </a:solidFill>
          <a:ln w="9525">
            <a:solidFill>
              <a:schemeClr val="tx1"/>
            </a:solidFill>
            <a:miter lim="800000"/>
            <a:headEnd/>
            <a:tailEnd/>
          </a:ln>
          <a:effectLst/>
        </p:spPr>
        <p:txBody>
          <a:bodyPr wrap="none" anchor="ctr"/>
          <a:lstStyle/>
          <a:p>
            <a:pPr algn="ctr"/>
            <a:r>
              <a:rPr lang="en-US" altLang="zh-TW"/>
              <a:t>d0</a:t>
            </a:r>
          </a:p>
        </p:txBody>
      </p:sp>
      <p:sp>
        <p:nvSpPr>
          <p:cNvPr id="7191" name="Rectangle 23"/>
          <p:cNvSpPr>
            <a:spLocks noChangeArrowheads="1"/>
          </p:cNvSpPr>
          <p:nvPr/>
        </p:nvSpPr>
        <p:spPr bwMode="auto">
          <a:xfrm>
            <a:off x="1547813" y="2349500"/>
            <a:ext cx="431800" cy="431800"/>
          </a:xfrm>
          <a:prstGeom prst="rect">
            <a:avLst/>
          </a:prstGeom>
          <a:solidFill>
            <a:srgbClr val="00FF00"/>
          </a:solidFill>
          <a:ln w="9525">
            <a:solidFill>
              <a:schemeClr val="tx1"/>
            </a:solidFill>
            <a:miter lim="800000"/>
            <a:headEnd/>
            <a:tailEnd/>
          </a:ln>
          <a:effectLst/>
        </p:spPr>
        <p:txBody>
          <a:bodyPr wrap="none" anchor="ctr"/>
          <a:lstStyle/>
          <a:p>
            <a:pPr algn="ctr"/>
            <a:r>
              <a:rPr lang="en-US" altLang="zh-TW"/>
              <a:t>d1</a:t>
            </a:r>
          </a:p>
        </p:txBody>
      </p:sp>
      <p:sp>
        <p:nvSpPr>
          <p:cNvPr id="7192" name="Rectangle 24"/>
          <p:cNvSpPr>
            <a:spLocks noChangeArrowheads="1"/>
          </p:cNvSpPr>
          <p:nvPr/>
        </p:nvSpPr>
        <p:spPr bwMode="auto">
          <a:xfrm>
            <a:off x="1908175" y="3357563"/>
            <a:ext cx="431800" cy="431800"/>
          </a:xfrm>
          <a:prstGeom prst="rect">
            <a:avLst/>
          </a:prstGeom>
          <a:solidFill>
            <a:srgbClr val="00FF00"/>
          </a:solidFill>
          <a:ln w="9525">
            <a:solidFill>
              <a:schemeClr val="tx1"/>
            </a:solidFill>
            <a:miter lim="800000"/>
            <a:headEnd/>
            <a:tailEnd/>
          </a:ln>
          <a:effectLst/>
        </p:spPr>
        <p:txBody>
          <a:bodyPr wrap="none" anchor="ctr"/>
          <a:lstStyle/>
          <a:p>
            <a:pPr algn="ctr"/>
            <a:r>
              <a:rPr lang="en-US" altLang="zh-TW"/>
              <a:t>d2</a:t>
            </a:r>
          </a:p>
        </p:txBody>
      </p:sp>
      <p:sp>
        <p:nvSpPr>
          <p:cNvPr id="7193" name="Rectangle 25"/>
          <p:cNvSpPr>
            <a:spLocks noChangeArrowheads="1"/>
          </p:cNvSpPr>
          <p:nvPr/>
        </p:nvSpPr>
        <p:spPr bwMode="auto">
          <a:xfrm>
            <a:off x="2627313" y="3357563"/>
            <a:ext cx="431800" cy="431800"/>
          </a:xfrm>
          <a:prstGeom prst="rect">
            <a:avLst/>
          </a:prstGeom>
          <a:solidFill>
            <a:srgbClr val="00FF00"/>
          </a:solidFill>
          <a:ln w="9525">
            <a:solidFill>
              <a:schemeClr val="tx1"/>
            </a:solidFill>
            <a:miter lim="800000"/>
            <a:headEnd/>
            <a:tailEnd/>
          </a:ln>
          <a:effectLst/>
        </p:spPr>
        <p:txBody>
          <a:bodyPr wrap="none" anchor="ctr"/>
          <a:lstStyle/>
          <a:p>
            <a:pPr algn="ctr"/>
            <a:r>
              <a:rPr lang="en-US" altLang="zh-TW"/>
              <a:t>d3</a:t>
            </a:r>
          </a:p>
        </p:txBody>
      </p:sp>
      <p:sp>
        <p:nvSpPr>
          <p:cNvPr id="7194" name="Rectangle 26"/>
          <p:cNvSpPr>
            <a:spLocks noChangeArrowheads="1"/>
          </p:cNvSpPr>
          <p:nvPr/>
        </p:nvSpPr>
        <p:spPr bwMode="auto">
          <a:xfrm>
            <a:off x="3276600" y="3357563"/>
            <a:ext cx="431800" cy="431800"/>
          </a:xfrm>
          <a:prstGeom prst="rect">
            <a:avLst/>
          </a:prstGeom>
          <a:solidFill>
            <a:srgbClr val="00FF00"/>
          </a:solidFill>
          <a:ln w="9525">
            <a:solidFill>
              <a:schemeClr val="tx1"/>
            </a:solidFill>
            <a:miter lim="800000"/>
            <a:headEnd/>
            <a:tailEnd/>
          </a:ln>
          <a:effectLst/>
        </p:spPr>
        <p:txBody>
          <a:bodyPr wrap="none" anchor="ctr"/>
          <a:lstStyle/>
          <a:p>
            <a:pPr algn="ctr"/>
            <a:r>
              <a:rPr lang="en-US" altLang="zh-TW"/>
              <a:t>d4</a:t>
            </a:r>
          </a:p>
        </p:txBody>
      </p:sp>
      <p:sp>
        <p:nvSpPr>
          <p:cNvPr id="7195" name="Rectangle 27"/>
          <p:cNvSpPr>
            <a:spLocks noChangeArrowheads="1"/>
          </p:cNvSpPr>
          <p:nvPr/>
        </p:nvSpPr>
        <p:spPr bwMode="auto">
          <a:xfrm>
            <a:off x="3851275" y="3357563"/>
            <a:ext cx="431800" cy="431800"/>
          </a:xfrm>
          <a:prstGeom prst="rect">
            <a:avLst/>
          </a:prstGeom>
          <a:solidFill>
            <a:srgbClr val="00FF00"/>
          </a:solidFill>
          <a:ln w="9525">
            <a:solidFill>
              <a:schemeClr val="tx1"/>
            </a:solidFill>
            <a:miter lim="800000"/>
            <a:headEnd/>
            <a:tailEnd/>
          </a:ln>
          <a:effectLst/>
        </p:spPr>
        <p:txBody>
          <a:bodyPr wrap="none" anchor="ctr"/>
          <a:lstStyle/>
          <a:p>
            <a:pPr algn="ctr"/>
            <a:r>
              <a:rPr lang="en-US" altLang="zh-TW"/>
              <a:t>d5</a:t>
            </a:r>
          </a:p>
        </p:txBody>
      </p:sp>
      <p:sp>
        <p:nvSpPr>
          <p:cNvPr id="7196" name="Rectangle 28"/>
          <p:cNvSpPr>
            <a:spLocks noChangeArrowheads="1"/>
          </p:cNvSpPr>
          <p:nvPr/>
        </p:nvSpPr>
        <p:spPr bwMode="auto">
          <a:xfrm>
            <a:off x="5364163" y="2205038"/>
            <a:ext cx="431800" cy="431800"/>
          </a:xfrm>
          <a:prstGeom prst="rect">
            <a:avLst/>
          </a:prstGeom>
          <a:solidFill>
            <a:srgbClr val="00FF00"/>
          </a:solidFill>
          <a:ln w="9525">
            <a:solidFill>
              <a:schemeClr val="tx1"/>
            </a:solidFill>
            <a:miter lim="800000"/>
            <a:headEnd/>
            <a:tailEnd/>
          </a:ln>
          <a:effectLst/>
        </p:spPr>
        <p:txBody>
          <a:bodyPr wrap="none" anchor="ctr"/>
          <a:lstStyle/>
          <a:p>
            <a:pPr algn="ctr"/>
            <a:r>
              <a:rPr lang="en-US" altLang="zh-TW"/>
              <a:t>d0</a:t>
            </a:r>
          </a:p>
        </p:txBody>
      </p:sp>
      <p:sp>
        <p:nvSpPr>
          <p:cNvPr id="7197" name="Rectangle 29"/>
          <p:cNvSpPr>
            <a:spLocks noChangeArrowheads="1"/>
          </p:cNvSpPr>
          <p:nvPr/>
        </p:nvSpPr>
        <p:spPr bwMode="auto">
          <a:xfrm>
            <a:off x="6156325" y="2205038"/>
            <a:ext cx="431800" cy="431800"/>
          </a:xfrm>
          <a:prstGeom prst="rect">
            <a:avLst/>
          </a:prstGeom>
          <a:solidFill>
            <a:srgbClr val="00FF00"/>
          </a:solidFill>
          <a:ln w="9525">
            <a:solidFill>
              <a:schemeClr val="tx1"/>
            </a:solidFill>
            <a:miter lim="800000"/>
            <a:headEnd/>
            <a:tailEnd/>
          </a:ln>
          <a:effectLst/>
        </p:spPr>
        <p:txBody>
          <a:bodyPr wrap="none" anchor="ctr"/>
          <a:lstStyle/>
          <a:p>
            <a:pPr algn="ctr"/>
            <a:r>
              <a:rPr lang="en-US" altLang="zh-TW"/>
              <a:t>d1</a:t>
            </a:r>
          </a:p>
        </p:txBody>
      </p:sp>
      <p:sp>
        <p:nvSpPr>
          <p:cNvPr id="7198" name="Rectangle 30"/>
          <p:cNvSpPr>
            <a:spLocks noChangeArrowheads="1"/>
          </p:cNvSpPr>
          <p:nvPr/>
        </p:nvSpPr>
        <p:spPr bwMode="auto">
          <a:xfrm>
            <a:off x="6443663" y="4652963"/>
            <a:ext cx="431800" cy="431800"/>
          </a:xfrm>
          <a:prstGeom prst="rect">
            <a:avLst/>
          </a:prstGeom>
          <a:solidFill>
            <a:srgbClr val="00FF00"/>
          </a:solidFill>
          <a:ln w="9525">
            <a:solidFill>
              <a:schemeClr val="tx1"/>
            </a:solidFill>
            <a:miter lim="800000"/>
            <a:headEnd/>
            <a:tailEnd/>
          </a:ln>
          <a:effectLst/>
        </p:spPr>
        <p:txBody>
          <a:bodyPr wrap="none" anchor="ctr"/>
          <a:lstStyle/>
          <a:p>
            <a:pPr algn="ctr"/>
            <a:r>
              <a:rPr lang="en-US" altLang="zh-TW"/>
              <a:t>d2</a:t>
            </a:r>
          </a:p>
        </p:txBody>
      </p:sp>
      <p:sp>
        <p:nvSpPr>
          <p:cNvPr id="7199" name="Rectangle 31"/>
          <p:cNvSpPr>
            <a:spLocks noChangeArrowheads="1"/>
          </p:cNvSpPr>
          <p:nvPr/>
        </p:nvSpPr>
        <p:spPr bwMode="auto">
          <a:xfrm>
            <a:off x="7308850" y="4652963"/>
            <a:ext cx="431800" cy="431800"/>
          </a:xfrm>
          <a:prstGeom prst="rect">
            <a:avLst/>
          </a:prstGeom>
          <a:solidFill>
            <a:srgbClr val="00FF00"/>
          </a:solidFill>
          <a:ln w="9525">
            <a:solidFill>
              <a:schemeClr val="tx1"/>
            </a:solidFill>
            <a:miter lim="800000"/>
            <a:headEnd/>
            <a:tailEnd/>
          </a:ln>
          <a:effectLst/>
        </p:spPr>
        <p:txBody>
          <a:bodyPr wrap="none" anchor="ctr"/>
          <a:lstStyle/>
          <a:p>
            <a:pPr algn="ctr"/>
            <a:r>
              <a:rPr lang="en-US" altLang="zh-TW"/>
              <a:t>d3</a:t>
            </a:r>
          </a:p>
        </p:txBody>
      </p:sp>
      <p:sp>
        <p:nvSpPr>
          <p:cNvPr id="7200" name="Rectangle 32"/>
          <p:cNvSpPr>
            <a:spLocks noChangeArrowheads="1"/>
          </p:cNvSpPr>
          <p:nvPr/>
        </p:nvSpPr>
        <p:spPr bwMode="auto">
          <a:xfrm>
            <a:off x="7812088" y="3357563"/>
            <a:ext cx="431800" cy="431800"/>
          </a:xfrm>
          <a:prstGeom prst="rect">
            <a:avLst/>
          </a:prstGeom>
          <a:solidFill>
            <a:srgbClr val="00FF00"/>
          </a:solidFill>
          <a:ln w="9525">
            <a:solidFill>
              <a:schemeClr val="tx1"/>
            </a:solidFill>
            <a:miter lim="800000"/>
            <a:headEnd/>
            <a:tailEnd/>
          </a:ln>
          <a:effectLst/>
        </p:spPr>
        <p:txBody>
          <a:bodyPr wrap="none" anchor="ctr"/>
          <a:lstStyle/>
          <a:p>
            <a:pPr algn="ctr"/>
            <a:r>
              <a:rPr lang="en-US" altLang="zh-TW"/>
              <a:t>d4</a:t>
            </a:r>
          </a:p>
        </p:txBody>
      </p:sp>
      <p:sp>
        <p:nvSpPr>
          <p:cNvPr id="7201" name="Rectangle 33"/>
          <p:cNvSpPr>
            <a:spLocks noChangeArrowheads="1"/>
          </p:cNvSpPr>
          <p:nvPr/>
        </p:nvSpPr>
        <p:spPr bwMode="auto">
          <a:xfrm>
            <a:off x="8388350" y="2349500"/>
            <a:ext cx="431800" cy="431800"/>
          </a:xfrm>
          <a:prstGeom prst="rect">
            <a:avLst/>
          </a:prstGeom>
          <a:solidFill>
            <a:srgbClr val="00FF00"/>
          </a:solidFill>
          <a:ln w="9525">
            <a:solidFill>
              <a:schemeClr val="tx1"/>
            </a:solidFill>
            <a:miter lim="800000"/>
            <a:headEnd/>
            <a:tailEnd/>
          </a:ln>
          <a:effectLst/>
        </p:spPr>
        <p:txBody>
          <a:bodyPr wrap="none" anchor="ctr"/>
          <a:lstStyle/>
          <a:p>
            <a:pPr algn="ctr"/>
            <a:r>
              <a:rPr lang="en-US" altLang="zh-TW"/>
              <a:t>d5</a:t>
            </a:r>
          </a:p>
        </p:txBody>
      </p:sp>
      <p:sp>
        <p:nvSpPr>
          <p:cNvPr id="7202" name="Line 34"/>
          <p:cNvSpPr>
            <a:spLocks noChangeShapeType="1"/>
          </p:cNvSpPr>
          <p:nvPr/>
        </p:nvSpPr>
        <p:spPr bwMode="auto">
          <a:xfrm flipH="1">
            <a:off x="900113" y="1844675"/>
            <a:ext cx="287337" cy="504825"/>
          </a:xfrm>
          <a:prstGeom prst="line">
            <a:avLst/>
          </a:prstGeom>
          <a:noFill/>
          <a:ln w="9525">
            <a:solidFill>
              <a:schemeClr val="tx1"/>
            </a:solidFill>
            <a:round/>
            <a:headEnd/>
            <a:tailEnd/>
          </a:ln>
          <a:effectLst/>
        </p:spPr>
        <p:txBody>
          <a:bodyPr/>
          <a:lstStyle/>
          <a:p>
            <a:endParaRPr lang="en-US"/>
          </a:p>
        </p:txBody>
      </p:sp>
      <p:sp>
        <p:nvSpPr>
          <p:cNvPr id="7203" name="Line 35"/>
          <p:cNvSpPr>
            <a:spLocks noChangeShapeType="1"/>
          </p:cNvSpPr>
          <p:nvPr/>
        </p:nvSpPr>
        <p:spPr bwMode="auto">
          <a:xfrm>
            <a:off x="1547813" y="1916113"/>
            <a:ext cx="287337" cy="433387"/>
          </a:xfrm>
          <a:prstGeom prst="line">
            <a:avLst/>
          </a:prstGeom>
          <a:noFill/>
          <a:ln w="9525">
            <a:solidFill>
              <a:schemeClr val="tx1"/>
            </a:solidFill>
            <a:round/>
            <a:headEnd/>
            <a:tailEnd/>
          </a:ln>
          <a:effectLst/>
        </p:spPr>
        <p:txBody>
          <a:bodyPr/>
          <a:lstStyle/>
          <a:p>
            <a:endParaRPr lang="en-US"/>
          </a:p>
        </p:txBody>
      </p:sp>
      <p:sp>
        <p:nvSpPr>
          <p:cNvPr id="7204" name="Line 36"/>
          <p:cNvSpPr>
            <a:spLocks noChangeShapeType="1"/>
          </p:cNvSpPr>
          <p:nvPr/>
        </p:nvSpPr>
        <p:spPr bwMode="auto">
          <a:xfrm flipH="1">
            <a:off x="2124075" y="2997200"/>
            <a:ext cx="215900" cy="360363"/>
          </a:xfrm>
          <a:prstGeom prst="line">
            <a:avLst/>
          </a:prstGeom>
          <a:noFill/>
          <a:ln w="9525">
            <a:solidFill>
              <a:schemeClr val="tx1"/>
            </a:solidFill>
            <a:round/>
            <a:headEnd/>
            <a:tailEnd/>
          </a:ln>
          <a:effectLst/>
        </p:spPr>
        <p:txBody>
          <a:bodyPr/>
          <a:lstStyle/>
          <a:p>
            <a:endParaRPr lang="en-US"/>
          </a:p>
        </p:txBody>
      </p:sp>
      <p:sp>
        <p:nvSpPr>
          <p:cNvPr id="7205" name="Line 37"/>
          <p:cNvSpPr>
            <a:spLocks noChangeShapeType="1"/>
          </p:cNvSpPr>
          <p:nvPr/>
        </p:nvSpPr>
        <p:spPr bwMode="auto">
          <a:xfrm>
            <a:off x="2627313" y="3068638"/>
            <a:ext cx="215900" cy="288925"/>
          </a:xfrm>
          <a:prstGeom prst="line">
            <a:avLst/>
          </a:prstGeom>
          <a:noFill/>
          <a:ln w="9525">
            <a:solidFill>
              <a:schemeClr val="tx1"/>
            </a:solidFill>
            <a:round/>
            <a:headEnd/>
            <a:tailEnd/>
          </a:ln>
          <a:effectLst/>
        </p:spPr>
        <p:txBody>
          <a:bodyPr/>
          <a:lstStyle/>
          <a:p>
            <a:endParaRPr lang="en-US"/>
          </a:p>
        </p:txBody>
      </p:sp>
      <p:sp>
        <p:nvSpPr>
          <p:cNvPr id="7206" name="Line 38"/>
          <p:cNvSpPr>
            <a:spLocks noChangeShapeType="1"/>
          </p:cNvSpPr>
          <p:nvPr/>
        </p:nvSpPr>
        <p:spPr bwMode="auto">
          <a:xfrm flipH="1">
            <a:off x="3419475" y="3068638"/>
            <a:ext cx="144463" cy="288925"/>
          </a:xfrm>
          <a:prstGeom prst="line">
            <a:avLst/>
          </a:prstGeom>
          <a:noFill/>
          <a:ln w="9525">
            <a:solidFill>
              <a:schemeClr val="tx1"/>
            </a:solidFill>
            <a:round/>
            <a:headEnd/>
            <a:tailEnd/>
          </a:ln>
          <a:effectLst/>
        </p:spPr>
        <p:txBody>
          <a:bodyPr/>
          <a:lstStyle/>
          <a:p>
            <a:endParaRPr lang="en-US"/>
          </a:p>
        </p:txBody>
      </p:sp>
      <p:sp>
        <p:nvSpPr>
          <p:cNvPr id="7207" name="Line 39"/>
          <p:cNvSpPr>
            <a:spLocks noChangeShapeType="1"/>
          </p:cNvSpPr>
          <p:nvPr/>
        </p:nvSpPr>
        <p:spPr bwMode="auto">
          <a:xfrm>
            <a:off x="3851275" y="3068638"/>
            <a:ext cx="215900" cy="288925"/>
          </a:xfrm>
          <a:prstGeom prst="line">
            <a:avLst/>
          </a:prstGeom>
          <a:noFill/>
          <a:ln w="9525">
            <a:solidFill>
              <a:schemeClr val="tx1"/>
            </a:solidFill>
            <a:round/>
            <a:headEnd/>
            <a:tailEnd/>
          </a:ln>
          <a:effectLst/>
        </p:spPr>
        <p:txBody>
          <a:bodyPr/>
          <a:lstStyle/>
          <a:p>
            <a:endParaRPr lang="en-US"/>
          </a:p>
        </p:txBody>
      </p:sp>
      <p:sp>
        <p:nvSpPr>
          <p:cNvPr id="7208" name="Line 40"/>
          <p:cNvSpPr>
            <a:spLocks noChangeShapeType="1"/>
          </p:cNvSpPr>
          <p:nvPr/>
        </p:nvSpPr>
        <p:spPr bwMode="auto">
          <a:xfrm flipH="1">
            <a:off x="5508625" y="1773238"/>
            <a:ext cx="287338" cy="431800"/>
          </a:xfrm>
          <a:prstGeom prst="line">
            <a:avLst/>
          </a:prstGeom>
          <a:noFill/>
          <a:ln w="9525">
            <a:solidFill>
              <a:schemeClr val="tx1"/>
            </a:solidFill>
            <a:round/>
            <a:headEnd/>
            <a:tailEnd/>
          </a:ln>
          <a:effectLst/>
        </p:spPr>
        <p:txBody>
          <a:bodyPr/>
          <a:lstStyle/>
          <a:p>
            <a:endParaRPr lang="en-US"/>
          </a:p>
        </p:txBody>
      </p:sp>
      <p:sp>
        <p:nvSpPr>
          <p:cNvPr id="7209" name="Line 41"/>
          <p:cNvSpPr>
            <a:spLocks noChangeShapeType="1"/>
          </p:cNvSpPr>
          <p:nvPr/>
        </p:nvSpPr>
        <p:spPr bwMode="auto">
          <a:xfrm>
            <a:off x="6227763" y="1916113"/>
            <a:ext cx="144462" cy="288925"/>
          </a:xfrm>
          <a:prstGeom prst="line">
            <a:avLst/>
          </a:prstGeom>
          <a:noFill/>
          <a:ln w="9525">
            <a:solidFill>
              <a:schemeClr val="tx1"/>
            </a:solidFill>
            <a:round/>
            <a:headEnd/>
            <a:tailEnd/>
          </a:ln>
          <a:effectLst/>
        </p:spPr>
        <p:txBody>
          <a:bodyPr/>
          <a:lstStyle/>
          <a:p>
            <a:endParaRPr lang="en-US"/>
          </a:p>
        </p:txBody>
      </p:sp>
      <p:sp>
        <p:nvSpPr>
          <p:cNvPr id="7210" name="Line 42"/>
          <p:cNvSpPr>
            <a:spLocks noChangeShapeType="1"/>
          </p:cNvSpPr>
          <p:nvPr/>
        </p:nvSpPr>
        <p:spPr bwMode="auto">
          <a:xfrm>
            <a:off x="8172450" y="1844675"/>
            <a:ext cx="360363" cy="504825"/>
          </a:xfrm>
          <a:prstGeom prst="line">
            <a:avLst/>
          </a:prstGeom>
          <a:noFill/>
          <a:ln w="9525">
            <a:solidFill>
              <a:schemeClr val="tx1"/>
            </a:solidFill>
            <a:round/>
            <a:headEnd/>
            <a:tailEnd/>
          </a:ln>
          <a:effectLst/>
        </p:spPr>
        <p:txBody>
          <a:bodyPr/>
          <a:lstStyle/>
          <a:p>
            <a:endParaRPr lang="en-US"/>
          </a:p>
        </p:txBody>
      </p:sp>
      <p:sp>
        <p:nvSpPr>
          <p:cNvPr id="7211" name="Line 43"/>
          <p:cNvSpPr>
            <a:spLocks noChangeShapeType="1"/>
          </p:cNvSpPr>
          <p:nvPr/>
        </p:nvSpPr>
        <p:spPr bwMode="auto">
          <a:xfrm>
            <a:off x="7667625" y="2924175"/>
            <a:ext cx="288925" cy="433388"/>
          </a:xfrm>
          <a:prstGeom prst="line">
            <a:avLst/>
          </a:prstGeom>
          <a:noFill/>
          <a:ln w="9525">
            <a:solidFill>
              <a:schemeClr val="tx1"/>
            </a:solidFill>
            <a:round/>
            <a:headEnd/>
            <a:tailEnd/>
          </a:ln>
          <a:effectLst/>
        </p:spPr>
        <p:txBody>
          <a:bodyPr/>
          <a:lstStyle/>
          <a:p>
            <a:endParaRPr lang="en-US"/>
          </a:p>
        </p:txBody>
      </p:sp>
      <p:sp>
        <p:nvSpPr>
          <p:cNvPr id="7212" name="Line 44"/>
          <p:cNvSpPr>
            <a:spLocks noChangeShapeType="1"/>
          </p:cNvSpPr>
          <p:nvPr/>
        </p:nvSpPr>
        <p:spPr bwMode="auto">
          <a:xfrm>
            <a:off x="7235825" y="4149725"/>
            <a:ext cx="288925" cy="503238"/>
          </a:xfrm>
          <a:prstGeom prst="line">
            <a:avLst/>
          </a:prstGeom>
          <a:noFill/>
          <a:ln w="9525">
            <a:solidFill>
              <a:schemeClr val="tx1"/>
            </a:solidFill>
            <a:round/>
            <a:headEnd/>
            <a:tailEnd/>
          </a:ln>
          <a:effectLst/>
        </p:spPr>
        <p:txBody>
          <a:bodyPr/>
          <a:lstStyle/>
          <a:p>
            <a:endParaRPr lang="en-US"/>
          </a:p>
        </p:txBody>
      </p:sp>
      <p:sp>
        <p:nvSpPr>
          <p:cNvPr id="7213" name="Line 45"/>
          <p:cNvSpPr>
            <a:spLocks noChangeShapeType="1"/>
          </p:cNvSpPr>
          <p:nvPr/>
        </p:nvSpPr>
        <p:spPr bwMode="auto">
          <a:xfrm flipH="1">
            <a:off x="6588125" y="4076700"/>
            <a:ext cx="215900" cy="576263"/>
          </a:xfrm>
          <a:prstGeom prst="line">
            <a:avLst/>
          </a:prstGeom>
          <a:noFill/>
          <a:ln w="9525">
            <a:solidFill>
              <a:schemeClr val="tx1"/>
            </a:solidFill>
            <a:round/>
            <a:headEnd/>
            <a:tailEnd/>
          </a:ln>
          <a:effectLst/>
        </p:spPr>
        <p:txBody>
          <a:bodyPr/>
          <a:lstStyle/>
          <a:p>
            <a:endParaRPr lang="en-US"/>
          </a:p>
        </p:txBody>
      </p:sp>
      <p:sp>
        <p:nvSpPr>
          <p:cNvPr id="7214" name="Text Box 46"/>
          <p:cNvSpPr txBox="1">
            <a:spLocks noChangeArrowheads="1"/>
          </p:cNvSpPr>
          <p:nvPr/>
        </p:nvSpPr>
        <p:spPr bwMode="auto">
          <a:xfrm>
            <a:off x="1692275" y="4005263"/>
            <a:ext cx="1223963" cy="366712"/>
          </a:xfrm>
          <a:prstGeom prst="rect">
            <a:avLst/>
          </a:prstGeom>
          <a:noFill/>
          <a:ln w="9525">
            <a:noFill/>
            <a:miter lim="800000"/>
            <a:headEnd/>
            <a:tailEnd/>
          </a:ln>
          <a:effectLst/>
        </p:spPr>
        <p:txBody>
          <a:bodyPr>
            <a:spAutoFit/>
          </a:bodyPr>
          <a:lstStyle/>
          <a:p>
            <a:pPr>
              <a:spcBef>
                <a:spcPct val="50000"/>
              </a:spcBef>
            </a:pPr>
            <a:r>
              <a:rPr lang="en-US" altLang="zh-TW"/>
              <a:t>Figure (a)</a:t>
            </a:r>
          </a:p>
        </p:txBody>
      </p:sp>
      <p:sp>
        <p:nvSpPr>
          <p:cNvPr id="7215" name="Text Box 47"/>
          <p:cNvSpPr txBox="1">
            <a:spLocks noChangeArrowheads="1"/>
          </p:cNvSpPr>
          <p:nvPr/>
        </p:nvSpPr>
        <p:spPr bwMode="auto">
          <a:xfrm>
            <a:off x="6516688" y="5373688"/>
            <a:ext cx="1223962" cy="366712"/>
          </a:xfrm>
          <a:prstGeom prst="rect">
            <a:avLst/>
          </a:prstGeom>
          <a:noFill/>
          <a:ln w="9525">
            <a:noFill/>
            <a:miter lim="800000"/>
            <a:headEnd/>
            <a:tailEnd/>
          </a:ln>
          <a:effectLst/>
        </p:spPr>
        <p:txBody>
          <a:bodyPr>
            <a:spAutoFit/>
          </a:bodyPr>
          <a:lstStyle/>
          <a:p>
            <a:pPr>
              <a:spcBef>
                <a:spcPct val="50000"/>
              </a:spcBef>
            </a:pPr>
            <a:r>
              <a:rPr lang="en-US" altLang="zh-TW"/>
              <a:t>Figure (b)</a:t>
            </a:r>
          </a:p>
        </p:txBody>
      </p:sp>
      <p:graphicFrame>
        <p:nvGraphicFramePr>
          <p:cNvPr id="7254" name="Group 86"/>
          <p:cNvGraphicFramePr>
            <a:graphicFrameLocks noGrp="1"/>
          </p:cNvGraphicFramePr>
          <p:nvPr>
            <p:ph/>
          </p:nvPr>
        </p:nvGraphicFramePr>
        <p:xfrm>
          <a:off x="179388" y="4508500"/>
          <a:ext cx="5976937" cy="2074864"/>
        </p:xfrm>
        <a:graphic>
          <a:graphicData uri="http://schemas.openxmlformats.org/drawingml/2006/table">
            <a:tbl>
              <a:tblPr/>
              <a:tblGrid>
                <a:gridCol w="854075">
                  <a:extLst>
                    <a:ext uri="{9D8B030D-6E8A-4147-A177-3AD203B41FA5}">
                      <a16:colId xmlns:a16="http://schemas.microsoft.com/office/drawing/2014/main" val="20000"/>
                    </a:ext>
                  </a:extLst>
                </a:gridCol>
                <a:gridCol w="854075">
                  <a:extLst>
                    <a:ext uri="{9D8B030D-6E8A-4147-A177-3AD203B41FA5}">
                      <a16:colId xmlns:a16="http://schemas.microsoft.com/office/drawing/2014/main" val="20001"/>
                    </a:ext>
                  </a:extLst>
                </a:gridCol>
                <a:gridCol w="854075">
                  <a:extLst>
                    <a:ext uri="{9D8B030D-6E8A-4147-A177-3AD203B41FA5}">
                      <a16:colId xmlns:a16="http://schemas.microsoft.com/office/drawing/2014/main" val="20002"/>
                    </a:ext>
                  </a:extLst>
                </a:gridCol>
                <a:gridCol w="852487">
                  <a:extLst>
                    <a:ext uri="{9D8B030D-6E8A-4147-A177-3AD203B41FA5}">
                      <a16:colId xmlns:a16="http://schemas.microsoft.com/office/drawing/2014/main" val="20003"/>
                    </a:ext>
                  </a:extLst>
                </a:gridCol>
                <a:gridCol w="854075">
                  <a:extLst>
                    <a:ext uri="{9D8B030D-6E8A-4147-A177-3AD203B41FA5}">
                      <a16:colId xmlns:a16="http://schemas.microsoft.com/office/drawing/2014/main" val="20004"/>
                    </a:ext>
                  </a:extLst>
                </a:gridCol>
                <a:gridCol w="854075">
                  <a:extLst>
                    <a:ext uri="{9D8B030D-6E8A-4147-A177-3AD203B41FA5}">
                      <a16:colId xmlns:a16="http://schemas.microsoft.com/office/drawing/2014/main" val="20005"/>
                    </a:ext>
                  </a:extLst>
                </a:gridCol>
                <a:gridCol w="854075">
                  <a:extLst>
                    <a:ext uri="{9D8B030D-6E8A-4147-A177-3AD203B41FA5}">
                      <a16:colId xmlns:a16="http://schemas.microsoft.com/office/drawing/2014/main" val="20006"/>
                    </a:ext>
                  </a:extLst>
                </a:gridCol>
              </a:tblGrid>
              <a:tr h="6905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1800" b="0" i="0" u="none" strike="noStrike" cap="none" normalizeH="0" baseline="0" smtClean="0">
                          <a:ln>
                            <a:noFill/>
                          </a:ln>
                          <a:solidFill>
                            <a:schemeClr val="tx1"/>
                          </a:solidFill>
                          <a:effectLst/>
                          <a:latin typeface="Arial" charset="0"/>
                          <a:ea typeface="新細明體" pitchFamily="18" charset="-120"/>
                        </a:rPr>
                        <a:t>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1800" b="0" i="0" u="none" strike="noStrike" cap="none" normalizeH="0" baseline="0" smtClean="0">
                          <a:ln>
                            <a:noFill/>
                          </a:ln>
                          <a:solidFill>
                            <a:schemeClr val="tx1"/>
                          </a:solidFill>
                          <a:effectLst/>
                          <a:latin typeface="Arial" charset="0"/>
                          <a:ea typeface="新細明體" pitchFamily="18" charset="-12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1800" b="0" i="0" u="none" strike="noStrike" cap="none" normalizeH="0" baseline="0" smtClean="0">
                          <a:ln>
                            <a:noFill/>
                          </a:ln>
                          <a:solidFill>
                            <a:schemeClr val="tx1"/>
                          </a:solidFill>
                          <a:effectLst/>
                          <a:latin typeface="Arial" charset="0"/>
                          <a:ea typeface="新細明體" pitchFamily="18" charset="-12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1800" b="0" i="0" u="none" strike="noStrike" cap="none" normalizeH="0" baseline="0" smtClean="0">
                          <a:ln>
                            <a:noFill/>
                          </a:ln>
                          <a:solidFill>
                            <a:schemeClr val="tx1"/>
                          </a:solidFill>
                          <a:effectLst/>
                          <a:latin typeface="Arial" charset="0"/>
                          <a:ea typeface="新細明體" pitchFamily="18" charset="-12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1800" b="0" i="0" u="none" strike="noStrike" cap="none" normalizeH="0" baseline="0" smtClean="0">
                          <a:ln>
                            <a:noFill/>
                          </a:ln>
                          <a:solidFill>
                            <a:schemeClr val="tx1"/>
                          </a:solidFill>
                          <a:effectLst/>
                          <a:latin typeface="Arial" charset="0"/>
                          <a:ea typeface="新細明體" pitchFamily="18" charset="-12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1800" b="0" i="0" u="none" strike="noStrike" cap="none" normalizeH="0" baseline="0" smtClean="0">
                          <a:ln>
                            <a:noFill/>
                          </a:ln>
                          <a:solidFill>
                            <a:schemeClr val="tx1"/>
                          </a:solidFill>
                          <a:effectLst/>
                          <a:latin typeface="Arial" charset="0"/>
                          <a:ea typeface="新細明體" pitchFamily="18" charset="-12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1800" b="0" i="0" u="none" strike="noStrike" cap="none" normalizeH="0" baseline="0" smtClean="0">
                          <a:ln>
                            <a:noFill/>
                          </a:ln>
                          <a:solidFill>
                            <a:schemeClr val="tx1"/>
                          </a:solidFill>
                          <a:effectLst/>
                          <a:latin typeface="Arial" charset="0"/>
                          <a:ea typeface="新細明體" pitchFamily="18" charset="-12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9373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1800" b="0" i="0" u="none" strike="noStrike" cap="none" normalizeH="0" baseline="0" smtClean="0">
                          <a:ln>
                            <a:noFill/>
                          </a:ln>
                          <a:solidFill>
                            <a:schemeClr val="tx1"/>
                          </a:solidFill>
                          <a:effectLst/>
                          <a:latin typeface="Arial" charset="0"/>
                          <a:ea typeface="新細明體" pitchFamily="18" charset="-120"/>
                        </a:rPr>
                        <a:t>pi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1" lang="en-US" sz="1800" b="0" i="0" u="none" strike="noStrike" cap="none" normalizeH="0" baseline="0" smtClean="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1800" b="0" i="0" u="none" strike="noStrike" cap="none" normalizeH="0" baseline="0" smtClean="0">
                          <a:ln>
                            <a:noFill/>
                          </a:ln>
                          <a:solidFill>
                            <a:schemeClr val="tx1"/>
                          </a:solidFill>
                          <a:effectLst/>
                          <a:latin typeface="Arial" charset="0"/>
                          <a:ea typeface="新細明體" pitchFamily="18" charset="-120"/>
                        </a:rPr>
                        <a:t>0.15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1800" b="0" i="0" u="none" strike="noStrike" cap="none" normalizeH="0" baseline="0" smtClean="0">
                          <a:ln>
                            <a:noFill/>
                          </a:ln>
                          <a:solidFill>
                            <a:schemeClr val="tx1"/>
                          </a:solidFill>
                          <a:effectLst/>
                          <a:latin typeface="Arial" charset="0"/>
                          <a:ea typeface="新細明體" pitchFamily="18" charset="-120"/>
                        </a:rPr>
                        <a:t>0.10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1800" b="0" i="0" u="none" strike="noStrike" cap="none" normalizeH="0" baseline="0" smtClean="0">
                          <a:ln>
                            <a:noFill/>
                          </a:ln>
                          <a:solidFill>
                            <a:schemeClr val="tx1"/>
                          </a:solidFill>
                          <a:effectLst/>
                          <a:latin typeface="Arial" charset="0"/>
                          <a:ea typeface="新細明體" pitchFamily="18" charset="-120"/>
                        </a:rPr>
                        <a:t>0.05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1800" b="0" i="0" u="none" strike="noStrike" cap="none" normalizeH="0" baseline="0" smtClean="0">
                          <a:ln>
                            <a:noFill/>
                          </a:ln>
                          <a:solidFill>
                            <a:schemeClr val="tx1"/>
                          </a:solidFill>
                          <a:effectLst/>
                          <a:latin typeface="Arial" charset="0"/>
                          <a:ea typeface="新細明體" pitchFamily="18" charset="-120"/>
                        </a:rPr>
                        <a:t>0.10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1800" b="0" i="0" u="none" strike="noStrike" cap="none" normalizeH="0" baseline="0" smtClean="0">
                          <a:ln>
                            <a:noFill/>
                          </a:ln>
                          <a:solidFill>
                            <a:schemeClr val="tx1"/>
                          </a:solidFill>
                          <a:effectLst/>
                          <a:latin typeface="Arial" charset="0"/>
                          <a:ea typeface="新細明體" pitchFamily="18" charset="-120"/>
                        </a:rPr>
                        <a:t>0.20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905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1800" b="0" i="0" u="none" strike="noStrike" cap="none" normalizeH="0" baseline="0" smtClean="0">
                          <a:ln>
                            <a:noFill/>
                          </a:ln>
                          <a:solidFill>
                            <a:schemeClr val="tx1"/>
                          </a:solidFill>
                          <a:effectLst/>
                          <a:latin typeface="Arial" charset="0"/>
                          <a:ea typeface="新細明體" pitchFamily="18" charset="-120"/>
                        </a:rPr>
                        <a:t>qi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1800" b="0" i="0" u="none" strike="noStrike" cap="none" normalizeH="0" baseline="0" smtClean="0">
                          <a:ln>
                            <a:noFill/>
                          </a:ln>
                          <a:solidFill>
                            <a:schemeClr val="tx1"/>
                          </a:solidFill>
                          <a:effectLst/>
                          <a:latin typeface="Arial" charset="0"/>
                          <a:ea typeface="新細明體" pitchFamily="18" charset="-120"/>
                        </a:rPr>
                        <a:t>0.05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1800" b="0" i="0" u="none" strike="noStrike" cap="none" normalizeH="0" baseline="0" smtClean="0">
                          <a:ln>
                            <a:noFill/>
                          </a:ln>
                          <a:solidFill>
                            <a:schemeClr val="tx1"/>
                          </a:solidFill>
                          <a:effectLst/>
                          <a:latin typeface="Arial" charset="0"/>
                          <a:ea typeface="新細明體" pitchFamily="18" charset="-120"/>
                        </a:rPr>
                        <a:t>0.10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1800" b="0" i="0" u="none" strike="noStrike" cap="none" normalizeH="0" baseline="0" smtClean="0">
                          <a:ln>
                            <a:noFill/>
                          </a:ln>
                          <a:solidFill>
                            <a:schemeClr val="tx1"/>
                          </a:solidFill>
                          <a:effectLst/>
                          <a:latin typeface="Arial" charset="0"/>
                          <a:ea typeface="新細明體" pitchFamily="18" charset="-120"/>
                        </a:rPr>
                        <a:t>0.05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1800" b="0" i="0" u="none" strike="noStrike" cap="none" normalizeH="0" baseline="0" smtClean="0">
                          <a:ln>
                            <a:noFill/>
                          </a:ln>
                          <a:solidFill>
                            <a:schemeClr val="tx1"/>
                          </a:solidFill>
                          <a:effectLst/>
                          <a:latin typeface="Arial" charset="0"/>
                          <a:ea typeface="新細明體" pitchFamily="18" charset="-120"/>
                        </a:rPr>
                        <a:t>0.05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1800" b="0" i="0" u="none" strike="noStrike" cap="none" normalizeH="0" baseline="0" smtClean="0">
                          <a:ln>
                            <a:noFill/>
                          </a:ln>
                          <a:solidFill>
                            <a:schemeClr val="tx1"/>
                          </a:solidFill>
                          <a:effectLst/>
                          <a:latin typeface="Arial" charset="0"/>
                          <a:ea typeface="新細明體" pitchFamily="18" charset="-120"/>
                        </a:rPr>
                        <a:t>0.05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1800" b="0" i="0" u="none" strike="noStrike" cap="none" normalizeH="0" baseline="0" smtClean="0">
                          <a:ln>
                            <a:noFill/>
                          </a:ln>
                          <a:solidFill>
                            <a:schemeClr val="tx1"/>
                          </a:solidFill>
                          <a:effectLst/>
                          <a:latin typeface="Arial" charset="0"/>
                          <a:ea typeface="新細明體" pitchFamily="18" charset="-120"/>
                        </a:rPr>
                        <a:t>0.10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transition spd="slow">
    <p:randomBar dir="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Rot="1" noChangeArrowheads="1"/>
          </p:cNvSpPr>
          <p:nvPr>
            <p:ph type="body" sz="half" idx="1"/>
          </p:nvPr>
        </p:nvSpPr>
        <p:spPr>
          <a:xfrm>
            <a:off x="395288" y="188913"/>
            <a:ext cx="8280400" cy="431800"/>
          </a:xfrm>
        </p:spPr>
        <p:txBody>
          <a:bodyPr/>
          <a:lstStyle/>
          <a:p>
            <a:pPr>
              <a:lnSpc>
                <a:spcPct val="80000"/>
              </a:lnSpc>
            </a:pPr>
            <a:r>
              <a:rPr lang="en-US" altLang="zh-TW" sz="1800"/>
              <a:t>By Figure (a), we can calculate the expected search cost node by node:</a:t>
            </a:r>
          </a:p>
          <a:p>
            <a:pPr>
              <a:lnSpc>
                <a:spcPct val="80000"/>
              </a:lnSpc>
              <a:buFont typeface="Wingdings" pitchFamily="2" charset="2"/>
              <a:buNone/>
            </a:pPr>
            <a:endParaRPr lang="en-US" altLang="zh-TW" sz="1800"/>
          </a:p>
        </p:txBody>
      </p:sp>
      <p:graphicFrame>
        <p:nvGraphicFramePr>
          <p:cNvPr id="8314" name="Group 122"/>
          <p:cNvGraphicFramePr>
            <a:graphicFrameLocks noGrp="1"/>
          </p:cNvGraphicFramePr>
          <p:nvPr>
            <p:ph sz="half" idx="2"/>
          </p:nvPr>
        </p:nvGraphicFramePr>
        <p:xfrm>
          <a:off x="395288" y="647700"/>
          <a:ext cx="6913562" cy="6217920"/>
        </p:xfrm>
        <a:graphic>
          <a:graphicData uri="http://schemas.openxmlformats.org/drawingml/2006/table">
            <a:tbl>
              <a:tblPr/>
              <a:tblGrid>
                <a:gridCol w="1730375">
                  <a:extLst>
                    <a:ext uri="{9D8B030D-6E8A-4147-A177-3AD203B41FA5}">
                      <a16:colId xmlns:a16="http://schemas.microsoft.com/office/drawing/2014/main" val="20000"/>
                    </a:ext>
                  </a:extLst>
                </a:gridCol>
                <a:gridCol w="1727200">
                  <a:extLst>
                    <a:ext uri="{9D8B030D-6E8A-4147-A177-3AD203B41FA5}">
                      <a16:colId xmlns:a16="http://schemas.microsoft.com/office/drawing/2014/main" val="20001"/>
                    </a:ext>
                  </a:extLst>
                </a:gridCol>
                <a:gridCol w="1820862">
                  <a:extLst>
                    <a:ext uri="{9D8B030D-6E8A-4147-A177-3AD203B41FA5}">
                      <a16:colId xmlns:a16="http://schemas.microsoft.com/office/drawing/2014/main" val="20002"/>
                    </a:ext>
                  </a:extLst>
                </a:gridCol>
                <a:gridCol w="1635125">
                  <a:extLst>
                    <a:ext uri="{9D8B030D-6E8A-4147-A177-3AD203B41FA5}">
                      <a16:colId xmlns:a16="http://schemas.microsoft.com/office/drawing/2014/main" val="20003"/>
                    </a:ext>
                  </a:extLst>
                </a:gridCol>
              </a:tblGrid>
              <a:tr h="274638">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Node#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Depth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probability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cost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638">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k1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0.15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0.30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349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k2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0.10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0.10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349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k3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0.05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0.15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349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k4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0.10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0.20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36538">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K5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0.20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0.60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349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d0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0.05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0.15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349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d1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0.10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0.30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349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d2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0.05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0.20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349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d3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0.05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0.20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349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d4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0.05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0.20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180975">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d5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0.10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1" lang="en-US" altLang="zh-TW" sz="2800" b="0" i="0" u="none" strike="noStrike" cap="none" normalizeH="0" baseline="0" smtClean="0">
                          <a:ln>
                            <a:noFill/>
                          </a:ln>
                          <a:solidFill>
                            <a:schemeClr val="tx1"/>
                          </a:solidFill>
                          <a:effectLst/>
                          <a:latin typeface="Arial" charset="0"/>
                          <a:ea typeface="新細明體" pitchFamily="18" charset="-120"/>
                        </a:rPr>
                        <a:t>0.40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8304" name="Text Box 112"/>
          <p:cNvSpPr txBox="1">
            <a:spLocks noChangeArrowheads="1"/>
          </p:cNvSpPr>
          <p:nvPr/>
        </p:nvSpPr>
        <p:spPr bwMode="auto">
          <a:xfrm>
            <a:off x="7524750" y="620713"/>
            <a:ext cx="1511300" cy="1054100"/>
          </a:xfrm>
          <a:prstGeom prst="rect">
            <a:avLst/>
          </a:prstGeom>
          <a:noFill/>
          <a:ln w="9525">
            <a:noFill/>
            <a:miter lim="800000"/>
            <a:headEnd/>
            <a:tailEnd/>
          </a:ln>
          <a:effectLst/>
        </p:spPr>
        <p:txBody>
          <a:bodyPr>
            <a:spAutoFit/>
          </a:bodyPr>
          <a:lstStyle/>
          <a:p>
            <a:pPr>
              <a:spcBef>
                <a:spcPct val="50000"/>
              </a:spcBef>
            </a:pPr>
            <a:r>
              <a:rPr lang="en-US" altLang="zh-TW"/>
              <a:t>Cost=</a:t>
            </a:r>
          </a:p>
          <a:p>
            <a:pPr>
              <a:spcBef>
                <a:spcPct val="50000"/>
              </a:spcBef>
            </a:pPr>
            <a:r>
              <a:rPr lang="en-US" altLang="zh-TW"/>
              <a:t>Probability * (Depth+1)</a:t>
            </a:r>
          </a:p>
        </p:txBody>
      </p:sp>
    </p:spTree>
  </p:cSld>
  <p:clrMapOvr>
    <a:masterClrMapping/>
  </p:clrMapOvr>
  <p:transition spd="slow">
    <p:randomBar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Rot="1" noChangeArrowheads="1"/>
          </p:cNvSpPr>
          <p:nvPr>
            <p:ph type="body" idx="1"/>
          </p:nvPr>
        </p:nvSpPr>
        <p:spPr>
          <a:xfrm>
            <a:off x="457200" y="260350"/>
            <a:ext cx="8229600" cy="5865813"/>
          </a:xfrm>
        </p:spPr>
        <p:txBody>
          <a:bodyPr/>
          <a:lstStyle/>
          <a:p>
            <a:pPr>
              <a:lnSpc>
                <a:spcPct val="90000"/>
              </a:lnSpc>
            </a:pPr>
            <a:r>
              <a:rPr lang="en-US" altLang="zh-TW"/>
              <a:t>And the total cost = (0.30 + 0.10 + 0.15 + 0.20 + 0.60 + 0.15 + 0.30 + 0.20 + 0.20 + 0.20 + 0.40 ) = 2.80</a:t>
            </a:r>
          </a:p>
          <a:p>
            <a:pPr>
              <a:lnSpc>
                <a:spcPct val="90000"/>
              </a:lnSpc>
            </a:pPr>
            <a:r>
              <a:rPr lang="en-US" altLang="zh-TW"/>
              <a:t>So Figure (a) costs 2.80 ,on another, the Figure (b) costs 2.75, and that tree is really optimal.</a:t>
            </a:r>
          </a:p>
          <a:p>
            <a:pPr>
              <a:lnSpc>
                <a:spcPct val="90000"/>
              </a:lnSpc>
            </a:pPr>
            <a:r>
              <a:rPr lang="en-US" altLang="zh-TW"/>
              <a:t>We can see the height of (b) is more than (a) , and the key k5 has the greatest search probability of any key, yet the root of the OBST shown is k2.(The lowest expected cost of any BST with k5 at the root is 2.85) </a:t>
            </a:r>
          </a:p>
        </p:txBody>
      </p:sp>
    </p:spTree>
  </p:cSld>
  <p:clrMapOvr>
    <a:masterClrMapping/>
  </p:clrMapOvr>
  <p:transition spd="slow">
    <p:randomBar dir="ver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rrowheads="1"/>
          </p:cNvSpPr>
          <p:nvPr>
            <p:ph type="title"/>
          </p:nvPr>
        </p:nvSpPr>
        <p:spPr/>
        <p:txBody>
          <a:bodyPr/>
          <a:lstStyle/>
          <a:p>
            <a:r>
              <a:rPr lang="en-US" altLang="zh-TW"/>
              <a:t>Step1:The structure of an OBST</a:t>
            </a:r>
          </a:p>
        </p:txBody>
      </p:sp>
      <p:sp>
        <p:nvSpPr>
          <p:cNvPr id="12291" name="Rectangle 3"/>
          <p:cNvSpPr>
            <a:spLocks noGrp="1" noRot="1" noChangeArrowheads="1"/>
          </p:cNvSpPr>
          <p:nvPr>
            <p:ph type="body" idx="1"/>
          </p:nvPr>
        </p:nvSpPr>
        <p:spPr/>
        <p:txBody>
          <a:bodyPr/>
          <a:lstStyle/>
          <a:p>
            <a:r>
              <a:rPr lang="en-US" altLang="zh-TW" dirty="0">
                <a:latin typeface="Arial Unicode MS" pitchFamily="34" charset="-120"/>
              </a:rPr>
              <a:t>To characterize the optimal substructure of OBST, we start with an observation about </a:t>
            </a:r>
            <a:r>
              <a:rPr lang="en-US" altLang="zh-TW" dirty="0" err="1">
                <a:latin typeface="Arial Unicode MS" pitchFamily="34" charset="-120"/>
              </a:rPr>
              <a:t>subtrees</a:t>
            </a:r>
            <a:r>
              <a:rPr lang="en-US" altLang="zh-TW" dirty="0">
                <a:latin typeface="Arial Unicode MS" pitchFamily="34" charset="-120"/>
              </a:rPr>
              <a:t>. Consider any </a:t>
            </a:r>
            <a:r>
              <a:rPr lang="en-US" altLang="zh-TW" dirty="0" err="1">
                <a:latin typeface="Arial Unicode MS" pitchFamily="34" charset="-120"/>
              </a:rPr>
              <a:t>subtree</a:t>
            </a:r>
            <a:r>
              <a:rPr lang="en-US" altLang="zh-TW" dirty="0">
                <a:latin typeface="Arial Unicode MS" pitchFamily="34" charset="-120"/>
              </a:rPr>
              <a:t> of a BST. It must contain keys in a contiguous range </a:t>
            </a:r>
            <a:r>
              <a:rPr lang="en-US" altLang="zh-TW" dirty="0" err="1">
                <a:latin typeface="Arial Unicode MS" pitchFamily="34" charset="-120"/>
              </a:rPr>
              <a:t>ki</a:t>
            </a:r>
            <a:r>
              <a:rPr lang="en-US" altLang="zh-TW" dirty="0">
                <a:latin typeface="Arial Unicode MS" pitchFamily="34" charset="-120"/>
              </a:rPr>
              <a:t>,…,</a:t>
            </a:r>
            <a:r>
              <a:rPr lang="en-US" altLang="zh-TW" dirty="0" err="1">
                <a:latin typeface="Arial Unicode MS" pitchFamily="34" charset="-120"/>
              </a:rPr>
              <a:t>kj</a:t>
            </a:r>
            <a:r>
              <a:rPr lang="en-US" altLang="zh-TW" dirty="0">
                <a:latin typeface="Arial Unicode MS" pitchFamily="34" charset="-120"/>
              </a:rPr>
              <a:t>, for some </a:t>
            </a:r>
            <a:r>
              <a:rPr lang="en-US" altLang="zh-TW" dirty="0" smtClean="0">
                <a:latin typeface="Arial Unicode MS" pitchFamily="34" charset="-120"/>
              </a:rPr>
              <a:t>1</a:t>
            </a:r>
            <a:r>
              <a:rPr lang="en-US" altLang="zh-TW" dirty="0" smtClean="0"/>
              <a:t> ≤ </a:t>
            </a:r>
            <a:r>
              <a:rPr lang="en-US" altLang="zh-TW" dirty="0" err="1" smtClean="0">
                <a:latin typeface="Arial Unicode MS" pitchFamily="34" charset="-120"/>
              </a:rPr>
              <a:t>i</a:t>
            </a:r>
            <a:r>
              <a:rPr lang="en-US" altLang="zh-TW" dirty="0" smtClean="0">
                <a:latin typeface="Arial Unicode MS" pitchFamily="34" charset="-120"/>
              </a:rPr>
              <a:t> </a:t>
            </a:r>
            <a:r>
              <a:rPr lang="en-US" altLang="zh-TW" dirty="0" smtClean="0"/>
              <a:t>≤ </a:t>
            </a:r>
            <a:r>
              <a:rPr lang="en-US" altLang="zh-TW" dirty="0" smtClean="0">
                <a:latin typeface="Arial Unicode MS" pitchFamily="34" charset="-120"/>
              </a:rPr>
              <a:t>j </a:t>
            </a:r>
            <a:r>
              <a:rPr lang="en-US" altLang="zh-TW" dirty="0" smtClean="0"/>
              <a:t>≤ </a:t>
            </a:r>
            <a:r>
              <a:rPr lang="en-US" altLang="zh-TW" dirty="0" smtClean="0">
                <a:latin typeface="Arial Unicode MS" pitchFamily="34" charset="-120"/>
              </a:rPr>
              <a:t>n</a:t>
            </a:r>
            <a:r>
              <a:rPr lang="en-US" altLang="zh-TW" dirty="0">
                <a:latin typeface="Arial Unicode MS" pitchFamily="34" charset="-120"/>
              </a:rPr>
              <a:t>. In addition, a </a:t>
            </a:r>
            <a:r>
              <a:rPr lang="en-US" altLang="zh-TW" dirty="0" err="1">
                <a:latin typeface="Arial Unicode MS" pitchFamily="34" charset="-120"/>
              </a:rPr>
              <a:t>subtree</a:t>
            </a:r>
            <a:r>
              <a:rPr lang="en-US" altLang="zh-TW" dirty="0">
                <a:latin typeface="Arial Unicode MS" pitchFamily="34" charset="-120"/>
              </a:rPr>
              <a:t> that contains keys </a:t>
            </a:r>
            <a:r>
              <a:rPr lang="en-US" altLang="zh-TW" dirty="0" err="1">
                <a:latin typeface="Arial Unicode MS" pitchFamily="34" charset="-120"/>
              </a:rPr>
              <a:t>ki</a:t>
            </a:r>
            <a:r>
              <a:rPr lang="en-US" altLang="zh-TW" dirty="0">
                <a:latin typeface="Arial Unicode MS" pitchFamily="34" charset="-120"/>
              </a:rPr>
              <a:t>,…,</a:t>
            </a:r>
            <a:r>
              <a:rPr lang="en-US" altLang="zh-TW" dirty="0" err="1">
                <a:latin typeface="Arial Unicode MS" pitchFamily="34" charset="-120"/>
              </a:rPr>
              <a:t>kj</a:t>
            </a:r>
            <a:r>
              <a:rPr lang="en-US" altLang="zh-TW" dirty="0">
                <a:latin typeface="Arial Unicode MS" pitchFamily="34" charset="-120"/>
              </a:rPr>
              <a:t> must also have as its leaves the dummy keys  </a:t>
            </a:r>
            <a:endParaRPr lang="en-US" altLang="zh-TW" dirty="0" smtClean="0">
              <a:latin typeface="Arial Unicode MS" pitchFamily="34" charset="-120"/>
            </a:endParaRPr>
          </a:p>
          <a:p>
            <a:pPr>
              <a:buNone/>
            </a:pPr>
            <a:r>
              <a:rPr lang="en-US" altLang="zh-TW" dirty="0" smtClean="0">
                <a:latin typeface="Arial Unicode MS" pitchFamily="34" charset="-120"/>
              </a:rPr>
              <a:t>	d</a:t>
            </a:r>
            <a:r>
              <a:rPr lang="en-US" altLang="zh-TW" baseline="-14000" dirty="0" smtClean="0">
                <a:latin typeface="Arial Unicode MS" pitchFamily="34" charset="-120"/>
              </a:rPr>
              <a:t>i-1</a:t>
            </a:r>
            <a:r>
              <a:rPr lang="en-US" altLang="zh-TW" baseline="-25000" dirty="0" smtClean="0">
                <a:latin typeface="Arial Unicode MS" pitchFamily="34" charset="-120"/>
              </a:rPr>
              <a:t> </a:t>
            </a:r>
            <a:r>
              <a:rPr lang="en-US" altLang="zh-TW" dirty="0">
                <a:latin typeface="Arial Unicode MS" pitchFamily="34" charset="-120"/>
                <a:cs typeface="Arial" charset="0"/>
              </a:rPr>
              <a:t>,…,</a:t>
            </a:r>
            <a:r>
              <a:rPr lang="en-US" altLang="zh-TW" dirty="0" err="1">
                <a:latin typeface="Arial Unicode MS" pitchFamily="34" charset="-120"/>
                <a:cs typeface="Arial" charset="0"/>
              </a:rPr>
              <a:t>d</a:t>
            </a:r>
            <a:r>
              <a:rPr lang="en-US" altLang="zh-TW" baseline="-14000" dirty="0" err="1">
                <a:latin typeface="Arial Unicode MS" pitchFamily="34" charset="-120"/>
              </a:rPr>
              <a:t>j</a:t>
            </a:r>
            <a:r>
              <a:rPr lang="en-US" altLang="zh-TW" baseline="-14000" dirty="0">
                <a:latin typeface="Arial Unicode MS" pitchFamily="34" charset="-120"/>
              </a:rPr>
              <a:t>.</a:t>
            </a:r>
          </a:p>
          <a:p>
            <a:endParaRPr lang="en-US" altLang="zh-TW" baseline="-14000" dirty="0">
              <a:latin typeface="Arial Unicode MS" pitchFamily="34" charset="-120"/>
            </a:endParaRPr>
          </a:p>
        </p:txBody>
      </p:sp>
    </p:spTree>
  </p:cSld>
  <p:clrMapOvr>
    <a:masterClrMapping/>
  </p:clrMapOvr>
  <p:transition spd="slow">
    <p:randomBar dir="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Rot="1" noChangeArrowheads="1"/>
          </p:cNvSpPr>
          <p:nvPr>
            <p:ph type="body" idx="1"/>
          </p:nvPr>
        </p:nvSpPr>
        <p:spPr>
          <a:xfrm>
            <a:off x="457200" y="333375"/>
            <a:ext cx="8229600" cy="5792788"/>
          </a:xfrm>
        </p:spPr>
        <p:txBody>
          <a:bodyPr/>
          <a:lstStyle/>
          <a:p>
            <a:pPr>
              <a:lnSpc>
                <a:spcPct val="90000"/>
              </a:lnSpc>
            </a:pPr>
            <a:r>
              <a:rPr lang="en-US" altLang="zh-TW" sz="2800" dirty="0"/>
              <a:t>We need to use the optimal substructure to show that we can construct an optimal solution to the problem from optimal solutions to </a:t>
            </a:r>
            <a:r>
              <a:rPr lang="en-US" altLang="zh-TW" sz="2800" dirty="0" err="1"/>
              <a:t>subproblems</a:t>
            </a:r>
            <a:r>
              <a:rPr lang="en-US" altLang="zh-TW" sz="2800" dirty="0"/>
              <a:t>. Given keys  </a:t>
            </a:r>
            <a:r>
              <a:rPr lang="en-US" altLang="zh-TW" sz="2800" dirty="0" err="1">
                <a:cs typeface="Arial" charset="0"/>
              </a:rPr>
              <a:t>k</a:t>
            </a:r>
            <a:r>
              <a:rPr lang="en-US" altLang="zh-TW" sz="2800" baseline="-25000" dirty="0" err="1"/>
              <a:t>i</a:t>
            </a:r>
            <a:r>
              <a:rPr lang="en-US" altLang="zh-TW" sz="2800" baseline="-25000" dirty="0"/>
              <a:t> </a:t>
            </a:r>
            <a:r>
              <a:rPr lang="en-US" altLang="zh-TW" sz="2800" dirty="0"/>
              <a:t>,…, </a:t>
            </a:r>
            <a:r>
              <a:rPr lang="en-US" altLang="zh-TW" sz="2800" dirty="0" err="1">
                <a:cs typeface="Arial" charset="0"/>
              </a:rPr>
              <a:t>k</a:t>
            </a:r>
            <a:r>
              <a:rPr lang="en-US" altLang="zh-TW" sz="2800" baseline="-25000" dirty="0" err="1"/>
              <a:t>j</a:t>
            </a:r>
            <a:r>
              <a:rPr lang="en-US" altLang="zh-TW" sz="2800" dirty="0"/>
              <a:t>, one of these keys, say </a:t>
            </a:r>
            <a:r>
              <a:rPr lang="en-US" altLang="zh-TW" sz="2800" dirty="0" err="1"/>
              <a:t>k</a:t>
            </a:r>
            <a:r>
              <a:rPr lang="en-US" altLang="zh-TW" sz="2800" baseline="-25000" dirty="0" err="1"/>
              <a:t>r</a:t>
            </a:r>
            <a:r>
              <a:rPr lang="en-US" altLang="zh-TW" sz="2800" baseline="-25000" dirty="0"/>
              <a:t> </a:t>
            </a:r>
            <a:r>
              <a:rPr lang="en-US" altLang="zh-TW" sz="2800" dirty="0" smtClean="0"/>
              <a:t>(</a:t>
            </a:r>
            <a:r>
              <a:rPr lang="en-US" altLang="zh-TW" sz="2800" dirty="0" err="1" smtClean="0"/>
              <a:t>i</a:t>
            </a:r>
            <a:r>
              <a:rPr lang="en-US" altLang="zh-TW" sz="2800" dirty="0" smtClean="0"/>
              <a:t> ≤ r ≤ j</a:t>
            </a:r>
            <a:r>
              <a:rPr lang="en-US" altLang="zh-TW" sz="2800" dirty="0"/>
              <a:t>), will be the root of an optimal </a:t>
            </a:r>
            <a:r>
              <a:rPr lang="en-US" altLang="zh-TW" sz="2800" dirty="0" err="1"/>
              <a:t>subtree</a:t>
            </a:r>
            <a:r>
              <a:rPr lang="en-US" altLang="zh-TW" sz="2800" dirty="0"/>
              <a:t> containing these keys. The left </a:t>
            </a:r>
            <a:r>
              <a:rPr lang="en-US" altLang="zh-TW" sz="2800" dirty="0" err="1"/>
              <a:t>subtree</a:t>
            </a:r>
            <a:r>
              <a:rPr lang="en-US" altLang="zh-TW" sz="2800" dirty="0"/>
              <a:t> of the root </a:t>
            </a:r>
            <a:r>
              <a:rPr lang="en-US" altLang="zh-TW" sz="2800" dirty="0" err="1"/>
              <a:t>k</a:t>
            </a:r>
            <a:r>
              <a:rPr lang="en-US" altLang="zh-TW" sz="2800" baseline="-25000" dirty="0" err="1"/>
              <a:t>r</a:t>
            </a:r>
            <a:r>
              <a:rPr lang="en-US" altLang="zh-TW" sz="2800" dirty="0"/>
              <a:t> will contain the keys (</a:t>
            </a:r>
            <a:r>
              <a:rPr lang="en-US" altLang="zh-TW" sz="2800" dirty="0" err="1">
                <a:cs typeface="Arial" charset="0"/>
              </a:rPr>
              <a:t>k</a:t>
            </a:r>
            <a:r>
              <a:rPr lang="en-US" altLang="zh-TW" sz="2800" baseline="-25000" dirty="0" err="1"/>
              <a:t>i</a:t>
            </a:r>
            <a:r>
              <a:rPr lang="en-US" altLang="zh-TW" sz="2800" baseline="-25000" dirty="0"/>
              <a:t> </a:t>
            </a:r>
            <a:r>
              <a:rPr lang="en-US" altLang="zh-TW" sz="2800" dirty="0"/>
              <a:t>,…, </a:t>
            </a:r>
            <a:r>
              <a:rPr lang="en-US" altLang="zh-TW" sz="2800" dirty="0">
                <a:cs typeface="Arial" charset="0"/>
              </a:rPr>
              <a:t>k</a:t>
            </a:r>
            <a:r>
              <a:rPr lang="en-US" altLang="zh-TW" sz="2800" baseline="-25000" dirty="0"/>
              <a:t>r-1</a:t>
            </a:r>
            <a:r>
              <a:rPr lang="en-US" altLang="zh-TW" sz="2800" dirty="0"/>
              <a:t>) and the dummy keys( d</a:t>
            </a:r>
            <a:r>
              <a:rPr lang="en-US" altLang="zh-TW" sz="2800" baseline="-25000" dirty="0"/>
              <a:t>i-1 </a:t>
            </a:r>
            <a:r>
              <a:rPr lang="en-US" altLang="zh-TW" sz="2800" dirty="0"/>
              <a:t>,…, d</a:t>
            </a:r>
            <a:r>
              <a:rPr lang="en-US" altLang="zh-TW" sz="2800" baseline="-25000" dirty="0"/>
              <a:t>r-1</a:t>
            </a:r>
            <a:r>
              <a:rPr lang="en-US" altLang="zh-TW" sz="2800" dirty="0"/>
              <a:t>), and the right </a:t>
            </a:r>
            <a:r>
              <a:rPr lang="en-US" altLang="zh-TW" sz="2800" dirty="0" err="1"/>
              <a:t>subtree</a:t>
            </a:r>
            <a:r>
              <a:rPr lang="en-US" altLang="zh-TW" sz="2800" dirty="0"/>
              <a:t> will contain the keys (</a:t>
            </a:r>
            <a:r>
              <a:rPr lang="en-US" altLang="zh-TW" sz="2800" dirty="0">
                <a:cs typeface="Arial" charset="0"/>
              </a:rPr>
              <a:t>k</a:t>
            </a:r>
            <a:r>
              <a:rPr lang="en-US" altLang="zh-TW" sz="2800" baseline="-25000" dirty="0"/>
              <a:t>r+1 </a:t>
            </a:r>
            <a:r>
              <a:rPr lang="en-US" altLang="zh-TW" sz="2800" dirty="0"/>
              <a:t>,…, </a:t>
            </a:r>
            <a:r>
              <a:rPr lang="en-US" altLang="zh-TW" sz="2800" dirty="0" err="1">
                <a:cs typeface="Arial" charset="0"/>
              </a:rPr>
              <a:t>k</a:t>
            </a:r>
            <a:r>
              <a:rPr lang="en-US" altLang="zh-TW" sz="2800" baseline="-25000" dirty="0" err="1"/>
              <a:t>j</a:t>
            </a:r>
            <a:r>
              <a:rPr lang="en-US" altLang="zh-TW" sz="2800" dirty="0"/>
              <a:t>) and the dummy keys( </a:t>
            </a:r>
            <a:r>
              <a:rPr lang="en-US" altLang="zh-TW" sz="2800" dirty="0" err="1"/>
              <a:t>d</a:t>
            </a:r>
            <a:r>
              <a:rPr lang="en-US" altLang="zh-TW" sz="2800" baseline="-25000" dirty="0" err="1"/>
              <a:t>r</a:t>
            </a:r>
            <a:r>
              <a:rPr lang="en-US" altLang="zh-TW" sz="2800" baseline="-25000" dirty="0"/>
              <a:t> </a:t>
            </a:r>
            <a:r>
              <a:rPr lang="en-US" altLang="zh-TW" sz="2800" dirty="0"/>
              <a:t>,…, </a:t>
            </a:r>
            <a:r>
              <a:rPr lang="en-US" altLang="zh-TW" sz="2800" dirty="0" err="1"/>
              <a:t>d</a:t>
            </a:r>
            <a:r>
              <a:rPr lang="en-US" altLang="zh-TW" sz="2800" baseline="-25000" dirty="0" err="1"/>
              <a:t>j</a:t>
            </a:r>
            <a:r>
              <a:rPr lang="en-US" altLang="zh-TW" sz="2800" dirty="0"/>
              <a:t>). As long as we examine all candidate roots </a:t>
            </a:r>
            <a:r>
              <a:rPr lang="en-US" altLang="zh-TW" sz="2800" dirty="0" err="1"/>
              <a:t>k</a:t>
            </a:r>
            <a:r>
              <a:rPr lang="en-US" altLang="zh-TW" sz="2800" baseline="-25000" dirty="0" err="1"/>
              <a:t>r</a:t>
            </a:r>
            <a:r>
              <a:rPr lang="en-US" altLang="zh-TW" sz="2800" dirty="0"/>
              <a:t>,</a:t>
            </a:r>
            <a:r>
              <a:rPr lang="en-US" altLang="zh-TW" sz="2800" baseline="-25000" dirty="0"/>
              <a:t> </a:t>
            </a:r>
            <a:r>
              <a:rPr lang="en-US" altLang="zh-TW" sz="2800" dirty="0"/>
              <a:t>where</a:t>
            </a:r>
            <a:r>
              <a:rPr lang="en-US" altLang="zh-TW" sz="2800" baseline="-25000" dirty="0"/>
              <a:t> </a:t>
            </a:r>
            <a:r>
              <a:rPr lang="en-US" altLang="zh-TW" sz="2800" dirty="0" err="1" smtClean="0"/>
              <a:t>i</a:t>
            </a:r>
            <a:r>
              <a:rPr lang="en-US" altLang="zh-TW" sz="2800" dirty="0" smtClean="0"/>
              <a:t> ≤ r ≤ j</a:t>
            </a:r>
            <a:r>
              <a:rPr lang="en-US" altLang="zh-TW" sz="2800" dirty="0"/>
              <a:t>, and we determine all optimal binary search trees containing </a:t>
            </a:r>
            <a:r>
              <a:rPr lang="en-US" altLang="zh-TW" sz="2800" dirty="0" err="1">
                <a:cs typeface="Arial" charset="0"/>
              </a:rPr>
              <a:t>k</a:t>
            </a:r>
            <a:r>
              <a:rPr lang="en-US" altLang="zh-TW" sz="2800" baseline="-25000" dirty="0" err="1"/>
              <a:t>i</a:t>
            </a:r>
            <a:r>
              <a:rPr lang="en-US" altLang="zh-TW" sz="2800" baseline="-25000" dirty="0"/>
              <a:t> </a:t>
            </a:r>
            <a:r>
              <a:rPr lang="en-US" altLang="zh-TW" sz="2800" dirty="0"/>
              <a:t>,…, </a:t>
            </a:r>
            <a:r>
              <a:rPr lang="en-US" altLang="zh-TW" sz="2800" dirty="0">
                <a:cs typeface="Arial" charset="0"/>
              </a:rPr>
              <a:t>k</a:t>
            </a:r>
            <a:r>
              <a:rPr lang="en-US" altLang="zh-TW" sz="2800" baseline="-25000" dirty="0"/>
              <a:t>r-1 </a:t>
            </a:r>
            <a:r>
              <a:rPr lang="en-US" altLang="zh-TW" sz="2800" dirty="0"/>
              <a:t>and those containing </a:t>
            </a:r>
            <a:r>
              <a:rPr lang="en-US" altLang="zh-TW" sz="2800" dirty="0">
                <a:cs typeface="Arial" charset="0"/>
              </a:rPr>
              <a:t>k</a:t>
            </a:r>
            <a:r>
              <a:rPr lang="en-US" altLang="zh-TW" sz="2800" baseline="-25000" dirty="0"/>
              <a:t>r+1 </a:t>
            </a:r>
            <a:r>
              <a:rPr lang="en-US" altLang="zh-TW" sz="2800" dirty="0"/>
              <a:t>,…, </a:t>
            </a:r>
            <a:r>
              <a:rPr lang="en-US" altLang="zh-TW" sz="2800" dirty="0" err="1">
                <a:cs typeface="Arial" charset="0"/>
              </a:rPr>
              <a:t>k</a:t>
            </a:r>
            <a:r>
              <a:rPr lang="en-US" altLang="zh-TW" sz="2800" baseline="-25000" dirty="0" err="1"/>
              <a:t>j</a:t>
            </a:r>
            <a:r>
              <a:rPr lang="en-US" altLang="zh-TW" sz="2800" baseline="-25000" dirty="0"/>
              <a:t> </a:t>
            </a:r>
            <a:r>
              <a:rPr lang="en-US" altLang="zh-TW" sz="2800" dirty="0"/>
              <a:t>, we are guaranteed that we will find an OBST.</a:t>
            </a:r>
          </a:p>
        </p:txBody>
      </p:sp>
    </p:spTree>
  </p:cSld>
  <p:clrMapOvr>
    <a:masterClrMapping/>
  </p:clrMapOvr>
  <p:transition spd="slow">
    <p:randomBar dir="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Rot="1" noChangeArrowheads="1"/>
          </p:cNvSpPr>
          <p:nvPr>
            <p:ph type="body" idx="1"/>
          </p:nvPr>
        </p:nvSpPr>
        <p:spPr>
          <a:xfrm>
            <a:off x="457200" y="333375"/>
            <a:ext cx="8229600" cy="5792788"/>
          </a:xfrm>
        </p:spPr>
        <p:txBody>
          <a:bodyPr/>
          <a:lstStyle/>
          <a:p>
            <a:r>
              <a:rPr lang="en-US" altLang="zh-TW" sz="2800" dirty="0"/>
              <a:t>There is one detail worth nothing about “empty” subtrees. Suppose that in a subtree with keys </a:t>
            </a:r>
            <a:r>
              <a:rPr lang="en-US" altLang="zh-TW" sz="2800" dirty="0" err="1">
                <a:cs typeface="Arial" charset="0"/>
              </a:rPr>
              <a:t>k</a:t>
            </a:r>
            <a:r>
              <a:rPr lang="en-US" altLang="zh-TW" sz="2800" baseline="-25000" dirty="0" err="1"/>
              <a:t>i</a:t>
            </a:r>
            <a:r>
              <a:rPr lang="en-US" altLang="zh-TW" sz="2800" dirty="0"/>
              <a:t>,...,</a:t>
            </a:r>
            <a:r>
              <a:rPr lang="en-US" altLang="zh-TW" sz="2800" dirty="0" err="1">
                <a:cs typeface="Arial" charset="0"/>
              </a:rPr>
              <a:t>k</a:t>
            </a:r>
            <a:r>
              <a:rPr lang="en-US" altLang="zh-TW" sz="2800" baseline="-25000" dirty="0" err="1"/>
              <a:t>j</a:t>
            </a:r>
            <a:r>
              <a:rPr lang="en-US" altLang="zh-TW" sz="2800" dirty="0"/>
              <a:t>, we select </a:t>
            </a:r>
            <a:r>
              <a:rPr lang="en-US" altLang="zh-TW" sz="2800" dirty="0" err="1">
                <a:cs typeface="Arial" charset="0"/>
              </a:rPr>
              <a:t>k</a:t>
            </a:r>
            <a:r>
              <a:rPr lang="en-US" altLang="zh-TW" sz="2800" baseline="-25000" dirty="0" err="1"/>
              <a:t>i</a:t>
            </a:r>
            <a:r>
              <a:rPr lang="en-US" altLang="zh-TW" sz="2800" dirty="0"/>
              <a:t> as the root. By the above argument, </a:t>
            </a:r>
            <a:r>
              <a:rPr lang="en-US" altLang="zh-TW" sz="2800" dirty="0" err="1">
                <a:cs typeface="Arial" charset="0"/>
              </a:rPr>
              <a:t>k</a:t>
            </a:r>
            <a:r>
              <a:rPr lang="en-US" altLang="zh-TW" sz="2800" baseline="-25000" dirty="0" err="1"/>
              <a:t>i</a:t>
            </a:r>
            <a:r>
              <a:rPr lang="en-US" altLang="zh-TW" sz="2800" baseline="-25000" dirty="0"/>
              <a:t> </a:t>
            </a:r>
            <a:r>
              <a:rPr lang="en-US" altLang="zh-TW" sz="2800" dirty="0"/>
              <a:t>‘s left subtree contains the keys </a:t>
            </a:r>
            <a:r>
              <a:rPr lang="en-US" altLang="zh-TW" sz="2800" dirty="0" err="1">
                <a:cs typeface="Arial" charset="0"/>
              </a:rPr>
              <a:t>k</a:t>
            </a:r>
            <a:r>
              <a:rPr lang="en-US" altLang="zh-TW" sz="2800" baseline="-25000" dirty="0" err="1"/>
              <a:t>i</a:t>
            </a:r>
            <a:r>
              <a:rPr lang="en-US" altLang="zh-TW" sz="2800" dirty="0"/>
              <a:t>,…, </a:t>
            </a:r>
            <a:r>
              <a:rPr lang="en-US" altLang="zh-TW" sz="2800" dirty="0">
                <a:cs typeface="Arial" charset="0"/>
              </a:rPr>
              <a:t>k</a:t>
            </a:r>
            <a:r>
              <a:rPr lang="en-US" altLang="zh-TW" sz="2800" baseline="-25000" dirty="0"/>
              <a:t>i-1</a:t>
            </a:r>
            <a:r>
              <a:rPr lang="en-US" altLang="zh-TW" sz="2800" dirty="0"/>
              <a:t>.  It is natural to interpret this sequence as containing no </a:t>
            </a:r>
            <a:r>
              <a:rPr lang="en-US" altLang="zh-TW" sz="2800" dirty="0" smtClean="0"/>
              <a:t>actual keys</a:t>
            </a:r>
            <a:r>
              <a:rPr lang="en-US" altLang="zh-TW" sz="2800" dirty="0"/>
              <a:t>. It is easy to know that subtrees also contain dummy keys. The sequence has no actual keys but does contain the single dummy key </a:t>
            </a:r>
            <a:r>
              <a:rPr lang="en-US" altLang="zh-TW" sz="2800" dirty="0">
                <a:cs typeface="Arial" charset="0"/>
              </a:rPr>
              <a:t>d</a:t>
            </a:r>
            <a:r>
              <a:rPr lang="en-US" altLang="zh-TW" sz="2800" baseline="-25000" dirty="0"/>
              <a:t>i-1</a:t>
            </a:r>
            <a:r>
              <a:rPr lang="en-US" altLang="zh-TW" sz="2800" dirty="0"/>
              <a:t>. Symmetrically, if we select </a:t>
            </a:r>
            <a:r>
              <a:rPr lang="en-US" altLang="zh-TW" sz="2800" dirty="0" err="1">
                <a:cs typeface="Arial" charset="0"/>
              </a:rPr>
              <a:t>k</a:t>
            </a:r>
            <a:r>
              <a:rPr lang="en-US" altLang="zh-TW" sz="2800" baseline="-25000" dirty="0" err="1"/>
              <a:t>j</a:t>
            </a:r>
            <a:r>
              <a:rPr lang="en-US" altLang="zh-TW" sz="2800" baseline="-25000" dirty="0"/>
              <a:t> </a:t>
            </a:r>
            <a:r>
              <a:rPr lang="en-US" altLang="zh-TW" sz="2800" dirty="0"/>
              <a:t>as the root, then </a:t>
            </a:r>
            <a:r>
              <a:rPr lang="en-US" altLang="zh-TW" sz="2800" dirty="0" err="1">
                <a:cs typeface="Arial" charset="0"/>
              </a:rPr>
              <a:t>k</a:t>
            </a:r>
            <a:r>
              <a:rPr lang="en-US" altLang="zh-TW" sz="2800" baseline="-25000" dirty="0" err="1"/>
              <a:t>j</a:t>
            </a:r>
            <a:r>
              <a:rPr lang="en-US" altLang="zh-TW" sz="2800" dirty="0" err="1"/>
              <a:t>‘s</a:t>
            </a:r>
            <a:r>
              <a:rPr lang="en-US" altLang="zh-TW" sz="2800" dirty="0"/>
              <a:t> right subtree contains the keys, </a:t>
            </a:r>
            <a:r>
              <a:rPr lang="en-US" altLang="zh-TW" sz="2800" dirty="0">
                <a:cs typeface="Arial" charset="0"/>
              </a:rPr>
              <a:t>k</a:t>
            </a:r>
            <a:r>
              <a:rPr lang="en-US" altLang="zh-TW" sz="2800" baseline="-25000" dirty="0"/>
              <a:t>j+1</a:t>
            </a:r>
            <a:r>
              <a:rPr lang="en-US" altLang="zh-TW" sz="2800" dirty="0"/>
              <a:t> …,</a:t>
            </a:r>
            <a:r>
              <a:rPr lang="en-US" altLang="zh-TW" sz="2800" dirty="0" err="1">
                <a:cs typeface="Arial" charset="0"/>
              </a:rPr>
              <a:t>k</a:t>
            </a:r>
            <a:r>
              <a:rPr lang="en-US" altLang="zh-TW" sz="2800" baseline="-25000" dirty="0" err="1"/>
              <a:t>j</a:t>
            </a:r>
            <a:r>
              <a:rPr lang="en-US" altLang="zh-TW" sz="2800" dirty="0"/>
              <a:t>; this right subtree contains no actual keys, but it does contain the dummy key </a:t>
            </a:r>
            <a:r>
              <a:rPr lang="en-US" altLang="zh-TW" sz="2800" dirty="0" err="1">
                <a:cs typeface="Arial" charset="0"/>
              </a:rPr>
              <a:t>d</a:t>
            </a:r>
            <a:r>
              <a:rPr lang="en-US" altLang="zh-TW" sz="2800" baseline="-25000" dirty="0" err="1"/>
              <a:t>j</a:t>
            </a:r>
            <a:r>
              <a:rPr lang="en-US" altLang="zh-TW" sz="2800" dirty="0"/>
              <a:t>.</a:t>
            </a:r>
          </a:p>
        </p:txBody>
      </p:sp>
    </p:spTree>
  </p:cSld>
  <p:clrMapOvr>
    <a:masterClrMapping/>
  </p:clrMapOvr>
  <p:transition spd="slow">
    <p:randomBar dir="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Rot="1" noChangeArrowheads="1"/>
          </p:cNvSpPr>
          <p:nvPr>
            <p:ph type="title"/>
          </p:nvPr>
        </p:nvSpPr>
        <p:spPr/>
        <p:txBody>
          <a:bodyPr/>
          <a:lstStyle/>
          <a:p>
            <a:r>
              <a:rPr lang="en-US" altLang="zh-TW"/>
              <a:t>Step2: A recursive solution</a:t>
            </a:r>
          </a:p>
        </p:txBody>
      </p:sp>
      <p:sp>
        <p:nvSpPr>
          <p:cNvPr id="15363" name="Rectangle 3"/>
          <p:cNvSpPr>
            <a:spLocks noGrp="1" noRot="1" noChangeArrowheads="1"/>
          </p:cNvSpPr>
          <p:nvPr>
            <p:ph type="body" idx="1"/>
          </p:nvPr>
        </p:nvSpPr>
        <p:spPr>
          <a:xfrm>
            <a:off x="519113" y="1600200"/>
            <a:ext cx="8229600" cy="4525963"/>
          </a:xfrm>
        </p:spPr>
        <p:txBody>
          <a:bodyPr/>
          <a:lstStyle/>
          <a:p>
            <a:r>
              <a:rPr lang="en-US" altLang="zh-TW" sz="2800" dirty="0"/>
              <a:t>We are ready to define the value of an optimal solution recursively. We pick our </a:t>
            </a:r>
            <a:r>
              <a:rPr lang="en-US" altLang="zh-TW" sz="2800" dirty="0" err="1"/>
              <a:t>subproblem</a:t>
            </a:r>
            <a:r>
              <a:rPr lang="en-US" altLang="zh-TW" sz="2800" dirty="0"/>
              <a:t> domain as finding an OBST containing the keys </a:t>
            </a:r>
            <a:r>
              <a:rPr lang="en-US" altLang="zh-TW" sz="2800" dirty="0" err="1">
                <a:cs typeface="Arial" charset="0"/>
              </a:rPr>
              <a:t>k</a:t>
            </a:r>
            <a:r>
              <a:rPr lang="en-US" altLang="zh-TW" sz="2800" baseline="-25000" dirty="0" err="1"/>
              <a:t>i</a:t>
            </a:r>
            <a:r>
              <a:rPr lang="en-US" altLang="zh-TW" sz="2800" dirty="0"/>
              <a:t>,…,</a:t>
            </a:r>
            <a:r>
              <a:rPr lang="en-US" altLang="zh-TW" sz="2800" dirty="0" err="1">
                <a:cs typeface="Arial" charset="0"/>
              </a:rPr>
              <a:t>k</a:t>
            </a:r>
            <a:r>
              <a:rPr lang="en-US" altLang="zh-TW" sz="2800" baseline="-25000" dirty="0" err="1"/>
              <a:t>j</a:t>
            </a:r>
            <a:r>
              <a:rPr lang="en-US" altLang="zh-TW" sz="2800" dirty="0"/>
              <a:t>, where </a:t>
            </a:r>
            <a:r>
              <a:rPr lang="en-US" altLang="zh-TW" sz="2800" dirty="0" smtClean="0"/>
              <a:t>i≥1</a:t>
            </a:r>
            <a:r>
              <a:rPr lang="en-US" altLang="zh-TW" sz="2800" dirty="0"/>
              <a:t>, j </a:t>
            </a:r>
            <a:r>
              <a:rPr lang="en-US" altLang="zh-TW" sz="2800" dirty="0" smtClean="0"/>
              <a:t>≤ n</a:t>
            </a:r>
            <a:r>
              <a:rPr lang="en-US" altLang="zh-TW" sz="2800" dirty="0"/>
              <a:t>, and j </a:t>
            </a:r>
            <a:r>
              <a:rPr lang="en-US" altLang="zh-TW" sz="2800" dirty="0" smtClean="0"/>
              <a:t>≥ </a:t>
            </a:r>
            <a:r>
              <a:rPr lang="en-US" altLang="zh-TW" sz="2800" dirty="0"/>
              <a:t>i-1. (It is when j=i-1 that </a:t>
            </a:r>
            <a:r>
              <a:rPr lang="en-US" altLang="zh-TW" sz="2800" dirty="0" smtClean="0"/>
              <a:t>there </a:t>
            </a:r>
            <a:r>
              <a:rPr lang="en-US" altLang="zh-TW" sz="2800" dirty="0"/>
              <a:t>are no actual keys; we have just the dummy key </a:t>
            </a:r>
            <a:r>
              <a:rPr lang="en-US" altLang="zh-TW" sz="2800" dirty="0">
                <a:cs typeface="Arial" charset="0"/>
              </a:rPr>
              <a:t>d</a:t>
            </a:r>
            <a:r>
              <a:rPr lang="en-US" altLang="zh-TW" sz="2800" baseline="-25000" dirty="0"/>
              <a:t>i-1</a:t>
            </a:r>
            <a:r>
              <a:rPr lang="en-US" altLang="zh-TW" sz="2800" dirty="0"/>
              <a:t>.) </a:t>
            </a:r>
          </a:p>
          <a:p>
            <a:r>
              <a:rPr lang="en-US" altLang="zh-TW" sz="2800" dirty="0"/>
              <a:t>Let us define e[</a:t>
            </a:r>
            <a:r>
              <a:rPr lang="en-US" altLang="zh-TW" sz="2800" dirty="0" err="1"/>
              <a:t>i,j</a:t>
            </a:r>
            <a:r>
              <a:rPr lang="en-US" altLang="zh-TW" sz="2800" dirty="0"/>
              <a:t>] as the expected cost of searching an OBST containing the keys </a:t>
            </a:r>
            <a:r>
              <a:rPr lang="en-US" altLang="zh-TW" sz="2800" dirty="0" err="1">
                <a:cs typeface="Arial" charset="0"/>
              </a:rPr>
              <a:t>k</a:t>
            </a:r>
            <a:r>
              <a:rPr lang="en-US" altLang="zh-TW" sz="2800" baseline="-25000" dirty="0" err="1"/>
              <a:t>i</a:t>
            </a:r>
            <a:r>
              <a:rPr lang="en-US" altLang="zh-TW" sz="2800" dirty="0"/>
              <a:t>,…, </a:t>
            </a:r>
            <a:r>
              <a:rPr lang="en-US" altLang="zh-TW" sz="2800" dirty="0" err="1">
                <a:cs typeface="Arial" charset="0"/>
              </a:rPr>
              <a:t>k</a:t>
            </a:r>
            <a:r>
              <a:rPr lang="en-US" altLang="zh-TW" sz="2800" baseline="-25000" dirty="0" err="1"/>
              <a:t>j</a:t>
            </a:r>
            <a:r>
              <a:rPr lang="en-US" altLang="zh-TW" sz="2800" dirty="0"/>
              <a:t>. Ultimately, we wish to compute e[1,n].</a:t>
            </a:r>
            <a:endParaRPr lang="en-US" altLang="zh-TW" sz="2800" baseline="-25000" dirty="0"/>
          </a:p>
        </p:txBody>
      </p:sp>
    </p:spTree>
  </p:cSld>
  <p:clrMapOvr>
    <a:masterClrMapping/>
  </p:clrMapOvr>
  <p:transition spd="slow">
    <p:randomBar dir="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Rot="1" noChangeArrowheads="1"/>
          </p:cNvSpPr>
          <p:nvPr>
            <p:ph type="body" idx="1"/>
          </p:nvPr>
        </p:nvSpPr>
        <p:spPr>
          <a:xfrm>
            <a:off x="457200" y="260350"/>
            <a:ext cx="8229600" cy="5865813"/>
          </a:xfrm>
        </p:spPr>
        <p:txBody>
          <a:bodyPr/>
          <a:lstStyle/>
          <a:p>
            <a:pPr>
              <a:lnSpc>
                <a:spcPct val="90000"/>
              </a:lnSpc>
            </a:pPr>
            <a:r>
              <a:rPr lang="en-US" altLang="zh-TW" dirty="0"/>
              <a:t>The easy case occurs when j=i-1. Then we have just the dummy key </a:t>
            </a:r>
            <a:r>
              <a:rPr lang="en-US" altLang="zh-TW" dirty="0">
                <a:cs typeface="Arial" charset="0"/>
              </a:rPr>
              <a:t>d</a:t>
            </a:r>
            <a:r>
              <a:rPr lang="en-US" altLang="zh-TW" baseline="-25000" dirty="0"/>
              <a:t>i-1</a:t>
            </a:r>
            <a:r>
              <a:rPr lang="en-US" altLang="zh-TW" dirty="0"/>
              <a:t>. The expected search cost is e[i,i-1]= </a:t>
            </a:r>
            <a:r>
              <a:rPr lang="en-US" altLang="zh-TW" dirty="0">
                <a:cs typeface="Arial" charset="0"/>
              </a:rPr>
              <a:t>q</a:t>
            </a:r>
            <a:r>
              <a:rPr lang="en-US" altLang="zh-TW" baseline="-25000" dirty="0"/>
              <a:t>i-1</a:t>
            </a:r>
            <a:r>
              <a:rPr lang="en-US" altLang="zh-TW" dirty="0"/>
              <a:t>.</a:t>
            </a:r>
          </a:p>
          <a:p>
            <a:pPr>
              <a:lnSpc>
                <a:spcPct val="90000"/>
              </a:lnSpc>
            </a:pPr>
            <a:r>
              <a:rPr lang="en-US" altLang="zh-TW" dirty="0"/>
              <a:t>When </a:t>
            </a:r>
            <a:r>
              <a:rPr lang="en-US" altLang="zh-TW" dirty="0" smtClean="0"/>
              <a:t>j ≥ </a:t>
            </a:r>
            <a:r>
              <a:rPr lang="en-US" altLang="zh-TW" dirty="0" err="1" smtClean="0"/>
              <a:t>i</a:t>
            </a:r>
            <a:r>
              <a:rPr lang="en-US" altLang="zh-TW" dirty="0" smtClean="0"/>
              <a:t>, </a:t>
            </a:r>
            <a:r>
              <a:rPr lang="en-US" altLang="zh-TW" dirty="0"/>
              <a:t>we need to select a root </a:t>
            </a:r>
            <a:r>
              <a:rPr lang="en-US" altLang="zh-TW" dirty="0" err="1" smtClean="0"/>
              <a:t>k</a:t>
            </a:r>
            <a:r>
              <a:rPr lang="en-US" altLang="zh-TW" baseline="-25000" dirty="0" err="1" smtClean="0"/>
              <a:t>r</a:t>
            </a:r>
            <a:r>
              <a:rPr lang="en-US" altLang="zh-TW" baseline="-25000" dirty="0" smtClean="0"/>
              <a:t> </a:t>
            </a:r>
            <a:r>
              <a:rPr lang="en-US" altLang="zh-TW" dirty="0" smtClean="0"/>
              <a:t>from </a:t>
            </a:r>
            <a:r>
              <a:rPr lang="en-US" altLang="zh-TW" dirty="0"/>
              <a:t>among </a:t>
            </a:r>
            <a:r>
              <a:rPr lang="en-US" altLang="zh-TW" dirty="0" err="1"/>
              <a:t>k</a:t>
            </a:r>
            <a:r>
              <a:rPr lang="en-US" altLang="zh-TW" baseline="-25000" dirty="0" err="1"/>
              <a:t>i</a:t>
            </a:r>
            <a:r>
              <a:rPr lang="en-US" altLang="zh-TW" dirty="0"/>
              <a:t>,…,</a:t>
            </a:r>
            <a:r>
              <a:rPr lang="en-US" altLang="zh-TW" dirty="0" err="1"/>
              <a:t>k</a:t>
            </a:r>
            <a:r>
              <a:rPr lang="en-US" altLang="zh-TW" baseline="-25000" dirty="0" err="1"/>
              <a:t>j</a:t>
            </a:r>
            <a:r>
              <a:rPr lang="en-US" altLang="zh-TW" baseline="-25000" dirty="0"/>
              <a:t> </a:t>
            </a:r>
            <a:r>
              <a:rPr lang="en-US" altLang="zh-TW" dirty="0"/>
              <a:t>and then make an OBST with keys </a:t>
            </a:r>
            <a:r>
              <a:rPr lang="en-US" altLang="zh-TW" dirty="0" err="1"/>
              <a:t>k</a:t>
            </a:r>
            <a:r>
              <a:rPr lang="en-US" altLang="zh-TW" baseline="-25000" dirty="0" err="1"/>
              <a:t>i</a:t>
            </a:r>
            <a:r>
              <a:rPr lang="en-US" altLang="zh-TW" dirty="0"/>
              <a:t>,…,k</a:t>
            </a:r>
            <a:r>
              <a:rPr lang="en-US" altLang="zh-TW" baseline="-25000" dirty="0"/>
              <a:t>r-1</a:t>
            </a:r>
            <a:r>
              <a:rPr lang="en-US" altLang="zh-TW" dirty="0"/>
              <a:t> its left subtree and an OBST with keys k</a:t>
            </a:r>
            <a:r>
              <a:rPr lang="en-US" altLang="zh-TW" baseline="-25000" dirty="0"/>
              <a:t>r+1</a:t>
            </a:r>
            <a:r>
              <a:rPr lang="en-US" altLang="zh-TW" dirty="0"/>
              <a:t>,…,</a:t>
            </a:r>
            <a:r>
              <a:rPr lang="en-US" altLang="zh-TW" dirty="0" err="1"/>
              <a:t>k</a:t>
            </a:r>
            <a:r>
              <a:rPr lang="en-US" altLang="zh-TW" baseline="-25000" dirty="0" err="1"/>
              <a:t>j</a:t>
            </a:r>
            <a:r>
              <a:rPr lang="en-US" altLang="zh-TW" baseline="-25000" dirty="0"/>
              <a:t> </a:t>
            </a:r>
            <a:r>
              <a:rPr lang="en-US" altLang="zh-TW" dirty="0"/>
              <a:t>its right subtree. </a:t>
            </a:r>
            <a:endParaRPr lang="en-US" altLang="zh-TW" dirty="0" smtClean="0"/>
          </a:p>
          <a:p>
            <a:pPr>
              <a:lnSpc>
                <a:spcPct val="90000"/>
              </a:lnSpc>
            </a:pPr>
            <a:r>
              <a:rPr lang="en-US" altLang="zh-TW" dirty="0" smtClean="0"/>
              <a:t>What </a:t>
            </a:r>
            <a:r>
              <a:rPr lang="en-US" altLang="zh-TW" dirty="0"/>
              <a:t>happens to the expected search cost of a subtree when it becomes a subtree of a node? The answer is that the depth of each node in the </a:t>
            </a:r>
            <a:r>
              <a:rPr lang="en-US" altLang="zh-TW" dirty="0" err="1"/>
              <a:t>subtree</a:t>
            </a:r>
            <a:r>
              <a:rPr lang="en-US" altLang="zh-TW" dirty="0"/>
              <a:t> increases by 1.</a:t>
            </a:r>
          </a:p>
        </p:txBody>
      </p:sp>
    </p:spTree>
  </p:cSld>
  <p:clrMapOvr>
    <a:masterClrMapping/>
  </p:clrMapOvr>
  <p:transition spd="slow">
    <p:randomBar dir="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Rot="1" noChangeArrowheads="1"/>
          </p:cNvSpPr>
          <p:nvPr>
            <p:ph type="body" idx="1"/>
          </p:nvPr>
        </p:nvSpPr>
        <p:spPr>
          <a:xfrm>
            <a:off x="468313" y="404813"/>
            <a:ext cx="8351837" cy="6048375"/>
          </a:xfrm>
        </p:spPr>
        <p:txBody>
          <a:bodyPr/>
          <a:lstStyle/>
          <a:p>
            <a:pPr>
              <a:lnSpc>
                <a:spcPct val="90000"/>
              </a:lnSpc>
            </a:pPr>
            <a:r>
              <a:rPr lang="en-US" altLang="zh-TW" dirty="0"/>
              <a:t>By the second statement, the </a:t>
            </a:r>
            <a:r>
              <a:rPr lang="en-US" altLang="zh-TW" dirty="0" smtClean="0"/>
              <a:t>expected </a:t>
            </a:r>
            <a:r>
              <a:rPr lang="en-US" altLang="zh-TW" dirty="0"/>
              <a:t>search cost of this subtree increases by the sum of all the probabilities in the subtree. For a </a:t>
            </a:r>
            <a:r>
              <a:rPr lang="en-US" altLang="zh-TW" dirty="0" err="1"/>
              <a:t>subtree</a:t>
            </a:r>
            <a:r>
              <a:rPr lang="en-US" altLang="zh-TW" dirty="0"/>
              <a:t> with keys </a:t>
            </a:r>
            <a:r>
              <a:rPr lang="en-US" altLang="zh-TW" dirty="0" err="1"/>
              <a:t>k</a:t>
            </a:r>
            <a:r>
              <a:rPr lang="en-US" altLang="zh-TW" baseline="-25000" dirty="0" err="1"/>
              <a:t>i</a:t>
            </a:r>
            <a:r>
              <a:rPr lang="en-US" altLang="zh-TW" dirty="0"/>
              <a:t>,…,</a:t>
            </a:r>
            <a:r>
              <a:rPr lang="en-US" altLang="zh-TW" dirty="0" err="1"/>
              <a:t>k</a:t>
            </a:r>
            <a:r>
              <a:rPr lang="en-US" altLang="zh-TW" baseline="-25000" dirty="0" err="1"/>
              <a:t>j</a:t>
            </a:r>
            <a:r>
              <a:rPr lang="en-US" altLang="zh-TW" dirty="0"/>
              <a:t> let us denote this sum of probabilities as</a:t>
            </a:r>
          </a:p>
          <a:p>
            <a:pPr>
              <a:lnSpc>
                <a:spcPct val="90000"/>
              </a:lnSpc>
            </a:pPr>
            <a:endParaRPr lang="en-US" altLang="zh-TW" dirty="0"/>
          </a:p>
          <a:p>
            <a:pPr>
              <a:lnSpc>
                <a:spcPct val="90000"/>
              </a:lnSpc>
              <a:buFont typeface="Wingdings" pitchFamily="2" charset="2"/>
              <a:buNone/>
            </a:pPr>
            <a:r>
              <a:rPr lang="en-US" altLang="zh-TW" u="sng" dirty="0"/>
              <a:t>w (</a:t>
            </a:r>
            <a:r>
              <a:rPr lang="en-US" altLang="zh-TW" u="sng" dirty="0" err="1"/>
              <a:t>i</a:t>
            </a:r>
            <a:r>
              <a:rPr lang="en-US" altLang="zh-TW" u="sng" dirty="0"/>
              <a:t> , j) = (l=</a:t>
            </a:r>
            <a:r>
              <a:rPr lang="en-US" altLang="zh-TW" u="sng" dirty="0" err="1"/>
              <a:t>i~j</a:t>
            </a:r>
            <a:r>
              <a:rPr lang="en-US" altLang="zh-TW" u="sng" dirty="0"/>
              <a:t>) </a:t>
            </a:r>
            <a:r>
              <a:rPr lang="en-US" altLang="zh-TW" u="sng" dirty="0">
                <a:cs typeface="Arial" charset="0"/>
              </a:rPr>
              <a:t>∑ p</a:t>
            </a:r>
            <a:r>
              <a:rPr lang="en-US" altLang="zh-TW" baseline="-25000" dirty="0"/>
              <a:t>l  </a:t>
            </a:r>
            <a:r>
              <a:rPr lang="en-US" altLang="zh-TW" u="sng" dirty="0"/>
              <a:t>+ (l=i-1~j) </a:t>
            </a:r>
            <a:r>
              <a:rPr lang="en-US" altLang="zh-TW" u="sng" dirty="0">
                <a:cs typeface="Arial" charset="0"/>
              </a:rPr>
              <a:t>∑ </a:t>
            </a:r>
            <a:r>
              <a:rPr lang="en-US" altLang="zh-TW" u="sng" dirty="0" err="1">
                <a:cs typeface="Arial" charset="0"/>
              </a:rPr>
              <a:t>q</a:t>
            </a:r>
            <a:r>
              <a:rPr lang="en-US" altLang="zh-TW" baseline="-25000" dirty="0" err="1"/>
              <a:t>l</a:t>
            </a:r>
            <a:r>
              <a:rPr lang="en-US" altLang="zh-TW" u="sng" baseline="-25000" dirty="0"/>
              <a:t>  </a:t>
            </a:r>
          </a:p>
          <a:p>
            <a:pPr>
              <a:lnSpc>
                <a:spcPct val="90000"/>
              </a:lnSpc>
              <a:buFont typeface="Wingdings" pitchFamily="2" charset="2"/>
              <a:buNone/>
            </a:pPr>
            <a:endParaRPr lang="en-US" altLang="zh-TW" u="sng" dirty="0"/>
          </a:p>
          <a:p>
            <a:pPr>
              <a:lnSpc>
                <a:spcPct val="90000"/>
              </a:lnSpc>
              <a:buFont typeface="Wingdings" pitchFamily="2" charset="2"/>
              <a:buNone/>
            </a:pPr>
            <a:r>
              <a:rPr lang="en-US" altLang="zh-TW" dirty="0"/>
              <a:t>Thus, if </a:t>
            </a:r>
            <a:r>
              <a:rPr lang="en-US" altLang="zh-TW" dirty="0" err="1"/>
              <a:t>k</a:t>
            </a:r>
            <a:r>
              <a:rPr lang="en-US" altLang="zh-TW" baseline="-25000" dirty="0" err="1"/>
              <a:t>r</a:t>
            </a:r>
            <a:r>
              <a:rPr lang="en-US" altLang="zh-TW" baseline="-25000" dirty="0"/>
              <a:t> </a:t>
            </a:r>
            <a:r>
              <a:rPr lang="en-US" altLang="zh-TW" dirty="0"/>
              <a:t>is the root of an optimal </a:t>
            </a:r>
            <a:r>
              <a:rPr lang="en-US" altLang="zh-TW" dirty="0" err="1"/>
              <a:t>subtree</a:t>
            </a:r>
            <a:r>
              <a:rPr lang="en-US" altLang="zh-TW" dirty="0"/>
              <a:t> containing keys </a:t>
            </a:r>
            <a:r>
              <a:rPr lang="en-US" altLang="zh-TW" dirty="0" err="1"/>
              <a:t>k</a:t>
            </a:r>
            <a:r>
              <a:rPr lang="en-US" altLang="zh-TW" baseline="-25000" dirty="0" err="1"/>
              <a:t>i</a:t>
            </a:r>
            <a:r>
              <a:rPr lang="en-US" altLang="zh-TW" dirty="0"/>
              <a:t>,…,</a:t>
            </a:r>
            <a:r>
              <a:rPr lang="en-US" altLang="zh-TW" dirty="0" err="1"/>
              <a:t>k</a:t>
            </a:r>
            <a:r>
              <a:rPr lang="en-US" altLang="zh-TW" baseline="-25000" dirty="0" err="1"/>
              <a:t>j</a:t>
            </a:r>
            <a:r>
              <a:rPr lang="en-US" altLang="zh-TW" dirty="0"/>
              <a:t>, we have</a:t>
            </a:r>
          </a:p>
          <a:p>
            <a:pPr>
              <a:lnSpc>
                <a:spcPct val="90000"/>
              </a:lnSpc>
              <a:buFont typeface="Wingdings" pitchFamily="2" charset="2"/>
              <a:buNone/>
            </a:pPr>
            <a:r>
              <a:rPr lang="en-US" altLang="zh-TW" dirty="0" smtClean="0"/>
              <a:t>e[</a:t>
            </a:r>
            <a:r>
              <a:rPr lang="en-US" altLang="zh-TW" dirty="0" err="1" smtClean="0"/>
              <a:t>i,j</a:t>
            </a:r>
            <a:r>
              <a:rPr lang="en-US" altLang="zh-TW" dirty="0"/>
              <a:t>]= p</a:t>
            </a:r>
            <a:r>
              <a:rPr lang="en-US" altLang="zh-TW" baseline="-25000" dirty="0"/>
              <a:t>r </a:t>
            </a:r>
            <a:r>
              <a:rPr lang="en-US" altLang="zh-TW" dirty="0"/>
              <a:t>+ (e[i,r-1]+w(i,r-1))+(e[r+1,j]+w(r+1,j))</a:t>
            </a:r>
          </a:p>
          <a:p>
            <a:pPr>
              <a:lnSpc>
                <a:spcPct val="90000"/>
              </a:lnSpc>
              <a:buFont typeface="Wingdings" pitchFamily="2" charset="2"/>
              <a:buNone/>
            </a:pPr>
            <a:r>
              <a:rPr lang="en-US" altLang="zh-TW" dirty="0" smtClean="0"/>
              <a:t>Noting </a:t>
            </a:r>
            <a:r>
              <a:rPr lang="en-US" altLang="zh-TW" dirty="0"/>
              <a:t>that w (</a:t>
            </a:r>
            <a:r>
              <a:rPr lang="en-US" altLang="zh-TW" dirty="0" err="1"/>
              <a:t>i</a:t>
            </a:r>
            <a:r>
              <a:rPr lang="en-US" altLang="zh-TW" dirty="0"/>
              <a:t> , j) = w(i,r-1)+ p</a:t>
            </a:r>
            <a:r>
              <a:rPr lang="en-US" altLang="zh-TW" baseline="-25000" dirty="0"/>
              <a:t>r </a:t>
            </a:r>
            <a:r>
              <a:rPr lang="en-US" altLang="zh-TW" dirty="0"/>
              <a:t>+w(r+1,j)</a:t>
            </a:r>
          </a:p>
        </p:txBody>
      </p:sp>
    </p:spTree>
  </p:cSld>
  <p:clrMapOvr>
    <a:masterClrMapping/>
  </p:clrMapOvr>
  <p:transition spd="slow">
    <p:randomBar dir="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Rot="1" noChangeArrowheads="1"/>
          </p:cNvSpPr>
          <p:nvPr>
            <p:ph type="body" idx="1"/>
          </p:nvPr>
        </p:nvSpPr>
        <p:spPr>
          <a:xfrm>
            <a:off x="457200" y="260350"/>
            <a:ext cx="8229600" cy="5865813"/>
          </a:xfrm>
        </p:spPr>
        <p:txBody>
          <a:bodyPr/>
          <a:lstStyle/>
          <a:p>
            <a:r>
              <a:rPr lang="en-US" altLang="zh-TW" sz="2800" dirty="0"/>
              <a:t>We rewrite e[</a:t>
            </a:r>
            <a:r>
              <a:rPr lang="en-US" altLang="zh-TW" sz="2800" dirty="0" err="1"/>
              <a:t>i,j</a:t>
            </a:r>
            <a:r>
              <a:rPr lang="en-US" altLang="zh-TW" sz="2800" dirty="0"/>
              <a:t>] as</a:t>
            </a:r>
          </a:p>
          <a:p>
            <a:pPr>
              <a:buFont typeface="Wingdings" pitchFamily="2" charset="2"/>
              <a:buNone/>
            </a:pPr>
            <a:r>
              <a:rPr lang="en-US" altLang="zh-TW" sz="2800" dirty="0"/>
              <a:t>	e[</a:t>
            </a:r>
            <a:r>
              <a:rPr lang="en-US" altLang="zh-TW" sz="2800" dirty="0" err="1"/>
              <a:t>i,j</a:t>
            </a:r>
            <a:r>
              <a:rPr lang="en-US" altLang="zh-TW" sz="2800" dirty="0"/>
              <a:t>]= e[i,r-1] + e[r+1,j]+w(</a:t>
            </a:r>
            <a:r>
              <a:rPr lang="en-US" altLang="zh-TW" sz="2800" dirty="0" err="1"/>
              <a:t>i,j</a:t>
            </a:r>
            <a:r>
              <a:rPr lang="en-US" altLang="zh-TW" sz="2800" dirty="0"/>
              <a:t>)</a:t>
            </a:r>
          </a:p>
          <a:p>
            <a:pPr>
              <a:buFont typeface="Wingdings" pitchFamily="2" charset="2"/>
              <a:buNone/>
            </a:pPr>
            <a:endParaRPr lang="en-US" altLang="zh-TW" sz="2800" dirty="0"/>
          </a:p>
          <a:p>
            <a:pPr>
              <a:buFont typeface="Wingdings" pitchFamily="2" charset="2"/>
              <a:buNone/>
            </a:pPr>
            <a:r>
              <a:rPr lang="en-US" altLang="zh-TW" sz="2800" dirty="0"/>
              <a:t>	The recursive equation as above assumes that we know which node </a:t>
            </a:r>
            <a:r>
              <a:rPr lang="en-US" altLang="zh-TW" sz="2800" dirty="0" err="1"/>
              <a:t>k</a:t>
            </a:r>
            <a:r>
              <a:rPr lang="en-US" altLang="zh-TW" sz="2800" baseline="-25000" dirty="0" err="1"/>
              <a:t>r</a:t>
            </a:r>
            <a:r>
              <a:rPr lang="en-US" altLang="zh-TW" sz="2800" dirty="0"/>
              <a:t> to use as the root. We choose the root that gives the lowest expected search cost, giving us our final recursive formulation: </a:t>
            </a:r>
          </a:p>
          <a:p>
            <a:pPr>
              <a:buFont typeface="Wingdings" pitchFamily="2" charset="2"/>
              <a:buNone/>
            </a:pPr>
            <a:r>
              <a:rPr lang="en-US" altLang="zh-TW" sz="2800" dirty="0"/>
              <a:t>e</a:t>
            </a:r>
            <a:r>
              <a:rPr lang="en-US" altLang="zh-TW" sz="2800" dirty="0" smtClean="0"/>
              <a:t>[</a:t>
            </a:r>
            <a:r>
              <a:rPr lang="en-US" altLang="zh-TW" sz="2800" dirty="0" err="1" smtClean="0"/>
              <a:t>i,j</a:t>
            </a:r>
            <a:r>
              <a:rPr lang="en-US" altLang="zh-TW" sz="2800" dirty="0"/>
              <a:t>]=</a:t>
            </a:r>
          </a:p>
          <a:p>
            <a:pPr>
              <a:buNone/>
            </a:pPr>
            <a:r>
              <a:rPr lang="en-US" altLang="zh-TW" sz="2800" dirty="0"/>
              <a:t>	case1:  if </a:t>
            </a:r>
            <a:r>
              <a:rPr lang="en-US" altLang="zh-TW" sz="2800" dirty="0" err="1" smtClean="0"/>
              <a:t>i</a:t>
            </a:r>
            <a:r>
              <a:rPr lang="en-US" altLang="zh-TW" sz="2800" dirty="0" smtClean="0"/>
              <a:t> ≤ </a:t>
            </a:r>
            <a:r>
              <a:rPr lang="en-US" altLang="zh-TW" sz="2800" dirty="0" err="1" smtClean="0"/>
              <a:t>j,i</a:t>
            </a:r>
            <a:r>
              <a:rPr lang="en-US" altLang="zh-TW" sz="2800" dirty="0" smtClean="0"/>
              <a:t> ≤ r ≤ j</a:t>
            </a:r>
            <a:endParaRPr lang="en-US" altLang="zh-TW" sz="2800" dirty="0"/>
          </a:p>
          <a:p>
            <a:pPr>
              <a:buFont typeface="Wingdings" pitchFamily="2" charset="2"/>
              <a:buNone/>
            </a:pPr>
            <a:r>
              <a:rPr lang="en-US" altLang="zh-TW" sz="2800" dirty="0"/>
              <a:t>		       </a:t>
            </a:r>
            <a:r>
              <a:rPr lang="en-US" altLang="zh-TW" sz="2800" dirty="0" smtClean="0"/>
              <a:t>e[</a:t>
            </a:r>
            <a:r>
              <a:rPr lang="en-US" altLang="zh-TW" sz="2800" dirty="0" err="1" smtClean="0"/>
              <a:t>i,j</a:t>
            </a:r>
            <a:r>
              <a:rPr lang="en-US" altLang="zh-TW" sz="2800" dirty="0"/>
              <a:t>]=min{e[i,r-1]+e[r+1,j]+w(</a:t>
            </a:r>
            <a:r>
              <a:rPr lang="en-US" altLang="zh-TW" sz="2800" dirty="0" err="1"/>
              <a:t>i,j</a:t>
            </a:r>
            <a:r>
              <a:rPr lang="en-US" altLang="zh-TW" sz="2800" dirty="0"/>
              <a:t>)}</a:t>
            </a:r>
          </a:p>
          <a:p>
            <a:pPr>
              <a:buFont typeface="Wingdings" pitchFamily="2" charset="2"/>
              <a:buNone/>
            </a:pPr>
            <a:r>
              <a:rPr lang="en-US" altLang="zh-TW" sz="2800" dirty="0"/>
              <a:t>	case2:  if j=i-1; </a:t>
            </a:r>
            <a:r>
              <a:rPr lang="en-US" altLang="zh-TW" sz="2800" dirty="0" smtClean="0"/>
              <a:t>e[</a:t>
            </a:r>
            <a:r>
              <a:rPr lang="en-US" altLang="zh-TW" sz="2800" dirty="0" err="1" smtClean="0"/>
              <a:t>i,j</a:t>
            </a:r>
            <a:r>
              <a:rPr lang="en-US" altLang="zh-TW" sz="2800" dirty="0"/>
              <a:t>]= q</a:t>
            </a:r>
            <a:r>
              <a:rPr lang="en-US" altLang="zh-TW" sz="2800" baseline="-25000" dirty="0"/>
              <a:t>i-1</a:t>
            </a:r>
          </a:p>
        </p:txBody>
      </p:sp>
    </p:spTree>
  </p:cSld>
  <p:clrMapOvr>
    <a:masterClrMapping/>
  </p:clrMapOvr>
  <p:transition spd="slow">
    <p:randomBar dir="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Rot="1" noChangeArrowheads="1"/>
          </p:cNvSpPr>
          <p:nvPr>
            <p:ph type="body" idx="1"/>
          </p:nvPr>
        </p:nvSpPr>
        <p:spPr>
          <a:xfrm>
            <a:off x="457200" y="404813"/>
            <a:ext cx="8229600" cy="5721350"/>
          </a:xfrm>
        </p:spPr>
        <p:txBody>
          <a:bodyPr/>
          <a:lstStyle/>
          <a:p>
            <a:endParaRPr lang="en-US" altLang="zh-TW" dirty="0"/>
          </a:p>
          <a:p>
            <a:r>
              <a:rPr lang="en-US" altLang="zh-TW" dirty="0"/>
              <a:t>The e[</a:t>
            </a:r>
            <a:r>
              <a:rPr lang="en-US" altLang="zh-TW" dirty="0" err="1"/>
              <a:t>i,j</a:t>
            </a:r>
            <a:r>
              <a:rPr lang="en-US" altLang="zh-TW" dirty="0"/>
              <a:t>] values give the expected search costs in OBST. To help us keep track of the structure of OBST, we define root[</a:t>
            </a:r>
            <a:r>
              <a:rPr lang="en-US" altLang="zh-TW" dirty="0" err="1"/>
              <a:t>i,j</a:t>
            </a:r>
            <a:r>
              <a:rPr lang="en-US" altLang="zh-TW" dirty="0"/>
              <a:t>], for </a:t>
            </a:r>
            <a:r>
              <a:rPr lang="en-US" altLang="zh-TW" dirty="0" smtClean="0"/>
              <a:t>1 ≤ </a:t>
            </a:r>
            <a:r>
              <a:rPr lang="en-US" altLang="zh-TW" dirty="0" err="1" smtClean="0"/>
              <a:t>i</a:t>
            </a:r>
            <a:r>
              <a:rPr lang="en-US" altLang="zh-TW" dirty="0" smtClean="0"/>
              <a:t> ≤ j ≤ n</a:t>
            </a:r>
            <a:r>
              <a:rPr lang="en-US" altLang="zh-TW" dirty="0"/>
              <a:t>, to be the index r for which </a:t>
            </a:r>
            <a:r>
              <a:rPr lang="en-US" altLang="zh-TW" dirty="0" err="1"/>
              <a:t>k</a:t>
            </a:r>
            <a:r>
              <a:rPr lang="en-US" altLang="zh-TW" baseline="-25000" dirty="0" err="1"/>
              <a:t>r</a:t>
            </a:r>
            <a:r>
              <a:rPr lang="en-US" altLang="zh-TW" baseline="-25000" dirty="0"/>
              <a:t> </a:t>
            </a:r>
            <a:r>
              <a:rPr lang="en-US" altLang="zh-TW" dirty="0"/>
              <a:t>is the root of an OBST containing keys </a:t>
            </a:r>
            <a:r>
              <a:rPr lang="en-US" altLang="zh-TW" dirty="0" err="1"/>
              <a:t>k</a:t>
            </a:r>
            <a:r>
              <a:rPr lang="en-US" altLang="zh-TW" baseline="-25000" dirty="0" err="1"/>
              <a:t>i</a:t>
            </a:r>
            <a:r>
              <a:rPr lang="en-US" altLang="zh-TW" dirty="0"/>
              <a:t>,…,</a:t>
            </a:r>
            <a:r>
              <a:rPr lang="en-US" altLang="zh-TW" dirty="0" err="1"/>
              <a:t>k</a:t>
            </a:r>
            <a:r>
              <a:rPr lang="en-US" altLang="zh-TW" baseline="-25000" dirty="0" err="1"/>
              <a:t>j</a:t>
            </a:r>
            <a:r>
              <a:rPr lang="en-US" altLang="zh-TW" dirty="0"/>
              <a:t>. </a:t>
            </a:r>
          </a:p>
        </p:txBody>
      </p:sp>
    </p:spTree>
  </p:cSld>
  <p:clrMapOvr>
    <a:masterClrMapping/>
  </p:clrMapOvr>
  <p:transition spd="slow">
    <p:randomBar dir="ver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US" altLang="zh-TW" sz="4000" dirty="0"/>
              <a:t>Step3: Computing the expected search cost of </a:t>
            </a:r>
            <a:r>
              <a:rPr lang="en-US" altLang="zh-TW" sz="4000" dirty="0" smtClean="0"/>
              <a:t>the </a:t>
            </a:r>
            <a:r>
              <a:rPr lang="en-US" altLang="zh-TW" sz="4000" dirty="0"/>
              <a:t>OBST</a:t>
            </a:r>
          </a:p>
        </p:txBody>
      </p:sp>
      <p:sp>
        <p:nvSpPr>
          <p:cNvPr id="20483" name="Rectangle 3"/>
          <p:cNvSpPr>
            <a:spLocks noGrp="1" noRot="1" noChangeArrowheads="1"/>
          </p:cNvSpPr>
          <p:nvPr>
            <p:ph type="body" idx="1"/>
          </p:nvPr>
        </p:nvSpPr>
        <p:spPr/>
        <p:txBody>
          <a:bodyPr/>
          <a:lstStyle/>
          <a:p>
            <a:pPr>
              <a:lnSpc>
                <a:spcPct val="80000"/>
              </a:lnSpc>
            </a:pPr>
            <a:r>
              <a:rPr lang="en-US" altLang="zh-TW" sz="2800" dirty="0"/>
              <a:t>We store the e[</a:t>
            </a:r>
            <a:r>
              <a:rPr lang="en-US" altLang="zh-TW" sz="2800" dirty="0" err="1"/>
              <a:t>i.j</a:t>
            </a:r>
            <a:r>
              <a:rPr lang="en-US" altLang="zh-TW" sz="2800" dirty="0"/>
              <a:t>] values in a table e[1..n+1, 0..n]. The first index needs to run to n+1rather than n because in order to have a </a:t>
            </a:r>
            <a:r>
              <a:rPr lang="en-US" altLang="zh-TW" sz="2800" dirty="0" err="1"/>
              <a:t>subtree</a:t>
            </a:r>
            <a:r>
              <a:rPr lang="en-US" altLang="zh-TW" sz="2800" dirty="0"/>
              <a:t> containing only the dummy key </a:t>
            </a:r>
            <a:r>
              <a:rPr lang="en-US" altLang="zh-TW" sz="2800" dirty="0" err="1"/>
              <a:t>d</a:t>
            </a:r>
            <a:r>
              <a:rPr lang="en-US" altLang="zh-TW" sz="2800" baseline="-25000" dirty="0" err="1"/>
              <a:t>n</a:t>
            </a:r>
            <a:r>
              <a:rPr lang="en-US" altLang="zh-TW" sz="2800" dirty="0"/>
              <a:t>, we will need to compute and store e[n+1,n]. The second index needs to start from 0 because in order to have a </a:t>
            </a:r>
            <a:r>
              <a:rPr lang="en-US" altLang="zh-TW" sz="2800" dirty="0" err="1"/>
              <a:t>subtree</a:t>
            </a:r>
            <a:r>
              <a:rPr lang="en-US" altLang="zh-TW" sz="2800" dirty="0"/>
              <a:t> containing only the dummy key d</a:t>
            </a:r>
            <a:r>
              <a:rPr lang="en-US" altLang="zh-TW" sz="2800" baseline="-25000" dirty="0"/>
              <a:t>0</a:t>
            </a:r>
            <a:r>
              <a:rPr lang="en-US" altLang="zh-TW" sz="2800" dirty="0"/>
              <a:t>, we will need to compute and store e[1,0]. We will use only the entries e[</a:t>
            </a:r>
            <a:r>
              <a:rPr lang="en-US" altLang="zh-TW" sz="2800" dirty="0" err="1"/>
              <a:t>i,j</a:t>
            </a:r>
            <a:r>
              <a:rPr lang="en-US" altLang="zh-TW" sz="2800" dirty="0"/>
              <a:t>] for which </a:t>
            </a:r>
            <a:r>
              <a:rPr lang="en-US" altLang="zh-TW" sz="2800" dirty="0" smtClean="0"/>
              <a:t>j ≥ i-1</a:t>
            </a:r>
            <a:r>
              <a:rPr lang="en-US" altLang="zh-TW" sz="2800" dirty="0"/>
              <a:t>. we also use a table root[</a:t>
            </a:r>
            <a:r>
              <a:rPr lang="en-US" altLang="zh-TW" sz="2800" dirty="0" err="1"/>
              <a:t>i,j</a:t>
            </a:r>
            <a:r>
              <a:rPr lang="en-US" altLang="zh-TW" sz="2800" dirty="0"/>
              <a:t>], for recording the root of the </a:t>
            </a:r>
            <a:r>
              <a:rPr lang="en-US" altLang="zh-TW" sz="2800" dirty="0" err="1"/>
              <a:t>subtree</a:t>
            </a:r>
            <a:r>
              <a:rPr lang="en-US" altLang="zh-TW" sz="2800" dirty="0"/>
              <a:t> containing keys </a:t>
            </a:r>
            <a:r>
              <a:rPr lang="en-US" altLang="zh-TW" sz="2800" dirty="0" err="1"/>
              <a:t>k</a:t>
            </a:r>
            <a:r>
              <a:rPr lang="en-US" altLang="zh-TW" sz="2800" baseline="-25000" dirty="0" err="1"/>
              <a:t>i</a:t>
            </a:r>
            <a:r>
              <a:rPr lang="en-US" altLang="zh-TW" sz="2800" dirty="0"/>
              <a:t>,…, </a:t>
            </a:r>
            <a:r>
              <a:rPr lang="en-US" altLang="zh-TW" sz="2800" dirty="0" err="1"/>
              <a:t>k</a:t>
            </a:r>
            <a:r>
              <a:rPr lang="en-US" altLang="zh-TW" sz="2800" baseline="-25000" dirty="0" err="1"/>
              <a:t>j</a:t>
            </a:r>
            <a:r>
              <a:rPr lang="en-US" altLang="zh-TW" sz="2800" dirty="0"/>
              <a:t>. This table uses only the entries for which </a:t>
            </a:r>
            <a:r>
              <a:rPr lang="en-US" altLang="zh-TW" sz="2800" dirty="0" smtClean="0"/>
              <a:t>1 ≤ </a:t>
            </a:r>
            <a:r>
              <a:rPr lang="en-US" altLang="zh-TW" sz="2800" dirty="0" err="1" smtClean="0"/>
              <a:t>i</a:t>
            </a:r>
            <a:r>
              <a:rPr lang="en-US" altLang="zh-TW" sz="2800" dirty="0" smtClean="0"/>
              <a:t> ≤ j ≤ n</a:t>
            </a:r>
            <a:r>
              <a:rPr lang="en-US" altLang="zh-TW" sz="2800" dirty="0"/>
              <a:t>.</a:t>
            </a:r>
          </a:p>
        </p:txBody>
      </p:sp>
    </p:spTree>
  </p:cSld>
  <p:clrMapOvr>
    <a:masterClrMapping/>
  </p:clrMapOvr>
  <p:transition spd="slow">
    <p:randomBar dir="ver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Rot="1" noChangeArrowheads="1"/>
          </p:cNvSpPr>
          <p:nvPr>
            <p:ph type="body" idx="1"/>
          </p:nvPr>
        </p:nvSpPr>
        <p:spPr>
          <a:xfrm>
            <a:off x="457200" y="333375"/>
            <a:ext cx="8229600" cy="5792788"/>
          </a:xfrm>
        </p:spPr>
        <p:txBody>
          <a:bodyPr/>
          <a:lstStyle/>
          <a:p>
            <a:r>
              <a:rPr lang="en-US" altLang="zh-TW" dirty="0"/>
              <a:t>We will need one other table for efficiency. Rather than </a:t>
            </a:r>
            <a:r>
              <a:rPr lang="en-US" altLang="zh-TW" dirty="0" smtClean="0"/>
              <a:t>computing </a:t>
            </a:r>
            <a:r>
              <a:rPr lang="en-US" altLang="zh-TW" dirty="0"/>
              <a:t>the value of w(</a:t>
            </a:r>
            <a:r>
              <a:rPr lang="en-US" altLang="zh-TW" dirty="0" err="1"/>
              <a:t>i,j</a:t>
            </a:r>
            <a:r>
              <a:rPr lang="en-US" altLang="zh-TW" dirty="0"/>
              <a:t>) from scratch every </a:t>
            </a:r>
            <a:r>
              <a:rPr lang="en-US" altLang="zh-TW" dirty="0" smtClean="0"/>
              <a:t>time </a:t>
            </a:r>
            <a:r>
              <a:rPr lang="en-US" altLang="zh-TW" dirty="0"/>
              <a:t>we are computing e[</a:t>
            </a:r>
            <a:r>
              <a:rPr lang="en-US" altLang="zh-TW" dirty="0" err="1"/>
              <a:t>i,j</a:t>
            </a:r>
            <a:r>
              <a:rPr lang="en-US" altLang="zh-TW" dirty="0"/>
              <a:t>] ----- we </a:t>
            </a:r>
            <a:r>
              <a:rPr lang="en-US" altLang="zh-TW" dirty="0" smtClean="0"/>
              <a:t>store </a:t>
            </a:r>
            <a:r>
              <a:rPr lang="en-US" altLang="zh-TW" dirty="0"/>
              <a:t>these values in a table w[1..n+1,0..n]. For the base case, we compute w[i,i-1] = q</a:t>
            </a:r>
            <a:r>
              <a:rPr lang="en-US" altLang="zh-TW" baseline="-25000" dirty="0"/>
              <a:t>i-1  </a:t>
            </a:r>
            <a:r>
              <a:rPr lang="en-US" altLang="zh-TW" dirty="0"/>
              <a:t>for </a:t>
            </a:r>
            <a:r>
              <a:rPr lang="en-US" altLang="zh-TW" dirty="0" smtClean="0"/>
              <a:t>1≤ </a:t>
            </a:r>
            <a:r>
              <a:rPr lang="en-US" altLang="zh-TW" dirty="0" err="1" smtClean="0"/>
              <a:t>i</a:t>
            </a:r>
            <a:r>
              <a:rPr lang="en-US" altLang="zh-TW" dirty="0" smtClean="0"/>
              <a:t> ≤ n+1. </a:t>
            </a:r>
            <a:endParaRPr lang="en-US" altLang="zh-TW" dirty="0"/>
          </a:p>
          <a:p>
            <a:r>
              <a:rPr lang="en-US" altLang="zh-TW" dirty="0"/>
              <a:t>For </a:t>
            </a:r>
            <a:r>
              <a:rPr lang="en-US" altLang="zh-TW" dirty="0" smtClean="0"/>
              <a:t>j ≥ </a:t>
            </a:r>
            <a:r>
              <a:rPr lang="en-US" altLang="zh-TW" dirty="0" err="1" smtClean="0"/>
              <a:t>i</a:t>
            </a:r>
            <a:r>
              <a:rPr lang="en-US" altLang="zh-TW" dirty="0" smtClean="0"/>
              <a:t>, </a:t>
            </a:r>
            <a:r>
              <a:rPr lang="en-US" altLang="zh-TW" dirty="0"/>
              <a:t>we </a:t>
            </a:r>
            <a:r>
              <a:rPr lang="en-US" altLang="zh-TW" dirty="0" smtClean="0"/>
              <a:t>compute:</a:t>
            </a:r>
            <a:endParaRPr lang="en-US" altLang="zh-TW" dirty="0"/>
          </a:p>
          <a:p>
            <a:pPr>
              <a:buFont typeface="Wingdings" pitchFamily="2" charset="2"/>
              <a:buNone/>
            </a:pPr>
            <a:r>
              <a:rPr lang="en-US" altLang="zh-TW" dirty="0"/>
              <a:t>	w[</a:t>
            </a:r>
            <a:r>
              <a:rPr lang="en-US" altLang="zh-TW" dirty="0" err="1"/>
              <a:t>i,j</a:t>
            </a:r>
            <a:r>
              <a:rPr lang="en-US" altLang="zh-TW" dirty="0" smtClean="0"/>
              <a:t>] = w[i,j-1] + </a:t>
            </a:r>
            <a:r>
              <a:rPr lang="en-US" altLang="zh-TW" dirty="0" err="1" smtClean="0"/>
              <a:t>p</a:t>
            </a:r>
            <a:r>
              <a:rPr lang="en-US" altLang="zh-TW" baseline="-25000" dirty="0" err="1" smtClean="0"/>
              <a:t>j</a:t>
            </a:r>
            <a:r>
              <a:rPr lang="en-US" altLang="zh-TW" baseline="-25000" dirty="0" smtClean="0"/>
              <a:t> </a:t>
            </a:r>
            <a:r>
              <a:rPr lang="en-US" altLang="zh-TW" dirty="0" smtClean="0"/>
              <a:t>+ </a:t>
            </a:r>
            <a:r>
              <a:rPr lang="en-US" altLang="zh-TW" dirty="0" err="1" smtClean="0"/>
              <a:t>q</a:t>
            </a:r>
            <a:r>
              <a:rPr lang="en-US" altLang="zh-TW" baseline="-25000" dirty="0" err="1" smtClean="0"/>
              <a:t>j</a:t>
            </a:r>
            <a:endParaRPr lang="en-US" altLang="zh-TW" baseline="-25000" dirty="0"/>
          </a:p>
        </p:txBody>
      </p:sp>
    </p:spTree>
  </p:cSld>
  <p:clrMapOvr>
    <a:masterClrMapping/>
  </p:clrMapOvr>
  <p:transition spd="slow">
    <p:randomBar dir="ver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rrowheads="1"/>
          </p:cNvSpPr>
          <p:nvPr>
            <p:ph type="title"/>
          </p:nvPr>
        </p:nvSpPr>
        <p:spPr/>
        <p:txBody>
          <a:bodyPr/>
          <a:lstStyle/>
          <a:p>
            <a:r>
              <a:rPr lang="en-US" altLang="zh-TW"/>
              <a:t>OPTIMAL—BST(p,q,n)</a:t>
            </a:r>
          </a:p>
        </p:txBody>
      </p:sp>
      <p:sp>
        <p:nvSpPr>
          <p:cNvPr id="22531" name="Rectangle 3"/>
          <p:cNvSpPr>
            <a:spLocks noGrp="1" noRot="1" noChangeArrowheads="1"/>
          </p:cNvSpPr>
          <p:nvPr>
            <p:ph type="body" idx="1"/>
          </p:nvPr>
        </p:nvSpPr>
        <p:spPr/>
        <p:txBody>
          <a:bodyPr/>
          <a:lstStyle/>
          <a:p>
            <a:pPr>
              <a:lnSpc>
                <a:spcPct val="80000"/>
              </a:lnSpc>
            </a:pPr>
            <a:r>
              <a:rPr lang="en-US" altLang="zh-TW" sz="1800"/>
              <a:t>For i       1 to n+1</a:t>
            </a:r>
          </a:p>
          <a:p>
            <a:pPr>
              <a:lnSpc>
                <a:spcPct val="80000"/>
              </a:lnSpc>
              <a:buFont typeface="Wingdings" pitchFamily="2" charset="2"/>
              <a:buNone/>
            </a:pPr>
            <a:r>
              <a:rPr lang="en-US" altLang="zh-TW" sz="1800"/>
              <a:t>		do e[i,i-1]       q</a:t>
            </a:r>
            <a:r>
              <a:rPr lang="en-US" altLang="zh-TW" sz="1800" baseline="-25000"/>
              <a:t>i-1</a:t>
            </a:r>
          </a:p>
          <a:p>
            <a:pPr>
              <a:lnSpc>
                <a:spcPct val="80000"/>
              </a:lnSpc>
              <a:buFont typeface="Wingdings" pitchFamily="2" charset="2"/>
              <a:buNone/>
            </a:pPr>
            <a:r>
              <a:rPr lang="en-US" altLang="zh-TW" sz="1800" baseline="-25000"/>
              <a:t>		 </a:t>
            </a:r>
            <a:r>
              <a:rPr lang="en-US" altLang="zh-TW" sz="1800"/>
              <a:t>do w[i,i-1]       q</a:t>
            </a:r>
            <a:r>
              <a:rPr lang="en-US" altLang="zh-TW" sz="1800" baseline="-25000"/>
              <a:t>i-1</a:t>
            </a:r>
          </a:p>
          <a:p>
            <a:pPr>
              <a:lnSpc>
                <a:spcPct val="80000"/>
              </a:lnSpc>
              <a:buFont typeface="Wingdings" pitchFamily="2" charset="2"/>
              <a:buNone/>
            </a:pPr>
            <a:r>
              <a:rPr lang="en-US" altLang="zh-TW" sz="1800" baseline="-25000"/>
              <a:t>	</a:t>
            </a:r>
            <a:r>
              <a:rPr lang="en-US" altLang="zh-TW" sz="1800"/>
              <a:t>For l     1 to n</a:t>
            </a:r>
          </a:p>
          <a:p>
            <a:pPr>
              <a:lnSpc>
                <a:spcPct val="80000"/>
              </a:lnSpc>
              <a:buFont typeface="Wingdings" pitchFamily="2" charset="2"/>
              <a:buNone/>
            </a:pPr>
            <a:r>
              <a:rPr lang="en-US" altLang="zh-TW" sz="1800"/>
              <a:t>		do for i     1 to n-l +1</a:t>
            </a:r>
          </a:p>
          <a:p>
            <a:pPr>
              <a:lnSpc>
                <a:spcPct val="80000"/>
              </a:lnSpc>
              <a:buFont typeface="Wingdings" pitchFamily="2" charset="2"/>
              <a:buNone/>
            </a:pPr>
            <a:r>
              <a:rPr lang="en-US" altLang="zh-TW" sz="1800"/>
              <a:t>			do j     i+l-1</a:t>
            </a:r>
          </a:p>
          <a:p>
            <a:pPr>
              <a:lnSpc>
                <a:spcPct val="80000"/>
              </a:lnSpc>
              <a:buFont typeface="Wingdings" pitchFamily="2" charset="2"/>
              <a:buNone/>
            </a:pPr>
            <a:r>
              <a:rPr lang="en-US" altLang="zh-TW" sz="1800"/>
              <a:t>			e[i,j]      ∞</a:t>
            </a:r>
          </a:p>
          <a:p>
            <a:pPr>
              <a:lnSpc>
                <a:spcPct val="80000"/>
              </a:lnSpc>
              <a:buFont typeface="Wingdings" pitchFamily="2" charset="2"/>
              <a:buNone/>
            </a:pPr>
            <a:r>
              <a:rPr lang="en-US" altLang="zh-TW" sz="1800"/>
              <a:t>			w[i,j]     w[i,j-1]+p</a:t>
            </a:r>
            <a:r>
              <a:rPr lang="en-US" altLang="zh-TW" sz="1800" baseline="-25000"/>
              <a:t>j+</a:t>
            </a:r>
            <a:r>
              <a:rPr lang="en-US" altLang="zh-TW" sz="1800"/>
              <a:t>q</a:t>
            </a:r>
            <a:r>
              <a:rPr lang="en-US" altLang="zh-TW" sz="1800" baseline="-25000"/>
              <a:t>j</a:t>
            </a:r>
          </a:p>
          <a:p>
            <a:pPr>
              <a:lnSpc>
                <a:spcPct val="80000"/>
              </a:lnSpc>
              <a:buFont typeface="Wingdings" pitchFamily="2" charset="2"/>
              <a:buNone/>
            </a:pPr>
            <a:r>
              <a:rPr lang="en-US" altLang="zh-TW" sz="1800" baseline="-25000"/>
              <a:t>			</a:t>
            </a:r>
            <a:r>
              <a:rPr lang="en-US" altLang="zh-TW" sz="1800"/>
              <a:t>For r      i to j</a:t>
            </a:r>
          </a:p>
          <a:p>
            <a:pPr>
              <a:lnSpc>
                <a:spcPct val="80000"/>
              </a:lnSpc>
              <a:buFont typeface="Wingdings" pitchFamily="2" charset="2"/>
              <a:buNone/>
            </a:pPr>
            <a:r>
              <a:rPr lang="en-US" altLang="zh-TW" sz="1800" baseline="-25000"/>
              <a:t>			         </a:t>
            </a:r>
            <a:r>
              <a:rPr lang="en-US" altLang="zh-TW" sz="1800"/>
              <a:t>do t     e[i,r-1]+e[r+1,j]+w[i,j]</a:t>
            </a:r>
          </a:p>
          <a:p>
            <a:pPr>
              <a:lnSpc>
                <a:spcPct val="80000"/>
              </a:lnSpc>
              <a:buFont typeface="Wingdings" pitchFamily="2" charset="2"/>
              <a:buNone/>
            </a:pPr>
            <a:r>
              <a:rPr lang="en-US" altLang="zh-TW" sz="1800" baseline="-25000"/>
              <a:t>				</a:t>
            </a:r>
            <a:r>
              <a:rPr lang="en-US" altLang="zh-TW" sz="1800"/>
              <a:t>if t&lt;e[i,j]</a:t>
            </a:r>
          </a:p>
          <a:p>
            <a:pPr>
              <a:lnSpc>
                <a:spcPct val="80000"/>
              </a:lnSpc>
              <a:buFont typeface="Wingdings" pitchFamily="2" charset="2"/>
              <a:buNone/>
            </a:pPr>
            <a:r>
              <a:rPr lang="en-US" altLang="zh-TW" sz="1800" baseline="-25000"/>
              <a:t>				    </a:t>
            </a:r>
            <a:r>
              <a:rPr lang="en-US" altLang="zh-TW" sz="1800"/>
              <a:t>then e[i,j]      t</a:t>
            </a:r>
          </a:p>
          <a:p>
            <a:pPr>
              <a:lnSpc>
                <a:spcPct val="80000"/>
              </a:lnSpc>
              <a:buFont typeface="Wingdings" pitchFamily="2" charset="2"/>
              <a:buNone/>
            </a:pPr>
            <a:r>
              <a:rPr lang="en-US" altLang="zh-TW" sz="1800" baseline="-25000"/>
              <a:t>				    </a:t>
            </a:r>
            <a:r>
              <a:rPr lang="en-US" altLang="zh-TW" sz="1800"/>
              <a:t>root [i,j]      r</a:t>
            </a:r>
          </a:p>
          <a:p>
            <a:pPr>
              <a:lnSpc>
                <a:spcPct val="80000"/>
              </a:lnSpc>
              <a:buFont typeface="Wingdings" pitchFamily="2" charset="2"/>
              <a:buNone/>
            </a:pPr>
            <a:r>
              <a:rPr lang="en-US" altLang="zh-TW" sz="1800"/>
              <a:t>Return e and root</a:t>
            </a:r>
          </a:p>
        </p:txBody>
      </p:sp>
      <p:sp>
        <p:nvSpPr>
          <p:cNvPr id="22532" name="Line 4"/>
          <p:cNvSpPr>
            <a:spLocks noChangeShapeType="1"/>
          </p:cNvSpPr>
          <p:nvPr/>
        </p:nvSpPr>
        <p:spPr bwMode="auto">
          <a:xfrm flipH="1">
            <a:off x="1331913" y="2060575"/>
            <a:ext cx="288925" cy="0"/>
          </a:xfrm>
          <a:prstGeom prst="line">
            <a:avLst/>
          </a:prstGeom>
          <a:noFill/>
          <a:ln w="9525">
            <a:solidFill>
              <a:schemeClr val="tx1"/>
            </a:solidFill>
            <a:round/>
            <a:headEnd/>
            <a:tailEnd type="triangle" w="med" len="med"/>
          </a:ln>
          <a:effectLst/>
        </p:spPr>
        <p:txBody>
          <a:bodyPr/>
          <a:lstStyle/>
          <a:p>
            <a:endParaRPr lang="en-US"/>
          </a:p>
        </p:txBody>
      </p:sp>
      <p:sp>
        <p:nvSpPr>
          <p:cNvPr id="22533" name="Line 5"/>
          <p:cNvSpPr>
            <a:spLocks noChangeShapeType="1"/>
          </p:cNvSpPr>
          <p:nvPr/>
        </p:nvSpPr>
        <p:spPr bwMode="auto">
          <a:xfrm flipH="1">
            <a:off x="2339975" y="2349500"/>
            <a:ext cx="287338" cy="0"/>
          </a:xfrm>
          <a:prstGeom prst="line">
            <a:avLst/>
          </a:prstGeom>
          <a:noFill/>
          <a:ln w="9525">
            <a:solidFill>
              <a:schemeClr val="tx1"/>
            </a:solidFill>
            <a:round/>
            <a:headEnd/>
            <a:tailEnd type="triangle" w="med" len="med"/>
          </a:ln>
          <a:effectLst/>
        </p:spPr>
        <p:txBody>
          <a:bodyPr/>
          <a:lstStyle/>
          <a:p>
            <a:endParaRPr lang="en-US"/>
          </a:p>
        </p:txBody>
      </p:sp>
      <p:sp>
        <p:nvSpPr>
          <p:cNvPr id="22534" name="Line 6"/>
          <p:cNvSpPr>
            <a:spLocks noChangeShapeType="1"/>
          </p:cNvSpPr>
          <p:nvPr/>
        </p:nvSpPr>
        <p:spPr bwMode="auto">
          <a:xfrm flipH="1">
            <a:off x="2411413" y="2636838"/>
            <a:ext cx="287337" cy="0"/>
          </a:xfrm>
          <a:prstGeom prst="line">
            <a:avLst/>
          </a:prstGeom>
          <a:noFill/>
          <a:ln w="9525">
            <a:solidFill>
              <a:schemeClr val="tx1"/>
            </a:solidFill>
            <a:round/>
            <a:headEnd/>
            <a:tailEnd type="triangle" w="med" len="med"/>
          </a:ln>
          <a:effectLst/>
        </p:spPr>
        <p:txBody>
          <a:bodyPr/>
          <a:lstStyle/>
          <a:p>
            <a:endParaRPr lang="en-US"/>
          </a:p>
        </p:txBody>
      </p:sp>
      <p:sp>
        <p:nvSpPr>
          <p:cNvPr id="22535" name="Line 7"/>
          <p:cNvSpPr>
            <a:spLocks noChangeShapeType="1"/>
          </p:cNvSpPr>
          <p:nvPr/>
        </p:nvSpPr>
        <p:spPr bwMode="auto">
          <a:xfrm flipH="1">
            <a:off x="1258888" y="2852738"/>
            <a:ext cx="288925" cy="0"/>
          </a:xfrm>
          <a:prstGeom prst="line">
            <a:avLst/>
          </a:prstGeom>
          <a:noFill/>
          <a:ln w="9525">
            <a:solidFill>
              <a:schemeClr val="tx1"/>
            </a:solidFill>
            <a:round/>
            <a:headEnd/>
            <a:tailEnd type="triangle" w="med" len="med"/>
          </a:ln>
          <a:effectLst/>
        </p:spPr>
        <p:txBody>
          <a:bodyPr/>
          <a:lstStyle/>
          <a:p>
            <a:endParaRPr lang="en-US"/>
          </a:p>
        </p:txBody>
      </p:sp>
      <p:sp>
        <p:nvSpPr>
          <p:cNvPr id="22536" name="Line 8"/>
          <p:cNvSpPr>
            <a:spLocks noChangeShapeType="1"/>
          </p:cNvSpPr>
          <p:nvPr/>
        </p:nvSpPr>
        <p:spPr bwMode="auto">
          <a:xfrm flipH="1">
            <a:off x="2051050" y="3141663"/>
            <a:ext cx="288925" cy="0"/>
          </a:xfrm>
          <a:prstGeom prst="line">
            <a:avLst/>
          </a:prstGeom>
          <a:noFill/>
          <a:ln w="9525">
            <a:solidFill>
              <a:schemeClr val="tx1"/>
            </a:solidFill>
            <a:round/>
            <a:headEnd/>
            <a:tailEnd type="triangle" w="med" len="med"/>
          </a:ln>
          <a:effectLst/>
        </p:spPr>
        <p:txBody>
          <a:bodyPr/>
          <a:lstStyle/>
          <a:p>
            <a:endParaRPr lang="en-US"/>
          </a:p>
        </p:txBody>
      </p:sp>
      <p:sp>
        <p:nvSpPr>
          <p:cNvPr id="22537" name="Line 9"/>
          <p:cNvSpPr>
            <a:spLocks noChangeShapeType="1"/>
          </p:cNvSpPr>
          <p:nvPr/>
        </p:nvSpPr>
        <p:spPr bwMode="auto">
          <a:xfrm flipH="1">
            <a:off x="2627313" y="3429000"/>
            <a:ext cx="288925" cy="0"/>
          </a:xfrm>
          <a:prstGeom prst="line">
            <a:avLst/>
          </a:prstGeom>
          <a:noFill/>
          <a:ln w="9525">
            <a:solidFill>
              <a:schemeClr val="tx1"/>
            </a:solidFill>
            <a:round/>
            <a:headEnd/>
            <a:tailEnd type="triangle" w="med" len="med"/>
          </a:ln>
          <a:effectLst/>
        </p:spPr>
        <p:txBody>
          <a:bodyPr/>
          <a:lstStyle/>
          <a:p>
            <a:endParaRPr lang="en-US"/>
          </a:p>
        </p:txBody>
      </p:sp>
      <p:sp>
        <p:nvSpPr>
          <p:cNvPr id="22538" name="Line 10"/>
          <p:cNvSpPr>
            <a:spLocks noChangeShapeType="1"/>
          </p:cNvSpPr>
          <p:nvPr/>
        </p:nvSpPr>
        <p:spPr bwMode="auto">
          <a:xfrm flipH="1">
            <a:off x="2700338" y="3716338"/>
            <a:ext cx="288925" cy="0"/>
          </a:xfrm>
          <a:prstGeom prst="line">
            <a:avLst/>
          </a:prstGeom>
          <a:noFill/>
          <a:ln w="9525">
            <a:solidFill>
              <a:schemeClr val="tx1"/>
            </a:solidFill>
            <a:round/>
            <a:headEnd/>
            <a:tailEnd type="triangle" w="med" len="med"/>
          </a:ln>
          <a:effectLst/>
        </p:spPr>
        <p:txBody>
          <a:bodyPr/>
          <a:lstStyle/>
          <a:p>
            <a:endParaRPr lang="en-US"/>
          </a:p>
        </p:txBody>
      </p:sp>
      <p:sp>
        <p:nvSpPr>
          <p:cNvPr id="22539" name="Line 11"/>
          <p:cNvSpPr>
            <a:spLocks noChangeShapeType="1"/>
          </p:cNvSpPr>
          <p:nvPr/>
        </p:nvSpPr>
        <p:spPr bwMode="auto">
          <a:xfrm flipH="1">
            <a:off x="2700338" y="4005263"/>
            <a:ext cx="288925" cy="0"/>
          </a:xfrm>
          <a:prstGeom prst="line">
            <a:avLst/>
          </a:prstGeom>
          <a:noFill/>
          <a:ln w="9525">
            <a:solidFill>
              <a:schemeClr val="tx1"/>
            </a:solidFill>
            <a:round/>
            <a:headEnd/>
            <a:tailEnd type="triangle" w="med" len="med"/>
          </a:ln>
          <a:effectLst/>
        </p:spPr>
        <p:txBody>
          <a:bodyPr/>
          <a:lstStyle/>
          <a:p>
            <a:endParaRPr lang="en-US"/>
          </a:p>
        </p:txBody>
      </p:sp>
      <p:sp>
        <p:nvSpPr>
          <p:cNvPr id="22540" name="Line 12"/>
          <p:cNvSpPr>
            <a:spLocks noChangeShapeType="1"/>
          </p:cNvSpPr>
          <p:nvPr/>
        </p:nvSpPr>
        <p:spPr bwMode="auto">
          <a:xfrm flipH="1">
            <a:off x="2771775" y="4221163"/>
            <a:ext cx="288925" cy="0"/>
          </a:xfrm>
          <a:prstGeom prst="line">
            <a:avLst/>
          </a:prstGeom>
          <a:noFill/>
          <a:ln w="9525">
            <a:solidFill>
              <a:schemeClr val="tx1"/>
            </a:solidFill>
            <a:round/>
            <a:headEnd/>
            <a:tailEnd type="triangle" w="med" len="med"/>
          </a:ln>
          <a:effectLst/>
        </p:spPr>
        <p:txBody>
          <a:bodyPr/>
          <a:lstStyle/>
          <a:p>
            <a:endParaRPr lang="en-US"/>
          </a:p>
        </p:txBody>
      </p:sp>
      <p:sp>
        <p:nvSpPr>
          <p:cNvPr id="22541" name="Line 13"/>
          <p:cNvSpPr>
            <a:spLocks noChangeShapeType="1"/>
          </p:cNvSpPr>
          <p:nvPr/>
        </p:nvSpPr>
        <p:spPr bwMode="auto">
          <a:xfrm flipH="1">
            <a:off x="2987675" y="4508500"/>
            <a:ext cx="288925" cy="0"/>
          </a:xfrm>
          <a:prstGeom prst="line">
            <a:avLst/>
          </a:prstGeom>
          <a:noFill/>
          <a:ln w="9525">
            <a:solidFill>
              <a:schemeClr val="tx1"/>
            </a:solidFill>
            <a:round/>
            <a:headEnd/>
            <a:tailEnd type="triangle" w="med" len="med"/>
          </a:ln>
          <a:effectLst/>
        </p:spPr>
        <p:txBody>
          <a:bodyPr/>
          <a:lstStyle/>
          <a:p>
            <a:endParaRPr lang="en-US"/>
          </a:p>
        </p:txBody>
      </p:sp>
      <p:sp>
        <p:nvSpPr>
          <p:cNvPr id="22542" name="Line 14"/>
          <p:cNvSpPr>
            <a:spLocks noChangeShapeType="1"/>
          </p:cNvSpPr>
          <p:nvPr/>
        </p:nvSpPr>
        <p:spPr bwMode="auto">
          <a:xfrm flipH="1">
            <a:off x="4284663" y="5084763"/>
            <a:ext cx="288925" cy="0"/>
          </a:xfrm>
          <a:prstGeom prst="line">
            <a:avLst/>
          </a:prstGeom>
          <a:noFill/>
          <a:ln w="9525">
            <a:solidFill>
              <a:schemeClr val="tx1"/>
            </a:solidFill>
            <a:round/>
            <a:headEnd/>
            <a:tailEnd type="triangle" w="med" len="med"/>
          </a:ln>
          <a:effectLst/>
        </p:spPr>
        <p:txBody>
          <a:bodyPr/>
          <a:lstStyle/>
          <a:p>
            <a:endParaRPr lang="en-US"/>
          </a:p>
        </p:txBody>
      </p:sp>
      <p:sp>
        <p:nvSpPr>
          <p:cNvPr id="22543" name="Line 15"/>
          <p:cNvSpPr>
            <a:spLocks noChangeShapeType="1"/>
          </p:cNvSpPr>
          <p:nvPr/>
        </p:nvSpPr>
        <p:spPr bwMode="auto">
          <a:xfrm flipH="1">
            <a:off x="4140200" y="5373688"/>
            <a:ext cx="288925" cy="0"/>
          </a:xfrm>
          <a:prstGeom prst="line">
            <a:avLst/>
          </a:prstGeom>
          <a:noFill/>
          <a:ln w="9525">
            <a:solidFill>
              <a:schemeClr val="tx1"/>
            </a:solidFill>
            <a:round/>
            <a:headEnd/>
            <a:tailEnd type="triangle" w="med" len="med"/>
          </a:ln>
          <a:effectLst/>
        </p:spPr>
        <p:txBody>
          <a:bodyPr/>
          <a:lstStyle/>
          <a:p>
            <a:endParaRPr lang="en-US"/>
          </a:p>
        </p:txBody>
      </p:sp>
    </p:spTree>
  </p:cSld>
  <p:clrMapOvr>
    <a:masterClrMapping/>
  </p:clrMapOvr>
  <p:transition spd="slow">
    <p:randomBar dir="ver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3" name="Rectangle 11"/>
          <p:cNvSpPr>
            <a:spLocks noChangeArrowheads="1"/>
          </p:cNvSpPr>
          <p:nvPr/>
        </p:nvSpPr>
        <p:spPr bwMode="auto">
          <a:xfrm rot="2573197">
            <a:off x="395288" y="2205038"/>
            <a:ext cx="431800" cy="411162"/>
          </a:xfrm>
          <a:prstGeom prst="rect">
            <a:avLst/>
          </a:prstGeom>
          <a:solidFill>
            <a:schemeClr val="accent1"/>
          </a:solidFill>
          <a:ln w="9525">
            <a:solidFill>
              <a:schemeClr val="tx1"/>
            </a:solidFill>
            <a:miter lim="800000"/>
            <a:headEnd/>
            <a:tailEnd/>
          </a:ln>
          <a:effectLst/>
        </p:spPr>
        <p:txBody>
          <a:bodyPr wrap="none" anchor="ctr"/>
          <a:lstStyle/>
          <a:p>
            <a:pPr algn="ctr"/>
            <a:endParaRPr lang="en-US" sz="800"/>
          </a:p>
        </p:txBody>
      </p:sp>
      <p:sp>
        <p:nvSpPr>
          <p:cNvPr id="23564" name="Rectangle 12"/>
          <p:cNvSpPr>
            <a:spLocks noChangeArrowheads="1"/>
          </p:cNvSpPr>
          <p:nvPr/>
        </p:nvSpPr>
        <p:spPr bwMode="auto">
          <a:xfrm rot="2573197">
            <a:off x="971550" y="2205038"/>
            <a:ext cx="431800" cy="411162"/>
          </a:xfrm>
          <a:prstGeom prst="rect">
            <a:avLst/>
          </a:prstGeom>
          <a:solidFill>
            <a:schemeClr val="accent1"/>
          </a:solidFill>
          <a:ln w="9525">
            <a:solidFill>
              <a:schemeClr val="tx1"/>
            </a:solidFill>
            <a:miter lim="800000"/>
            <a:headEnd/>
            <a:tailEnd/>
          </a:ln>
          <a:effectLst/>
        </p:spPr>
        <p:txBody>
          <a:bodyPr wrap="none" anchor="ctr"/>
          <a:lstStyle/>
          <a:p>
            <a:pPr algn="ctr"/>
            <a:endParaRPr lang="en-US" sz="800"/>
          </a:p>
        </p:txBody>
      </p:sp>
      <p:sp>
        <p:nvSpPr>
          <p:cNvPr id="23565" name="Rectangle 13"/>
          <p:cNvSpPr>
            <a:spLocks noChangeArrowheads="1"/>
          </p:cNvSpPr>
          <p:nvPr/>
        </p:nvSpPr>
        <p:spPr bwMode="auto">
          <a:xfrm rot="2573197">
            <a:off x="1258888" y="1916113"/>
            <a:ext cx="431800" cy="411162"/>
          </a:xfrm>
          <a:prstGeom prst="rect">
            <a:avLst/>
          </a:prstGeom>
          <a:solidFill>
            <a:schemeClr val="accent1"/>
          </a:solidFill>
          <a:ln w="9525">
            <a:solidFill>
              <a:schemeClr val="tx1"/>
            </a:solidFill>
            <a:miter lim="800000"/>
            <a:headEnd/>
            <a:tailEnd/>
          </a:ln>
          <a:effectLst/>
        </p:spPr>
        <p:txBody>
          <a:bodyPr wrap="none" anchor="ctr"/>
          <a:lstStyle/>
          <a:p>
            <a:pPr algn="ctr"/>
            <a:endParaRPr lang="en-US" sz="800"/>
          </a:p>
        </p:txBody>
      </p:sp>
      <p:sp>
        <p:nvSpPr>
          <p:cNvPr id="23566" name="Rectangle 14"/>
          <p:cNvSpPr>
            <a:spLocks noChangeArrowheads="1"/>
          </p:cNvSpPr>
          <p:nvPr/>
        </p:nvSpPr>
        <p:spPr bwMode="auto">
          <a:xfrm rot="2573197">
            <a:off x="1547813" y="1628775"/>
            <a:ext cx="431800" cy="411163"/>
          </a:xfrm>
          <a:prstGeom prst="rect">
            <a:avLst/>
          </a:prstGeom>
          <a:solidFill>
            <a:schemeClr val="accent1"/>
          </a:solidFill>
          <a:ln w="9525">
            <a:solidFill>
              <a:schemeClr val="tx1"/>
            </a:solidFill>
            <a:miter lim="800000"/>
            <a:headEnd/>
            <a:tailEnd/>
          </a:ln>
          <a:effectLst/>
        </p:spPr>
        <p:txBody>
          <a:bodyPr wrap="none" anchor="ctr"/>
          <a:lstStyle/>
          <a:p>
            <a:pPr algn="ctr"/>
            <a:endParaRPr lang="en-US" sz="800"/>
          </a:p>
        </p:txBody>
      </p:sp>
      <p:sp>
        <p:nvSpPr>
          <p:cNvPr id="23567" name="Rectangle 15"/>
          <p:cNvSpPr>
            <a:spLocks noChangeArrowheads="1"/>
          </p:cNvSpPr>
          <p:nvPr/>
        </p:nvSpPr>
        <p:spPr bwMode="auto">
          <a:xfrm rot="2573197">
            <a:off x="1835150" y="1341438"/>
            <a:ext cx="431800" cy="411162"/>
          </a:xfrm>
          <a:prstGeom prst="rect">
            <a:avLst/>
          </a:prstGeom>
          <a:solidFill>
            <a:schemeClr val="accent1"/>
          </a:solidFill>
          <a:ln w="9525">
            <a:solidFill>
              <a:schemeClr val="tx1"/>
            </a:solidFill>
            <a:miter lim="800000"/>
            <a:headEnd/>
            <a:tailEnd/>
          </a:ln>
          <a:effectLst/>
        </p:spPr>
        <p:txBody>
          <a:bodyPr wrap="none" anchor="ctr"/>
          <a:lstStyle/>
          <a:p>
            <a:pPr algn="ctr"/>
            <a:endParaRPr lang="en-US" sz="800"/>
          </a:p>
        </p:txBody>
      </p:sp>
      <p:sp>
        <p:nvSpPr>
          <p:cNvPr id="23568" name="Rectangle 16"/>
          <p:cNvSpPr>
            <a:spLocks noChangeArrowheads="1"/>
          </p:cNvSpPr>
          <p:nvPr/>
        </p:nvSpPr>
        <p:spPr bwMode="auto">
          <a:xfrm rot="2573197">
            <a:off x="2124075" y="1052513"/>
            <a:ext cx="431800" cy="411162"/>
          </a:xfrm>
          <a:prstGeom prst="rect">
            <a:avLst/>
          </a:prstGeom>
          <a:solidFill>
            <a:schemeClr val="accent1"/>
          </a:solidFill>
          <a:ln w="9525">
            <a:solidFill>
              <a:schemeClr val="tx1"/>
            </a:solidFill>
            <a:miter lim="800000"/>
            <a:headEnd/>
            <a:tailEnd/>
          </a:ln>
          <a:effectLst/>
        </p:spPr>
        <p:txBody>
          <a:bodyPr wrap="none" anchor="ctr"/>
          <a:lstStyle/>
          <a:p>
            <a:pPr algn="ctr"/>
            <a:endParaRPr lang="en-US" sz="800"/>
          </a:p>
        </p:txBody>
      </p:sp>
      <p:sp>
        <p:nvSpPr>
          <p:cNvPr id="23569" name="Rectangle 17"/>
          <p:cNvSpPr>
            <a:spLocks noChangeArrowheads="1"/>
          </p:cNvSpPr>
          <p:nvPr/>
        </p:nvSpPr>
        <p:spPr bwMode="auto">
          <a:xfrm rot="2573197">
            <a:off x="1835150" y="765175"/>
            <a:ext cx="431800" cy="411163"/>
          </a:xfrm>
          <a:prstGeom prst="rect">
            <a:avLst/>
          </a:prstGeom>
          <a:solidFill>
            <a:schemeClr val="accent1"/>
          </a:solidFill>
          <a:ln w="9525">
            <a:solidFill>
              <a:schemeClr val="tx1"/>
            </a:solidFill>
            <a:miter lim="800000"/>
            <a:headEnd/>
            <a:tailEnd/>
          </a:ln>
          <a:effectLst/>
        </p:spPr>
        <p:txBody>
          <a:bodyPr wrap="none" anchor="ctr"/>
          <a:lstStyle/>
          <a:p>
            <a:pPr algn="ctr"/>
            <a:endParaRPr lang="en-US"/>
          </a:p>
        </p:txBody>
      </p:sp>
      <p:sp>
        <p:nvSpPr>
          <p:cNvPr id="23570" name="Rectangle 18"/>
          <p:cNvSpPr>
            <a:spLocks noChangeArrowheads="1"/>
          </p:cNvSpPr>
          <p:nvPr/>
        </p:nvSpPr>
        <p:spPr bwMode="auto">
          <a:xfrm rot="2573197">
            <a:off x="1547813" y="1052513"/>
            <a:ext cx="431800" cy="411162"/>
          </a:xfrm>
          <a:prstGeom prst="rect">
            <a:avLst/>
          </a:prstGeom>
          <a:solidFill>
            <a:schemeClr val="accent1"/>
          </a:solidFill>
          <a:ln w="9525">
            <a:solidFill>
              <a:schemeClr val="tx1"/>
            </a:solidFill>
            <a:miter lim="800000"/>
            <a:headEnd/>
            <a:tailEnd/>
          </a:ln>
          <a:effectLst/>
        </p:spPr>
        <p:txBody>
          <a:bodyPr wrap="none" anchor="ctr"/>
          <a:lstStyle/>
          <a:p>
            <a:pPr algn="ctr"/>
            <a:endParaRPr lang="en-US"/>
          </a:p>
        </p:txBody>
      </p:sp>
      <p:sp>
        <p:nvSpPr>
          <p:cNvPr id="23571" name="Rectangle 19"/>
          <p:cNvSpPr>
            <a:spLocks noChangeArrowheads="1"/>
          </p:cNvSpPr>
          <p:nvPr/>
        </p:nvSpPr>
        <p:spPr bwMode="auto">
          <a:xfrm rot="2573197">
            <a:off x="1258888" y="1341438"/>
            <a:ext cx="431800" cy="411162"/>
          </a:xfrm>
          <a:prstGeom prst="rect">
            <a:avLst/>
          </a:prstGeom>
          <a:solidFill>
            <a:schemeClr val="accent1"/>
          </a:solidFill>
          <a:ln w="9525">
            <a:solidFill>
              <a:schemeClr val="tx1"/>
            </a:solidFill>
            <a:miter lim="800000"/>
            <a:headEnd/>
            <a:tailEnd/>
          </a:ln>
          <a:effectLst/>
        </p:spPr>
        <p:txBody>
          <a:bodyPr wrap="none" anchor="ctr"/>
          <a:lstStyle/>
          <a:p>
            <a:pPr algn="ctr"/>
            <a:endParaRPr lang="en-US" sz="800"/>
          </a:p>
        </p:txBody>
      </p:sp>
      <p:sp>
        <p:nvSpPr>
          <p:cNvPr id="23572" name="Rectangle 20"/>
          <p:cNvSpPr>
            <a:spLocks noChangeArrowheads="1"/>
          </p:cNvSpPr>
          <p:nvPr/>
        </p:nvSpPr>
        <p:spPr bwMode="auto">
          <a:xfrm rot="2573197">
            <a:off x="971550" y="1628775"/>
            <a:ext cx="431800" cy="411163"/>
          </a:xfrm>
          <a:prstGeom prst="rect">
            <a:avLst/>
          </a:prstGeom>
          <a:solidFill>
            <a:schemeClr val="accent1"/>
          </a:solidFill>
          <a:ln w="9525">
            <a:solidFill>
              <a:schemeClr val="tx1"/>
            </a:solidFill>
            <a:miter lim="800000"/>
            <a:headEnd/>
            <a:tailEnd/>
          </a:ln>
          <a:effectLst/>
        </p:spPr>
        <p:txBody>
          <a:bodyPr wrap="none" anchor="ctr"/>
          <a:lstStyle/>
          <a:p>
            <a:pPr algn="ctr"/>
            <a:endParaRPr lang="en-US" sz="800"/>
          </a:p>
        </p:txBody>
      </p:sp>
      <p:sp>
        <p:nvSpPr>
          <p:cNvPr id="23573" name="Rectangle 21"/>
          <p:cNvSpPr>
            <a:spLocks noChangeArrowheads="1"/>
          </p:cNvSpPr>
          <p:nvPr/>
        </p:nvSpPr>
        <p:spPr bwMode="auto">
          <a:xfrm rot="2573197">
            <a:off x="684213" y="1916113"/>
            <a:ext cx="431800" cy="411162"/>
          </a:xfrm>
          <a:prstGeom prst="rect">
            <a:avLst/>
          </a:prstGeom>
          <a:solidFill>
            <a:schemeClr val="accent1"/>
          </a:solidFill>
          <a:ln w="9525">
            <a:solidFill>
              <a:schemeClr val="tx1"/>
            </a:solidFill>
            <a:miter lim="800000"/>
            <a:headEnd/>
            <a:tailEnd/>
          </a:ln>
          <a:effectLst/>
        </p:spPr>
        <p:txBody>
          <a:bodyPr wrap="none" anchor="ctr"/>
          <a:lstStyle/>
          <a:p>
            <a:pPr algn="ctr"/>
            <a:endParaRPr lang="en-US" sz="800"/>
          </a:p>
        </p:txBody>
      </p:sp>
      <p:sp>
        <p:nvSpPr>
          <p:cNvPr id="23574" name="Rectangle 22"/>
          <p:cNvSpPr>
            <a:spLocks noChangeArrowheads="1"/>
          </p:cNvSpPr>
          <p:nvPr/>
        </p:nvSpPr>
        <p:spPr bwMode="auto">
          <a:xfrm rot="2573197">
            <a:off x="1547813" y="2205038"/>
            <a:ext cx="431800" cy="411162"/>
          </a:xfrm>
          <a:prstGeom prst="rect">
            <a:avLst/>
          </a:prstGeom>
          <a:solidFill>
            <a:schemeClr val="accent1"/>
          </a:solidFill>
          <a:ln w="9525">
            <a:solidFill>
              <a:schemeClr val="tx1"/>
            </a:solidFill>
            <a:miter lim="800000"/>
            <a:headEnd/>
            <a:tailEnd/>
          </a:ln>
          <a:effectLst/>
        </p:spPr>
        <p:txBody>
          <a:bodyPr wrap="none" anchor="ctr"/>
          <a:lstStyle/>
          <a:p>
            <a:pPr algn="ctr"/>
            <a:endParaRPr lang="en-US" sz="800"/>
          </a:p>
        </p:txBody>
      </p:sp>
      <p:sp>
        <p:nvSpPr>
          <p:cNvPr id="23575" name="Rectangle 23"/>
          <p:cNvSpPr>
            <a:spLocks noChangeArrowheads="1"/>
          </p:cNvSpPr>
          <p:nvPr/>
        </p:nvSpPr>
        <p:spPr bwMode="auto">
          <a:xfrm rot="2573197">
            <a:off x="2124075" y="2205038"/>
            <a:ext cx="431800" cy="411162"/>
          </a:xfrm>
          <a:prstGeom prst="rect">
            <a:avLst/>
          </a:prstGeom>
          <a:solidFill>
            <a:schemeClr val="accent1"/>
          </a:solidFill>
          <a:ln w="9525">
            <a:solidFill>
              <a:schemeClr val="tx1"/>
            </a:solidFill>
            <a:miter lim="800000"/>
            <a:headEnd/>
            <a:tailEnd/>
          </a:ln>
          <a:effectLst/>
        </p:spPr>
        <p:txBody>
          <a:bodyPr wrap="none" anchor="ctr"/>
          <a:lstStyle/>
          <a:p>
            <a:pPr algn="ctr"/>
            <a:endParaRPr lang="en-US" sz="800"/>
          </a:p>
        </p:txBody>
      </p:sp>
      <p:sp>
        <p:nvSpPr>
          <p:cNvPr id="23576" name="Rectangle 24"/>
          <p:cNvSpPr>
            <a:spLocks noChangeArrowheads="1"/>
          </p:cNvSpPr>
          <p:nvPr/>
        </p:nvSpPr>
        <p:spPr bwMode="auto">
          <a:xfrm rot="2573197">
            <a:off x="2700338" y="2205038"/>
            <a:ext cx="431800" cy="411162"/>
          </a:xfrm>
          <a:prstGeom prst="rect">
            <a:avLst/>
          </a:prstGeom>
          <a:solidFill>
            <a:schemeClr val="accent1"/>
          </a:solidFill>
          <a:ln w="9525">
            <a:solidFill>
              <a:schemeClr val="tx1"/>
            </a:solidFill>
            <a:miter lim="800000"/>
            <a:headEnd/>
            <a:tailEnd/>
          </a:ln>
          <a:effectLst/>
        </p:spPr>
        <p:txBody>
          <a:bodyPr wrap="none" anchor="ctr"/>
          <a:lstStyle/>
          <a:p>
            <a:pPr algn="ctr"/>
            <a:endParaRPr lang="en-US" sz="800"/>
          </a:p>
        </p:txBody>
      </p:sp>
      <p:sp>
        <p:nvSpPr>
          <p:cNvPr id="23577" name="Rectangle 25"/>
          <p:cNvSpPr>
            <a:spLocks noChangeArrowheads="1"/>
          </p:cNvSpPr>
          <p:nvPr/>
        </p:nvSpPr>
        <p:spPr bwMode="auto">
          <a:xfrm rot="2573197">
            <a:off x="1835150" y="1916113"/>
            <a:ext cx="431800" cy="411162"/>
          </a:xfrm>
          <a:prstGeom prst="rect">
            <a:avLst/>
          </a:prstGeom>
          <a:solidFill>
            <a:schemeClr val="accent1"/>
          </a:solidFill>
          <a:ln w="9525">
            <a:solidFill>
              <a:schemeClr val="tx1"/>
            </a:solidFill>
            <a:miter lim="800000"/>
            <a:headEnd/>
            <a:tailEnd/>
          </a:ln>
          <a:effectLst/>
        </p:spPr>
        <p:txBody>
          <a:bodyPr wrap="none" anchor="ctr"/>
          <a:lstStyle/>
          <a:p>
            <a:pPr algn="ctr"/>
            <a:endParaRPr lang="en-US" sz="800"/>
          </a:p>
        </p:txBody>
      </p:sp>
      <p:sp>
        <p:nvSpPr>
          <p:cNvPr id="23578" name="Rectangle 26"/>
          <p:cNvSpPr>
            <a:spLocks noChangeArrowheads="1"/>
          </p:cNvSpPr>
          <p:nvPr/>
        </p:nvSpPr>
        <p:spPr bwMode="auto">
          <a:xfrm rot="2573197">
            <a:off x="2411413" y="1916113"/>
            <a:ext cx="431800" cy="411162"/>
          </a:xfrm>
          <a:prstGeom prst="rect">
            <a:avLst/>
          </a:prstGeom>
          <a:solidFill>
            <a:schemeClr val="accent1"/>
          </a:solidFill>
          <a:ln w="9525">
            <a:solidFill>
              <a:schemeClr val="tx1"/>
            </a:solidFill>
            <a:miter lim="800000"/>
            <a:headEnd/>
            <a:tailEnd/>
          </a:ln>
          <a:effectLst/>
        </p:spPr>
        <p:txBody>
          <a:bodyPr wrap="none" anchor="ctr"/>
          <a:lstStyle/>
          <a:p>
            <a:pPr algn="ctr"/>
            <a:endParaRPr lang="en-US" sz="800"/>
          </a:p>
        </p:txBody>
      </p:sp>
      <p:sp>
        <p:nvSpPr>
          <p:cNvPr id="23579" name="Rectangle 27"/>
          <p:cNvSpPr>
            <a:spLocks noChangeArrowheads="1"/>
          </p:cNvSpPr>
          <p:nvPr/>
        </p:nvSpPr>
        <p:spPr bwMode="auto">
          <a:xfrm rot="2573197">
            <a:off x="2124075" y="1628775"/>
            <a:ext cx="431800" cy="411163"/>
          </a:xfrm>
          <a:prstGeom prst="rect">
            <a:avLst/>
          </a:prstGeom>
          <a:solidFill>
            <a:schemeClr val="accent1"/>
          </a:solidFill>
          <a:ln w="9525">
            <a:solidFill>
              <a:schemeClr val="tx1"/>
            </a:solidFill>
            <a:miter lim="800000"/>
            <a:headEnd/>
            <a:tailEnd/>
          </a:ln>
          <a:effectLst/>
        </p:spPr>
        <p:txBody>
          <a:bodyPr wrap="none" anchor="ctr"/>
          <a:lstStyle/>
          <a:p>
            <a:pPr algn="ctr"/>
            <a:endParaRPr lang="en-US" sz="800"/>
          </a:p>
        </p:txBody>
      </p:sp>
      <p:sp>
        <p:nvSpPr>
          <p:cNvPr id="23580" name="Rectangle 28"/>
          <p:cNvSpPr>
            <a:spLocks noChangeArrowheads="1"/>
          </p:cNvSpPr>
          <p:nvPr/>
        </p:nvSpPr>
        <p:spPr bwMode="auto">
          <a:xfrm rot="2573197">
            <a:off x="3276600" y="2205038"/>
            <a:ext cx="431800" cy="411162"/>
          </a:xfrm>
          <a:prstGeom prst="rect">
            <a:avLst/>
          </a:prstGeom>
          <a:solidFill>
            <a:schemeClr val="accent1"/>
          </a:solidFill>
          <a:ln w="9525">
            <a:solidFill>
              <a:schemeClr val="tx1"/>
            </a:solidFill>
            <a:miter lim="800000"/>
            <a:headEnd/>
            <a:tailEnd/>
          </a:ln>
          <a:effectLst/>
        </p:spPr>
        <p:txBody>
          <a:bodyPr wrap="none" anchor="ctr"/>
          <a:lstStyle/>
          <a:p>
            <a:pPr algn="ctr"/>
            <a:endParaRPr lang="en-US" sz="800"/>
          </a:p>
        </p:txBody>
      </p:sp>
      <p:sp>
        <p:nvSpPr>
          <p:cNvPr id="23581" name="Rectangle 29"/>
          <p:cNvSpPr>
            <a:spLocks noChangeArrowheads="1"/>
          </p:cNvSpPr>
          <p:nvPr/>
        </p:nvSpPr>
        <p:spPr bwMode="auto">
          <a:xfrm rot="2573197">
            <a:off x="2987675" y="1916113"/>
            <a:ext cx="431800" cy="411162"/>
          </a:xfrm>
          <a:prstGeom prst="rect">
            <a:avLst/>
          </a:prstGeom>
          <a:solidFill>
            <a:schemeClr val="accent1"/>
          </a:solidFill>
          <a:ln w="9525">
            <a:solidFill>
              <a:schemeClr val="tx1"/>
            </a:solidFill>
            <a:miter lim="800000"/>
            <a:headEnd/>
            <a:tailEnd/>
          </a:ln>
          <a:effectLst/>
        </p:spPr>
        <p:txBody>
          <a:bodyPr wrap="none" anchor="ctr"/>
          <a:lstStyle/>
          <a:p>
            <a:pPr algn="ctr"/>
            <a:endParaRPr lang="en-US" sz="800"/>
          </a:p>
        </p:txBody>
      </p:sp>
      <p:sp>
        <p:nvSpPr>
          <p:cNvPr id="23582" name="Rectangle 30"/>
          <p:cNvSpPr>
            <a:spLocks noChangeArrowheads="1"/>
          </p:cNvSpPr>
          <p:nvPr/>
        </p:nvSpPr>
        <p:spPr bwMode="auto">
          <a:xfrm rot="2573197">
            <a:off x="2700338" y="1628775"/>
            <a:ext cx="431800" cy="411163"/>
          </a:xfrm>
          <a:prstGeom prst="rect">
            <a:avLst/>
          </a:prstGeom>
          <a:solidFill>
            <a:schemeClr val="accent1"/>
          </a:solidFill>
          <a:ln w="9525">
            <a:solidFill>
              <a:schemeClr val="tx1"/>
            </a:solidFill>
            <a:miter lim="800000"/>
            <a:headEnd/>
            <a:tailEnd/>
          </a:ln>
          <a:effectLst/>
        </p:spPr>
        <p:txBody>
          <a:bodyPr wrap="none" anchor="ctr"/>
          <a:lstStyle/>
          <a:p>
            <a:pPr algn="ctr"/>
            <a:endParaRPr lang="en-US" sz="800"/>
          </a:p>
        </p:txBody>
      </p:sp>
      <p:sp>
        <p:nvSpPr>
          <p:cNvPr id="23583" name="Rectangle 31"/>
          <p:cNvSpPr>
            <a:spLocks noChangeArrowheads="1"/>
          </p:cNvSpPr>
          <p:nvPr/>
        </p:nvSpPr>
        <p:spPr bwMode="auto">
          <a:xfrm rot="2573197">
            <a:off x="2411413" y="1341438"/>
            <a:ext cx="431800" cy="411162"/>
          </a:xfrm>
          <a:prstGeom prst="rect">
            <a:avLst/>
          </a:prstGeom>
          <a:solidFill>
            <a:schemeClr val="accent1"/>
          </a:solidFill>
          <a:ln w="9525">
            <a:solidFill>
              <a:schemeClr val="tx1"/>
            </a:solidFill>
            <a:miter lim="800000"/>
            <a:headEnd/>
            <a:tailEnd/>
          </a:ln>
          <a:effectLst/>
        </p:spPr>
        <p:txBody>
          <a:bodyPr wrap="none" anchor="ctr"/>
          <a:lstStyle/>
          <a:p>
            <a:pPr algn="ctr"/>
            <a:endParaRPr lang="en-US" sz="800"/>
          </a:p>
        </p:txBody>
      </p:sp>
      <p:sp>
        <p:nvSpPr>
          <p:cNvPr id="23584" name="Rectangle 32"/>
          <p:cNvSpPr>
            <a:spLocks noChangeArrowheads="1"/>
          </p:cNvSpPr>
          <p:nvPr/>
        </p:nvSpPr>
        <p:spPr bwMode="auto">
          <a:xfrm rot="2573197">
            <a:off x="5076825" y="2347913"/>
            <a:ext cx="431800" cy="41116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23585" name="Rectangle 33"/>
          <p:cNvSpPr>
            <a:spLocks noChangeArrowheads="1"/>
          </p:cNvSpPr>
          <p:nvPr/>
        </p:nvSpPr>
        <p:spPr bwMode="auto">
          <a:xfrm rot="2573197">
            <a:off x="5653088" y="2347913"/>
            <a:ext cx="431800" cy="41116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23586" name="Rectangle 34"/>
          <p:cNvSpPr>
            <a:spLocks noChangeArrowheads="1"/>
          </p:cNvSpPr>
          <p:nvPr/>
        </p:nvSpPr>
        <p:spPr bwMode="auto">
          <a:xfrm rot="2573197">
            <a:off x="5940425" y="2058988"/>
            <a:ext cx="431800" cy="41116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23587" name="Rectangle 35"/>
          <p:cNvSpPr>
            <a:spLocks noChangeArrowheads="1"/>
          </p:cNvSpPr>
          <p:nvPr/>
        </p:nvSpPr>
        <p:spPr bwMode="auto">
          <a:xfrm rot="2573197">
            <a:off x="6229350" y="1771650"/>
            <a:ext cx="431800" cy="411163"/>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23588" name="Rectangle 36"/>
          <p:cNvSpPr>
            <a:spLocks noChangeArrowheads="1"/>
          </p:cNvSpPr>
          <p:nvPr/>
        </p:nvSpPr>
        <p:spPr bwMode="auto">
          <a:xfrm rot="2573197">
            <a:off x="6516688" y="1484313"/>
            <a:ext cx="431800" cy="41116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23589" name="Rectangle 37"/>
          <p:cNvSpPr>
            <a:spLocks noChangeArrowheads="1"/>
          </p:cNvSpPr>
          <p:nvPr/>
        </p:nvSpPr>
        <p:spPr bwMode="auto">
          <a:xfrm rot="2573197">
            <a:off x="6805613" y="1195388"/>
            <a:ext cx="431800" cy="41116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23590" name="Rectangle 38"/>
          <p:cNvSpPr>
            <a:spLocks noChangeArrowheads="1"/>
          </p:cNvSpPr>
          <p:nvPr/>
        </p:nvSpPr>
        <p:spPr bwMode="auto">
          <a:xfrm rot="2573197">
            <a:off x="6516688" y="908050"/>
            <a:ext cx="431800" cy="411163"/>
          </a:xfrm>
          <a:prstGeom prst="rect">
            <a:avLst/>
          </a:prstGeom>
          <a:solidFill>
            <a:schemeClr val="accent1"/>
          </a:solidFill>
          <a:ln w="9525">
            <a:solidFill>
              <a:schemeClr val="tx1"/>
            </a:solidFill>
            <a:miter lim="800000"/>
            <a:headEnd/>
            <a:tailEnd/>
          </a:ln>
          <a:effectLst/>
        </p:spPr>
        <p:txBody>
          <a:bodyPr wrap="none" anchor="ctr"/>
          <a:lstStyle/>
          <a:p>
            <a:pPr algn="ctr"/>
            <a:endParaRPr lang="en-US"/>
          </a:p>
        </p:txBody>
      </p:sp>
      <p:sp>
        <p:nvSpPr>
          <p:cNvPr id="23591" name="Rectangle 39"/>
          <p:cNvSpPr>
            <a:spLocks noChangeArrowheads="1"/>
          </p:cNvSpPr>
          <p:nvPr/>
        </p:nvSpPr>
        <p:spPr bwMode="auto">
          <a:xfrm rot="2573197">
            <a:off x="6229350" y="1195388"/>
            <a:ext cx="431800" cy="41116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23592" name="Rectangle 40"/>
          <p:cNvSpPr>
            <a:spLocks noChangeArrowheads="1"/>
          </p:cNvSpPr>
          <p:nvPr/>
        </p:nvSpPr>
        <p:spPr bwMode="auto">
          <a:xfrm rot="2573197">
            <a:off x="5940425" y="1484313"/>
            <a:ext cx="431800" cy="41116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23593" name="Rectangle 41"/>
          <p:cNvSpPr>
            <a:spLocks noChangeArrowheads="1"/>
          </p:cNvSpPr>
          <p:nvPr/>
        </p:nvSpPr>
        <p:spPr bwMode="auto">
          <a:xfrm rot="2573197">
            <a:off x="5653088" y="1771650"/>
            <a:ext cx="431800" cy="411163"/>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23594" name="Rectangle 42"/>
          <p:cNvSpPr>
            <a:spLocks noChangeArrowheads="1"/>
          </p:cNvSpPr>
          <p:nvPr/>
        </p:nvSpPr>
        <p:spPr bwMode="auto">
          <a:xfrm rot="2573197">
            <a:off x="5365750" y="2058988"/>
            <a:ext cx="431800" cy="41116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23595" name="Rectangle 43"/>
          <p:cNvSpPr>
            <a:spLocks noChangeArrowheads="1"/>
          </p:cNvSpPr>
          <p:nvPr/>
        </p:nvSpPr>
        <p:spPr bwMode="auto">
          <a:xfrm rot="2573197">
            <a:off x="6229350" y="2347913"/>
            <a:ext cx="431800" cy="41116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23596" name="Rectangle 44"/>
          <p:cNvSpPr>
            <a:spLocks noChangeArrowheads="1"/>
          </p:cNvSpPr>
          <p:nvPr/>
        </p:nvSpPr>
        <p:spPr bwMode="auto">
          <a:xfrm rot="2573197">
            <a:off x="6805613" y="2347913"/>
            <a:ext cx="431800" cy="41116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23597" name="Rectangle 45"/>
          <p:cNvSpPr>
            <a:spLocks noChangeArrowheads="1"/>
          </p:cNvSpPr>
          <p:nvPr/>
        </p:nvSpPr>
        <p:spPr bwMode="auto">
          <a:xfrm rot="2573197">
            <a:off x="7381875" y="2347913"/>
            <a:ext cx="431800" cy="41116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23598" name="Rectangle 46"/>
          <p:cNvSpPr>
            <a:spLocks noChangeArrowheads="1"/>
          </p:cNvSpPr>
          <p:nvPr/>
        </p:nvSpPr>
        <p:spPr bwMode="auto">
          <a:xfrm rot="2573197">
            <a:off x="6516688" y="2058988"/>
            <a:ext cx="431800" cy="41116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23599" name="Rectangle 47"/>
          <p:cNvSpPr>
            <a:spLocks noChangeArrowheads="1"/>
          </p:cNvSpPr>
          <p:nvPr/>
        </p:nvSpPr>
        <p:spPr bwMode="auto">
          <a:xfrm rot="2573197">
            <a:off x="7092950" y="2058988"/>
            <a:ext cx="431800" cy="41116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23600" name="Rectangle 48"/>
          <p:cNvSpPr>
            <a:spLocks noChangeArrowheads="1"/>
          </p:cNvSpPr>
          <p:nvPr/>
        </p:nvSpPr>
        <p:spPr bwMode="auto">
          <a:xfrm rot="2573197">
            <a:off x="6805613" y="1771650"/>
            <a:ext cx="431800" cy="411163"/>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23601" name="Rectangle 49"/>
          <p:cNvSpPr>
            <a:spLocks noChangeArrowheads="1"/>
          </p:cNvSpPr>
          <p:nvPr/>
        </p:nvSpPr>
        <p:spPr bwMode="auto">
          <a:xfrm rot="2573197">
            <a:off x="7958138" y="2347913"/>
            <a:ext cx="431800" cy="41116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23602" name="Rectangle 50"/>
          <p:cNvSpPr>
            <a:spLocks noChangeArrowheads="1"/>
          </p:cNvSpPr>
          <p:nvPr/>
        </p:nvSpPr>
        <p:spPr bwMode="auto">
          <a:xfrm rot="2573197">
            <a:off x="7669213" y="2058988"/>
            <a:ext cx="431800" cy="41116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23603" name="Rectangle 51"/>
          <p:cNvSpPr>
            <a:spLocks noChangeArrowheads="1"/>
          </p:cNvSpPr>
          <p:nvPr/>
        </p:nvSpPr>
        <p:spPr bwMode="auto">
          <a:xfrm rot="2573197">
            <a:off x="7381875" y="1771650"/>
            <a:ext cx="431800" cy="411163"/>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23604" name="Rectangle 52"/>
          <p:cNvSpPr>
            <a:spLocks noChangeArrowheads="1"/>
          </p:cNvSpPr>
          <p:nvPr/>
        </p:nvSpPr>
        <p:spPr bwMode="auto">
          <a:xfrm rot="2573197">
            <a:off x="7092950" y="1484313"/>
            <a:ext cx="431800" cy="41116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23605" name="Text Box 53"/>
          <p:cNvSpPr txBox="1">
            <a:spLocks noChangeArrowheads="1"/>
          </p:cNvSpPr>
          <p:nvPr/>
        </p:nvSpPr>
        <p:spPr bwMode="auto">
          <a:xfrm>
            <a:off x="1887538" y="836613"/>
            <a:ext cx="596900" cy="214312"/>
          </a:xfrm>
          <a:prstGeom prst="rect">
            <a:avLst/>
          </a:prstGeom>
          <a:noFill/>
          <a:ln w="9525">
            <a:noFill/>
            <a:miter lim="800000"/>
            <a:headEnd/>
            <a:tailEnd/>
          </a:ln>
          <a:effectLst/>
        </p:spPr>
        <p:txBody>
          <a:bodyPr>
            <a:spAutoFit/>
          </a:bodyPr>
          <a:lstStyle/>
          <a:p>
            <a:r>
              <a:rPr lang="en-US" altLang="zh-TW" sz="800"/>
              <a:t>2.75</a:t>
            </a:r>
          </a:p>
        </p:txBody>
      </p:sp>
      <p:sp>
        <p:nvSpPr>
          <p:cNvPr id="23607" name="Text Box 55"/>
          <p:cNvSpPr txBox="1">
            <a:spLocks noChangeArrowheads="1"/>
          </p:cNvSpPr>
          <p:nvPr/>
        </p:nvSpPr>
        <p:spPr bwMode="auto">
          <a:xfrm>
            <a:off x="1600200" y="1196975"/>
            <a:ext cx="384175" cy="214313"/>
          </a:xfrm>
          <a:prstGeom prst="rect">
            <a:avLst/>
          </a:prstGeom>
          <a:noFill/>
          <a:ln w="9525">
            <a:noFill/>
            <a:miter lim="800000"/>
            <a:headEnd/>
            <a:tailEnd/>
          </a:ln>
          <a:effectLst/>
        </p:spPr>
        <p:txBody>
          <a:bodyPr wrap="none">
            <a:spAutoFit/>
          </a:bodyPr>
          <a:lstStyle/>
          <a:p>
            <a:r>
              <a:rPr lang="en-US" altLang="zh-TW" sz="800"/>
              <a:t>1.75</a:t>
            </a:r>
          </a:p>
        </p:txBody>
      </p:sp>
      <p:sp>
        <p:nvSpPr>
          <p:cNvPr id="23611" name="Text Box 59"/>
          <p:cNvSpPr txBox="1">
            <a:spLocks noChangeArrowheads="1"/>
          </p:cNvSpPr>
          <p:nvPr/>
        </p:nvSpPr>
        <p:spPr bwMode="auto">
          <a:xfrm>
            <a:off x="2103438" y="1196975"/>
            <a:ext cx="384175" cy="214313"/>
          </a:xfrm>
          <a:prstGeom prst="rect">
            <a:avLst/>
          </a:prstGeom>
          <a:noFill/>
          <a:ln w="9525">
            <a:noFill/>
            <a:miter lim="800000"/>
            <a:headEnd/>
            <a:tailEnd/>
          </a:ln>
          <a:effectLst/>
        </p:spPr>
        <p:txBody>
          <a:bodyPr wrap="none">
            <a:spAutoFit/>
          </a:bodyPr>
          <a:lstStyle/>
          <a:p>
            <a:r>
              <a:rPr lang="en-US" altLang="zh-TW" sz="800"/>
              <a:t>2.00</a:t>
            </a:r>
          </a:p>
        </p:txBody>
      </p:sp>
      <p:sp>
        <p:nvSpPr>
          <p:cNvPr id="23612" name="Text Box 60"/>
          <p:cNvSpPr txBox="1">
            <a:spLocks noChangeArrowheads="1"/>
          </p:cNvSpPr>
          <p:nvPr/>
        </p:nvSpPr>
        <p:spPr bwMode="auto">
          <a:xfrm>
            <a:off x="1239838" y="1412875"/>
            <a:ext cx="384175" cy="214313"/>
          </a:xfrm>
          <a:prstGeom prst="rect">
            <a:avLst/>
          </a:prstGeom>
          <a:noFill/>
          <a:ln w="9525">
            <a:noFill/>
            <a:miter lim="800000"/>
            <a:headEnd/>
            <a:tailEnd/>
          </a:ln>
          <a:effectLst/>
        </p:spPr>
        <p:txBody>
          <a:bodyPr wrap="none">
            <a:spAutoFit/>
          </a:bodyPr>
          <a:lstStyle/>
          <a:p>
            <a:r>
              <a:rPr lang="en-US" altLang="zh-TW" sz="800"/>
              <a:t>1.25</a:t>
            </a:r>
          </a:p>
        </p:txBody>
      </p:sp>
      <p:sp>
        <p:nvSpPr>
          <p:cNvPr id="23616" name="Text Box 64"/>
          <p:cNvSpPr txBox="1">
            <a:spLocks noChangeArrowheads="1"/>
          </p:cNvSpPr>
          <p:nvPr/>
        </p:nvSpPr>
        <p:spPr bwMode="auto">
          <a:xfrm>
            <a:off x="1816100" y="1484313"/>
            <a:ext cx="384175" cy="214312"/>
          </a:xfrm>
          <a:prstGeom prst="rect">
            <a:avLst/>
          </a:prstGeom>
          <a:noFill/>
          <a:ln w="9525">
            <a:noFill/>
            <a:miter lim="800000"/>
            <a:headEnd/>
            <a:tailEnd/>
          </a:ln>
          <a:effectLst/>
        </p:spPr>
        <p:txBody>
          <a:bodyPr wrap="none">
            <a:spAutoFit/>
          </a:bodyPr>
          <a:lstStyle/>
          <a:p>
            <a:r>
              <a:rPr lang="en-US" altLang="zh-TW" sz="800"/>
              <a:t>1.20</a:t>
            </a:r>
          </a:p>
        </p:txBody>
      </p:sp>
      <p:sp>
        <p:nvSpPr>
          <p:cNvPr id="23618" name="Text Box 66"/>
          <p:cNvSpPr txBox="1">
            <a:spLocks noChangeArrowheads="1"/>
          </p:cNvSpPr>
          <p:nvPr/>
        </p:nvSpPr>
        <p:spPr bwMode="auto">
          <a:xfrm>
            <a:off x="2392363" y="1484313"/>
            <a:ext cx="384175" cy="214312"/>
          </a:xfrm>
          <a:prstGeom prst="rect">
            <a:avLst/>
          </a:prstGeom>
          <a:noFill/>
          <a:ln w="9525">
            <a:noFill/>
            <a:miter lim="800000"/>
            <a:headEnd/>
            <a:tailEnd/>
          </a:ln>
          <a:effectLst/>
        </p:spPr>
        <p:txBody>
          <a:bodyPr wrap="none">
            <a:spAutoFit/>
          </a:bodyPr>
          <a:lstStyle/>
          <a:p>
            <a:r>
              <a:rPr lang="en-US" altLang="zh-TW" sz="800"/>
              <a:t>1.30</a:t>
            </a:r>
          </a:p>
        </p:txBody>
      </p:sp>
      <p:sp>
        <p:nvSpPr>
          <p:cNvPr id="23620" name="Text Box 68"/>
          <p:cNvSpPr txBox="1">
            <a:spLocks noChangeArrowheads="1"/>
          </p:cNvSpPr>
          <p:nvPr/>
        </p:nvSpPr>
        <p:spPr bwMode="auto">
          <a:xfrm>
            <a:off x="950913" y="1700213"/>
            <a:ext cx="384175" cy="214312"/>
          </a:xfrm>
          <a:prstGeom prst="rect">
            <a:avLst/>
          </a:prstGeom>
          <a:noFill/>
          <a:ln w="9525">
            <a:noFill/>
            <a:miter lim="800000"/>
            <a:headEnd/>
            <a:tailEnd/>
          </a:ln>
          <a:effectLst/>
        </p:spPr>
        <p:txBody>
          <a:bodyPr wrap="none">
            <a:spAutoFit/>
          </a:bodyPr>
          <a:lstStyle/>
          <a:p>
            <a:r>
              <a:rPr lang="en-US" altLang="zh-TW" sz="800"/>
              <a:t>0.90</a:t>
            </a:r>
          </a:p>
        </p:txBody>
      </p:sp>
      <p:sp>
        <p:nvSpPr>
          <p:cNvPr id="23622" name="Text Box 70"/>
          <p:cNvSpPr txBox="1">
            <a:spLocks noChangeArrowheads="1"/>
          </p:cNvSpPr>
          <p:nvPr/>
        </p:nvSpPr>
        <p:spPr bwMode="auto">
          <a:xfrm>
            <a:off x="1527175" y="1771650"/>
            <a:ext cx="384175" cy="214313"/>
          </a:xfrm>
          <a:prstGeom prst="rect">
            <a:avLst/>
          </a:prstGeom>
          <a:noFill/>
          <a:ln w="9525">
            <a:noFill/>
            <a:miter lim="800000"/>
            <a:headEnd/>
            <a:tailEnd/>
          </a:ln>
          <a:effectLst/>
        </p:spPr>
        <p:txBody>
          <a:bodyPr wrap="none">
            <a:spAutoFit/>
          </a:bodyPr>
          <a:lstStyle/>
          <a:p>
            <a:r>
              <a:rPr lang="en-US" altLang="zh-TW" sz="800"/>
              <a:t>0.70</a:t>
            </a:r>
          </a:p>
        </p:txBody>
      </p:sp>
      <p:sp>
        <p:nvSpPr>
          <p:cNvPr id="23624" name="Text Box 72"/>
          <p:cNvSpPr txBox="1">
            <a:spLocks noChangeArrowheads="1"/>
          </p:cNvSpPr>
          <p:nvPr/>
        </p:nvSpPr>
        <p:spPr bwMode="auto">
          <a:xfrm>
            <a:off x="2103438" y="1771650"/>
            <a:ext cx="384175" cy="214313"/>
          </a:xfrm>
          <a:prstGeom prst="rect">
            <a:avLst/>
          </a:prstGeom>
          <a:noFill/>
          <a:ln w="9525">
            <a:noFill/>
            <a:miter lim="800000"/>
            <a:headEnd/>
            <a:tailEnd/>
          </a:ln>
          <a:effectLst/>
        </p:spPr>
        <p:txBody>
          <a:bodyPr wrap="none">
            <a:spAutoFit/>
          </a:bodyPr>
          <a:lstStyle/>
          <a:p>
            <a:r>
              <a:rPr lang="en-US" altLang="zh-TW" sz="800"/>
              <a:t>0.60</a:t>
            </a:r>
          </a:p>
        </p:txBody>
      </p:sp>
      <p:sp>
        <p:nvSpPr>
          <p:cNvPr id="23626" name="Text Box 74"/>
          <p:cNvSpPr txBox="1">
            <a:spLocks noChangeArrowheads="1"/>
          </p:cNvSpPr>
          <p:nvPr/>
        </p:nvSpPr>
        <p:spPr bwMode="auto">
          <a:xfrm>
            <a:off x="2679700" y="1771650"/>
            <a:ext cx="384175" cy="214313"/>
          </a:xfrm>
          <a:prstGeom prst="rect">
            <a:avLst/>
          </a:prstGeom>
          <a:noFill/>
          <a:ln w="9525">
            <a:noFill/>
            <a:miter lim="800000"/>
            <a:headEnd/>
            <a:tailEnd/>
          </a:ln>
          <a:effectLst/>
        </p:spPr>
        <p:txBody>
          <a:bodyPr wrap="none">
            <a:spAutoFit/>
          </a:bodyPr>
          <a:lstStyle/>
          <a:p>
            <a:r>
              <a:rPr lang="en-US" altLang="zh-TW" sz="800"/>
              <a:t>0.90</a:t>
            </a:r>
          </a:p>
        </p:txBody>
      </p:sp>
      <p:sp>
        <p:nvSpPr>
          <p:cNvPr id="23628" name="Text Box 76"/>
          <p:cNvSpPr txBox="1">
            <a:spLocks noChangeArrowheads="1"/>
          </p:cNvSpPr>
          <p:nvPr/>
        </p:nvSpPr>
        <p:spPr bwMode="auto">
          <a:xfrm>
            <a:off x="663575" y="2060575"/>
            <a:ext cx="384175" cy="214313"/>
          </a:xfrm>
          <a:prstGeom prst="rect">
            <a:avLst/>
          </a:prstGeom>
          <a:noFill/>
          <a:ln w="9525">
            <a:noFill/>
            <a:miter lim="800000"/>
            <a:headEnd/>
            <a:tailEnd/>
          </a:ln>
          <a:effectLst/>
        </p:spPr>
        <p:txBody>
          <a:bodyPr wrap="none">
            <a:spAutoFit/>
          </a:bodyPr>
          <a:lstStyle/>
          <a:p>
            <a:r>
              <a:rPr lang="en-US" altLang="zh-TW" sz="800"/>
              <a:t>0.45</a:t>
            </a:r>
          </a:p>
        </p:txBody>
      </p:sp>
      <p:sp>
        <p:nvSpPr>
          <p:cNvPr id="23630" name="Text Box 78"/>
          <p:cNvSpPr txBox="1">
            <a:spLocks noChangeArrowheads="1"/>
          </p:cNvSpPr>
          <p:nvPr/>
        </p:nvSpPr>
        <p:spPr bwMode="auto">
          <a:xfrm>
            <a:off x="1239838" y="2060575"/>
            <a:ext cx="384175" cy="214313"/>
          </a:xfrm>
          <a:prstGeom prst="rect">
            <a:avLst/>
          </a:prstGeom>
          <a:noFill/>
          <a:ln w="9525">
            <a:noFill/>
            <a:miter lim="800000"/>
            <a:headEnd/>
            <a:tailEnd/>
          </a:ln>
          <a:effectLst/>
        </p:spPr>
        <p:txBody>
          <a:bodyPr wrap="none">
            <a:spAutoFit/>
          </a:bodyPr>
          <a:lstStyle/>
          <a:p>
            <a:r>
              <a:rPr lang="en-US" altLang="zh-TW" sz="800"/>
              <a:t>0.40</a:t>
            </a:r>
          </a:p>
        </p:txBody>
      </p:sp>
      <p:sp>
        <p:nvSpPr>
          <p:cNvPr id="23632" name="Text Box 80"/>
          <p:cNvSpPr txBox="1">
            <a:spLocks noChangeArrowheads="1"/>
          </p:cNvSpPr>
          <p:nvPr/>
        </p:nvSpPr>
        <p:spPr bwMode="auto">
          <a:xfrm>
            <a:off x="1743075" y="1989138"/>
            <a:ext cx="384175" cy="214312"/>
          </a:xfrm>
          <a:prstGeom prst="rect">
            <a:avLst/>
          </a:prstGeom>
          <a:noFill/>
          <a:ln w="9525">
            <a:noFill/>
            <a:miter lim="800000"/>
            <a:headEnd/>
            <a:tailEnd/>
          </a:ln>
          <a:effectLst/>
        </p:spPr>
        <p:txBody>
          <a:bodyPr wrap="none">
            <a:spAutoFit/>
          </a:bodyPr>
          <a:lstStyle/>
          <a:p>
            <a:r>
              <a:rPr lang="en-US" altLang="zh-TW" sz="800"/>
              <a:t>0.25</a:t>
            </a:r>
          </a:p>
        </p:txBody>
      </p:sp>
      <p:sp>
        <p:nvSpPr>
          <p:cNvPr id="23634" name="Text Box 82"/>
          <p:cNvSpPr txBox="1">
            <a:spLocks noChangeArrowheads="1"/>
          </p:cNvSpPr>
          <p:nvPr/>
        </p:nvSpPr>
        <p:spPr bwMode="auto">
          <a:xfrm>
            <a:off x="2392363" y="2060575"/>
            <a:ext cx="384175" cy="214313"/>
          </a:xfrm>
          <a:prstGeom prst="rect">
            <a:avLst/>
          </a:prstGeom>
          <a:noFill/>
          <a:ln w="9525">
            <a:noFill/>
            <a:miter lim="800000"/>
            <a:headEnd/>
            <a:tailEnd/>
          </a:ln>
          <a:effectLst/>
        </p:spPr>
        <p:txBody>
          <a:bodyPr wrap="none">
            <a:spAutoFit/>
          </a:bodyPr>
          <a:lstStyle/>
          <a:p>
            <a:r>
              <a:rPr lang="en-US" altLang="zh-TW" sz="800"/>
              <a:t>0.30</a:t>
            </a:r>
          </a:p>
        </p:txBody>
      </p:sp>
      <p:sp>
        <p:nvSpPr>
          <p:cNvPr id="23636" name="Text Box 84"/>
          <p:cNvSpPr txBox="1">
            <a:spLocks noChangeArrowheads="1"/>
          </p:cNvSpPr>
          <p:nvPr/>
        </p:nvSpPr>
        <p:spPr bwMode="auto">
          <a:xfrm>
            <a:off x="2967038" y="1989138"/>
            <a:ext cx="384175" cy="214312"/>
          </a:xfrm>
          <a:prstGeom prst="rect">
            <a:avLst/>
          </a:prstGeom>
          <a:noFill/>
          <a:ln w="9525">
            <a:noFill/>
            <a:miter lim="800000"/>
            <a:headEnd/>
            <a:tailEnd/>
          </a:ln>
          <a:effectLst/>
        </p:spPr>
        <p:txBody>
          <a:bodyPr wrap="none">
            <a:spAutoFit/>
          </a:bodyPr>
          <a:lstStyle/>
          <a:p>
            <a:r>
              <a:rPr lang="en-US" altLang="zh-TW" sz="800"/>
              <a:t>0.50</a:t>
            </a:r>
          </a:p>
        </p:txBody>
      </p:sp>
      <p:sp>
        <p:nvSpPr>
          <p:cNvPr id="23638" name="Text Box 86"/>
          <p:cNvSpPr txBox="1">
            <a:spLocks noChangeArrowheads="1"/>
          </p:cNvSpPr>
          <p:nvPr/>
        </p:nvSpPr>
        <p:spPr bwMode="auto">
          <a:xfrm>
            <a:off x="303213" y="2347913"/>
            <a:ext cx="384175" cy="214312"/>
          </a:xfrm>
          <a:prstGeom prst="rect">
            <a:avLst/>
          </a:prstGeom>
          <a:noFill/>
          <a:ln w="9525">
            <a:noFill/>
            <a:miter lim="800000"/>
            <a:headEnd/>
            <a:tailEnd/>
          </a:ln>
          <a:effectLst/>
        </p:spPr>
        <p:txBody>
          <a:bodyPr wrap="none">
            <a:spAutoFit/>
          </a:bodyPr>
          <a:lstStyle/>
          <a:p>
            <a:r>
              <a:rPr lang="en-US" altLang="zh-TW" sz="800"/>
              <a:t>0.05</a:t>
            </a:r>
          </a:p>
        </p:txBody>
      </p:sp>
      <p:sp>
        <p:nvSpPr>
          <p:cNvPr id="23640" name="Text Box 88"/>
          <p:cNvSpPr txBox="1">
            <a:spLocks noChangeArrowheads="1"/>
          </p:cNvSpPr>
          <p:nvPr/>
        </p:nvSpPr>
        <p:spPr bwMode="auto">
          <a:xfrm>
            <a:off x="950913" y="2347913"/>
            <a:ext cx="384175" cy="214312"/>
          </a:xfrm>
          <a:prstGeom prst="rect">
            <a:avLst/>
          </a:prstGeom>
          <a:noFill/>
          <a:ln w="9525">
            <a:noFill/>
            <a:miter lim="800000"/>
            <a:headEnd/>
            <a:tailEnd/>
          </a:ln>
          <a:effectLst/>
        </p:spPr>
        <p:txBody>
          <a:bodyPr wrap="none">
            <a:spAutoFit/>
          </a:bodyPr>
          <a:lstStyle/>
          <a:p>
            <a:r>
              <a:rPr lang="en-US" altLang="zh-TW" sz="800"/>
              <a:t>0.10</a:t>
            </a:r>
          </a:p>
        </p:txBody>
      </p:sp>
      <p:sp>
        <p:nvSpPr>
          <p:cNvPr id="23642" name="Text Box 90"/>
          <p:cNvSpPr txBox="1">
            <a:spLocks noChangeArrowheads="1"/>
          </p:cNvSpPr>
          <p:nvPr/>
        </p:nvSpPr>
        <p:spPr bwMode="auto">
          <a:xfrm>
            <a:off x="1527175" y="2347913"/>
            <a:ext cx="384175" cy="214312"/>
          </a:xfrm>
          <a:prstGeom prst="rect">
            <a:avLst/>
          </a:prstGeom>
          <a:noFill/>
          <a:ln w="9525">
            <a:noFill/>
            <a:miter lim="800000"/>
            <a:headEnd/>
            <a:tailEnd/>
          </a:ln>
          <a:effectLst/>
        </p:spPr>
        <p:txBody>
          <a:bodyPr wrap="none">
            <a:spAutoFit/>
          </a:bodyPr>
          <a:lstStyle/>
          <a:p>
            <a:r>
              <a:rPr lang="en-US" altLang="zh-TW" sz="800"/>
              <a:t>0.05</a:t>
            </a:r>
          </a:p>
        </p:txBody>
      </p:sp>
      <p:sp>
        <p:nvSpPr>
          <p:cNvPr id="23644" name="Text Box 92"/>
          <p:cNvSpPr txBox="1">
            <a:spLocks noChangeArrowheads="1"/>
          </p:cNvSpPr>
          <p:nvPr/>
        </p:nvSpPr>
        <p:spPr bwMode="auto">
          <a:xfrm>
            <a:off x="2103438" y="2347913"/>
            <a:ext cx="384175" cy="214312"/>
          </a:xfrm>
          <a:prstGeom prst="rect">
            <a:avLst/>
          </a:prstGeom>
          <a:noFill/>
          <a:ln w="9525">
            <a:noFill/>
            <a:miter lim="800000"/>
            <a:headEnd/>
            <a:tailEnd/>
          </a:ln>
          <a:effectLst/>
        </p:spPr>
        <p:txBody>
          <a:bodyPr wrap="none">
            <a:spAutoFit/>
          </a:bodyPr>
          <a:lstStyle/>
          <a:p>
            <a:r>
              <a:rPr lang="en-US" altLang="zh-TW" sz="800"/>
              <a:t>0.05</a:t>
            </a:r>
          </a:p>
        </p:txBody>
      </p:sp>
      <p:sp>
        <p:nvSpPr>
          <p:cNvPr id="23646" name="Text Box 94"/>
          <p:cNvSpPr txBox="1">
            <a:spLocks noChangeArrowheads="1"/>
          </p:cNvSpPr>
          <p:nvPr/>
        </p:nvSpPr>
        <p:spPr bwMode="auto">
          <a:xfrm>
            <a:off x="2751138" y="2347913"/>
            <a:ext cx="384175" cy="214312"/>
          </a:xfrm>
          <a:prstGeom prst="rect">
            <a:avLst/>
          </a:prstGeom>
          <a:noFill/>
          <a:ln w="9525">
            <a:noFill/>
            <a:miter lim="800000"/>
            <a:headEnd/>
            <a:tailEnd/>
          </a:ln>
          <a:effectLst/>
        </p:spPr>
        <p:txBody>
          <a:bodyPr wrap="none">
            <a:spAutoFit/>
          </a:bodyPr>
          <a:lstStyle/>
          <a:p>
            <a:r>
              <a:rPr lang="en-US" altLang="zh-TW" sz="800"/>
              <a:t>0.05</a:t>
            </a:r>
          </a:p>
        </p:txBody>
      </p:sp>
      <p:sp>
        <p:nvSpPr>
          <p:cNvPr id="23648" name="Text Box 96"/>
          <p:cNvSpPr txBox="1">
            <a:spLocks noChangeArrowheads="1"/>
          </p:cNvSpPr>
          <p:nvPr/>
        </p:nvSpPr>
        <p:spPr bwMode="auto">
          <a:xfrm>
            <a:off x="3255963" y="2347913"/>
            <a:ext cx="384175" cy="214312"/>
          </a:xfrm>
          <a:prstGeom prst="rect">
            <a:avLst/>
          </a:prstGeom>
          <a:noFill/>
          <a:ln w="9525">
            <a:noFill/>
            <a:miter lim="800000"/>
            <a:headEnd/>
            <a:tailEnd/>
          </a:ln>
          <a:effectLst/>
        </p:spPr>
        <p:txBody>
          <a:bodyPr wrap="none">
            <a:spAutoFit/>
          </a:bodyPr>
          <a:lstStyle/>
          <a:p>
            <a:r>
              <a:rPr lang="en-US" altLang="zh-TW" sz="800"/>
              <a:t>0.10</a:t>
            </a:r>
          </a:p>
        </p:txBody>
      </p:sp>
      <p:sp>
        <p:nvSpPr>
          <p:cNvPr id="23650" name="Text Box 98"/>
          <p:cNvSpPr txBox="1">
            <a:spLocks noChangeArrowheads="1"/>
          </p:cNvSpPr>
          <p:nvPr/>
        </p:nvSpPr>
        <p:spPr bwMode="auto">
          <a:xfrm>
            <a:off x="1908175" y="115888"/>
            <a:ext cx="288925" cy="336550"/>
          </a:xfrm>
          <a:prstGeom prst="rect">
            <a:avLst/>
          </a:prstGeom>
          <a:noFill/>
          <a:ln w="9525">
            <a:noFill/>
            <a:miter lim="800000"/>
            <a:headEnd/>
            <a:tailEnd/>
          </a:ln>
          <a:effectLst/>
        </p:spPr>
        <p:txBody>
          <a:bodyPr>
            <a:spAutoFit/>
          </a:bodyPr>
          <a:lstStyle/>
          <a:p>
            <a:pPr>
              <a:spcBef>
                <a:spcPct val="50000"/>
              </a:spcBef>
            </a:pPr>
            <a:r>
              <a:rPr lang="en-US" altLang="zh-TW" sz="1600"/>
              <a:t>e</a:t>
            </a:r>
          </a:p>
        </p:txBody>
      </p:sp>
      <p:sp>
        <p:nvSpPr>
          <p:cNvPr id="23651" name="Text Box 99"/>
          <p:cNvSpPr txBox="1">
            <a:spLocks noChangeArrowheads="1"/>
          </p:cNvSpPr>
          <p:nvPr/>
        </p:nvSpPr>
        <p:spPr bwMode="auto">
          <a:xfrm>
            <a:off x="107950" y="1989138"/>
            <a:ext cx="287338" cy="336550"/>
          </a:xfrm>
          <a:prstGeom prst="rect">
            <a:avLst/>
          </a:prstGeom>
          <a:noFill/>
          <a:ln w="9525">
            <a:noFill/>
            <a:miter lim="800000"/>
            <a:headEnd/>
            <a:tailEnd/>
          </a:ln>
          <a:effectLst/>
        </p:spPr>
        <p:txBody>
          <a:bodyPr>
            <a:spAutoFit/>
          </a:bodyPr>
          <a:lstStyle/>
          <a:p>
            <a:pPr>
              <a:spcBef>
                <a:spcPct val="50000"/>
              </a:spcBef>
            </a:pPr>
            <a:r>
              <a:rPr lang="en-US" altLang="zh-TW" sz="1600"/>
              <a:t>0</a:t>
            </a:r>
          </a:p>
        </p:txBody>
      </p:sp>
      <p:sp>
        <p:nvSpPr>
          <p:cNvPr id="23652" name="Text Box 100"/>
          <p:cNvSpPr txBox="1">
            <a:spLocks noChangeArrowheads="1"/>
          </p:cNvSpPr>
          <p:nvPr/>
        </p:nvSpPr>
        <p:spPr bwMode="auto">
          <a:xfrm>
            <a:off x="395288" y="1700213"/>
            <a:ext cx="288925" cy="336550"/>
          </a:xfrm>
          <a:prstGeom prst="rect">
            <a:avLst/>
          </a:prstGeom>
          <a:noFill/>
          <a:ln w="9525">
            <a:noFill/>
            <a:miter lim="800000"/>
            <a:headEnd/>
            <a:tailEnd/>
          </a:ln>
          <a:effectLst/>
        </p:spPr>
        <p:txBody>
          <a:bodyPr>
            <a:spAutoFit/>
          </a:bodyPr>
          <a:lstStyle/>
          <a:p>
            <a:pPr>
              <a:spcBef>
                <a:spcPct val="50000"/>
              </a:spcBef>
            </a:pPr>
            <a:r>
              <a:rPr lang="en-US" altLang="zh-TW" sz="1600"/>
              <a:t>1</a:t>
            </a:r>
          </a:p>
        </p:txBody>
      </p:sp>
      <p:sp>
        <p:nvSpPr>
          <p:cNvPr id="23653" name="Text Box 101"/>
          <p:cNvSpPr txBox="1">
            <a:spLocks noChangeArrowheads="1"/>
          </p:cNvSpPr>
          <p:nvPr/>
        </p:nvSpPr>
        <p:spPr bwMode="auto">
          <a:xfrm>
            <a:off x="755650" y="1412875"/>
            <a:ext cx="288925" cy="336550"/>
          </a:xfrm>
          <a:prstGeom prst="rect">
            <a:avLst/>
          </a:prstGeom>
          <a:noFill/>
          <a:ln w="9525">
            <a:noFill/>
            <a:miter lim="800000"/>
            <a:headEnd/>
            <a:tailEnd/>
          </a:ln>
          <a:effectLst/>
        </p:spPr>
        <p:txBody>
          <a:bodyPr>
            <a:spAutoFit/>
          </a:bodyPr>
          <a:lstStyle/>
          <a:p>
            <a:pPr>
              <a:spcBef>
                <a:spcPct val="50000"/>
              </a:spcBef>
            </a:pPr>
            <a:r>
              <a:rPr lang="en-US" altLang="zh-TW" sz="1600"/>
              <a:t>2</a:t>
            </a:r>
          </a:p>
        </p:txBody>
      </p:sp>
      <p:sp>
        <p:nvSpPr>
          <p:cNvPr id="23654" name="Text Box 102"/>
          <p:cNvSpPr txBox="1">
            <a:spLocks noChangeArrowheads="1"/>
          </p:cNvSpPr>
          <p:nvPr/>
        </p:nvSpPr>
        <p:spPr bwMode="auto">
          <a:xfrm>
            <a:off x="1042988" y="1052513"/>
            <a:ext cx="288925" cy="336550"/>
          </a:xfrm>
          <a:prstGeom prst="rect">
            <a:avLst/>
          </a:prstGeom>
          <a:noFill/>
          <a:ln w="9525">
            <a:noFill/>
            <a:miter lim="800000"/>
            <a:headEnd/>
            <a:tailEnd/>
          </a:ln>
          <a:effectLst/>
        </p:spPr>
        <p:txBody>
          <a:bodyPr>
            <a:spAutoFit/>
          </a:bodyPr>
          <a:lstStyle/>
          <a:p>
            <a:pPr>
              <a:spcBef>
                <a:spcPct val="50000"/>
              </a:spcBef>
            </a:pPr>
            <a:r>
              <a:rPr lang="en-US" altLang="zh-TW" sz="1600"/>
              <a:t>3</a:t>
            </a:r>
          </a:p>
        </p:txBody>
      </p:sp>
      <p:sp>
        <p:nvSpPr>
          <p:cNvPr id="23655" name="Text Box 103"/>
          <p:cNvSpPr txBox="1">
            <a:spLocks noChangeArrowheads="1"/>
          </p:cNvSpPr>
          <p:nvPr/>
        </p:nvSpPr>
        <p:spPr bwMode="auto">
          <a:xfrm>
            <a:off x="1331913" y="836613"/>
            <a:ext cx="288925" cy="336550"/>
          </a:xfrm>
          <a:prstGeom prst="rect">
            <a:avLst/>
          </a:prstGeom>
          <a:noFill/>
          <a:ln w="9525">
            <a:noFill/>
            <a:miter lim="800000"/>
            <a:headEnd/>
            <a:tailEnd/>
          </a:ln>
          <a:effectLst/>
        </p:spPr>
        <p:txBody>
          <a:bodyPr>
            <a:spAutoFit/>
          </a:bodyPr>
          <a:lstStyle/>
          <a:p>
            <a:pPr>
              <a:spcBef>
                <a:spcPct val="50000"/>
              </a:spcBef>
            </a:pPr>
            <a:r>
              <a:rPr lang="en-US" altLang="zh-TW" sz="1600"/>
              <a:t>4</a:t>
            </a:r>
          </a:p>
        </p:txBody>
      </p:sp>
      <p:sp>
        <p:nvSpPr>
          <p:cNvPr id="23656" name="Text Box 104"/>
          <p:cNvSpPr txBox="1">
            <a:spLocks noChangeArrowheads="1"/>
          </p:cNvSpPr>
          <p:nvPr/>
        </p:nvSpPr>
        <p:spPr bwMode="auto">
          <a:xfrm>
            <a:off x="1619250" y="549275"/>
            <a:ext cx="288925" cy="336550"/>
          </a:xfrm>
          <a:prstGeom prst="rect">
            <a:avLst/>
          </a:prstGeom>
          <a:noFill/>
          <a:ln w="9525">
            <a:noFill/>
            <a:miter lim="800000"/>
            <a:headEnd/>
            <a:tailEnd/>
          </a:ln>
          <a:effectLst/>
        </p:spPr>
        <p:txBody>
          <a:bodyPr>
            <a:spAutoFit/>
          </a:bodyPr>
          <a:lstStyle/>
          <a:p>
            <a:pPr>
              <a:spcBef>
                <a:spcPct val="50000"/>
              </a:spcBef>
            </a:pPr>
            <a:r>
              <a:rPr lang="en-US" altLang="zh-TW" sz="1600"/>
              <a:t>5</a:t>
            </a:r>
          </a:p>
        </p:txBody>
      </p:sp>
      <p:sp>
        <p:nvSpPr>
          <p:cNvPr id="23678" name="Text Box 126"/>
          <p:cNvSpPr txBox="1">
            <a:spLocks noChangeArrowheads="1"/>
          </p:cNvSpPr>
          <p:nvPr/>
        </p:nvSpPr>
        <p:spPr bwMode="auto">
          <a:xfrm>
            <a:off x="2268538" y="476250"/>
            <a:ext cx="288925" cy="336550"/>
          </a:xfrm>
          <a:prstGeom prst="rect">
            <a:avLst/>
          </a:prstGeom>
          <a:noFill/>
          <a:ln w="9525">
            <a:noFill/>
            <a:miter lim="800000"/>
            <a:headEnd/>
            <a:tailEnd/>
          </a:ln>
          <a:effectLst/>
        </p:spPr>
        <p:txBody>
          <a:bodyPr>
            <a:spAutoFit/>
          </a:bodyPr>
          <a:lstStyle/>
          <a:p>
            <a:pPr>
              <a:spcBef>
                <a:spcPct val="50000"/>
              </a:spcBef>
            </a:pPr>
            <a:r>
              <a:rPr lang="en-US" altLang="zh-TW" sz="1600"/>
              <a:t>1</a:t>
            </a:r>
          </a:p>
        </p:txBody>
      </p:sp>
      <p:sp>
        <p:nvSpPr>
          <p:cNvPr id="23679" name="Text Box 127"/>
          <p:cNvSpPr txBox="1">
            <a:spLocks noChangeArrowheads="1"/>
          </p:cNvSpPr>
          <p:nvPr/>
        </p:nvSpPr>
        <p:spPr bwMode="auto">
          <a:xfrm>
            <a:off x="2484438" y="765175"/>
            <a:ext cx="288925" cy="336550"/>
          </a:xfrm>
          <a:prstGeom prst="rect">
            <a:avLst/>
          </a:prstGeom>
          <a:noFill/>
          <a:ln w="9525">
            <a:noFill/>
            <a:miter lim="800000"/>
            <a:headEnd/>
            <a:tailEnd/>
          </a:ln>
          <a:effectLst/>
        </p:spPr>
        <p:txBody>
          <a:bodyPr>
            <a:spAutoFit/>
          </a:bodyPr>
          <a:lstStyle/>
          <a:p>
            <a:pPr>
              <a:spcBef>
                <a:spcPct val="50000"/>
              </a:spcBef>
            </a:pPr>
            <a:r>
              <a:rPr lang="en-US" altLang="zh-TW" sz="1600"/>
              <a:t>2</a:t>
            </a:r>
          </a:p>
        </p:txBody>
      </p:sp>
      <p:sp>
        <p:nvSpPr>
          <p:cNvPr id="23680" name="Text Box 128"/>
          <p:cNvSpPr txBox="1">
            <a:spLocks noChangeArrowheads="1"/>
          </p:cNvSpPr>
          <p:nvPr/>
        </p:nvSpPr>
        <p:spPr bwMode="auto">
          <a:xfrm>
            <a:off x="5364163" y="1557338"/>
            <a:ext cx="288925" cy="336550"/>
          </a:xfrm>
          <a:prstGeom prst="rect">
            <a:avLst/>
          </a:prstGeom>
          <a:noFill/>
          <a:ln w="9525">
            <a:noFill/>
            <a:miter lim="800000"/>
            <a:headEnd/>
            <a:tailEnd/>
          </a:ln>
          <a:effectLst/>
        </p:spPr>
        <p:txBody>
          <a:bodyPr>
            <a:spAutoFit/>
          </a:bodyPr>
          <a:lstStyle/>
          <a:p>
            <a:pPr>
              <a:spcBef>
                <a:spcPct val="50000"/>
              </a:spcBef>
            </a:pPr>
            <a:r>
              <a:rPr lang="en-US" altLang="zh-TW" sz="1600"/>
              <a:t>2</a:t>
            </a:r>
          </a:p>
        </p:txBody>
      </p:sp>
      <p:sp>
        <p:nvSpPr>
          <p:cNvPr id="23681" name="Text Box 129"/>
          <p:cNvSpPr txBox="1">
            <a:spLocks noChangeArrowheads="1"/>
          </p:cNvSpPr>
          <p:nvPr/>
        </p:nvSpPr>
        <p:spPr bwMode="auto">
          <a:xfrm>
            <a:off x="7164388" y="908050"/>
            <a:ext cx="288925" cy="336550"/>
          </a:xfrm>
          <a:prstGeom prst="rect">
            <a:avLst/>
          </a:prstGeom>
          <a:noFill/>
          <a:ln w="9525">
            <a:noFill/>
            <a:miter lim="800000"/>
            <a:headEnd/>
            <a:tailEnd/>
          </a:ln>
          <a:effectLst/>
        </p:spPr>
        <p:txBody>
          <a:bodyPr>
            <a:spAutoFit/>
          </a:bodyPr>
          <a:lstStyle/>
          <a:p>
            <a:pPr>
              <a:spcBef>
                <a:spcPct val="50000"/>
              </a:spcBef>
            </a:pPr>
            <a:r>
              <a:rPr lang="en-US" altLang="zh-TW" sz="1600"/>
              <a:t>2</a:t>
            </a:r>
          </a:p>
        </p:txBody>
      </p:sp>
      <p:sp>
        <p:nvSpPr>
          <p:cNvPr id="23683" name="Text Box 131"/>
          <p:cNvSpPr txBox="1">
            <a:spLocks noChangeArrowheads="1"/>
          </p:cNvSpPr>
          <p:nvPr/>
        </p:nvSpPr>
        <p:spPr bwMode="auto">
          <a:xfrm>
            <a:off x="5148263" y="1844675"/>
            <a:ext cx="288925" cy="336550"/>
          </a:xfrm>
          <a:prstGeom prst="rect">
            <a:avLst/>
          </a:prstGeom>
          <a:noFill/>
          <a:ln w="9525">
            <a:noFill/>
            <a:miter lim="800000"/>
            <a:headEnd/>
            <a:tailEnd/>
          </a:ln>
          <a:effectLst/>
        </p:spPr>
        <p:txBody>
          <a:bodyPr>
            <a:spAutoFit/>
          </a:bodyPr>
          <a:lstStyle/>
          <a:p>
            <a:r>
              <a:rPr lang="en-US" altLang="zh-TW" sz="1600"/>
              <a:t>1</a:t>
            </a:r>
          </a:p>
        </p:txBody>
      </p:sp>
      <p:sp>
        <p:nvSpPr>
          <p:cNvPr id="23684" name="Text Box 132"/>
          <p:cNvSpPr txBox="1">
            <a:spLocks noChangeArrowheads="1"/>
          </p:cNvSpPr>
          <p:nvPr/>
        </p:nvSpPr>
        <p:spPr bwMode="auto">
          <a:xfrm>
            <a:off x="6804025" y="620713"/>
            <a:ext cx="288925" cy="336550"/>
          </a:xfrm>
          <a:prstGeom prst="rect">
            <a:avLst/>
          </a:prstGeom>
          <a:noFill/>
          <a:ln w="9525">
            <a:noFill/>
            <a:miter lim="800000"/>
            <a:headEnd/>
            <a:tailEnd/>
          </a:ln>
          <a:effectLst/>
        </p:spPr>
        <p:txBody>
          <a:bodyPr>
            <a:spAutoFit/>
          </a:bodyPr>
          <a:lstStyle/>
          <a:p>
            <a:r>
              <a:rPr lang="en-US" altLang="zh-TW" sz="1600"/>
              <a:t>1</a:t>
            </a:r>
          </a:p>
        </p:txBody>
      </p:sp>
      <p:sp>
        <p:nvSpPr>
          <p:cNvPr id="23685" name="Text Box 133"/>
          <p:cNvSpPr txBox="1">
            <a:spLocks noChangeArrowheads="1"/>
          </p:cNvSpPr>
          <p:nvPr/>
        </p:nvSpPr>
        <p:spPr bwMode="auto">
          <a:xfrm>
            <a:off x="4859338" y="2205038"/>
            <a:ext cx="287337" cy="336550"/>
          </a:xfrm>
          <a:prstGeom prst="rect">
            <a:avLst/>
          </a:prstGeom>
          <a:noFill/>
          <a:ln w="9525">
            <a:noFill/>
            <a:miter lim="800000"/>
            <a:headEnd/>
            <a:tailEnd/>
          </a:ln>
          <a:effectLst/>
        </p:spPr>
        <p:txBody>
          <a:bodyPr>
            <a:spAutoFit/>
          </a:bodyPr>
          <a:lstStyle/>
          <a:p>
            <a:pPr>
              <a:spcBef>
                <a:spcPct val="50000"/>
              </a:spcBef>
            </a:pPr>
            <a:r>
              <a:rPr lang="en-US" altLang="zh-TW" sz="1600"/>
              <a:t>0</a:t>
            </a:r>
          </a:p>
        </p:txBody>
      </p:sp>
      <p:sp>
        <p:nvSpPr>
          <p:cNvPr id="23686" name="Text Box 134"/>
          <p:cNvSpPr txBox="1">
            <a:spLocks noChangeArrowheads="1"/>
          </p:cNvSpPr>
          <p:nvPr/>
        </p:nvSpPr>
        <p:spPr bwMode="auto">
          <a:xfrm>
            <a:off x="5724525" y="1268413"/>
            <a:ext cx="288925" cy="336550"/>
          </a:xfrm>
          <a:prstGeom prst="rect">
            <a:avLst/>
          </a:prstGeom>
          <a:noFill/>
          <a:ln w="9525">
            <a:noFill/>
            <a:miter lim="800000"/>
            <a:headEnd/>
            <a:tailEnd/>
          </a:ln>
          <a:effectLst/>
        </p:spPr>
        <p:txBody>
          <a:bodyPr>
            <a:spAutoFit/>
          </a:bodyPr>
          <a:lstStyle/>
          <a:p>
            <a:pPr>
              <a:spcBef>
                <a:spcPct val="50000"/>
              </a:spcBef>
            </a:pPr>
            <a:r>
              <a:rPr lang="en-US" altLang="zh-TW" sz="1600"/>
              <a:t>3</a:t>
            </a:r>
          </a:p>
        </p:txBody>
      </p:sp>
      <p:sp>
        <p:nvSpPr>
          <p:cNvPr id="23687" name="Text Box 135"/>
          <p:cNvSpPr txBox="1">
            <a:spLocks noChangeArrowheads="1"/>
          </p:cNvSpPr>
          <p:nvPr/>
        </p:nvSpPr>
        <p:spPr bwMode="auto">
          <a:xfrm>
            <a:off x="7451725" y="1268413"/>
            <a:ext cx="288925" cy="336550"/>
          </a:xfrm>
          <a:prstGeom prst="rect">
            <a:avLst/>
          </a:prstGeom>
          <a:noFill/>
          <a:ln w="9525">
            <a:noFill/>
            <a:miter lim="800000"/>
            <a:headEnd/>
            <a:tailEnd/>
          </a:ln>
          <a:effectLst/>
        </p:spPr>
        <p:txBody>
          <a:bodyPr>
            <a:spAutoFit/>
          </a:bodyPr>
          <a:lstStyle/>
          <a:p>
            <a:pPr>
              <a:spcBef>
                <a:spcPct val="50000"/>
              </a:spcBef>
            </a:pPr>
            <a:r>
              <a:rPr lang="en-US" altLang="zh-TW" sz="1600"/>
              <a:t>3</a:t>
            </a:r>
          </a:p>
        </p:txBody>
      </p:sp>
      <p:sp>
        <p:nvSpPr>
          <p:cNvPr id="23688" name="Text Box 136"/>
          <p:cNvSpPr txBox="1">
            <a:spLocks noChangeArrowheads="1"/>
          </p:cNvSpPr>
          <p:nvPr/>
        </p:nvSpPr>
        <p:spPr bwMode="auto">
          <a:xfrm>
            <a:off x="6011863" y="981075"/>
            <a:ext cx="288925" cy="336550"/>
          </a:xfrm>
          <a:prstGeom prst="rect">
            <a:avLst/>
          </a:prstGeom>
          <a:noFill/>
          <a:ln w="9525">
            <a:noFill/>
            <a:miter lim="800000"/>
            <a:headEnd/>
            <a:tailEnd/>
          </a:ln>
          <a:effectLst/>
        </p:spPr>
        <p:txBody>
          <a:bodyPr>
            <a:spAutoFit/>
          </a:bodyPr>
          <a:lstStyle/>
          <a:p>
            <a:pPr>
              <a:spcBef>
                <a:spcPct val="50000"/>
              </a:spcBef>
            </a:pPr>
            <a:r>
              <a:rPr lang="en-US" altLang="zh-TW" sz="1600"/>
              <a:t>4</a:t>
            </a:r>
          </a:p>
        </p:txBody>
      </p:sp>
      <p:sp>
        <p:nvSpPr>
          <p:cNvPr id="23689" name="Text Box 137"/>
          <p:cNvSpPr txBox="1">
            <a:spLocks noChangeArrowheads="1"/>
          </p:cNvSpPr>
          <p:nvPr/>
        </p:nvSpPr>
        <p:spPr bwMode="auto">
          <a:xfrm>
            <a:off x="7740650" y="1557338"/>
            <a:ext cx="288925" cy="336550"/>
          </a:xfrm>
          <a:prstGeom prst="rect">
            <a:avLst/>
          </a:prstGeom>
          <a:noFill/>
          <a:ln w="9525">
            <a:noFill/>
            <a:miter lim="800000"/>
            <a:headEnd/>
            <a:tailEnd/>
          </a:ln>
          <a:effectLst/>
        </p:spPr>
        <p:txBody>
          <a:bodyPr>
            <a:spAutoFit/>
          </a:bodyPr>
          <a:lstStyle/>
          <a:p>
            <a:pPr>
              <a:spcBef>
                <a:spcPct val="50000"/>
              </a:spcBef>
            </a:pPr>
            <a:r>
              <a:rPr lang="en-US" altLang="zh-TW" sz="1600"/>
              <a:t>4</a:t>
            </a:r>
          </a:p>
        </p:txBody>
      </p:sp>
      <p:sp>
        <p:nvSpPr>
          <p:cNvPr id="23690" name="Text Box 138"/>
          <p:cNvSpPr txBox="1">
            <a:spLocks noChangeArrowheads="1"/>
          </p:cNvSpPr>
          <p:nvPr/>
        </p:nvSpPr>
        <p:spPr bwMode="auto">
          <a:xfrm>
            <a:off x="6300788" y="692150"/>
            <a:ext cx="288925" cy="336550"/>
          </a:xfrm>
          <a:prstGeom prst="rect">
            <a:avLst/>
          </a:prstGeom>
          <a:noFill/>
          <a:ln w="9525">
            <a:noFill/>
            <a:miter lim="800000"/>
            <a:headEnd/>
            <a:tailEnd/>
          </a:ln>
          <a:effectLst/>
        </p:spPr>
        <p:txBody>
          <a:bodyPr>
            <a:spAutoFit/>
          </a:bodyPr>
          <a:lstStyle/>
          <a:p>
            <a:pPr>
              <a:spcBef>
                <a:spcPct val="50000"/>
              </a:spcBef>
            </a:pPr>
            <a:r>
              <a:rPr lang="en-US" altLang="zh-TW" sz="1600"/>
              <a:t>5</a:t>
            </a:r>
          </a:p>
        </p:txBody>
      </p:sp>
      <p:sp>
        <p:nvSpPr>
          <p:cNvPr id="23691" name="Text Box 139"/>
          <p:cNvSpPr txBox="1">
            <a:spLocks noChangeArrowheads="1"/>
          </p:cNvSpPr>
          <p:nvPr/>
        </p:nvSpPr>
        <p:spPr bwMode="auto">
          <a:xfrm>
            <a:off x="7956550" y="1844675"/>
            <a:ext cx="288925" cy="336550"/>
          </a:xfrm>
          <a:prstGeom prst="rect">
            <a:avLst/>
          </a:prstGeom>
          <a:noFill/>
          <a:ln w="9525">
            <a:noFill/>
            <a:miter lim="800000"/>
            <a:headEnd/>
            <a:tailEnd/>
          </a:ln>
          <a:effectLst/>
        </p:spPr>
        <p:txBody>
          <a:bodyPr>
            <a:spAutoFit/>
          </a:bodyPr>
          <a:lstStyle/>
          <a:p>
            <a:pPr>
              <a:spcBef>
                <a:spcPct val="50000"/>
              </a:spcBef>
            </a:pPr>
            <a:r>
              <a:rPr lang="en-US" altLang="zh-TW" sz="1600"/>
              <a:t>5</a:t>
            </a:r>
          </a:p>
        </p:txBody>
      </p:sp>
      <p:sp>
        <p:nvSpPr>
          <p:cNvPr id="23692" name="Text Box 140"/>
          <p:cNvSpPr txBox="1">
            <a:spLocks noChangeArrowheads="1"/>
          </p:cNvSpPr>
          <p:nvPr/>
        </p:nvSpPr>
        <p:spPr bwMode="auto">
          <a:xfrm>
            <a:off x="3276600" y="1628775"/>
            <a:ext cx="288925" cy="336550"/>
          </a:xfrm>
          <a:prstGeom prst="rect">
            <a:avLst/>
          </a:prstGeom>
          <a:noFill/>
          <a:ln w="9525">
            <a:noFill/>
            <a:miter lim="800000"/>
            <a:headEnd/>
            <a:tailEnd/>
          </a:ln>
          <a:effectLst/>
        </p:spPr>
        <p:txBody>
          <a:bodyPr>
            <a:spAutoFit/>
          </a:bodyPr>
          <a:lstStyle/>
          <a:p>
            <a:pPr>
              <a:spcBef>
                <a:spcPct val="50000"/>
              </a:spcBef>
            </a:pPr>
            <a:r>
              <a:rPr lang="en-US" altLang="zh-TW" sz="1600"/>
              <a:t>5</a:t>
            </a:r>
          </a:p>
        </p:txBody>
      </p:sp>
      <p:sp>
        <p:nvSpPr>
          <p:cNvPr id="23693" name="Text Box 141"/>
          <p:cNvSpPr txBox="1">
            <a:spLocks noChangeArrowheads="1"/>
          </p:cNvSpPr>
          <p:nvPr/>
        </p:nvSpPr>
        <p:spPr bwMode="auto">
          <a:xfrm>
            <a:off x="2771775" y="1125538"/>
            <a:ext cx="288925" cy="336550"/>
          </a:xfrm>
          <a:prstGeom prst="rect">
            <a:avLst/>
          </a:prstGeom>
          <a:noFill/>
          <a:ln w="9525">
            <a:noFill/>
            <a:miter lim="800000"/>
            <a:headEnd/>
            <a:tailEnd/>
          </a:ln>
          <a:effectLst/>
        </p:spPr>
        <p:txBody>
          <a:bodyPr>
            <a:spAutoFit/>
          </a:bodyPr>
          <a:lstStyle/>
          <a:p>
            <a:r>
              <a:rPr lang="en-US" altLang="zh-TW" sz="1600"/>
              <a:t>3</a:t>
            </a:r>
          </a:p>
        </p:txBody>
      </p:sp>
      <p:sp>
        <p:nvSpPr>
          <p:cNvPr id="23694" name="Text Box 142"/>
          <p:cNvSpPr txBox="1">
            <a:spLocks noChangeArrowheads="1"/>
          </p:cNvSpPr>
          <p:nvPr/>
        </p:nvSpPr>
        <p:spPr bwMode="auto">
          <a:xfrm>
            <a:off x="3059113" y="1412875"/>
            <a:ext cx="288925" cy="336550"/>
          </a:xfrm>
          <a:prstGeom prst="rect">
            <a:avLst/>
          </a:prstGeom>
          <a:noFill/>
          <a:ln w="9525">
            <a:noFill/>
            <a:miter lim="800000"/>
            <a:headEnd/>
            <a:tailEnd/>
          </a:ln>
          <a:effectLst/>
        </p:spPr>
        <p:txBody>
          <a:bodyPr>
            <a:spAutoFit/>
          </a:bodyPr>
          <a:lstStyle/>
          <a:p>
            <a:r>
              <a:rPr lang="en-US" altLang="zh-TW" sz="1600"/>
              <a:t>4</a:t>
            </a:r>
          </a:p>
        </p:txBody>
      </p:sp>
      <p:sp>
        <p:nvSpPr>
          <p:cNvPr id="23695" name="Text Box 143"/>
          <p:cNvSpPr txBox="1">
            <a:spLocks noChangeArrowheads="1"/>
          </p:cNvSpPr>
          <p:nvPr/>
        </p:nvSpPr>
        <p:spPr bwMode="auto">
          <a:xfrm>
            <a:off x="3635375" y="1989138"/>
            <a:ext cx="288925" cy="336550"/>
          </a:xfrm>
          <a:prstGeom prst="rect">
            <a:avLst/>
          </a:prstGeom>
          <a:noFill/>
          <a:ln w="9525">
            <a:noFill/>
            <a:miter lim="800000"/>
            <a:headEnd/>
            <a:tailEnd/>
          </a:ln>
          <a:effectLst/>
        </p:spPr>
        <p:txBody>
          <a:bodyPr>
            <a:spAutoFit/>
          </a:bodyPr>
          <a:lstStyle/>
          <a:p>
            <a:pPr>
              <a:spcBef>
                <a:spcPct val="50000"/>
              </a:spcBef>
            </a:pPr>
            <a:r>
              <a:rPr lang="en-US" altLang="zh-TW" sz="1600"/>
              <a:t>6</a:t>
            </a:r>
          </a:p>
        </p:txBody>
      </p:sp>
      <p:sp>
        <p:nvSpPr>
          <p:cNvPr id="23696" name="Text Box 144"/>
          <p:cNvSpPr txBox="1">
            <a:spLocks noChangeArrowheads="1"/>
          </p:cNvSpPr>
          <p:nvPr/>
        </p:nvSpPr>
        <p:spPr bwMode="auto">
          <a:xfrm>
            <a:off x="8316913" y="2133600"/>
            <a:ext cx="288925" cy="336550"/>
          </a:xfrm>
          <a:prstGeom prst="rect">
            <a:avLst/>
          </a:prstGeom>
          <a:noFill/>
          <a:ln w="9525">
            <a:noFill/>
            <a:miter lim="800000"/>
            <a:headEnd/>
            <a:tailEnd/>
          </a:ln>
          <a:effectLst/>
        </p:spPr>
        <p:txBody>
          <a:bodyPr>
            <a:spAutoFit/>
          </a:bodyPr>
          <a:lstStyle/>
          <a:p>
            <a:pPr>
              <a:spcBef>
                <a:spcPct val="50000"/>
              </a:spcBef>
            </a:pPr>
            <a:r>
              <a:rPr lang="en-US" altLang="zh-TW" sz="1600"/>
              <a:t>6</a:t>
            </a:r>
          </a:p>
        </p:txBody>
      </p:sp>
      <p:sp>
        <p:nvSpPr>
          <p:cNvPr id="23697" name="Text Box 145"/>
          <p:cNvSpPr txBox="1">
            <a:spLocks noChangeArrowheads="1"/>
          </p:cNvSpPr>
          <p:nvPr/>
        </p:nvSpPr>
        <p:spPr bwMode="auto">
          <a:xfrm>
            <a:off x="5076825" y="2492375"/>
            <a:ext cx="384175" cy="214313"/>
          </a:xfrm>
          <a:prstGeom prst="rect">
            <a:avLst/>
          </a:prstGeom>
          <a:noFill/>
          <a:ln w="9525">
            <a:noFill/>
            <a:miter lim="800000"/>
            <a:headEnd/>
            <a:tailEnd/>
          </a:ln>
          <a:effectLst/>
        </p:spPr>
        <p:txBody>
          <a:bodyPr wrap="none">
            <a:spAutoFit/>
          </a:bodyPr>
          <a:lstStyle/>
          <a:p>
            <a:r>
              <a:rPr lang="en-US" altLang="zh-TW" sz="800"/>
              <a:t>0.05</a:t>
            </a:r>
          </a:p>
        </p:txBody>
      </p:sp>
      <p:sp>
        <p:nvSpPr>
          <p:cNvPr id="23698" name="Text Box 146"/>
          <p:cNvSpPr txBox="1">
            <a:spLocks noChangeArrowheads="1"/>
          </p:cNvSpPr>
          <p:nvPr/>
        </p:nvSpPr>
        <p:spPr bwMode="auto">
          <a:xfrm>
            <a:off x="6227763" y="2492375"/>
            <a:ext cx="384175" cy="214313"/>
          </a:xfrm>
          <a:prstGeom prst="rect">
            <a:avLst/>
          </a:prstGeom>
          <a:noFill/>
          <a:ln w="9525">
            <a:noFill/>
            <a:miter lim="800000"/>
            <a:headEnd/>
            <a:tailEnd/>
          </a:ln>
          <a:effectLst/>
        </p:spPr>
        <p:txBody>
          <a:bodyPr wrap="none">
            <a:spAutoFit/>
          </a:bodyPr>
          <a:lstStyle/>
          <a:p>
            <a:r>
              <a:rPr lang="en-US" altLang="zh-TW" sz="800"/>
              <a:t>0.05</a:t>
            </a:r>
          </a:p>
        </p:txBody>
      </p:sp>
      <p:sp>
        <p:nvSpPr>
          <p:cNvPr id="23699" name="Text Box 147"/>
          <p:cNvSpPr txBox="1">
            <a:spLocks noChangeArrowheads="1"/>
          </p:cNvSpPr>
          <p:nvPr/>
        </p:nvSpPr>
        <p:spPr bwMode="auto">
          <a:xfrm>
            <a:off x="6877050" y="2492375"/>
            <a:ext cx="384175" cy="214313"/>
          </a:xfrm>
          <a:prstGeom prst="rect">
            <a:avLst/>
          </a:prstGeom>
          <a:noFill/>
          <a:ln w="9525">
            <a:noFill/>
            <a:miter lim="800000"/>
            <a:headEnd/>
            <a:tailEnd/>
          </a:ln>
          <a:effectLst/>
        </p:spPr>
        <p:txBody>
          <a:bodyPr wrap="none">
            <a:spAutoFit/>
          </a:bodyPr>
          <a:lstStyle/>
          <a:p>
            <a:r>
              <a:rPr lang="en-US" altLang="zh-TW" sz="800"/>
              <a:t>0.05</a:t>
            </a:r>
          </a:p>
        </p:txBody>
      </p:sp>
      <p:sp>
        <p:nvSpPr>
          <p:cNvPr id="23700" name="Text Box 148"/>
          <p:cNvSpPr txBox="1">
            <a:spLocks noChangeArrowheads="1"/>
          </p:cNvSpPr>
          <p:nvPr/>
        </p:nvSpPr>
        <p:spPr bwMode="auto">
          <a:xfrm>
            <a:off x="7380288" y="2492375"/>
            <a:ext cx="384175" cy="214313"/>
          </a:xfrm>
          <a:prstGeom prst="rect">
            <a:avLst/>
          </a:prstGeom>
          <a:noFill/>
          <a:ln w="9525">
            <a:noFill/>
            <a:miter lim="800000"/>
            <a:headEnd/>
            <a:tailEnd/>
          </a:ln>
          <a:effectLst/>
        </p:spPr>
        <p:txBody>
          <a:bodyPr wrap="none">
            <a:spAutoFit/>
          </a:bodyPr>
          <a:lstStyle/>
          <a:p>
            <a:r>
              <a:rPr lang="en-US" altLang="zh-TW" sz="800"/>
              <a:t>0.05</a:t>
            </a:r>
          </a:p>
        </p:txBody>
      </p:sp>
      <p:sp>
        <p:nvSpPr>
          <p:cNvPr id="23701" name="Text Box 149"/>
          <p:cNvSpPr txBox="1">
            <a:spLocks noChangeArrowheads="1"/>
          </p:cNvSpPr>
          <p:nvPr/>
        </p:nvSpPr>
        <p:spPr bwMode="auto">
          <a:xfrm>
            <a:off x="5651500" y="2492375"/>
            <a:ext cx="384175" cy="214313"/>
          </a:xfrm>
          <a:prstGeom prst="rect">
            <a:avLst/>
          </a:prstGeom>
          <a:noFill/>
          <a:ln w="9525">
            <a:noFill/>
            <a:miter lim="800000"/>
            <a:headEnd/>
            <a:tailEnd/>
          </a:ln>
          <a:effectLst/>
        </p:spPr>
        <p:txBody>
          <a:bodyPr wrap="none">
            <a:spAutoFit/>
          </a:bodyPr>
          <a:lstStyle/>
          <a:p>
            <a:r>
              <a:rPr lang="en-US" altLang="zh-TW" sz="800"/>
              <a:t>0.10</a:t>
            </a:r>
          </a:p>
        </p:txBody>
      </p:sp>
      <p:sp>
        <p:nvSpPr>
          <p:cNvPr id="23702" name="Text Box 150"/>
          <p:cNvSpPr txBox="1">
            <a:spLocks noChangeArrowheads="1"/>
          </p:cNvSpPr>
          <p:nvPr/>
        </p:nvSpPr>
        <p:spPr bwMode="auto">
          <a:xfrm>
            <a:off x="7956550" y="2492375"/>
            <a:ext cx="384175" cy="214313"/>
          </a:xfrm>
          <a:prstGeom prst="rect">
            <a:avLst/>
          </a:prstGeom>
          <a:noFill/>
          <a:ln w="9525">
            <a:noFill/>
            <a:miter lim="800000"/>
            <a:headEnd/>
            <a:tailEnd/>
          </a:ln>
          <a:effectLst/>
        </p:spPr>
        <p:txBody>
          <a:bodyPr wrap="none">
            <a:spAutoFit/>
          </a:bodyPr>
          <a:lstStyle/>
          <a:p>
            <a:r>
              <a:rPr lang="en-US" altLang="zh-TW" sz="800"/>
              <a:t>0.10</a:t>
            </a:r>
          </a:p>
        </p:txBody>
      </p:sp>
      <p:sp>
        <p:nvSpPr>
          <p:cNvPr id="23703" name="Text Box 151"/>
          <p:cNvSpPr txBox="1">
            <a:spLocks noChangeArrowheads="1"/>
          </p:cNvSpPr>
          <p:nvPr/>
        </p:nvSpPr>
        <p:spPr bwMode="auto">
          <a:xfrm>
            <a:off x="6516688" y="2205038"/>
            <a:ext cx="384175" cy="214312"/>
          </a:xfrm>
          <a:prstGeom prst="rect">
            <a:avLst/>
          </a:prstGeom>
          <a:noFill/>
          <a:ln w="9525">
            <a:noFill/>
            <a:miter lim="800000"/>
            <a:headEnd/>
            <a:tailEnd/>
          </a:ln>
          <a:effectLst/>
        </p:spPr>
        <p:txBody>
          <a:bodyPr wrap="none">
            <a:spAutoFit/>
          </a:bodyPr>
          <a:lstStyle/>
          <a:p>
            <a:r>
              <a:rPr lang="en-US" altLang="zh-TW" sz="800"/>
              <a:t>0.15</a:t>
            </a:r>
          </a:p>
        </p:txBody>
      </p:sp>
      <p:sp>
        <p:nvSpPr>
          <p:cNvPr id="23704" name="Text Box 152"/>
          <p:cNvSpPr txBox="1">
            <a:spLocks noChangeArrowheads="1"/>
          </p:cNvSpPr>
          <p:nvPr/>
        </p:nvSpPr>
        <p:spPr bwMode="auto">
          <a:xfrm>
            <a:off x="6516688" y="1052513"/>
            <a:ext cx="384175" cy="214312"/>
          </a:xfrm>
          <a:prstGeom prst="rect">
            <a:avLst/>
          </a:prstGeom>
          <a:noFill/>
          <a:ln w="9525">
            <a:noFill/>
            <a:miter lim="800000"/>
            <a:headEnd/>
            <a:tailEnd/>
          </a:ln>
          <a:effectLst/>
        </p:spPr>
        <p:txBody>
          <a:bodyPr wrap="none">
            <a:spAutoFit/>
          </a:bodyPr>
          <a:lstStyle/>
          <a:p>
            <a:r>
              <a:rPr lang="en-US" altLang="zh-TW" sz="800"/>
              <a:t>1.00</a:t>
            </a:r>
          </a:p>
        </p:txBody>
      </p:sp>
      <p:sp>
        <p:nvSpPr>
          <p:cNvPr id="23705" name="Text Box 153"/>
          <p:cNvSpPr txBox="1">
            <a:spLocks noChangeArrowheads="1"/>
          </p:cNvSpPr>
          <p:nvPr/>
        </p:nvSpPr>
        <p:spPr bwMode="auto">
          <a:xfrm>
            <a:off x="6227763" y="1268413"/>
            <a:ext cx="384175" cy="214312"/>
          </a:xfrm>
          <a:prstGeom prst="rect">
            <a:avLst/>
          </a:prstGeom>
          <a:noFill/>
          <a:ln w="9525">
            <a:noFill/>
            <a:miter lim="800000"/>
            <a:headEnd/>
            <a:tailEnd/>
          </a:ln>
          <a:effectLst/>
        </p:spPr>
        <p:txBody>
          <a:bodyPr wrap="none">
            <a:spAutoFit/>
          </a:bodyPr>
          <a:lstStyle/>
          <a:p>
            <a:r>
              <a:rPr lang="en-US" altLang="zh-TW" sz="800"/>
              <a:t>0.70</a:t>
            </a:r>
          </a:p>
        </p:txBody>
      </p:sp>
      <p:sp>
        <p:nvSpPr>
          <p:cNvPr id="23706" name="Text Box 154"/>
          <p:cNvSpPr txBox="1">
            <a:spLocks noChangeArrowheads="1"/>
          </p:cNvSpPr>
          <p:nvPr/>
        </p:nvSpPr>
        <p:spPr bwMode="auto">
          <a:xfrm>
            <a:off x="6877050" y="1268413"/>
            <a:ext cx="384175" cy="214312"/>
          </a:xfrm>
          <a:prstGeom prst="rect">
            <a:avLst/>
          </a:prstGeom>
          <a:noFill/>
          <a:ln w="9525">
            <a:noFill/>
            <a:miter lim="800000"/>
            <a:headEnd/>
            <a:tailEnd/>
          </a:ln>
          <a:effectLst/>
        </p:spPr>
        <p:txBody>
          <a:bodyPr wrap="none">
            <a:spAutoFit/>
          </a:bodyPr>
          <a:lstStyle/>
          <a:p>
            <a:r>
              <a:rPr lang="en-US" altLang="zh-TW" sz="800"/>
              <a:t>0.80</a:t>
            </a:r>
          </a:p>
        </p:txBody>
      </p:sp>
      <p:sp>
        <p:nvSpPr>
          <p:cNvPr id="23707" name="Text Box 155"/>
          <p:cNvSpPr txBox="1">
            <a:spLocks noChangeArrowheads="1"/>
          </p:cNvSpPr>
          <p:nvPr/>
        </p:nvSpPr>
        <p:spPr bwMode="auto">
          <a:xfrm>
            <a:off x="7451725" y="1916113"/>
            <a:ext cx="384175" cy="214312"/>
          </a:xfrm>
          <a:prstGeom prst="rect">
            <a:avLst/>
          </a:prstGeom>
          <a:noFill/>
          <a:ln w="9525">
            <a:noFill/>
            <a:miter lim="800000"/>
            <a:headEnd/>
            <a:tailEnd/>
          </a:ln>
          <a:effectLst/>
        </p:spPr>
        <p:txBody>
          <a:bodyPr wrap="none">
            <a:spAutoFit/>
          </a:bodyPr>
          <a:lstStyle/>
          <a:p>
            <a:r>
              <a:rPr lang="en-US" altLang="zh-TW" sz="800"/>
              <a:t>0.50</a:t>
            </a:r>
          </a:p>
        </p:txBody>
      </p:sp>
      <p:sp>
        <p:nvSpPr>
          <p:cNvPr id="23708" name="Text Box 156"/>
          <p:cNvSpPr txBox="1">
            <a:spLocks noChangeArrowheads="1"/>
          </p:cNvSpPr>
          <p:nvPr/>
        </p:nvSpPr>
        <p:spPr bwMode="auto">
          <a:xfrm>
            <a:off x="6804025" y="1916113"/>
            <a:ext cx="384175" cy="214312"/>
          </a:xfrm>
          <a:prstGeom prst="rect">
            <a:avLst/>
          </a:prstGeom>
          <a:noFill/>
          <a:ln w="9525">
            <a:noFill/>
            <a:miter lim="800000"/>
            <a:headEnd/>
            <a:tailEnd/>
          </a:ln>
          <a:effectLst/>
        </p:spPr>
        <p:txBody>
          <a:bodyPr wrap="none">
            <a:spAutoFit/>
          </a:bodyPr>
          <a:lstStyle/>
          <a:p>
            <a:r>
              <a:rPr lang="en-US" altLang="zh-TW" sz="800"/>
              <a:t>0.30</a:t>
            </a:r>
          </a:p>
        </p:txBody>
      </p:sp>
      <p:sp>
        <p:nvSpPr>
          <p:cNvPr id="23709" name="Text Box 157"/>
          <p:cNvSpPr txBox="1">
            <a:spLocks noChangeArrowheads="1"/>
          </p:cNvSpPr>
          <p:nvPr/>
        </p:nvSpPr>
        <p:spPr bwMode="auto">
          <a:xfrm>
            <a:off x="6227763" y="1844675"/>
            <a:ext cx="384175" cy="214313"/>
          </a:xfrm>
          <a:prstGeom prst="rect">
            <a:avLst/>
          </a:prstGeom>
          <a:noFill/>
          <a:ln w="9525">
            <a:noFill/>
            <a:miter lim="800000"/>
            <a:headEnd/>
            <a:tailEnd/>
          </a:ln>
          <a:effectLst/>
        </p:spPr>
        <p:txBody>
          <a:bodyPr wrap="none">
            <a:spAutoFit/>
          </a:bodyPr>
          <a:lstStyle/>
          <a:p>
            <a:r>
              <a:rPr lang="en-US" altLang="zh-TW" sz="800"/>
              <a:t>0.35</a:t>
            </a:r>
          </a:p>
        </p:txBody>
      </p:sp>
      <p:sp>
        <p:nvSpPr>
          <p:cNvPr id="23710" name="Text Box 158"/>
          <p:cNvSpPr txBox="1">
            <a:spLocks noChangeArrowheads="1"/>
          </p:cNvSpPr>
          <p:nvPr/>
        </p:nvSpPr>
        <p:spPr bwMode="auto">
          <a:xfrm>
            <a:off x="5651500" y="1844675"/>
            <a:ext cx="384175" cy="214313"/>
          </a:xfrm>
          <a:prstGeom prst="rect">
            <a:avLst/>
          </a:prstGeom>
          <a:noFill/>
          <a:ln w="9525">
            <a:noFill/>
            <a:miter lim="800000"/>
            <a:headEnd/>
            <a:tailEnd/>
          </a:ln>
          <a:effectLst/>
        </p:spPr>
        <p:txBody>
          <a:bodyPr wrap="none">
            <a:spAutoFit/>
          </a:bodyPr>
          <a:lstStyle/>
          <a:p>
            <a:r>
              <a:rPr lang="en-US" altLang="zh-TW" sz="800"/>
              <a:t>0.45</a:t>
            </a:r>
          </a:p>
        </p:txBody>
      </p:sp>
      <p:sp>
        <p:nvSpPr>
          <p:cNvPr id="23711" name="Text Box 159"/>
          <p:cNvSpPr txBox="1">
            <a:spLocks noChangeArrowheads="1"/>
          </p:cNvSpPr>
          <p:nvPr/>
        </p:nvSpPr>
        <p:spPr bwMode="auto">
          <a:xfrm>
            <a:off x="7667625" y="2205038"/>
            <a:ext cx="384175" cy="214312"/>
          </a:xfrm>
          <a:prstGeom prst="rect">
            <a:avLst/>
          </a:prstGeom>
          <a:noFill/>
          <a:ln w="9525">
            <a:noFill/>
            <a:miter lim="800000"/>
            <a:headEnd/>
            <a:tailEnd/>
          </a:ln>
          <a:effectLst/>
        </p:spPr>
        <p:txBody>
          <a:bodyPr wrap="none">
            <a:spAutoFit/>
          </a:bodyPr>
          <a:lstStyle/>
          <a:p>
            <a:r>
              <a:rPr lang="en-US" altLang="zh-TW" sz="800"/>
              <a:t>0.35</a:t>
            </a:r>
          </a:p>
        </p:txBody>
      </p:sp>
      <p:sp>
        <p:nvSpPr>
          <p:cNvPr id="23712" name="Text Box 160"/>
          <p:cNvSpPr txBox="1">
            <a:spLocks noChangeArrowheads="1"/>
          </p:cNvSpPr>
          <p:nvPr/>
        </p:nvSpPr>
        <p:spPr bwMode="auto">
          <a:xfrm>
            <a:off x="7164388" y="2205038"/>
            <a:ext cx="384175" cy="214312"/>
          </a:xfrm>
          <a:prstGeom prst="rect">
            <a:avLst/>
          </a:prstGeom>
          <a:noFill/>
          <a:ln w="9525">
            <a:noFill/>
            <a:miter lim="800000"/>
            <a:headEnd/>
            <a:tailEnd/>
          </a:ln>
          <a:effectLst/>
        </p:spPr>
        <p:txBody>
          <a:bodyPr wrap="none">
            <a:spAutoFit/>
          </a:bodyPr>
          <a:lstStyle/>
          <a:p>
            <a:r>
              <a:rPr lang="en-US" altLang="zh-TW" sz="800"/>
              <a:t>0.20</a:t>
            </a:r>
          </a:p>
        </p:txBody>
      </p:sp>
      <p:sp>
        <p:nvSpPr>
          <p:cNvPr id="23713" name="Text Box 161"/>
          <p:cNvSpPr txBox="1">
            <a:spLocks noChangeArrowheads="1"/>
          </p:cNvSpPr>
          <p:nvPr/>
        </p:nvSpPr>
        <p:spPr bwMode="auto">
          <a:xfrm>
            <a:off x="5940425" y="2205038"/>
            <a:ext cx="384175" cy="214312"/>
          </a:xfrm>
          <a:prstGeom prst="rect">
            <a:avLst/>
          </a:prstGeom>
          <a:noFill/>
          <a:ln w="9525">
            <a:noFill/>
            <a:miter lim="800000"/>
            <a:headEnd/>
            <a:tailEnd/>
          </a:ln>
          <a:effectLst/>
        </p:spPr>
        <p:txBody>
          <a:bodyPr wrap="none">
            <a:spAutoFit/>
          </a:bodyPr>
          <a:lstStyle/>
          <a:p>
            <a:r>
              <a:rPr lang="en-US" altLang="zh-TW" sz="800"/>
              <a:t>0.25</a:t>
            </a:r>
          </a:p>
        </p:txBody>
      </p:sp>
      <p:sp>
        <p:nvSpPr>
          <p:cNvPr id="23714" name="Text Box 162"/>
          <p:cNvSpPr txBox="1">
            <a:spLocks noChangeArrowheads="1"/>
          </p:cNvSpPr>
          <p:nvPr/>
        </p:nvSpPr>
        <p:spPr bwMode="auto">
          <a:xfrm>
            <a:off x="5364163" y="2205038"/>
            <a:ext cx="384175" cy="212725"/>
          </a:xfrm>
          <a:prstGeom prst="rect">
            <a:avLst/>
          </a:prstGeom>
          <a:noFill/>
          <a:ln w="9525">
            <a:noFill/>
            <a:miter lim="800000"/>
            <a:headEnd/>
            <a:tailEnd/>
          </a:ln>
          <a:effectLst/>
        </p:spPr>
        <p:txBody>
          <a:bodyPr>
            <a:spAutoFit/>
          </a:bodyPr>
          <a:lstStyle/>
          <a:p>
            <a:r>
              <a:rPr lang="en-US" altLang="zh-TW" sz="800"/>
              <a:t>0.30</a:t>
            </a:r>
          </a:p>
        </p:txBody>
      </p:sp>
      <p:sp>
        <p:nvSpPr>
          <p:cNvPr id="23715" name="Text Box 163"/>
          <p:cNvSpPr txBox="1">
            <a:spLocks noChangeArrowheads="1"/>
          </p:cNvSpPr>
          <p:nvPr/>
        </p:nvSpPr>
        <p:spPr bwMode="auto">
          <a:xfrm>
            <a:off x="7092950" y="1628775"/>
            <a:ext cx="384175" cy="214313"/>
          </a:xfrm>
          <a:prstGeom prst="rect">
            <a:avLst/>
          </a:prstGeom>
          <a:noFill/>
          <a:ln w="9525">
            <a:noFill/>
            <a:miter lim="800000"/>
            <a:headEnd/>
            <a:tailEnd/>
          </a:ln>
          <a:effectLst/>
        </p:spPr>
        <p:txBody>
          <a:bodyPr wrap="none">
            <a:spAutoFit/>
          </a:bodyPr>
          <a:lstStyle/>
          <a:p>
            <a:r>
              <a:rPr lang="en-US" altLang="zh-TW" sz="800"/>
              <a:t>0.60</a:t>
            </a:r>
          </a:p>
        </p:txBody>
      </p:sp>
      <p:sp>
        <p:nvSpPr>
          <p:cNvPr id="23716" name="Text Box 164"/>
          <p:cNvSpPr txBox="1">
            <a:spLocks noChangeArrowheads="1"/>
          </p:cNvSpPr>
          <p:nvPr/>
        </p:nvSpPr>
        <p:spPr bwMode="auto">
          <a:xfrm>
            <a:off x="6588125" y="1628775"/>
            <a:ext cx="384175" cy="214313"/>
          </a:xfrm>
          <a:prstGeom prst="rect">
            <a:avLst/>
          </a:prstGeom>
          <a:noFill/>
          <a:ln w="9525">
            <a:noFill/>
            <a:miter lim="800000"/>
            <a:headEnd/>
            <a:tailEnd/>
          </a:ln>
          <a:effectLst/>
        </p:spPr>
        <p:txBody>
          <a:bodyPr wrap="none">
            <a:spAutoFit/>
          </a:bodyPr>
          <a:lstStyle/>
          <a:p>
            <a:r>
              <a:rPr lang="en-US" altLang="zh-TW" sz="800"/>
              <a:t>0.50</a:t>
            </a:r>
          </a:p>
        </p:txBody>
      </p:sp>
      <p:sp>
        <p:nvSpPr>
          <p:cNvPr id="23717" name="Text Box 165"/>
          <p:cNvSpPr txBox="1">
            <a:spLocks noChangeArrowheads="1"/>
          </p:cNvSpPr>
          <p:nvPr/>
        </p:nvSpPr>
        <p:spPr bwMode="auto">
          <a:xfrm>
            <a:off x="5940425" y="1557338"/>
            <a:ext cx="384175" cy="214312"/>
          </a:xfrm>
          <a:prstGeom prst="rect">
            <a:avLst/>
          </a:prstGeom>
          <a:noFill/>
          <a:ln w="9525">
            <a:noFill/>
            <a:miter lim="800000"/>
            <a:headEnd/>
            <a:tailEnd/>
          </a:ln>
          <a:effectLst/>
        </p:spPr>
        <p:txBody>
          <a:bodyPr wrap="none">
            <a:spAutoFit/>
          </a:bodyPr>
          <a:lstStyle/>
          <a:p>
            <a:r>
              <a:rPr lang="en-US" altLang="zh-TW" sz="800"/>
              <a:t>0.55</a:t>
            </a:r>
          </a:p>
        </p:txBody>
      </p:sp>
      <p:sp>
        <p:nvSpPr>
          <p:cNvPr id="23718" name="Text Box 166"/>
          <p:cNvSpPr txBox="1">
            <a:spLocks noChangeArrowheads="1"/>
          </p:cNvSpPr>
          <p:nvPr/>
        </p:nvSpPr>
        <p:spPr bwMode="auto">
          <a:xfrm>
            <a:off x="6516688" y="188913"/>
            <a:ext cx="358775" cy="336550"/>
          </a:xfrm>
          <a:prstGeom prst="rect">
            <a:avLst/>
          </a:prstGeom>
          <a:noFill/>
          <a:ln w="9525">
            <a:noFill/>
            <a:miter lim="800000"/>
            <a:headEnd/>
            <a:tailEnd/>
          </a:ln>
          <a:effectLst/>
        </p:spPr>
        <p:txBody>
          <a:bodyPr>
            <a:spAutoFit/>
          </a:bodyPr>
          <a:lstStyle/>
          <a:p>
            <a:pPr>
              <a:spcBef>
                <a:spcPct val="50000"/>
              </a:spcBef>
            </a:pPr>
            <a:r>
              <a:rPr lang="en-US" altLang="zh-TW" sz="1600"/>
              <a:t>w</a:t>
            </a:r>
          </a:p>
        </p:txBody>
      </p:sp>
      <p:sp>
        <p:nvSpPr>
          <p:cNvPr id="23719" name="Rectangle 167"/>
          <p:cNvSpPr>
            <a:spLocks noChangeArrowheads="1"/>
          </p:cNvSpPr>
          <p:nvPr/>
        </p:nvSpPr>
        <p:spPr bwMode="auto">
          <a:xfrm rot="2440752">
            <a:off x="2484438" y="5157788"/>
            <a:ext cx="504825" cy="503237"/>
          </a:xfrm>
          <a:prstGeom prst="rect">
            <a:avLst/>
          </a:prstGeom>
          <a:solidFill>
            <a:srgbClr val="FF99CC"/>
          </a:solidFill>
          <a:ln w="9525">
            <a:solidFill>
              <a:schemeClr val="tx1"/>
            </a:solidFill>
            <a:miter lim="800000"/>
            <a:headEnd/>
            <a:tailEnd/>
          </a:ln>
          <a:effectLst/>
        </p:spPr>
        <p:txBody>
          <a:bodyPr wrap="none" anchor="ctr"/>
          <a:lstStyle/>
          <a:p>
            <a:endParaRPr lang="en-US"/>
          </a:p>
        </p:txBody>
      </p:sp>
      <p:sp>
        <p:nvSpPr>
          <p:cNvPr id="23720" name="Rectangle 168"/>
          <p:cNvSpPr>
            <a:spLocks noChangeArrowheads="1"/>
          </p:cNvSpPr>
          <p:nvPr/>
        </p:nvSpPr>
        <p:spPr bwMode="auto">
          <a:xfrm rot="2440752">
            <a:off x="4211638" y="4076700"/>
            <a:ext cx="504825" cy="503238"/>
          </a:xfrm>
          <a:prstGeom prst="rect">
            <a:avLst/>
          </a:prstGeom>
          <a:solidFill>
            <a:srgbClr val="FF99CC"/>
          </a:solidFill>
          <a:ln w="9525">
            <a:solidFill>
              <a:schemeClr val="tx1"/>
            </a:solidFill>
            <a:miter lim="800000"/>
            <a:headEnd/>
            <a:tailEnd/>
          </a:ln>
          <a:effectLst/>
        </p:spPr>
        <p:txBody>
          <a:bodyPr wrap="none" anchor="ctr"/>
          <a:lstStyle/>
          <a:p>
            <a:endParaRPr lang="en-US"/>
          </a:p>
        </p:txBody>
      </p:sp>
      <p:sp>
        <p:nvSpPr>
          <p:cNvPr id="23721" name="Rectangle 169"/>
          <p:cNvSpPr>
            <a:spLocks noChangeArrowheads="1"/>
          </p:cNvSpPr>
          <p:nvPr/>
        </p:nvSpPr>
        <p:spPr bwMode="auto">
          <a:xfrm rot="2699713">
            <a:off x="3851275" y="3716338"/>
            <a:ext cx="504825" cy="503237"/>
          </a:xfrm>
          <a:prstGeom prst="rect">
            <a:avLst/>
          </a:prstGeom>
          <a:solidFill>
            <a:srgbClr val="FF99CC"/>
          </a:solidFill>
          <a:ln w="9525">
            <a:solidFill>
              <a:schemeClr val="tx1"/>
            </a:solidFill>
            <a:miter lim="800000"/>
            <a:headEnd/>
            <a:tailEnd/>
          </a:ln>
          <a:effectLst/>
        </p:spPr>
        <p:txBody>
          <a:bodyPr wrap="none" anchor="ctr"/>
          <a:lstStyle/>
          <a:p>
            <a:endParaRPr lang="en-US"/>
          </a:p>
        </p:txBody>
      </p:sp>
      <p:sp>
        <p:nvSpPr>
          <p:cNvPr id="23722" name="Rectangle 170"/>
          <p:cNvSpPr>
            <a:spLocks noChangeArrowheads="1"/>
          </p:cNvSpPr>
          <p:nvPr/>
        </p:nvSpPr>
        <p:spPr bwMode="auto">
          <a:xfrm rot="2440752">
            <a:off x="3492500" y="4076700"/>
            <a:ext cx="504825" cy="503238"/>
          </a:xfrm>
          <a:prstGeom prst="rect">
            <a:avLst/>
          </a:prstGeom>
          <a:solidFill>
            <a:srgbClr val="FF99CC"/>
          </a:solidFill>
          <a:ln w="9525">
            <a:solidFill>
              <a:schemeClr val="tx1"/>
            </a:solidFill>
            <a:miter lim="800000"/>
            <a:headEnd/>
            <a:tailEnd/>
          </a:ln>
          <a:effectLst/>
        </p:spPr>
        <p:txBody>
          <a:bodyPr wrap="none" anchor="ctr"/>
          <a:lstStyle/>
          <a:p>
            <a:endParaRPr lang="en-US"/>
          </a:p>
        </p:txBody>
      </p:sp>
      <p:sp>
        <p:nvSpPr>
          <p:cNvPr id="23723" name="Rectangle 171"/>
          <p:cNvSpPr>
            <a:spLocks noChangeArrowheads="1"/>
          </p:cNvSpPr>
          <p:nvPr/>
        </p:nvSpPr>
        <p:spPr bwMode="auto">
          <a:xfrm rot="2440752">
            <a:off x="3132138" y="4437063"/>
            <a:ext cx="504825" cy="503237"/>
          </a:xfrm>
          <a:prstGeom prst="rect">
            <a:avLst/>
          </a:prstGeom>
          <a:solidFill>
            <a:srgbClr val="FF99CC"/>
          </a:solidFill>
          <a:ln w="9525">
            <a:solidFill>
              <a:schemeClr val="tx1"/>
            </a:solidFill>
            <a:miter lim="800000"/>
            <a:headEnd/>
            <a:tailEnd/>
          </a:ln>
          <a:effectLst/>
        </p:spPr>
        <p:txBody>
          <a:bodyPr wrap="none" anchor="ctr"/>
          <a:lstStyle/>
          <a:p>
            <a:endParaRPr lang="en-US"/>
          </a:p>
        </p:txBody>
      </p:sp>
      <p:sp>
        <p:nvSpPr>
          <p:cNvPr id="23724" name="Rectangle 172"/>
          <p:cNvSpPr>
            <a:spLocks noChangeArrowheads="1"/>
          </p:cNvSpPr>
          <p:nvPr/>
        </p:nvSpPr>
        <p:spPr bwMode="auto">
          <a:xfrm rot="2440752">
            <a:off x="2843213" y="4797425"/>
            <a:ext cx="504825" cy="503238"/>
          </a:xfrm>
          <a:prstGeom prst="rect">
            <a:avLst/>
          </a:prstGeom>
          <a:solidFill>
            <a:srgbClr val="FF99CC"/>
          </a:solidFill>
          <a:ln w="9525">
            <a:solidFill>
              <a:schemeClr val="tx1"/>
            </a:solidFill>
            <a:miter lim="800000"/>
            <a:headEnd/>
            <a:tailEnd/>
          </a:ln>
          <a:effectLst/>
        </p:spPr>
        <p:txBody>
          <a:bodyPr wrap="none" anchor="ctr"/>
          <a:lstStyle/>
          <a:p>
            <a:endParaRPr lang="en-US"/>
          </a:p>
        </p:txBody>
      </p:sp>
      <p:sp>
        <p:nvSpPr>
          <p:cNvPr id="23725" name="Rectangle 173"/>
          <p:cNvSpPr>
            <a:spLocks noChangeArrowheads="1"/>
          </p:cNvSpPr>
          <p:nvPr/>
        </p:nvSpPr>
        <p:spPr bwMode="auto">
          <a:xfrm rot="2440752">
            <a:off x="3203575" y="5157788"/>
            <a:ext cx="504825" cy="503237"/>
          </a:xfrm>
          <a:prstGeom prst="rect">
            <a:avLst/>
          </a:prstGeom>
          <a:solidFill>
            <a:srgbClr val="FF99CC"/>
          </a:solidFill>
          <a:ln w="9525">
            <a:solidFill>
              <a:schemeClr val="tx1"/>
            </a:solidFill>
            <a:miter lim="800000"/>
            <a:headEnd/>
            <a:tailEnd/>
          </a:ln>
          <a:effectLst/>
        </p:spPr>
        <p:txBody>
          <a:bodyPr wrap="none" anchor="ctr"/>
          <a:lstStyle/>
          <a:p>
            <a:endParaRPr lang="en-US"/>
          </a:p>
        </p:txBody>
      </p:sp>
      <p:sp>
        <p:nvSpPr>
          <p:cNvPr id="23726" name="Rectangle 174"/>
          <p:cNvSpPr>
            <a:spLocks noChangeArrowheads="1"/>
          </p:cNvSpPr>
          <p:nvPr/>
        </p:nvSpPr>
        <p:spPr bwMode="auto">
          <a:xfrm rot="2440752">
            <a:off x="3851275" y="5084763"/>
            <a:ext cx="504825" cy="503237"/>
          </a:xfrm>
          <a:prstGeom prst="rect">
            <a:avLst/>
          </a:prstGeom>
          <a:solidFill>
            <a:srgbClr val="FF99CC"/>
          </a:solidFill>
          <a:ln w="9525">
            <a:solidFill>
              <a:schemeClr val="tx1"/>
            </a:solidFill>
            <a:miter lim="800000"/>
            <a:headEnd/>
            <a:tailEnd/>
          </a:ln>
          <a:effectLst/>
        </p:spPr>
        <p:txBody>
          <a:bodyPr wrap="none" anchor="ctr"/>
          <a:lstStyle/>
          <a:p>
            <a:endParaRPr lang="en-US"/>
          </a:p>
        </p:txBody>
      </p:sp>
      <p:sp>
        <p:nvSpPr>
          <p:cNvPr id="23727" name="Rectangle 175"/>
          <p:cNvSpPr>
            <a:spLocks noChangeArrowheads="1"/>
          </p:cNvSpPr>
          <p:nvPr/>
        </p:nvSpPr>
        <p:spPr bwMode="auto">
          <a:xfrm rot="2440752">
            <a:off x="3492500" y="4724400"/>
            <a:ext cx="504825" cy="503238"/>
          </a:xfrm>
          <a:prstGeom prst="rect">
            <a:avLst/>
          </a:prstGeom>
          <a:solidFill>
            <a:srgbClr val="FF99CC"/>
          </a:solidFill>
          <a:ln w="9525">
            <a:solidFill>
              <a:schemeClr val="tx1"/>
            </a:solidFill>
            <a:miter lim="800000"/>
            <a:headEnd/>
            <a:tailEnd/>
          </a:ln>
          <a:effectLst/>
        </p:spPr>
        <p:txBody>
          <a:bodyPr wrap="none" anchor="ctr"/>
          <a:lstStyle/>
          <a:p>
            <a:endParaRPr lang="en-US"/>
          </a:p>
        </p:txBody>
      </p:sp>
      <p:sp>
        <p:nvSpPr>
          <p:cNvPr id="23728" name="Rectangle 176"/>
          <p:cNvSpPr>
            <a:spLocks noChangeArrowheads="1"/>
          </p:cNvSpPr>
          <p:nvPr/>
        </p:nvSpPr>
        <p:spPr bwMode="auto">
          <a:xfrm rot="2440752">
            <a:off x="4211638" y="4724400"/>
            <a:ext cx="504825" cy="503238"/>
          </a:xfrm>
          <a:prstGeom prst="rect">
            <a:avLst/>
          </a:prstGeom>
          <a:solidFill>
            <a:srgbClr val="FF99CC"/>
          </a:solidFill>
          <a:ln w="9525">
            <a:solidFill>
              <a:schemeClr val="tx1"/>
            </a:solidFill>
            <a:miter lim="800000"/>
            <a:headEnd/>
            <a:tailEnd/>
          </a:ln>
          <a:effectLst/>
        </p:spPr>
        <p:txBody>
          <a:bodyPr wrap="none" anchor="ctr"/>
          <a:lstStyle/>
          <a:p>
            <a:endParaRPr lang="en-US"/>
          </a:p>
        </p:txBody>
      </p:sp>
      <p:sp>
        <p:nvSpPr>
          <p:cNvPr id="23729" name="Rectangle 177"/>
          <p:cNvSpPr>
            <a:spLocks noChangeArrowheads="1"/>
          </p:cNvSpPr>
          <p:nvPr/>
        </p:nvSpPr>
        <p:spPr bwMode="auto">
          <a:xfrm rot="2440752">
            <a:off x="4572000" y="4437063"/>
            <a:ext cx="504825" cy="503237"/>
          </a:xfrm>
          <a:prstGeom prst="rect">
            <a:avLst/>
          </a:prstGeom>
          <a:solidFill>
            <a:srgbClr val="FF99CC"/>
          </a:solidFill>
          <a:ln w="9525">
            <a:solidFill>
              <a:schemeClr val="tx1"/>
            </a:solidFill>
            <a:miter lim="800000"/>
            <a:headEnd/>
            <a:tailEnd/>
          </a:ln>
          <a:effectLst/>
        </p:spPr>
        <p:txBody>
          <a:bodyPr wrap="none" anchor="ctr"/>
          <a:lstStyle/>
          <a:p>
            <a:endParaRPr lang="en-US"/>
          </a:p>
        </p:txBody>
      </p:sp>
      <p:sp>
        <p:nvSpPr>
          <p:cNvPr id="23730" name="Rectangle 178"/>
          <p:cNvSpPr>
            <a:spLocks noChangeArrowheads="1"/>
          </p:cNvSpPr>
          <p:nvPr/>
        </p:nvSpPr>
        <p:spPr bwMode="auto">
          <a:xfrm rot="2440752">
            <a:off x="3851275" y="4437063"/>
            <a:ext cx="504825" cy="503237"/>
          </a:xfrm>
          <a:prstGeom prst="rect">
            <a:avLst/>
          </a:prstGeom>
          <a:solidFill>
            <a:srgbClr val="FF99CC"/>
          </a:solidFill>
          <a:ln w="9525">
            <a:solidFill>
              <a:schemeClr val="tx1"/>
            </a:solidFill>
            <a:miter lim="800000"/>
            <a:headEnd/>
            <a:tailEnd/>
          </a:ln>
          <a:effectLst/>
        </p:spPr>
        <p:txBody>
          <a:bodyPr wrap="none" anchor="ctr"/>
          <a:lstStyle/>
          <a:p>
            <a:endParaRPr lang="en-US"/>
          </a:p>
        </p:txBody>
      </p:sp>
      <p:sp>
        <p:nvSpPr>
          <p:cNvPr id="23731" name="Rectangle 179"/>
          <p:cNvSpPr>
            <a:spLocks noChangeArrowheads="1"/>
          </p:cNvSpPr>
          <p:nvPr/>
        </p:nvSpPr>
        <p:spPr bwMode="auto">
          <a:xfrm rot="2440752">
            <a:off x="5292725" y="5084763"/>
            <a:ext cx="504825" cy="503237"/>
          </a:xfrm>
          <a:prstGeom prst="rect">
            <a:avLst/>
          </a:prstGeom>
          <a:solidFill>
            <a:srgbClr val="FF99CC"/>
          </a:solidFill>
          <a:ln w="9525">
            <a:solidFill>
              <a:schemeClr val="tx1"/>
            </a:solidFill>
            <a:miter lim="800000"/>
            <a:headEnd/>
            <a:tailEnd/>
          </a:ln>
          <a:effectLst/>
        </p:spPr>
        <p:txBody>
          <a:bodyPr wrap="none" anchor="ctr"/>
          <a:lstStyle/>
          <a:p>
            <a:endParaRPr lang="en-US"/>
          </a:p>
        </p:txBody>
      </p:sp>
      <p:sp>
        <p:nvSpPr>
          <p:cNvPr id="23732" name="Rectangle 180"/>
          <p:cNvSpPr>
            <a:spLocks noChangeArrowheads="1"/>
          </p:cNvSpPr>
          <p:nvPr/>
        </p:nvSpPr>
        <p:spPr bwMode="auto">
          <a:xfrm rot="2440752">
            <a:off x="4932363" y="4724400"/>
            <a:ext cx="504825" cy="503238"/>
          </a:xfrm>
          <a:prstGeom prst="rect">
            <a:avLst/>
          </a:prstGeom>
          <a:solidFill>
            <a:srgbClr val="FF99CC"/>
          </a:solidFill>
          <a:ln w="9525">
            <a:solidFill>
              <a:schemeClr val="tx1"/>
            </a:solidFill>
            <a:miter lim="800000"/>
            <a:headEnd/>
            <a:tailEnd/>
          </a:ln>
          <a:effectLst/>
        </p:spPr>
        <p:txBody>
          <a:bodyPr wrap="none" anchor="ctr"/>
          <a:lstStyle/>
          <a:p>
            <a:endParaRPr lang="en-US"/>
          </a:p>
        </p:txBody>
      </p:sp>
      <p:sp>
        <p:nvSpPr>
          <p:cNvPr id="23733" name="Rectangle 181"/>
          <p:cNvSpPr>
            <a:spLocks noChangeArrowheads="1"/>
          </p:cNvSpPr>
          <p:nvPr/>
        </p:nvSpPr>
        <p:spPr bwMode="auto">
          <a:xfrm rot="2440752">
            <a:off x="4572000" y="5084763"/>
            <a:ext cx="504825" cy="503237"/>
          </a:xfrm>
          <a:prstGeom prst="rect">
            <a:avLst/>
          </a:prstGeom>
          <a:solidFill>
            <a:srgbClr val="FF99CC"/>
          </a:solidFill>
          <a:ln w="9525">
            <a:solidFill>
              <a:schemeClr val="tx1"/>
            </a:solidFill>
            <a:miter lim="800000"/>
            <a:headEnd/>
            <a:tailEnd/>
          </a:ln>
          <a:effectLst/>
        </p:spPr>
        <p:txBody>
          <a:bodyPr wrap="none" anchor="ctr"/>
          <a:lstStyle/>
          <a:p>
            <a:endParaRPr lang="en-US"/>
          </a:p>
        </p:txBody>
      </p:sp>
      <p:sp>
        <p:nvSpPr>
          <p:cNvPr id="23734" name="Text Box 182"/>
          <p:cNvSpPr txBox="1">
            <a:spLocks noChangeArrowheads="1"/>
          </p:cNvSpPr>
          <p:nvPr/>
        </p:nvSpPr>
        <p:spPr bwMode="auto">
          <a:xfrm>
            <a:off x="3779838" y="3213100"/>
            <a:ext cx="647700" cy="336550"/>
          </a:xfrm>
          <a:prstGeom prst="rect">
            <a:avLst/>
          </a:prstGeom>
          <a:noFill/>
          <a:ln w="9525">
            <a:noFill/>
            <a:miter lim="800000"/>
            <a:headEnd/>
            <a:tailEnd/>
          </a:ln>
          <a:effectLst/>
        </p:spPr>
        <p:txBody>
          <a:bodyPr>
            <a:spAutoFit/>
          </a:bodyPr>
          <a:lstStyle/>
          <a:p>
            <a:pPr>
              <a:spcBef>
                <a:spcPct val="50000"/>
              </a:spcBef>
            </a:pPr>
            <a:r>
              <a:rPr lang="en-US" altLang="zh-TW" sz="1600"/>
              <a:t>root</a:t>
            </a:r>
          </a:p>
        </p:txBody>
      </p:sp>
      <p:sp>
        <p:nvSpPr>
          <p:cNvPr id="23735" name="Text Box 183"/>
          <p:cNvSpPr txBox="1">
            <a:spLocks noChangeArrowheads="1"/>
          </p:cNvSpPr>
          <p:nvPr/>
        </p:nvSpPr>
        <p:spPr bwMode="auto">
          <a:xfrm>
            <a:off x="2195513" y="4941888"/>
            <a:ext cx="288925" cy="336550"/>
          </a:xfrm>
          <a:prstGeom prst="rect">
            <a:avLst/>
          </a:prstGeom>
          <a:noFill/>
          <a:ln w="9525">
            <a:noFill/>
            <a:miter lim="800000"/>
            <a:headEnd/>
            <a:tailEnd/>
          </a:ln>
          <a:effectLst/>
        </p:spPr>
        <p:txBody>
          <a:bodyPr>
            <a:spAutoFit/>
          </a:bodyPr>
          <a:lstStyle/>
          <a:p>
            <a:r>
              <a:rPr lang="en-US" altLang="zh-TW" sz="1600"/>
              <a:t>1</a:t>
            </a:r>
          </a:p>
        </p:txBody>
      </p:sp>
      <p:sp>
        <p:nvSpPr>
          <p:cNvPr id="23736" name="Text Box 184"/>
          <p:cNvSpPr txBox="1">
            <a:spLocks noChangeArrowheads="1"/>
          </p:cNvSpPr>
          <p:nvPr/>
        </p:nvSpPr>
        <p:spPr bwMode="auto">
          <a:xfrm>
            <a:off x="2555875" y="5229225"/>
            <a:ext cx="288925" cy="336550"/>
          </a:xfrm>
          <a:prstGeom prst="rect">
            <a:avLst/>
          </a:prstGeom>
          <a:noFill/>
          <a:ln w="9525">
            <a:noFill/>
            <a:miter lim="800000"/>
            <a:headEnd/>
            <a:tailEnd/>
          </a:ln>
          <a:effectLst/>
        </p:spPr>
        <p:txBody>
          <a:bodyPr>
            <a:spAutoFit/>
          </a:bodyPr>
          <a:lstStyle/>
          <a:p>
            <a:r>
              <a:rPr lang="en-US" altLang="zh-TW" sz="1600"/>
              <a:t>1</a:t>
            </a:r>
          </a:p>
        </p:txBody>
      </p:sp>
      <p:sp>
        <p:nvSpPr>
          <p:cNvPr id="23737" name="Text Box 185"/>
          <p:cNvSpPr txBox="1">
            <a:spLocks noChangeArrowheads="1"/>
          </p:cNvSpPr>
          <p:nvPr/>
        </p:nvSpPr>
        <p:spPr bwMode="auto">
          <a:xfrm>
            <a:off x="2916238" y="4868863"/>
            <a:ext cx="288925" cy="336550"/>
          </a:xfrm>
          <a:prstGeom prst="rect">
            <a:avLst/>
          </a:prstGeom>
          <a:noFill/>
          <a:ln w="9525">
            <a:noFill/>
            <a:miter lim="800000"/>
            <a:headEnd/>
            <a:tailEnd/>
          </a:ln>
          <a:effectLst/>
        </p:spPr>
        <p:txBody>
          <a:bodyPr>
            <a:spAutoFit/>
          </a:bodyPr>
          <a:lstStyle/>
          <a:p>
            <a:r>
              <a:rPr lang="en-US" altLang="zh-TW" sz="1600"/>
              <a:t>1</a:t>
            </a:r>
          </a:p>
        </p:txBody>
      </p:sp>
      <p:sp>
        <p:nvSpPr>
          <p:cNvPr id="23738" name="Text Box 186"/>
          <p:cNvSpPr txBox="1">
            <a:spLocks noChangeArrowheads="1"/>
          </p:cNvSpPr>
          <p:nvPr/>
        </p:nvSpPr>
        <p:spPr bwMode="auto">
          <a:xfrm>
            <a:off x="4356100" y="3500438"/>
            <a:ext cx="288925" cy="336550"/>
          </a:xfrm>
          <a:prstGeom prst="rect">
            <a:avLst/>
          </a:prstGeom>
          <a:noFill/>
          <a:ln w="9525">
            <a:noFill/>
            <a:miter lim="800000"/>
            <a:headEnd/>
            <a:tailEnd/>
          </a:ln>
          <a:effectLst/>
        </p:spPr>
        <p:txBody>
          <a:bodyPr>
            <a:spAutoFit/>
          </a:bodyPr>
          <a:lstStyle/>
          <a:p>
            <a:r>
              <a:rPr lang="en-US" altLang="zh-TW" sz="1600"/>
              <a:t>1</a:t>
            </a:r>
          </a:p>
        </p:txBody>
      </p:sp>
      <p:sp>
        <p:nvSpPr>
          <p:cNvPr id="23739" name="Text Box 187"/>
          <p:cNvSpPr txBox="1">
            <a:spLocks noChangeArrowheads="1"/>
          </p:cNvSpPr>
          <p:nvPr/>
        </p:nvSpPr>
        <p:spPr bwMode="auto">
          <a:xfrm>
            <a:off x="2555875" y="4508500"/>
            <a:ext cx="288925" cy="336550"/>
          </a:xfrm>
          <a:prstGeom prst="rect">
            <a:avLst/>
          </a:prstGeom>
          <a:noFill/>
          <a:ln w="9525">
            <a:noFill/>
            <a:miter lim="800000"/>
            <a:headEnd/>
            <a:tailEnd/>
          </a:ln>
          <a:effectLst/>
        </p:spPr>
        <p:txBody>
          <a:bodyPr>
            <a:spAutoFit/>
          </a:bodyPr>
          <a:lstStyle/>
          <a:p>
            <a:r>
              <a:rPr lang="en-US" altLang="zh-TW" sz="1600"/>
              <a:t>2</a:t>
            </a:r>
          </a:p>
        </p:txBody>
      </p:sp>
      <p:sp>
        <p:nvSpPr>
          <p:cNvPr id="23740" name="Text Box 188"/>
          <p:cNvSpPr txBox="1">
            <a:spLocks noChangeArrowheads="1"/>
          </p:cNvSpPr>
          <p:nvPr/>
        </p:nvSpPr>
        <p:spPr bwMode="auto">
          <a:xfrm>
            <a:off x="4643438" y="3789363"/>
            <a:ext cx="288925" cy="336550"/>
          </a:xfrm>
          <a:prstGeom prst="rect">
            <a:avLst/>
          </a:prstGeom>
          <a:noFill/>
          <a:ln w="9525">
            <a:noFill/>
            <a:miter lim="800000"/>
            <a:headEnd/>
            <a:tailEnd/>
          </a:ln>
          <a:effectLst/>
        </p:spPr>
        <p:txBody>
          <a:bodyPr>
            <a:spAutoFit/>
          </a:bodyPr>
          <a:lstStyle/>
          <a:p>
            <a:r>
              <a:rPr lang="en-US" altLang="zh-TW" sz="1600"/>
              <a:t>2</a:t>
            </a:r>
          </a:p>
        </p:txBody>
      </p:sp>
      <p:sp>
        <p:nvSpPr>
          <p:cNvPr id="23741" name="Text Box 189"/>
          <p:cNvSpPr txBox="1">
            <a:spLocks noChangeArrowheads="1"/>
          </p:cNvSpPr>
          <p:nvPr/>
        </p:nvSpPr>
        <p:spPr bwMode="auto">
          <a:xfrm>
            <a:off x="3924300" y="4508500"/>
            <a:ext cx="288925" cy="336550"/>
          </a:xfrm>
          <a:prstGeom prst="rect">
            <a:avLst/>
          </a:prstGeom>
          <a:noFill/>
          <a:ln w="9525">
            <a:noFill/>
            <a:miter lim="800000"/>
            <a:headEnd/>
            <a:tailEnd/>
          </a:ln>
          <a:effectLst/>
        </p:spPr>
        <p:txBody>
          <a:bodyPr>
            <a:spAutoFit/>
          </a:bodyPr>
          <a:lstStyle/>
          <a:p>
            <a:r>
              <a:rPr lang="en-US" altLang="zh-TW" sz="1600"/>
              <a:t>2</a:t>
            </a:r>
          </a:p>
        </p:txBody>
      </p:sp>
      <p:sp>
        <p:nvSpPr>
          <p:cNvPr id="23742" name="Text Box 190"/>
          <p:cNvSpPr txBox="1">
            <a:spLocks noChangeArrowheads="1"/>
          </p:cNvSpPr>
          <p:nvPr/>
        </p:nvSpPr>
        <p:spPr bwMode="auto">
          <a:xfrm>
            <a:off x="3563938" y="4149725"/>
            <a:ext cx="288925" cy="336550"/>
          </a:xfrm>
          <a:prstGeom prst="rect">
            <a:avLst/>
          </a:prstGeom>
          <a:noFill/>
          <a:ln w="9525">
            <a:noFill/>
            <a:miter lim="800000"/>
            <a:headEnd/>
            <a:tailEnd/>
          </a:ln>
          <a:effectLst/>
        </p:spPr>
        <p:txBody>
          <a:bodyPr>
            <a:spAutoFit/>
          </a:bodyPr>
          <a:lstStyle/>
          <a:p>
            <a:r>
              <a:rPr lang="en-US" altLang="zh-TW" sz="1600"/>
              <a:t>2</a:t>
            </a:r>
          </a:p>
        </p:txBody>
      </p:sp>
      <p:sp>
        <p:nvSpPr>
          <p:cNvPr id="23743" name="Text Box 191"/>
          <p:cNvSpPr txBox="1">
            <a:spLocks noChangeArrowheads="1"/>
          </p:cNvSpPr>
          <p:nvPr/>
        </p:nvSpPr>
        <p:spPr bwMode="auto">
          <a:xfrm>
            <a:off x="3924300" y="3860800"/>
            <a:ext cx="288925" cy="336550"/>
          </a:xfrm>
          <a:prstGeom prst="rect">
            <a:avLst/>
          </a:prstGeom>
          <a:noFill/>
          <a:ln w="9525">
            <a:noFill/>
            <a:miter lim="800000"/>
            <a:headEnd/>
            <a:tailEnd/>
          </a:ln>
          <a:effectLst/>
        </p:spPr>
        <p:txBody>
          <a:bodyPr>
            <a:spAutoFit/>
          </a:bodyPr>
          <a:lstStyle/>
          <a:p>
            <a:r>
              <a:rPr lang="en-US" altLang="zh-TW" sz="1600"/>
              <a:t>2</a:t>
            </a:r>
          </a:p>
        </p:txBody>
      </p:sp>
      <p:sp>
        <p:nvSpPr>
          <p:cNvPr id="23744" name="Text Box 192"/>
          <p:cNvSpPr txBox="1">
            <a:spLocks noChangeArrowheads="1"/>
          </p:cNvSpPr>
          <p:nvPr/>
        </p:nvSpPr>
        <p:spPr bwMode="auto">
          <a:xfrm>
            <a:off x="3203575" y="4508500"/>
            <a:ext cx="288925" cy="336550"/>
          </a:xfrm>
          <a:prstGeom prst="rect">
            <a:avLst/>
          </a:prstGeom>
          <a:noFill/>
          <a:ln w="9525">
            <a:noFill/>
            <a:miter lim="800000"/>
            <a:headEnd/>
            <a:tailEnd/>
          </a:ln>
          <a:effectLst/>
        </p:spPr>
        <p:txBody>
          <a:bodyPr>
            <a:spAutoFit/>
          </a:bodyPr>
          <a:lstStyle/>
          <a:p>
            <a:r>
              <a:rPr lang="en-US" altLang="zh-TW" sz="1600"/>
              <a:t>2</a:t>
            </a:r>
          </a:p>
        </p:txBody>
      </p:sp>
      <p:sp>
        <p:nvSpPr>
          <p:cNvPr id="23745" name="Text Box 193"/>
          <p:cNvSpPr txBox="1">
            <a:spLocks noChangeArrowheads="1"/>
          </p:cNvSpPr>
          <p:nvPr/>
        </p:nvSpPr>
        <p:spPr bwMode="auto">
          <a:xfrm>
            <a:off x="3563938" y="4797425"/>
            <a:ext cx="288925" cy="336550"/>
          </a:xfrm>
          <a:prstGeom prst="rect">
            <a:avLst/>
          </a:prstGeom>
          <a:noFill/>
          <a:ln w="9525">
            <a:noFill/>
            <a:miter lim="800000"/>
            <a:headEnd/>
            <a:tailEnd/>
          </a:ln>
          <a:effectLst/>
        </p:spPr>
        <p:txBody>
          <a:bodyPr>
            <a:spAutoFit/>
          </a:bodyPr>
          <a:lstStyle/>
          <a:p>
            <a:r>
              <a:rPr lang="en-US" altLang="zh-TW" sz="1600"/>
              <a:t>2</a:t>
            </a:r>
          </a:p>
        </p:txBody>
      </p:sp>
      <p:sp>
        <p:nvSpPr>
          <p:cNvPr id="23746" name="Text Box 194"/>
          <p:cNvSpPr txBox="1">
            <a:spLocks noChangeArrowheads="1"/>
          </p:cNvSpPr>
          <p:nvPr/>
        </p:nvSpPr>
        <p:spPr bwMode="auto">
          <a:xfrm>
            <a:off x="3276600" y="5229225"/>
            <a:ext cx="288925" cy="336550"/>
          </a:xfrm>
          <a:prstGeom prst="rect">
            <a:avLst/>
          </a:prstGeom>
          <a:noFill/>
          <a:ln w="9525">
            <a:noFill/>
            <a:miter lim="800000"/>
            <a:headEnd/>
            <a:tailEnd/>
          </a:ln>
          <a:effectLst/>
        </p:spPr>
        <p:txBody>
          <a:bodyPr>
            <a:spAutoFit/>
          </a:bodyPr>
          <a:lstStyle/>
          <a:p>
            <a:r>
              <a:rPr lang="en-US" altLang="zh-TW" sz="1600"/>
              <a:t>2</a:t>
            </a:r>
          </a:p>
        </p:txBody>
      </p:sp>
      <p:sp>
        <p:nvSpPr>
          <p:cNvPr id="23747" name="Text Box 195"/>
          <p:cNvSpPr txBox="1">
            <a:spLocks noChangeArrowheads="1"/>
          </p:cNvSpPr>
          <p:nvPr/>
        </p:nvSpPr>
        <p:spPr bwMode="auto">
          <a:xfrm>
            <a:off x="2916238" y="4149725"/>
            <a:ext cx="288925" cy="336550"/>
          </a:xfrm>
          <a:prstGeom prst="rect">
            <a:avLst/>
          </a:prstGeom>
          <a:noFill/>
          <a:ln w="9525">
            <a:noFill/>
            <a:miter lim="800000"/>
            <a:headEnd/>
            <a:tailEnd/>
          </a:ln>
          <a:effectLst/>
        </p:spPr>
        <p:txBody>
          <a:bodyPr>
            <a:spAutoFit/>
          </a:bodyPr>
          <a:lstStyle/>
          <a:p>
            <a:r>
              <a:rPr lang="en-US" altLang="zh-TW" sz="1600"/>
              <a:t>3</a:t>
            </a:r>
          </a:p>
        </p:txBody>
      </p:sp>
      <p:sp>
        <p:nvSpPr>
          <p:cNvPr id="23748" name="Text Box 196"/>
          <p:cNvSpPr txBox="1">
            <a:spLocks noChangeArrowheads="1"/>
          </p:cNvSpPr>
          <p:nvPr/>
        </p:nvSpPr>
        <p:spPr bwMode="auto">
          <a:xfrm>
            <a:off x="3924300" y="5157788"/>
            <a:ext cx="288925" cy="336550"/>
          </a:xfrm>
          <a:prstGeom prst="rect">
            <a:avLst/>
          </a:prstGeom>
          <a:noFill/>
          <a:ln w="9525">
            <a:noFill/>
            <a:miter lim="800000"/>
            <a:headEnd/>
            <a:tailEnd/>
          </a:ln>
          <a:effectLst/>
        </p:spPr>
        <p:txBody>
          <a:bodyPr>
            <a:spAutoFit/>
          </a:bodyPr>
          <a:lstStyle/>
          <a:p>
            <a:r>
              <a:rPr lang="en-US" altLang="zh-TW" sz="1600"/>
              <a:t>3</a:t>
            </a:r>
          </a:p>
        </p:txBody>
      </p:sp>
      <p:sp>
        <p:nvSpPr>
          <p:cNvPr id="23749" name="Text Box 197"/>
          <p:cNvSpPr txBox="1">
            <a:spLocks noChangeArrowheads="1"/>
          </p:cNvSpPr>
          <p:nvPr/>
        </p:nvSpPr>
        <p:spPr bwMode="auto">
          <a:xfrm>
            <a:off x="5003800" y="4149725"/>
            <a:ext cx="288925" cy="336550"/>
          </a:xfrm>
          <a:prstGeom prst="rect">
            <a:avLst/>
          </a:prstGeom>
          <a:noFill/>
          <a:ln w="9525">
            <a:noFill/>
            <a:miter lim="800000"/>
            <a:headEnd/>
            <a:tailEnd/>
          </a:ln>
          <a:effectLst/>
        </p:spPr>
        <p:txBody>
          <a:bodyPr>
            <a:spAutoFit/>
          </a:bodyPr>
          <a:lstStyle/>
          <a:p>
            <a:r>
              <a:rPr lang="en-US" altLang="zh-TW" sz="1600"/>
              <a:t>3</a:t>
            </a:r>
          </a:p>
        </p:txBody>
      </p:sp>
      <p:sp>
        <p:nvSpPr>
          <p:cNvPr id="23750" name="Text Box 198"/>
          <p:cNvSpPr txBox="1">
            <a:spLocks noChangeArrowheads="1"/>
          </p:cNvSpPr>
          <p:nvPr/>
        </p:nvSpPr>
        <p:spPr bwMode="auto">
          <a:xfrm>
            <a:off x="3276600" y="3860800"/>
            <a:ext cx="288925" cy="336550"/>
          </a:xfrm>
          <a:prstGeom prst="rect">
            <a:avLst/>
          </a:prstGeom>
          <a:noFill/>
          <a:ln w="9525">
            <a:noFill/>
            <a:miter lim="800000"/>
            <a:headEnd/>
            <a:tailEnd/>
          </a:ln>
          <a:effectLst/>
        </p:spPr>
        <p:txBody>
          <a:bodyPr>
            <a:spAutoFit/>
          </a:bodyPr>
          <a:lstStyle/>
          <a:p>
            <a:r>
              <a:rPr lang="en-US" altLang="zh-TW" sz="1600"/>
              <a:t>4</a:t>
            </a:r>
          </a:p>
        </p:txBody>
      </p:sp>
      <p:sp>
        <p:nvSpPr>
          <p:cNvPr id="23751" name="Text Box 199"/>
          <p:cNvSpPr txBox="1">
            <a:spLocks noChangeArrowheads="1"/>
          </p:cNvSpPr>
          <p:nvPr/>
        </p:nvSpPr>
        <p:spPr bwMode="auto">
          <a:xfrm>
            <a:off x="4356100" y="4149725"/>
            <a:ext cx="288925" cy="336550"/>
          </a:xfrm>
          <a:prstGeom prst="rect">
            <a:avLst/>
          </a:prstGeom>
          <a:noFill/>
          <a:ln w="9525">
            <a:noFill/>
            <a:miter lim="800000"/>
            <a:headEnd/>
            <a:tailEnd/>
          </a:ln>
          <a:effectLst/>
        </p:spPr>
        <p:txBody>
          <a:bodyPr>
            <a:spAutoFit/>
          </a:bodyPr>
          <a:lstStyle/>
          <a:p>
            <a:r>
              <a:rPr lang="en-US" altLang="zh-TW" sz="1600"/>
              <a:t>4</a:t>
            </a:r>
          </a:p>
        </p:txBody>
      </p:sp>
      <p:sp>
        <p:nvSpPr>
          <p:cNvPr id="23752" name="Text Box 200"/>
          <p:cNvSpPr txBox="1">
            <a:spLocks noChangeArrowheads="1"/>
          </p:cNvSpPr>
          <p:nvPr/>
        </p:nvSpPr>
        <p:spPr bwMode="auto">
          <a:xfrm>
            <a:off x="5364163" y="4508500"/>
            <a:ext cx="288925" cy="336550"/>
          </a:xfrm>
          <a:prstGeom prst="rect">
            <a:avLst/>
          </a:prstGeom>
          <a:noFill/>
          <a:ln w="9525">
            <a:noFill/>
            <a:miter lim="800000"/>
            <a:headEnd/>
            <a:tailEnd/>
          </a:ln>
          <a:effectLst/>
        </p:spPr>
        <p:txBody>
          <a:bodyPr>
            <a:spAutoFit/>
          </a:bodyPr>
          <a:lstStyle/>
          <a:p>
            <a:r>
              <a:rPr lang="en-US" altLang="zh-TW" sz="1600"/>
              <a:t>4</a:t>
            </a:r>
          </a:p>
        </p:txBody>
      </p:sp>
      <p:sp>
        <p:nvSpPr>
          <p:cNvPr id="23753" name="Text Box 201"/>
          <p:cNvSpPr txBox="1">
            <a:spLocks noChangeArrowheads="1"/>
          </p:cNvSpPr>
          <p:nvPr/>
        </p:nvSpPr>
        <p:spPr bwMode="auto">
          <a:xfrm>
            <a:off x="4284663" y="4868863"/>
            <a:ext cx="288925" cy="336550"/>
          </a:xfrm>
          <a:prstGeom prst="rect">
            <a:avLst/>
          </a:prstGeom>
          <a:noFill/>
          <a:ln w="9525">
            <a:noFill/>
            <a:miter lim="800000"/>
            <a:headEnd/>
            <a:tailEnd/>
          </a:ln>
          <a:effectLst/>
        </p:spPr>
        <p:txBody>
          <a:bodyPr>
            <a:spAutoFit/>
          </a:bodyPr>
          <a:lstStyle/>
          <a:p>
            <a:r>
              <a:rPr lang="en-US" altLang="zh-TW" sz="1600"/>
              <a:t>4</a:t>
            </a:r>
          </a:p>
        </p:txBody>
      </p:sp>
      <p:sp>
        <p:nvSpPr>
          <p:cNvPr id="23754" name="Text Box 202"/>
          <p:cNvSpPr txBox="1">
            <a:spLocks noChangeArrowheads="1"/>
          </p:cNvSpPr>
          <p:nvPr/>
        </p:nvSpPr>
        <p:spPr bwMode="auto">
          <a:xfrm>
            <a:off x="4643438" y="5157788"/>
            <a:ext cx="288925" cy="336550"/>
          </a:xfrm>
          <a:prstGeom prst="rect">
            <a:avLst/>
          </a:prstGeom>
          <a:noFill/>
          <a:ln w="9525">
            <a:noFill/>
            <a:miter lim="800000"/>
            <a:headEnd/>
            <a:tailEnd/>
          </a:ln>
          <a:effectLst/>
        </p:spPr>
        <p:txBody>
          <a:bodyPr>
            <a:spAutoFit/>
          </a:bodyPr>
          <a:lstStyle/>
          <a:p>
            <a:r>
              <a:rPr lang="en-US" altLang="zh-TW" sz="1600"/>
              <a:t>4</a:t>
            </a:r>
          </a:p>
        </p:txBody>
      </p:sp>
      <p:sp>
        <p:nvSpPr>
          <p:cNvPr id="23755" name="Text Box 203"/>
          <p:cNvSpPr txBox="1">
            <a:spLocks noChangeArrowheads="1"/>
          </p:cNvSpPr>
          <p:nvPr/>
        </p:nvSpPr>
        <p:spPr bwMode="auto">
          <a:xfrm>
            <a:off x="3635375" y="3500438"/>
            <a:ext cx="288925" cy="336550"/>
          </a:xfrm>
          <a:prstGeom prst="rect">
            <a:avLst/>
          </a:prstGeom>
          <a:noFill/>
          <a:ln w="9525">
            <a:noFill/>
            <a:miter lim="800000"/>
            <a:headEnd/>
            <a:tailEnd/>
          </a:ln>
          <a:effectLst/>
        </p:spPr>
        <p:txBody>
          <a:bodyPr>
            <a:spAutoFit/>
          </a:bodyPr>
          <a:lstStyle/>
          <a:p>
            <a:r>
              <a:rPr lang="en-US" altLang="zh-TW" sz="1600"/>
              <a:t>5</a:t>
            </a:r>
          </a:p>
        </p:txBody>
      </p:sp>
      <p:sp>
        <p:nvSpPr>
          <p:cNvPr id="23756" name="Text Box 204"/>
          <p:cNvSpPr txBox="1">
            <a:spLocks noChangeArrowheads="1"/>
          </p:cNvSpPr>
          <p:nvPr/>
        </p:nvSpPr>
        <p:spPr bwMode="auto">
          <a:xfrm>
            <a:off x="5076825" y="4797425"/>
            <a:ext cx="288925" cy="336550"/>
          </a:xfrm>
          <a:prstGeom prst="rect">
            <a:avLst/>
          </a:prstGeom>
          <a:noFill/>
          <a:ln w="9525">
            <a:noFill/>
            <a:miter lim="800000"/>
            <a:headEnd/>
            <a:tailEnd/>
          </a:ln>
          <a:effectLst/>
        </p:spPr>
        <p:txBody>
          <a:bodyPr>
            <a:spAutoFit/>
          </a:bodyPr>
          <a:lstStyle/>
          <a:p>
            <a:r>
              <a:rPr lang="en-US" altLang="zh-TW" sz="1600"/>
              <a:t>5</a:t>
            </a:r>
          </a:p>
        </p:txBody>
      </p:sp>
      <p:sp>
        <p:nvSpPr>
          <p:cNvPr id="23757" name="Text Box 205"/>
          <p:cNvSpPr txBox="1">
            <a:spLocks noChangeArrowheads="1"/>
          </p:cNvSpPr>
          <p:nvPr/>
        </p:nvSpPr>
        <p:spPr bwMode="auto">
          <a:xfrm>
            <a:off x="4643438" y="4508500"/>
            <a:ext cx="288925" cy="336550"/>
          </a:xfrm>
          <a:prstGeom prst="rect">
            <a:avLst/>
          </a:prstGeom>
          <a:noFill/>
          <a:ln w="9525">
            <a:noFill/>
            <a:miter lim="800000"/>
            <a:headEnd/>
            <a:tailEnd/>
          </a:ln>
          <a:effectLst/>
        </p:spPr>
        <p:txBody>
          <a:bodyPr>
            <a:spAutoFit/>
          </a:bodyPr>
          <a:lstStyle/>
          <a:p>
            <a:r>
              <a:rPr lang="en-US" altLang="zh-TW" sz="1600"/>
              <a:t>5</a:t>
            </a:r>
          </a:p>
        </p:txBody>
      </p:sp>
      <p:sp>
        <p:nvSpPr>
          <p:cNvPr id="23758" name="Text Box 206"/>
          <p:cNvSpPr txBox="1">
            <a:spLocks noChangeArrowheads="1"/>
          </p:cNvSpPr>
          <p:nvPr/>
        </p:nvSpPr>
        <p:spPr bwMode="auto">
          <a:xfrm>
            <a:off x="5435600" y="5157788"/>
            <a:ext cx="288925" cy="336550"/>
          </a:xfrm>
          <a:prstGeom prst="rect">
            <a:avLst/>
          </a:prstGeom>
          <a:noFill/>
          <a:ln w="9525">
            <a:noFill/>
            <a:miter lim="800000"/>
            <a:headEnd/>
            <a:tailEnd/>
          </a:ln>
          <a:effectLst/>
        </p:spPr>
        <p:txBody>
          <a:bodyPr>
            <a:spAutoFit/>
          </a:bodyPr>
          <a:lstStyle/>
          <a:p>
            <a:r>
              <a:rPr lang="en-US" altLang="zh-TW" sz="1600"/>
              <a:t>5</a:t>
            </a:r>
          </a:p>
        </p:txBody>
      </p:sp>
      <p:sp>
        <p:nvSpPr>
          <p:cNvPr id="23759" name="Text Box 207"/>
          <p:cNvSpPr txBox="1">
            <a:spLocks noChangeArrowheads="1"/>
          </p:cNvSpPr>
          <p:nvPr/>
        </p:nvSpPr>
        <p:spPr bwMode="auto">
          <a:xfrm>
            <a:off x="5724525" y="4868863"/>
            <a:ext cx="288925" cy="336550"/>
          </a:xfrm>
          <a:prstGeom prst="rect">
            <a:avLst/>
          </a:prstGeom>
          <a:noFill/>
          <a:ln w="9525">
            <a:noFill/>
            <a:miter lim="800000"/>
            <a:headEnd/>
            <a:tailEnd/>
          </a:ln>
          <a:effectLst/>
        </p:spPr>
        <p:txBody>
          <a:bodyPr>
            <a:spAutoFit/>
          </a:bodyPr>
          <a:lstStyle/>
          <a:p>
            <a:r>
              <a:rPr lang="en-US" altLang="zh-TW" sz="1600"/>
              <a:t>5</a:t>
            </a:r>
          </a:p>
        </p:txBody>
      </p:sp>
      <p:sp>
        <p:nvSpPr>
          <p:cNvPr id="23760" name="Text Box 208"/>
          <p:cNvSpPr txBox="1">
            <a:spLocks noChangeArrowheads="1"/>
          </p:cNvSpPr>
          <p:nvPr/>
        </p:nvSpPr>
        <p:spPr bwMode="auto">
          <a:xfrm>
            <a:off x="323850" y="5949950"/>
            <a:ext cx="8496300" cy="336550"/>
          </a:xfrm>
          <a:prstGeom prst="rect">
            <a:avLst/>
          </a:prstGeom>
          <a:noFill/>
          <a:ln w="9525">
            <a:noFill/>
            <a:miter lim="800000"/>
            <a:headEnd/>
            <a:tailEnd/>
          </a:ln>
          <a:effectLst/>
        </p:spPr>
        <p:txBody>
          <a:bodyPr>
            <a:spAutoFit/>
          </a:bodyPr>
          <a:lstStyle/>
          <a:p>
            <a:pPr>
              <a:spcBef>
                <a:spcPct val="50000"/>
              </a:spcBef>
            </a:pPr>
            <a:endParaRPr lang="en-US" sz="1600"/>
          </a:p>
        </p:txBody>
      </p:sp>
      <p:sp>
        <p:nvSpPr>
          <p:cNvPr id="23761" name="Text Box 209"/>
          <p:cNvSpPr txBox="1">
            <a:spLocks noChangeArrowheads="1"/>
          </p:cNvSpPr>
          <p:nvPr/>
        </p:nvSpPr>
        <p:spPr bwMode="auto">
          <a:xfrm>
            <a:off x="611188" y="6092825"/>
            <a:ext cx="7343775" cy="396875"/>
          </a:xfrm>
          <a:prstGeom prst="rect">
            <a:avLst/>
          </a:prstGeom>
          <a:noFill/>
          <a:ln w="9525">
            <a:noFill/>
            <a:miter lim="800000"/>
            <a:headEnd/>
            <a:tailEnd/>
          </a:ln>
          <a:effectLst/>
        </p:spPr>
        <p:txBody>
          <a:bodyPr>
            <a:spAutoFit/>
          </a:bodyPr>
          <a:lstStyle/>
          <a:p>
            <a:pPr algn="ctr">
              <a:spcBef>
                <a:spcPct val="50000"/>
              </a:spcBef>
            </a:pPr>
            <a:r>
              <a:rPr lang="en-US" altLang="zh-TW" sz="2000" dirty="0"/>
              <a:t>The tables e[</a:t>
            </a:r>
            <a:r>
              <a:rPr lang="en-US" altLang="zh-TW" sz="2000" dirty="0" err="1"/>
              <a:t>i,j</a:t>
            </a:r>
            <a:r>
              <a:rPr lang="en-US" altLang="zh-TW" sz="2000" dirty="0"/>
              <a:t>], w[</a:t>
            </a:r>
            <a:r>
              <a:rPr lang="en-US" altLang="zh-TW" sz="2000" dirty="0" err="1"/>
              <a:t>i,j</a:t>
            </a:r>
            <a:r>
              <a:rPr lang="en-US" altLang="zh-TW" sz="2000" dirty="0"/>
              <a:t>], and </a:t>
            </a:r>
            <a:r>
              <a:rPr lang="en-US" altLang="zh-TW" sz="2000" dirty="0" smtClean="0"/>
              <a:t>root[</a:t>
            </a:r>
            <a:r>
              <a:rPr lang="en-US" altLang="zh-TW" sz="2000" dirty="0" err="1" smtClean="0"/>
              <a:t>i,j</a:t>
            </a:r>
            <a:r>
              <a:rPr lang="en-US" altLang="zh-TW" sz="2000" dirty="0" smtClean="0"/>
              <a:t>] computed </a:t>
            </a:r>
            <a:r>
              <a:rPr lang="en-US" altLang="zh-TW" sz="2000" dirty="0"/>
              <a:t>by Optimal-BST</a:t>
            </a:r>
          </a:p>
        </p:txBody>
      </p:sp>
    </p:spTree>
  </p:cSld>
  <p:clrMapOvr>
    <a:masterClrMapping/>
  </p:clrMapOvr>
  <p:transition spd="slow">
    <p:randomBar dir="vert"/>
  </p:transition>
  <p:timing>
    <p:tnLst>
      <p:par>
        <p:cTn id="1" dur="indefinite" restart="never" nodeType="tmRoot"/>
      </p:par>
    </p:tnLst>
  </p:timing>
</p:sld>
</file>

<file path=ppt/theme/theme1.xml><?xml version="1.0" encoding="utf-8"?>
<a:theme xmlns:a="http://schemas.openxmlformats.org/drawingml/2006/main" name="tdesignc">
  <a:themeElements>
    <a:clrScheme name="tdesignc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tdesignc">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charset="0"/>
            <a:ea typeface="新細明體"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charset="0"/>
            <a:ea typeface="新細明體" pitchFamily="18" charset="-120"/>
          </a:defRPr>
        </a:defPPr>
      </a:lstStyle>
    </a:lnDef>
  </a:objectDefaults>
  <a:extraClrSchemeLst>
    <a:extraClrScheme>
      <a:clrScheme name="tdesignc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tdesignc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tdesignc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tdesignc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tdesignc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tdesignc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tdesignc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tdesignc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TDESIGNC</Template>
  <TotalTime>643</TotalTime>
  <Words>1565</Words>
  <Application>Microsoft Office PowerPoint</Application>
  <PresentationFormat>On-screen Show (4:3)</PresentationFormat>
  <Paragraphs>268</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 Unicode MS</vt:lpstr>
      <vt:lpstr>Arial</vt:lpstr>
      <vt:lpstr>新細明體</vt:lpstr>
      <vt:lpstr>Wingdings</vt:lpstr>
      <vt:lpstr>tdesignc</vt:lpstr>
      <vt:lpstr>Optimal Binary Search Trees</vt:lpstr>
      <vt:lpstr>Preface</vt:lpstr>
      <vt:lpstr>PowerPoint Presentation</vt:lpstr>
      <vt:lpstr>PowerPoint Presentation</vt:lpstr>
      <vt:lpstr>PowerPoint Presentation</vt:lpstr>
      <vt:lpstr>PowerPoint Presentation</vt:lpstr>
      <vt:lpstr>PowerPoint Presentation</vt:lpstr>
      <vt:lpstr>PowerPoint Presentation</vt:lpstr>
      <vt:lpstr>Step1:The structure of an OBST</vt:lpstr>
      <vt:lpstr>PowerPoint Presentation</vt:lpstr>
      <vt:lpstr>PowerPoint Presentation</vt:lpstr>
      <vt:lpstr>Step2: A recursive solution</vt:lpstr>
      <vt:lpstr>PowerPoint Presentation</vt:lpstr>
      <vt:lpstr>PowerPoint Presentation</vt:lpstr>
      <vt:lpstr>PowerPoint Presentation</vt:lpstr>
      <vt:lpstr>PowerPoint Presentation</vt:lpstr>
      <vt:lpstr>Step3: Computing the expected search cost of the OBST</vt:lpstr>
      <vt:lpstr>PowerPoint Presentation</vt:lpstr>
      <vt:lpstr>OPTIMAL—BST(p,q,n)</vt:lpstr>
      <vt:lpstr>PowerPoint Presentation</vt:lpstr>
    </vt:vector>
  </TitlesOfParts>
  <Company>Mcse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Optimal Binary Search Tree</dc:title>
  <dc:creator>Rytas</dc:creator>
  <cp:lastModifiedBy>Kashif Munir</cp:lastModifiedBy>
  <cp:revision>43</cp:revision>
  <dcterms:created xsi:type="dcterms:W3CDTF">2004-12-11T20:38:20Z</dcterms:created>
  <dcterms:modified xsi:type="dcterms:W3CDTF">2022-05-18T07:51:33Z</dcterms:modified>
</cp:coreProperties>
</file>