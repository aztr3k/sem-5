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63"/>
  </p:notesMasterIdLst>
  <p:sldIdLst>
    <p:sldId id="960" r:id="rId2"/>
    <p:sldId id="1076" r:id="rId3"/>
    <p:sldId id="1077" r:id="rId4"/>
    <p:sldId id="1078" r:id="rId5"/>
    <p:sldId id="1081" r:id="rId6"/>
    <p:sldId id="1213" r:id="rId7"/>
    <p:sldId id="1082" r:id="rId8"/>
    <p:sldId id="1083" r:id="rId9"/>
    <p:sldId id="1084" r:id="rId10"/>
    <p:sldId id="1085" r:id="rId11"/>
    <p:sldId id="1086" r:id="rId12"/>
    <p:sldId id="1222" r:id="rId13"/>
    <p:sldId id="1223" r:id="rId14"/>
    <p:sldId id="1087" r:id="rId15"/>
    <p:sldId id="1088" r:id="rId16"/>
    <p:sldId id="1089" r:id="rId17"/>
    <p:sldId id="1090" r:id="rId18"/>
    <p:sldId id="1091" r:id="rId19"/>
    <p:sldId id="1093" r:id="rId20"/>
    <p:sldId id="1092" r:id="rId21"/>
    <p:sldId id="1095" r:id="rId22"/>
    <p:sldId id="1096" r:id="rId23"/>
    <p:sldId id="1098" r:id="rId24"/>
    <p:sldId id="1214" r:id="rId25"/>
    <p:sldId id="1097" r:id="rId26"/>
    <p:sldId id="1104" r:id="rId27"/>
    <p:sldId id="1220" r:id="rId28"/>
    <p:sldId id="1099" r:id="rId29"/>
    <p:sldId id="1100" r:id="rId30"/>
    <p:sldId id="1102" r:id="rId31"/>
    <p:sldId id="1101" r:id="rId32"/>
    <p:sldId id="1103" r:id="rId33"/>
    <p:sldId id="1105" r:id="rId34"/>
    <p:sldId id="1107" r:id="rId35"/>
    <p:sldId id="1108" r:id="rId36"/>
    <p:sldId id="1109" r:id="rId37"/>
    <p:sldId id="1218" r:id="rId38"/>
    <p:sldId id="1216" r:id="rId39"/>
    <p:sldId id="1110" r:id="rId40"/>
    <p:sldId id="1219" r:id="rId41"/>
    <p:sldId id="1111" r:id="rId42"/>
    <p:sldId id="1112" r:id="rId43"/>
    <p:sldId id="1113" r:id="rId44"/>
    <p:sldId id="1114" r:id="rId45"/>
    <p:sldId id="1115" r:id="rId46"/>
    <p:sldId id="1116" r:id="rId47"/>
    <p:sldId id="1117" r:id="rId48"/>
    <p:sldId id="1118" r:id="rId49"/>
    <p:sldId id="1194" r:id="rId50"/>
    <p:sldId id="1119" r:id="rId51"/>
    <p:sldId id="1192" r:id="rId52"/>
    <p:sldId id="1224" r:id="rId53"/>
    <p:sldId id="1120" r:id="rId54"/>
    <p:sldId id="1121" r:id="rId55"/>
    <p:sldId id="1221" r:id="rId56"/>
    <p:sldId id="1122" r:id="rId57"/>
    <p:sldId id="1123" r:id="rId58"/>
    <p:sldId id="1125" r:id="rId59"/>
    <p:sldId id="1225" r:id="rId60"/>
    <p:sldId id="1127" r:id="rId61"/>
    <p:sldId id="1226" r:id="rId6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1985" autoAdjust="0"/>
    <p:restoredTop sz="90182" autoAdjust="0"/>
  </p:normalViewPr>
  <p:slideViewPr>
    <p:cSldViewPr snapToGrid="0" snapToObjects="1">
      <p:cViewPr varScale="1">
        <p:scale>
          <a:sx n="85" d="100"/>
          <a:sy n="85" d="100"/>
        </p:scale>
        <p:origin x="197" y="53"/>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notesMaster" Target="notesMasters/notesMaster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11/14/2024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52</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5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25.png"/><Relationship Id="rId18" Type="http://schemas.openxmlformats.org/officeDocument/2006/relationships/image" Target="../media/image30.png"/><Relationship Id="rId3" Type="http://schemas.openxmlformats.org/officeDocument/2006/relationships/image" Target="../media/image19.png"/><Relationship Id="rId21" Type="http://schemas.openxmlformats.org/officeDocument/2006/relationships/image" Target="../media/image33.png"/><Relationship Id="rId7" Type="http://schemas.openxmlformats.org/officeDocument/2006/relationships/image" Target="../media/image9.png"/><Relationship Id="rId12" Type="http://schemas.openxmlformats.org/officeDocument/2006/relationships/image" Target="../media/image24.png"/><Relationship Id="rId17" Type="http://schemas.openxmlformats.org/officeDocument/2006/relationships/image" Target="../media/image29.png"/><Relationship Id="rId2" Type="http://schemas.openxmlformats.org/officeDocument/2006/relationships/image" Target="../media/image18.png"/><Relationship Id="rId16" Type="http://schemas.openxmlformats.org/officeDocument/2006/relationships/image" Target="../media/image28.png"/><Relationship Id="rId20" Type="http://schemas.openxmlformats.org/officeDocument/2006/relationships/image" Target="../media/image32.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23.png"/><Relationship Id="rId5" Type="http://schemas.openxmlformats.org/officeDocument/2006/relationships/image" Target="../media/image7.png"/><Relationship Id="rId15" Type="http://schemas.openxmlformats.org/officeDocument/2006/relationships/image" Target="../media/image27.png"/><Relationship Id="rId10" Type="http://schemas.openxmlformats.org/officeDocument/2006/relationships/image" Target="../media/image22.png"/><Relationship Id="rId19" Type="http://schemas.openxmlformats.org/officeDocument/2006/relationships/image" Target="../media/image31.png"/><Relationship Id="rId4" Type="http://schemas.openxmlformats.org/officeDocument/2006/relationships/image" Target="../media/image4.png"/><Relationship Id="rId9" Type="http://schemas.openxmlformats.org/officeDocument/2006/relationships/image" Target="../media/image21.png"/><Relationship Id="rId14" Type="http://schemas.openxmlformats.org/officeDocument/2006/relationships/image" Target="../media/image2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18.png"/><Relationship Id="rId7"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image" Target="../media/image21.png"/><Relationship Id="rId5" Type="http://schemas.openxmlformats.org/officeDocument/2006/relationships/image" Target="../media/image25.png"/><Relationship Id="rId4" Type="http://schemas.openxmlformats.org/officeDocument/2006/relationships/image" Target="../media/image24.png"/><Relationship Id="rId9" Type="http://schemas.openxmlformats.org/officeDocument/2006/relationships/image" Target="../media/image23.png"/></Relationships>
</file>

<file path=ppt/slides/_rels/slide60.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26.png"/><Relationship Id="rId3" Type="http://schemas.openxmlformats.org/officeDocument/2006/relationships/image" Target="../media/image34.png"/><Relationship Id="rId7" Type="http://schemas.openxmlformats.org/officeDocument/2006/relationships/image" Target="../media/image29.png"/><Relationship Id="rId12" Type="http://schemas.openxmlformats.org/officeDocument/2006/relationships/image" Target="../media/image32.png"/><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image" Target="../media/image28.png"/><Relationship Id="rId11" Type="http://schemas.openxmlformats.org/officeDocument/2006/relationships/image" Target="../media/image31.png"/><Relationship Id="rId5" Type="http://schemas.openxmlformats.org/officeDocument/2006/relationships/image" Target="../media/image36.png"/><Relationship Id="rId10" Type="http://schemas.openxmlformats.org/officeDocument/2006/relationships/image" Target="../media/image37.png"/><Relationship Id="rId4" Type="http://schemas.openxmlformats.org/officeDocument/2006/relationships/image" Target="../media/image35.png"/><Relationship Id="rId9" Type="http://schemas.openxmlformats.org/officeDocument/2006/relationships/image" Target="../media/image27.png"/></Relationships>
</file>

<file path=ppt/slides/_rels/slide6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266933"/>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DHCP</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F8C44E3D-5F8D-967E-CFA1-34A250DFDA01}"/>
              </a:ext>
            </a:extLst>
          </p:cNvPr>
          <p:cNvSpPr>
            <a:spLocks noGrp="1"/>
          </p:cNvSpPr>
          <p:nvPr>
            <p:ph idx="1"/>
          </p:nvPr>
        </p:nvSpPr>
        <p:spPr/>
        <p:txBody>
          <a:bodyPr/>
          <a:lstStyle/>
          <a:p>
            <a:endParaRPr lang="en-US"/>
          </a:p>
        </p:txBody>
      </p:sp>
      <p:sp>
        <p:nvSpPr>
          <p:cNvPr id="3" name="Title 2">
            <a:extLst>
              <a:ext uri="{FF2B5EF4-FFF2-40B4-BE49-F238E27FC236}">
                <a16:creationId xmlns:a16="http://schemas.microsoft.com/office/drawing/2014/main" id="{238DDBE4-2AC1-939E-D677-1BBD178211FF}"/>
              </a:ext>
            </a:extLst>
          </p:cNvPr>
          <p:cNvSpPr>
            <a:spLocks noGrp="1"/>
          </p:cNvSpPr>
          <p:nvPr>
            <p:ph type="title"/>
          </p:nvPr>
        </p:nvSpPr>
        <p:spPr/>
        <p:txBody>
          <a:bodyPr/>
          <a:lstStyle/>
          <a:p>
            <a:r>
              <a:rPr lang="en-US" dirty="0"/>
              <a:t>Classful Addressing</a:t>
            </a:r>
          </a:p>
        </p:txBody>
      </p:sp>
      <p:sp>
        <p:nvSpPr>
          <p:cNvPr id="4" name="Slide Number Placeholder 3">
            <a:extLst>
              <a:ext uri="{FF2B5EF4-FFF2-40B4-BE49-F238E27FC236}">
                <a16:creationId xmlns:a16="http://schemas.microsoft.com/office/drawing/2014/main" id="{3AEAD657-E553-FE85-3382-1985F90928C1}"/>
              </a:ext>
            </a:extLst>
          </p:cNvPr>
          <p:cNvSpPr>
            <a:spLocks noGrp="1"/>
          </p:cNvSpPr>
          <p:nvPr>
            <p:ph type="sldNum" sz="quarter" idx="4"/>
          </p:nvPr>
        </p:nvSpPr>
        <p:spPr/>
        <p:txBody>
          <a:bodyPr/>
          <a:lstStyle/>
          <a:p>
            <a:r>
              <a:rPr lang="en-US"/>
              <a:t>Network Layer: 4-</a:t>
            </a:r>
            <a:fld id="{C4204591-24BD-A542-B9D5-F8D8A88D2FEE}" type="slidenum">
              <a:rPr lang="en-US" smtClean="0"/>
              <a:pPr/>
              <a:t>12</a:t>
            </a:fld>
            <a:endParaRPr lang="en-US" dirty="0"/>
          </a:p>
        </p:txBody>
      </p:sp>
      <p:pic>
        <p:nvPicPr>
          <p:cNvPr id="6" name="Picture 5">
            <a:extLst>
              <a:ext uri="{FF2B5EF4-FFF2-40B4-BE49-F238E27FC236}">
                <a16:creationId xmlns:a16="http://schemas.microsoft.com/office/drawing/2014/main" id="{1D213692-E128-8940-4ADD-F38A4C231FAB}"/>
              </a:ext>
            </a:extLst>
          </p:cNvPr>
          <p:cNvPicPr>
            <a:picLocks noChangeAspect="1"/>
          </p:cNvPicPr>
          <p:nvPr/>
        </p:nvPicPr>
        <p:blipFill>
          <a:blip r:embed="rId2"/>
          <a:stretch>
            <a:fillRect/>
          </a:stretch>
        </p:blipFill>
        <p:spPr>
          <a:xfrm>
            <a:off x="0" y="1252795"/>
            <a:ext cx="12192000" cy="5571613"/>
          </a:xfrm>
          <a:prstGeom prst="rect">
            <a:avLst/>
          </a:prstGeom>
        </p:spPr>
      </p:pic>
    </p:spTree>
    <p:extLst>
      <p:ext uri="{BB962C8B-B14F-4D97-AF65-F5344CB8AC3E}">
        <p14:creationId xmlns:p14="http://schemas.microsoft.com/office/powerpoint/2010/main" val="307308171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618A4CF-BDDC-0261-D1A4-0FB362274445}"/>
              </a:ext>
            </a:extLst>
          </p:cNvPr>
          <p:cNvSpPr>
            <a:spLocks noGrp="1"/>
          </p:cNvSpPr>
          <p:nvPr>
            <p:ph idx="1"/>
          </p:nvPr>
        </p:nvSpPr>
        <p:spPr/>
        <p:txBody>
          <a:bodyPr/>
          <a:lstStyle/>
          <a:p>
            <a:endParaRPr lang="en-US"/>
          </a:p>
        </p:txBody>
      </p:sp>
      <p:sp>
        <p:nvSpPr>
          <p:cNvPr id="3" name="Title 2">
            <a:extLst>
              <a:ext uri="{FF2B5EF4-FFF2-40B4-BE49-F238E27FC236}">
                <a16:creationId xmlns:a16="http://schemas.microsoft.com/office/drawing/2014/main" id="{773AF212-98FF-CCFE-D5BA-623C38B725D8}"/>
              </a:ext>
            </a:extLst>
          </p:cNvPr>
          <p:cNvSpPr>
            <a:spLocks noGrp="1"/>
          </p:cNvSpPr>
          <p:nvPr>
            <p:ph type="title"/>
          </p:nvPr>
        </p:nvSpPr>
        <p:spPr/>
        <p:txBody>
          <a:bodyPr/>
          <a:lstStyle/>
          <a:p>
            <a:endParaRPr lang="en-US"/>
          </a:p>
        </p:txBody>
      </p:sp>
      <p:sp>
        <p:nvSpPr>
          <p:cNvPr id="4" name="Slide Number Placeholder 3">
            <a:extLst>
              <a:ext uri="{FF2B5EF4-FFF2-40B4-BE49-F238E27FC236}">
                <a16:creationId xmlns:a16="http://schemas.microsoft.com/office/drawing/2014/main" id="{65BAA66D-6446-13D4-FE0A-D40FDAE6D967}"/>
              </a:ext>
            </a:extLst>
          </p:cNvPr>
          <p:cNvSpPr>
            <a:spLocks noGrp="1"/>
          </p:cNvSpPr>
          <p:nvPr>
            <p:ph type="sldNum" sz="quarter" idx="4"/>
          </p:nvPr>
        </p:nvSpPr>
        <p:spPr/>
        <p:txBody>
          <a:bodyPr/>
          <a:lstStyle/>
          <a:p>
            <a:r>
              <a:rPr lang="en-US"/>
              <a:t>Network Layer: 4-</a:t>
            </a:r>
            <a:fld id="{C4204591-24BD-A542-B9D5-F8D8A88D2FEE}" type="slidenum">
              <a:rPr lang="en-US" smtClean="0"/>
              <a:pPr/>
              <a:t>13</a:t>
            </a:fld>
            <a:endParaRPr lang="en-US" dirty="0"/>
          </a:p>
        </p:txBody>
      </p:sp>
      <p:pic>
        <p:nvPicPr>
          <p:cNvPr id="6" name="Picture 5">
            <a:extLst>
              <a:ext uri="{FF2B5EF4-FFF2-40B4-BE49-F238E27FC236}">
                <a16:creationId xmlns:a16="http://schemas.microsoft.com/office/drawing/2014/main" id="{BCC33D35-0E5E-DE0D-0CCF-EB75B98DF92E}"/>
              </a:ext>
            </a:extLst>
          </p:cNvPr>
          <p:cNvPicPr>
            <a:picLocks noChangeAspect="1"/>
          </p:cNvPicPr>
          <p:nvPr/>
        </p:nvPicPr>
        <p:blipFill>
          <a:blip r:embed="rId2"/>
          <a:stretch>
            <a:fillRect/>
          </a:stretch>
        </p:blipFill>
        <p:spPr>
          <a:xfrm>
            <a:off x="198120" y="0"/>
            <a:ext cx="11795760" cy="6858000"/>
          </a:xfrm>
          <a:prstGeom prst="rect">
            <a:avLst/>
          </a:prstGeom>
        </p:spPr>
      </p:pic>
    </p:spTree>
    <p:extLst>
      <p:ext uri="{BB962C8B-B14F-4D97-AF65-F5344CB8AC3E}">
        <p14:creationId xmlns:p14="http://schemas.microsoft.com/office/powerpoint/2010/main" val="15071665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26752" y="2964551"/>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44534" y="4190101"/>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09290" y="5558526"/>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6B9157-134B-D951-5AB5-DB1E86FBC3DC}"/>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9FCA621C-FF03-5E52-84B7-43ED04AAC1D3}"/>
              </a:ext>
            </a:extLst>
          </p:cNvPr>
          <p:cNvSpPr>
            <a:spLocks noGrp="1"/>
          </p:cNvSpPr>
          <p:nvPr>
            <p:ph sz="half" idx="1"/>
          </p:nvPr>
        </p:nvSpPr>
        <p:spPr/>
        <p:txBody>
          <a:bodyPr/>
          <a:lstStyle/>
          <a:p>
            <a:endParaRPr lang="en-US"/>
          </a:p>
        </p:txBody>
      </p:sp>
      <p:sp>
        <p:nvSpPr>
          <p:cNvPr id="4" name="Content Placeholder 3">
            <a:extLst>
              <a:ext uri="{FF2B5EF4-FFF2-40B4-BE49-F238E27FC236}">
                <a16:creationId xmlns:a16="http://schemas.microsoft.com/office/drawing/2014/main" id="{6CFC35E9-6B62-05FD-C363-FA746779128B}"/>
              </a:ext>
            </a:extLst>
          </p:cNvPr>
          <p:cNvSpPr>
            <a:spLocks noGrp="1"/>
          </p:cNvSpPr>
          <p:nvPr>
            <p:ph sz="half" idx="2"/>
          </p:nvPr>
        </p:nvSpPr>
        <p:spPr/>
        <p:txBody>
          <a:bodyPr/>
          <a:lstStyle/>
          <a:p>
            <a:endParaRPr lang="en-US"/>
          </a:p>
        </p:txBody>
      </p:sp>
      <p:sp>
        <p:nvSpPr>
          <p:cNvPr id="5" name="Slide Number Placeholder 4">
            <a:extLst>
              <a:ext uri="{FF2B5EF4-FFF2-40B4-BE49-F238E27FC236}">
                <a16:creationId xmlns:a16="http://schemas.microsoft.com/office/drawing/2014/main" id="{0579A408-567D-C473-BD06-285A99ED2F72}"/>
              </a:ext>
            </a:extLst>
          </p:cNvPr>
          <p:cNvSpPr>
            <a:spLocks noGrp="1"/>
          </p:cNvSpPr>
          <p:nvPr>
            <p:ph type="sldNum" sz="quarter" idx="4"/>
          </p:nvPr>
        </p:nvSpPr>
        <p:spPr/>
        <p:txBody>
          <a:bodyPr/>
          <a:lstStyle/>
          <a:p>
            <a:r>
              <a:rPr lang="en-US"/>
              <a:t>Network Layer: 4-</a:t>
            </a:r>
            <a:fld id="{C4204591-24BD-A542-B9D5-F8D8A88D2FEE}" type="slidenum">
              <a:rPr lang="en-US" smtClean="0"/>
              <a:pPr/>
              <a:t>27</a:t>
            </a:fld>
            <a:endParaRPr lang="en-US" dirty="0"/>
          </a:p>
        </p:txBody>
      </p:sp>
      <p:pic>
        <p:nvPicPr>
          <p:cNvPr id="7" name="Picture 6">
            <a:extLst>
              <a:ext uri="{FF2B5EF4-FFF2-40B4-BE49-F238E27FC236}">
                <a16:creationId xmlns:a16="http://schemas.microsoft.com/office/drawing/2014/main" id="{9036739F-E5E8-AC64-59D1-542CFA87F85B}"/>
              </a:ext>
            </a:extLst>
          </p:cNvPr>
          <p:cNvPicPr>
            <a:picLocks noChangeAspect="1"/>
          </p:cNvPicPr>
          <p:nvPr/>
        </p:nvPicPr>
        <p:blipFill>
          <a:blip r:embed="rId2"/>
          <a:stretch>
            <a:fillRect/>
          </a:stretch>
        </p:blipFill>
        <p:spPr>
          <a:xfrm>
            <a:off x="980361" y="2057208"/>
            <a:ext cx="10231278" cy="2743583"/>
          </a:xfrm>
          <a:prstGeom prst="rect">
            <a:avLst/>
          </a:prstGeom>
        </p:spPr>
      </p:pic>
    </p:spTree>
    <p:extLst>
      <p:ext uri="{BB962C8B-B14F-4D97-AF65-F5344CB8AC3E}">
        <p14:creationId xmlns:p14="http://schemas.microsoft.com/office/powerpoint/2010/main" val="323420287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enables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12604</TotalTime>
  <Words>5374</Words>
  <Application>Microsoft Office PowerPoint</Application>
  <PresentationFormat>Widescreen</PresentationFormat>
  <Paragraphs>1531</Paragraphs>
  <Slides>61</Slides>
  <Notes>56</Notes>
  <HiddenSlides>2</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61</vt:i4>
      </vt:variant>
    </vt:vector>
  </HeadingPairs>
  <TitlesOfParts>
    <vt:vector size="71" baseType="lpstr">
      <vt:lpstr>ＭＳ Ｐゴシック</vt:lpstr>
      <vt:lpstr>Arial</vt:lpstr>
      <vt:lpstr>Calibri</vt:lpstr>
      <vt:lpstr>Calibri Light</vt:lpstr>
      <vt:lpstr>Comic Sans MS</vt:lpstr>
      <vt:lpstr>Gill Sans MT</vt:lpstr>
      <vt:lpstr>Tahoma</vt:lpstr>
      <vt:lpstr>Times New Roman</vt:lpstr>
      <vt:lpstr>Wingdings</vt:lpstr>
      <vt:lpstr>Office Theme</vt:lpstr>
      <vt:lpstr>PowerPoint Presentation</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Classful Addressing</vt:lpstr>
      <vt:lpstr>PowerPoint Presentation</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PowerPoint Presentation</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Where’s the intelligence?</vt:lpstr>
      <vt:lpstr>Chapter 4: done!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Danish Shehzad</cp:lastModifiedBy>
  <cp:revision>532</cp:revision>
  <dcterms:created xsi:type="dcterms:W3CDTF">2020-01-18T07:24:59Z</dcterms:created>
  <dcterms:modified xsi:type="dcterms:W3CDTF">2024-11-14T02:30:21Z</dcterms:modified>
</cp:coreProperties>
</file>