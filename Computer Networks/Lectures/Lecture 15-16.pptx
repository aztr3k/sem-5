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64"/>
  </p:notesMasterIdLst>
  <p:sldIdLst>
    <p:sldId id="960" r:id="rId2"/>
    <p:sldId id="1111" r:id="rId3"/>
    <p:sldId id="1112" r:id="rId4"/>
    <p:sldId id="1198" r:id="rId5"/>
    <p:sldId id="1124" r:id="rId6"/>
    <p:sldId id="1125" r:id="rId7"/>
    <p:sldId id="1113" r:id="rId8"/>
    <p:sldId id="1199" r:id="rId9"/>
    <p:sldId id="1114" r:id="rId10"/>
    <p:sldId id="1115" r:id="rId11"/>
    <p:sldId id="1116" r:id="rId12"/>
    <p:sldId id="1200" r:id="rId13"/>
    <p:sldId id="1201" r:id="rId14"/>
    <p:sldId id="1117" r:id="rId15"/>
    <p:sldId id="1202" r:id="rId16"/>
    <p:sldId id="1119" r:id="rId17"/>
    <p:sldId id="1045" r:id="rId18"/>
    <p:sldId id="1123" r:id="rId19"/>
    <p:sldId id="1121" r:id="rId20"/>
    <p:sldId id="1195" r:id="rId21"/>
    <p:sldId id="1196" r:id="rId22"/>
    <p:sldId id="1126" r:id="rId23"/>
    <p:sldId id="1127" r:id="rId24"/>
    <p:sldId id="1128" r:id="rId25"/>
    <p:sldId id="1131" r:id="rId26"/>
    <p:sldId id="1129" r:id="rId27"/>
    <p:sldId id="1130" r:id="rId28"/>
    <p:sldId id="1197" r:id="rId29"/>
    <p:sldId id="340" r:id="rId30"/>
    <p:sldId id="1184" r:id="rId31"/>
    <p:sldId id="1046" r:id="rId32"/>
    <p:sldId id="1193" r:id="rId33"/>
    <p:sldId id="1194" r:id="rId34"/>
    <p:sldId id="1132" r:id="rId35"/>
    <p:sldId id="1133" r:id="rId36"/>
    <p:sldId id="1134" r:id="rId37"/>
    <p:sldId id="1135" r:id="rId38"/>
    <p:sldId id="1143" r:id="rId39"/>
    <p:sldId id="1144" r:id="rId40"/>
    <p:sldId id="1146" r:id="rId41"/>
    <p:sldId id="1147" r:id="rId42"/>
    <p:sldId id="1145" r:id="rId43"/>
    <p:sldId id="1148" r:id="rId44"/>
    <p:sldId id="1141" r:id="rId45"/>
    <p:sldId id="1138" r:id="rId46"/>
    <p:sldId id="1192" r:id="rId47"/>
    <p:sldId id="1140" r:id="rId48"/>
    <p:sldId id="1183" r:id="rId49"/>
    <p:sldId id="1185" r:id="rId50"/>
    <p:sldId id="1186" r:id="rId51"/>
    <p:sldId id="1187" r:id="rId52"/>
    <p:sldId id="1188" r:id="rId53"/>
    <p:sldId id="1189" r:id="rId54"/>
    <p:sldId id="1142" r:id="rId55"/>
    <p:sldId id="1038" r:id="rId56"/>
    <p:sldId id="1088" r:id="rId57"/>
    <p:sldId id="1089" r:id="rId58"/>
    <p:sldId id="1105" r:id="rId59"/>
    <p:sldId id="1118" r:id="rId60"/>
    <p:sldId id="1120" r:id="rId61"/>
    <p:sldId id="1190" r:id="rId62"/>
    <p:sldId id="1137" r:id="rId6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A3"/>
    <a:srgbClr val="3C6CDF"/>
    <a:srgbClr val="ED356A"/>
    <a:srgbClr val="E40000"/>
    <a:srgbClr val="FFB3D3"/>
    <a:srgbClr val="FA376E"/>
    <a:srgbClr val="9CDFF9"/>
    <a:srgbClr val="0000A8"/>
    <a:srgbClr val="B8C2C9"/>
    <a:srgbClr val="D6DCE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3235" autoAdjust="0"/>
    <p:restoredTop sz="90729"/>
  </p:normalViewPr>
  <p:slideViewPr>
    <p:cSldViewPr snapToGrid="0" snapToObjects="1">
      <p:cViewPr varScale="1">
        <p:scale>
          <a:sx n="85" d="100"/>
          <a:sy n="85" d="100"/>
        </p:scale>
        <p:origin x="139" y="62"/>
      </p:cViewPr>
      <p:guideLst/>
    </p:cSldViewPr>
  </p:slideViewPr>
  <p:outlineViewPr>
    <p:cViewPr>
      <p:scale>
        <a:sx n="33" d="100"/>
        <a:sy n="33" d="100"/>
      </p:scale>
      <p:origin x="0" y="-25744"/>
    </p:cViewPr>
  </p:outlin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slide" Target="slides/slide62.xml"/><Relationship Id="rId68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61" Type="http://schemas.openxmlformats.org/officeDocument/2006/relationships/slide" Target="slides/slide60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theme" Target="theme/theme1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153024D-5FCD-D142-BBE1-7B391F60AD88}" type="datetimeFigureOut">
              <a:rPr lang="en-US" smtClean="0"/>
              <a:t>10/18/2024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D91EEAC-CFEF-9647-876F-EABC6B8338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556167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Version History</a:t>
            </a:r>
          </a:p>
          <a:p>
            <a:endParaRPr lang="en-US" dirty="0"/>
          </a:p>
          <a:p>
            <a:r>
              <a:rPr lang="en-US" dirty="0"/>
              <a:t>8.0  (April 2020)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All slides reformatted for 16:9 aspect ratio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All slides updated to 8</a:t>
            </a:r>
            <a:r>
              <a:rPr lang="en-US" baseline="30000" dirty="0"/>
              <a:t>th</a:t>
            </a:r>
            <a:r>
              <a:rPr lang="en-US" dirty="0"/>
              <a:t> edition material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Use of Calibri font, rather that Gill Sans MT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Add LOTS more animation throughout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added new  8</a:t>
            </a:r>
            <a:r>
              <a:rPr lang="en-US" baseline="30000" dirty="0"/>
              <a:t>th</a:t>
            </a:r>
            <a:r>
              <a:rPr lang="en-US" dirty="0"/>
              <a:t> edition material on QUIC, CUBIC, delay-based congestion control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lighter header font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91EEAC-CFEF-9647-876F-EABC6B8338D7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266125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91EEAC-CFEF-9647-876F-EABC6B8338D7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777889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(Presuming an intro)</a:t>
            </a:r>
          </a:p>
          <a:p>
            <a:endParaRPr lang="en-US" dirty="0"/>
          </a:p>
          <a:p>
            <a:r>
              <a:rPr lang="en-US" dirty="0"/>
              <a:t>Before diving into the details of TCP flow control, let’s first get the general context and motivate the need for flow control.</a:t>
            </a:r>
          </a:p>
          <a:p>
            <a:endParaRPr lang="en-US" dirty="0"/>
          </a:p>
          <a:p>
            <a:r>
              <a:rPr lang="en-US" dirty="0"/>
              <a:t>This diagram show a typical transport-layer implementation</a:t>
            </a:r>
          </a:p>
          <a:p>
            <a:endParaRPr lang="en-US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A segment is brought up the protocol stack to the transport layer, and the segment’s payload is removed from the segment and written INTO  socket buffers.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How does data get taken OUT of socket buffers?  By applications performing socket reads, as we learned in Chapter 2.</a:t>
            </a:r>
          </a:p>
          <a:p>
            <a:endParaRPr lang="en-US" dirty="0"/>
          </a:p>
          <a:p>
            <a:r>
              <a:rPr lang="en-US" dirty="0"/>
              <a:t>And so the question is “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What happens if network layer delivers data faster than an application-layer process removes data from socket buffers?”</a:t>
            </a:r>
          </a:p>
          <a:p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Let’s watch a video of what happens when things arrive  way too fast to fast to be processed.</a:t>
            </a:r>
          </a:p>
          <a:p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&lt;video&gt;.   (I love that video).   Another human analogy showing the need for flow control is the saying – to use some English slang -  “no one can drink from a firehose”</a:t>
            </a:r>
          </a:p>
          <a:p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Flow control is a mechanism to the calamity of a receiver being over-run by a sender that is sending too fast – it allows the RECEIVER to </a:t>
            </a:r>
            <a:r>
              <a:rPr kumimoji="0" lang="en-US" sz="12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explictly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control the SENDER </a:t>
            </a:r>
            <a:r>
              <a:rPr kumimoji="0" lang="en-US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lt"/>
                <a:ea typeface="ＭＳ Ｐゴシック" panose="020B0600070205080204" pitchFamily="34" charset="-128"/>
                <a:cs typeface="+mn-cs"/>
              </a:rPr>
              <a:t>so sender won’</a:t>
            </a:r>
            <a:r>
              <a:rPr kumimoji="0" lang="en-US" altLang="ja-JP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lt"/>
                <a:ea typeface="ＭＳ Ｐゴシック" panose="020B0600070205080204" pitchFamily="34" charset="-128"/>
                <a:cs typeface="+mn-cs"/>
              </a:rPr>
              <a:t>t overflow receiver’s buffer by transmitting too much, too fast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D91EEAC-CFEF-9647-876F-EABC6B8338D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52037747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(Presuming an intro)</a:t>
            </a:r>
          </a:p>
          <a:p>
            <a:endParaRPr lang="en-US" dirty="0"/>
          </a:p>
          <a:p>
            <a:r>
              <a:rPr lang="en-US" dirty="0"/>
              <a:t>Before diving into the details of TCP flow control, let’s first get the general context and motivate the need for flow control.</a:t>
            </a:r>
          </a:p>
          <a:p>
            <a:endParaRPr lang="en-US" dirty="0"/>
          </a:p>
          <a:p>
            <a:r>
              <a:rPr lang="en-US" dirty="0"/>
              <a:t>This diagram show a typical transport-layer implementation</a:t>
            </a:r>
          </a:p>
          <a:p>
            <a:endParaRPr lang="en-US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A segment is brought up the protocol stack to the transport layer, and the segment’s payload is removed from the segment and written INTO  socket buffers.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How does data get taken OUT of socket buffers?  By applications performing socket reads, as we learned in Chapter 2.</a:t>
            </a:r>
          </a:p>
          <a:p>
            <a:endParaRPr lang="en-US" dirty="0"/>
          </a:p>
          <a:p>
            <a:r>
              <a:rPr lang="en-US" dirty="0"/>
              <a:t>And so the question is “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What happens if network layer delivers data faster than an application-layer process removes data from socket buffers?”</a:t>
            </a:r>
          </a:p>
          <a:p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Let’s watch a video of what happens when things arrive  way too fast to fast to be processed.</a:t>
            </a:r>
          </a:p>
          <a:p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&lt;video&gt;.   (I love that video).   Another human analogy showing the need for flow control is the saying – to use some English slang -  “no one can drink from a firehose”</a:t>
            </a:r>
          </a:p>
          <a:p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Flow control is a mechanism to the calamity of a receiver being over-run by a sender that is sending too fast – it allows the RECEIVER to </a:t>
            </a:r>
            <a:r>
              <a:rPr kumimoji="0" lang="en-US" sz="12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explictly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control the SENDER </a:t>
            </a:r>
            <a:r>
              <a:rPr kumimoji="0" lang="en-US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lt"/>
                <a:ea typeface="ＭＳ Ｐゴシック" panose="020B0600070205080204" pitchFamily="34" charset="-128"/>
                <a:cs typeface="+mn-cs"/>
              </a:rPr>
              <a:t>so sender won’</a:t>
            </a:r>
            <a:r>
              <a:rPr kumimoji="0" lang="en-US" altLang="ja-JP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lt"/>
                <a:ea typeface="ＭＳ Ｐゴシック" panose="020B0600070205080204" pitchFamily="34" charset="-128"/>
                <a:cs typeface="+mn-cs"/>
              </a:rPr>
              <a:t>t overflow receiver’s buffer by transmitting too much, too fast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D91EEAC-CFEF-9647-876F-EABC6B8338D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06805710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(Presuming an intro)</a:t>
            </a:r>
          </a:p>
          <a:p>
            <a:endParaRPr lang="en-US" dirty="0"/>
          </a:p>
          <a:p>
            <a:r>
              <a:rPr lang="en-US" dirty="0"/>
              <a:t>Before diving into the details of TCP flow control, let’s first get the general context and motivate the need for flow control.</a:t>
            </a:r>
          </a:p>
          <a:p>
            <a:endParaRPr lang="en-US" dirty="0"/>
          </a:p>
          <a:p>
            <a:r>
              <a:rPr lang="en-US" dirty="0"/>
              <a:t>This diagram show a typical transport-layer implementation</a:t>
            </a:r>
          </a:p>
          <a:p>
            <a:endParaRPr lang="en-US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A segment is brought up the protocol stack to the transport layer, and the segment’s payload is removed from the segment and written INTO  socket buffers.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How does data get taken OUT of socket buffers?  By applications performing socket reads, as we learned in Chapter 2.</a:t>
            </a:r>
          </a:p>
          <a:p>
            <a:endParaRPr lang="en-US" dirty="0"/>
          </a:p>
          <a:p>
            <a:r>
              <a:rPr lang="en-US" dirty="0"/>
              <a:t>And so the question is “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What happens if network layer delivers data faster than an application-layer process removes data from socket buffers?”</a:t>
            </a:r>
          </a:p>
          <a:p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Let’s watch a video of what happens when things arrive  way too fast to fast to be processed.</a:t>
            </a:r>
          </a:p>
          <a:p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&lt;video&gt;.   (I love that video).   Another human analogy showing the need for flow control is the saying – to use some English slang -  “no one can drink from a firehose”</a:t>
            </a:r>
          </a:p>
          <a:p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Flow control is a mechanism to the calamity of a receiver being over-run by a sender that is sending too fast – it allows the RECEIVER to </a:t>
            </a:r>
            <a:r>
              <a:rPr kumimoji="0" lang="en-US" sz="12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explictly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control the SENDER </a:t>
            </a:r>
            <a:r>
              <a:rPr kumimoji="0" lang="en-US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lt"/>
                <a:ea typeface="ＭＳ Ｐゴシック" panose="020B0600070205080204" pitchFamily="34" charset="-128"/>
                <a:cs typeface="+mn-cs"/>
              </a:rPr>
              <a:t>so sender won’</a:t>
            </a:r>
            <a:r>
              <a:rPr kumimoji="0" lang="en-US" altLang="ja-JP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lt"/>
                <a:ea typeface="ＭＳ Ｐゴシック" panose="020B0600070205080204" pitchFamily="34" charset="-128"/>
                <a:cs typeface="+mn-cs"/>
              </a:rPr>
              <a:t>t overflow receiver’s buffer by transmitting too much, too fast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D91EEAC-CFEF-9647-876F-EABC6B8338D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42832807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(Presuming an intro)</a:t>
            </a:r>
          </a:p>
          <a:p>
            <a:endParaRPr lang="en-US" dirty="0"/>
          </a:p>
          <a:p>
            <a:r>
              <a:rPr lang="en-US" dirty="0"/>
              <a:t>Before diving into the details of TCP flow control, let’s first get the general context and motivate the need for flow control.</a:t>
            </a:r>
          </a:p>
          <a:p>
            <a:endParaRPr lang="en-US" dirty="0"/>
          </a:p>
          <a:p>
            <a:r>
              <a:rPr lang="en-US" dirty="0"/>
              <a:t>This diagram show a typical transport-layer implementation</a:t>
            </a:r>
          </a:p>
          <a:p>
            <a:endParaRPr lang="en-US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A segment is brought up the protocol stack to the transport layer, and the segment’s payload is removed from the segment and written INTO  socket buffers.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How does data get taken OUT of socket buffers?  By applications performing socket reads, as we learned in Chapter 2.</a:t>
            </a:r>
          </a:p>
          <a:p>
            <a:endParaRPr lang="en-US" dirty="0"/>
          </a:p>
          <a:p>
            <a:r>
              <a:rPr lang="en-US" dirty="0"/>
              <a:t>And so the question is “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What happens if network layer delivers data faster than an application-layer process removes data from socket buffers?”</a:t>
            </a:r>
          </a:p>
          <a:p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Let’s watch a video of what happens when things arrive  way too fast to fast to be processed.</a:t>
            </a:r>
          </a:p>
          <a:p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&lt;video&gt;.   (I love that video).   Another human analogy showing the need for flow control is the saying – to use some English slang -  “no one can drink from a firehose”</a:t>
            </a:r>
          </a:p>
          <a:p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Flow control is a mechanism to the calamity of a receiver being over-run by a sender that is sending too fast – it allows the RECEIVER to </a:t>
            </a:r>
            <a:r>
              <a:rPr kumimoji="0" lang="en-US" sz="12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explictly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control the SENDER </a:t>
            </a:r>
            <a:r>
              <a:rPr kumimoji="0" lang="en-US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lt"/>
                <a:ea typeface="ＭＳ Ｐゴシック" panose="020B0600070205080204" pitchFamily="34" charset="-128"/>
                <a:cs typeface="+mn-cs"/>
              </a:rPr>
              <a:t>so sender won’</a:t>
            </a:r>
            <a:r>
              <a:rPr kumimoji="0" lang="en-US" altLang="ja-JP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lt"/>
                <a:ea typeface="ＭＳ Ｐゴシック" panose="020B0600070205080204" pitchFamily="34" charset="-128"/>
                <a:cs typeface="+mn-cs"/>
              </a:rPr>
              <a:t>t overflow receiver’s buffer by transmitting too much, too fast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D91EEAC-CFEF-9647-876F-EABC6B8338D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111052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Here’s how TCP implement flow control.  The basic idea is simple – the receiver informs the sender how much free buffer space there is, and the sender is limited to send no more than this amount of data.  That the value o RWND in the diagram to the right.</a:t>
            </a:r>
          </a:p>
          <a:p>
            <a:endParaRPr lang="en-US" dirty="0"/>
          </a:p>
          <a:p>
            <a:r>
              <a:rPr lang="en-US" dirty="0"/>
              <a:t>This information is carried from the receiver to the sender in the “receiver advertised window” (do a PIP of header) in the TCP header, and the value will change as the amount of free buffer space fluctuates over time. 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D91EEAC-CFEF-9647-876F-EABC6B8338D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54356401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Here’s how TCP implement flow control.  The basic idea is simple – the receiver informs the sender how much free buffer space there is, and the sender is limited to send no more than this amount of data.  That the value o RWND in the diagram to the right.</a:t>
            </a:r>
          </a:p>
          <a:p>
            <a:endParaRPr lang="en-US" dirty="0"/>
          </a:p>
          <a:p>
            <a:r>
              <a:rPr lang="en-US" dirty="0"/>
              <a:t>This information is carried from the receiver to the sender in the “receiver advertised window” (do a PIP of header) in the TCP header, and the value will change as the amount of free buffer space fluctuates over time. 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D91EEAC-CFEF-9647-876F-EABC6B8338D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02734182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  <a:p>
            <a:r>
              <a:rPr lang="en-US" dirty="0"/>
              <a:t>The other TCP topic we’ll want to consider here is that of “connection  management”</a:t>
            </a:r>
          </a:p>
          <a:p>
            <a:endParaRPr lang="en-US" dirty="0"/>
          </a:p>
          <a:p>
            <a:pPr marL="0" indent="0">
              <a:buFont typeface="Arial" panose="020B0604020202020204" pitchFamily="34" charset="0"/>
              <a:buNone/>
            </a:pPr>
            <a:r>
              <a:rPr lang="en-US" dirty="0"/>
              <a:t>The TCP sender and </a:t>
            </a:r>
            <a:r>
              <a:rPr lang="en-US" dirty="0" err="1"/>
              <a:t>reciver</a:t>
            </a:r>
            <a:r>
              <a:rPr lang="en-US" dirty="0"/>
              <a:t> have a number of pieces of shared state that they must establish before actually communication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FIRST </a:t>
            </a:r>
            <a:r>
              <a:rPr lang="en-US" dirty="0" err="1"/>
              <a:t>theym</a:t>
            </a:r>
            <a:r>
              <a:rPr lang="en-US" dirty="0"/>
              <a:t> </a:t>
            </a:r>
            <a:r>
              <a:rPr lang="en-US" dirty="0" err="1"/>
              <a:t>ust</a:t>
            </a:r>
            <a:r>
              <a:rPr lang="en-US" dirty="0"/>
              <a:t> both agree that they WANT to communicate with each other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Secondly there are connection parameters – the initial sequence number and the initial receiver-advertised </a:t>
            </a:r>
            <a:r>
              <a:rPr lang="en-US" dirty="0" err="1"/>
              <a:t>bufferspace</a:t>
            </a:r>
            <a:r>
              <a:rPr lang="en-US" dirty="0"/>
              <a:t> that they’ll want to agree on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dirty="0"/>
          </a:p>
          <a:p>
            <a:pPr marL="0" indent="0">
              <a:buFont typeface="Arial" panose="020B0604020202020204" pitchFamily="34" charset="0"/>
              <a:buNone/>
            </a:pPr>
            <a:r>
              <a:rPr lang="en-US" dirty="0"/>
              <a:t>This is done via a so-called handshake protocol – the client reaching our to the server, and the server answering back.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 dirty="0"/>
          </a:p>
          <a:p>
            <a:pPr marL="0" indent="0">
              <a:buFont typeface="Arial" panose="020B0604020202020204" pitchFamily="34" charset="0"/>
              <a:buNone/>
            </a:pPr>
            <a:r>
              <a:rPr lang="en-US" dirty="0"/>
              <a:t>And before diving into the TCP handshake protocol, let’s first consider the problem of handshaking, of establishing shared state.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D91EEAC-CFEF-9647-876F-EABC6B8338D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9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39657011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  <a:p>
            <a:r>
              <a:rPr lang="en-US" dirty="0"/>
              <a:t>Here’s an example of a two way handshake.  Alice reaches out to Bob and say’s “let’s talk” and Bob says OK, and they start their conversation</a:t>
            </a:r>
          </a:p>
          <a:p>
            <a:endParaRPr lang="en-US" dirty="0"/>
          </a:p>
          <a:p>
            <a:r>
              <a:rPr lang="en-US" dirty="0"/>
              <a:t>For a network protocol, the equivalent protocol would be a client sending a “request connection” message saying ”let’s talk, the initial sequence number is x”</a:t>
            </a:r>
          </a:p>
          <a:p>
            <a:r>
              <a:rPr lang="en-US" dirty="0"/>
              <a:t>And the server would respond with a message ”I accept your connect x”</a:t>
            </a:r>
          </a:p>
          <a:p>
            <a:endParaRPr lang="en-US" dirty="0"/>
          </a:p>
          <a:p>
            <a:r>
              <a:rPr lang="en-US" dirty="0"/>
              <a:t>And the question we want to ask ourselves is &lt;talk through&gt;</a:t>
            </a:r>
          </a:p>
          <a:p>
            <a:endParaRPr lang="en-US" dirty="0"/>
          </a:p>
          <a:p>
            <a:r>
              <a:rPr lang="en-US" dirty="0"/>
              <a:t>Will this work?  Let’s look at a few scenarios…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D91EEAC-CFEF-9647-876F-EABC6B8338D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4424923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D91EEAC-CFEF-9647-876F-EABC6B8338D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11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50760182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D91EEAC-CFEF-9647-876F-EABC6B8338D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12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238906674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D91EEAC-CFEF-9647-876F-EABC6B8338D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13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1170615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TCP’s three way handshake, that operates as follows</a:t>
            </a:r>
          </a:p>
          <a:p>
            <a:r>
              <a:rPr lang="en-US" dirty="0"/>
              <a:t> </a:t>
            </a:r>
          </a:p>
          <a:p>
            <a:r>
              <a:rPr lang="en-US" dirty="0"/>
              <a:t>Let’s say the client and server both create a TCP socket as we learned about in Chapter 2 and enter the LISTEN state</a:t>
            </a:r>
          </a:p>
          <a:p>
            <a:endParaRPr lang="en-US" dirty="0"/>
          </a:p>
          <a:p>
            <a:r>
              <a:rPr lang="en-US" dirty="0"/>
              <a:t>The client then connects to the server sending a SYN message with a sequence number x (SYN Message is an TCP Segment with SYN but set in the header – you might want to go back and review the TCP segment format!)</a:t>
            </a:r>
          </a:p>
          <a:p>
            <a:endParaRPr lang="en-US" dirty="0"/>
          </a:p>
          <a:p>
            <a:r>
              <a:rPr lang="en-US" dirty="0"/>
              <a:t>The server is waiting for a connection, and receives the SYN message enters the SYN received state (NOT the established state and sends a SYN ACK message back.</a:t>
            </a:r>
          </a:p>
          <a:p>
            <a:endParaRPr lang="en-US" dirty="0"/>
          </a:p>
          <a:p>
            <a:r>
              <a:rPr lang="en-US" dirty="0"/>
              <a:t>Finally the client sends an ACK message to the server, and when the server receiver this enters the </a:t>
            </a:r>
            <a:r>
              <a:rPr lang="en-US" dirty="0" err="1"/>
              <a:t>ESTABLished</a:t>
            </a:r>
            <a:r>
              <a:rPr lang="en-US" dirty="0"/>
              <a:t> state.  This is when the application process would see the return from the wait on the  socket accept() call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D91EEAC-CFEF-9647-876F-EABC6B8338D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1156488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As usual, there’s a human protocol analogy to the three way handshake, and I still remember thinking about this clinging for my life while climbing up a rockface</a:t>
            </a:r>
          </a:p>
          <a:p>
            <a:endParaRPr lang="en-US" dirty="0"/>
          </a:p>
          <a:p>
            <a:r>
              <a:rPr lang="en-US" dirty="0"/>
              <a:t>When you want start climbing you first say ON BELOW (meaning ARE YOU READY WITH MY SAFETY ROPE)</a:t>
            </a:r>
          </a:p>
          <a:p>
            <a:r>
              <a:rPr lang="en-US" dirty="0"/>
              <a:t>THE BELYER (server) responds BELAY ON (that lets you know the belayer is ready for you)</a:t>
            </a:r>
          </a:p>
          <a:p>
            <a:r>
              <a:rPr lang="en-US" dirty="0"/>
              <a:t>And then you say CLIMING</a:t>
            </a:r>
          </a:p>
          <a:p>
            <a:endParaRPr lang="en-US" dirty="0"/>
          </a:p>
          <a:p>
            <a:r>
              <a:rPr lang="en-US" dirty="0"/>
              <a:t>It’s amazing what can pass through your head when your clinging for your life o a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D91EEAC-CFEF-9647-876F-EABC6B8338D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00759908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All good things must come to an end, and that’s true for a TCP connection as well.</a:t>
            </a:r>
          </a:p>
          <a:p>
            <a:endParaRPr lang="en-US" dirty="0"/>
          </a:p>
          <a:p>
            <a:r>
              <a:rPr lang="en-US" dirty="0"/>
              <a:t>And of course there’s a protocol for one side to gracefully close of a TCP connection using a FIN message, to which the other side sends a FINACK message and waits around a bit to respond to any retransmitted FIN messages before timing out.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D91EEAC-CFEF-9647-876F-EABC6B8338D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571858173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91EEAC-CFEF-9647-876F-EABC6B8338D7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6393787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D91EEAC-CFEF-9647-876F-EABC6B8338D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18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06135997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D91EEAC-CFEF-9647-876F-EABC6B8338D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19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13071116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D91EEAC-CFEF-9647-876F-EABC6B8338D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20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2334575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D91EEAC-CFEF-9647-876F-EABC6B8338D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21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488702115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D91EEAC-CFEF-9647-876F-EABC6B8338D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22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734577423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D91EEAC-CFEF-9647-876F-EABC6B8338D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23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38792888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D91EEAC-CFEF-9647-876F-EABC6B8338D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124651879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D91EEAC-CFEF-9647-876F-EABC6B8338D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024460019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D91EEAC-CFEF-9647-876F-EABC6B8338D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737971127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D91EEAC-CFEF-9647-876F-EABC6B8338D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27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215635376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D91EEAC-CFEF-9647-876F-EABC6B8338D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28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184843875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7C85D20-FC40-294D-80D2-53640716ABA4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29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219035560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7C85D20-FC40-294D-80D2-53640716ABA4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30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90886001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91EEAC-CFEF-9647-876F-EABC6B8338D7}" type="slidenum">
              <a:rPr lang="en-US" smtClean="0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8548727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D91EEAC-CFEF-9647-876F-EABC6B8338D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32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873769616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D91EEAC-CFEF-9647-876F-EABC6B8338D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33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14290596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D91EEAC-CFEF-9647-876F-EABC6B8338D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897731646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D91EEAC-CFEF-9647-876F-EABC6B8338D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11848224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D91EEAC-CFEF-9647-876F-EABC6B8338D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06956098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D91EEAC-CFEF-9647-876F-EABC6B8338D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37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889216223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D91EEAC-CFEF-9647-876F-EABC6B8338D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38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587640295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D91EEAC-CFEF-9647-876F-EABC6B8338D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39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31098693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D91EEAC-CFEF-9647-876F-EABC6B8338D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40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5120122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D91EEAC-CFEF-9647-876F-EABC6B8338D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41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36962384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D91EEAC-CFEF-9647-876F-EABC6B8338D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42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043469585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D91EEAC-CFEF-9647-876F-EABC6B8338D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43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101055237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D91EEAC-CFEF-9647-876F-EABC6B8338D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61033165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D91EEAC-CFEF-9647-876F-EABC6B8338D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71203009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D91EEAC-CFEF-9647-876F-EABC6B8338D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86408673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D91EEAC-CFEF-9647-876F-EABC6B8338D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47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254898140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91EEAC-CFEF-9647-876F-EABC6B8338D7}" type="slidenum">
              <a:rPr lang="en-US" smtClean="0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6999979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D91EEAC-CFEF-9647-876F-EABC6B8338D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49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258751868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D91EEAC-CFEF-9647-876F-EABC6B8338D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50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409163842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D91EEAC-CFEF-9647-876F-EABC6B8338D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51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288518977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D91EEAC-CFEF-9647-876F-EABC6B8338D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52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673942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D91EEAC-CFEF-9647-876F-EABC6B8338D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53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508600395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91EEAC-CFEF-9647-876F-EABC6B8338D7}" type="slidenum">
              <a:rPr lang="en-US" smtClean="0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0746623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91EEAC-CFEF-9647-876F-EABC6B8338D7}" type="slidenum">
              <a:rPr lang="en-US" smtClean="0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6398137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D91EEAC-CFEF-9647-876F-EABC6B8338D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48024778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D91EEAC-CFEF-9647-876F-EABC6B8338D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57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770463810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D91EEAC-CFEF-9647-876F-EABC6B8338D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58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746006533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D91EEAC-CFEF-9647-876F-EABC6B8338D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59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627440711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91EEAC-CFEF-9647-876F-EABC6B8338D7}" type="slidenum">
              <a:rPr lang="en-US" smtClean="0"/>
              <a:t>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077271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D91EEAC-CFEF-9647-876F-EABC6B8338D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61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919439359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91EEAC-CFEF-9647-876F-EABC6B8338D7}" type="slidenum">
              <a:rPr lang="en-US" smtClean="0"/>
              <a:t>62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06243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5EC686-8429-2E40-81FA-5EC9C4AB3C5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CC2C238-9334-5D47-BE46-7DBB933E487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F7F1199A-45E4-9E4D-95C0-396A8A9C6FF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dirty="0"/>
              <a:t>Transport Layer: 3-</a:t>
            </a:r>
            <a:fld id="{C4204591-24BD-A542-B9D5-F8D8A88D2FEE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93655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A2846C-3DC3-2A4C-84E1-3E3C50231FF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724027"/>
            <a:ext cx="10515600" cy="435133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Title 7">
            <a:extLst>
              <a:ext uri="{FF2B5EF4-FFF2-40B4-BE49-F238E27FC236}">
                <a16:creationId xmlns:a16="http://schemas.microsoft.com/office/drawing/2014/main" id="{F32235DD-B99A-7744-92BB-36CB49B43B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4400">
                <a:latin typeface="+mj-lt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41717D89-2D64-4E49-A8B8-D7B93266073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dirty="0"/>
              <a:t>Transport Layer: 3-</a:t>
            </a:r>
            <a:fld id="{C4204591-24BD-A542-B9D5-F8D8A88D2FEE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7844611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E48D4C-6954-CC4D-A491-4B78BF548F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4400">
                <a:latin typeface="+mj-lt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ABE2032-3F11-1945-8A1D-25EC80CF916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ADCF1CB-5DBA-8B49-A839-F079E4BF437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2E873D4E-4EDA-1349-AB14-5DC995BFCD3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dirty="0"/>
              <a:t>Transport Layer: 3-</a:t>
            </a:r>
            <a:fld id="{C4204591-24BD-A542-B9D5-F8D8A88D2FEE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7395820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2B102D-EC4F-B64D-BB0A-3CBBCEE21B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4400">
                <a:latin typeface="+mj-lt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80DCD8E0-36D6-2D43-9C3A-92DC921E1D7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dirty="0"/>
              <a:t>Transport Layer: 3-</a:t>
            </a:r>
            <a:fld id="{C4204591-24BD-A542-B9D5-F8D8A88D2FEE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6213162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86D5FD2-E0BC-9B4A-8B69-BFD8F956C7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51821"/>
            <a:ext cx="10515600" cy="89462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A987CFD-1EF3-634C-B854-216A26AC232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87C6EBB-9D5E-E84A-9BCA-EA7E05FD1C0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dirty="0"/>
              <a:t>Introduction: 1-</a:t>
            </a:r>
            <a:fld id="{C4204591-24BD-A542-B9D5-F8D8A88D2FEE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7516530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2" r:id="rId3"/>
    <p:sldLayoutId id="2147483654" r:id="rId4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b="1" kern="1200">
          <a:solidFill>
            <a:srgbClr val="0000A3"/>
          </a:solidFill>
          <a:latin typeface="+mn-lt"/>
          <a:ea typeface="+mj-ea"/>
          <a:cs typeface="+mj-cs"/>
        </a:defRPr>
      </a:lvl1pPr>
    </p:titleStyle>
    <p:bodyStyle>
      <a:lvl1pPr marL="352425" indent="-222250" algn="l" defTabSz="914400" rtl="0" eaLnBrk="1" latinLnBrk="0" hangingPunct="1">
        <a:lnSpc>
          <a:spcPct val="90000"/>
        </a:lnSpc>
        <a:spcBef>
          <a:spcPts val="1000"/>
        </a:spcBef>
        <a:buClr>
          <a:srgbClr val="0000A3"/>
        </a:buClr>
        <a:buFont typeface="Wingdings" pitchFamily="2" charset="2"/>
        <a:buChar char="§"/>
        <a:tabLst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95325" indent="-231775" algn="l" defTabSz="914400" rtl="0" eaLnBrk="1" latinLnBrk="0" hangingPunct="1">
        <a:lnSpc>
          <a:spcPct val="90000"/>
        </a:lnSpc>
        <a:spcBef>
          <a:spcPts val="500"/>
        </a:spcBef>
        <a:buClr>
          <a:srgbClr val="0000A8"/>
        </a:buClr>
        <a:buFont typeface="Arial" panose="020B0604020202020204" pitchFamily="34" charset="0"/>
        <a:buChar char="•"/>
        <a:tabLst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5.jpeg"/><Relationship Id="rId4" Type="http://schemas.openxmlformats.org/officeDocument/2006/relationships/image" Target="../media/image4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3.png"/><Relationship Id="rId4" Type="http://schemas.openxmlformats.org/officeDocument/2006/relationships/image" Target="../media/image7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8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9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9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5.jpeg"/><Relationship Id="rId4" Type="http://schemas.openxmlformats.org/officeDocument/2006/relationships/image" Target="../media/image4.jpe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3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3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3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3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emf"/><Relationship Id="rId7" Type="http://schemas.openxmlformats.org/officeDocument/2006/relationships/image" Target="../media/image19.emf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8.emf"/><Relationship Id="rId5" Type="http://schemas.openxmlformats.org/officeDocument/2006/relationships/image" Target="../media/image17.emf"/><Relationship Id="rId4" Type="http://schemas.openxmlformats.org/officeDocument/2006/relationships/image" Target="../media/image16.emf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3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3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3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3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3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1.pn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3.png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3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3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3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3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3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3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3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3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3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3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3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3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3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6.xml"/><Relationship Id="rId1" Type="http://schemas.openxmlformats.org/officeDocument/2006/relationships/slideLayout" Target="../slideLayouts/slideLayout3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7.xml"/><Relationship Id="rId1" Type="http://schemas.openxmlformats.org/officeDocument/2006/relationships/slideLayout" Target="../slideLayouts/slideLayout3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8.xml"/><Relationship Id="rId1" Type="http://schemas.openxmlformats.org/officeDocument/2006/relationships/slideLayout" Target="../slideLayouts/slideLayout3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9.xml"/><Relationship Id="rId1" Type="http://schemas.openxmlformats.org/officeDocument/2006/relationships/slideLayout" Target="../slideLayouts/slideLayout3.xml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0.xml"/><Relationship Id="rId1" Type="http://schemas.openxmlformats.org/officeDocument/2006/relationships/slideLayout" Target="../slideLayouts/slideLayout3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1.xml"/><Relationship Id="rId1" Type="http://schemas.openxmlformats.org/officeDocument/2006/relationships/slideLayout" Target="../slideLayouts/slideLayout3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2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099C77C5-A377-3E44-9802-7A06ED6AD0D8}"/>
              </a:ext>
            </a:extLst>
          </p:cNvPr>
          <p:cNvSpPr>
            <a:spLocks noChangeArrowheads="1"/>
          </p:cNvSpPr>
          <p:nvPr/>
        </p:nvSpPr>
        <p:spPr bwMode="auto">
          <a:xfrm>
            <a:off x="7981312" y="4289908"/>
            <a:ext cx="3981504" cy="2860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lnSpc>
                <a:spcPct val="85000"/>
              </a:lnSpc>
            </a:pPr>
            <a:r>
              <a:rPr lang="en-US" altLang="en-US" sz="2800" i="1" dirty="0">
                <a:solidFill>
                  <a:srgbClr val="0000A3"/>
                </a:solidFill>
                <a:latin typeface="+mn-lt"/>
              </a:rPr>
              <a:t>Computer Networking: A Top-Down Approach </a:t>
            </a:r>
            <a:br>
              <a:rPr lang="en-US" altLang="en-US" sz="2800" dirty="0">
                <a:solidFill>
                  <a:srgbClr val="008000"/>
                </a:solidFill>
                <a:latin typeface="+mn-lt"/>
              </a:rPr>
            </a:br>
            <a:r>
              <a:rPr lang="en-US" altLang="en-US" sz="1800" dirty="0">
                <a:latin typeface="+mn-lt"/>
              </a:rPr>
              <a:t>8</a:t>
            </a:r>
            <a:r>
              <a:rPr lang="en-US" altLang="en-US" sz="1800" baseline="30000" dirty="0">
                <a:latin typeface="+mn-lt"/>
              </a:rPr>
              <a:t>th</a:t>
            </a:r>
            <a:r>
              <a:rPr lang="en-US" altLang="en-US" sz="1800" dirty="0">
                <a:latin typeface="+mn-lt"/>
              </a:rPr>
              <a:t> edition </a:t>
            </a:r>
            <a:br>
              <a:rPr lang="en-US" altLang="en-US" sz="1800" dirty="0">
                <a:latin typeface="+mn-lt"/>
              </a:rPr>
            </a:br>
            <a:r>
              <a:rPr lang="en-US" altLang="en-US" sz="1800" dirty="0">
                <a:latin typeface="+mn-lt"/>
              </a:rPr>
              <a:t>Jim Kurose, Keith Ross</a:t>
            </a:r>
            <a:br>
              <a:rPr lang="en-US" altLang="en-US" sz="1800" dirty="0">
                <a:latin typeface="+mn-lt"/>
              </a:rPr>
            </a:br>
            <a:r>
              <a:rPr lang="en-US" altLang="en-US" sz="1800" dirty="0">
                <a:latin typeface="+mn-lt"/>
              </a:rPr>
              <a:t>Pearson, 2020</a:t>
            </a:r>
            <a:endParaRPr lang="en-US" altLang="en-US" sz="2000" dirty="0">
              <a:latin typeface="+mn-lt"/>
            </a:endParaRPr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9A9F684E-5DD1-6543-95D2-8EB5E7619BE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25035" y="561975"/>
            <a:ext cx="5052616" cy="1724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lnSpc>
                <a:spcPct val="85000"/>
              </a:lnSpc>
            </a:pPr>
            <a:r>
              <a:rPr lang="en-US" altLang="en-US" sz="5400" b="1" dirty="0">
                <a:solidFill>
                  <a:srgbClr val="000099"/>
                </a:solidFill>
                <a:latin typeface="+mj-lt"/>
              </a:rPr>
              <a:t>Chapter 3</a:t>
            </a:r>
            <a:br>
              <a:rPr lang="en-US" altLang="en-US" sz="6000" b="1" dirty="0">
                <a:solidFill>
                  <a:srgbClr val="000099"/>
                </a:solidFill>
                <a:latin typeface="+mj-lt"/>
              </a:rPr>
            </a:br>
            <a:r>
              <a:rPr lang="en-US" altLang="en-US" sz="5400" b="1" dirty="0">
                <a:solidFill>
                  <a:srgbClr val="000099"/>
                </a:solidFill>
                <a:latin typeface="+mj-lt"/>
              </a:rPr>
              <a:t>Transport Layer</a:t>
            </a:r>
          </a:p>
        </p:txBody>
      </p:sp>
      <p:sp>
        <p:nvSpPr>
          <p:cNvPr id="7" name="Text Box 6">
            <a:extLst>
              <a:ext uri="{FF2B5EF4-FFF2-40B4-BE49-F238E27FC236}">
                <a16:creationId xmlns:a16="http://schemas.microsoft.com/office/drawing/2014/main" id="{8A719B73-7005-5F48-AB23-FCC253DE1BC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50014" y="2647662"/>
            <a:ext cx="5378450" cy="16296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sz="1800" dirty="0">
                <a:latin typeface="+mn-lt"/>
              </a:rPr>
              <a:t>A note on the use of these PowerPoint slides:</a:t>
            </a:r>
          </a:p>
          <a:p>
            <a:r>
              <a:rPr lang="en-US" altLang="en-US" sz="1400" dirty="0">
                <a:latin typeface="+mn-lt"/>
              </a:rPr>
              <a:t>We’</a:t>
            </a:r>
            <a:r>
              <a:rPr lang="en-US" altLang="ja-JP" sz="1400" dirty="0">
                <a:latin typeface="+mn-lt"/>
              </a:rPr>
              <a:t>re making these slides freely available to all (faculty, students, readers). They’re in PowerPoint form so you see the animations; and can add, modify, and delete slides  (including this one) and slide content to suit your needs. They obviously represent a </a:t>
            </a:r>
            <a:r>
              <a:rPr lang="en-US" altLang="ja-JP" sz="1400" i="1" dirty="0">
                <a:latin typeface="+mn-lt"/>
              </a:rPr>
              <a:t>lot</a:t>
            </a:r>
            <a:r>
              <a:rPr lang="en-US" altLang="ja-JP" sz="1400" dirty="0">
                <a:latin typeface="+mn-lt"/>
              </a:rPr>
              <a:t> of work on our part. In return for use, we only ask the following:</a:t>
            </a:r>
          </a:p>
          <a:p>
            <a:pPr>
              <a:lnSpc>
                <a:spcPct val="85000"/>
              </a:lnSpc>
            </a:pPr>
            <a:endParaRPr lang="en-US" altLang="en-US" sz="1400" dirty="0"/>
          </a:p>
        </p:txBody>
      </p:sp>
      <p:sp>
        <p:nvSpPr>
          <p:cNvPr id="8" name="Text Box 7">
            <a:extLst>
              <a:ext uri="{FF2B5EF4-FFF2-40B4-BE49-F238E27FC236}">
                <a16:creationId xmlns:a16="http://schemas.microsoft.com/office/drawing/2014/main" id="{BD221538-7929-D34F-8387-EA57F966E19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25035" y="3894603"/>
            <a:ext cx="5378450" cy="263617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173038" indent="-173038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lnSpc>
                <a:spcPct val="85000"/>
              </a:lnSpc>
            </a:pPr>
            <a:endParaRPr lang="en-US" altLang="en-US" sz="1400" dirty="0">
              <a:latin typeface="Gill Sans MT" panose="020B0502020104020203" pitchFamily="34" charset="77"/>
            </a:endParaRPr>
          </a:p>
          <a:p>
            <a:pPr marL="290513" indent="-168275">
              <a:buClr>
                <a:srgbClr val="0000A8"/>
              </a:buClr>
              <a:buSzPct val="75000"/>
              <a:buFont typeface="Wingdings" pitchFamily="2" charset="2"/>
              <a:buChar char="§"/>
            </a:pPr>
            <a:r>
              <a:rPr lang="en-US" altLang="en-US" sz="1400" dirty="0">
                <a:latin typeface="+mn-lt"/>
                <a:cs typeface="Calibri" panose="020F0502020204030204" pitchFamily="34" charset="0"/>
              </a:rPr>
              <a:t>If you use these slides (e.g., in a class) that you mention their source (after all, we’</a:t>
            </a:r>
            <a:r>
              <a:rPr lang="en-US" altLang="ja-JP" sz="1400" dirty="0">
                <a:latin typeface="+mn-lt"/>
                <a:cs typeface="Calibri" panose="020F0502020204030204" pitchFamily="34" charset="0"/>
              </a:rPr>
              <a:t>d like people to use our book!)</a:t>
            </a:r>
          </a:p>
          <a:p>
            <a:pPr marL="290513" indent="-168275">
              <a:buClr>
                <a:srgbClr val="0000A8"/>
              </a:buClr>
              <a:buSzPct val="75000"/>
              <a:buFont typeface="Wingdings" pitchFamily="2" charset="2"/>
              <a:buChar char="§"/>
            </a:pPr>
            <a:r>
              <a:rPr lang="en-US" altLang="en-US" sz="1400" dirty="0">
                <a:latin typeface="+mn-lt"/>
                <a:cs typeface="Calibri" panose="020F0502020204030204" pitchFamily="34" charset="0"/>
              </a:rPr>
              <a:t>If you post any slides on a www site, that you note that they are adapted from (or perhaps identical to) our slides, and note our copyright of this material.</a:t>
            </a:r>
          </a:p>
          <a:p>
            <a:pPr>
              <a:lnSpc>
                <a:spcPct val="85000"/>
              </a:lnSpc>
              <a:buClr>
                <a:schemeClr val="accent2"/>
              </a:buClr>
              <a:buFont typeface="Wingdings" pitchFamily="2" charset="2"/>
              <a:buNone/>
            </a:pPr>
            <a:endParaRPr lang="en-US" altLang="en-US" sz="1400" dirty="0">
              <a:latin typeface="+mn-lt"/>
            </a:endParaRPr>
          </a:p>
          <a:p>
            <a:pPr marL="15875" indent="0">
              <a:lnSpc>
                <a:spcPct val="85000"/>
              </a:lnSpc>
              <a:buClr>
                <a:schemeClr val="accent2"/>
              </a:buClr>
              <a:buFont typeface="Wingdings" pitchFamily="2" charset="2"/>
              <a:buNone/>
            </a:pPr>
            <a:r>
              <a:rPr lang="en-US" altLang="en-US" sz="1400" dirty="0">
                <a:latin typeface="+mn-lt"/>
              </a:rPr>
              <a:t>For a revision history, see the slide note for this page. </a:t>
            </a:r>
          </a:p>
          <a:p>
            <a:pPr marL="15875" indent="0">
              <a:lnSpc>
                <a:spcPct val="85000"/>
              </a:lnSpc>
              <a:buClr>
                <a:schemeClr val="accent2"/>
              </a:buClr>
              <a:buFont typeface="Wingdings" pitchFamily="2" charset="2"/>
              <a:buNone/>
            </a:pPr>
            <a:endParaRPr lang="en-US" altLang="en-US" sz="1400" dirty="0">
              <a:latin typeface="+mn-lt"/>
            </a:endParaRPr>
          </a:p>
          <a:p>
            <a:pPr marL="15875" indent="0">
              <a:lnSpc>
                <a:spcPct val="85000"/>
              </a:lnSpc>
              <a:buClr>
                <a:schemeClr val="accent2"/>
              </a:buClr>
              <a:buFont typeface="Wingdings" pitchFamily="2" charset="2"/>
              <a:buNone/>
            </a:pPr>
            <a:r>
              <a:rPr lang="en-US" altLang="en-US" sz="1400" dirty="0">
                <a:latin typeface="+mn-lt"/>
              </a:rPr>
              <a:t>Thanks and enjoy!  JFK/KWR</a:t>
            </a:r>
          </a:p>
          <a:p>
            <a:pPr>
              <a:lnSpc>
                <a:spcPct val="85000"/>
              </a:lnSpc>
            </a:pPr>
            <a:endParaRPr lang="en-US" altLang="en-US" sz="1400" dirty="0">
              <a:latin typeface="+mn-lt"/>
            </a:endParaRPr>
          </a:p>
          <a:p>
            <a:pPr>
              <a:lnSpc>
                <a:spcPct val="85000"/>
              </a:lnSpc>
            </a:pPr>
            <a:r>
              <a:rPr lang="en-US" altLang="en-US" sz="1400" dirty="0">
                <a:latin typeface="+mn-lt"/>
              </a:rPr>
              <a:t>     All material copyright 1996-2020</a:t>
            </a:r>
          </a:p>
          <a:p>
            <a:pPr>
              <a:lnSpc>
                <a:spcPct val="85000"/>
              </a:lnSpc>
            </a:pPr>
            <a:r>
              <a:rPr lang="en-US" altLang="en-US" sz="1400" dirty="0">
                <a:latin typeface="+mn-lt"/>
              </a:rPr>
              <a:t>     J.F Kurose and K.W. Ross, All Rights Reserved</a:t>
            </a:r>
            <a:endParaRPr lang="en-US" altLang="en-US" sz="1200" dirty="0">
              <a:latin typeface="+mn-lt"/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B46B45F3-5B52-354C-801C-007B1F52150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r>
              <a:rPr lang="en-US"/>
              <a:t>Transport Layer: 3-</a:t>
            </a:r>
            <a:fld id="{C4204591-24BD-A542-B9D5-F8D8A88D2FEE}" type="slidenum">
              <a:rPr lang="en-US" smtClean="0"/>
              <a:pPr/>
              <a:t>1</a:t>
            </a:fld>
            <a:endParaRPr lang="en-US" dirty="0"/>
          </a:p>
        </p:txBody>
      </p:sp>
      <p:pic>
        <p:nvPicPr>
          <p:cNvPr id="9" name="Picture 8" descr="A picture containing outdoor, water, bridge, building&#10;&#10;Description automatically generated">
            <a:extLst>
              <a:ext uri="{FF2B5EF4-FFF2-40B4-BE49-F238E27FC236}">
                <a16:creationId xmlns:a16="http://schemas.microsoft.com/office/drawing/2014/main" id="{F92E998D-891C-8C4D-A1FD-4079E0691FB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35257" y="887185"/>
            <a:ext cx="3040743" cy="38009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1482551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8CD900-19EC-824C-BF74-AADFBF5A17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8691" y="289325"/>
            <a:ext cx="10515600" cy="894622"/>
          </a:xfrm>
        </p:spPr>
        <p:txBody>
          <a:bodyPr/>
          <a:lstStyle/>
          <a:p>
            <a:r>
              <a:rPr lang="en-US" altLang="en-US" dirty="0">
                <a:cs typeface="Calibri" panose="020F0502020204030204" pitchFamily="34" charset="0"/>
              </a:rPr>
              <a:t>Chapter 3: roadmap</a:t>
            </a:r>
            <a:endParaRPr lang="en-US" dirty="0"/>
          </a:p>
        </p:txBody>
      </p:sp>
      <p:sp>
        <p:nvSpPr>
          <p:cNvPr id="9" name="Rectangle 4">
            <a:extLst>
              <a:ext uri="{FF2B5EF4-FFF2-40B4-BE49-F238E27FC236}">
                <a16:creationId xmlns:a16="http://schemas.microsoft.com/office/drawing/2014/main" id="{55AB9D8D-7F05-094B-8DA6-3095A7A7A096}"/>
              </a:ext>
            </a:extLst>
          </p:cNvPr>
          <p:cNvSpPr>
            <a:spLocks noGrp="1" noChangeArrowheads="1"/>
          </p:cNvSpPr>
          <p:nvPr>
            <p:ph sz="half" idx="2"/>
          </p:nvPr>
        </p:nvSpPr>
        <p:spPr>
          <a:xfrm>
            <a:off x="798690" y="1183946"/>
            <a:ext cx="6618109" cy="5624267"/>
          </a:xfrm>
        </p:spPr>
        <p:txBody>
          <a:bodyPr>
            <a:normAutofit/>
          </a:bodyPr>
          <a:lstStyle/>
          <a:p>
            <a:pPr marL="403225" indent="-285750">
              <a:spcBef>
                <a:spcPts val="800"/>
              </a:spcBef>
              <a:buClr>
                <a:schemeClr val="bg1">
                  <a:lumMod val="75000"/>
                </a:schemeClr>
              </a:buClr>
            </a:pPr>
            <a:r>
              <a:rPr lang="en-US" altLang="en-US" sz="3200" dirty="0">
                <a:solidFill>
                  <a:schemeClr val="bg1">
                    <a:lumMod val="75000"/>
                  </a:schemeClr>
                </a:solidFill>
                <a:cs typeface="Calibri" panose="020F0502020204030204" pitchFamily="34" charset="0"/>
              </a:rPr>
              <a:t>Transport-layer services</a:t>
            </a:r>
          </a:p>
          <a:p>
            <a:pPr marL="403225" indent="-285750">
              <a:spcBef>
                <a:spcPts val="800"/>
              </a:spcBef>
              <a:buClr>
                <a:schemeClr val="bg1">
                  <a:lumMod val="75000"/>
                </a:schemeClr>
              </a:buClr>
            </a:pPr>
            <a:r>
              <a:rPr lang="en-US" altLang="en-US" sz="3200" dirty="0">
                <a:solidFill>
                  <a:schemeClr val="bg1">
                    <a:lumMod val="75000"/>
                  </a:schemeClr>
                </a:solidFill>
                <a:cs typeface="Calibri" panose="020F0502020204030204" pitchFamily="34" charset="0"/>
              </a:rPr>
              <a:t>Multiplexing and demultiplexing</a:t>
            </a:r>
          </a:p>
          <a:p>
            <a:pPr marL="403225" indent="-285750">
              <a:spcBef>
                <a:spcPts val="800"/>
              </a:spcBef>
              <a:buClr>
                <a:schemeClr val="bg1">
                  <a:lumMod val="75000"/>
                </a:schemeClr>
              </a:buClr>
            </a:pPr>
            <a:r>
              <a:rPr lang="en-US" altLang="en-US" sz="3200" dirty="0">
                <a:solidFill>
                  <a:schemeClr val="bg1">
                    <a:lumMod val="75000"/>
                  </a:schemeClr>
                </a:solidFill>
                <a:cs typeface="Calibri" panose="020F0502020204030204" pitchFamily="34" charset="0"/>
              </a:rPr>
              <a:t>Connectionless transport: UDP</a:t>
            </a:r>
          </a:p>
          <a:p>
            <a:pPr marL="403225" indent="-285750">
              <a:spcBef>
                <a:spcPts val="800"/>
              </a:spcBef>
              <a:buClr>
                <a:schemeClr val="bg1">
                  <a:lumMod val="75000"/>
                </a:schemeClr>
              </a:buClr>
            </a:pPr>
            <a:r>
              <a:rPr lang="en-US" altLang="en-US" sz="3200" dirty="0">
                <a:solidFill>
                  <a:schemeClr val="bg1">
                    <a:lumMod val="75000"/>
                  </a:schemeClr>
                </a:solidFill>
                <a:cs typeface="Calibri" panose="020F0502020204030204" pitchFamily="34" charset="0"/>
              </a:rPr>
              <a:t>Principles of reliable data transfer </a:t>
            </a:r>
          </a:p>
          <a:p>
            <a:pPr marL="403225" indent="-285750">
              <a:spcBef>
                <a:spcPts val="800"/>
              </a:spcBef>
            </a:pPr>
            <a:r>
              <a:rPr lang="en-US" sz="3200" dirty="0"/>
              <a:t>Connection-oriented transport: TCP</a:t>
            </a:r>
          </a:p>
          <a:p>
            <a:pPr marL="746125" lvl="1" indent="-288925">
              <a:buClr>
                <a:schemeClr val="bg1">
                  <a:lumMod val="75000"/>
                </a:schemeClr>
              </a:buClr>
              <a:buFont typeface="Arial"/>
              <a:buChar char="•"/>
              <a:defRPr/>
            </a:pPr>
            <a:r>
              <a:rPr lang="en-US" dirty="0"/>
              <a:t>segment structure</a:t>
            </a:r>
          </a:p>
          <a:p>
            <a:pPr marL="746125" lvl="1" indent="-288925">
              <a:buClr>
                <a:schemeClr val="bg1">
                  <a:lumMod val="75000"/>
                </a:schemeClr>
              </a:buClr>
              <a:buFont typeface="Arial"/>
              <a:buChar char="•"/>
              <a:defRPr/>
            </a:pPr>
            <a:r>
              <a:rPr lang="en-US" dirty="0"/>
              <a:t>reliable data transfer</a:t>
            </a:r>
          </a:p>
          <a:p>
            <a:pPr marL="746125" lvl="1" indent="-288925">
              <a:buFont typeface="Arial"/>
              <a:buChar char="•"/>
              <a:defRPr/>
            </a:pPr>
            <a:r>
              <a:rPr lang="en-US" dirty="0"/>
              <a:t>flow control</a:t>
            </a:r>
          </a:p>
          <a:p>
            <a:pPr marL="746125" lvl="1" indent="-288925">
              <a:buFont typeface="Arial"/>
              <a:buChar char="•"/>
              <a:defRPr/>
            </a:pPr>
            <a:r>
              <a:rPr lang="en-US" dirty="0"/>
              <a:t>connection management</a:t>
            </a:r>
            <a:endParaRPr lang="en-US" sz="3200" dirty="0"/>
          </a:p>
          <a:p>
            <a:pPr marL="403225" indent="-285750">
              <a:spcBef>
                <a:spcPts val="800"/>
              </a:spcBef>
              <a:buClr>
                <a:schemeClr val="bg1">
                  <a:lumMod val="75000"/>
                </a:schemeClr>
              </a:buClr>
            </a:pPr>
            <a:r>
              <a:rPr lang="en-US" sz="3200" dirty="0"/>
              <a:t>Principles of congestion control</a:t>
            </a:r>
          </a:p>
          <a:p>
            <a:pPr marL="403225" indent="-285750">
              <a:spcBef>
                <a:spcPts val="800"/>
              </a:spcBef>
              <a:buClr>
                <a:schemeClr val="bg1">
                  <a:lumMod val="75000"/>
                </a:schemeClr>
              </a:buClr>
            </a:pPr>
            <a:r>
              <a:rPr lang="en-US" sz="3200" dirty="0"/>
              <a:t>TCP congestion control</a:t>
            </a:r>
          </a:p>
          <a:p>
            <a:pPr eaLnBrk="1" hangingPunct="1">
              <a:buFont typeface="Wingdings" panose="05000000000000000000" pitchFamily="2" charset="2"/>
              <a:buNone/>
            </a:pPr>
            <a:endParaRPr lang="en-US" altLang="en-US" sz="2400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006FDDC9-958A-FA4C-8403-56ABF73A6F8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r>
              <a:rPr lang="en-US" dirty="0"/>
              <a:t>Transport Layer: 3-</a:t>
            </a:r>
            <a:fld id="{C4204591-24BD-A542-B9D5-F8D8A88D2FEE}" type="slidenum">
              <a:rPr lang="en-US" smtClean="0"/>
              <a:pPr/>
              <a:t>2</a:t>
            </a:fld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5FB4D37-2E98-204A-ACC1-DA60FB18605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4329" y="1293471"/>
            <a:ext cx="3657600" cy="2743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9357942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8CD900-19EC-824C-BF74-AADFBF5A17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8690" y="289325"/>
            <a:ext cx="11393310" cy="894622"/>
          </a:xfrm>
        </p:spPr>
        <p:txBody>
          <a:bodyPr>
            <a:normAutofit/>
          </a:bodyPr>
          <a:lstStyle/>
          <a:p>
            <a:r>
              <a:rPr lang="en-US" sz="4800" dirty="0"/>
              <a:t>TCP flow control</a:t>
            </a:r>
            <a:endParaRPr lang="en-US" sz="4400" b="0" dirty="0"/>
          </a:p>
        </p:txBody>
      </p:sp>
      <p:sp>
        <p:nvSpPr>
          <p:cNvPr id="137" name="Rectangle 72">
            <a:extLst>
              <a:ext uri="{FF2B5EF4-FFF2-40B4-BE49-F238E27FC236}">
                <a16:creationId xmlns:a16="http://schemas.microsoft.com/office/drawing/2014/main" id="{C267ED98-FBDB-D24C-A351-3097B056B078}"/>
              </a:ext>
            </a:extLst>
          </p:cNvPr>
          <p:cNvSpPr>
            <a:spLocks noChangeArrowheads="1"/>
          </p:cNvSpPr>
          <p:nvPr/>
        </p:nvSpPr>
        <p:spPr bwMode="auto">
          <a:xfrm>
            <a:off x="7848422" y="1084921"/>
            <a:ext cx="2524125" cy="3854450"/>
          </a:xfrm>
          <a:prstGeom prst="rect">
            <a:avLst/>
          </a:prstGeom>
          <a:solidFill>
            <a:srgbClr val="000099"/>
          </a:solidFill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charset="0"/>
              <a:ea typeface="ＭＳ Ｐゴシック" charset="0"/>
              <a:cs typeface="+mn-cs"/>
            </a:endParaRPr>
          </a:p>
        </p:txBody>
      </p:sp>
      <p:sp>
        <p:nvSpPr>
          <p:cNvPr id="138" name="Freeform 32">
            <a:extLst>
              <a:ext uri="{FF2B5EF4-FFF2-40B4-BE49-F238E27FC236}">
                <a16:creationId xmlns:a16="http://schemas.microsoft.com/office/drawing/2014/main" id="{58EA8CF4-DBF4-E34D-8254-A77227811341}"/>
              </a:ext>
            </a:extLst>
          </p:cNvPr>
          <p:cNvSpPr>
            <a:spLocks/>
          </p:cNvSpPr>
          <p:nvPr/>
        </p:nvSpPr>
        <p:spPr bwMode="auto">
          <a:xfrm>
            <a:off x="10289997" y="1078571"/>
            <a:ext cx="581025" cy="4206875"/>
          </a:xfrm>
          <a:custGeom>
            <a:avLst/>
            <a:gdLst>
              <a:gd name="T0" fmla="*/ 2147483647 w 366"/>
              <a:gd name="T1" fmla="*/ 2147483647 h 1284"/>
              <a:gd name="T2" fmla="*/ 2147483647 w 366"/>
              <a:gd name="T3" fmla="*/ 0 h 1284"/>
              <a:gd name="T4" fmla="*/ 0 w 366"/>
              <a:gd name="T5" fmla="*/ 2147483647 h 1284"/>
              <a:gd name="T6" fmla="*/ 2147483647 w 366"/>
              <a:gd name="T7" fmla="*/ 2147483647 h 1284"/>
              <a:gd name="T8" fmla="*/ 2147483647 w 366"/>
              <a:gd name="T9" fmla="*/ 2147483647 h 1284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366" h="1284">
                <a:moveTo>
                  <a:pt x="366" y="1278"/>
                </a:moveTo>
                <a:lnTo>
                  <a:pt x="12" y="0"/>
                </a:lnTo>
                <a:lnTo>
                  <a:pt x="0" y="1224"/>
                </a:lnTo>
                <a:lnTo>
                  <a:pt x="186" y="1284"/>
                </a:lnTo>
                <a:lnTo>
                  <a:pt x="366" y="1278"/>
                </a:lnTo>
                <a:close/>
              </a:path>
            </a:pathLst>
          </a:custGeom>
          <a:gradFill rotWithShape="1">
            <a:gsLst>
              <a:gs pos="0">
                <a:srgbClr val="B2B2B2"/>
              </a:gs>
              <a:gs pos="100000">
                <a:srgbClr val="FFFFFF"/>
              </a:gs>
            </a:gsLst>
            <a:lin ang="0" scaled="1"/>
          </a:gradFill>
          <a:ln w="9525">
            <a:solidFill>
              <a:srgbClr val="DDDDDD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139" name="Rectangle 40">
            <a:extLst>
              <a:ext uri="{FF2B5EF4-FFF2-40B4-BE49-F238E27FC236}">
                <a16:creationId xmlns:a16="http://schemas.microsoft.com/office/drawing/2014/main" id="{8F576ED5-5855-F048-B4BB-75BF51C27D5C}"/>
              </a:ext>
            </a:extLst>
          </p:cNvPr>
          <p:cNvSpPr>
            <a:spLocks noChangeArrowheads="1"/>
          </p:cNvSpPr>
          <p:nvPr/>
        </p:nvSpPr>
        <p:spPr bwMode="auto">
          <a:xfrm>
            <a:off x="7762697" y="1186521"/>
            <a:ext cx="2533650" cy="3814762"/>
          </a:xfrm>
          <a:prstGeom prst="rect">
            <a:avLst/>
          </a:prstGeom>
          <a:solidFill>
            <a:srgbClr val="FFFFFF"/>
          </a:solidFill>
          <a:ln w="19050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charset="0"/>
              <a:ea typeface="ＭＳ Ｐゴシック" charset="0"/>
              <a:cs typeface="+mn-cs"/>
            </a:endParaRPr>
          </a:p>
        </p:txBody>
      </p:sp>
      <p:sp>
        <p:nvSpPr>
          <p:cNvPr id="140" name="Oval 31">
            <a:extLst>
              <a:ext uri="{FF2B5EF4-FFF2-40B4-BE49-F238E27FC236}">
                <a16:creationId xmlns:a16="http://schemas.microsoft.com/office/drawing/2014/main" id="{E56CABC0-9BC4-164D-8001-714872CF7127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02447" y="1243671"/>
            <a:ext cx="1377950" cy="596900"/>
          </a:xfrm>
          <a:prstGeom prst="ellipse">
            <a:avLst/>
          </a:prstGeom>
          <a:solidFill>
            <a:srgbClr val="CCFFFF"/>
          </a:solidFill>
          <a:ln w="9525">
            <a:solidFill>
              <a:srgbClr val="0000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rPr>
              <a:t>application</a:t>
            </a: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rPr>
              <a:t>process</a:t>
            </a:r>
          </a:p>
        </p:txBody>
      </p:sp>
      <p:grpSp>
        <p:nvGrpSpPr>
          <p:cNvPr id="141" name="Group 47">
            <a:extLst>
              <a:ext uri="{FF2B5EF4-FFF2-40B4-BE49-F238E27FC236}">
                <a16:creationId xmlns:a16="http://schemas.microsoft.com/office/drawing/2014/main" id="{02602D35-C64D-9445-8BEF-315190C777FA}"/>
              </a:ext>
            </a:extLst>
          </p:cNvPr>
          <p:cNvGrpSpPr>
            <a:grpSpLocks/>
          </p:cNvGrpSpPr>
          <p:nvPr/>
        </p:nvGrpSpPr>
        <p:grpSpPr bwMode="auto">
          <a:xfrm>
            <a:off x="8070672" y="2312058"/>
            <a:ext cx="1795463" cy="688975"/>
            <a:chOff x="1173" y="2345"/>
            <a:chExt cx="1131" cy="434"/>
          </a:xfrm>
        </p:grpSpPr>
        <p:sp>
          <p:nvSpPr>
            <p:cNvPr id="142" name="Rectangle 44">
              <a:extLst>
                <a:ext uri="{FF2B5EF4-FFF2-40B4-BE49-F238E27FC236}">
                  <a16:creationId xmlns:a16="http://schemas.microsoft.com/office/drawing/2014/main" id="{92C6A498-BA40-944E-B932-C93263DCC5C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73" y="2345"/>
              <a:ext cx="1131" cy="434"/>
            </a:xfrm>
            <a:prstGeom prst="rect">
              <a:avLst/>
            </a:prstGeom>
            <a:solidFill>
              <a:srgbClr val="0000A8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143" name="Text Box 46">
              <a:extLst>
                <a:ext uri="{FF2B5EF4-FFF2-40B4-BE49-F238E27FC236}">
                  <a16:creationId xmlns:a16="http://schemas.microsoft.com/office/drawing/2014/main" id="{ED90C8EB-7D14-B54F-AC97-04DAEC25D0A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235" y="2368"/>
              <a:ext cx="995" cy="36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0" cap="none" spc="0" normalizeH="0" baseline="0" noProof="0" dirty="0">
                  <a:ln>
                    <a:noFill/>
                  </a:ln>
                  <a:solidFill>
                    <a:prstClr val="white">
                      <a:lumMod val="95000"/>
                    </a:prstClr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rPr>
                <a:t>TCP socket</a:t>
              </a:r>
            </a:p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0" cap="none" spc="0" normalizeH="0" baseline="0" noProof="0" dirty="0">
                  <a:ln>
                    <a:noFill/>
                  </a:ln>
                  <a:solidFill>
                    <a:prstClr val="white">
                      <a:lumMod val="95000"/>
                    </a:prstClr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rPr>
                <a:t>receiver buffers</a:t>
              </a:r>
            </a:p>
          </p:txBody>
        </p:sp>
      </p:grpSp>
      <p:sp>
        <p:nvSpPr>
          <p:cNvPr id="144" name="Oval 48">
            <a:extLst>
              <a:ext uri="{FF2B5EF4-FFF2-40B4-BE49-F238E27FC236}">
                <a16:creationId xmlns:a16="http://schemas.microsoft.com/office/drawing/2014/main" id="{0742E955-8C93-5F47-BE4B-8E6ACFB2E75E}"/>
              </a:ext>
            </a:extLst>
          </p:cNvPr>
          <p:cNvSpPr>
            <a:spLocks noChangeArrowheads="1"/>
          </p:cNvSpPr>
          <p:nvPr/>
        </p:nvSpPr>
        <p:spPr bwMode="auto">
          <a:xfrm>
            <a:off x="8238947" y="3335996"/>
            <a:ext cx="1562100" cy="596900"/>
          </a:xfrm>
          <a:prstGeom prst="ellipse">
            <a:avLst/>
          </a:prstGeom>
          <a:solidFill>
            <a:srgbClr val="CCFFFF"/>
          </a:solidFill>
          <a:ln w="9525">
            <a:solidFill>
              <a:srgbClr val="0000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  <a:cs typeface="+mn-cs"/>
            </a:endParaRPr>
          </a:p>
        </p:txBody>
      </p:sp>
      <p:sp>
        <p:nvSpPr>
          <p:cNvPr id="145" name="Text Box 64">
            <a:extLst>
              <a:ext uri="{FF2B5EF4-FFF2-40B4-BE49-F238E27FC236}">
                <a16:creationId xmlns:a16="http://schemas.microsoft.com/office/drawing/2014/main" id="{FCF30813-93D4-B644-BB9A-DEC80D91630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745360" y="3364839"/>
            <a:ext cx="559769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rPr>
              <a:t>TCP</a:t>
            </a: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rPr>
              <a:t>code</a:t>
            </a:r>
          </a:p>
        </p:txBody>
      </p:sp>
      <p:sp>
        <p:nvSpPr>
          <p:cNvPr id="146" name="Oval 65">
            <a:extLst>
              <a:ext uri="{FF2B5EF4-FFF2-40B4-BE49-F238E27FC236}">
                <a16:creationId xmlns:a16="http://schemas.microsoft.com/office/drawing/2014/main" id="{6BD69667-2B04-344B-AF15-D9A7175F3571}"/>
              </a:ext>
            </a:extLst>
          </p:cNvPr>
          <p:cNvSpPr>
            <a:spLocks noChangeArrowheads="1"/>
          </p:cNvSpPr>
          <p:nvPr/>
        </p:nvSpPr>
        <p:spPr bwMode="auto">
          <a:xfrm>
            <a:off x="8246885" y="4321833"/>
            <a:ext cx="1562100" cy="596900"/>
          </a:xfrm>
          <a:prstGeom prst="ellipse">
            <a:avLst/>
          </a:prstGeom>
          <a:solidFill>
            <a:srgbClr val="CCFFFF"/>
          </a:solidFill>
          <a:ln w="9525">
            <a:solidFill>
              <a:srgbClr val="0000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  <a:cs typeface="+mn-cs"/>
            </a:endParaRPr>
          </a:p>
        </p:txBody>
      </p:sp>
      <p:sp>
        <p:nvSpPr>
          <p:cNvPr id="147" name="Text Box 66">
            <a:extLst>
              <a:ext uri="{FF2B5EF4-FFF2-40B4-BE49-F238E27FC236}">
                <a16:creationId xmlns:a16="http://schemas.microsoft.com/office/drawing/2014/main" id="{19C3DDC5-2A06-B840-8A80-61FECF59777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731699" y="4354979"/>
            <a:ext cx="559769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rPr>
              <a:t>IP</a:t>
            </a: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rPr>
              <a:t>code</a:t>
            </a:r>
          </a:p>
        </p:txBody>
      </p:sp>
      <p:sp>
        <p:nvSpPr>
          <p:cNvPr id="149" name="Line 68">
            <a:extLst>
              <a:ext uri="{FF2B5EF4-FFF2-40B4-BE49-F238E27FC236}">
                <a16:creationId xmlns:a16="http://schemas.microsoft.com/office/drawing/2014/main" id="{68A5AD3F-8561-BA43-8CCB-23369CB3F10B}"/>
              </a:ext>
            </a:extLst>
          </p:cNvPr>
          <p:cNvSpPr>
            <a:spLocks noChangeShapeType="1"/>
          </p:cNvSpPr>
          <p:nvPr/>
        </p:nvSpPr>
        <p:spPr bwMode="auto">
          <a:xfrm>
            <a:off x="7756347" y="4071008"/>
            <a:ext cx="2546350" cy="0"/>
          </a:xfrm>
          <a:prstGeom prst="line">
            <a:avLst/>
          </a:prstGeom>
          <a:noFill/>
          <a:ln w="19050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charset="0"/>
              <a:ea typeface="ＭＳ Ｐゴシック" charset="0"/>
              <a:cs typeface="+mn-cs"/>
            </a:endParaRPr>
          </a:p>
        </p:txBody>
      </p:sp>
      <p:sp>
        <p:nvSpPr>
          <p:cNvPr id="150" name="Line 69">
            <a:extLst>
              <a:ext uri="{FF2B5EF4-FFF2-40B4-BE49-F238E27FC236}">
                <a16:creationId xmlns:a16="http://schemas.microsoft.com/office/drawing/2014/main" id="{069D68E8-3A07-7842-BBE3-A83C41548FBA}"/>
              </a:ext>
            </a:extLst>
          </p:cNvPr>
          <p:cNvSpPr>
            <a:spLocks noChangeShapeType="1"/>
          </p:cNvSpPr>
          <p:nvPr/>
        </p:nvSpPr>
        <p:spPr bwMode="auto">
          <a:xfrm>
            <a:off x="7769047" y="2219983"/>
            <a:ext cx="2546350" cy="0"/>
          </a:xfrm>
          <a:prstGeom prst="line">
            <a:avLst/>
          </a:prstGeom>
          <a:noFill/>
          <a:ln w="19050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charset="0"/>
              <a:ea typeface="ＭＳ Ｐゴシック" charset="0"/>
              <a:cs typeface="+mn-cs"/>
            </a:endParaRPr>
          </a:p>
        </p:txBody>
      </p:sp>
      <p:grpSp>
        <p:nvGrpSpPr>
          <p:cNvPr id="151" name="Group 56">
            <a:extLst>
              <a:ext uri="{FF2B5EF4-FFF2-40B4-BE49-F238E27FC236}">
                <a16:creationId xmlns:a16="http://schemas.microsoft.com/office/drawing/2014/main" id="{9D087FDD-1E50-B54A-BAF1-08F2E9EB032C}"/>
              </a:ext>
            </a:extLst>
          </p:cNvPr>
          <p:cNvGrpSpPr>
            <a:grpSpLocks/>
          </p:cNvGrpSpPr>
          <p:nvPr/>
        </p:nvGrpSpPr>
        <p:grpSpPr bwMode="auto">
          <a:xfrm>
            <a:off x="8745360" y="2104096"/>
            <a:ext cx="533400" cy="206375"/>
            <a:chOff x="2003" y="1816"/>
            <a:chExt cx="336" cy="130"/>
          </a:xfrm>
        </p:grpSpPr>
        <p:sp>
          <p:nvSpPr>
            <p:cNvPr id="152" name="Rectangle 16">
              <a:extLst>
                <a:ext uri="{FF2B5EF4-FFF2-40B4-BE49-F238E27FC236}">
                  <a16:creationId xmlns:a16="http://schemas.microsoft.com/office/drawing/2014/main" id="{4802C0EA-E5A8-E447-A8F6-A96701A0BAC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03" y="1816"/>
              <a:ext cx="336" cy="130"/>
            </a:xfrm>
            <a:prstGeom prst="rect">
              <a:avLst/>
            </a:prstGeom>
            <a:solidFill>
              <a:srgbClr val="FFFF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153" name="Rectangle 17">
              <a:extLst>
                <a:ext uri="{FF2B5EF4-FFF2-40B4-BE49-F238E27FC236}">
                  <a16:creationId xmlns:a16="http://schemas.microsoft.com/office/drawing/2014/main" id="{620EA98C-EF38-184B-A03B-82616FCB9AE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05" y="1833"/>
              <a:ext cx="110" cy="99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CC99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154" name="Rectangle 18">
              <a:extLst>
                <a:ext uri="{FF2B5EF4-FFF2-40B4-BE49-F238E27FC236}">
                  <a16:creationId xmlns:a16="http://schemas.microsoft.com/office/drawing/2014/main" id="{1C3BBD2A-6ACC-C349-BDA8-0843C2DEA50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29" y="1891"/>
              <a:ext cx="29" cy="35"/>
            </a:xfrm>
            <a:prstGeom prst="rect">
              <a:avLst/>
            </a:prstGeom>
            <a:solidFill>
              <a:srgbClr val="CC9900"/>
            </a:solidFill>
            <a:ln w="9525">
              <a:solidFill>
                <a:srgbClr val="CC99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155" name="Rectangle 19">
              <a:extLst>
                <a:ext uri="{FF2B5EF4-FFF2-40B4-BE49-F238E27FC236}">
                  <a16:creationId xmlns:a16="http://schemas.microsoft.com/office/drawing/2014/main" id="{96FBD4A2-E799-8F4F-9D14-53FD99E5BFA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58" y="1892"/>
              <a:ext cx="29" cy="35"/>
            </a:xfrm>
            <a:prstGeom prst="rect">
              <a:avLst/>
            </a:prstGeom>
            <a:solidFill>
              <a:srgbClr val="CC9900"/>
            </a:solidFill>
            <a:ln w="9525">
              <a:solidFill>
                <a:srgbClr val="CC99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</p:grpSp>
      <p:sp>
        <p:nvSpPr>
          <p:cNvPr id="165" name="Text Box 103">
            <a:extLst>
              <a:ext uri="{FF2B5EF4-FFF2-40B4-BE49-F238E27FC236}">
                <a16:creationId xmlns:a16="http://schemas.microsoft.com/office/drawing/2014/main" id="{4ECF9189-0AD6-144B-8167-6762F7B3E86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549972" y="5823520"/>
            <a:ext cx="2714625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rPr>
              <a:t>receiver protocol stack</a:t>
            </a:r>
          </a:p>
        </p:txBody>
      </p:sp>
      <p:sp>
        <p:nvSpPr>
          <p:cNvPr id="169" name="Line 115">
            <a:extLst>
              <a:ext uri="{FF2B5EF4-FFF2-40B4-BE49-F238E27FC236}">
                <a16:creationId xmlns:a16="http://schemas.microsoft.com/office/drawing/2014/main" id="{ABF785A9-86A1-6E46-9624-CABBC5E29FA3}"/>
              </a:ext>
            </a:extLst>
          </p:cNvPr>
          <p:cNvSpPr>
            <a:spLocks noChangeShapeType="1"/>
          </p:cNvSpPr>
          <p:nvPr/>
        </p:nvSpPr>
        <p:spPr bwMode="auto">
          <a:xfrm>
            <a:off x="8790777" y="5419835"/>
            <a:ext cx="0" cy="349250"/>
          </a:xfrm>
          <a:prstGeom prst="line">
            <a:avLst/>
          </a:prstGeom>
          <a:noFill/>
          <a:ln w="28575">
            <a:solidFill>
              <a:srgbClr val="CC0000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charset="0"/>
              <a:ea typeface="ＭＳ Ｐゴシック" charset="0"/>
              <a:cs typeface="+mn-cs"/>
            </a:endParaRPr>
          </a:p>
        </p:txBody>
      </p:sp>
      <p:sp>
        <p:nvSpPr>
          <p:cNvPr id="171" name="Line 118">
            <a:extLst>
              <a:ext uri="{FF2B5EF4-FFF2-40B4-BE49-F238E27FC236}">
                <a16:creationId xmlns:a16="http://schemas.microsoft.com/office/drawing/2014/main" id="{5E5B6E3E-966C-D44A-B01C-0473357F14EE}"/>
              </a:ext>
            </a:extLst>
          </p:cNvPr>
          <p:cNvSpPr>
            <a:spLocks noChangeShapeType="1"/>
          </p:cNvSpPr>
          <p:nvPr/>
        </p:nvSpPr>
        <p:spPr bwMode="auto">
          <a:xfrm>
            <a:off x="10285235" y="4996521"/>
            <a:ext cx="0" cy="463550"/>
          </a:xfrm>
          <a:prstGeom prst="line">
            <a:avLst/>
          </a:prstGeom>
          <a:noFill/>
          <a:ln w="19050">
            <a:solidFill>
              <a:srgbClr val="000000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charset="0"/>
              <a:ea typeface="ＭＳ Ｐゴシック" charset="0"/>
              <a:cs typeface="+mn-cs"/>
            </a:endParaRPr>
          </a:p>
        </p:txBody>
      </p:sp>
      <p:grpSp>
        <p:nvGrpSpPr>
          <p:cNvPr id="172" name="Group 124">
            <a:extLst>
              <a:ext uri="{FF2B5EF4-FFF2-40B4-BE49-F238E27FC236}">
                <a16:creationId xmlns:a16="http://schemas.microsoft.com/office/drawing/2014/main" id="{4194DDD2-AC6E-4846-988C-D47AF88815BF}"/>
              </a:ext>
            </a:extLst>
          </p:cNvPr>
          <p:cNvGrpSpPr>
            <a:grpSpLocks/>
          </p:cNvGrpSpPr>
          <p:nvPr/>
        </p:nvGrpSpPr>
        <p:grpSpPr bwMode="auto">
          <a:xfrm flipH="1">
            <a:off x="10523360" y="4590121"/>
            <a:ext cx="869950" cy="906462"/>
            <a:chOff x="-44" y="1473"/>
            <a:chExt cx="981" cy="1105"/>
          </a:xfrm>
        </p:grpSpPr>
        <p:pic>
          <p:nvPicPr>
            <p:cNvPr id="173" name="Picture 125" descr="desktop_computer_stylized_medium">
              <a:extLst>
                <a:ext uri="{FF2B5EF4-FFF2-40B4-BE49-F238E27FC236}">
                  <a16:creationId xmlns:a16="http://schemas.microsoft.com/office/drawing/2014/main" id="{C6DE1974-7837-334B-B35F-1B82108E308D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74" name="Freeform 126">
              <a:extLst>
                <a:ext uri="{FF2B5EF4-FFF2-40B4-BE49-F238E27FC236}">
                  <a16:creationId xmlns:a16="http://schemas.microsoft.com/office/drawing/2014/main" id="{C8663771-41F7-FF4F-89C7-CFC093B9A138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5595 w 356"/>
                <a:gd name="T3" fmla="*/ 341 h 368"/>
                <a:gd name="T4" fmla="*/ 6638 w 356"/>
                <a:gd name="T5" fmla="*/ 7113 h 368"/>
                <a:gd name="T6" fmla="*/ 1463 w 356"/>
                <a:gd name="T7" fmla="*/ 8895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 cmpd="sng">
                  <a:solidFill>
                    <a:schemeClr val="tx1"/>
                  </a:solidFill>
                  <a:prstDash val="solid"/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</p:grpSp>
      <p:sp>
        <p:nvSpPr>
          <p:cNvPr id="9" name="TextBox 8">
            <a:extLst>
              <a:ext uri="{FF2B5EF4-FFF2-40B4-BE49-F238E27FC236}">
                <a16:creationId xmlns:a16="http://schemas.microsoft.com/office/drawing/2014/main" id="{3FF08E5E-7834-074F-B7D9-7DBE006EE269}"/>
              </a:ext>
            </a:extLst>
          </p:cNvPr>
          <p:cNvSpPr txBox="1"/>
          <p:nvPr/>
        </p:nvSpPr>
        <p:spPr>
          <a:xfrm>
            <a:off x="712555" y="1437021"/>
            <a:ext cx="3850826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1" u="sng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Q: 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What happens if network layer delivers data faster than application layer removes data from socket buffers?</a:t>
            </a:r>
          </a:p>
        </p:txBody>
      </p:sp>
      <p:sp>
        <p:nvSpPr>
          <p:cNvPr id="182" name="Line 117">
            <a:extLst>
              <a:ext uri="{FF2B5EF4-FFF2-40B4-BE49-F238E27FC236}">
                <a16:creationId xmlns:a16="http://schemas.microsoft.com/office/drawing/2014/main" id="{1B7AFE0B-8185-3E43-BF7C-730BEFE1D783}"/>
              </a:ext>
            </a:extLst>
          </p:cNvPr>
          <p:cNvSpPr>
            <a:spLocks noChangeShapeType="1"/>
          </p:cNvSpPr>
          <p:nvPr/>
        </p:nvSpPr>
        <p:spPr bwMode="auto">
          <a:xfrm>
            <a:off x="7764475" y="5006696"/>
            <a:ext cx="0" cy="463550"/>
          </a:xfrm>
          <a:prstGeom prst="line">
            <a:avLst/>
          </a:prstGeom>
          <a:noFill/>
          <a:ln w="19050">
            <a:solidFill>
              <a:schemeClr val="tx1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charset="0"/>
              <a:ea typeface="ＭＳ Ｐゴシック" charset="0"/>
              <a:cs typeface="+mn-cs"/>
            </a:endParaRP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C820FA96-992D-4547-BB82-D80AD6340B76}"/>
              </a:ext>
            </a:extLst>
          </p:cNvPr>
          <p:cNvGrpSpPr/>
          <p:nvPr/>
        </p:nvGrpSpPr>
        <p:grpSpPr>
          <a:xfrm>
            <a:off x="5189688" y="2806352"/>
            <a:ext cx="4533734" cy="2971623"/>
            <a:chOff x="5189688" y="2806352"/>
            <a:chExt cx="4533734" cy="2971623"/>
          </a:xfrm>
        </p:grpSpPr>
        <p:grpSp>
          <p:nvGrpSpPr>
            <p:cNvPr id="7" name="Group 6">
              <a:extLst>
                <a:ext uri="{FF2B5EF4-FFF2-40B4-BE49-F238E27FC236}">
                  <a16:creationId xmlns:a16="http://schemas.microsoft.com/office/drawing/2014/main" id="{90136498-1DCA-8245-9AEB-79D923D0965C}"/>
                </a:ext>
              </a:extLst>
            </p:cNvPr>
            <p:cNvGrpSpPr/>
            <p:nvPr/>
          </p:nvGrpSpPr>
          <p:grpSpPr>
            <a:xfrm>
              <a:off x="5189688" y="3080408"/>
              <a:ext cx="3750934" cy="2697567"/>
              <a:chOff x="4633274" y="3577949"/>
              <a:chExt cx="3750934" cy="2697567"/>
            </a:xfrm>
          </p:grpSpPr>
          <p:sp>
            <p:nvSpPr>
              <p:cNvPr id="163" name="Rectangle 91">
                <a:extLst>
                  <a:ext uri="{FF2B5EF4-FFF2-40B4-BE49-F238E27FC236}">
                    <a16:creationId xmlns:a16="http://schemas.microsoft.com/office/drawing/2014/main" id="{262B8492-92D0-1D4D-A388-8EDCD289152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55546" y="4619349"/>
                <a:ext cx="720725" cy="209550"/>
              </a:xfrm>
              <a:prstGeom prst="rect">
                <a:avLst/>
              </a:prstGeom>
              <a:solidFill>
                <a:srgbClr val="0000A8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endParaRPr>
              </a:p>
            </p:txBody>
          </p:sp>
          <p:grpSp>
            <p:nvGrpSpPr>
              <p:cNvPr id="5" name="Group 4">
                <a:extLst>
                  <a:ext uri="{FF2B5EF4-FFF2-40B4-BE49-F238E27FC236}">
                    <a16:creationId xmlns:a16="http://schemas.microsoft.com/office/drawing/2014/main" id="{8F31E27D-6EC1-5943-92A1-E4210B15E8BC}"/>
                  </a:ext>
                </a:extLst>
              </p:cNvPr>
              <p:cNvGrpSpPr/>
              <p:nvPr/>
            </p:nvGrpSpPr>
            <p:grpSpPr>
              <a:xfrm>
                <a:off x="7344839" y="5551212"/>
                <a:ext cx="1039369" cy="214398"/>
                <a:chOff x="7344839" y="5551212"/>
                <a:chExt cx="1039369" cy="214398"/>
              </a:xfrm>
            </p:grpSpPr>
            <p:sp>
              <p:nvSpPr>
                <p:cNvPr id="158" name="Rectangle 74">
                  <a:extLst>
                    <a:ext uri="{FF2B5EF4-FFF2-40B4-BE49-F238E27FC236}">
                      <a16:creationId xmlns:a16="http://schemas.microsoft.com/office/drawing/2014/main" id="{8A48CC54-2E19-7E49-AB6A-C589B7121B06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7344839" y="5556060"/>
                  <a:ext cx="1006475" cy="209550"/>
                </a:xfrm>
                <a:prstGeom prst="rect">
                  <a:avLst/>
                </a:prstGeom>
                <a:solidFill>
                  <a:srgbClr val="00CC99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marL="0" marR="0" lvl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ahoma" charset="0"/>
                    <a:ea typeface="ＭＳ Ｐゴシック" charset="0"/>
                    <a:cs typeface="+mn-cs"/>
                  </a:endParaRPr>
                </a:p>
              </p:txBody>
            </p:sp>
            <p:sp>
              <p:nvSpPr>
                <p:cNvPr id="164" name="Rectangle 92">
                  <a:extLst>
                    <a:ext uri="{FF2B5EF4-FFF2-40B4-BE49-F238E27FC236}">
                      <a16:creationId xmlns:a16="http://schemas.microsoft.com/office/drawing/2014/main" id="{F086B485-A7FA-024F-AE08-D3278D535305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7650783" y="5551212"/>
                  <a:ext cx="733425" cy="212725"/>
                </a:xfrm>
                <a:prstGeom prst="rect">
                  <a:avLst/>
                </a:prstGeom>
                <a:solidFill>
                  <a:srgbClr val="0000A8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marL="0" marR="0" lvl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ahoma" charset="0"/>
                    <a:ea typeface="ＭＳ Ｐゴシック" charset="0"/>
                    <a:cs typeface="+mn-cs"/>
                  </a:endParaRPr>
                </a:p>
              </p:txBody>
            </p:sp>
            <p:sp>
              <p:nvSpPr>
                <p:cNvPr id="159" name="Line 75">
                  <a:extLst>
                    <a:ext uri="{FF2B5EF4-FFF2-40B4-BE49-F238E27FC236}">
                      <a16:creationId xmlns:a16="http://schemas.microsoft.com/office/drawing/2014/main" id="{3072215E-AACF-9541-93AB-D98D0EECBB60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7488859" y="5555058"/>
                  <a:ext cx="0" cy="206375"/>
                </a:xfrm>
                <a:prstGeom prst="line">
                  <a:avLst/>
                </a:prstGeom>
                <a:noFill/>
                <a:ln w="28575">
                  <a:solidFill>
                    <a:srgbClr val="FFFFFF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/>
                <a:lstStyle/>
                <a:p>
                  <a:pPr marL="0" marR="0" lvl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ahoma" charset="0"/>
                    <a:ea typeface="ＭＳ Ｐゴシック" charset="0"/>
                    <a:cs typeface="+mn-cs"/>
                  </a:endParaRPr>
                </a:p>
              </p:txBody>
            </p:sp>
            <p:sp>
              <p:nvSpPr>
                <p:cNvPr id="160" name="Line 76">
                  <a:extLst>
                    <a:ext uri="{FF2B5EF4-FFF2-40B4-BE49-F238E27FC236}">
                      <a16:creationId xmlns:a16="http://schemas.microsoft.com/office/drawing/2014/main" id="{A70802F4-DC4B-B74E-9BF2-97E565E57FB0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7641259" y="5555058"/>
                  <a:ext cx="0" cy="206375"/>
                </a:xfrm>
                <a:prstGeom prst="line">
                  <a:avLst/>
                </a:prstGeom>
                <a:noFill/>
                <a:ln w="28575">
                  <a:solidFill>
                    <a:srgbClr val="FFFFFF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/>
                <a:lstStyle/>
                <a:p>
                  <a:pPr marL="0" marR="0" lvl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ahoma" charset="0"/>
                    <a:ea typeface="ＭＳ Ｐゴシック" charset="0"/>
                    <a:cs typeface="+mn-cs"/>
                  </a:endParaRPr>
                </a:p>
              </p:txBody>
            </p:sp>
          </p:grpSp>
          <p:sp>
            <p:nvSpPr>
              <p:cNvPr id="162" name="Rectangle 86">
                <a:extLst>
                  <a:ext uri="{FF2B5EF4-FFF2-40B4-BE49-F238E27FC236}">
                    <a16:creationId xmlns:a16="http://schemas.microsoft.com/office/drawing/2014/main" id="{4115F8B6-91A1-7C41-83BF-8BE89BBEBEC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47608" y="3577949"/>
                <a:ext cx="720725" cy="209550"/>
              </a:xfrm>
              <a:prstGeom prst="rect">
                <a:avLst/>
              </a:prstGeom>
              <a:solidFill>
                <a:srgbClr val="0000A8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endParaRPr>
              </a:p>
            </p:txBody>
          </p:sp>
          <p:sp>
            <p:nvSpPr>
              <p:cNvPr id="167" name="Text Box 106">
                <a:extLst>
                  <a:ext uri="{FF2B5EF4-FFF2-40B4-BE49-F238E27FC236}">
                    <a16:creationId xmlns:a16="http://schemas.microsoft.com/office/drawing/2014/main" id="{60423099-6913-6449-94EA-C3C8BD4E23A1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633274" y="4192806"/>
                <a:ext cx="2332549" cy="1089529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square">
                <a:spAutoFit/>
              </a:bodyPr>
              <a:lstStyle>
                <a:lvl1pPr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r" defTabSz="914400" rtl="0" eaLnBrk="0" fontAlgn="base" latinLnBrk="0" hangingPunct="0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ＭＳ Ｐゴシック" panose="020B0600070205080204" pitchFamily="34" charset="-128"/>
                    <a:cs typeface="Calibri" panose="020F0502020204030204" pitchFamily="34" charset="0"/>
                  </a:rPr>
                  <a:t>Network layer delivering IP datagram payload into TCP socket buffers</a:t>
                </a:r>
              </a:p>
            </p:txBody>
          </p:sp>
          <p:sp>
            <p:nvSpPr>
              <p:cNvPr id="168" name="Line 108">
                <a:extLst>
                  <a:ext uri="{FF2B5EF4-FFF2-40B4-BE49-F238E27FC236}">
                    <a16:creationId xmlns:a16="http://schemas.microsoft.com/office/drawing/2014/main" id="{526C2D0A-E0A9-564E-8CDF-3A8B49E5D88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6906339" y="4724124"/>
                <a:ext cx="522908" cy="0"/>
              </a:xfrm>
              <a:prstGeom prst="line">
                <a:avLst/>
              </a:prstGeom>
              <a:noFill/>
              <a:ln w="19050">
                <a:solidFill>
                  <a:srgbClr val="CC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endParaRPr>
              </a:p>
            </p:txBody>
          </p:sp>
          <p:sp>
            <p:nvSpPr>
              <p:cNvPr id="170" name="Text Box 116">
                <a:extLst>
                  <a:ext uri="{FF2B5EF4-FFF2-40B4-BE49-F238E27FC236}">
                    <a16:creationId xmlns:a16="http://schemas.microsoft.com/office/drawing/2014/main" id="{698424D2-456E-974F-973C-408C9336D9D7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7074521" y="5970716"/>
                <a:ext cx="1133475" cy="30480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1pPr>
                <a:lvl2pPr marL="742950" indent="-285750"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2pPr>
                <a:lvl3pPr marL="1143000" indent="-228600"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3pPr>
                <a:lvl4pPr marL="1600200" indent="-228600"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4pPr>
                <a:lvl5pPr marL="2057400" indent="-228600"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9pPr>
              </a:lstStyle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4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ahoma" charset="0"/>
                    <a:ea typeface="ＭＳ Ｐゴシック" charset="0"/>
                    <a:cs typeface="+mn-cs"/>
                  </a:rPr>
                  <a:t>from sender</a:t>
                </a:r>
              </a:p>
            </p:txBody>
          </p:sp>
        </p:grpSp>
        <p:sp>
          <p:nvSpPr>
            <p:cNvPr id="6" name="Curved Down Arrow 5">
              <a:extLst>
                <a:ext uri="{FF2B5EF4-FFF2-40B4-BE49-F238E27FC236}">
                  <a16:creationId xmlns:a16="http://schemas.microsoft.com/office/drawing/2014/main" id="{1FE7EE57-FED3-864B-8F06-9CC2C77BF0DE}"/>
                </a:ext>
              </a:extLst>
            </p:cNvPr>
            <p:cNvSpPr/>
            <p:nvPr/>
          </p:nvSpPr>
          <p:spPr>
            <a:xfrm>
              <a:off x="8312727" y="2806352"/>
              <a:ext cx="1410695" cy="2718148"/>
            </a:xfrm>
            <a:prstGeom prst="curvedDownArrow">
              <a:avLst>
                <a:gd name="adj1" fmla="val 13767"/>
                <a:gd name="adj2" fmla="val 28170"/>
                <a:gd name="adj3" fmla="val 25000"/>
              </a:avLst>
            </a:prstGeom>
            <a:solidFill>
              <a:srgbClr val="C00000">
                <a:alpha val="54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grpSp>
        <p:nvGrpSpPr>
          <p:cNvPr id="13" name="Group 12">
            <a:extLst>
              <a:ext uri="{FF2B5EF4-FFF2-40B4-BE49-F238E27FC236}">
                <a16:creationId xmlns:a16="http://schemas.microsoft.com/office/drawing/2014/main" id="{061072C8-D06D-0540-97C3-C1DE8C5A0444}"/>
              </a:ext>
            </a:extLst>
          </p:cNvPr>
          <p:cNvGrpSpPr/>
          <p:nvPr/>
        </p:nvGrpSpPr>
        <p:grpSpPr>
          <a:xfrm>
            <a:off x="4989152" y="1607125"/>
            <a:ext cx="4984933" cy="885919"/>
            <a:chOff x="4989152" y="1607125"/>
            <a:chExt cx="4984933" cy="885919"/>
          </a:xfrm>
        </p:grpSpPr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F4A53074-9492-2643-8C14-D55F3A8DF9EC}"/>
                </a:ext>
              </a:extLst>
            </p:cNvPr>
            <p:cNvGrpSpPr/>
            <p:nvPr/>
          </p:nvGrpSpPr>
          <p:grpSpPr>
            <a:xfrm>
              <a:off x="4989152" y="1652814"/>
              <a:ext cx="4984933" cy="840230"/>
              <a:chOff x="4432738" y="2150355"/>
              <a:chExt cx="4984933" cy="840230"/>
            </a:xfrm>
          </p:grpSpPr>
          <p:sp>
            <p:nvSpPr>
              <p:cNvPr id="166" name="Line 105">
                <a:extLst>
                  <a:ext uri="{FF2B5EF4-FFF2-40B4-BE49-F238E27FC236}">
                    <a16:creationId xmlns:a16="http://schemas.microsoft.com/office/drawing/2014/main" id="{E962447C-3133-664A-8728-73048FD03E1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6976294" y="2457174"/>
                <a:ext cx="1102102" cy="0"/>
              </a:xfrm>
              <a:prstGeom prst="line">
                <a:avLst/>
              </a:prstGeom>
              <a:noFill/>
              <a:ln w="19050">
                <a:solidFill>
                  <a:srgbClr val="CC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endParaRPr>
              </a:p>
            </p:txBody>
          </p:sp>
          <p:sp>
            <p:nvSpPr>
              <p:cNvPr id="175" name="Text Box 104">
                <a:extLst>
                  <a:ext uri="{FF2B5EF4-FFF2-40B4-BE49-F238E27FC236}">
                    <a16:creationId xmlns:a16="http://schemas.microsoft.com/office/drawing/2014/main" id="{F110BC32-2D3E-6B43-8E30-DD363F7CFF88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432738" y="2150355"/>
                <a:ext cx="2533651" cy="84023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square">
                <a:spAutoFit/>
              </a:bodyPr>
              <a:lstStyle>
                <a:lvl1pPr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r" defTabSz="914400" rtl="0" eaLnBrk="1" fontAlgn="auto" latinLnBrk="0" hangingPunct="1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ＭＳ Ｐゴシック" panose="020B0600070205080204" pitchFamily="34" charset="-128"/>
                    <a:cs typeface="+mn-cs"/>
                  </a:rPr>
                  <a:t>Application removing data from TCP socket buffers</a:t>
                </a:r>
              </a:p>
            </p:txBody>
          </p:sp>
          <p:sp>
            <p:nvSpPr>
              <p:cNvPr id="176" name="Rectangle 86">
                <a:extLst>
                  <a:ext uri="{FF2B5EF4-FFF2-40B4-BE49-F238E27FC236}">
                    <a16:creationId xmlns:a16="http://schemas.microsoft.com/office/drawing/2014/main" id="{4FC9FA64-3313-7441-820B-DA439AD3A89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696946" y="2344462"/>
                <a:ext cx="720725" cy="209550"/>
              </a:xfrm>
              <a:prstGeom prst="rect">
                <a:avLst/>
              </a:prstGeom>
              <a:solidFill>
                <a:srgbClr val="0000A8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endParaRPr>
              </a:p>
            </p:txBody>
          </p:sp>
        </p:grpSp>
        <p:sp>
          <p:nvSpPr>
            <p:cNvPr id="56" name="Curved Down Arrow 55">
              <a:extLst>
                <a:ext uri="{FF2B5EF4-FFF2-40B4-BE49-F238E27FC236}">
                  <a16:creationId xmlns:a16="http://schemas.microsoft.com/office/drawing/2014/main" id="{1957E969-1EF1-4941-A40B-CB97CA05EBA4}"/>
                </a:ext>
              </a:extLst>
            </p:cNvPr>
            <p:cNvSpPr/>
            <p:nvPr/>
          </p:nvSpPr>
          <p:spPr>
            <a:xfrm rot="10800000" flipH="1">
              <a:off x="8517082" y="1607125"/>
              <a:ext cx="1000991" cy="872838"/>
            </a:xfrm>
            <a:prstGeom prst="curvedDownArrow">
              <a:avLst>
                <a:gd name="adj1" fmla="val 13767"/>
                <a:gd name="adj2" fmla="val 28170"/>
                <a:gd name="adj3" fmla="val 25000"/>
              </a:avLst>
            </a:prstGeom>
            <a:solidFill>
              <a:srgbClr val="C00000">
                <a:alpha val="54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sp>
        <p:nvSpPr>
          <p:cNvPr id="48" name="Slide Number Placeholder 2">
            <a:extLst>
              <a:ext uri="{FF2B5EF4-FFF2-40B4-BE49-F238E27FC236}">
                <a16:creationId xmlns:a16="http://schemas.microsoft.com/office/drawing/2014/main" id="{70507C61-599D-8346-AECE-C0A356026ED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19616" y="6443089"/>
            <a:ext cx="2743200" cy="365125"/>
          </a:xfrm>
        </p:spPr>
        <p:txBody>
          <a:bodyPr/>
          <a:lstStyle/>
          <a:p>
            <a:r>
              <a:rPr lang="en-US" dirty="0"/>
              <a:t>Transport Layer: 3-</a:t>
            </a:r>
            <a:fld id="{C4204591-24BD-A542-B9D5-F8D8A88D2FEE}" type="slidenum">
              <a:rPr lang="en-US" smtClean="0"/>
              <a:pPr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476340"/>
      </p:ext>
    </p:extLst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8CD900-19EC-824C-BF74-AADFBF5A17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8690" y="289325"/>
            <a:ext cx="11393310" cy="894622"/>
          </a:xfrm>
        </p:spPr>
        <p:txBody>
          <a:bodyPr>
            <a:normAutofit/>
          </a:bodyPr>
          <a:lstStyle/>
          <a:p>
            <a:r>
              <a:rPr lang="en-US" sz="4800" dirty="0"/>
              <a:t>TCP flow control</a:t>
            </a:r>
            <a:endParaRPr lang="en-US" sz="4400" b="0" dirty="0"/>
          </a:p>
        </p:txBody>
      </p:sp>
      <p:sp>
        <p:nvSpPr>
          <p:cNvPr id="137" name="Rectangle 72">
            <a:extLst>
              <a:ext uri="{FF2B5EF4-FFF2-40B4-BE49-F238E27FC236}">
                <a16:creationId xmlns:a16="http://schemas.microsoft.com/office/drawing/2014/main" id="{C267ED98-FBDB-D24C-A351-3097B056B078}"/>
              </a:ext>
            </a:extLst>
          </p:cNvPr>
          <p:cNvSpPr>
            <a:spLocks noChangeArrowheads="1"/>
          </p:cNvSpPr>
          <p:nvPr/>
        </p:nvSpPr>
        <p:spPr bwMode="auto">
          <a:xfrm>
            <a:off x="7848422" y="1084921"/>
            <a:ext cx="2524125" cy="3854450"/>
          </a:xfrm>
          <a:prstGeom prst="rect">
            <a:avLst/>
          </a:prstGeom>
          <a:solidFill>
            <a:srgbClr val="000099"/>
          </a:solidFill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charset="0"/>
              <a:ea typeface="ＭＳ Ｐゴシック" charset="0"/>
              <a:cs typeface="+mn-cs"/>
            </a:endParaRPr>
          </a:p>
        </p:txBody>
      </p:sp>
      <p:sp>
        <p:nvSpPr>
          <p:cNvPr id="138" name="Freeform 32">
            <a:extLst>
              <a:ext uri="{FF2B5EF4-FFF2-40B4-BE49-F238E27FC236}">
                <a16:creationId xmlns:a16="http://schemas.microsoft.com/office/drawing/2014/main" id="{58EA8CF4-DBF4-E34D-8254-A77227811341}"/>
              </a:ext>
            </a:extLst>
          </p:cNvPr>
          <p:cNvSpPr>
            <a:spLocks/>
          </p:cNvSpPr>
          <p:nvPr/>
        </p:nvSpPr>
        <p:spPr bwMode="auto">
          <a:xfrm>
            <a:off x="10289997" y="1078571"/>
            <a:ext cx="581025" cy="4206875"/>
          </a:xfrm>
          <a:custGeom>
            <a:avLst/>
            <a:gdLst>
              <a:gd name="T0" fmla="*/ 2147483647 w 366"/>
              <a:gd name="T1" fmla="*/ 2147483647 h 1284"/>
              <a:gd name="T2" fmla="*/ 2147483647 w 366"/>
              <a:gd name="T3" fmla="*/ 0 h 1284"/>
              <a:gd name="T4" fmla="*/ 0 w 366"/>
              <a:gd name="T5" fmla="*/ 2147483647 h 1284"/>
              <a:gd name="T6" fmla="*/ 2147483647 w 366"/>
              <a:gd name="T7" fmla="*/ 2147483647 h 1284"/>
              <a:gd name="T8" fmla="*/ 2147483647 w 366"/>
              <a:gd name="T9" fmla="*/ 2147483647 h 1284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366" h="1284">
                <a:moveTo>
                  <a:pt x="366" y="1278"/>
                </a:moveTo>
                <a:lnTo>
                  <a:pt x="12" y="0"/>
                </a:lnTo>
                <a:lnTo>
                  <a:pt x="0" y="1224"/>
                </a:lnTo>
                <a:lnTo>
                  <a:pt x="186" y="1284"/>
                </a:lnTo>
                <a:lnTo>
                  <a:pt x="366" y="1278"/>
                </a:lnTo>
                <a:close/>
              </a:path>
            </a:pathLst>
          </a:custGeom>
          <a:gradFill rotWithShape="1">
            <a:gsLst>
              <a:gs pos="0">
                <a:srgbClr val="B2B2B2"/>
              </a:gs>
              <a:gs pos="100000">
                <a:srgbClr val="FFFFFF"/>
              </a:gs>
            </a:gsLst>
            <a:lin ang="0" scaled="1"/>
          </a:gradFill>
          <a:ln w="9525">
            <a:solidFill>
              <a:srgbClr val="DDDDDD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139" name="Rectangle 40">
            <a:extLst>
              <a:ext uri="{FF2B5EF4-FFF2-40B4-BE49-F238E27FC236}">
                <a16:creationId xmlns:a16="http://schemas.microsoft.com/office/drawing/2014/main" id="{8F576ED5-5855-F048-B4BB-75BF51C27D5C}"/>
              </a:ext>
            </a:extLst>
          </p:cNvPr>
          <p:cNvSpPr>
            <a:spLocks noChangeArrowheads="1"/>
          </p:cNvSpPr>
          <p:nvPr/>
        </p:nvSpPr>
        <p:spPr bwMode="auto">
          <a:xfrm>
            <a:off x="7762697" y="1186521"/>
            <a:ext cx="2533650" cy="3814762"/>
          </a:xfrm>
          <a:prstGeom prst="rect">
            <a:avLst/>
          </a:prstGeom>
          <a:solidFill>
            <a:srgbClr val="FFFFFF"/>
          </a:solidFill>
          <a:ln w="19050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charset="0"/>
              <a:ea typeface="ＭＳ Ｐゴシック" charset="0"/>
              <a:cs typeface="+mn-cs"/>
            </a:endParaRPr>
          </a:p>
        </p:txBody>
      </p:sp>
      <p:sp>
        <p:nvSpPr>
          <p:cNvPr id="140" name="Oval 31">
            <a:extLst>
              <a:ext uri="{FF2B5EF4-FFF2-40B4-BE49-F238E27FC236}">
                <a16:creationId xmlns:a16="http://schemas.microsoft.com/office/drawing/2014/main" id="{E56CABC0-9BC4-164D-8001-714872CF7127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02447" y="1243671"/>
            <a:ext cx="1377950" cy="596900"/>
          </a:xfrm>
          <a:prstGeom prst="ellipse">
            <a:avLst/>
          </a:prstGeom>
          <a:solidFill>
            <a:srgbClr val="CCFFFF"/>
          </a:solidFill>
          <a:ln w="9525">
            <a:solidFill>
              <a:srgbClr val="0000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rPr>
              <a:t>application</a:t>
            </a: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rPr>
              <a:t>process</a:t>
            </a:r>
          </a:p>
        </p:txBody>
      </p:sp>
      <p:grpSp>
        <p:nvGrpSpPr>
          <p:cNvPr id="141" name="Group 47">
            <a:extLst>
              <a:ext uri="{FF2B5EF4-FFF2-40B4-BE49-F238E27FC236}">
                <a16:creationId xmlns:a16="http://schemas.microsoft.com/office/drawing/2014/main" id="{02602D35-C64D-9445-8BEF-315190C777FA}"/>
              </a:ext>
            </a:extLst>
          </p:cNvPr>
          <p:cNvGrpSpPr>
            <a:grpSpLocks/>
          </p:cNvGrpSpPr>
          <p:nvPr/>
        </p:nvGrpSpPr>
        <p:grpSpPr bwMode="auto">
          <a:xfrm>
            <a:off x="8070672" y="2312058"/>
            <a:ext cx="1795463" cy="688975"/>
            <a:chOff x="1173" y="2345"/>
            <a:chExt cx="1131" cy="434"/>
          </a:xfrm>
        </p:grpSpPr>
        <p:sp>
          <p:nvSpPr>
            <p:cNvPr id="142" name="Rectangle 44">
              <a:extLst>
                <a:ext uri="{FF2B5EF4-FFF2-40B4-BE49-F238E27FC236}">
                  <a16:creationId xmlns:a16="http://schemas.microsoft.com/office/drawing/2014/main" id="{92C6A498-BA40-944E-B932-C93263DCC5C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73" y="2345"/>
              <a:ext cx="1131" cy="434"/>
            </a:xfrm>
            <a:prstGeom prst="rect">
              <a:avLst/>
            </a:prstGeom>
            <a:solidFill>
              <a:srgbClr val="0000A8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143" name="Text Box 46">
              <a:extLst>
                <a:ext uri="{FF2B5EF4-FFF2-40B4-BE49-F238E27FC236}">
                  <a16:creationId xmlns:a16="http://schemas.microsoft.com/office/drawing/2014/main" id="{ED90C8EB-7D14-B54F-AC97-04DAEC25D0A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235" y="2368"/>
              <a:ext cx="995" cy="36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0" cap="none" spc="0" normalizeH="0" baseline="0" noProof="0" dirty="0">
                  <a:ln>
                    <a:noFill/>
                  </a:ln>
                  <a:solidFill>
                    <a:prstClr val="white">
                      <a:lumMod val="95000"/>
                    </a:prstClr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rPr>
                <a:t>TCP socket</a:t>
              </a:r>
            </a:p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0" cap="none" spc="0" normalizeH="0" baseline="0" noProof="0" dirty="0">
                  <a:ln>
                    <a:noFill/>
                  </a:ln>
                  <a:solidFill>
                    <a:prstClr val="white">
                      <a:lumMod val="95000"/>
                    </a:prstClr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rPr>
                <a:t>receiver buffers</a:t>
              </a:r>
            </a:p>
          </p:txBody>
        </p:sp>
      </p:grpSp>
      <p:sp>
        <p:nvSpPr>
          <p:cNvPr id="144" name="Oval 48">
            <a:extLst>
              <a:ext uri="{FF2B5EF4-FFF2-40B4-BE49-F238E27FC236}">
                <a16:creationId xmlns:a16="http://schemas.microsoft.com/office/drawing/2014/main" id="{0742E955-8C93-5F47-BE4B-8E6ACFB2E75E}"/>
              </a:ext>
            </a:extLst>
          </p:cNvPr>
          <p:cNvSpPr>
            <a:spLocks noChangeArrowheads="1"/>
          </p:cNvSpPr>
          <p:nvPr/>
        </p:nvSpPr>
        <p:spPr bwMode="auto">
          <a:xfrm>
            <a:off x="8238947" y="3335996"/>
            <a:ext cx="1562100" cy="596900"/>
          </a:xfrm>
          <a:prstGeom prst="ellipse">
            <a:avLst/>
          </a:prstGeom>
          <a:solidFill>
            <a:srgbClr val="CCFFFF"/>
          </a:solidFill>
          <a:ln w="9525">
            <a:solidFill>
              <a:srgbClr val="0000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  <a:cs typeface="+mn-cs"/>
            </a:endParaRPr>
          </a:p>
        </p:txBody>
      </p:sp>
      <p:sp>
        <p:nvSpPr>
          <p:cNvPr id="145" name="Text Box 64">
            <a:extLst>
              <a:ext uri="{FF2B5EF4-FFF2-40B4-BE49-F238E27FC236}">
                <a16:creationId xmlns:a16="http://schemas.microsoft.com/office/drawing/2014/main" id="{FCF30813-93D4-B644-BB9A-DEC80D91630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745360" y="3364839"/>
            <a:ext cx="559769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rPr>
              <a:t>TCP</a:t>
            </a: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rPr>
              <a:t>code</a:t>
            </a:r>
          </a:p>
        </p:txBody>
      </p:sp>
      <p:sp>
        <p:nvSpPr>
          <p:cNvPr id="146" name="Oval 65">
            <a:extLst>
              <a:ext uri="{FF2B5EF4-FFF2-40B4-BE49-F238E27FC236}">
                <a16:creationId xmlns:a16="http://schemas.microsoft.com/office/drawing/2014/main" id="{6BD69667-2B04-344B-AF15-D9A7175F3571}"/>
              </a:ext>
            </a:extLst>
          </p:cNvPr>
          <p:cNvSpPr>
            <a:spLocks noChangeArrowheads="1"/>
          </p:cNvSpPr>
          <p:nvPr/>
        </p:nvSpPr>
        <p:spPr bwMode="auto">
          <a:xfrm>
            <a:off x="8246885" y="4321833"/>
            <a:ext cx="1562100" cy="596900"/>
          </a:xfrm>
          <a:prstGeom prst="ellipse">
            <a:avLst/>
          </a:prstGeom>
          <a:solidFill>
            <a:srgbClr val="CCFFFF"/>
          </a:solidFill>
          <a:ln w="9525">
            <a:solidFill>
              <a:srgbClr val="0000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  <a:cs typeface="+mn-cs"/>
            </a:endParaRPr>
          </a:p>
        </p:txBody>
      </p:sp>
      <p:sp>
        <p:nvSpPr>
          <p:cNvPr id="147" name="Text Box 66">
            <a:extLst>
              <a:ext uri="{FF2B5EF4-FFF2-40B4-BE49-F238E27FC236}">
                <a16:creationId xmlns:a16="http://schemas.microsoft.com/office/drawing/2014/main" id="{19C3DDC5-2A06-B840-8A80-61FECF59777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731699" y="4354979"/>
            <a:ext cx="559769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rPr>
              <a:t>IP</a:t>
            </a: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rPr>
              <a:t>code</a:t>
            </a:r>
          </a:p>
        </p:txBody>
      </p:sp>
      <p:sp>
        <p:nvSpPr>
          <p:cNvPr id="149" name="Line 68">
            <a:extLst>
              <a:ext uri="{FF2B5EF4-FFF2-40B4-BE49-F238E27FC236}">
                <a16:creationId xmlns:a16="http://schemas.microsoft.com/office/drawing/2014/main" id="{68A5AD3F-8561-BA43-8CCB-23369CB3F10B}"/>
              </a:ext>
            </a:extLst>
          </p:cNvPr>
          <p:cNvSpPr>
            <a:spLocks noChangeShapeType="1"/>
          </p:cNvSpPr>
          <p:nvPr/>
        </p:nvSpPr>
        <p:spPr bwMode="auto">
          <a:xfrm>
            <a:off x="7756347" y="4071008"/>
            <a:ext cx="2546350" cy="0"/>
          </a:xfrm>
          <a:prstGeom prst="line">
            <a:avLst/>
          </a:prstGeom>
          <a:noFill/>
          <a:ln w="19050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charset="0"/>
              <a:ea typeface="ＭＳ Ｐゴシック" charset="0"/>
              <a:cs typeface="+mn-cs"/>
            </a:endParaRPr>
          </a:p>
        </p:txBody>
      </p:sp>
      <p:sp>
        <p:nvSpPr>
          <p:cNvPr id="150" name="Line 69">
            <a:extLst>
              <a:ext uri="{FF2B5EF4-FFF2-40B4-BE49-F238E27FC236}">
                <a16:creationId xmlns:a16="http://schemas.microsoft.com/office/drawing/2014/main" id="{069D68E8-3A07-7842-BBE3-A83C41548FBA}"/>
              </a:ext>
            </a:extLst>
          </p:cNvPr>
          <p:cNvSpPr>
            <a:spLocks noChangeShapeType="1"/>
          </p:cNvSpPr>
          <p:nvPr/>
        </p:nvSpPr>
        <p:spPr bwMode="auto">
          <a:xfrm>
            <a:off x="7769047" y="2219983"/>
            <a:ext cx="2546350" cy="0"/>
          </a:xfrm>
          <a:prstGeom prst="line">
            <a:avLst/>
          </a:prstGeom>
          <a:noFill/>
          <a:ln w="19050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charset="0"/>
              <a:ea typeface="ＭＳ Ｐゴシック" charset="0"/>
              <a:cs typeface="+mn-cs"/>
            </a:endParaRPr>
          </a:p>
        </p:txBody>
      </p:sp>
      <p:grpSp>
        <p:nvGrpSpPr>
          <p:cNvPr id="151" name="Group 56">
            <a:extLst>
              <a:ext uri="{FF2B5EF4-FFF2-40B4-BE49-F238E27FC236}">
                <a16:creationId xmlns:a16="http://schemas.microsoft.com/office/drawing/2014/main" id="{9D087FDD-1E50-B54A-BAF1-08F2E9EB032C}"/>
              </a:ext>
            </a:extLst>
          </p:cNvPr>
          <p:cNvGrpSpPr>
            <a:grpSpLocks/>
          </p:cNvGrpSpPr>
          <p:nvPr/>
        </p:nvGrpSpPr>
        <p:grpSpPr bwMode="auto">
          <a:xfrm>
            <a:off x="8745360" y="2104096"/>
            <a:ext cx="533400" cy="206375"/>
            <a:chOff x="2003" y="1816"/>
            <a:chExt cx="336" cy="130"/>
          </a:xfrm>
        </p:grpSpPr>
        <p:sp>
          <p:nvSpPr>
            <p:cNvPr id="152" name="Rectangle 16">
              <a:extLst>
                <a:ext uri="{FF2B5EF4-FFF2-40B4-BE49-F238E27FC236}">
                  <a16:creationId xmlns:a16="http://schemas.microsoft.com/office/drawing/2014/main" id="{4802C0EA-E5A8-E447-A8F6-A96701A0BAC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03" y="1816"/>
              <a:ext cx="336" cy="130"/>
            </a:xfrm>
            <a:prstGeom prst="rect">
              <a:avLst/>
            </a:prstGeom>
            <a:solidFill>
              <a:srgbClr val="FFFF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153" name="Rectangle 17">
              <a:extLst>
                <a:ext uri="{FF2B5EF4-FFF2-40B4-BE49-F238E27FC236}">
                  <a16:creationId xmlns:a16="http://schemas.microsoft.com/office/drawing/2014/main" id="{620EA98C-EF38-184B-A03B-82616FCB9AE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05" y="1833"/>
              <a:ext cx="110" cy="99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CC99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154" name="Rectangle 18">
              <a:extLst>
                <a:ext uri="{FF2B5EF4-FFF2-40B4-BE49-F238E27FC236}">
                  <a16:creationId xmlns:a16="http://schemas.microsoft.com/office/drawing/2014/main" id="{1C3BBD2A-6ACC-C349-BDA8-0843C2DEA50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29" y="1891"/>
              <a:ext cx="29" cy="35"/>
            </a:xfrm>
            <a:prstGeom prst="rect">
              <a:avLst/>
            </a:prstGeom>
            <a:solidFill>
              <a:srgbClr val="CC9900"/>
            </a:solidFill>
            <a:ln w="9525">
              <a:solidFill>
                <a:srgbClr val="CC99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155" name="Rectangle 19">
              <a:extLst>
                <a:ext uri="{FF2B5EF4-FFF2-40B4-BE49-F238E27FC236}">
                  <a16:creationId xmlns:a16="http://schemas.microsoft.com/office/drawing/2014/main" id="{96FBD4A2-E799-8F4F-9D14-53FD99E5BFA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58" y="1892"/>
              <a:ext cx="29" cy="35"/>
            </a:xfrm>
            <a:prstGeom prst="rect">
              <a:avLst/>
            </a:prstGeom>
            <a:solidFill>
              <a:srgbClr val="CC9900"/>
            </a:solidFill>
            <a:ln w="9525">
              <a:solidFill>
                <a:srgbClr val="CC99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</p:grpSp>
      <p:sp>
        <p:nvSpPr>
          <p:cNvPr id="165" name="Text Box 103">
            <a:extLst>
              <a:ext uri="{FF2B5EF4-FFF2-40B4-BE49-F238E27FC236}">
                <a16:creationId xmlns:a16="http://schemas.microsoft.com/office/drawing/2014/main" id="{4ECF9189-0AD6-144B-8167-6762F7B3E86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549972" y="5823520"/>
            <a:ext cx="2714625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rPr>
              <a:t>receiver protocol stack</a:t>
            </a:r>
          </a:p>
        </p:txBody>
      </p:sp>
      <p:sp>
        <p:nvSpPr>
          <p:cNvPr id="169" name="Line 115">
            <a:extLst>
              <a:ext uri="{FF2B5EF4-FFF2-40B4-BE49-F238E27FC236}">
                <a16:creationId xmlns:a16="http://schemas.microsoft.com/office/drawing/2014/main" id="{ABF785A9-86A1-6E46-9624-CABBC5E29FA3}"/>
              </a:ext>
            </a:extLst>
          </p:cNvPr>
          <p:cNvSpPr>
            <a:spLocks noChangeShapeType="1"/>
          </p:cNvSpPr>
          <p:nvPr/>
        </p:nvSpPr>
        <p:spPr bwMode="auto">
          <a:xfrm>
            <a:off x="8790777" y="5419835"/>
            <a:ext cx="0" cy="349250"/>
          </a:xfrm>
          <a:prstGeom prst="line">
            <a:avLst/>
          </a:prstGeom>
          <a:noFill/>
          <a:ln w="28575">
            <a:solidFill>
              <a:srgbClr val="CC0000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charset="0"/>
              <a:ea typeface="ＭＳ Ｐゴシック" charset="0"/>
              <a:cs typeface="+mn-cs"/>
            </a:endParaRPr>
          </a:p>
        </p:txBody>
      </p:sp>
      <p:sp>
        <p:nvSpPr>
          <p:cNvPr id="171" name="Line 118">
            <a:extLst>
              <a:ext uri="{FF2B5EF4-FFF2-40B4-BE49-F238E27FC236}">
                <a16:creationId xmlns:a16="http://schemas.microsoft.com/office/drawing/2014/main" id="{5E5B6E3E-966C-D44A-B01C-0473357F14EE}"/>
              </a:ext>
            </a:extLst>
          </p:cNvPr>
          <p:cNvSpPr>
            <a:spLocks noChangeShapeType="1"/>
          </p:cNvSpPr>
          <p:nvPr/>
        </p:nvSpPr>
        <p:spPr bwMode="auto">
          <a:xfrm>
            <a:off x="10285235" y="4996521"/>
            <a:ext cx="0" cy="463550"/>
          </a:xfrm>
          <a:prstGeom prst="line">
            <a:avLst/>
          </a:prstGeom>
          <a:noFill/>
          <a:ln w="19050">
            <a:solidFill>
              <a:srgbClr val="000000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charset="0"/>
              <a:ea typeface="ＭＳ Ｐゴシック" charset="0"/>
              <a:cs typeface="+mn-cs"/>
            </a:endParaRPr>
          </a:p>
        </p:txBody>
      </p:sp>
      <p:grpSp>
        <p:nvGrpSpPr>
          <p:cNvPr id="172" name="Group 124">
            <a:extLst>
              <a:ext uri="{FF2B5EF4-FFF2-40B4-BE49-F238E27FC236}">
                <a16:creationId xmlns:a16="http://schemas.microsoft.com/office/drawing/2014/main" id="{4194DDD2-AC6E-4846-988C-D47AF88815BF}"/>
              </a:ext>
            </a:extLst>
          </p:cNvPr>
          <p:cNvGrpSpPr>
            <a:grpSpLocks/>
          </p:cNvGrpSpPr>
          <p:nvPr/>
        </p:nvGrpSpPr>
        <p:grpSpPr bwMode="auto">
          <a:xfrm flipH="1">
            <a:off x="10523360" y="4590121"/>
            <a:ext cx="869950" cy="906462"/>
            <a:chOff x="-44" y="1473"/>
            <a:chExt cx="981" cy="1105"/>
          </a:xfrm>
        </p:grpSpPr>
        <p:pic>
          <p:nvPicPr>
            <p:cNvPr id="173" name="Picture 125" descr="desktop_computer_stylized_medium">
              <a:extLst>
                <a:ext uri="{FF2B5EF4-FFF2-40B4-BE49-F238E27FC236}">
                  <a16:creationId xmlns:a16="http://schemas.microsoft.com/office/drawing/2014/main" id="{C6DE1974-7837-334B-B35F-1B82108E308D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74" name="Freeform 126">
              <a:extLst>
                <a:ext uri="{FF2B5EF4-FFF2-40B4-BE49-F238E27FC236}">
                  <a16:creationId xmlns:a16="http://schemas.microsoft.com/office/drawing/2014/main" id="{C8663771-41F7-FF4F-89C7-CFC093B9A138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5595 w 356"/>
                <a:gd name="T3" fmla="*/ 341 h 368"/>
                <a:gd name="T4" fmla="*/ 6638 w 356"/>
                <a:gd name="T5" fmla="*/ 7113 h 368"/>
                <a:gd name="T6" fmla="*/ 1463 w 356"/>
                <a:gd name="T7" fmla="*/ 8895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 cmpd="sng">
                  <a:solidFill>
                    <a:schemeClr val="tx1"/>
                  </a:solidFill>
                  <a:prstDash val="solid"/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</p:grpSp>
      <p:sp>
        <p:nvSpPr>
          <p:cNvPr id="9" name="TextBox 8">
            <a:extLst>
              <a:ext uri="{FF2B5EF4-FFF2-40B4-BE49-F238E27FC236}">
                <a16:creationId xmlns:a16="http://schemas.microsoft.com/office/drawing/2014/main" id="{3FF08E5E-7834-074F-B7D9-7DBE006EE269}"/>
              </a:ext>
            </a:extLst>
          </p:cNvPr>
          <p:cNvSpPr txBox="1"/>
          <p:nvPr/>
        </p:nvSpPr>
        <p:spPr>
          <a:xfrm>
            <a:off x="712555" y="1437021"/>
            <a:ext cx="3850826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1" u="sng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Q: 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What happens if network layer delivers data faster than application layer removes data from socket buffers?</a:t>
            </a:r>
          </a:p>
        </p:txBody>
      </p:sp>
      <p:sp>
        <p:nvSpPr>
          <p:cNvPr id="182" name="Line 117">
            <a:extLst>
              <a:ext uri="{FF2B5EF4-FFF2-40B4-BE49-F238E27FC236}">
                <a16:creationId xmlns:a16="http://schemas.microsoft.com/office/drawing/2014/main" id="{1B7AFE0B-8185-3E43-BF7C-730BEFE1D783}"/>
              </a:ext>
            </a:extLst>
          </p:cNvPr>
          <p:cNvSpPr>
            <a:spLocks noChangeShapeType="1"/>
          </p:cNvSpPr>
          <p:nvPr/>
        </p:nvSpPr>
        <p:spPr bwMode="auto">
          <a:xfrm>
            <a:off x="7764475" y="5006696"/>
            <a:ext cx="0" cy="463550"/>
          </a:xfrm>
          <a:prstGeom prst="line">
            <a:avLst/>
          </a:prstGeom>
          <a:noFill/>
          <a:ln w="19050">
            <a:solidFill>
              <a:schemeClr val="tx1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charset="0"/>
              <a:ea typeface="ＭＳ Ｐゴシック" charset="0"/>
              <a:cs typeface="+mn-cs"/>
            </a:endParaRP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C820FA96-992D-4547-BB82-D80AD6340B76}"/>
              </a:ext>
            </a:extLst>
          </p:cNvPr>
          <p:cNvGrpSpPr/>
          <p:nvPr/>
        </p:nvGrpSpPr>
        <p:grpSpPr>
          <a:xfrm>
            <a:off x="5189688" y="2806352"/>
            <a:ext cx="4533734" cy="2971623"/>
            <a:chOff x="5189688" y="2806352"/>
            <a:chExt cx="4533734" cy="2971623"/>
          </a:xfrm>
        </p:grpSpPr>
        <p:grpSp>
          <p:nvGrpSpPr>
            <p:cNvPr id="7" name="Group 6">
              <a:extLst>
                <a:ext uri="{FF2B5EF4-FFF2-40B4-BE49-F238E27FC236}">
                  <a16:creationId xmlns:a16="http://schemas.microsoft.com/office/drawing/2014/main" id="{90136498-1DCA-8245-9AEB-79D923D0965C}"/>
                </a:ext>
              </a:extLst>
            </p:cNvPr>
            <p:cNvGrpSpPr/>
            <p:nvPr/>
          </p:nvGrpSpPr>
          <p:grpSpPr>
            <a:xfrm>
              <a:off x="5189688" y="3080408"/>
              <a:ext cx="3750934" cy="2697567"/>
              <a:chOff x="4633274" y="3577949"/>
              <a:chExt cx="3750934" cy="2697567"/>
            </a:xfrm>
          </p:grpSpPr>
          <p:sp>
            <p:nvSpPr>
              <p:cNvPr id="163" name="Rectangle 91">
                <a:extLst>
                  <a:ext uri="{FF2B5EF4-FFF2-40B4-BE49-F238E27FC236}">
                    <a16:creationId xmlns:a16="http://schemas.microsoft.com/office/drawing/2014/main" id="{262B8492-92D0-1D4D-A388-8EDCD289152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55546" y="4619349"/>
                <a:ext cx="720725" cy="209550"/>
              </a:xfrm>
              <a:prstGeom prst="rect">
                <a:avLst/>
              </a:prstGeom>
              <a:solidFill>
                <a:srgbClr val="0000A8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endParaRPr>
              </a:p>
            </p:txBody>
          </p:sp>
          <p:grpSp>
            <p:nvGrpSpPr>
              <p:cNvPr id="5" name="Group 4">
                <a:extLst>
                  <a:ext uri="{FF2B5EF4-FFF2-40B4-BE49-F238E27FC236}">
                    <a16:creationId xmlns:a16="http://schemas.microsoft.com/office/drawing/2014/main" id="{8F31E27D-6EC1-5943-92A1-E4210B15E8BC}"/>
                  </a:ext>
                </a:extLst>
              </p:cNvPr>
              <p:cNvGrpSpPr/>
              <p:nvPr/>
            </p:nvGrpSpPr>
            <p:grpSpPr>
              <a:xfrm>
                <a:off x="7344839" y="5551212"/>
                <a:ext cx="1039369" cy="214398"/>
                <a:chOff x="7344839" y="5551212"/>
                <a:chExt cx="1039369" cy="214398"/>
              </a:xfrm>
            </p:grpSpPr>
            <p:sp>
              <p:nvSpPr>
                <p:cNvPr id="158" name="Rectangle 74">
                  <a:extLst>
                    <a:ext uri="{FF2B5EF4-FFF2-40B4-BE49-F238E27FC236}">
                      <a16:creationId xmlns:a16="http://schemas.microsoft.com/office/drawing/2014/main" id="{8A48CC54-2E19-7E49-AB6A-C589B7121B06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7344839" y="5556060"/>
                  <a:ext cx="1006475" cy="209550"/>
                </a:xfrm>
                <a:prstGeom prst="rect">
                  <a:avLst/>
                </a:prstGeom>
                <a:solidFill>
                  <a:srgbClr val="00CC99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marL="0" marR="0" lvl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ahoma" charset="0"/>
                    <a:ea typeface="ＭＳ Ｐゴシック" charset="0"/>
                    <a:cs typeface="+mn-cs"/>
                  </a:endParaRPr>
                </a:p>
              </p:txBody>
            </p:sp>
            <p:sp>
              <p:nvSpPr>
                <p:cNvPr id="164" name="Rectangle 92">
                  <a:extLst>
                    <a:ext uri="{FF2B5EF4-FFF2-40B4-BE49-F238E27FC236}">
                      <a16:creationId xmlns:a16="http://schemas.microsoft.com/office/drawing/2014/main" id="{F086B485-A7FA-024F-AE08-D3278D535305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7650783" y="5551212"/>
                  <a:ext cx="733425" cy="212725"/>
                </a:xfrm>
                <a:prstGeom prst="rect">
                  <a:avLst/>
                </a:prstGeom>
                <a:solidFill>
                  <a:srgbClr val="0000A8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marL="0" marR="0" lvl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ahoma" charset="0"/>
                    <a:ea typeface="ＭＳ Ｐゴシック" charset="0"/>
                    <a:cs typeface="+mn-cs"/>
                  </a:endParaRPr>
                </a:p>
              </p:txBody>
            </p:sp>
            <p:sp>
              <p:nvSpPr>
                <p:cNvPr id="159" name="Line 75">
                  <a:extLst>
                    <a:ext uri="{FF2B5EF4-FFF2-40B4-BE49-F238E27FC236}">
                      <a16:creationId xmlns:a16="http://schemas.microsoft.com/office/drawing/2014/main" id="{3072215E-AACF-9541-93AB-D98D0EECBB60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7488859" y="5555058"/>
                  <a:ext cx="0" cy="206375"/>
                </a:xfrm>
                <a:prstGeom prst="line">
                  <a:avLst/>
                </a:prstGeom>
                <a:noFill/>
                <a:ln w="28575">
                  <a:solidFill>
                    <a:srgbClr val="FFFFFF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/>
                <a:lstStyle/>
                <a:p>
                  <a:pPr marL="0" marR="0" lvl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ahoma" charset="0"/>
                    <a:ea typeface="ＭＳ Ｐゴシック" charset="0"/>
                    <a:cs typeface="+mn-cs"/>
                  </a:endParaRPr>
                </a:p>
              </p:txBody>
            </p:sp>
            <p:sp>
              <p:nvSpPr>
                <p:cNvPr id="160" name="Line 76">
                  <a:extLst>
                    <a:ext uri="{FF2B5EF4-FFF2-40B4-BE49-F238E27FC236}">
                      <a16:creationId xmlns:a16="http://schemas.microsoft.com/office/drawing/2014/main" id="{A70802F4-DC4B-B74E-9BF2-97E565E57FB0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7641259" y="5555058"/>
                  <a:ext cx="0" cy="206375"/>
                </a:xfrm>
                <a:prstGeom prst="line">
                  <a:avLst/>
                </a:prstGeom>
                <a:noFill/>
                <a:ln w="28575">
                  <a:solidFill>
                    <a:srgbClr val="FFFFFF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/>
                <a:lstStyle/>
                <a:p>
                  <a:pPr marL="0" marR="0" lvl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ahoma" charset="0"/>
                    <a:ea typeface="ＭＳ Ｐゴシック" charset="0"/>
                    <a:cs typeface="+mn-cs"/>
                  </a:endParaRPr>
                </a:p>
              </p:txBody>
            </p:sp>
          </p:grpSp>
          <p:sp>
            <p:nvSpPr>
              <p:cNvPr id="162" name="Rectangle 86">
                <a:extLst>
                  <a:ext uri="{FF2B5EF4-FFF2-40B4-BE49-F238E27FC236}">
                    <a16:creationId xmlns:a16="http://schemas.microsoft.com/office/drawing/2014/main" id="{4115F8B6-91A1-7C41-83BF-8BE89BBEBEC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47608" y="3577949"/>
                <a:ext cx="720725" cy="209550"/>
              </a:xfrm>
              <a:prstGeom prst="rect">
                <a:avLst/>
              </a:prstGeom>
              <a:solidFill>
                <a:srgbClr val="0000A8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endParaRPr>
              </a:p>
            </p:txBody>
          </p:sp>
          <p:sp>
            <p:nvSpPr>
              <p:cNvPr id="167" name="Text Box 106">
                <a:extLst>
                  <a:ext uri="{FF2B5EF4-FFF2-40B4-BE49-F238E27FC236}">
                    <a16:creationId xmlns:a16="http://schemas.microsoft.com/office/drawing/2014/main" id="{60423099-6913-6449-94EA-C3C8BD4E23A1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633274" y="4192806"/>
                <a:ext cx="2332549" cy="1089529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square">
                <a:spAutoFit/>
              </a:bodyPr>
              <a:lstStyle>
                <a:lvl1pPr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r" defTabSz="914400" rtl="0" eaLnBrk="0" fontAlgn="base" latinLnBrk="0" hangingPunct="0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ＭＳ Ｐゴシック" panose="020B0600070205080204" pitchFamily="34" charset="-128"/>
                    <a:cs typeface="Calibri" panose="020F0502020204030204" pitchFamily="34" charset="0"/>
                  </a:rPr>
                  <a:t>Network layer delivering IP datagram payload into TCP socket buffers</a:t>
                </a:r>
              </a:p>
            </p:txBody>
          </p:sp>
          <p:sp>
            <p:nvSpPr>
              <p:cNvPr id="168" name="Line 108">
                <a:extLst>
                  <a:ext uri="{FF2B5EF4-FFF2-40B4-BE49-F238E27FC236}">
                    <a16:creationId xmlns:a16="http://schemas.microsoft.com/office/drawing/2014/main" id="{526C2D0A-E0A9-564E-8CDF-3A8B49E5D88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6906339" y="4724124"/>
                <a:ext cx="522908" cy="0"/>
              </a:xfrm>
              <a:prstGeom prst="line">
                <a:avLst/>
              </a:prstGeom>
              <a:noFill/>
              <a:ln w="19050">
                <a:solidFill>
                  <a:srgbClr val="CC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endParaRPr>
              </a:p>
            </p:txBody>
          </p:sp>
          <p:sp>
            <p:nvSpPr>
              <p:cNvPr id="170" name="Text Box 116">
                <a:extLst>
                  <a:ext uri="{FF2B5EF4-FFF2-40B4-BE49-F238E27FC236}">
                    <a16:creationId xmlns:a16="http://schemas.microsoft.com/office/drawing/2014/main" id="{698424D2-456E-974F-973C-408C9336D9D7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7074521" y="5970716"/>
                <a:ext cx="1133475" cy="30480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1pPr>
                <a:lvl2pPr marL="742950" indent="-285750"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2pPr>
                <a:lvl3pPr marL="1143000" indent="-228600"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3pPr>
                <a:lvl4pPr marL="1600200" indent="-228600"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4pPr>
                <a:lvl5pPr marL="2057400" indent="-228600"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9pPr>
              </a:lstStyle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4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ahoma" charset="0"/>
                    <a:ea typeface="ＭＳ Ｐゴシック" charset="0"/>
                    <a:cs typeface="+mn-cs"/>
                  </a:rPr>
                  <a:t>from sender</a:t>
                </a:r>
              </a:p>
            </p:txBody>
          </p:sp>
        </p:grpSp>
        <p:sp>
          <p:nvSpPr>
            <p:cNvPr id="6" name="Curved Down Arrow 5">
              <a:extLst>
                <a:ext uri="{FF2B5EF4-FFF2-40B4-BE49-F238E27FC236}">
                  <a16:creationId xmlns:a16="http://schemas.microsoft.com/office/drawing/2014/main" id="{1FE7EE57-FED3-864B-8F06-9CC2C77BF0DE}"/>
                </a:ext>
              </a:extLst>
            </p:cNvPr>
            <p:cNvSpPr/>
            <p:nvPr/>
          </p:nvSpPr>
          <p:spPr>
            <a:xfrm>
              <a:off x="8312727" y="2806352"/>
              <a:ext cx="1410695" cy="2718148"/>
            </a:xfrm>
            <a:prstGeom prst="curvedDownArrow">
              <a:avLst>
                <a:gd name="adj1" fmla="val 13767"/>
                <a:gd name="adj2" fmla="val 28170"/>
                <a:gd name="adj3" fmla="val 25000"/>
              </a:avLst>
            </a:prstGeom>
            <a:solidFill>
              <a:srgbClr val="C00000">
                <a:alpha val="54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grpSp>
        <p:nvGrpSpPr>
          <p:cNvPr id="13" name="Group 12">
            <a:extLst>
              <a:ext uri="{FF2B5EF4-FFF2-40B4-BE49-F238E27FC236}">
                <a16:creationId xmlns:a16="http://schemas.microsoft.com/office/drawing/2014/main" id="{061072C8-D06D-0540-97C3-C1DE8C5A0444}"/>
              </a:ext>
            </a:extLst>
          </p:cNvPr>
          <p:cNvGrpSpPr/>
          <p:nvPr/>
        </p:nvGrpSpPr>
        <p:grpSpPr>
          <a:xfrm>
            <a:off x="4989152" y="1607125"/>
            <a:ext cx="4984933" cy="885919"/>
            <a:chOff x="4989152" y="1607125"/>
            <a:chExt cx="4984933" cy="885919"/>
          </a:xfrm>
        </p:grpSpPr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F4A53074-9492-2643-8C14-D55F3A8DF9EC}"/>
                </a:ext>
              </a:extLst>
            </p:cNvPr>
            <p:cNvGrpSpPr/>
            <p:nvPr/>
          </p:nvGrpSpPr>
          <p:grpSpPr>
            <a:xfrm>
              <a:off x="4989152" y="1652814"/>
              <a:ext cx="4984933" cy="840230"/>
              <a:chOff x="4432738" y="2150355"/>
              <a:chExt cx="4984933" cy="840230"/>
            </a:xfrm>
          </p:grpSpPr>
          <p:sp>
            <p:nvSpPr>
              <p:cNvPr id="166" name="Line 105">
                <a:extLst>
                  <a:ext uri="{FF2B5EF4-FFF2-40B4-BE49-F238E27FC236}">
                    <a16:creationId xmlns:a16="http://schemas.microsoft.com/office/drawing/2014/main" id="{E962447C-3133-664A-8728-73048FD03E1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6976294" y="2457174"/>
                <a:ext cx="1102102" cy="0"/>
              </a:xfrm>
              <a:prstGeom prst="line">
                <a:avLst/>
              </a:prstGeom>
              <a:noFill/>
              <a:ln w="19050">
                <a:solidFill>
                  <a:srgbClr val="CC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endParaRPr>
              </a:p>
            </p:txBody>
          </p:sp>
          <p:sp>
            <p:nvSpPr>
              <p:cNvPr id="175" name="Text Box 104">
                <a:extLst>
                  <a:ext uri="{FF2B5EF4-FFF2-40B4-BE49-F238E27FC236}">
                    <a16:creationId xmlns:a16="http://schemas.microsoft.com/office/drawing/2014/main" id="{F110BC32-2D3E-6B43-8E30-DD363F7CFF88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432738" y="2150355"/>
                <a:ext cx="2533651" cy="84023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square">
                <a:spAutoFit/>
              </a:bodyPr>
              <a:lstStyle>
                <a:lvl1pPr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r" defTabSz="914400" rtl="0" eaLnBrk="1" fontAlgn="auto" latinLnBrk="0" hangingPunct="1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ＭＳ Ｐゴシック" panose="020B0600070205080204" pitchFamily="34" charset="-128"/>
                    <a:cs typeface="+mn-cs"/>
                  </a:rPr>
                  <a:t>Application removing data from TCP socket buffers</a:t>
                </a:r>
              </a:p>
            </p:txBody>
          </p:sp>
          <p:sp>
            <p:nvSpPr>
              <p:cNvPr id="176" name="Rectangle 86">
                <a:extLst>
                  <a:ext uri="{FF2B5EF4-FFF2-40B4-BE49-F238E27FC236}">
                    <a16:creationId xmlns:a16="http://schemas.microsoft.com/office/drawing/2014/main" id="{4FC9FA64-3313-7441-820B-DA439AD3A89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696946" y="2344462"/>
                <a:ext cx="720725" cy="209550"/>
              </a:xfrm>
              <a:prstGeom prst="rect">
                <a:avLst/>
              </a:prstGeom>
              <a:solidFill>
                <a:srgbClr val="0000A8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endParaRPr>
              </a:p>
            </p:txBody>
          </p:sp>
        </p:grpSp>
        <p:sp>
          <p:nvSpPr>
            <p:cNvPr id="56" name="Curved Down Arrow 55">
              <a:extLst>
                <a:ext uri="{FF2B5EF4-FFF2-40B4-BE49-F238E27FC236}">
                  <a16:creationId xmlns:a16="http://schemas.microsoft.com/office/drawing/2014/main" id="{1957E969-1EF1-4941-A40B-CB97CA05EBA4}"/>
                </a:ext>
              </a:extLst>
            </p:cNvPr>
            <p:cNvSpPr/>
            <p:nvPr/>
          </p:nvSpPr>
          <p:spPr>
            <a:xfrm rot="10800000" flipH="1">
              <a:off x="8517082" y="1607125"/>
              <a:ext cx="1000991" cy="872838"/>
            </a:xfrm>
            <a:prstGeom prst="curvedDownArrow">
              <a:avLst>
                <a:gd name="adj1" fmla="val 13767"/>
                <a:gd name="adj2" fmla="val 28170"/>
                <a:gd name="adj3" fmla="val 25000"/>
              </a:avLst>
            </a:prstGeom>
            <a:solidFill>
              <a:srgbClr val="C00000">
                <a:alpha val="54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pic>
        <p:nvPicPr>
          <p:cNvPr id="1026" name="Picture 2" descr="Drinking from the Firehose: How VividCortex Compresses its Metrics">
            <a:extLst>
              <a:ext uri="{FF2B5EF4-FFF2-40B4-BE49-F238E27FC236}">
                <a16:creationId xmlns:a16="http://schemas.microsoft.com/office/drawing/2014/main" id="{4F457921-03BB-884A-B43A-C231DAB7694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57754" y="4484079"/>
            <a:ext cx="3018692" cy="181121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Drinking From the Information Firehose">
            <a:extLst>
              <a:ext uri="{FF2B5EF4-FFF2-40B4-BE49-F238E27FC236}">
                <a16:creationId xmlns:a16="http://schemas.microsoft.com/office/drawing/2014/main" id="{CC4ECDA6-EF5F-7940-8430-C0BB879305E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3223" y="3300222"/>
            <a:ext cx="2699594" cy="17817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0" name="Slide Number Placeholder 2">
            <a:extLst>
              <a:ext uri="{FF2B5EF4-FFF2-40B4-BE49-F238E27FC236}">
                <a16:creationId xmlns:a16="http://schemas.microsoft.com/office/drawing/2014/main" id="{48F7A259-99DD-7041-B802-66CCB4B0EB0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19616" y="6443089"/>
            <a:ext cx="2743200" cy="365125"/>
          </a:xfrm>
        </p:spPr>
        <p:txBody>
          <a:bodyPr/>
          <a:lstStyle/>
          <a:p>
            <a:r>
              <a:rPr lang="en-US" dirty="0"/>
              <a:t>Transport Layer: 3-</a:t>
            </a:r>
            <a:fld id="{C4204591-24BD-A542-B9D5-F8D8A88D2FEE}" type="slidenum">
              <a:rPr lang="en-US" smtClean="0"/>
              <a:pPr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73837047"/>
      </p:ext>
    </p:extLst>
  </p:cSld>
  <p:clrMapOvr>
    <a:masterClrMapping/>
  </p:clrMapOvr>
  <p:transition spd="med"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8CD900-19EC-824C-BF74-AADFBF5A17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8690" y="289325"/>
            <a:ext cx="11393310" cy="894622"/>
          </a:xfrm>
        </p:spPr>
        <p:txBody>
          <a:bodyPr>
            <a:normAutofit/>
          </a:bodyPr>
          <a:lstStyle/>
          <a:p>
            <a:r>
              <a:rPr lang="en-US" sz="4800" dirty="0"/>
              <a:t>TCP flow control</a:t>
            </a:r>
            <a:endParaRPr lang="en-US" sz="4400" b="0" dirty="0"/>
          </a:p>
        </p:txBody>
      </p:sp>
      <p:sp>
        <p:nvSpPr>
          <p:cNvPr id="137" name="Rectangle 72">
            <a:extLst>
              <a:ext uri="{FF2B5EF4-FFF2-40B4-BE49-F238E27FC236}">
                <a16:creationId xmlns:a16="http://schemas.microsoft.com/office/drawing/2014/main" id="{C267ED98-FBDB-D24C-A351-3097B056B078}"/>
              </a:ext>
            </a:extLst>
          </p:cNvPr>
          <p:cNvSpPr>
            <a:spLocks noChangeArrowheads="1"/>
          </p:cNvSpPr>
          <p:nvPr/>
        </p:nvSpPr>
        <p:spPr bwMode="auto">
          <a:xfrm>
            <a:off x="7848422" y="1084921"/>
            <a:ext cx="2524125" cy="3854450"/>
          </a:xfrm>
          <a:prstGeom prst="rect">
            <a:avLst/>
          </a:prstGeom>
          <a:solidFill>
            <a:srgbClr val="000099"/>
          </a:solidFill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charset="0"/>
              <a:ea typeface="ＭＳ Ｐゴシック" charset="0"/>
              <a:cs typeface="+mn-cs"/>
            </a:endParaRPr>
          </a:p>
        </p:txBody>
      </p:sp>
      <p:sp>
        <p:nvSpPr>
          <p:cNvPr id="138" name="Freeform 32">
            <a:extLst>
              <a:ext uri="{FF2B5EF4-FFF2-40B4-BE49-F238E27FC236}">
                <a16:creationId xmlns:a16="http://schemas.microsoft.com/office/drawing/2014/main" id="{58EA8CF4-DBF4-E34D-8254-A77227811341}"/>
              </a:ext>
            </a:extLst>
          </p:cNvPr>
          <p:cNvSpPr>
            <a:spLocks/>
          </p:cNvSpPr>
          <p:nvPr/>
        </p:nvSpPr>
        <p:spPr bwMode="auto">
          <a:xfrm>
            <a:off x="10289997" y="1078571"/>
            <a:ext cx="581025" cy="4206875"/>
          </a:xfrm>
          <a:custGeom>
            <a:avLst/>
            <a:gdLst>
              <a:gd name="T0" fmla="*/ 2147483647 w 366"/>
              <a:gd name="T1" fmla="*/ 2147483647 h 1284"/>
              <a:gd name="T2" fmla="*/ 2147483647 w 366"/>
              <a:gd name="T3" fmla="*/ 0 h 1284"/>
              <a:gd name="T4" fmla="*/ 0 w 366"/>
              <a:gd name="T5" fmla="*/ 2147483647 h 1284"/>
              <a:gd name="T6" fmla="*/ 2147483647 w 366"/>
              <a:gd name="T7" fmla="*/ 2147483647 h 1284"/>
              <a:gd name="T8" fmla="*/ 2147483647 w 366"/>
              <a:gd name="T9" fmla="*/ 2147483647 h 1284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366" h="1284">
                <a:moveTo>
                  <a:pt x="366" y="1278"/>
                </a:moveTo>
                <a:lnTo>
                  <a:pt x="12" y="0"/>
                </a:lnTo>
                <a:lnTo>
                  <a:pt x="0" y="1224"/>
                </a:lnTo>
                <a:lnTo>
                  <a:pt x="186" y="1284"/>
                </a:lnTo>
                <a:lnTo>
                  <a:pt x="366" y="1278"/>
                </a:lnTo>
                <a:close/>
              </a:path>
            </a:pathLst>
          </a:custGeom>
          <a:gradFill rotWithShape="1">
            <a:gsLst>
              <a:gs pos="0">
                <a:srgbClr val="B2B2B2"/>
              </a:gs>
              <a:gs pos="100000">
                <a:srgbClr val="FFFFFF"/>
              </a:gs>
            </a:gsLst>
            <a:lin ang="0" scaled="1"/>
          </a:gradFill>
          <a:ln w="9525">
            <a:solidFill>
              <a:srgbClr val="DDDDDD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139" name="Rectangle 40">
            <a:extLst>
              <a:ext uri="{FF2B5EF4-FFF2-40B4-BE49-F238E27FC236}">
                <a16:creationId xmlns:a16="http://schemas.microsoft.com/office/drawing/2014/main" id="{8F576ED5-5855-F048-B4BB-75BF51C27D5C}"/>
              </a:ext>
            </a:extLst>
          </p:cNvPr>
          <p:cNvSpPr>
            <a:spLocks noChangeArrowheads="1"/>
          </p:cNvSpPr>
          <p:nvPr/>
        </p:nvSpPr>
        <p:spPr bwMode="auto">
          <a:xfrm>
            <a:off x="7762697" y="1186521"/>
            <a:ext cx="2533650" cy="3814762"/>
          </a:xfrm>
          <a:prstGeom prst="rect">
            <a:avLst/>
          </a:prstGeom>
          <a:solidFill>
            <a:srgbClr val="FFFFFF"/>
          </a:solidFill>
          <a:ln w="19050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charset="0"/>
              <a:ea typeface="ＭＳ Ｐゴシック" charset="0"/>
              <a:cs typeface="+mn-cs"/>
            </a:endParaRPr>
          </a:p>
        </p:txBody>
      </p:sp>
      <p:sp>
        <p:nvSpPr>
          <p:cNvPr id="140" name="Oval 31">
            <a:extLst>
              <a:ext uri="{FF2B5EF4-FFF2-40B4-BE49-F238E27FC236}">
                <a16:creationId xmlns:a16="http://schemas.microsoft.com/office/drawing/2014/main" id="{E56CABC0-9BC4-164D-8001-714872CF7127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02447" y="1243671"/>
            <a:ext cx="1377950" cy="596900"/>
          </a:xfrm>
          <a:prstGeom prst="ellipse">
            <a:avLst/>
          </a:prstGeom>
          <a:solidFill>
            <a:srgbClr val="CCFFFF"/>
          </a:solidFill>
          <a:ln w="9525">
            <a:solidFill>
              <a:srgbClr val="0000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rPr>
              <a:t>application</a:t>
            </a: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rPr>
              <a:t>process</a:t>
            </a:r>
          </a:p>
        </p:txBody>
      </p:sp>
      <p:grpSp>
        <p:nvGrpSpPr>
          <p:cNvPr id="141" name="Group 47">
            <a:extLst>
              <a:ext uri="{FF2B5EF4-FFF2-40B4-BE49-F238E27FC236}">
                <a16:creationId xmlns:a16="http://schemas.microsoft.com/office/drawing/2014/main" id="{02602D35-C64D-9445-8BEF-315190C777FA}"/>
              </a:ext>
            </a:extLst>
          </p:cNvPr>
          <p:cNvGrpSpPr>
            <a:grpSpLocks/>
          </p:cNvGrpSpPr>
          <p:nvPr/>
        </p:nvGrpSpPr>
        <p:grpSpPr bwMode="auto">
          <a:xfrm>
            <a:off x="8070672" y="2312058"/>
            <a:ext cx="1795463" cy="688975"/>
            <a:chOff x="1173" y="2345"/>
            <a:chExt cx="1131" cy="434"/>
          </a:xfrm>
        </p:grpSpPr>
        <p:sp>
          <p:nvSpPr>
            <p:cNvPr id="142" name="Rectangle 44">
              <a:extLst>
                <a:ext uri="{FF2B5EF4-FFF2-40B4-BE49-F238E27FC236}">
                  <a16:creationId xmlns:a16="http://schemas.microsoft.com/office/drawing/2014/main" id="{92C6A498-BA40-944E-B932-C93263DCC5C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73" y="2345"/>
              <a:ext cx="1131" cy="434"/>
            </a:xfrm>
            <a:prstGeom prst="rect">
              <a:avLst/>
            </a:prstGeom>
            <a:solidFill>
              <a:srgbClr val="0000A8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143" name="Text Box 46">
              <a:extLst>
                <a:ext uri="{FF2B5EF4-FFF2-40B4-BE49-F238E27FC236}">
                  <a16:creationId xmlns:a16="http://schemas.microsoft.com/office/drawing/2014/main" id="{ED90C8EB-7D14-B54F-AC97-04DAEC25D0A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235" y="2368"/>
              <a:ext cx="995" cy="36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0" cap="none" spc="0" normalizeH="0" baseline="0" noProof="0" dirty="0">
                  <a:ln>
                    <a:noFill/>
                  </a:ln>
                  <a:solidFill>
                    <a:prstClr val="white">
                      <a:lumMod val="95000"/>
                    </a:prstClr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rPr>
                <a:t>TCP socket</a:t>
              </a:r>
            </a:p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0" cap="none" spc="0" normalizeH="0" baseline="0" noProof="0" dirty="0">
                  <a:ln>
                    <a:noFill/>
                  </a:ln>
                  <a:solidFill>
                    <a:prstClr val="white">
                      <a:lumMod val="95000"/>
                    </a:prstClr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rPr>
                <a:t>receiver buffers</a:t>
              </a:r>
            </a:p>
          </p:txBody>
        </p:sp>
      </p:grpSp>
      <p:sp>
        <p:nvSpPr>
          <p:cNvPr id="144" name="Oval 48">
            <a:extLst>
              <a:ext uri="{FF2B5EF4-FFF2-40B4-BE49-F238E27FC236}">
                <a16:creationId xmlns:a16="http://schemas.microsoft.com/office/drawing/2014/main" id="{0742E955-8C93-5F47-BE4B-8E6ACFB2E75E}"/>
              </a:ext>
            </a:extLst>
          </p:cNvPr>
          <p:cNvSpPr>
            <a:spLocks noChangeArrowheads="1"/>
          </p:cNvSpPr>
          <p:nvPr/>
        </p:nvSpPr>
        <p:spPr bwMode="auto">
          <a:xfrm>
            <a:off x="8238947" y="3335996"/>
            <a:ext cx="1562100" cy="596900"/>
          </a:xfrm>
          <a:prstGeom prst="ellipse">
            <a:avLst/>
          </a:prstGeom>
          <a:solidFill>
            <a:srgbClr val="CCFFFF"/>
          </a:solidFill>
          <a:ln w="9525">
            <a:solidFill>
              <a:srgbClr val="0000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  <a:cs typeface="+mn-cs"/>
            </a:endParaRPr>
          </a:p>
        </p:txBody>
      </p:sp>
      <p:sp>
        <p:nvSpPr>
          <p:cNvPr id="145" name="Text Box 64">
            <a:extLst>
              <a:ext uri="{FF2B5EF4-FFF2-40B4-BE49-F238E27FC236}">
                <a16:creationId xmlns:a16="http://schemas.microsoft.com/office/drawing/2014/main" id="{FCF30813-93D4-B644-BB9A-DEC80D91630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745360" y="3364839"/>
            <a:ext cx="559769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rPr>
              <a:t>TCP</a:t>
            </a: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rPr>
              <a:t>code</a:t>
            </a:r>
          </a:p>
        </p:txBody>
      </p:sp>
      <p:sp>
        <p:nvSpPr>
          <p:cNvPr id="146" name="Oval 65">
            <a:extLst>
              <a:ext uri="{FF2B5EF4-FFF2-40B4-BE49-F238E27FC236}">
                <a16:creationId xmlns:a16="http://schemas.microsoft.com/office/drawing/2014/main" id="{6BD69667-2B04-344B-AF15-D9A7175F3571}"/>
              </a:ext>
            </a:extLst>
          </p:cNvPr>
          <p:cNvSpPr>
            <a:spLocks noChangeArrowheads="1"/>
          </p:cNvSpPr>
          <p:nvPr/>
        </p:nvSpPr>
        <p:spPr bwMode="auto">
          <a:xfrm>
            <a:off x="8246885" y="4321833"/>
            <a:ext cx="1562100" cy="596900"/>
          </a:xfrm>
          <a:prstGeom prst="ellipse">
            <a:avLst/>
          </a:prstGeom>
          <a:solidFill>
            <a:srgbClr val="CCFFFF"/>
          </a:solidFill>
          <a:ln w="9525">
            <a:solidFill>
              <a:srgbClr val="0000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  <a:cs typeface="+mn-cs"/>
            </a:endParaRPr>
          </a:p>
        </p:txBody>
      </p:sp>
      <p:sp>
        <p:nvSpPr>
          <p:cNvPr id="147" name="Text Box 66">
            <a:extLst>
              <a:ext uri="{FF2B5EF4-FFF2-40B4-BE49-F238E27FC236}">
                <a16:creationId xmlns:a16="http://schemas.microsoft.com/office/drawing/2014/main" id="{19C3DDC5-2A06-B840-8A80-61FECF59777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731699" y="4354979"/>
            <a:ext cx="559769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rPr>
              <a:t>IP</a:t>
            </a: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rPr>
              <a:t>code</a:t>
            </a:r>
          </a:p>
        </p:txBody>
      </p:sp>
      <p:sp>
        <p:nvSpPr>
          <p:cNvPr id="149" name="Line 68">
            <a:extLst>
              <a:ext uri="{FF2B5EF4-FFF2-40B4-BE49-F238E27FC236}">
                <a16:creationId xmlns:a16="http://schemas.microsoft.com/office/drawing/2014/main" id="{68A5AD3F-8561-BA43-8CCB-23369CB3F10B}"/>
              </a:ext>
            </a:extLst>
          </p:cNvPr>
          <p:cNvSpPr>
            <a:spLocks noChangeShapeType="1"/>
          </p:cNvSpPr>
          <p:nvPr/>
        </p:nvSpPr>
        <p:spPr bwMode="auto">
          <a:xfrm>
            <a:off x="7756347" y="4071008"/>
            <a:ext cx="2546350" cy="0"/>
          </a:xfrm>
          <a:prstGeom prst="line">
            <a:avLst/>
          </a:prstGeom>
          <a:noFill/>
          <a:ln w="19050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charset="0"/>
              <a:ea typeface="ＭＳ Ｐゴシック" charset="0"/>
              <a:cs typeface="+mn-cs"/>
            </a:endParaRPr>
          </a:p>
        </p:txBody>
      </p:sp>
      <p:sp>
        <p:nvSpPr>
          <p:cNvPr id="150" name="Line 69">
            <a:extLst>
              <a:ext uri="{FF2B5EF4-FFF2-40B4-BE49-F238E27FC236}">
                <a16:creationId xmlns:a16="http://schemas.microsoft.com/office/drawing/2014/main" id="{069D68E8-3A07-7842-BBE3-A83C41548FBA}"/>
              </a:ext>
            </a:extLst>
          </p:cNvPr>
          <p:cNvSpPr>
            <a:spLocks noChangeShapeType="1"/>
          </p:cNvSpPr>
          <p:nvPr/>
        </p:nvSpPr>
        <p:spPr bwMode="auto">
          <a:xfrm>
            <a:off x="7769047" y="2219983"/>
            <a:ext cx="2546350" cy="0"/>
          </a:xfrm>
          <a:prstGeom prst="line">
            <a:avLst/>
          </a:prstGeom>
          <a:noFill/>
          <a:ln w="19050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charset="0"/>
              <a:ea typeface="ＭＳ Ｐゴシック" charset="0"/>
              <a:cs typeface="+mn-cs"/>
            </a:endParaRPr>
          </a:p>
        </p:txBody>
      </p:sp>
      <p:grpSp>
        <p:nvGrpSpPr>
          <p:cNvPr id="151" name="Group 56">
            <a:extLst>
              <a:ext uri="{FF2B5EF4-FFF2-40B4-BE49-F238E27FC236}">
                <a16:creationId xmlns:a16="http://schemas.microsoft.com/office/drawing/2014/main" id="{9D087FDD-1E50-B54A-BAF1-08F2E9EB032C}"/>
              </a:ext>
            </a:extLst>
          </p:cNvPr>
          <p:cNvGrpSpPr>
            <a:grpSpLocks/>
          </p:cNvGrpSpPr>
          <p:nvPr/>
        </p:nvGrpSpPr>
        <p:grpSpPr bwMode="auto">
          <a:xfrm>
            <a:off x="8745360" y="2104096"/>
            <a:ext cx="533400" cy="206375"/>
            <a:chOff x="2003" y="1816"/>
            <a:chExt cx="336" cy="130"/>
          </a:xfrm>
        </p:grpSpPr>
        <p:sp>
          <p:nvSpPr>
            <p:cNvPr id="152" name="Rectangle 16">
              <a:extLst>
                <a:ext uri="{FF2B5EF4-FFF2-40B4-BE49-F238E27FC236}">
                  <a16:creationId xmlns:a16="http://schemas.microsoft.com/office/drawing/2014/main" id="{4802C0EA-E5A8-E447-A8F6-A96701A0BAC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03" y="1816"/>
              <a:ext cx="336" cy="130"/>
            </a:xfrm>
            <a:prstGeom prst="rect">
              <a:avLst/>
            </a:prstGeom>
            <a:solidFill>
              <a:srgbClr val="FFFF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153" name="Rectangle 17">
              <a:extLst>
                <a:ext uri="{FF2B5EF4-FFF2-40B4-BE49-F238E27FC236}">
                  <a16:creationId xmlns:a16="http://schemas.microsoft.com/office/drawing/2014/main" id="{620EA98C-EF38-184B-A03B-82616FCB9AE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05" y="1833"/>
              <a:ext cx="110" cy="99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CC99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154" name="Rectangle 18">
              <a:extLst>
                <a:ext uri="{FF2B5EF4-FFF2-40B4-BE49-F238E27FC236}">
                  <a16:creationId xmlns:a16="http://schemas.microsoft.com/office/drawing/2014/main" id="{1C3BBD2A-6ACC-C349-BDA8-0843C2DEA50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29" y="1891"/>
              <a:ext cx="29" cy="35"/>
            </a:xfrm>
            <a:prstGeom prst="rect">
              <a:avLst/>
            </a:prstGeom>
            <a:solidFill>
              <a:srgbClr val="CC9900"/>
            </a:solidFill>
            <a:ln w="9525">
              <a:solidFill>
                <a:srgbClr val="CC99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155" name="Rectangle 19">
              <a:extLst>
                <a:ext uri="{FF2B5EF4-FFF2-40B4-BE49-F238E27FC236}">
                  <a16:creationId xmlns:a16="http://schemas.microsoft.com/office/drawing/2014/main" id="{96FBD4A2-E799-8F4F-9D14-53FD99E5BFA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58" y="1892"/>
              <a:ext cx="29" cy="35"/>
            </a:xfrm>
            <a:prstGeom prst="rect">
              <a:avLst/>
            </a:prstGeom>
            <a:solidFill>
              <a:srgbClr val="CC9900"/>
            </a:solidFill>
            <a:ln w="9525">
              <a:solidFill>
                <a:srgbClr val="CC99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</p:grpSp>
      <p:sp>
        <p:nvSpPr>
          <p:cNvPr id="165" name="Text Box 103">
            <a:extLst>
              <a:ext uri="{FF2B5EF4-FFF2-40B4-BE49-F238E27FC236}">
                <a16:creationId xmlns:a16="http://schemas.microsoft.com/office/drawing/2014/main" id="{4ECF9189-0AD6-144B-8167-6762F7B3E86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549972" y="5823520"/>
            <a:ext cx="2714625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rPr>
              <a:t>receiver protocol stack</a:t>
            </a:r>
          </a:p>
        </p:txBody>
      </p:sp>
      <p:sp>
        <p:nvSpPr>
          <p:cNvPr id="169" name="Line 115">
            <a:extLst>
              <a:ext uri="{FF2B5EF4-FFF2-40B4-BE49-F238E27FC236}">
                <a16:creationId xmlns:a16="http://schemas.microsoft.com/office/drawing/2014/main" id="{ABF785A9-86A1-6E46-9624-CABBC5E29FA3}"/>
              </a:ext>
            </a:extLst>
          </p:cNvPr>
          <p:cNvSpPr>
            <a:spLocks noChangeShapeType="1"/>
          </p:cNvSpPr>
          <p:nvPr/>
        </p:nvSpPr>
        <p:spPr bwMode="auto">
          <a:xfrm>
            <a:off x="8790777" y="5419835"/>
            <a:ext cx="0" cy="349250"/>
          </a:xfrm>
          <a:prstGeom prst="line">
            <a:avLst/>
          </a:prstGeom>
          <a:noFill/>
          <a:ln w="28575">
            <a:solidFill>
              <a:srgbClr val="CC0000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charset="0"/>
              <a:ea typeface="ＭＳ Ｐゴシック" charset="0"/>
              <a:cs typeface="+mn-cs"/>
            </a:endParaRPr>
          </a:p>
        </p:txBody>
      </p:sp>
      <p:sp>
        <p:nvSpPr>
          <p:cNvPr id="171" name="Line 118">
            <a:extLst>
              <a:ext uri="{FF2B5EF4-FFF2-40B4-BE49-F238E27FC236}">
                <a16:creationId xmlns:a16="http://schemas.microsoft.com/office/drawing/2014/main" id="{5E5B6E3E-966C-D44A-B01C-0473357F14EE}"/>
              </a:ext>
            </a:extLst>
          </p:cNvPr>
          <p:cNvSpPr>
            <a:spLocks noChangeShapeType="1"/>
          </p:cNvSpPr>
          <p:nvPr/>
        </p:nvSpPr>
        <p:spPr bwMode="auto">
          <a:xfrm>
            <a:off x="10285235" y="4996521"/>
            <a:ext cx="0" cy="463550"/>
          </a:xfrm>
          <a:prstGeom prst="line">
            <a:avLst/>
          </a:prstGeom>
          <a:noFill/>
          <a:ln w="19050">
            <a:solidFill>
              <a:srgbClr val="000000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charset="0"/>
              <a:ea typeface="ＭＳ Ｐゴシック" charset="0"/>
              <a:cs typeface="+mn-cs"/>
            </a:endParaRPr>
          </a:p>
        </p:txBody>
      </p:sp>
      <p:grpSp>
        <p:nvGrpSpPr>
          <p:cNvPr id="172" name="Group 124">
            <a:extLst>
              <a:ext uri="{FF2B5EF4-FFF2-40B4-BE49-F238E27FC236}">
                <a16:creationId xmlns:a16="http://schemas.microsoft.com/office/drawing/2014/main" id="{4194DDD2-AC6E-4846-988C-D47AF88815BF}"/>
              </a:ext>
            </a:extLst>
          </p:cNvPr>
          <p:cNvGrpSpPr>
            <a:grpSpLocks/>
          </p:cNvGrpSpPr>
          <p:nvPr/>
        </p:nvGrpSpPr>
        <p:grpSpPr bwMode="auto">
          <a:xfrm flipH="1">
            <a:off x="10523360" y="4590121"/>
            <a:ext cx="869950" cy="906462"/>
            <a:chOff x="-44" y="1473"/>
            <a:chExt cx="981" cy="1105"/>
          </a:xfrm>
        </p:grpSpPr>
        <p:pic>
          <p:nvPicPr>
            <p:cNvPr id="173" name="Picture 125" descr="desktop_computer_stylized_medium">
              <a:extLst>
                <a:ext uri="{FF2B5EF4-FFF2-40B4-BE49-F238E27FC236}">
                  <a16:creationId xmlns:a16="http://schemas.microsoft.com/office/drawing/2014/main" id="{C6DE1974-7837-334B-B35F-1B82108E308D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74" name="Freeform 126">
              <a:extLst>
                <a:ext uri="{FF2B5EF4-FFF2-40B4-BE49-F238E27FC236}">
                  <a16:creationId xmlns:a16="http://schemas.microsoft.com/office/drawing/2014/main" id="{C8663771-41F7-FF4F-89C7-CFC093B9A138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5595 w 356"/>
                <a:gd name="T3" fmla="*/ 341 h 368"/>
                <a:gd name="T4" fmla="*/ 6638 w 356"/>
                <a:gd name="T5" fmla="*/ 7113 h 368"/>
                <a:gd name="T6" fmla="*/ 1463 w 356"/>
                <a:gd name="T7" fmla="*/ 8895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 cmpd="sng">
                  <a:solidFill>
                    <a:schemeClr val="tx1"/>
                  </a:solidFill>
                  <a:prstDash val="solid"/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</p:grpSp>
      <p:sp>
        <p:nvSpPr>
          <p:cNvPr id="9" name="TextBox 8">
            <a:extLst>
              <a:ext uri="{FF2B5EF4-FFF2-40B4-BE49-F238E27FC236}">
                <a16:creationId xmlns:a16="http://schemas.microsoft.com/office/drawing/2014/main" id="{3FF08E5E-7834-074F-B7D9-7DBE006EE269}"/>
              </a:ext>
            </a:extLst>
          </p:cNvPr>
          <p:cNvSpPr txBox="1"/>
          <p:nvPr/>
        </p:nvSpPr>
        <p:spPr>
          <a:xfrm>
            <a:off x="712555" y="1437021"/>
            <a:ext cx="3850826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1" u="sng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Q: 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What happens if network layer delivers data faster than application layer removes data from socket buffers?</a:t>
            </a:r>
          </a:p>
        </p:txBody>
      </p:sp>
      <p:sp>
        <p:nvSpPr>
          <p:cNvPr id="182" name="Line 117">
            <a:extLst>
              <a:ext uri="{FF2B5EF4-FFF2-40B4-BE49-F238E27FC236}">
                <a16:creationId xmlns:a16="http://schemas.microsoft.com/office/drawing/2014/main" id="{1B7AFE0B-8185-3E43-BF7C-730BEFE1D783}"/>
              </a:ext>
            </a:extLst>
          </p:cNvPr>
          <p:cNvSpPr>
            <a:spLocks noChangeShapeType="1"/>
          </p:cNvSpPr>
          <p:nvPr/>
        </p:nvSpPr>
        <p:spPr bwMode="auto">
          <a:xfrm>
            <a:off x="7764475" y="5006696"/>
            <a:ext cx="0" cy="463550"/>
          </a:xfrm>
          <a:prstGeom prst="line">
            <a:avLst/>
          </a:prstGeom>
          <a:noFill/>
          <a:ln w="19050">
            <a:solidFill>
              <a:schemeClr val="tx1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charset="0"/>
              <a:ea typeface="ＭＳ Ｐゴシック" charset="0"/>
              <a:cs typeface="+mn-cs"/>
            </a:endParaRPr>
          </a:p>
        </p:txBody>
      </p:sp>
      <p:sp>
        <p:nvSpPr>
          <p:cNvPr id="163" name="Rectangle 91">
            <a:extLst>
              <a:ext uri="{FF2B5EF4-FFF2-40B4-BE49-F238E27FC236}">
                <a16:creationId xmlns:a16="http://schemas.microsoft.com/office/drawing/2014/main" id="{262B8492-92D0-1D4D-A388-8EDCD289152E}"/>
              </a:ext>
            </a:extLst>
          </p:cNvPr>
          <p:cNvSpPr>
            <a:spLocks noChangeArrowheads="1"/>
          </p:cNvSpPr>
          <p:nvPr/>
        </p:nvSpPr>
        <p:spPr bwMode="auto">
          <a:xfrm>
            <a:off x="8211960" y="4121808"/>
            <a:ext cx="720725" cy="209550"/>
          </a:xfrm>
          <a:prstGeom prst="rect">
            <a:avLst/>
          </a:prstGeom>
          <a:solidFill>
            <a:srgbClr val="0000A8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charset="0"/>
              <a:ea typeface="ＭＳ Ｐゴシック" charset="0"/>
              <a:cs typeface="+mn-cs"/>
            </a:endParaRP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8F31E27D-6EC1-5943-92A1-E4210B15E8BC}"/>
              </a:ext>
            </a:extLst>
          </p:cNvPr>
          <p:cNvGrpSpPr/>
          <p:nvPr/>
        </p:nvGrpSpPr>
        <p:grpSpPr>
          <a:xfrm>
            <a:off x="7901253" y="5053671"/>
            <a:ext cx="1039369" cy="214398"/>
            <a:chOff x="7344839" y="5551212"/>
            <a:chExt cx="1039369" cy="214398"/>
          </a:xfrm>
        </p:grpSpPr>
        <p:sp>
          <p:nvSpPr>
            <p:cNvPr id="158" name="Rectangle 74">
              <a:extLst>
                <a:ext uri="{FF2B5EF4-FFF2-40B4-BE49-F238E27FC236}">
                  <a16:creationId xmlns:a16="http://schemas.microsoft.com/office/drawing/2014/main" id="{8A48CC54-2E19-7E49-AB6A-C589B7121B0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344839" y="5556060"/>
              <a:ext cx="1006475" cy="209550"/>
            </a:xfrm>
            <a:prstGeom prst="rect">
              <a:avLst/>
            </a:prstGeom>
            <a:solidFill>
              <a:srgbClr val="00CC99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164" name="Rectangle 92">
              <a:extLst>
                <a:ext uri="{FF2B5EF4-FFF2-40B4-BE49-F238E27FC236}">
                  <a16:creationId xmlns:a16="http://schemas.microsoft.com/office/drawing/2014/main" id="{F086B485-A7FA-024F-AE08-D3278D53530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650783" y="5551212"/>
              <a:ext cx="733425" cy="212725"/>
            </a:xfrm>
            <a:prstGeom prst="rect">
              <a:avLst/>
            </a:prstGeom>
            <a:solidFill>
              <a:srgbClr val="0000A8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159" name="Line 75">
              <a:extLst>
                <a:ext uri="{FF2B5EF4-FFF2-40B4-BE49-F238E27FC236}">
                  <a16:creationId xmlns:a16="http://schemas.microsoft.com/office/drawing/2014/main" id="{3072215E-AACF-9541-93AB-D98D0EECBB6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488859" y="5555058"/>
              <a:ext cx="0" cy="206375"/>
            </a:xfrm>
            <a:prstGeom prst="line">
              <a:avLst/>
            </a:prstGeom>
            <a:noFill/>
            <a:ln w="28575">
              <a:solidFill>
                <a:srgbClr val="FFFFFF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160" name="Line 76">
              <a:extLst>
                <a:ext uri="{FF2B5EF4-FFF2-40B4-BE49-F238E27FC236}">
                  <a16:creationId xmlns:a16="http://schemas.microsoft.com/office/drawing/2014/main" id="{A70802F4-DC4B-B74E-9BF2-97E565E57FB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641259" y="5555058"/>
              <a:ext cx="0" cy="206375"/>
            </a:xfrm>
            <a:prstGeom prst="line">
              <a:avLst/>
            </a:prstGeom>
            <a:noFill/>
            <a:ln w="28575">
              <a:solidFill>
                <a:srgbClr val="FFFFFF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</p:grpSp>
      <p:sp>
        <p:nvSpPr>
          <p:cNvPr id="162" name="Rectangle 86">
            <a:extLst>
              <a:ext uri="{FF2B5EF4-FFF2-40B4-BE49-F238E27FC236}">
                <a16:creationId xmlns:a16="http://schemas.microsoft.com/office/drawing/2014/main" id="{4115F8B6-91A1-7C41-83BF-8BE89BBEBEC6}"/>
              </a:ext>
            </a:extLst>
          </p:cNvPr>
          <p:cNvSpPr>
            <a:spLocks noChangeArrowheads="1"/>
          </p:cNvSpPr>
          <p:nvPr/>
        </p:nvSpPr>
        <p:spPr bwMode="auto">
          <a:xfrm>
            <a:off x="8204022" y="3080408"/>
            <a:ext cx="720725" cy="209550"/>
          </a:xfrm>
          <a:prstGeom prst="rect">
            <a:avLst/>
          </a:prstGeom>
          <a:solidFill>
            <a:srgbClr val="0000A8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charset="0"/>
              <a:ea typeface="ＭＳ Ｐゴシック" charset="0"/>
              <a:cs typeface="+mn-cs"/>
            </a:endParaRPr>
          </a:p>
        </p:txBody>
      </p:sp>
      <p:sp>
        <p:nvSpPr>
          <p:cNvPr id="170" name="Text Box 116">
            <a:extLst>
              <a:ext uri="{FF2B5EF4-FFF2-40B4-BE49-F238E27FC236}">
                <a16:creationId xmlns:a16="http://schemas.microsoft.com/office/drawing/2014/main" id="{698424D2-456E-974F-973C-408C9336D9D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30935" y="5473175"/>
            <a:ext cx="1133475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rPr>
              <a:t>from sender</a:t>
            </a:r>
          </a:p>
        </p:txBody>
      </p:sp>
      <p:sp>
        <p:nvSpPr>
          <p:cNvPr id="6" name="Curved Down Arrow 5">
            <a:extLst>
              <a:ext uri="{FF2B5EF4-FFF2-40B4-BE49-F238E27FC236}">
                <a16:creationId xmlns:a16="http://schemas.microsoft.com/office/drawing/2014/main" id="{1FE7EE57-FED3-864B-8F06-9CC2C77BF0DE}"/>
              </a:ext>
            </a:extLst>
          </p:cNvPr>
          <p:cNvSpPr/>
          <p:nvPr/>
        </p:nvSpPr>
        <p:spPr>
          <a:xfrm>
            <a:off x="8312727" y="2806352"/>
            <a:ext cx="1410695" cy="2718148"/>
          </a:xfrm>
          <a:prstGeom prst="curvedDownArrow">
            <a:avLst>
              <a:gd name="adj1" fmla="val 13767"/>
              <a:gd name="adj2" fmla="val 28170"/>
              <a:gd name="adj3" fmla="val 25000"/>
            </a:avLst>
          </a:prstGeom>
          <a:solidFill>
            <a:srgbClr val="C00000">
              <a:alpha val="54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061072C8-D06D-0540-97C3-C1DE8C5A0444}"/>
              </a:ext>
            </a:extLst>
          </p:cNvPr>
          <p:cNvGrpSpPr/>
          <p:nvPr/>
        </p:nvGrpSpPr>
        <p:grpSpPr>
          <a:xfrm>
            <a:off x="4989152" y="1607125"/>
            <a:ext cx="4984933" cy="885919"/>
            <a:chOff x="4989152" y="1607125"/>
            <a:chExt cx="4984933" cy="885919"/>
          </a:xfrm>
        </p:grpSpPr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F4A53074-9492-2643-8C14-D55F3A8DF9EC}"/>
                </a:ext>
              </a:extLst>
            </p:cNvPr>
            <p:cNvGrpSpPr/>
            <p:nvPr/>
          </p:nvGrpSpPr>
          <p:grpSpPr>
            <a:xfrm>
              <a:off x="4989152" y="1652814"/>
              <a:ext cx="4984933" cy="840230"/>
              <a:chOff x="4432738" y="2150355"/>
              <a:chExt cx="4984933" cy="840230"/>
            </a:xfrm>
          </p:grpSpPr>
          <p:sp>
            <p:nvSpPr>
              <p:cNvPr id="166" name="Line 105">
                <a:extLst>
                  <a:ext uri="{FF2B5EF4-FFF2-40B4-BE49-F238E27FC236}">
                    <a16:creationId xmlns:a16="http://schemas.microsoft.com/office/drawing/2014/main" id="{E962447C-3133-664A-8728-73048FD03E1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6976294" y="2457174"/>
                <a:ext cx="1102102" cy="0"/>
              </a:xfrm>
              <a:prstGeom prst="line">
                <a:avLst/>
              </a:prstGeom>
              <a:noFill/>
              <a:ln w="19050">
                <a:solidFill>
                  <a:srgbClr val="CC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endParaRPr>
              </a:p>
            </p:txBody>
          </p:sp>
          <p:sp>
            <p:nvSpPr>
              <p:cNvPr id="175" name="Text Box 104">
                <a:extLst>
                  <a:ext uri="{FF2B5EF4-FFF2-40B4-BE49-F238E27FC236}">
                    <a16:creationId xmlns:a16="http://schemas.microsoft.com/office/drawing/2014/main" id="{F110BC32-2D3E-6B43-8E30-DD363F7CFF88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432738" y="2150355"/>
                <a:ext cx="2533651" cy="84023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square">
                <a:spAutoFit/>
              </a:bodyPr>
              <a:lstStyle>
                <a:lvl1pPr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r" defTabSz="914400" rtl="0" eaLnBrk="1" fontAlgn="auto" latinLnBrk="0" hangingPunct="1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ＭＳ Ｐゴシック" panose="020B0600070205080204" pitchFamily="34" charset="-128"/>
                    <a:cs typeface="+mn-cs"/>
                  </a:rPr>
                  <a:t>Application removing data from TCP socket buffers</a:t>
                </a:r>
              </a:p>
            </p:txBody>
          </p:sp>
          <p:sp>
            <p:nvSpPr>
              <p:cNvPr id="176" name="Rectangle 86">
                <a:extLst>
                  <a:ext uri="{FF2B5EF4-FFF2-40B4-BE49-F238E27FC236}">
                    <a16:creationId xmlns:a16="http://schemas.microsoft.com/office/drawing/2014/main" id="{4FC9FA64-3313-7441-820B-DA439AD3A89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696946" y="2344462"/>
                <a:ext cx="720725" cy="209550"/>
              </a:xfrm>
              <a:prstGeom prst="rect">
                <a:avLst/>
              </a:prstGeom>
              <a:solidFill>
                <a:srgbClr val="0000A8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endParaRPr>
              </a:p>
            </p:txBody>
          </p:sp>
        </p:grpSp>
        <p:sp>
          <p:nvSpPr>
            <p:cNvPr id="56" name="Curved Down Arrow 55">
              <a:extLst>
                <a:ext uri="{FF2B5EF4-FFF2-40B4-BE49-F238E27FC236}">
                  <a16:creationId xmlns:a16="http://schemas.microsoft.com/office/drawing/2014/main" id="{1957E969-1EF1-4941-A40B-CB97CA05EBA4}"/>
                </a:ext>
              </a:extLst>
            </p:cNvPr>
            <p:cNvSpPr/>
            <p:nvPr/>
          </p:nvSpPr>
          <p:spPr>
            <a:xfrm rot="10800000" flipH="1">
              <a:off x="8517082" y="1607125"/>
              <a:ext cx="1000991" cy="872838"/>
            </a:xfrm>
            <a:prstGeom prst="curvedDownArrow">
              <a:avLst>
                <a:gd name="adj1" fmla="val 13767"/>
                <a:gd name="adj2" fmla="val 28170"/>
                <a:gd name="adj3" fmla="val 25000"/>
              </a:avLst>
            </a:prstGeom>
            <a:solidFill>
              <a:srgbClr val="C00000">
                <a:alpha val="54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grpSp>
        <p:nvGrpSpPr>
          <p:cNvPr id="54" name="Group 53">
            <a:extLst>
              <a:ext uri="{FF2B5EF4-FFF2-40B4-BE49-F238E27FC236}">
                <a16:creationId xmlns:a16="http://schemas.microsoft.com/office/drawing/2014/main" id="{FB367096-84FB-0C47-BA14-5CD76A63BC39}"/>
              </a:ext>
            </a:extLst>
          </p:cNvPr>
          <p:cNvGrpSpPr/>
          <p:nvPr/>
        </p:nvGrpSpPr>
        <p:grpSpPr>
          <a:xfrm>
            <a:off x="1111171" y="3426107"/>
            <a:ext cx="5034986" cy="2800562"/>
            <a:chOff x="4343173" y="1560062"/>
            <a:chExt cx="9034622" cy="4921250"/>
          </a:xfrm>
        </p:grpSpPr>
        <p:sp>
          <p:nvSpPr>
            <p:cNvPr id="55" name="Rectangle 4">
              <a:extLst>
                <a:ext uri="{FF2B5EF4-FFF2-40B4-BE49-F238E27FC236}">
                  <a16:creationId xmlns:a16="http://schemas.microsoft.com/office/drawing/2014/main" id="{887BE98B-9B7E-9D41-AEF0-CA93BB1C931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32073" y="1560062"/>
              <a:ext cx="3951287" cy="4824412"/>
            </a:xfrm>
            <a:prstGeom prst="rect">
              <a:avLst/>
            </a:prstGeom>
            <a:solidFill>
              <a:srgbClr val="000099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1905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05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57" name="Rectangle 5">
              <a:extLst>
                <a:ext uri="{FF2B5EF4-FFF2-40B4-BE49-F238E27FC236}">
                  <a16:creationId xmlns:a16="http://schemas.microsoft.com/office/drawing/2014/main" id="{6DD2E62C-E2CB-C147-9685-E568D542526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46348" y="1675949"/>
              <a:ext cx="3951287" cy="4805363"/>
            </a:xfrm>
            <a:prstGeom prst="rect">
              <a:avLst/>
            </a:prstGeom>
            <a:solidFill>
              <a:srgbClr val="FFFFFF"/>
            </a:solidFill>
            <a:ln w="19050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58" name="Line 8">
              <a:extLst>
                <a:ext uri="{FF2B5EF4-FFF2-40B4-BE49-F238E27FC236}">
                  <a16:creationId xmlns:a16="http://schemas.microsoft.com/office/drawing/2014/main" id="{6E5293FD-6A44-CD45-9C2D-E6EC13F48E0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349523" y="2050599"/>
              <a:ext cx="3946525" cy="4763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05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59" name="Line 9">
              <a:extLst>
                <a:ext uri="{FF2B5EF4-FFF2-40B4-BE49-F238E27FC236}">
                  <a16:creationId xmlns:a16="http://schemas.microsoft.com/office/drawing/2014/main" id="{D5FD85FC-35E3-CC42-86B2-4CBE4FF7A22C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343173" y="2430012"/>
              <a:ext cx="3951287" cy="0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05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60" name="Line 16">
              <a:extLst>
                <a:ext uri="{FF2B5EF4-FFF2-40B4-BE49-F238E27FC236}">
                  <a16:creationId xmlns:a16="http://schemas.microsoft.com/office/drawing/2014/main" id="{1F09DA56-95A7-9740-9266-702F4D667899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352698" y="2811012"/>
              <a:ext cx="3951287" cy="0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05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61" name="Line 18">
              <a:extLst>
                <a:ext uri="{FF2B5EF4-FFF2-40B4-BE49-F238E27FC236}">
                  <a16:creationId xmlns:a16="http://schemas.microsoft.com/office/drawing/2014/main" id="{3173FF56-BD9B-654B-92B6-4B36C86F420A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347935" y="3206299"/>
              <a:ext cx="3951288" cy="0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05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62" name="Line 19">
              <a:extLst>
                <a:ext uri="{FF2B5EF4-FFF2-40B4-BE49-F238E27FC236}">
                  <a16:creationId xmlns:a16="http://schemas.microsoft.com/office/drawing/2014/main" id="{84202EA3-2833-F04E-AA3C-8BB8999BFBC1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343173" y="3596824"/>
              <a:ext cx="3951287" cy="0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05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63" name="Line 20">
              <a:extLst>
                <a:ext uri="{FF2B5EF4-FFF2-40B4-BE49-F238E27FC236}">
                  <a16:creationId xmlns:a16="http://schemas.microsoft.com/office/drawing/2014/main" id="{B5EE22BF-1DD2-B74E-9710-050E4C365A6C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343173" y="4158799"/>
              <a:ext cx="3951287" cy="0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05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64" name="Line 21">
              <a:extLst>
                <a:ext uri="{FF2B5EF4-FFF2-40B4-BE49-F238E27FC236}">
                  <a16:creationId xmlns:a16="http://schemas.microsoft.com/office/drawing/2014/main" id="{E3D5975A-D204-D047-91DC-FE8A65BBCCE9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6303735" y="2814187"/>
              <a:ext cx="4763" cy="777875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05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grpSp>
          <p:nvGrpSpPr>
            <p:cNvPr id="65" name="Group 64">
              <a:extLst>
                <a:ext uri="{FF2B5EF4-FFF2-40B4-BE49-F238E27FC236}">
                  <a16:creationId xmlns:a16="http://schemas.microsoft.com/office/drawing/2014/main" id="{067C1EE2-2B96-F74C-A327-2DFC2DFC62BA}"/>
                </a:ext>
              </a:extLst>
            </p:cNvPr>
            <p:cNvGrpSpPr/>
            <p:nvPr/>
          </p:nvGrpSpPr>
          <p:grpSpPr>
            <a:xfrm>
              <a:off x="6113100" y="2788385"/>
              <a:ext cx="7264695" cy="1048460"/>
              <a:chOff x="6113100" y="2788385"/>
              <a:chExt cx="7264695" cy="1048460"/>
            </a:xfrm>
          </p:grpSpPr>
          <p:sp>
            <p:nvSpPr>
              <p:cNvPr id="67" name="Text Box 22">
                <a:extLst>
                  <a:ext uri="{FF2B5EF4-FFF2-40B4-BE49-F238E27FC236}">
                    <a16:creationId xmlns:a16="http://schemas.microsoft.com/office/drawing/2014/main" id="{2E8A978C-B58F-724E-97B2-2FB3E91F6385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6113100" y="2788385"/>
                <a:ext cx="2293763" cy="524776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1pPr>
                <a:lvl2pPr marL="742950" indent="-285750"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2pPr>
                <a:lvl3pPr marL="1143000" indent="-228600"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3pPr>
                <a:lvl4pPr marL="1600200" indent="-228600"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4pPr>
                <a:lvl5pPr marL="2057400" indent="-228600"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9pPr>
              </a:lstStyle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1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  <a:cs typeface="+mn-cs"/>
                  </a:rPr>
                  <a:t>receive window</a:t>
                </a:r>
              </a:p>
            </p:txBody>
          </p:sp>
          <p:sp>
            <p:nvSpPr>
              <p:cNvPr id="68" name="Text Box 49">
                <a:extLst>
                  <a:ext uri="{FF2B5EF4-FFF2-40B4-BE49-F238E27FC236}">
                    <a16:creationId xmlns:a16="http://schemas.microsoft.com/office/drawing/2014/main" id="{4311B6E6-847F-7C42-98B1-9875A91D17B3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8724899" y="2847114"/>
                <a:ext cx="4652896" cy="98973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square">
                <a:spAutoFit/>
              </a:bodyPr>
              <a:lstStyle>
                <a:lvl1pPr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1pPr>
                <a:lvl2pPr marL="742950" indent="-285750"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2pPr>
                <a:lvl3pPr marL="1143000" indent="-228600"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3pPr>
                <a:lvl4pPr marL="1600200" indent="-228600"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4pPr>
                <a:lvl5pPr marL="2057400" indent="-228600"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ＭＳ Ｐゴシック" charset="0"/>
                    <a:cs typeface="+mn-cs"/>
                  </a:rPr>
                  <a:t>flow control: </a:t>
                </a:r>
                <a:r>
                  <a:rPr kumimoji="0" lang="en-US" sz="16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ＭＳ Ｐゴシック" charset="0"/>
                    <a:cs typeface="+mn-cs"/>
                  </a:rPr>
                  <a:t># bytes receiver willing to accept</a:t>
                </a: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ea typeface="ＭＳ Ｐゴシック" charset="0"/>
                  <a:cs typeface="+mn-cs"/>
                </a:endParaRPr>
              </a:p>
            </p:txBody>
          </p:sp>
          <p:sp>
            <p:nvSpPr>
              <p:cNvPr id="69" name="Line 53">
                <a:extLst>
                  <a:ext uri="{FF2B5EF4-FFF2-40B4-BE49-F238E27FC236}">
                    <a16:creationId xmlns:a16="http://schemas.microsoft.com/office/drawing/2014/main" id="{1B19FC7E-F3A0-3F49-A0E5-0BD2B4FBCBD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8142852" y="3044701"/>
                <a:ext cx="582048" cy="0"/>
              </a:xfrm>
              <a:prstGeom prst="line">
                <a:avLst/>
              </a:prstGeom>
              <a:noFill/>
              <a:ln w="19050">
                <a:solidFill>
                  <a:srgbClr val="C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05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endParaRPr>
              </a:p>
            </p:txBody>
          </p:sp>
        </p:grpSp>
        <p:sp>
          <p:nvSpPr>
            <p:cNvPr id="66" name="Line 10">
              <a:extLst>
                <a:ext uri="{FF2B5EF4-FFF2-40B4-BE49-F238E27FC236}">
                  <a16:creationId xmlns:a16="http://schemas.microsoft.com/office/drawing/2014/main" id="{C66942C1-B5F2-CD48-AEFD-79309840AF0C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6289447" y="1679374"/>
              <a:ext cx="1761" cy="365184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05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</p:grpSp>
      <p:sp>
        <p:nvSpPr>
          <p:cNvPr id="70" name="Slide Number Placeholder 2">
            <a:extLst>
              <a:ext uri="{FF2B5EF4-FFF2-40B4-BE49-F238E27FC236}">
                <a16:creationId xmlns:a16="http://schemas.microsoft.com/office/drawing/2014/main" id="{3A4399FC-22AC-CD4F-9984-791C62C984F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19616" y="6443089"/>
            <a:ext cx="2743200" cy="365125"/>
          </a:xfrm>
        </p:spPr>
        <p:txBody>
          <a:bodyPr/>
          <a:lstStyle/>
          <a:p>
            <a:r>
              <a:rPr lang="en-US" dirty="0"/>
              <a:t>Transport Layer: 3-</a:t>
            </a:r>
            <a:fld id="{C4204591-24BD-A542-B9D5-F8D8A88D2FEE}" type="slidenum">
              <a:rPr lang="en-US" smtClean="0"/>
              <a:pPr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59008616"/>
      </p:ext>
    </p:extLst>
  </p:cSld>
  <p:clrMapOvr>
    <a:masterClrMapping/>
  </p:clrMapOvr>
  <p:transition spd="med"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8CD900-19EC-824C-BF74-AADFBF5A17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8690" y="289325"/>
            <a:ext cx="11393310" cy="894622"/>
          </a:xfrm>
        </p:spPr>
        <p:txBody>
          <a:bodyPr>
            <a:normAutofit/>
          </a:bodyPr>
          <a:lstStyle/>
          <a:p>
            <a:r>
              <a:rPr lang="en-US" sz="4800" dirty="0"/>
              <a:t>TCP flow control</a:t>
            </a:r>
            <a:endParaRPr lang="en-US" sz="4400" b="0" dirty="0"/>
          </a:p>
        </p:txBody>
      </p:sp>
      <p:sp>
        <p:nvSpPr>
          <p:cNvPr id="137" name="Rectangle 72">
            <a:extLst>
              <a:ext uri="{FF2B5EF4-FFF2-40B4-BE49-F238E27FC236}">
                <a16:creationId xmlns:a16="http://schemas.microsoft.com/office/drawing/2014/main" id="{C267ED98-FBDB-D24C-A351-3097B056B078}"/>
              </a:ext>
            </a:extLst>
          </p:cNvPr>
          <p:cNvSpPr>
            <a:spLocks noChangeArrowheads="1"/>
          </p:cNvSpPr>
          <p:nvPr/>
        </p:nvSpPr>
        <p:spPr bwMode="auto">
          <a:xfrm>
            <a:off x="7848422" y="1084921"/>
            <a:ext cx="2524125" cy="3854450"/>
          </a:xfrm>
          <a:prstGeom prst="rect">
            <a:avLst/>
          </a:prstGeom>
          <a:solidFill>
            <a:srgbClr val="000099"/>
          </a:solidFill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charset="0"/>
              <a:ea typeface="ＭＳ Ｐゴシック" charset="0"/>
              <a:cs typeface="+mn-cs"/>
            </a:endParaRPr>
          </a:p>
        </p:txBody>
      </p:sp>
      <p:sp>
        <p:nvSpPr>
          <p:cNvPr id="138" name="Freeform 32">
            <a:extLst>
              <a:ext uri="{FF2B5EF4-FFF2-40B4-BE49-F238E27FC236}">
                <a16:creationId xmlns:a16="http://schemas.microsoft.com/office/drawing/2014/main" id="{58EA8CF4-DBF4-E34D-8254-A77227811341}"/>
              </a:ext>
            </a:extLst>
          </p:cNvPr>
          <p:cNvSpPr>
            <a:spLocks/>
          </p:cNvSpPr>
          <p:nvPr/>
        </p:nvSpPr>
        <p:spPr bwMode="auto">
          <a:xfrm>
            <a:off x="10289997" y="1078571"/>
            <a:ext cx="581025" cy="4206875"/>
          </a:xfrm>
          <a:custGeom>
            <a:avLst/>
            <a:gdLst>
              <a:gd name="T0" fmla="*/ 2147483647 w 366"/>
              <a:gd name="T1" fmla="*/ 2147483647 h 1284"/>
              <a:gd name="T2" fmla="*/ 2147483647 w 366"/>
              <a:gd name="T3" fmla="*/ 0 h 1284"/>
              <a:gd name="T4" fmla="*/ 0 w 366"/>
              <a:gd name="T5" fmla="*/ 2147483647 h 1284"/>
              <a:gd name="T6" fmla="*/ 2147483647 w 366"/>
              <a:gd name="T7" fmla="*/ 2147483647 h 1284"/>
              <a:gd name="T8" fmla="*/ 2147483647 w 366"/>
              <a:gd name="T9" fmla="*/ 2147483647 h 1284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366" h="1284">
                <a:moveTo>
                  <a:pt x="366" y="1278"/>
                </a:moveTo>
                <a:lnTo>
                  <a:pt x="12" y="0"/>
                </a:lnTo>
                <a:lnTo>
                  <a:pt x="0" y="1224"/>
                </a:lnTo>
                <a:lnTo>
                  <a:pt x="186" y="1284"/>
                </a:lnTo>
                <a:lnTo>
                  <a:pt x="366" y="1278"/>
                </a:lnTo>
                <a:close/>
              </a:path>
            </a:pathLst>
          </a:custGeom>
          <a:gradFill rotWithShape="1">
            <a:gsLst>
              <a:gs pos="0">
                <a:srgbClr val="B2B2B2"/>
              </a:gs>
              <a:gs pos="100000">
                <a:srgbClr val="FFFFFF"/>
              </a:gs>
            </a:gsLst>
            <a:lin ang="0" scaled="1"/>
          </a:gradFill>
          <a:ln w="9525">
            <a:solidFill>
              <a:srgbClr val="DDDDDD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139" name="Rectangle 40">
            <a:extLst>
              <a:ext uri="{FF2B5EF4-FFF2-40B4-BE49-F238E27FC236}">
                <a16:creationId xmlns:a16="http://schemas.microsoft.com/office/drawing/2014/main" id="{8F576ED5-5855-F048-B4BB-75BF51C27D5C}"/>
              </a:ext>
            </a:extLst>
          </p:cNvPr>
          <p:cNvSpPr>
            <a:spLocks noChangeArrowheads="1"/>
          </p:cNvSpPr>
          <p:nvPr/>
        </p:nvSpPr>
        <p:spPr bwMode="auto">
          <a:xfrm>
            <a:off x="7762697" y="1186521"/>
            <a:ext cx="2533650" cy="3814762"/>
          </a:xfrm>
          <a:prstGeom prst="rect">
            <a:avLst/>
          </a:prstGeom>
          <a:solidFill>
            <a:srgbClr val="FFFFFF"/>
          </a:solidFill>
          <a:ln w="19050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charset="0"/>
              <a:ea typeface="ＭＳ Ｐゴシック" charset="0"/>
              <a:cs typeface="+mn-cs"/>
            </a:endParaRPr>
          </a:p>
        </p:txBody>
      </p:sp>
      <p:sp>
        <p:nvSpPr>
          <p:cNvPr id="140" name="Oval 31">
            <a:extLst>
              <a:ext uri="{FF2B5EF4-FFF2-40B4-BE49-F238E27FC236}">
                <a16:creationId xmlns:a16="http://schemas.microsoft.com/office/drawing/2014/main" id="{E56CABC0-9BC4-164D-8001-714872CF7127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02447" y="1243671"/>
            <a:ext cx="1377950" cy="596900"/>
          </a:xfrm>
          <a:prstGeom prst="ellipse">
            <a:avLst/>
          </a:prstGeom>
          <a:solidFill>
            <a:srgbClr val="CCFFFF"/>
          </a:solidFill>
          <a:ln w="9525">
            <a:solidFill>
              <a:srgbClr val="0000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rPr>
              <a:t>application</a:t>
            </a: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rPr>
              <a:t>process</a:t>
            </a:r>
          </a:p>
        </p:txBody>
      </p:sp>
      <p:grpSp>
        <p:nvGrpSpPr>
          <p:cNvPr id="141" name="Group 47">
            <a:extLst>
              <a:ext uri="{FF2B5EF4-FFF2-40B4-BE49-F238E27FC236}">
                <a16:creationId xmlns:a16="http://schemas.microsoft.com/office/drawing/2014/main" id="{02602D35-C64D-9445-8BEF-315190C777FA}"/>
              </a:ext>
            </a:extLst>
          </p:cNvPr>
          <p:cNvGrpSpPr>
            <a:grpSpLocks/>
          </p:cNvGrpSpPr>
          <p:nvPr/>
        </p:nvGrpSpPr>
        <p:grpSpPr bwMode="auto">
          <a:xfrm>
            <a:off x="8070672" y="2312058"/>
            <a:ext cx="1795463" cy="688975"/>
            <a:chOff x="1173" y="2345"/>
            <a:chExt cx="1131" cy="434"/>
          </a:xfrm>
        </p:grpSpPr>
        <p:sp>
          <p:nvSpPr>
            <p:cNvPr id="142" name="Rectangle 44">
              <a:extLst>
                <a:ext uri="{FF2B5EF4-FFF2-40B4-BE49-F238E27FC236}">
                  <a16:creationId xmlns:a16="http://schemas.microsoft.com/office/drawing/2014/main" id="{92C6A498-BA40-944E-B932-C93263DCC5C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73" y="2345"/>
              <a:ext cx="1131" cy="434"/>
            </a:xfrm>
            <a:prstGeom prst="rect">
              <a:avLst/>
            </a:prstGeom>
            <a:solidFill>
              <a:srgbClr val="0000A8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143" name="Text Box 46">
              <a:extLst>
                <a:ext uri="{FF2B5EF4-FFF2-40B4-BE49-F238E27FC236}">
                  <a16:creationId xmlns:a16="http://schemas.microsoft.com/office/drawing/2014/main" id="{ED90C8EB-7D14-B54F-AC97-04DAEC25D0A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235" y="2368"/>
              <a:ext cx="995" cy="36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0" cap="none" spc="0" normalizeH="0" baseline="0" noProof="0" dirty="0">
                  <a:ln>
                    <a:noFill/>
                  </a:ln>
                  <a:solidFill>
                    <a:prstClr val="white">
                      <a:lumMod val="95000"/>
                    </a:prstClr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rPr>
                <a:t>TCP socket</a:t>
              </a:r>
            </a:p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0" cap="none" spc="0" normalizeH="0" baseline="0" noProof="0" dirty="0">
                  <a:ln>
                    <a:noFill/>
                  </a:ln>
                  <a:solidFill>
                    <a:prstClr val="white">
                      <a:lumMod val="95000"/>
                    </a:prstClr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rPr>
                <a:t>receiver buffers</a:t>
              </a:r>
            </a:p>
          </p:txBody>
        </p:sp>
      </p:grpSp>
      <p:sp>
        <p:nvSpPr>
          <p:cNvPr id="144" name="Oval 48">
            <a:extLst>
              <a:ext uri="{FF2B5EF4-FFF2-40B4-BE49-F238E27FC236}">
                <a16:creationId xmlns:a16="http://schemas.microsoft.com/office/drawing/2014/main" id="{0742E955-8C93-5F47-BE4B-8E6ACFB2E75E}"/>
              </a:ext>
            </a:extLst>
          </p:cNvPr>
          <p:cNvSpPr>
            <a:spLocks noChangeArrowheads="1"/>
          </p:cNvSpPr>
          <p:nvPr/>
        </p:nvSpPr>
        <p:spPr bwMode="auto">
          <a:xfrm>
            <a:off x="8238947" y="3335996"/>
            <a:ext cx="1562100" cy="596900"/>
          </a:xfrm>
          <a:prstGeom prst="ellipse">
            <a:avLst/>
          </a:prstGeom>
          <a:solidFill>
            <a:srgbClr val="CCFFFF"/>
          </a:solidFill>
          <a:ln w="9525">
            <a:solidFill>
              <a:srgbClr val="0000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  <a:cs typeface="+mn-cs"/>
            </a:endParaRPr>
          </a:p>
        </p:txBody>
      </p:sp>
      <p:sp>
        <p:nvSpPr>
          <p:cNvPr id="145" name="Text Box 64">
            <a:extLst>
              <a:ext uri="{FF2B5EF4-FFF2-40B4-BE49-F238E27FC236}">
                <a16:creationId xmlns:a16="http://schemas.microsoft.com/office/drawing/2014/main" id="{FCF30813-93D4-B644-BB9A-DEC80D91630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745360" y="3364839"/>
            <a:ext cx="559769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rPr>
              <a:t>TCP</a:t>
            </a: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rPr>
              <a:t>code</a:t>
            </a:r>
          </a:p>
        </p:txBody>
      </p:sp>
      <p:sp>
        <p:nvSpPr>
          <p:cNvPr id="146" name="Oval 65">
            <a:extLst>
              <a:ext uri="{FF2B5EF4-FFF2-40B4-BE49-F238E27FC236}">
                <a16:creationId xmlns:a16="http://schemas.microsoft.com/office/drawing/2014/main" id="{6BD69667-2B04-344B-AF15-D9A7175F3571}"/>
              </a:ext>
            </a:extLst>
          </p:cNvPr>
          <p:cNvSpPr>
            <a:spLocks noChangeArrowheads="1"/>
          </p:cNvSpPr>
          <p:nvPr/>
        </p:nvSpPr>
        <p:spPr bwMode="auto">
          <a:xfrm>
            <a:off x="8246885" y="4321833"/>
            <a:ext cx="1562100" cy="596900"/>
          </a:xfrm>
          <a:prstGeom prst="ellipse">
            <a:avLst/>
          </a:prstGeom>
          <a:solidFill>
            <a:srgbClr val="CCFFFF"/>
          </a:solidFill>
          <a:ln w="9525">
            <a:solidFill>
              <a:srgbClr val="0000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  <a:cs typeface="+mn-cs"/>
            </a:endParaRPr>
          </a:p>
        </p:txBody>
      </p:sp>
      <p:sp>
        <p:nvSpPr>
          <p:cNvPr id="147" name="Text Box 66">
            <a:extLst>
              <a:ext uri="{FF2B5EF4-FFF2-40B4-BE49-F238E27FC236}">
                <a16:creationId xmlns:a16="http://schemas.microsoft.com/office/drawing/2014/main" id="{19C3DDC5-2A06-B840-8A80-61FECF59777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731699" y="4354979"/>
            <a:ext cx="559769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rPr>
              <a:t>IP</a:t>
            </a: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rPr>
              <a:t>code</a:t>
            </a:r>
          </a:p>
        </p:txBody>
      </p:sp>
      <p:sp>
        <p:nvSpPr>
          <p:cNvPr id="149" name="Line 68">
            <a:extLst>
              <a:ext uri="{FF2B5EF4-FFF2-40B4-BE49-F238E27FC236}">
                <a16:creationId xmlns:a16="http://schemas.microsoft.com/office/drawing/2014/main" id="{68A5AD3F-8561-BA43-8CCB-23369CB3F10B}"/>
              </a:ext>
            </a:extLst>
          </p:cNvPr>
          <p:cNvSpPr>
            <a:spLocks noChangeShapeType="1"/>
          </p:cNvSpPr>
          <p:nvPr/>
        </p:nvSpPr>
        <p:spPr bwMode="auto">
          <a:xfrm>
            <a:off x="7756347" y="4071008"/>
            <a:ext cx="2546350" cy="0"/>
          </a:xfrm>
          <a:prstGeom prst="line">
            <a:avLst/>
          </a:prstGeom>
          <a:noFill/>
          <a:ln w="19050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charset="0"/>
              <a:ea typeface="ＭＳ Ｐゴシック" charset="0"/>
              <a:cs typeface="+mn-cs"/>
            </a:endParaRPr>
          </a:p>
        </p:txBody>
      </p:sp>
      <p:sp>
        <p:nvSpPr>
          <p:cNvPr id="150" name="Line 69">
            <a:extLst>
              <a:ext uri="{FF2B5EF4-FFF2-40B4-BE49-F238E27FC236}">
                <a16:creationId xmlns:a16="http://schemas.microsoft.com/office/drawing/2014/main" id="{069D68E8-3A07-7842-BBE3-A83C41548FBA}"/>
              </a:ext>
            </a:extLst>
          </p:cNvPr>
          <p:cNvSpPr>
            <a:spLocks noChangeShapeType="1"/>
          </p:cNvSpPr>
          <p:nvPr/>
        </p:nvSpPr>
        <p:spPr bwMode="auto">
          <a:xfrm>
            <a:off x="7769047" y="2219983"/>
            <a:ext cx="2546350" cy="0"/>
          </a:xfrm>
          <a:prstGeom prst="line">
            <a:avLst/>
          </a:prstGeom>
          <a:noFill/>
          <a:ln w="19050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charset="0"/>
              <a:ea typeface="ＭＳ Ｐゴシック" charset="0"/>
              <a:cs typeface="+mn-cs"/>
            </a:endParaRPr>
          </a:p>
        </p:txBody>
      </p:sp>
      <p:grpSp>
        <p:nvGrpSpPr>
          <p:cNvPr id="151" name="Group 56">
            <a:extLst>
              <a:ext uri="{FF2B5EF4-FFF2-40B4-BE49-F238E27FC236}">
                <a16:creationId xmlns:a16="http://schemas.microsoft.com/office/drawing/2014/main" id="{9D087FDD-1E50-B54A-BAF1-08F2E9EB032C}"/>
              </a:ext>
            </a:extLst>
          </p:cNvPr>
          <p:cNvGrpSpPr>
            <a:grpSpLocks/>
          </p:cNvGrpSpPr>
          <p:nvPr/>
        </p:nvGrpSpPr>
        <p:grpSpPr bwMode="auto">
          <a:xfrm>
            <a:off x="8745360" y="2104096"/>
            <a:ext cx="533400" cy="206375"/>
            <a:chOff x="2003" y="1816"/>
            <a:chExt cx="336" cy="130"/>
          </a:xfrm>
        </p:grpSpPr>
        <p:sp>
          <p:nvSpPr>
            <p:cNvPr id="152" name="Rectangle 16">
              <a:extLst>
                <a:ext uri="{FF2B5EF4-FFF2-40B4-BE49-F238E27FC236}">
                  <a16:creationId xmlns:a16="http://schemas.microsoft.com/office/drawing/2014/main" id="{4802C0EA-E5A8-E447-A8F6-A96701A0BAC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03" y="1816"/>
              <a:ext cx="336" cy="130"/>
            </a:xfrm>
            <a:prstGeom prst="rect">
              <a:avLst/>
            </a:prstGeom>
            <a:solidFill>
              <a:srgbClr val="FFFF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153" name="Rectangle 17">
              <a:extLst>
                <a:ext uri="{FF2B5EF4-FFF2-40B4-BE49-F238E27FC236}">
                  <a16:creationId xmlns:a16="http://schemas.microsoft.com/office/drawing/2014/main" id="{620EA98C-EF38-184B-A03B-82616FCB9AE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05" y="1833"/>
              <a:ext cx="110" cy="99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CC99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154" name="Rectangle 18">
              <a:extLst>
                <a:ext uri="{FF2B5EF4-FFF2-40B4-BE49-F238E27FC236}">
                  <a16:creationId xmlns:a16="http://schemas.microsoft.com/office/drawing/2014/main" id="{1C3BBD2A-6ACC-C349-BDA8-0843C2DEA50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29" y="1891"/>
              <a:ext cx="29" cy="35"/>
            </a:xfrm>
            <a:prstGeom prst="rect">
              <a:avLst/>
            </a:prstGeom>
            <a:solidFill>
              <a:srgbClr val="CC9900"/>
            </a:solidFill>
            <a:ln w="9525">
              <a:solidFill>
                <a:srgbClr val="CC99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155" name="Rectangle 19">
              <a:extLst>
                <a:ext uri="{FF2B5EF4-FFF2-40B4-BE49-F238E27FC236}">
                  <a16:creationId xmlns:a16="http://schemas.microsoft.com/office/drawing/2014/main" id="{96FBD4A2-E799-8F4F-9D14-53FD99E5BFA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58" y="1892"/>
              <a:ext cx="29" cy="35"/>
            </a:xfrm>
            <a:prstGeom prst="rect">
              <a:avLst/>
            </a:prstGeom>
            <a:solidFill>
              <a:srgbClr val="CC9900"/>
            </a:solidFill>
            <a:ln w="9525">
              <a:solidFill>
                <a:srgbClr val="CC99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</p:grpSp>
      <p:sp>
        <p:nvSpPr>
          <p:cNvPr id="165" name="Text Box 103">
            <a:extLst>
              <a:ext uri="{FF2B5EF4-FFF2-40B4-BE49-F238E27FC236}">
                <a16:creationId xmlns:a16="http://schemas.microsoft.com/office/drawing/2014/main" id="{4ECF9189-0AD6-144B-8167-6762F7B3E86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549972" y="5823520"/>
            <a:ext cx="2714625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rPr>
              <a:t>receiver protocol stack</a:t>
            </a:r>
          </a:p>
        </p:txBody>
      </p:sp>
      <p:sp>
        <p:nvSpPr>
          <p:cNvPr id="169" name="Line 115">
            <a:extLst>
              <a:ext uri="{FF2B5EF4-FFF2-40B4-BE49-F238E27FC236}">
                <a16:creationId xmlns:a16="http://schemas.microsoft.com/office/drawing/2014/main" id="{ABF785A9-86A1-6E46-9624-CABBC5E29FA3}"/>
              </a:ext>
            </a:extLst>
          </p:cNvPr>
          <p:cNvSpPr>
            <a:spLocks noChangeShapeType="1"/>
          </p:cNvSpPr>
          <p:nvPr/>
        </p:nvSpPr>
        <p:spPr bwMode="auto">
          <a:xfrm>
            <a:off x="8790777" y="5419835"/>
            <a:ext cx="0" cy="349250"/>
          </a:xfrm>
          <a:prstGeom prst="line">
            <a:avLst/>
          </a:prstGeom>
          <a:noFill/>
          <a:ln w="28575">
            <a:solidFill>
              <a:srgbClr val="CC0000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charset="0"/>
              <a:ea typeface="ＭＳ Ｐゴシック" charset="0"/>
              <a:cs typeface="+mn-cs"/>
            </a:endParaRPr>
          </a:p>
        </p:txBody>
      </p:sp>
      <p:sp>
        <p:nvSpPr>
          <p:cNvPr id="171" name="Line 118">
            <a:extLst>
              <a:ext uri="{FF2B5EF4-FFF2-40B4-BE49-F238E27FC236}">
                <a16:creationId xmlns:a16="http://schemas.microsoft.com/office/drawing/2014/main" id="{5E5B6E3E-966C-D44A-B01C-0473357F14EE}"/>
              </a:ext>
            </a:extLst>
          </p:cNvPr>
          <p:cNvSpPr>
            <a:spLocks noChangeShapeType="1"/>
          </p:cNvSpPr>
          <p:nvPr/>
        </p:nvSpPr>
        <p:spPr bwMode="auto">
          <a:xfrm>
            <a:off x="10285235" y="4996521"/>
            <a:ext cx="0" cy="463550"/>
          </a:xfrm>
          <a:prstGeom prst="line">
            <a:avLst/>
          </a:prstGeom>
          <a:noFill/>
          <a:ln w="19050">
            <a:solidFill>
              <a:srgbClr val="000000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charset="0"/>
              <a:ea typeface="ＭＳ Ｐゴシック" charset="0"/>
              <a:cs typeface="+mn-cs"/>
            </a:endParaRPr>
          </a:p>
        </p:txBody>
      </p:sp>
      <p:grpSp>
        <p:nvGrpSpPr>
          <p:cNvPr id="172" name="Group 124">
            <a:extLst>
              <a:ext uri="{FF2B5EF4-FFF2-40B4-BE49-F238E27FC236}">
                <a16:creationId xmlns:a16="http://schemas.microsoft.com/office/drawing/2014/main" id="{4194DDD2-AC6E-4846-988C-D47AF88815BF}"/>
              </a:ext>
            </a:extLst>
          </p:cNvPr>
          <p:cNvGrpSpPr>
            <a:grpSpLocks/>
          </p:cNvGrpSpPr>
          <p:nvPr/>
        </p:nvGrpSpPr>
        <p:grpSpPr bwMode="auto">
          <a:xfrm flipH="1">
            <a:off x="10523360" y="4590121"/>
            <a:ext cx="869950" cy="906462"/>
            <a:chOff x="-44" y="1473"/>
            <a:chExt cx="981" cy="1105"/>
          </a:xfrm>
        </p:grpSpPr>
        <p:pic>
          <p:nvPicPr>
            <p:cNvPr id="173" name="Picture 125" descr="desktop_computer_stylized_medium">
              <a:extLst>
                <a:ext uri="{FF2B5EF4-FFF2-40B4-BE49-F238E27FC236}">
                  <a16:creationId xmlns:a16="http://schemas.microsoft.com/office/drawing/2014/main" id="{C6DE1974-7837-334B-B35F-1B82108E308D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74" name="Freeform 126">
              <a:extLst>
                <a:ext uri="{FF2B5EF4-FFF2-40B4-BE49-F238E27FC236}">
                  <a16:creationId xmlns:a16="http://schemas.microsoft.com/office/drawing/2014/main" id="{C8663771-41F7-FF4F-89C7-CFC093B9A138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5595 w 356"/>
                <a:gd name="T3" fmla="*/ 341 h 368"/>
                <a:gd name="T4" fmla="*/ 6638 w 356"/>
                <a:gd name="T5" fmla="*/ 7113 h 368"/>
                <a:gd name="T6" fmla="*/ 1463 w 356"/>
                <a:gd name="T7" fmla="*/ 8895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 cmpd="sng">
                  <a:solidFill>
                    <a:schemeClr val="tx1"/>
                  </a:solidFill>
                  <a:prstDash val="solid"/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</p:grpSp>
      <p:sp>
        <p:nvSpPr>
          <p:cNvPr id="9" name="TextBox 8">
            <a:extLst>
              <a:ext uri="{FF2B5EF4-FFF2-40B4-BE49-F238E27FC236}">
                <a16:creationId xmlns:a16="http://schemas.microsoft.com/office/drawing/2014/main" id="{3FF08E5E-7834-074F-B7D9-7DBE006EE269}"/>
              </a:ext>
            </a:extLst>
          </p:cNvPr>
          <p:cNvSpPr txBox="1"/>
          <p:nvPr/>
        </p:nvSpPr>
        <p:spPr>
          <a:xfrm>
            <a:off x="712555" y="1437021"/>
            <a:ext cx="3850826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1" u="sng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Q: 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What happens if network layer delivers data faster than application layer removes data from socket buffers?</a:t>
            </a: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9B4B0832-7295-6748-A6EB-5D9B0607F222}"/>
              </a:ext>
            </a:extLst>
          </p:cNvPr>
          <p:cNvGrpSpPr/>
          <p:nvPr/>
        </p:nvGrpSpPr>
        <p:grpSpPr>
          <a:xfrm>
            <a:off x="756989" y="3535828"/>
            <a:ext cx="4164772" cy="1950572"/>
            <a:chOff x="363537" y="4127499"/>
            <a:chExt cx="4164772" cy="1950572"/>
          </a:xfrm>
        </p:grpSpPr>
        <p:sp>
          <p:nvSpPr>
            <p:cNvPr id="179" name="Rectangle 110">
              <a:extLst>
                <a:ext uri="{FF2B5EF4-FFF2-40B4-BE49-F238E27FC236}">
                  <a16:creationId xmlns:a16="http://schemas.microsoft.com/office/drawing/2014/main" id="{71EEDA6C-9700-F540-8450-88D0CF387D8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3537" y="4397375"/>
              <a:ext cx="4134671" cy="1680696"/>
            </a:xfrm>
            <a:prstGeom prst="rect">
              <a:avLst/>
            </a:prstGeom>
            <a:solidFill>
              <a:srgbClr val="FFFFFF"/>
            </a:solidFill>
            <a:ln w="28575">
              <a:solidFill>
                <a:srgbClr val="CC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  <a:cs typeface="+mn-cs"/>
              </a:endParaRPr>
            </a:p>
          </p:txBody>
        </p:sp>
        <p:sp>
          <p:nvSpPr>
            <p:cNvPr id="180" name="Text Box 111">
              <a:extLst>
                <a:ext uri="{FF2B5EF4-FFF2-40B4-BE49-F238E27FC236}">
                  <a16:creationId xmlns:a16="http://schemas.microsoft.com/office/drawing/2014/main" id="{8C96D4BC-6609-824B-A9B9-24E2A66F66C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55613" y="4549775"/>
              <a:ext cx="4072696" cy="142192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ＭＳ Ｐゴシック" panose="020B0600070205080204" pitchFamily="34" charset="-128"/>
                  <a:cs typeface="+mn-cs"/>
                </a:rPr>
                <a:t>receiver controls sender, so sender won’</a:t>
              </a:r>
              <a:r>
                <a:rPr kumimoji="0" lang="en-US" altLang="ja-JP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ＭＳ Ｐゴシック" panose="020B0600070205080204" pitchFamily="34" charset="-128"/>
                  <a:cs typeface="+mn-cs"/>
                </a:rPr>
                <a:t>t overflow receiver’s buffer by transmitting too much, too fast</a:t>
              </a:r>
              <a:endParaRPr kumimoji="0" lang="en-US" altLang="en-US" sz="10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endParaRPr>
            </a:p>
          </p:txBody>
        </p:sp>
        <p:grpSp>
          <p:nvGrpSpPr>
            <p:cNvPr id="181" name="Group 112">
              <a:extLst>
                <a:ext uri="{FF2B5EF4-FFF2-40B4-BE49-F238E27FC236}">
                  <a16:creationId xmlns:a16="http://schemas.microsoft.com/office/drawing/2014/main" id="{6B4EAE2E-56DA-864E-99A1-E535BFD3AF51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551438" y="4127499"/>
              <a:ext cx="2003542" cy="523875"/>
              <a:chOff x="3327" y="230"/>
              <a:chExt cx="1176" cy="330"/>
            </a:xfrm>
          </p:grpSpPr>
          <p:sp>
            <p:nvSpPr>
              <p:cNvPr id="183" name="Rectangle 113">
                <a:extLst>
                  <a:ext uri="{FF2B5EF4-FFF2-40B4-BE49-F238E27FC236}">
                    <a16:creationId xmlns:a16="http://schemas.microsoft.com/office/drawing/2014/main" id="{364B36BC-850A-C443-AFE1-8C4A92F8CA4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369" y="323"/>
                <a:ext cx="1134" cy="222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ＭＳ Ｐゴシック" charset="0"/>
                  <a:cs typeface="+mn-cs"/>
                </a:endParaRPr>
              </a:p>
            </p:txBody>
          </p:sp>
          <p:sp>
            <p:nvSpPr>
              <p:cNvPr id="184" name="Text Box 114">
                <a:extLst>
                  <a:ext uri="{FF2B5EF4-FFF2-40B4-BE49-F238E27FC236}">
                    <a16:creationId xmlns:a16="http://schemas.microsoft.com/office/drawing/2014/main" id="{4A67984A-D193-3248-9AD8-3DC1586083A2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327" y="230"/>
                <a:ext cx="1136" cy="33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1pPr>
                <a:lvl2pPr marL="742950" indent="-285750"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2pPr>
                <a:lvl3pPr marL="1143000" indent="-228600"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3pPr>
                <a:lvl4pPr marL="1600200" indent="-228600"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4pPr>
                <a:lvl5pPr marL="2057400" indent="-228600"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2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CC0000"/>
                    </a:solidFill>
                    <a:effectLst/>
                    <a:uLnTx/>
                    <a:uFillTx/>
                    <a:latin typeface="Calibri" panose="020F0502020204030204"/>
                    <a:ea typeface="ＭＳ Ｐゴシック" charset="0"/>
                    <a:cs typeface="+mn-cs"/>
                  </a:rPr>
                  <a:t>flow control</a:t>
                </a:r>
              </a:p>
            </p:txBody>
          </p:sp>
        </p:grpSp>
      </p:grpSp>
      <p:sp>
        <p:nvSpPr>
          <p:cNvPr id="182" name="Line 117">
            <a:extLst>
              <a:ext uri="{FF2B5EF4-FFF2-40B4-BE49-F238E27FC236}">
                <a16:creationId xmlns:a16="http://schemas.microsoft.com/office/drawing/2014/main" id="{1B7AFE0B-8185-3E43-BF7C-730BEFE1D783}"/>
              </a:ext>
            </a:extLst>
          </p:cNvPr>
          <p:cNvSpPr>
            <a:spLocks noChangeShapeType="1"/>
          </p:cNvSpPr>
          <p:nvPr/>
        </p:nvSpPr>
        <p:spPr bwMode="auto">
          <a:xfrm>
            <a:off x="7764475" y="5006696"/>
            <a:ext cx="0" cy="463550"/>
          </a:xfrm>
          <a:prstGeom prst="line">
            <a:avLst/>
          </a:prstGeom>
          <a:noFill/>
          <a:ln w="19050">
            <a:solidFill>
              <a:schemeClr val="tx1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charset="0"/>
              <a:ea typeface="ＭＳ Ｐゴシック" charset="0"/>
              <a:cs typeface="+mn-cs"/>
            </a:endParaRP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C820FA96-992D-4547-BB82-D80AD6340B76}"/>
              </a:ext>
            </a:extLst>
          </p:cNvPr>
          <p:cNvGrpSpPr/>
          <p:nvPr/>
        </p:nvGrpSpPr>
        <p:grpSpPr>
          <a:xfrm>
            <a:off x="7630935" y="2806352"/>
            <a:ext cx="2092487" cy="2971623"/>
            <a:chOff x="7630935" y="2806352"/>
            <a:chExt cx="2092487" cy="2971623"/>
          </a:xfrm>
        </p:grpSpPr>
        <p:grpSp>
          <p:nvGrpSpPr>
            <p:cNvPr id="7" name="Group 6">
              <a:extLst>
                <a:ext uri="{FF2B5EF4-FFF2-40B4-BE49-F238E27FC236}">
                  <a16:creationId xmlns:a16="http://schemas.microsoft.com/office/drawing/2014/main" id="{90136498-1DCA-8245-9AEB-79D923D0965C}"/>
                </a:ext>
              </a:extLst>
            </p:cNvPr>
            <p:cNvGrpSpPr/>
            <p:nvPr/>
          </p:nvGrpSpPr>
          <p:grpSpPr>
            <a:xfrm>
              <a:off x="7630935" y="3080408"/>
              <a:ext cx="1309687" cy="2697567"/>
              <a:chOff x="7074521" y="3577949"/>
              <a:chExt cx="1309687" cy="2697567"/>
            </a:xfrm>
          </p:grpSpPr>
          <p:sp>
            <p:nvSpPr>
              <p:cNvPr id="163" name="Rectangle 91">
                <a:extLst>
                  <a:ext uri="{FF2B5EF4-FFF2-40B4-BE49-F238E27FC236}">
                    <a16:creationId xmlns:a16="http://schemas.microsoft.com/office/drawing/2014/main" id="{262B8492-92D0-1D4D-A388-8EDCD289152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55546" y="4619349"/>
                <a:ext cx="720725" cy="209550"/>
              </a:xfrm>
              <a:prstGeom prst="rect">
                <a:avLst/>
              </a:prstGeom>
              <a:solidFill>
                <a:srgbClr val="0000A8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endParaRPr>
              </a:p>
            </p:txBody>
          </p:sp>
          <p:grpSp>
            <p:nvGrpSpPr>
              <p:cNvPr id="5" name="Group 4">
                <a:extLst>
                  <a:ext uri="{FF2B5EF4-FFF2-40B4-BE49-F238E27FC236}">
                    <a16:creationId xmlns:a16="http://schemas.microsoft.com/office/drawing/2014/main" id="{8F31E27D-6EC1-5943-92A1-E4210B15E8BC}"/>
                  </a:ext>
                </a:extLst>
              </p:cNvPr>
              <p:cNvGrpSpPr/>
              <p:nvPr/>
            </p:nvGrpSpPr>
            <p:grpSpPr>
              <a:xfrm>
                <a:off x="7344839" y="5551212"/>
                <a:ext cx="1039369" cy="214398"/>
                <a:chOff x="7344839" y="5551212"/>
                <a:chExt cx="1039369" cy="214398"/>
              </a:xfrm>
            </p:grpSpPr>
            <p:sp>
              <p:nvSpPr>
                <p:cNvPr id="158" name="Rectangle 74">
                  <a:extLst>
                    <a:ext uri="{FF2B5EF4-FFF2-40B4-BE49-F238E27FC236}">
                      <a16:creationId xmlns:a16="http://schemas.microsoft.com/office/drawing/2014/main" id="{8A48CC54-2E19-7E49-AB6A-C589B7121B06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7344839" y="5556060"/>
                  <a:ext cx="1006475" cy="209550"/>
                </a:xfrm>
                <a:prstGeom prst="rect">
                  <a:avLst/>
                </a:prstGeom>
                <a:solidFill>
                  <a:srgbClr val="00CC99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marL="0" marR="0" lvl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ahoma" charset="0"/>
                    <a:ea typeface="ＭＳ Ｐゴシック" charset="0"/>
                    <a:cs typeface="+mn-cs"/>
                  </a:endParaRPr>
                </a:p>
              </p:txBody>
            </p:sp>
            <p:sp>
              <p:nvSpPr>
                <p:cNvPr id="164" name="Rectangle 92">
                  <a:extLst>
                    <a:ext uri="{FF2B5EF4-FFF2-40B4-BE49-F238E27FC236}">
                      <a16:creationId xmlns:a16="http://schemas.microsoft.com/office/drawing/2014/main" id="{F086B485-A7FA-024F-AE08-D3278D535305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7650783" y="5551212"/>
                  <a:ext cx="733425" cy="212725"/>
                </a:xfrm>
                <a:prstGeom prst="rect">
                  <a:avLst/>
                </a:prstGeom>
                <a:solidFill>
                  <a:srgbClr val="0000A8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marL="0" marR="0" lvl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ahoma" charset="0"/>
                    <a:ea typeface="ＭＳ Ｐゴシック" charset="0"/>
                    <a:cs typeface="+mn-cs"/>
                  </a:endParaRPr>
                </a:p>
              </p:txBody>
            </p:sp>
            <p:sp>
              <p:nvSpPr>
                <p:cNvPr id="159" name="Line 75">
                  <a:extLst>
                    <a:ext uri="{FF2B5EF4-FFF2-40B4-BE49-F238E27FC236}">
                      <a16:creationId xmlns:a16="http://schemas.microsoft.com/office/drawing/2014/main" id="{3072215E-AACF-9541-93AB-D98D0EECBB60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7488859" y="5555058"/>
                  <a:ext cx="0" cy="206375"/>
                </a:xfrm>
                <a:prstGeom prst="line">
                  <a:avLst/>
                </a:prstGeom>
                <a:noFill/>
                <a:ln w="28575">
                  <a:solidFill>
                    <a:srgbClr val="FFFFFF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/>
                <a:lstStyle/>
                <a:p>
                  <a:pPr marL="0" marR="0" lvl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ahoma" charset="0"/>
                    <a:ea typeface="ＭＳ Ｐゴシック" charset="0"/>
                    <a:cs typeface="+mn-cs"/>
                  </a:endParaRPr>
                </a:p>
              </p:txBody>
            </p:sp>
            <p:sp>
              <p:nvSpPr>
                <p:cNvPr id="160" name="Line 76">
                  <a:extLst>
                    <a:ext uri="{FF2B5EF4-FFF2-40B4-BE49-F238E27FC236}">
                      <a16:creationId xmlns:a16="http://schemas.microsoft.com/office/drawing/2014/main" id="{A70802F4-DC4B-B74E-9BF2-97E565E57FB0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7641259" y="5555058"/>
                  <a:ext cx="0" cy="206375"/>
                </a:xfrm>
                <a:prstGeom prst="line">
                  <a:avLst/>
                </a:prstGeom>
                <a:noFill/>
                <a:ln w="28575">
                  <a:solidFill>
                    <a:srgbClr val="FFFFFF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/>
                <a:lstStyle/>
                <a:p>
                  <a:pPr marL="0" marR="0" lvl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ahoma" charset="0"/>
                    <a:ea typeface="ＭＳ Ｐゴシック" charset="0"/>
                    <a:cs typeface="+mn-cs"/>
                  </a:endParaRPr>
                </a:p>
              </p:txBody>
            </p:sp>
          </p:grpSp>
          <p:sp>
            <p:nvSpPr>
              <p:cNvPr id="162" name="Rectangle 86">
                <a:extLst>
                  <a:ext uri="{FF2B5EF4-FFF2-40B4-BE49-F238E27FC236}">
                    <a16:creationId xmlns:a16="http://schemas.microsoft.com/office/drawing/2014/main" id="{4115F8B6-91A1-7C41-83BF-8BE89BBEBEC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47608" y="3577949"/>
                <a:ext cx="720725" cy="209550"/>
              </a:xfrm>
              <a:prstGeom prst="rect">
                <a:avLst/>
              </a:prstGeom>
              <a:solidFill>
                <a:srgbClr val="0000A8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endParaRPr>
              </a:p>
            </p:txBody>
          </p:sp>
          <p:sp>
            <p:nvSpPr>
              <p:cNvPr id="170" name="Text Box 116">
                <a:extLst>
                  <a:ext uri="{FF2B5EF4-FFF2-40B4-BE49-F238E27FC236}">
                    <a16:creationId xmlns:a16="http://schemas.microsoft.com/office/drawing/2014/main" id="{698424D2-456E-974F-973C-408C9336D9D7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7074521" y="5970716"/>
                <a:ext cx="1133475" cy="30480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1pPr>
                <a:lvl2pPr marL="742950" indent="-285750"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2pPr>
                <a:lvl3pPr marL="1143000" indent="-228600"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3pPr>
                <a:lvl4pPr marL="1600200" indent="-228600"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4pPr>
                <a:lvl5pPr marL="2057400" indent="-228600"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9pPr>
              </a:lstStyle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4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ahoma" charset="0"/>
                    <a:ea typeface="ＭＳ Ｐゴシック" charset="0"/>
                    <a:cs typeface="+mn-cs"/>
                  </a:rPr>
                  <a:t>from sender</a:t>
                </a:r>
              </a:p>
            </p:txBody>
          </p:sp>
        </p:grpSp>
        <p:sp>
          <p:nvSpPr>
            <p:cNvPr id="6" name="Curved Down Arrow 5">
              <a:extLst>
                <a:ext uri="{FF2B5EF4-FFF2-40B4-BE49-F238E27FC236}">
                  <a16:creationId xmlns:a16="http://schemas.microsoft.com/office/drawing/2014/main" id="{1FE7EE57-FED3-864B-8F06-9CC2C77BF0DE}"/>
                </a:ext>
              </a:extLst>
            </p:cNvPr>
            <p:cNvSpPr/>
            <p:nvPr/>
          </p:nvSpPr>
          <p:spPr>
            <a:xfrm>
              <a:off x="8312727" y="2806352"/>
              <a:ext cx="1410695" cy="2718148"/>
            </a:xfrm>
            <a:prstGeom prst="curvedDownArrow">
              <a:avLst>
                <a:gd name="adj1" fmla="val 13767"/>
                <a:gd name="adj2" fmla="val 28170"/>
                <a:gd name="adj3" fmla="val 25000"/>
              </a:avLst>
            </a:prstGeom>
            <a:solidFill>
              <a:srgbClr val="C00000">
                <a:alpha val="54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grpSp>
        <p:nvGrpSpPr>
          <p:cNvPr id="13" name="Group 12">
            <a:extLst>
              <a:ext uri="{FF2B5EF4-FFF2-40B4-BE49-F238E27FC236}">
                <a16:creationId xmlns:a16="http://schemas.microsoft.com/office/drawing/2014/main" id="{061072C8-D06D-0540-97C3-C1DE8C5A0444}"/>
              </a:ext>
            </a:extLst>
          </p:cNvPr>
          <p:cNvGrpSpPr/>
          <p:nvPr/>
        </p:nvGrpSpPr>
        <p:grpSpPr>
          <a:xfrm>
            <a:off x="4989152" y="1607125"/>
            <a:ext cx="4984933" cy="885919"/>
            <a:chOff x="4989152" y="1607125"/>
            <a:chExt cx="4984933" cy="885919"/>
          </a:xfrm>
        </p:grpSpPr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F4A53074-9492-2643-8C14-D55F3A8DF9EC}"/>
                </a:ext>
              </a:extLst>
            </p:cNvPr>
            <p:cNvGrpSpPr/>
            <p:nvPr/>
          </p:nvGrpSpPr>
          <p:grpSpPr>
            <a:xfrm>
              <a:off x="4989152" y="1652814"/>
              <a:ext cx="4984933" cy="840230"/>
              <a:chOff x="4432738" y="2150355"/>
              <a:chExt cx="4984933" cy="840230"/>
            </a:xfrm>
          </p:grpSpPr>
          <p:sp>
            <p:nvSpPr>
              <p:cNvPr id="166" name="Line 105">
                <a:extLst>
                  <a:ext uri="{FF2B5EF4-FFF2-40B4-BE49-F238E27FC236}">
                    <a16:creationId xmlns:a16="http://schemas.microsoft.com/office/drawing/2014/main" id="{E962447C-3133-664A-8728-73048FD03E1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6976294" y="2457174"/>
                <a:ext cx="1102102" cy="0"/>
              </a:xfrm>
              <a:prstGeom prst="line">
                <a:avLst/>
              </a:prstGeom>
              <a:noFill/>
              <a:ln w="19050">
                <a:solidFill>
                  <a:srgbClr val="CC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endParaRPr>
              </a:p>
            </p:txBody>
          </p:sp>
          <p:sp>
            <p:nvSpPr>
              <p:cNvPr id="175" name="Text Box 104">
                <a:extLst>
                  <a:ext uri="{FF2B5EF4-FFF2-40B4-BE49-F238E27FC236}">
                    <a16:creationId xmlns:a16="http://schemas.microsoft.com/office/drawing/2014/main" id="{F110BC32-2D3E-6B43-8E30-DD363F7CFF88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432738" y="2150355"/>
                <a:ext cx="2533651" cy="84023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square">
                <a:spAutoFit/>
              </a:bodyPr>
              <a:lstStyle>
                <a:lvl1pPr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r" defTabSz="914400" rtl="0" eaLnBrk="1" fontAlgn="auto" latinLnBrk="0" hangingPunct="1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ＭＳ Ｐゴシック" panose="020B0600070205080204" pitchFamily="34" charset="-128"/>
                    <a:cs typeface="+mn-cs"/>
                  </a:rPr>
                  <a:t>Application removing data from TCP socket buffers</a:t>
                </a:r>
              </a:p>
            </p:txBody>
          </p:sp>
          <p:sp>
            <p:nvSpPr>
              <p:cNvPr id="176" name="Rectangle 86">
                <a:extLst>
                  <a:ext uri="{FF2B5EF4-FFF2-40B4-BE49-F238E27FC236}">
                    <a16:creationId xmlns:a16="http://schemas.microsoft.com/office/drawing/2014/main" id="{4FC9FA64-3313-7441-820B-DA439AD3A89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696946" y="2344462"/>
                <a:ext cx="720725" cy="209550"/>
              </a:xfrm>
              <a:prstGeom prst="rect">
                <a:avLst/>
              </a:prstGeom>
              <a:solidFill>
                <a:srgbClr val="0000A8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endParaRPr>
              </a:p>
            </p:txBody>
          </p:sp>
        </p:grpSp>
        <p:sp>
          <p:nvSpPr>
            <p:cNvPr id="56" name="Curved Down Arrow 55">
              <a:extLst>
                <a:ext uri="{FF2B5EF4-FFF2-40B4-BE49-F238E27FC236}">
                  <a16:creationId xmlns:a16="http://schemas.microsoft.com/office/drawing/2014/main" id="{1957E969-1EF1-4941-A40B-CB97CA05EBA4}"/>
                </a:ext>
              </a:extLst>
            </p:cNvPr>
            <p:cNvSpPr/>
            <p:nvPr/>
          </p:nvSpPr>
          <p:spPr>
            <a:xfrm rot="10800000" flipH="1">
              <a:off x="8517082" y="1607125"/>
              <a:ext cx="1000991" cy="872838"/>
            </a:xfrm>
            <a:prstGeom prst="curvedDownArrow">
              <a:avLst>
                <a:gd name="adj1" fmla="val 13767"/>
                <a:gd name="adj2" fmla="val 28170"/>
                <a:gd name="adj3" fmla="val 25000"/>
              </a:avLst>
            </a:prstGeom>
            <a:solidFill>
              <a:srgbClr val="C00000">
                <a:alpha val="54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sp>
        <p:nvSpPr>
          <p:cNvPr id="52" name="Slide Number Placeholder 2">
            <a:extLst>
              <a:ext uri="{FF2B5EF4-FFF2-40B4-BE49-F238E27FC236}">
                <a16:creationId xmlns:a16="http://schemas.microsoft.com/office/drawing/2014/main" id="{6AC88DD4-8D5E-1A4B-AF04-AF0A9B96E26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19616" y="6443089"/>
            <a:ext cx="2743200" cy="365125"/>
          </a:xfrm>
        </p:spPr>
        <p:txBody>
          <a:bodyPr/>
          <a:lstStyle/>
          <a:p>
            <a:r>
              <a:rPr lang="en-US" dirty="0"/>
              <a:t>Transport Layer: 3-</a:t>
            </a:r>
            <a:fld id="{C4204591-24BD-A542-B9D5-F8D8A88D2FEE}" type="slidenum">
              <a:rPr lang="en-US" smtClean="0"/>
              <a:pPr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29041873"/>
      </p:ext>
    </p:extLst>
  </p:cSld>
  <p:clrMapOvr>
    <a:masterClrMapping/>
  </p:clrMapOvr>
  <p:transition spd="med"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8CD900-19EC-824C-BF74-AADFBF5A17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8690" y="289325"/>
            <a:ext cx="11393310" cy="894622"/>
          </a:xfrm>
        </p:spPr>
        <p:txBody>
          <a:bodyPr>
            <a:normAutofit/>
          </a:bodyPr>
          <a:lstStyle/>
          <a:p>
            <a:r>
              <a:rPr lang="en-US" sz="4800" dirty="0"/>
              <a:t>TCP flow control</a:t>
            </a:r>
            <a:endParaRPr lang="en-US" sz="4400" b="0" dirty="0"/>
          </a:p>
        </p:txBody>
      </p:sp>
      <p:sp>
        <p:nvSpPr>
          <p:cNvPr id="54" name="Rectangle 75">
            <a:extLst>
              <a:ext uri="{FF2B5EF4-FFF2-40B4-BE49-F238E27FC236}">
                <a16:creationId xmlns:a16="http://schemas.microsoft.com/office/drawing/2014/main" id="{78F7B284-6B74-F548-982C-C01C5F7D3D99}"/>
              </a:ext>
            </a:extLst>
          </p:cNvPr>
          <p:cNvSpPr txBox="1">
            <a:spLocks noChangeArrowheads="1"/>
          </p:cNvSpPr>
          <p:nvPr/>
        </p:nvSpPr>
        <p:spPr>
          <a:xfrm>
            <a:off x="668940" y="1485900"/>
            <a:ext cx="5826405" cy="4906963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52425" marR="0" lvl="0" indent="-22225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pitchFamily="2" charset="2"/>
              <a:buChar char="§"/>
              <a:tabLst/>
              <a:defRPr/>
            </a:pP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TCP receiver “</a:t>
            </a:r>
            <a:r>
              <a:rPr kumimoji="0" lang="en-US" altLang="ja-JP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advertises” free buffer space in </a:t>
            </a:r>
            <a:r>
              <a:rPr kumimoji="0" lang="en-US" altLang="ja-JP" sz="28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ＭＳ Ｐゴシック" panose="020B0600070205080204" pitchFamily="34" charset="-128"/>
                <a:cs typeface="+mn-cs"/>
              </a:rPr>
              <a:t>rwnd</a:t>
            </a:r>
            <a:r>
              <a:rPr kumimoji="0" lang="en-US" altLang="ja-JP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 field in TCP header</a:t>
            </a:r>
          </a:p>
          <a:p>
            <a:pPr marL="695325" marR="0" lvl="1" indent="-231775" algn="l" defTabSz="914400" rtl="0" eaLnBrk="1" fontAlgn="auto" latinLnBrk="0" hangingPunct="1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en-US" sz="24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ＭＳ Ｐゴシック" panose="020B0600070205080204" pitchFamily="34" charset="-128"/>
                <a:cs typeface="+mn-cs"/>
              </a:rPr>
              <a:t>RcvBuffer</a:t>
            </a:r>
            <a:r>
              <a:rPr kumimoji="0" lang="en-US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ＭＳ Ｐゴシック" panose="020B0600070205080204" pitchFamily="34" charset="-128"/>
                <a:cs typeface="+mn-cs"/>
              </a:rPr>
              <a:t> </a:t>
            </a: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size set via socket options (typical default is 4096 bytes)</a:t>
            </a:r>
          </a:p>
          <a:p>
            <a:pPr marL="695325" marR="0" lvl="1" indent="-231775" algn="l" defTabSz="914400" rtl="0" eaLnBrk="1" fontAlgn="auto" latinLnBrk="0" hangingPunct="1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many operating systems </a:t>
            </a:r>
            <a:r>
              <a:rPr kumimoji="0" lang="en-US" altLang="en-US" sz="2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autoadjust</a:t>
            </a: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 </a:t>
            </a:r>
            <a:r>
              <a:rPr kumimoji="0" lang="en-US" altLang="en-US" sz="24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ＭＳ Ｐゴシック" panose="020B0600070205080204" pitchFamily="34" charset="-128"/>
                <a:cs typeface="+mn-cs"/>
              </a:rPr>
              <a:t>RcvBuffer</a:t>
            </a:r>
            <a:endParaRPr kumimoji="0" lang="en-US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ＭＳ Ｐゴシック" panose="020B0600070205080204" pitchFamily="34" charset="-128"/>
              <a:cs typeface="+mn-cs"/>
            </a:endParaRPr>
          </a:p>
          <a:p>
            <a:pPr marL="352425" marR="0" lvl="0" indent="-22225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pitchFamily="2" charset="2"/>
              <a:buChar char="§"/>
              <a:tabLst/>
              <a:defRPr/>
            </a:pP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sender limits amount of </a:t>
            </a:r>
            <a:r>
              <a:rPr kumimoji="0" lang="en-US" altLang="en-US" sz="2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unACKed</a:t>
            </a: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 (“</a:t>
            </a:r>
            <a:r>
              <a:rPr kumimoji="0" lang="en-US" altLang="ja-JP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in-flight”) data to be received </a:t>
            </a:r>
            <a:r>
              <a:rPr kumimoji="0" lang="en-US" altLang="ja-JP" sz="28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ＭＳ Ｐゴシック" panose="020B0600070205080204" pitchFamily="34" charset="-128"/>
                <a:cs typeface="+mn-cs"/>
              </a:rPr>
              <a:t>rwnd</a:t>
            </a:r>
            <a:endParaRPr kumimoji="0" lang="en-US" altLang="ja-JP" sz="2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ourier New" panose="02070309020205020404" pitchFamily="49" charset="0"/>
              <a:ea typeface="ＭＳ Ｐゴシック" panose="020B0600070205080204" pitchFamily="34" charset="-128"/>
              <a:cs typeface="+mn-cs"/>
            </a:endParaRPr>
          </a:p>
          <a:p>
            <a:pPr marL="352425" marR="0" lvl="0" indent="-22225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pitchFamily="2" charset="2"/>
              <a:buChar char="§"/>
              <a:tabLst/>
              <a:defRPr/>
            </a:pP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guarantees receive buffer will not overflow</a:t>
            </a:r>
          </a:p>
        </p:txBody>
      </p:sp>
      <p:grpSp>
        <p:nvGrpSpPr>
          <p:cNvPr id="81" name="Group 72">
            <a:extLst>
              <a:ext uri="{FF2B5EF4-FFF2-40B4-BE49-F238E27FC236}">
                <a16:creationId xmlns:a16="http://schemas.microsoft.com/office/drawing/2014/main" id="{BCF10484-C4F0-2146-A1F6-01CD23E18EAF}"/>
              </a:ext>
            </a:extLst>
          </p:cNvPr>
          <p:cNvGrpSpPr>
            <a:grpSpLocks/>
          </p:cNvGrpSpPr>
          <p:nvPr/>
        </p:nvGrpSpPr>
        <p:grpSpPr bwMode="auto">
          <a:xfrm>
            <a:off x="8147517" y="2351087"/>
            <a:ext cx="2578100" cy="2155825"/>
            <a:chOff x="512" y="1294"/>
            <a:chExt cx="1888" cy="1358"/>
          </a:xfrm>
        </p:grpSpPr>
        <p:grpSp>
          <p:nvGrpSpPr>
            <p:cNvPr id="82" name="Group 17">
              <a:extLst>
                <a:ext uri="{FF2B5EF4-FFF2-40B4-BE49-F238E27FC236}">
                  <a16:creationId xmlns:a16="http://schemas.microsoft.com/office/drawing/2014/main" id="{1B215862-92BC-FD44-8231-FAC4460EC93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232" y="1410"/>
              <a:ext cx="336" cy="130"/>
              <a:chOff x="2003" y="1816"/>
              <a:chExt cx="336" cy="130"/>
            </a:xfrm>
          </p:grpSpPr>
          <p:sp>
            <p:nvSpPr>
              <p:cNvPr id="91" name="Rectangle 18">
                <a:extLst>
                  <a:ext uri="{FF2B5EF4-FFF2-40B4-BE49-F238E27FC236}">
                    <a16:creationId xmlns:a16="http://schemas.microsoft.com/office/drawing/2014/main" id="{9F916805-82BB-7244-99A5-5F0A5D16504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003" y="1816"/>
                <a:ext cx="336" cy="130"/>
              </a:xfrm>
              <a:prstGeom prst="rect">
                <a:avLst/>
              </a:prstGeom>
              <a:solidFill>
                <a:srgbClr val="FFFF00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endParaRPr>
              </a:p>
            </p:txBody>
          </p:sp>
          <p:sp>
            <p:nvSpPr>
              <p:cNvPr id="92" name="Rectangle 19">
                <a:extLst>
                  <a:ext uri="{FF2B5EF4-FFF2-40B4-BE49-F238E27FC236}">
                    <a16:creationId xmlns:a16="http://schemas.microsoft.com/office/drawing/2014/main" id="{4DA550D0-215D-334C-AB2B-CF8748123D3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05" y="1833"/>
                <a:ext cx="108" cy="99"/>
              </a:xfrm>
              <a:prstGeom prst="rect">
                <a:avLst/>
              </a:prstGeom>
              <a:solidFill>
                <a:srgbClr val="FFFFFF"/>
              </a:solidFill>
              <a:ln w="9525">
                <a:solidFill>
                  <a:srgbClr val="CC990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endParaRPr>
              </a:p>
            </p:txBody>
          </p:sp>
          <p:sp>
            <p:nvSpPr>
              <p:cNvPr id="93" name="Rectangle 20">
                <a:extLst>
                  <a:ext uri="{FF2B5EF4-FFF2-40B4-BE49-F238E27FC236}">
                    <a16:creationId xmlns:a16="http://schemas.microsoft.com/office/drawing/2014/main" id="{B48A6578-4F82-8A4E-B684-CD32D31F82B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228" y="1891"/>
                <a:ext cx="28" cy="35"/>
              </a:xfrm>
              <a:prstGeom prst="rect">
                <a:avLst/>
              </a:prstGeom>
              <a:solidFill>
                <a:srgbClr val="CC9900"/>
              </a:solidFill>
              <a:ln w="9525">
                <a:solidFill>
                  <a:srgbClr val="CC990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endParaRPr>
              </a:p>
            </p:txBody>
          </p:sp>
          <p:sp>
            <p:nvSpPr>
              <p:cNvPr id="94" name="Rectangle 21">
                <a:extLst>
                  <a:ext uri="{FF2B5EF4-FFF2-40B4-BE49-F238E27FC236}">
                    <a16:creationId xmlns:a16="http://schemas.microsoft.com/office/drawing/2014/main" id="{FE3C8549-958F-8C49-9BB2-21BE77A5A38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056" y="1892"/>
                <a:ext cx="29" cy="35"/>
              </a:xfrm>
              <a:prstGeom prst="rect">
                <a:avLst/>
              </a:prstGeom>
              <a:solidFill>
                <a:srgbClr val="CC9900"/>
              </a:solidFill>
              <a:ln w="9525">
                <a:solidFill>
                  <a:srgbClr val="CC990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endParaRPr>
              </a:p>
            </p:txBody>
          </p:sp>
        </p:grpSp>
        <p:sp>
          <p:nvSpPr>
            <p:cNvPr id="83" name="Rectangle 52">
              <a:extLst>
                <a:ext uri="{FF2B5EF4-FFF2-40B4-BE49-F238E27FC236}">
                  <a16:creationId xmlns:a16="http://schemas.microsoft.com/office/drawing/2014/main" id="{4EAEE0E4-1542-A044-B98C-0D8E8528492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6" y="1522"/>
              <a:ext cx="1871" cy="896"/>
            </a:xfrm>
            <a:prstGeom prst="rect">
              <a:avLst/>
            </a:prstGeom>
            <a:solidFill>
              <a:srgbClr val="0000A8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84" name="Line 53">
              <a:extLst>
                <a:ext uri="{FF2B5EF4-FFF2-40B4-BE49-F238E27FC236}">
                  <a16:creationId xmlns:a16="http://schemas.microsoft.com/office/drawing/2014/main" id="{1BF4AFA5-7079-8E48-98E5-F01131B6DC4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12" y="1863"/>
              <a:ext cx="1885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85" name="AutoShape 54">
              <a:extLst>
                <a:ext uri="{FF2B5EF4-FFF2-40B4-BE49-F238E27FC236}">
                  <a16:creationId xmlns:a16="http://schemas.microsoft.com/office/drawing/2014/main" id="{01CE49A7-7FEA-2F41-B96C-9C13B374840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10" y="1294"/>
              <a:ext cx="157" cy="288"/>
            </a:xfrm>
            <a:prstGeom prst="upArrow">
              <a:avLst>
                <a:gd name="adj1" fmla="val 50000"/>
                <a:gd name="adj2" fmla="val 45860"/>
              </a:avLst>
            </a:prstGeom>
            <a:solidFill>
              <a:srgbClr val="CC000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86" name="Rectangle 55" descr="Dark upward diagonal">
              <a:extLst>
                <a:ext uri="{FF2B5EF4-FFF2-40B4-BE49-F238E27FC236}">
                  <a16:creationId xmlns:a16="http://schemas.microsoft.com/office/drawing/2014/main" id="{E7DBF90D-63AF-CA4B-B765-CCAF65A7F80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4" y="1856"/>
              <a:ext cx="1848" cy="555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>
                        <a:alpha val="74997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87" name="AutoShape 56">
              <a:extLst>
                <a:ext uri="{FF2B5EF4-FFF2-40B4-BE49-F238E27FC236}">
                  <a16:creationId xmlns:a16="http://schemas.microsoft.com/office/drawing/2014/main" id="{E85EDD4B-2EB2-CF4B-A7E7-5DB87DD8E26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12" y="2364"/>
              <a:ext cx="157" cy="288"/>
            </a:xfrm>
            <a:prstGeom prst="upArrow">
              <a:avLst>
                <a:gd name="adj1" fmla="val 50000"/>
                <a:gd name="adj2" fmla="val 45860"/>
              </a:avLst>
            </a:prstGeom>
            <a:solidFill>
              <a:srgbClr val="CC000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88" name="Text Box 57">
              <a:extLst>
                <a:ext uri="{FF2B5EF4-FFF2-40B4-BE49-F238E27FC236}">
                  <a16:creationId xmlns:a16="http://schemas.microsoft.com/office/drawing/2014/main" id="{18AF2730-2703-2A49-8B1B-CCB541608D5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14" y="1568"/>
              <a:ext cx="1243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rPr>
                <a:t>buffered data</a:t>
              </a:r>
            </a:p>
          </p:txBody>
        </p:sp>
        <p:sp>
          <p:nvSpPr>
            <p:cNvPr id="89" name="Line 58">
              <a:extLst>
                <a:ext uri="{FF2B5EF4-FFF2-40B4-BE49-F238E27FC236}">
                  <a16:creationId xmlns:a16="http://schemas.microsoft.com/office/drawing/2014/main" id="{3E425F76-602D-884F-B462-CE3703890F4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22" y="1857"/>
              <a:ext cx="1878" cy="7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90" name="Text Box 59">
              <a:extLst>
                <a:ext uri="{FF2B5EF4-FFF2-40B4-BE49-F238E27FC236}">
                  <a16:creationId xmlns:a16="http://schemas.microsoft.com/office/drawing/2014/main" id="{FAA57939-600A-5644-BD7E-58580D1D799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53" y="2020"/>
              <a:ext cx="1529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rPr>
                <a:t>free buffer space</a:t>
              </a:r>
            </a:p>
          </p:txBody>
        </p:sp>
      </p:grpSp>
      <p:sp>
        <p:nvSpPr>
          <p:cNvPr id="95" name="Text Box 62">
            <a:extLst>
              <a:ext uri="{FF2B5EF4-FFF2-40B4-BE49-F238E27FC236}">
                <a16:creationId xmlns:a16="http://schemas.microsoft.com/office/drawing/2014/main" id="{AEFCE47F-E93D-AF44-B3F4-73BB671A7DA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260104" y="3495674"/>
            <a:ext cx="673100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charset="0"/>
                <a:ea typeface="ＭＳ Ｐゴシック" charset="0"/>
                <a:cs typeface="+mn-cs"/>
              </a:rPr>
              <a:t>rwnd</a:t>
            </a:r>
          </a:p>
        </p:txBody>
      </p:sp>
      <p:sp>
        <p:nvSpPr>
          <p:cNvPr id="96" name="Line 64">
            <a:extLst>
              <a:ext uri="{FF2B5EF4-FFF2-40B4-BE49-F238E27FC236}">
                <a16:creationId xmlns:a16="http://schemas.microsoft.com/office/drawing/2014/main" id="{16902A7E-A0A9-CA44-AA34-DA532E0008E8}"/>
              </a:ext>
            </a:extLst>
          </p:cNvPr>
          <p:cNvSpPr>
            <a:spLocks noChangeShapeType="1"/>
          </p:cNvSpPr>
          <p:nvPr/>
        </p:nvSpPr>
        <p:spPr bwMode="auto">
          <a:xfrm>
            <a:off x="7771279" y="3228974"/>
            <a:ext cx="0" cy="322263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charset="0"/>
              <a:ea typeface="ＭＳ Ｐゴシック" charset="0"/>
              <a:cs typeface="+mn-cs"/>
            </a:endParaRPr>
          </a:p>
        </p:txBody>
      </p:sp>
      <p:sp>
        <p:nvSpPr>
          <p:cNvPr id="97" name="Line 65">
            <a:extLst>
              <a:ext uri="{FF2B5EF4-FFF2-40B4-BE49-F238E27FC236}">
                <a16:creationId xmlns:a16="http://schemas.microsoft.com/office/drawing/2014/main" id="{D648F6B1-0A50-8C4D-A7D2-3CF747C8BABF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7771279" y="3754437"/>
            <a:ext cx="0" cy="322262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charset="0"/>
              <a:ea typeface="ＭＳ Ｐゴシック" charset="0"/>
              <a:cs typeface="+mn-cs"/>
            </a:endParaRPr>
          </a:p>
        </p:txBody>
      </p:sp>
      <p:sp>
        <p:nvSpPr>
          <p:cNvPr id="98" name="Line 66">
            <a:extLst>
              <a:ext uri="{FF2B5EF4-FFF2-40B4-BE49-F238E27FC236}">
                <a16:creationId xmlns:a16="http://schemas.microsoft.com/office/drawing/2014/main" id="{6D1EA1AA-F1A0-E74F-8EB6-323F135BBE4A}"/>
              </a:ext>
            </a:extLst>
          </p:cNvPr>
          <p:cNvSpPr>
            <a:spLocks noChangeShapeType="1"/>
          </p:cNvSpPr>
          <p:nvPr/>
        </p:nvSpPr>
        <p:spPr bwMode="auto">
          <a:xfrm>
            <a:off x="7617292" y="4086224"/>
            <a:ext cx="476250" cy="0"/>
          </a:xfrm>
          <a:prstGeom prst="line">
            <a:avLst/>
          </a:prstGeom>
          <a:noFill/>
          <a:ln w="19050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charset="0"/>
              <a:ea typeface="ＭＳ Ｐゴシック" charset="0"/>
              <a:cs typeface="+mn-cs"/>
            </a:endParaRPr>
          </a:p>
        </p:txBody>
      </p:sp>
      <p:sp>
        <p:nvSpPr>
          <p:cNvPr id="99" name="Line 67">
            <a:extLst>
              <a:ext uri="{FF2B5EF4-FFF2-40B4-BE49-F238E27FC236}">
                <a16:creationId xmlns:a16="http://schemas.microsoft.com/office/drawing/2014/main" id="{1C85352E-17C9-D549-A2BD-57A09913F048}"/>
              </a:ext>
            </a:extLst>
          </p:cNvPr>
          <p:cNvSpPr>
            <a:spLocks noChangeShapeType="1"/>
          </p:cNvSpPr>
          <p:nvPr/>
        </p:nvSpPr>
        <p:spPr bwMode="auto">
          <a:xfrm>
            <a:off x="7666504" y="3217862"/>
            <a:ext cx="196850" cy="0"/>
          </a:xfrm>
          <a:prstGeom prst="line">
            <a:avLst/>
          </a:prstGeom>
          <a:noFill/>
          <a:ln w="19050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charset="0"/>
              <a:ea typeface="ＭＳ Ｐゴシック" charset="0"/>
              <a:cs typeface="+mn-cs"/>
            </a:endParaRPr>
          </a:p>
        </p:txBody>
      </p:sp>
      <p:sp>
        <p:nvSpPr>
          <p:cNvPr id="100" name="Line 68">
            <a:extLst>
              <a:ext uri="{FF2B5EF4-FFF2-40B4-BE49-F238E27FC236}">
                <a16:creationId xmlns:a16="http://schemas.microsoft.com/office/drawing/2014/main" id="{EBC9AE0D-2B04-2645-9476-0B3051DF9276}"/>
              </a:ext>
            </a:extLst>
          </p:cNvPr>
          <p:cNvSpPr>
            <a:spLocks noChangeShapeType="1"/>
          </p:cNvSpPr>
          <p:nvPr/>
        </p:nvSpPr>
        <p:spPr bwMode="auto">
          <a:xfrm>
            <a:off x="7639517" y="2692399"/>
            <a:ext cx="476250" cy="0"/>
          </a:xfrm>
          <a:prstGeom prst="line">
            <a:avLst/>
          </a:prstGeom>
          <a:noFill/>
          <a:ln w="19050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charset="0"/>
              <a:ea typeface="ＭＳ Ｐゴシック" charset="0"/>
              <a:cs typeface="+mn-cs"/>
            </a:endParaRPr>
          </a:p>
        </p:txBody>
      </p:sp>
      <p:sp>
        <p:nvSpPr>
          <p:cNvPr id="101" name="Line 69">
            <a:extLst>
              <a:ext uri="{FF2B5EF4-FFF2-40B4-BE49-F238E27FC236}">
                <a16:creationId xmlns:a16="http://schemas.microsoft.com/office/drawing/2014/main" id="{C0332117-A4C3-844D-8A08-8B0B485AD2EA}"/>
              </a:ext>
            </a:extLst>
          </p:cNvPr>
          <p:cNvSpPr>
            <a:spLocks noChangeShapeType="1"/>
          </p:cNvSpPr>
          <p:nvPr/>
        </p:nvSpPr>
        <p:spPr bwMode="auto">
          <a:xfrm>
            <a:off x="8028454" y="2697162"/>
            <a:ext cx="0" cy="17780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charset="0"/>
              <a:ea typeface="ＭＳ Ｐゴシック" charset="0"/>
              <a:cs typeface="+mn-cs"/>
            </a:endParaRPr>
          </a:p>
        </p:txBody>
      </p:sp>
      <p:sp>
        <p:nvSpPr>
          <p:cNvPr id="102" name="Line 70">
            <a:extLst>
              <a:ext uri="{FF2B5EF4-FFF2-40B4-BE49-F238E27FC236}">
                <a16:creationId xmlns:a16="http://schemas.microsoft.com/office/drawing/2014/main" id="{838B5881-D7D0-554D-93A9-E8D16418B8D3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8026867" y="3121024"/>
            <a:ext cx="0" cy="954088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charset="0"/>
              <a:ea typeface="ＭＳ Ｐゴシック" charset="0"/>
              <a:cs typeface="+mn-cs"/>
            </a:endParaRPr>
          </a:p>
        </p:txBody>
      </p:sp>
      <p:sp>
        <p:nvSpPr>
          <p:cNvPr id="103" name="Text Box 71">
            <a:extLst>
              <a:ext uri="{FF2B5EF4-FFF2-40B4-BE49-F238E27FC236}">
                <a16:creationId xmlns:a16="http://schemas.microsoft.com/office/drawing/2014/main" id="{76399630-36A1-DE42-B526-233291123DB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74342" y="2857499"/>
            <a:ext cx="1284287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charset="0"/>
                <a:ea typeface="ＭＳ Ｐゴシック" charset="0"/>
                <a:cs typeface="+mn-cs"/>
              </a:rPr>
              <a:t>RcvBuffer</a:t>
            </a:r>
          </a:p>
        </p:txBody>
      </p:sp>
      <p:sp>
        <p:nvSpPr>
          <p:cNvPr id="104" name="Text Box 73">
            <a:extLst>
              <a:ext uri="{FF2B5EF4-FFF2-40B4-BE49-F238E27FC236}">
                <a16:creationId xmlns:a16="http://schemas.microsoft.com/office/drawing/2014/main" id="{B6E3B689-E8B2-BF4B-86DF-927AF5D4F69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152610" y="4486274"/>
            <a:ext cx="2525050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  <a:cs typeface="+mn-cs"/>
              </a:rPr>
              <a:t>TCP segment payloads</a:t>
            </a:r>
          </a:p>
        </p:txBody>
      </p:sp>
      <p:sp>
        <p:nvSpPr>
          <p:cNvPr id="105" name="Text Box 74">
            <a:extLst>
              <a:ext uri="{FF2B5EF4-FFF2-40B4-BE49-F238E27FC236}">
                <a16:creationId xmlns:a16="http://schemas.microsoft.com/office/drawing/2014/main" id="{91F2C3EF-EE52-4542-BF6E-028621EA767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03635" y="1985962"/>
            <a:ext cx="2478564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  <a:cs typeface="+mn-cs"/>
              </a:rPr>
              <a:t>to application process</a:t>
            </a:r>
          </a:p>
        </p:txBody>
      </p:sp>
      <p:sp>
        <p:nvSpPr>
          <p:cNvPr id="106" name="Text Box 76">
            <a:extLst>
              <a:ext uri="{FF2B5EF4-FFF2-40B4-BE49-F238E27FC236}">
                <a16:creationId xmlns:a16="http://schemas.microsoft.com/office/drawing/2014/main" id="{0CF681A2-AC47-5344-AE94-24FC5FD8242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554658" y="5138737"/>
            <a:ext cx="3563796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  <a:cs typeface="+mn-cs"/>
              </a:rPr>
              <a:t>TCP receiver-side buffering</a:t>
            </a:r>
          </a:p>
        </p:txBody>
      </p:sp>
      <p:sp>
        <p:nvSpPr>
          <p:cNvPr id="30" name="Slide Number Placeholder 2">
            <a:extLst>
              <a:ext uri="{FF2B5EF4-FFF2-40B4-BE49-F238E27FC236}">
                <a16:creationId xmlns:a16="http://schemas.microsoft.com/office/drawing/2014/main" id="{FD800B74-F67D-AF4D-AABB-EE14B6FEBDC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19616" y="6443089"/>
            <a:ext cx="2743200" cy="365125"/>
          </a:xfrm>
        </p:spPr>
        <p:txBody>
          <a:bodyPr/>
          <a:lstStyle/>
          <a:p>
            <a:r>
              <a:rPr lang="en-US" dirty="0"/>
              <a:t>Transport Layer: 3-</a:t>
            </a:r>
            <a:fld id="{C4204591-24BD-A542-B9D5-F8D8A88D2FEE}" type="slidenum">
              <a:rPr lang="en-US" smtClean="0"/>
              <a:pPr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17487287"/>
      </p:ext>
    </p:extLst>
  </p:cSld>
  <p:clrMapOvr>
    <a:masterClrMapping/>
  </p:clrMapOvr>
  <p:transition spd="med"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8CD900-19EC-824C-BF74-AADFBF5A17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8690" y="289325"/>
            <a:ext cx="11393310" cy="894622"/>
          </a:xfrm>
        </p:spPr>
        <p:txBody>
          <a:bodyPr>
            <a:normAutofit/>
          </a:bodyPr>
          <a:lstStyle/>
          <a:p>
            <a:r>
              <a:rPr lang="en-US" sz="4800" dirty="0"/>
              <a:t>TCP flow control</a:t>
            </a:r>
            <a:endParaRPr lang="en-US" sz="4400" b="0" dirty="0"/>
          </a:p>
        </p:txBody>
      </p:sp>
      <p:sp>
        <p:nvSpPr>
          <p:cNvPr id="54" name="Rectangle 75">
            <a:extLst>
              <a:ext uri="{FF2B5EF4-FFF2-40B4-BE49-F238E27FC236}">
                <a16:creationId xmlns:a16="http://schemas.microsoft.com/office/drawing/2014/main" id="{78F7B284-6B74-F548-982C-C01C5F7D3D99}"/>
              </a:ext>
            </a:extLst>
          </p:cNvPr>
          <p:cNvSpPr txBox="1">
            <a:spLocks noChangeArrowheads="1"/>
          </p:cNvSpPr>
          <p:nvPr/>
        </p:nvSpPr>
        <p:spPr>
          <a:xfrm>
            <a:off x="668940" y="1485900"/>
            <a:ext cx="5826405" cy="4906963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52425" marR="0" lvl="0" indent="-22225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pitchFamily="2" charset="2"/>
              <a:buChar char="§"/>
              <a:tabLst/>
              <a:defRPr/>
            </a:pP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TCP receiver “</a:t>
            </a:r>
            <a:r>
              <a:rPr kumimoji="0" lang="en-US" altLang="ja-JP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advertises” free buffer space in </a:t>
            </a:r>
            <a:r>
              <a:rPr kumimoji="0" lang="en-US" altLang="ja-JP" sz="28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ＭＳ Ｐゴシック" panose="020B0600070205080204" pitchFamily="34" charset="-128"/>
                <a:cs typeface="+mn-cs"/>
              </a:rPr>
              <a:t>rwnd</a:t>
            </a:r>
            <a:r>
              <a:rPr kumimoji="0" lang="en-US" altLang="ja-JP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 field in TCP header</a:t>
            </a:r>
          </a:p>
          <a:p>
            <a:pPr marL="695325" marR="0" lvl="1" indent="-231775" algn="l" defTabSz="914400" rtl="0" eaLnBrk="1" fontAlgn="auto" latinLnBrk="0" hangingPunct="1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en-US" sz="24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ＭＳ Ｐゴシック" panose="020B0600070205080204" pitchFamily="34" charset="-128"/>
                <a:cs typeface="+mn-cs"/>
              </a:rPr>
              <a:t>RcvBuffer</a:t>
            </a:r>
            <a:r>
              <a:rPr kumimoji="0" lang="en-US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ＭＳ Ｐゴシック" panose="020B0600070205080204" pitchFamily="34" charset="-128"/>
                <a:cs typeface="+mn-cs"/>
              </a:rPr>
              <a:t> </a:t>
            </a: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size set via socket options (typical default is 4096 bytes)</a:t>
            </a:r>
          </a:p>
          <a:p>
            <a:pPr marL="695325" marR="0" lvl="1" indent="-231775" algn="l" defTabSz="914400" rtl="0" eaLnBrk="1" fontAlgn="auto" latinLnBrk="0" hangingPunct="1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many operating systems </a:t>
            </a:r>
            <a:r>
              <a:rPr kumimoji="0" lang="en-US" altLang="en-US" sz="2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autoadjust</a:t>
            </a: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 </a:t>
            </a:r>
            <a:r>
              <a:rPr kumimoji="0" lang="en-US" altLang="en-US" sz="24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ＭＳ Ｐゴシック" panose="020B0600070205080204" pitchFamily="34" charset="-128"/>
                <a:cs typeface="+mn-cs"/>
              </a:rPr>
              <a:t>RcvBuffer</a:t>
            </a:r>
            <a:endParaRPr kumimoji="0" lang="en-US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ＭＳ Ｐゴシック" panose="020B0600070205080204" pitchFamily="34" charset="-128"/>
              <a:cs typeface="+mn-cs"/>
            </a:endParaRPr>
          </a:p>
          <a:p>
            <a:pPr marL="352425" marR="0" lvl="0" indent="-22225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pitchFamily="2" charset="2"/>
              <a:buChar char="§"/>
              <a:tabLst/>
              <a:defRPr/>
            </a:pP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sender limits amount of </a:t>
            </a:r>
            <a:r>
              <a:rPr kumimoji="0" lang="en-US" altLang="en-US" sz="2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unACKed</a:t>
            </a: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 (“</a:t>
            </a:r>
            <a:r>
              <a:rPr kumimoji="0" lang="en-US" altLang="ja-JP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in-flight”) data to be received </a:t>
            </a:r>
            <a:r>
              <a:rPr kumimoji="0" lang="en-US" altLang="ja-JP" sz="28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ＭＳ Ｐゴシック" panose="020B0600070205080204" pitchFamily="34" charset="-128"/>
                <a:cs typeface="+mn-cs"/>
              </a:rPr>
              <a:t>rwnd</a:t>
            </a:r>
            <a:endParaRPr kumimoji="0" lang="en-US" altLang="ja-JP" sz="2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ourier New" panose="02070309020205020404" pitchFamily="49" charset="0"/>
              <a:ea typeface="ＭＳ Ｐゴシック" panose="020B0600070205080204" pitchFamily="34" charset="-128"/>
              <a:cs typeface="+mn-cs"/>
            </a:endParaRPr>
          </a:p>
          <a:p>
            <a:pPr marL="352425" marR="0" lvl="0" indent="-22225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pitchFamily="2" charset="2"/>
              <a:buChar char="§"/>
              <a:tabLst/>
              <a:defRPr/>
            </a:pP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guarantees receive buffer will not overflow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65ED315A-00AA-7C4A-8164-7D6F6F0CAA0E}"/>
              </a:ext>
            </a:extLst>
          </p:cNvPr>
          <p:cNvGrpSpPr/>
          <p:nvPr/>
        </p:nvGrpSpPr>
        <p:grpSpPr>
          <a:xfrm>
            <a:off x="7363745" y="1068614"/>
            <a:ext cx="4349284" cy="5165818"/>
            <a:chOff x="7334716" y="821871"/>
            <a:chExt cx="4349284" cy="5165818"/>
          </a:xfrm>
        </p:grpSpPr>
        <p:sp>
          <p:nvSpPr>
            <p:cNvPr id="43" name="Text Box 49">
              <a:extLst>
                <a:ext uri="{FF2B5EF4-FFF2-40B4-BE49-F238E27FC236}">
                  <a16:creationId xmlns:a16="http://schemas.microsoft.com/office/drawing/2014/main" id="{4942189D-75C7-5146-A769-620DCCD5AD2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334716" y="821871"/>
              <a:ext cx="4349284" cy="34163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ea typeface="ＭＳ Ｐゴシック" charset="0"/>
                  <a:cs typeface="+mn-cs"/>
                </a:rPr>
                <a:t>flow control: </a:t>
              </a:r>
              <a:r>
                <a:rPr kumimoji="0" 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ea typeface="ＭＳ Ｐゴシック" charset="0"/>
                  <a:cs typeface="+mn-cs"/>
                </a:rPr>
                <a:t># bytes receiver willing to accept</a:t>
              </a: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  <a:cs typeface="+mn-cs"/>
              </a:endParaRPr>
            </a:p>
          </p:txBody>
        </p:sp>
        <p:grpSp>
          <p:nvGrpSpPr>
            <p:cNvPr id="3" name="Group 2">
              <a:extLst>
                <a:ext uri="{FF2B5EF4-FFF2-40B4-BE49-F238E27FC236}">
                  <a16:creationId xmlns:a16="http://schemas.microsoft.com/office/drawing/2014/main" id="{013C6F91-8B0A-654D-A104-22DAAE940A5C}"/>
                </a:ext>
              </a:extLst>
            </p:cNvPr>
            <p:cNvGrpSpPr/>
            <p:nvPr/>
          </p:nvGrpSpPr>
          <p:grpSpPr>
            <a:xfrm>
              <a:off x="7490842" y="1445945"/>
              <a:ext cx="3173211" cy="4078555"/>
              <a:chOff x="7157014" y="1873079"/>
              <a:chExt cx="2251592" cy="2800562"/>
            </a:xfrm>
          </p:grpSpPr>
          <p:sp>
            <p:nvSpPr>
              <p:cNvPr id="31" name="Rectangle 4">
                <a:extLst>
                  <a:ext uri="{FF2B5EF4-FFF2-40B4-BE49-F238E27FC236}">
                    <a16:creationId xmlns:a16="http://schemas.microsoft.com/office/drawing/2014/main" id="{F26D3C4D-BBC1-F742-A1E0-D6E34A9B314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206558" y="1873079"/>
                <a:ext cx="2202048" cy="2745454"/>
              </a:xfrm>
              <a:prstGeom prst="rect">
                <a:avLst/>
              </a:prstGeom>
              <a:solidFill>
                <a:srgbClr val="000099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1905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05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endParaRPr>
              </a:p>
            </p:txBody>
          </p:sp>
          <p:sp>
            <p:nvSpPr>
              <p:cNvPr id="32" name="Rectangle 5">
                <a:extLst>
                  <a:ext uri="{FF2B5EF4-FFF2-40B4-BE49-F238E27FC236}">
                    <a16:creationId xmlns:a16="http://schemas.microsoft.com/office/drawing/2014/main" id="{EDEADB29-BFA2-B047-B027-A9139A42EC4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58783" y="1939027"/>
                <a:ext cx="2202048" cy="2734614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00000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+mn-cs"/>
                </a:endParaRPr>
              </a:p>
            </p:txBody>
          </p:sp>
          <p:sp>
            <p:nvSpPr>
              <p:cNvPr id="33" name="Line 8">
                <a:extLst>
                  <a:ext uri="{FF2B5EF4-FFF2-40B4-BE49-F238E27FC236}">
                    <a16:creationId xmlns:a16="http://schemas.microsoft.com/office/drawing/2014/main" id="{D6DDC5BF-A1E6-C24B-9CE3-F65B498DEB3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7160553" y="2152232"/>
                <a:ext cx="2199395" cy="2711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05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endParaRPr>
              </a:p>
            </p:txBody>
          </p:sp>
          <p:sp>
            <p:nvSpPr>
              <p:cNvPr id="34" name="Line 9">
                <a:extLst>
                  <a:ext uri="{FF2B5EF4-FFF2-40B4-BE49-F238E27FC236}">
                    <a16:creationId xmlns:a16="http://schemas.microsoft.com/office/drawing/2014/main" id="{D073AA58-CCB9-1143-BD54-AECB66E97A2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7157014" y="2368146"/>
                <a:ext cx="2202048" cy="0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05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endParaRPr>
              </a:p>
            </p:txBody>
          </p:sp>
          <p:sp>
            <p:nvSpPr>
              <p:cNvPr id="35" name="Line 16">
                <a:extLst>
                  <a:ext uri="{FF2B5EF4-FFF2-40B4-BE49-F238E27FC236}">
                    <a16:creationId xmlns:a16="http://schemas.microsoft.com/office/drawing/2014/main" id="{3BCF6F65-DFAE-C544-BAEE-68B6416C49E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7162322" y="2584964"/>
                <a:ext cx="2202048" cy="0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05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endParaRPr>
              </a:p>
            </p:txBody>
          </p:sp>
          <p:sp>
            <p:nvSpPr>
              <p:cNvPr id="36" name="Line 18">
                <a:extLst>
                  <a:ext uri="{FF2B5EF4-FFF2-40B4-BE49-F238E27FC236}">
                    <a16:creationId xmlns:a16="http://schemas.microsoft.com/office/drawing/2014/main" id="{73D40423-B9BC-B445-A204-77B62C8A65F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7159668" y="2809912"/>
                <a:ext cx="2202049" cy="0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05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endParaRPr>
              </a:p>
            </p:txBody>
          </p:sp>
          <p:sp>
            <p:nvSpPr>
              <p:cNvPr id="37" name="Line 19">
                <a:extLst>
                  <a:ext uri="{FF2B5EF4-FFF2-40B4-BE49-F238E27FC236}">
                    <a16:creationId xmlns:a16="http://schemas.microsoft.com/office/drawing/2014/main" id="{9E50A3C5-1DEF-C346-9F9A-A93A3289A50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7157014" y="3032150"/>
                <a:ext cx="2202048" cy="0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05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endParaRPr>
              </a:p>
            </p:txBody>
          </p:sp>
          <p:sp>
            <p:nvSpPr>
              <p:cNvPr id="38" name="Line 20">
                <a:extLst>
                  <a:ext uri="{FF2B5EF4-FFF2-40B4-BE49-F238E27FC236}">
                    <a16:creationId xmlns:a16="http://schemas.microsoft.com/office/drawing/2014/main" id="{548B775C-D85F-5847-B406-FA9F2CBD594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7157014" y="3351956"/>
                <a:ext cx="2202048" cy="0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05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endParaRPr>
              </a:p>
            </p:txBody>
          </p:sp>
          <p:sp>
            <p:nvSpPr>
              <p:cNvPr id="39" name="Line 21">
                <a:extLst>
                  <a:ext uri="{FF2B5EF4-FFF2-40B4-BE49-F238E27FC236}">
                    <a16:creationId xmlns:a16="http://schemas.microsoft.com/office/drawing/2014/main" id="{5295938A-7AD9-3A43-B065-16AE7DE4662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 flipV="1">
                <a:off x="8249633" y="2586771"/>
                <a:ext cx="2654" cy="442669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05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endParaRPr>
              </a:p>
            </p:txBody>
          </p:sp>
          <p:sp>
            <p:nvSpPr>
              <p:cNvPr id="42" name="Text Box 22">
                <a:extLst>
                  <a:ext uri="{FF2B5EF4-FFF2-40B4-BE49-F238E27FC236}">
                    <a16:creationId xmlns:a16="http://schemas.microsoft.com/office/drawing/2014/main" id="{DBAB1210-0C8C-574D-9755-E0E40D1D8E2B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8220544" y="2572087"/>
                <a:ext cx="1124010" cy="23247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1pPr>
                <a:lvl2pPr marL="742950" indent="-285750"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2pPr>
                <a:lvl3pPr marL="1143000" indent="-228600"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3pPr>
                <a:lvl4pPr marL="1600200" indent="-228600"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4pPr>
                <a:lvl5pPr marL="2057400" indent="-228600"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9pPr>
              </a:lstStyle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6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  <a:cs typeface="+mn-cs"/>
                  </a:rPr>
                  <a:t>receive window</a:t>
                </a:r>
              </a:p>
            </p:txBody>
          </p:sp>
          <p:sp>
            <p:nvSpPr>
              <p:cNvPr id="41" name="Line 10">
                <a:extLst>
                  <a:ext uri="{FF2B5EF4-FFF2-40B4-BE49-F238E27FC236}">
                    <a16:creationId xmlns:a16="http://schemas.microsoft.com/office/drawing/2014/main" id="{A5EAF221-945B-9044-8647-B161BDC6D14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 flipV="1">
                <a:off x="8241671" y="1940977"/>
                <a:ext cx="981" cy="207817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05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endParaRPr>
              </a:p>
            </p:txBody>
          </p:sp>
        </p:grpSp>
        <p:sp>
          <p:nvSpPr>
            <p:cNvPr id="44" name="Line 53">
              <a:extLst>
                <a:ext uri="{FF2B5EF4-FFF2-40B4-BE49-F238E27FC236}">
                  <a16:creationId xmlns:a16="http://schemas.microsoft.com/office/drawing/2014/main" id="{1BBBD060-CF26-F24A-BA7E-49EE7DADEE01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7968285" y="1150408"/>
              <a:ext cx="1233771" cy="1404106"/>
            </a:xfrm>
            <a:prstGeom prst="line">
              <a:avLst/>
            </a:prstGeom>
            <a:noFill/>
            <a:ln w="19050">
              <a:solidFill>
                <a:srgbClr val="C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05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46" name="Text Box 49">
              <a:extLst>
                <a:ext uri="{FF2B5EF4-FFF2-40B4-BE49-F238E27FC236}">
                  <a16:creationId xmlns:a16="http://schemas.microsoft.com/office/drawing/2014/main" id="{FBFCD652-9EB9-FE4F-BB9F-A9277C4DE74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125744" y="5646057"/>
              <a:ext cx="2310027" cy="34163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ea typeface="ＭＳ Ｐゴシック" charset="0"/>
                  <a:cs typeface="+mn-cs"/>
                </a:rPr>
                <a:t>TCP segment format</a:t>
              </a:r>
            </a:p>
          </p:txBody>
        </p:sp>
      </p:grpSp>
      <p:sp>
        <p:nvSpPr>
          <p:cNvPr id="20" name="Slide Number Placeholder 2">
            <a:extLst>
              <a:ext uri="{FF2B5EF4-FFF2-40B4-BE49-F238E27FC236}">
                <a16:creationId xmlns:a16="http://schemas.microsoft.com/office/drawing/2014/main" id="{73A53F5E-537D-1E40-85EE-92D8692A70E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19616" y="6443089"/>
            <a:ext cx="2743200" cy="365125"/>
          </a:xfrm>
        </p:spPr>
        <p:txBody>
          <a:bodyPr/>
          <a:lstStyle/>
          <a:p>
            <a:r>
              <a:rPr lang="en-US" dirty="0"/>
              <a:t>Transport Layer: 3-</a:t>
            </a:r>
            <a:fld id="{C4204591-24BD-A542-B9D5-F8D8A88D2FEE}" type="slidenum">
              <a:rPr lang="en-US" smtClean="0"/>
              <a:pPr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74413299"/>
      </p:ext>
    </p:extLst>
  </p:cSld>
  <p:clrMapOvr>
    <a:masterClrMapping/>
  </p:clrMapOvr>
  <p:transition spd="med"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8CD900-19EC-824C-BF74-AADFBF5A17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8690" y="289325"/>
            <a:ext cx="11393310" cy="894622"/>
          </a:xfrm>
        </p:spPr>
        <p:txBody>
          <a:bodyPr>
            <a:normAutofit/>
          </a:bodyPr>
          <a:lstStyle/>
          <a:p>
            <a:r>
              <a:rPr lang="en-US" sz="4800" dirty="0"/>
              <a:t>TCP connection management</a:t>
            </a:r>
            <a:endParaRPr lang="en-US" sz="4400" b="0" dirty="0"/>
          </a:p>
        </p:txBody>
      </p:sp>
      <p:sp>
        <p:nvSpPr>
          <p:cNvPr id="31" name="Rectangle 5">
            <a:extLst>
              <a:ext uri="{FF2B5EF4-FFF2-40B4-BE49-F238E27FC236}">
                <a16:creationId xmlns:a16="http://schemas.microsoft.com/office/drawing/2014/main" id="{9C578410-CCAC-A940-BEC5-74269A538606}"/>
              </a:ext>
            </a:extLst>
          </p:cNvPr>
          <p:cNvSpPr txBox="1">
            <a:spLocks noChangeArrowheads="1"/>
          </p:cNvSpPr>
          <p:nvPr/>
        </p:nvSpPr>
        <p:spPr>
          <a:xfrm>
            <a:off x="785243" y="1329399"/>
            <a:ext cx="11329310" cy="218757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270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pitchFamily="2" charset="2"/>
              <a:buNone/>
              <a:tabLst/>
              <a:defRPr/>
            </a:pP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before exchanging data, sender/receiver “</a:t>
            </a:r>
            <a:r>
              <a:rPr kumimoji="0" lang="en-US" altLang="ja-JP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handshake”:</a:t>
            </a:r>
          </a:p>
          <a:p>
            <a:pPr marL="352425" marR="0" lvl="0" indent="-222250" algn="l" defTabSz="914400" rtl="0" eaLnBrk="1" fontAlgn="auto" latinLnBrk="0" hangingPunct="1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pitchFamily="2" charset="2"/>
              <a:buChar char="§"/>
              <a:tabLst/>
              <a:defRPr/>
            </a:pP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agree to establish connection (each knowing the other willing to establish connection)</a:t>
            </a:r>
          </a:p>
          <a:p>
            <a:pPr marL="352425" marR="0" lvl="0" indent="-222250" algn="l" defTabSz="914400" rtl="0" eaLnBrk="1" fontAlgn="auto" latinLnBrk="0" hangingPunct="1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pitchFamily="2" charset="2"/>
              <a:buChar char="§"/>
              <a:tabLst/>
              <a:defRPr/>
            </a:pP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agree on connection parameters (e.g., starting seq #s)</a:t>
            </a:r>
          </a:p>
        </p:txBody>
      </p:sp>
      <p:sp>
        <p:nvSpPr>
          <p:cNvPr id="129" name="Rectangle 62">
            <a:extLst>
              <a:ext uri="{FF2B5EF4-FFF2-40B4-BE49-F238E27FC236}">
                <a16:creationId xmlns:a16="http://schemas.microsoft.com/office/drawing/2014/main" id="{C5E2ED2D-96E6-7640-B8B9-2E97B87686A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38677" y="2935290"/>
            <a:ext cx="2279650" cy="2414588"/>
          </a:xfrm>
          <a:prstGeom prst="rect">
            <a:avLst/>
          </a:prstGeom>
          <a:solidFill>
            <a:srgbClr val="000099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charset="0"/>
              <a:ea typeface="ＭＳ Ｐゴシック" charset="0"/>
              <a:cs typeface="+mn-cs"/>
            </a:endParaRPr>
          </a:p>
        </p:txBody>
      </p:sp>
      <p:sp>
        <p:nvSpPr>
          <p:cNvPr id="130" name="Rectangle 45">
            <a:extLst>
              <a:ext uri="{FF2B5EF4-FFF2-40B4-BE49-F238E27FC236}">
                <a16:creationId xmlns:a16="http://schemas.microsoft.com/office/drawing/2014/main" id="{E1C433CA-144F-FE40-9939-574216DE0F5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98989" y="2989265"/>
            <a:ext cx="2270125" cy="2471738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charset="0"/>
              <a:ea typeface="ＭＳ Ｐゴシック" charset="0"/>
              <a:cs typeface="+mn-cs"/>
            </a:endParaRPr>
          </a:p>
        </p:txBody>
      </p:sp>
      <p:sp>
        <p:nvSpPr>
          <p:cNvPr id="131" name="Line 55">
            <a:extLst>
              <a:ext uri="{FF2B5EF4-FFF2-40B4-BE49-F238E27FC236}">
                <a16:creationId xmlns:a16="http://schemas.microsoft.com/office/drawing/2014/main" id="{B5AF7973-E361-6A42-9B3B-A8AD0E9C7140}"/>
              </a:ext>
            </a:extLst>
          </p:cNvPr>
          <p:cNvSpPr>
            <a:spLocks noChangeShapeType="1"/>
          </p:cNvSpPr>
          <p:nvPr/>
        </p:nvSpPr>
        <p:spPr bwMode="auto">
          <a:xfrm>
            <a:off x="3098989" y="3430590"/>
            <a:ext cx="2270125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charset="0"/>
              <a:ea typeface="ＭＳ Ｐゴシック" charset="0"/>
              <a:cs typeface="+mn-cs"/>
            </a:endParaRPr>
          </a:p>
        </p:txBody>
      </p:sp>
      <p:sp>
        <p:nvSpPr>
          <p:cNvPr id="132" name="Text Box 6">
            <a:extLst>
              <a:ext uri="{FF2B5EF4-FFF2-40B4-BE49-F238E27FC236}">
                <a16:creationId xmlns:a16="http://schemas.microsoft.com/office/drawing/2014/main" id="{F4060720-F3C5-A543-A168-90183A3F78E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113277" y="3543303"/>
            <a:ext cx="2335212" cy="15811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1pPr>
            <a:lvl2pPr marL="230188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rPr>
              <a:t>connection state: ESTAB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rPr>
              <a:t>connection variables:</a:t>
            </a:r>
          </a:p>
          <a:p>
            <a:pPr marL="230188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rPr>
              <a:t>seq # client-to-server</a:t>
            </a:r>
          </a:p>
          <a:p>
            <a:pPr marL="230188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rPr>
              <a:t>         server-to-client</a:t>
            </a:r>
          </a:p>
          <a:p>
            <a:pPr marL="230188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charset="0"/>
                <a:ea typeface="ＭＳ Ｐゴシック" charset="0"/>
                <a:cs typeface="+mn-cs"/>
              </a:rPr>
              <a:t>rcvBuffer</a:t>
            </a:r>
            <a:r>
              <a: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rPr>
              <a:t> size</a:t>
            </a:r>
          </a:p>
          <a:p>
            <a:pPr marL="230188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rPr>
              <a:t>   at server,client </a:t>
            </a:r>
          </a:p>
          <a:p>
            <a:pPr marL="230188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rPr>
              <a:t>           </a:t>
            </a:r>
          </a:p>
        </p:txBody>
      </p:sp>
      <p:grpSp>
        <p:nvGrpSpPr>
          <p:cNvPr id="133" name="Group 46">
            <a:extLst>
              <a:ext uri="{FF2B5EF4-FFF2-40B4-BE49-F238E27FC236}">
                <a16:creationId xmlns:a16="http://schemas.microsoft.com/office/drawing/2014/main" id="{B33AB7A5-CCC5-254C-8A3A-759B759D5041}"/>
              </a:ext>
            </a:extLst>
          </p:cNvPr>
          <p:cNvGrpSpPr>
            <a:grpSpLocks/>
          </p:cNvGrpSpPr>
          <p:nvPr/>
        </p:nvGrpSpPr>
        <p:grpSpPr bwMode="auto">
          <a:xfrm>
            <a:off x="3979492" y="3344865"/>
            <a:ext cx="438150" cy="206375"/>
            <a:chOff x="344" y="1846"/>
            <a:chExt cx="336" cy="130"/>
          </a:xfrm>
        </p:grpSpPr>
        <p:sp>
          <p:nvSpPr>
            <p:cNvPr id="134" name="Rectangle 47">
              <a:extLst>
                <a:ext uri="{FF2B5EF4-FFF2-40B4-BE49-F238E27FC236}">
                  <a16:creationId xmlns:a16="http://schemas.microsoft.com/office/drawing/2014/main" id="{6C823A22-D6EB-C649-B7E4-0B164EE814C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4" y="1846"/>
              <a:ext cx="336" cy="130"/>
            </a:xfrm>
            <a:prstGeom prst="rect">
              <a:avLst/>
            </a:prstGeom>
            <a:solidFill>
              <a:srgbClr val="FFFF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135" name="Rectangle 48">
              <a:extLst>
                <a:ext uri="{FF2B5EF4-FFF2-40B4-BE49-F238E27FC236}">
                  <a16:creationId xmlns:a16="http://schemas.microsoft.com/office/drawing/2014/main" id="{A8BB07C4-6AD0-A344-8975-A5BF3337241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54" y="1863"/>
              <a:ext cx="112" cy="99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CC99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136" name="Rectangle 49">
              <a:extLst>
                <a:ext uri="{FF2B5EF4-FFF2-40B4-BE49-F238E27FC236}">
                  <a16:creationId xmlns:a16="http://schemas.microsoft.com/office/drawing/2014/main" id="{2CA09AF3-81EA-B643-82AA-454FD210EE4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78" y="1921"/>
              <a:ext cx="29" cy="35"/>
            </a:xfrm>
            <a:prstGeom prst="rect">
              <a:avLst/>
            </a:prstGeom>
            <a:solidFill>
              <a:srgbClr val="CC9900"/>
            </a:solidFill>
            <a:ln w="9525">
              <a:solidFill>
                <a:srgbClr val="CC99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137" name="Rectangle 50">
              <a:extLst>
                <a:ext uri="{FF2B5EF4-FFF2-40B4-BE49-F238E27FC236}">
                  <a16:creationId xmlns:a16="http://schemas.microsoft.com/office/drawing/2014/main" id="{467634F2-41DA-0748-9C1A-D08864A76A2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7" y="1922"/>
              <a:ext cx="29" cy="35"/>
            </a:xfrm>
            <a:prstGeom prst="rect">
              <a:avLst/>
            </a:prstGeom>
            <a:solidFill>
              <a:srgbClr val="CC9900"/>
            </a:solidFill>
            <a:ln w="9525">
              <a:solidFill>
                <a:srgbClr val="CC99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</p:grpSp>
      <p:sp>
        <p:nvSpPr>
          <p:cNvPr id="138" name="Text Box 54">
            <a:extLst>
              <a:ext uri="{FF2B5EF4-FFF2-40B4-BE49-F238E27FC236}">
                <a16:creationId xmlns:a16="http://schemas.microsoft.com/office/drawing/2014/main" id="{A9AEB3C4-6978-5E48-B717-A659B5C3B9D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17081" y="3006443"/>
            <a:ext cx="1146175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rPr>
              <a:t>application</a:t>
            </a:r>
          </a:p>
        </p:txBody>
      </p:sp>
      <p:sp>
        <p:nvSpPr>
          <p:cNvPr id="139" name="Line 56">
            <a:extLst>
              <a:ext uri="{FF2B5EF4-FFF2-40B4-BE49-F238E27FC236}">
                <a16:creationId xmlns:a16="http://schemas.microsoft.com/office/drawing/2014/main" id="{D326D2D6-0DA1-914C-9073-3ECFE526F8CC}"/>
              </a:ext>
            </a:extLst>
          </p:cNvPr>
          <p:cNvSpPr>
            <a:spLocks noChangeShapeType="1"/>
          </p:cNvSpPr>
          <p:nvPr/>
        </p:nvSpPr>
        <p:spPr bwMode="auto">
          <a:xfrm>
            <a:off x="3105339" y="4926015"/>
            <a:ext cx="2268538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charset="0"/>
              <a:ea typeface="ＭＳ Ｐゴシック" charset="0"/>
              <a:cs typeface="+mn-cs"/>
            </a:endParaRPr>
          </a:p>
        </p:txBody>
      </p:sp>
      <p:sp>
        <p:nvSpPr>
          <p:cNvPr id="140" name="Text Box 57">
            <a:extLst>
              <a:ext uri="{FF2B5EF4-FFF2-40B4-BE49-F238E27FC236}">
                <a16:creationId xmlns:a16="http://schemas.microsoft.com/office/drawing/2014/main" id="{E4C0EAD6-0908-3C42-9A10-A6AAF94515B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23658" y="5021176"/>
            <a:ext cx="908050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rPr>
              <a:t>network</a:t>
            </a:r>
          </a:p>
        </p:txBody>
      </p:sp>
      <p:sp>
        <p:nvSpPr>
          <p:cNvPr id="141" name="Rectangle 58">
            <a:extLst>
              <a:ext uri="{FF2B5EF4-FFF2-40B4-BE49-F238E27FC236}">
                <a16:creationId xmlns:a16="http://schemas.microsoft.com/office/drawing/2014/main" id="{1CB6C439-3E38-7043-B2E4-E0EA4F390BE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70414" y="5348290"/>
            <a:ext cx="2335213" cy="18097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charset="0"/>
              <a:ea typeface="ＭＳ Ｐゴシック" charset="0"/>
              <a:cs typeface="+mn-cs"/>
            </a:endParaRPr>
          </a:p>
        </p:txBody>
      </p:sp>
      <p:sp>
        <p:nvSpPr>
          <p:cNvPr id="142" name="Line 59">
            <a:extLst>
              <a:ext uri="{FF2B5EF4-FFF2-40B4-BE49-F238E27FC236}">
                <a16:creationId xmlns:a16="http://schemas.microsoft.com/office/drawing/2014/main" id="{D8BBE84F-BCD3-BB4A-9FD3-757AFB3C13AA}"/>
              </a:ext>
            </a:extLst>
          </p:cNvPr>
          <p:cNvSpPr>
            <a:spLocks noChangeShapeType="1"/>
          </p:cNvSpPr>
          <p:nvPr/>
        </p:nvSpPr>
        <p:spPr bwMode="auto">
          <a:xfrm>
            <a:off x="3098989" y="5337178"/>
            <a:ext cx="0" cy="236537"/>
          </a:xfrm>
          <a:prstGeom prst="line">
            <a:avLst/>
          </a:prstGeom>
          <a:noFill/>
          <a:ln w="9525">
            <a:solidFill>
              <a:srgbClr val="000000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charset="0"/>
              <a:ea typeface="ＭＳ Ｐゴシック" charset="0"/>
              <a:cs typeface="+mn-cs"/>
            </a:endParaRPr>
          </a:p>
        </p:txBody>
      </p:sp>
      <p:sp>
        <p:nvSpPr>
          <p:cNvPr id="143" name="Line 60">
            <a:extLst>
              <a:ext uri="{FF2B5EF4-FFF2-40B4-BE49-F238E27FC236}">
                <a16:creationId xmlns:a16="http://schemas.microsoft.com/office/drawing/2014/main" id="{F862C10B-983A-F94D-A269-24CE747FC5AA}"/>
              </a:ext>
            </a:extLst>
          </p:cNvPr>
          <p:cNvSpPr>
            <a:spLocks noChangeShapeType="1"/>
          </p:cNvSpPr>
          <p:nvPr/>
        </p:nvSpPr>
        <p:spPr bwMode="auto">
          <a:xfrm>
            <a:off x="5362764" y="5308603"/>
            <a:ext cx="0" cy="236537"/>
          </a:xfrm>
          <a:prstGeom prst="line">
            <a:avLst/>
          </a:prstGeom>
          <a:noFill/>
          <a:ln w="9525">
            <a:solidFill>
              <a:srgbClr val="000000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charset="0"/>
              <a:ea typeface="ＭＳ Ｐゴシック" charset="0"/>
              <a:cs typeface="+mn-cs"/>
            </a:endParaRPr>
          </a:p>
        </p:txBody>
      </p:sp>
      <p:sp>
        <p:nvSpPr>
          <p:cNvPr id="144" name="Freeform 8">
            <a:extLst>
              <a:ext uri="{FF2B5EF4-FFF2-40B4-BE49-F238E27FC236}">
                <a16:creationId xmlns:a16="http://schemas.microsoft.com/office/drawing/2014/main" id="{DF364C08-2C0C-EE4E-8664-EDA4833FE296}"/>
              </a:ext>
            </a:extLst>
          </p:cNvPr>
          <p:cNvSpPr>
            <a:spLocks/>
          </p:cNvSpPr>
          <p:nvPr/>
        </p:nvSpPr>
        <p:spPr bwMode="auto">
          <a:xfrm flipH="1">
            <a:off x="2625914" y="2992440"/>
            <a:ext cx="468313" cy="2490788"/>
          </a:xfrm>
          <a:custGeom>
            <a:avLst/>
            <a:gdLst>
              <a:gd name="T0" fmla="*/ 2147483647 w 366"/>
              <a:gd name="T1" fmla="*/ 2147483647 h 1284"/>
              <a:gd name="T2" fmla="*/ 2147483647 w 366"/>
              <a:gd name="T3" fmla="*/ 0 h 1284"/>
              <a:gd name="T4" fmla="*/ 0 w 366"/>
              <a:gd name="T5" fmla="*/ 2147483647 h 1284"/>
              <a:gd name="T6" fmla="*/ 2147483647 w 366"/>
              <a:gd name="T7" fmla="*/ 2147483647 h 1284"/>
              <a:gd name="T8" fmla="*/ 2147483647 w 366"/>
              <a:gd name="T9" fmla="*/ 2147483647 h 1284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366" h="1284">
                <a:moveTo>
                  <a:pt x="366" y="1278"/>
                </a:moveTo>
                <a:lnTo>
                  <a:pt x="12" y="0"/>
                </a:lnTo>
                <a:lnTo>
                  <a:pt x="0" y="1224"/>
                </a:lnTo>
                <a:lnTo>
                  <a:pt x="186" y="1284"/>
                </a:lnTo>
                <a:lnTo>
                  <a:pt x="366" y="1278"/>
                </a:lnTo>
                <a:close/>
              </a:path>
            </a:pathLst>
          </a:custGeom>
          <a:gradFill rotWithShape="1">
            <a:gsLst>
              <a:gs pos="0">
                <a:srgbClr val="B2B2B2"/>
              </a:gs>
              <a:gs pos="100000">
                <a:srgbClr val="FFFFFF"/>
              </a:gs>
            </a:gsLst>
            <a:lin ang="0" scaled="1"/>
          </a:gradFill>
          <a:ln w="9525">
            <a:solidFill>
              <a:srgbClr val="DDDDDD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145" name="Rectangle 63">
            <a:extLst>
              <a:ext uri="{FF2B5EF4-FFF2-40B4-BE49-F238E27FC236}">
                <a16:creationId xmlns:a16="http://schemas.microsoft.com/office/drawing/2014/main" id="{0F4E1AF7-DE3A-2541-818F-C54CEC430AE0}"/>
              </a:ext>
            </a:extLst>
          </p:cNvPr>
          <p:cNvSpPr>
            <a:spLocks noChangeArrowheads="1"/>
          </p:cNvSpPr>
          <p:nvPr/>
        </p:nvSpPr>
        <p:spPr bwMode="auto">
          <a:xfrm>
            <a:off x="7440802" y="2941640"/>
            <a:ext cx="2279650" cy="2414588"/>
          </a:xfrm>
          <a:prstGeom prst="rect">
            <a:avLst/>
          </a:prstGeom>
          <a:solidFill>
            <a:srgbClr val="000099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charset="0"/>
              <a:ea typeface="ＭＳ Ｐゴシック" charset="0"/>
              <a:cs typeface="+mn-cs"/>
            </a:endParaRPr>
          </a:p>
        </p:txBody>
      </p:sp>
      <p:sp>
        <p:nvSpPr>
          <p:cNvPr id="146" name="Rectangle 64">
            <a:extLst>
              <a:ext uri="{FF2B5EF4-FFF2-40B4-BE49-F238E27FC236}">
                <a16:creationId xmlns:a16="http://schemas.microsoft.com/office/drawing/2014/main" id="{5B961E58-331E-B748-A80F-3B7778F1C486}"/>
              </a:ext>
            </a:extLst>
          </p:cNvPr>
          <p:cNvSpPr>
            <a:spLocks noChangeArrowheads="1"/>
          </p:cNvSpPr>
          <p:nvPr/>
        </p:nvSpPr>
        <p:spPr bwMode="auto">
          <a:xfrm>
            <a:off x="7401114" y="2995615"/>
            <a:ext cx="2270125" cy="2471738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charset="0"/>
              <a:ea typeface="ＭＳ Ｐゴシック" charset="0"/>
              <a:cs typeface="+mn-cs"/>
            </a:endParaRPr>
          </a:p>
        </p:txBody>
      </p:sp>
      <p:sp>
        <p:nvSpPr>
          <p:cNvPr id="147" name="Line 65">
            <a:extLst>
              <a:ext uri="{FF2B5EF4-FFF2-40B4-BE49-F238E27FC236}">
                <a16:creationId xmlns:a16="http://schemas.microsoft.com/office/drawing/2014/main" id="{83696C28-A57C-AC46-B97E-048E3D615664}"/>
              </a:ext>
            </a:extLst>
          </p:cNvPr>
          <p:cNvSpPr>
            <a:spLocks noChangeShapeType="1"/>
          </p:cNvSpPr>
          <p:nvPr/>
        </p:nvSpPr>
        <p:spPr bwMode="auto">
          <a:xfrm>
            <a:off x="7401114" y="3436940"/>
            <a:ext cx="2270125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charset="0"/>
              <a:ea typeface="ＭＳ Ｐゴシック" charset="0"/>
              <a:cs typeface="+mn-cs"/>
            </a:endParaRPr>
          </a:p>
        </p:txBody>
      </p:sp>
      <p:sp>
        <p:nvSpPr>
          <p:cNvPr id="148" name="Text Box 66">
            <a:extLst>
              <a:ext uri="{FF2B5EF4-FFF2-40B4-BE49-F238E27FC236}">
                <a16:creationId xmlns:a16="http://schemas.microsoft.com/office/drawing/2014/main" id="{3C17C23B-2BF5-5B4E-BB33-288C1922406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415402" y="3549653"/>
            <a:ext cx="2335212" cy="15811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1pPr>
            <a:lvl2pPr marL="230188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rPr>
              <a:t>connection state: ESTAB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rPr>
              <a:t>connection Variables:</a:t>
            </a:r>
          </a:p>
          <a:p>
            <a:pPr marL="230188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rPr>
              <a:t>seq # client-to-server</a:t>
            </a:r>
          </a:p>
          <a:p>
            <a:pPr marL="230188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rPr>
              <a:t>          server-to-client</a:t>
            </a:r>
          </a:p>
          <a:p>
            <a:pPr marL="230188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charset="0"/>
                <a:ea typeface="ＭＳ Ｐゴシック" charset="0"/>
                <a:cs typeface="+mn-cs"/>
              </a:rPr>
              <a:t>rcvBuffer</a:t>
            </a:r>
            <a:r>
              <a: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rPr>
              <a:t> size</a:t>
            </a:r>
          </a:p>
          <a:p>
            <a:pPr marL="230188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rPr>
              <a:t>   at server,client </a:t>
            </a:r>
          </a:p>
          <a:p>
            <a:pPr marL="230188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rPr>
              <a:t>           </a:t>
            </a:r>
          </a:p>
        </p:txBody>
      </p:sp>
      <p:grpSp>
        <p:nvGrpSpPr>
          <p:cNvPr id="149" name="Group 67">
            <a:extLst>
              <a:ext uri="{FF2B5EF4-FFF2-40B4-BE49-F238E27FC236}">
                <a16:creationId xmlns:a16="http://schemas.microsoft.com/office/drawing/2014/main" id="{A3675259-9C7A-1740-AEED-A90AD2D0AE87}"/>
              </a:ext>
            </a:extLst>
          </p:cNvPr>
          <p:cNvGrpSpPr>
            <a:grpSpLocks/>
          </p:cNvGrpSpPr>
          <p:nvPr/>
        </p:nvGrpSpPr>
        <p:grpSpPr bwMode="auto">
          <a:xfrm>
            <a:off x="8308511" y="3351215"/>
            <a:ext cx="438150" cy="206375"/>
            <a:chOff x="344" y="1846"/>
            <a:chExt cx="336" cy="130"/>
          </a:xfrm>
        </p:grpSpPr>
        <p:sp>
          <p:nvSpPr>
            <p:cNvPr id="150" name="Rectangle 68">
              <a:extLst>
                <a:ext uri="{FF2B5EF4-FFF2-40B4-BE49-F238E27FC236}">
                  <a16:creationId xmlns:a16="http://schemas.microsoft.com/office/drawing/2014/main" id="{4B4BD261-01C7-494F-8D01-68B19AA4B9A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4" y="1846"/>
              <a:ext cx="336" cy="130"/>
            </a:xfrm>
            <a:prstGeom prst="rect">
              <a:avLst/>
            </a:prstGeom>
            <a:solidFill>
              <a:srgbClr val="FFFF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151" name="Rectangle 69">
              <a:extLst>
                <a:ext uri="{FF2B5EF4-FFF2-40B4-BE49-F238E27FC236}">
                  <a16:creationId xmlns:a16="http://schemas.microsoft.com/office/drawing/2014/main" id="{4E7628F3-86B5-E44C-8195-D9FF1BBA53D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54" y="1863"/>
              <a:ext cx="112" cy="99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CC99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152" name="Rectangle 70">
              <a:extLst>
                <a:ext uri="{FF2B5EF4-FFF2-40B4-BE49-F238E27FC236}">
                  <a16:creationId xmlns:a16="http://schemas.microsoft.com/office/drawing/2014/main" id="{BE5565DB-C659-5048-B6BD-16420D5CE92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78" y="1921"/>
              <a:ext cx="29" cy="35"/>
            </a:xfrm>
            <a:prstGeom prst="rect">
              <a:avLst/>
            </a:prstGeom>
            <a:solidFill>
              <a:srgbClr val="CC9900"/>
            </a:solidFill>
            <a:ln w="9525">
              <a:solidFill>
                <a:srgbClr val="CC99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153" name="Rectangle 71">
              <a:extLst>
                <a:ext uri="{FF2B5EF4-FFF2-40B4-BE49-F238E27FC236}">
                  <a16:creationId xmlns:a16="http://schemas.microsoft.com/office/drawing/2014/main" id="{720A74F5-E1C3-FF45-B800-884CFBB24D0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7" y="1922"/>
              <a:ext cx="29" cy="35"/>
            </a:xfrm>
            <a:prstGeom prst="rect">
              <a:avLst/>
            </a:prstGeom>
            <a:solidFill>
              <a:srgbClr val="CC9900"/>
            </a:solidFill>
            <a:ln w="9525">
              <a:solidFill>
                <a:srgbClr val="CC99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</p:grpSp>
      <p:sp>
        <p:nvSpPr>
          <p:cNvPr id="154" name="Text Box 72">
            <a:extLst>
              <a:ext uri="{FF2B5EF4-FFF2-40B4-BE49-F238E27FC236}">
                <a16:creationId xmlns:a16="http://schemas.microsoft.com/office/drawing/2014/main" id="{48C5FBCA-1883-5B46-BC6B-BD218B24C18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943246" y="3024051"/>
            <a:ext cx="1146175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rPr>
              <a:t>application</a:t>
            </a:r>
          </a:p>
        </p:txBody>
      </p:sp>
      <p:sp>
        <p:nvSpPr>
          <p:cNvPr id="155" name="Line 73">
            <a:extLst>
              <a:ext uri="{FF2B5EF4-FFF2-40B4-BE49-F238E27FC236}">
                <a16:creationId xmlns:a16="http://schemas.microsoft.com/office/drawing/2014/main" id="{C7D010E1-FDC8-B843-B502-33120A86EB14}"/>
              </a:ext>
            </a:extLst>
          </p:cNvPr>
          <p:cNvSpPr>
            <a:spLocks noChangeShapeType="1"/>
          </p:cNvSpPr>
          <p:nvPr/>
        </p:nvSpPr>
        <p:spPr bwMode="auto">
          <a:xfrm>
            <a:off x="7407464" y="4932365"/>
            <a:ext cx="2268538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charset="0"/>
              <a:ea typeface="ＭＳ Ｐゴシック" charset="0"/>
              <a:cs typeface="+mn-cs"/>
            </a:endParaRPr>
          </a:p>
        </p:txBody>
      </p:sp>
      <p:sp>
        <p:nvSpPr>
          <p:cNvPr id="156" name="Text Box 74">
            <a:extLst>
              <a:ext uri="{FF2B5EF4-FFF2-40B4-BE49-F238E27FC236}">
                <a16:creationId xmlns:a16="http://schemas.microsoft.com/office/drawing/2014/main" id="{46053DCC-44E5-2C43-B37B-8DA921C733B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070953" y="5013813"/>
            <a:ext cx="908050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rPr>
              <a:t>network</a:t>
            </a:r>
          </a:p>
        </p:txBody>
      </p:sp>
      <p:sp>
        <p:nvSpPr>
          <p:cNvPr id="157" name="Rectangle 75">
            <a:extLst>
              <a:ext uri="{FF2B5EF4-FFF2-40B4-BE49-F238E27FC236}">
                <a16:creationId xmlns:a16="http://schemas.microsoft.com/office/drawing/2014/main" id="{2794759F-1BDF-124F-8990-F97B9E3FFDCA}"/>
              </a:ext>
            </a:extLst>
          </p:cNvPr>
          <p:cNvSpPr>
            <a:spLocks noChangeArrowheads="1"/>
          </p:cNvSpPr>
          <p:nvPr/>
        </p:nvSpPr>
        <p:spPr bwMode="auto">
          <a:xfrm>
            <a:off x="7372539" y="5354640"/>
            <a:ext cx="2335213" cy="18097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charset="0"/>
              <a:ea typeface="ＭＳ Ｐゴシック" charset="0"/>
              <a:cs typeface="+mn-cs"/>
            </a:endParaRPr>
          </a:p>
        </p:txBody>
      </p:sp>
      <p:sp>
        <p:nvSpPr>
          <p:cNvPr id="158" name="Line 76">
            <a:extLst>
              <a:ext uri="{FF2B5EF4-FFF2-40B4-BE49-F238E27FC236}">
                <a16:creationId xmlns:a16="http://schemas.microsoft.com/office/drawing/2014/main" id="{AA62258B-6959-8646-9E2E-9B0097512BD1}"/>
              </a:ext>
            </a:extLst>
          </p:cNvPr>
          <p:cNvSpPr>
            <a:spLocks noChangeShapeType="1"/>
          </p:cNvSpPr>
          <p:nvPr/>
        </p:nvSpPr>
        <p:spPr bwMode="auto">
          <a:xfrm>
            <a:off x="7401114" y="5343528"/>
            <a:ext cx="0" cy="236537"/>
          </a:xfrm>
          <a:prstGeom prst="line">
            <a:avLst/>
          </a:prstGeom>
          <a:noFill/>
          <a:ln w="9525">
            <a:solidFill>
              <a:srgbClr val="000000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charset="0"/>
              <a:ea typeface="ＭＳ Ｐゴシック" charset="0"/>
              <a:cs typeface="+mn-cs"/>
            </a:endParaRPr>
          </a:p>
        </p:txBody>
      </p:sp>
      <p:sp>
        <p:nvSpPr>
          <p:cNvPr id="159" name="Line 77">
            <a:extLst>
              <a:ext uri="{FF2B5EF4-FFF2-40B4-BE49-F238E27FC236}">
                <a16:creationId xmlns:a16="http://schemas.microsoft.com/office/drawing/2014/main" id="{B39909BE-5B6C-6F46-8749-CE29AEAB2CB2}"/>
              </a:ext>
            </a:extLst>
          </p:cNvPr>
          <p:cNvSpPr>
            <a:spLocks noChangeShapeType="1"/>
          </p:cNvSpPr>
          <p:nvPr/>
        </p:nvSpPr>
        <p:spPr bwMode="auto">
          <a:xfrm>
            <a:off x="9664889" y="5314953"/>
            <a:ext cx="0" cy="236537"/>
          </a:xfrm>
          <a:prstGeom prst="line">
            <a:avLst/>
          </a:prstGeom>
          <a:noFill/>
          <a:ln w="9525">
            <a:solidFill>
              <a:srgbClr val="000000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charset="0"/>
              <a:ea typeface="ＭＳ Ｐゴシック" charset="0"/>
              <a:cs typeface="+mn-cs"/>
            </a:endParaRPr>
          </a:p>
        </p:txBody>
      </p:sp>
      <p:sp>
        <p:nvSpPr>
          <p:cNvPr id="160" name="Freeform 78">
            <a:extLst>
              <a:ext uri="{FF2B5EF4-FFF2-40B4-BE49-F238E27FC236}">
                <a16:creationId xmlns:a16="http://schemas.microsoft.com/office/drawing/2014/main" id="{830D21F8-79F0-0E4D-A9EF-3C8300C80D17}"/>
              </a:ext>
            </a:extLst>
          </p:cNvPr>
          <p:cNvSpPr>
            <a:spLocks/>
          </p:cNvSpPr>
          <p:nvPr/>
        </p:nvSpPr>
        <p:spPr bwMode="auto">
          <a:xfrm>
            <a:off x="9682352" y="2932115"/>
            <a:ext cx="468312" cy="2490788"/>
          </a:xfrm>
          <a:custGeom>
            <a:avLst/>
            <a:gdLst>
              <a:gd name="T0" fmla="*/ 2147483647 w 366"/>
              <a:gd name="T1" fmla="*/ 2147483647 h 1284"/>
              <a:gd name="T2" fmla="*/ 2147483647 w 366"/>
              <a:gd name="T3" fmla="*/ 0 h 1284"/>
              <a:gd name="T4" fmla="*/ 0 w 366"/>
              <a:gd name="T5" fmla="*/ 2147483647 h 1284"/>
              <a:gd name="T6" fmla="*/ 2147483647 w 366"/>
              <a:gd name="T7" fmla="*/ 2147483647 h 1284"/>
              <a:gd name="T8" fmla="*/ 2147483647 w 366"/>
              <a:gd name="T9" fmla="*/ 2147483647 h 1284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366" h="1284">
                <a:moveTo>
                  <a:pt x="366" y="1278"/>
                </a:moveTo>
                <a:lnTo>
                  <a:pt x="12" y="0"/>
                </a:lnTo>
                <a:lnTo>
                  <a:pt x="0" y="1224"/>
                </a:lnTo>
                <a:lnTo>
                  <a:pt x="186" y="1284"/>
                </a:lnTo>
                <a:lnTo>
                  <a:pt x="366" y="1278"/>
                </a:lnTo>
                <a:close/>
              </a:path>
            </a:pathLst>
          </a:custGeom>
          <a:gradFill rotWithShape="1">
            <a:gsLst>
              <a:gs pos="0">
                <a:srgbClr val="B2B2B2"/>
              </a:gs>
              <a:gs pos="100000">
                <a:srgbClr val="FFFFFF"/>
              </a:gs>
            </a:gsLst>
            <a:lin ang="0" scaled="1"/>
          </a:gradFill>
          <a:ln w="9525">
            <a:solidFill>
              <a:srgbClr val="DDDDDD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161" name="Text Box 83">
            <a:extLst>
              <a:ext uri="{FF2B5EF4-FFF2-40B4-BE49-F238E27FC236}">
                <a16:creationId xmlns:a16="http://schemas.microsoft.com/office/drawing/2014/main" id="{E97571FE-EF31-0544-985B-906D8CF8F35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96046" y="5759648"/>
            <a:ext cx="5633357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marL="231775" indent="-231775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pPr marL="231775" marR="0" lvl="0" indent="-231775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charset="0"/>
                <a:ea typeface="ＭＳ Ｐゴシック" charset="0"/>
                <a:cs typeface="+mn-cs"/>
              </a:rPr>
              <a:t>Socket </a:t>
            </a:r>
            <a:r>
              <a:rPr kumimoji="0" lang="en-US" sz="1800" b="1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charset="0"/>
                <a:ea typeface="ＭＳ Ｐゴシック" charset="0"/>
                <a:cs typeface="+mn-cs"/>
              </a:rPr>
              <a:t>clientSocket</a:t>
            </a: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charset="0"/>
                <a:ea typeface="ＭＳ Ｐゴシック" charset="0"/>
                <a:cs typeface="+mn-cs"/>
              </a:rPr>
              <a:t> =   </a:t>
            </a:r>
          </a:p>
          <a:p>
            <a:pPr marL="231775" marR="0" lvl="0" indent="-231775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charset="0"/>
                <a:ea typeface="ＭＳ Ｐゴシック" charset="0"/>
                <a:cs typeface="+mn-cs"/>
              </a:rPr>
              <a:t>  </a:t>
            </a:r>
            <a:r>
              <a:rPr kumimoji="0" lang="en-US" sz="1800" b="1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charset="0"/>
                <a:ea typeface="ＭＳ Ｐゴシック" charset="0"/>
                <a:cs typeface="+mn-cs"/>
              </a:rPr>
              <a:t>newSocket</a:t>
            </a: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charset="0"/>
                <a:ea typeface="ＭＳ Ｐゴシック" charset="0"/>
                <a:cs typeface="+mn-cs"/>
              </a:rPr>
              <a:t>("</a:t>
            </a:r>
            <a:r>
              <a:rPr kumimoji="0" lang="en-US" sz="1800" b="1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charset="0"/>
                <a:ea typeface="ＭＳ Ｐゴシック" charset="0"/>
                <a:cs typeface="+mn-cs"/>
              </a:rPr>
              <a:t>hostname","port</a:t>
            </a: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charset="0"/>
                <a:ea typeface="ＭＳ Ｐゴシック" charset="0"/>
                <a:cs typeface="+mn-cs"/>
              </a:rPr>
              <a:t> number");</a:t>
            </a:r>
          </a:p>
        </p:txBody>
      </p:sp>
      <p:sp>
        <p:nvSpPr>
          <p:cNvPr id="162" name="Text Box 85">
            <a:extLst>
              <a:ext uri="{FF2B5EF4-FFF2-40B4-BE49-F238E27FC236}">
                <a16:creationId xmlns:a16="http://schemas.microsoft.com/office/drawing/2014/main" id="{C80EBC7F-DBC0-BD40-9507-82100813B9B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021795" y="5773144"/>
            <a:ext cx="4159599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marL="231775" indent="-231775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pPr marL="231775" marR="0" lvl="0" indent="-231775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charset="0"/>
                <a:ea typeface="ＭＳ Ｐゴシック" charset="0"/>
                <a:cs typeface="+mn-cs"/>
              </a:rPr>
              <a:t>Socket </a:t>
            </a:r>
            <a:r>
              <a:rPr kumimoji="0" lang="en-US" sz="1800" b="1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charset="0"/>
                <a:ea typeface="ＭＳ Ｐゴシック" charset="0"/>
                <a:cs typeface="+mn-cs"/>
              </a:rPr>
              <a:t>connectionSocket</a:t>
            </a: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charset="0"/>
                <a:ea typeface="ＭＳ Ｐゴシック" charset="0"/>
                <a:cs typeface="+mn-cs"/>
              </a:rPr>
              <a:t> = </a:t>
            </a:r>
            <a:r>
              <a:rPr kumimoji="0" lang="en-US" sz="1800" b="1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charset="0"/>
                <a:ea typeface="ＭＳ Ｐゴシック" charset="0"/>
                <a:cs typeface="+mn-cs"/>
              </a:rPr>
              <a:t>welcomeSocket.accept</a:t>
            </a: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charset="0"/>
                <a:ea typeface="ＭＳ Ｐゴシック" charset="0"/>
                <a:cs typeface="+mn-cs"/>
              </a:rPr>
              <a:t>();</a:t>
            </a:r>
          </a:p>
        </p:txBody>
      </p:sp>
      <p:grpSp>
        <p:nvGrpSpPr>
          <p:cNvPr id="163" name="Group 89">
            <a:extLst>
              <a:ext uri="{FF2B5EF4-FFF2-40B4-BE49-F238E27FC236}">
                <a16:creationId xmlns:a16="http://schemas.microsoft.com/office/drawing/2014/main" id="{DB71F8E2-0EB4-2A4E-B4C5-3DC2955DEDE8}"/>
              </a:ext>
            </a:extLst>
          </p:cNvPr>
          <p:cNvGrpSpPr>
            <a:grpSpLocks/>
          </p:cNvGrpSpPr>
          <p:nvPr/>
        </p:nvGrpSpPr>
        <p:grpSpPr bwMode="auto">
          <a:xfrm>
            <a:off x="2149664" y="5024440"/>
            <a:ext cx="698500" cy="612775"/>
            <a:chOff x="-44" y="1473"/>
            <a:chExt cx="981" cy="1105"/>
          </a:xfrm>
        </p:grpSpPr>
        <p:pic>
          <p:nvPicPr>
            <p:cNvPr id="164" name="Picture 90" descr="desktop_computer_stylized_medium">
              <a:extLst>
                <a:ext uri="{FF2B5EF4-FFF2-40B4-BE49-F238E27FC236}">
                  <a16:creationId xmlns:a16="http://schemas.microsoft.com/office/drawing/2014/main" id="{C631DB34-DA41-694E-BA26-57FDF68E6873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65" name="Freeform 91">
              <a:extLst>
                <a:ext uri="{FF2B5EF4-FFF2-40B4-BE49-F238E27FC236}">
                  <a16:creationId xmlns:a16="http://schemas.microsoft.com/office/drawing/2014/main" id="{BEF55614-0BD4-8249-9822-CEE59DA9A93D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5595 w 356"/>
                <a:gd name="T3" fmla="*/ 341 h 368"/>
                <a:gd name="T4" fmla="*/ 6638 w 356"/>
                <a:gd name="T5" fmla="*/ 7113 h 368"/>
                <a:gd name="T6" fmla="*/ 1463 w 356"/>
                <a:gd name="T7" fmla="*/ 8895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 cmpd="sng">
                  <a:solidFill>
                    <a:schemeClr val="tx1"/>
                  </a:solidFill>
                  <a:prstDash val="solid"/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</p:grpSp>
      <p:grpSp>
        <p:nvGrpSpPr>
          <p:cNvPr id="166" name="Group 92">
            <a:extLst>
              <a:ext uri="{FF2B5EF4-FFF2-40B4-BE49-F238E27FC236}">
                <a16:creationId xmlns:a16="http://schemas.microsoft.com/office/drawing/2014/main" id="{F06A1B16-A85F-394E-802F-0E5CD7D943D6}"/>
              </a:ext>
            </a:extLst>
          </p:cNvPr>
          <p:cNvGrpSpPr>
            <a:grpSpLocks/>
          </p:cNvGrpSpPr>
          <p:nvPr/>
        </p:nvGrpSpPr>
        <p:grpSpPr bwMode="auto">
          <a:xfrm>
            <a:off x="9964927" y="4922840"/>
            <a:ext cx="415925" cy="627063"/>
            <a:chOff x="4140" y="429"/>
            <a:chExt cx="1425" cy="2396"/>
          </a:xfrm>
        </p:grpSpPr>
        <p:sp>
          <p:nvSpPr>
            <p:cNvPr id="167" name="Freeform 93">
              <a:extLst>
                <a:ext uri="{FF2B5EF4-FFF2-40B4-BE49-F238E27FC236}">
                  <a16:creationId xmlns:a16="http://schemas.microsoft.com/office/drawing/2014/main" id="{0B18D7B8-4C19-6A48-9356-0BDC63F4B19E}"/>
                </a:ext>
              </a:extLst>
            </p:cNvPr>
            <p:cNvSpPr>
              <a:spLocks/>
            </p:cNvSpPr>
            <p:nvPr/>
          </p:nvSpPr>
          <p:spPr bwMode="auto">
            <a:xfrm>
              <a:off x="5268" y="433"/>
              <a:ext cx="283" cy="2286"/>
            </a:xfrm>
            <a:custGeom>
              <a:avLst/>
              <a:gdLst>
                <a:gd name="T0" fmla="*/ 7 w 354"/>
                <a:gd name="T1" fmla="*/ 0 h 2742"/>
                <a:gd name="T2" fmla="*/ 38 w 354"/>
                <a:gd name="T3" fmla="*/ 55 h 2742"/>
                <a:gd name="T4" fmla="*/ 37 w 354"/>
                <a:gd name="T5" fmla="*/ 425 h 2742"/>
                <a:gd name="T6" fmla="*/ 0 w 354"/>
                <a:gd name="T7" fmla="*/ 445 h 2742"/>
                <a:gd name="T8" fmla="*/ 7 w 354"/>
                <a:gd name="T9" fmla="*/ 0 h 274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4" h="2742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 rotWithShape="1"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168" name="Rectangle 94">
              <a:extLst>
                <a:ext uri="{FF2B5EF4-FFF2-40B4-BE49-F238E27FC236}">
                  <a16:creationId xmlns:a16="http://schemas.microsoft.com/office/drawing/2014/main" id="{83F51854-758D-F348-B0AE-4C8BBF01B32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05" y="429"/>
              <a:ext cx="1050" cy="2287"/>
            </a:xfrm>
            <a:prstGeom prst="rect">
              <a:avLst/>
            </a:pr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169" name="Freeform 95">
              <a:extLst>
                <a:ext uri="{FF2B5EF4-FFF2-40B4-BE49-F238E27FC236}">
                  <a16:creationId xmlns:a16="http://schemas.microsoft.com/office/drawing/2014/main" id="{BCB6E605-7A9B-CA4D-855C-288812DAAB0F}"/>
                </a:ext>
              </a:extLst>
            </p:cNvPr>
            <p:cNvSpPr>
              <a:spLocks/>
            </p:cNvSpPr>
            <p:nvPr/>
          </p:nvSpPr>
          <p:spPr bwMode="auto">
            <a:xfrm>
              <a:off x="5321" y="570"/>
              <a:ext cx="169" cy="2115"/>
            </a:xfrm>
            <a:custGeom>
              <a:avLst/>
              <a:gdLst>
                <a:gd name="T0" fmla="*/ 2 w 211"/>
                <a:gd name="T1" fmla="*/ 0 h 2537"/>
                <a:gd name="T2" fmla="*/ 23 w 211"/>
                <a:gd name="T3" fmla="*/ 36 h 2537"/>
                <a:gd name="T4" fmla="*/ 2 w 211"/>
                <a:gd name="T5" fmla="*/ 405 h 2537"/>
                <a:gd name="T6" fmla="*/ 2 w 211"/>
                <a:gd name="T7" fmla="*/ 0 h 2537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11" h="2537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 rotWithShape="1"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170" name="Freeform 96">
              <a:extLst>
                <a:ext uri="{FF2B5EF4-FFF2-40B4-BE49-F238E27FC236}">
                  <a16:creationId xmlns:a16="http://schemas.microsoft.com/office/drawing/2014/main" id="{010D7A25-5C86-B443-B0F4-6A6735092E34}"/>
                </a:ext>
              </a:extLst>
            </p:cNvPr>
            <p:cNvSpPr>
              <a:spLocks/>
            </p:cNvSpPr>
            <p:nvPr/>
          </p:nvSpPr>
          <p:spPr bwMode="auto">
            <a:xfrm>
              <a:off x="5284" y="1640"/>
              <a:ext cx="263" cy="189"/>
            </a:xfrm>
            <a:custGeom>
              <a:avLst/>
              <a:gdLst>
                <a:gd name="T0" fmla="*/ 2 w 328"/>
                <a:gd name="T1" fmla="*/ 0 h 226"/>
                <a:gd name="T2" fmla="*/ 36 w 328"/>
                <a:gd name="T3" fmla="*/ 21 h 226"/>
                <a:gd name="T4" fmla="*/ 36 w 328"/>
                <a:gd name="T5" fmla="*/ 38 h 226"/>
                <a:gd name="T6" fmla="*/ 0 w 328"/>
                <a:gd name="T7" fmla="*/ 16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171" name="Rectangle 97">
              <a:extLst>
                <a:ext uri="{FF2B5EF4-FFF2-40B4-BE49-F238E27FC236}">
                  <a16:creationId xmlns:a16="http://schemas.microsoft.com/office/drawing/2014/main" id="{6B6FDD4A-AD55-9345-AF53-BC625746DD1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11" y="696"/>
              <a:ext cx="598" cy="42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grpSp>
          <p:nvGrpSpPr>
            <p:cNvPr id="172" name="Group 98">
              <a:extLst>
                <a:ext uri="{FF2B5EF4-FFF2-40B4-BE49-F238E27FC236}">
                  <a16:creationId xmlns:a16="http://schemas.microsoft.com/office/drawing/2014/main" id="{A97FBBEC-0302-FA4C-A3B9-B0FD424712B4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49" y="668"/>
              <a:ext cx="581" cy="145"/>
              <a:chOff x="614" y="2568"/>
              <a:chExt cx="725" cy="139"/>
            </a:xfrm>
          </p:grpSpPr>
          <p:sp>
            <p:nvSpPr>
              <p:cNvPr id="197" name="AutoShape 99">
                <a:extLst>
                  <a:ext uri="{FF2B5EF4-FFF2-40B4-BE49-F238E27FC236}">
                    <a16:creationId xmlns:a16="http://schemas.microsoft.com/office/drawing/2014/main" id="{C21CB491-D46B-EE41-AA0F-DE79A218D55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4" y="2566"/>
                <a:ext cx="726" cy="140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endParaRPr>
              </a:p>
            </p:txBody>
          </p:sp>
          <p:sp>
            <p:nvSpPr>
              <p:cNvPr id="198" name="AutoShape 100">
                <a:extLst>
                  <a:ext uri="{FF2B5EF4-FFF2-40B4-BE49-F238E27FC236}">
                    <a16:creationId xmlns:a16="http://schemas.microsoft.com/office/drawing/2014/main" id="{1FC5D9EE-EAE0-7E4E-B85F-6FC8DE4DEE2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8" y="2583"/>
                <a:ext cx="692" cy="105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endParaRPr>
              </a:p>
            </p:txBody>
          </p:sp>
        </p:grpSp>
        <p:sp>
          <p:nvSpPr>
            <p:cNvPr id="173" name="Rectangle 101">
              <a:extLst>
                <a:ext uri="{FF2B5EF4-FFF2-40B4-BE49-F238E27FC236}">
                  <a16:creationId xmlns:a16="http://schemas.microsoft.com/office/drawing/2014/main" id="{8F3C4297-FFD3-D843-98B6-43C61A7317B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22" y="1017"/>
              <a:ext cx="598" cy="49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grpSp>
          <p:nvGrpSpPr>
            <p:cNvPr id="174" name="Group 102">
              <a:extLst>
                <a:ext uri="{FF2B5EF4-FFF2-40B4-BE49-F238E27FC236}">
                  <a16:creationId xmlns:a16="http://schemas.microsoft.com/office/drawing/2014/main" id="{21DC2796-CCBB-6A4F-838F-49A2C67C0E64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47" y="994"/>
              <a:ext cx="581" cy="134"/>
              <a:chOff x="614" y="2568"/>
              <a:chExt cx="725" cy="139"/>
            </a:xfrm>
          </p:grpSpPr>
          <p:sp>
            <p:nvSpPr>
              <p:cNvPr id="195" name="AutoShape 103">
                <a:extLst>
                  <a:ext uri="{FF2B5EF4-FFF2-40B4-BE49-F238E27FC236}">
                    <a16:creationId xmlns:a16="http://schemas.microsoft.com/office/drawing/2014/main" id="{969D7B41-0DC1-4440-AFDE-248D9CDB66E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7" y="2567"/>
                <a:ext cx="719" cy="138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endParaRPr>
              </a:p>
            </p:txBody>
          </p:sp>
          <p:sp>
            <p:nvSpPr>
              <p:cNvPr id="196" name="AutoShape 104">
                <a:extLst>
                  <a:ext uri="{FF2B5EF4-FFF2-40B4-BE49-F238E27FC236}">
                    <a16:creationId xmlns:a16="http://schemas.microsoft.com/office/drawing/2014/main" id="{B3EC6575-CF4C-6246-8181-ED39D289D21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30" y="2586"/>
                <a:ext cx="679" cy="101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endParaRPr>
              </a:p>
            </p:txBody>
          </p:sp>
        </p:grpSp>
        <p:sp>
          <p:nvSpPr>
            <p:cNvPr id="175" name="Rectangle 105">
              <a:extLst>
                <a:ext uri="{FF2B5EF4-FFF2-40B4-BE49-F238E27FC236}">
                  <a16:creationId xmlns:a16="http://schemas.microsoft.com/office/drawing/2014/main" id="{E4C8EF29-9693-8843-BE99-DFF7EF55F85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16" y="1357"/>
              <a:ext cx="598" cy="49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176" name="Rectangle 106">
              <a:extLst>
                <a:ext uri="{FF2B5EF4-FFF2-40B4-BE49-F238E27FC236}">
                  <a16:creationId xmlns:a16="http://schemas.microsoft.com/office/drawing/2014/main" id="{444A4DA4-95C5-7247-8CDB-5D7AF6D3A81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27" y="1654"/>
              <a:ext cx="598" cy="49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grpSp>
          <p:nvGrpSpPr>
            <p:cNvPr id="177" name="Group 107">
              <a:extLst>
                <a:ext uri="{FF2B5EF4-FFF2-40B4-BE49-F238E27FC236}">
                  <a16:creationId xmlns:a16="http://schemas.microsoft.com/office/drawing/2014/main" id="{E95F09FB-35B3-984D-8B07-8ED352E4986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35" y="1627"/>
              <a:ext cx="582" cy="151"/>
              <a:chOff x="614" y="2568"/>
              <a:chExt cx="725" cy="139"/>
            </a:xfrm>
          </p:grpSpPr>
          <p:sp>
            <p:nvSpPr>
              <p:cNvPr id="193" name="AutoShape 108">
                <a:extLst>
                  <a:ext uri="{FF2B5EF4-FFF2-40B4-BE49-F238E27FC236}">
                    <a16:creationId xmlns:a16="http://schemas.microsoft.com/office/drawing/2014/main" id="{0D8F2BD6-B00B-A145-9FAD-DEBB9A14C76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1" y="2576"/>
                <a:ext cx="725" cy="123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endParaRPr>
              </a:p>
            </p:txBody>
          </p:sp>
          <p:sp>
            <p:nvSpPr>
              <p:cNvPr id="194" name="AutoShape 109">
                <a:extLst>
                  <a:ext uri="{FF2B5EF4-FFF2-40B4-BE49-F238E27FC236}">
                    <a16:creationId xmlns:a16="http://schemas.microsoft.com/office/drawing/2014/main" id="{FBEB72B8-9464-2649-9EA1-03257A809BD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5" y="2588"/>
                <a:ext cx="691" cy="101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endParaRPr>
              </a:p>
            </p:txBody>
          </p:sp>
        </p:grpSp>
        <p:sp>
          <p:nvSpPr>
            <p:cNvPr id="178" name="Freeform 110">
              <a:extLst>
                <a:ext uri="{FF2B5EF4-FFF2-40B4-BE49-F238E27FC236}">
                  <a16:creationId xmlns:a16="http://schemas.microsoft.com/office/drawing/2014/main" id="{69825DF1-2B01-DB4D-AD1A-63C84CD16387}"/>
                </a:ext>
              </a:extLst>
            </p:cNvPr>
            <p:cNvSpPr>
              <a:spLocks/>
            </p:cNvSpPr>
            <p:nvPr/>
          </p:nvSpPr>
          <p:spPr bwMode="auto">
            <a:xfrm>
              <a:off x="5288" y="1354"/>
              <a:ext cx="263" cy="188"/>
            </a:xfrm>
            <a:custGeom>
              <a:avLst/>
              <a:gdLst>
                <a:gd name="T0" fmla="*/ 2 w 328"/>
                <a:gd name="T1" fmla="*/ 0 h 226"/>
                <a:gd name="T2" fmla="*/ 36 w 328"/>
                <a:gd name="T3" fmla="*/ 20 h 226"/>
                <a:gd name="T4" fmla="*/ 36 w 328"/>
                <a:gd name="T5" fmla="*/ 36 h 226"/>
                <a:gd name="T6" fmla="*/ 0 w 328"/>
                <a:gd name="T7" fmla="*/ 15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grpSp>
          <p:nvGrpSpPr>
            <p:cNvPr id="179" name="Group 111">
              <a:extLst>
                <a:ext uri="{FF2B5EF4-FFF2-40B4-BE49-F238E27FC236}">
                  <a16:creationId xmlns:a16="http://schemas.microsoft.com/office/drawing/2014/main" id="{77E8896E-C175-9440-8F1C-C0DAB898AF9D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39" y="1327"/>
              <a:ext cx="582" cy="139"/>
              <a:chOff x="614" y="2568"/>
              <a:chExt cx="725" cy="139"/>
            </a:xfrm>
          </p:grpSpPr>
          <p:sp>
            <p:nvSpPr>
              <p:cNvPr id="191" name="AutoShape 112">
                <a:extLst>
                  <a:ext uri="{FF2B5EF4-FFF2-40B4-BE49-F238E27FC236}">
                    <a16:creationId xmlns:a16="http://schemas.microsoft.com/office/drawing/2014/main" id="{207BBBCB-E17B-0743-A1A2-C4D7DD81251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3" y="2568"/>
                <a:ext cx="725" cy="140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endParaRPr>
              </a:p>
            </p:txBody>
          </p:sp>
          <p:sp>
            <p:nvSpPr>
              <p:cNvPr id="192" name="AutoShape 113">
                <a:extLst>
                  <a:ext uri="{FF2B5EF4-FFF2-40B4-BE49-F238E27FC236}">
                    <a16:creationId xmlns:a16="http://schemas.microsoft.com/office/drawing/2014/main" id="{28DD6B35-219B-6B45-BF21-71B299ABB40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7" y="2586"/>
                <a:ext cx="691" cy="103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endParaRPr>
              </a:p>
            </p:txBody>
          </p:sp>
        </p:grpSp>
        <p:sp>
          <p:nvSpPr>
            <p:cNvPr id="180" name="Rectangle 114">
              <a:extLst>
                <a:ext uri="{FF2B5EF4-FFF2-40B4-BE49-F238E27FC236}">
                  <a16:creationId xmlns:a16="http://schemas.microsoft.com/office/drawing/2014/main" id="{CD269004-8DB5-4549-A4AF-499B61683FB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50" y="429"/>
              <a:ext cx="71" cy="2287"/>
            </a:xfrm>
            <a:prstGeom prst="rect">
              <a:avLst/>
            </a:prstGeom>
            <a:gradFill rotWithShape="1"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181" name="Freeform 115">
              <a:extLst>
                <a:ext uri="{FF2B5EF4-FFF2-40B4-BE49-F238E27FC236}">
                  <a16:creationId xmlns:a16="http://schemas.microsoft.com/office/drawing/2014/main" id="{8AAFEB73-B442-224B-96A6-63129BA97E10}"/>
                </a:ext>
              </a:extLst>
            </p:cNvPr>
            <p:cNvSpPr>
              <a:spLocks/>
            </p:cNvSpPr>
            <p:nvPr/>
          </p:nvSpPr>
          <p:spPr bwMode="auto">
            <a:xfrm>
              <a:off x="5312" y="1007"/>
              <a:ext cx="237" cy="213"/>
            </a:xfrm>
            <a:custGeom>
              <a:avLst/>
              <a:gdLst>
                <a:gd name="T0" fmla="*/ 2 w 296"/>
                <a:gd name="T1" fmla="*/ 0 h 256"/>
                <a:gd name="T2" fmla="*/ 32 w 296"/>
                <a:gd name="T3" fmla="*/ 22 h 256"/>
                <a:gd name="T4" fmla="*/ 32 w 296"/>
                <a:gd name="T5" fmla="*/ 41 h 256"/>
                <a:gd name="T6" fmla="*/ 0 w 296"/>
                <a:gd name="T7" fmla="*/ 15 h 256"/>
                <a:gd name="T8" fmla="*/ 2 w 296"/>
                <a:gd name="T9" fmla="*/ 0 h 25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96" h="25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182" name="Freeform 116">
              <a:extLst>
                <a:ext uri="{FF2B5EF4-FFF2-40B4-BE49-F238E27FC236}">
                  <a16:creationId xmlns:a16="http://schemas.microsoft.com/office/drawing/2014/main" id="{E0880A41-79A8-9248-8678-A4C1ACE4B8B3}"/>
                </a:ext>
              </a:extLst>
            </p:cNvPr>
            <p:cNvSpPr>
              <a:spLocks/>
            </p:cNvSpPr>
            <p:nvPr/>
          </p:nvSpPr>
          <p:spPr bwMode="auto">
            <a:xfrm>
              <a:off x="5315" y="680"/>
              <a:ext cx="244" cy="240"/>
            </a:xfrm>
            <a:custGeom>
              <a:avLst/>
              <a:gdLst>
                <a:gd name="T0" fmla="*/ 0 w 304"/>
                <a:gd name="T1" fmla="*/ 0 h 288"/>
                <a:gd name="T2" fmla="*/ 34 w 304"/>
                <a:gd name="T3" fmla="*/ 27 h 288"/>
                <a:gd name="T4" fmla="*/ 31 w 304"/>
                <a:gd name="T5" fmla="*/ 48 h 288"/>
                <a:gd name="T6" fmla="*/ 2 w 304"/>
                <a:gd name="T7" fmla="*/ 20 h 288"/>
                <a:gd name="T8" fmla="*/ 0 w 304"/>
                <a:gd name="T9" fmla="*/ 0 h 28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04" h="288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183" name="Oval 117">
              <a:extLst>
                <a:ext uri="{FF2B5EF4-FFF2-40B4-BE49-F238E27FC236}">
                  <a16:creationId xmlns:a16="http://schemas.microsoft.com/office/drawing/2014/main" id="{11D25FBB-2A67-A949-8638-6A82B88E1AE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16" y="2613"/>
              <a:ext cx="49" cy="97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184" name="Freeform 118">
              <a:extLst>
                <a:ext uri="{FF2B5EF4-FFF2-40B4-BE49-F238E27FC236}">
                  <a16:creationId xmlns:a16="http://schemas.microsoft.com/office/drawing/2014/main" id="{9FEB11C7-9DF6-A746-9A7F-CE68217C13B7}"/>
                </a:ext>
              </a:extLst>
            </p:cNvPr>
            <p:cNvSpPr>
              <a:spLocks/>
            </p:cNvSpPr>
            <p:nvPr/>
          </p:nvSpPr>
          <p:spPr bwMode="auto">
            <a:xfrm>
              <a:off x="5302" y="2614"/>
              <a:ext cx="245" cy="200"/>
            </a:xfrm>
            <a:custGeom>
              <a:avLst/>
              <a:gdLst>
                <a:gd name="T0" fmla="*/ 0 w 306"/>
                <a:gd name="T1" fmla="*/ 18 h 240"/>
                <a:gd name="T2" fmla="*/ 2 w 306"/>
                <a:gd name="T3" fmla="*/ 40 h 240"/>
                <a:gd name="T4" fmla="*/ 34 w 306"/>
                <a:gd name="T5" fmla="*/ 18 h 240"/>
                <a:gd name="T6" fmla="*/ 32 w 306"/>
                <a:gd name="T7" fmla="*/ 0 h 240"/>
                <a:gd name="T8" fmla="*/ 0 w 306"/>
                <a:gd name="T9" fmla="*/ 18 h 24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06" h="240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185" name="AutoShape 119">
              <a:extLst>
                <a:ext uri="{FF2B5EF4-FFF2-40B4-BE49-F238E27FC236}">
                  <a16:creationId xmlns:a16="http://schemas.microsoft.com/office/drawing/2014/main" id="{D279A648-2B84-1346-BF0F-DB65CFB075C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40" y="2679"/>
              <a:ext cx="1197" cy="146"/>
            </a:xfrm>
            <a:prstGeom prst="roundRect">
              <a:avLst>
                <a:gd name="adj" fmla="val 50000"/>
              </a:avLst>
            </a:prstGeom>
            <a:solidFill>
              <a:srgbClr val="DDDDDD"/>
            </a:solidFill>
            <a:ln w="9525">
              <a:solidFill>
                <a:srgbClr val="00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186" name="AutoShape 120">
              <a:extLst>
                <a:ext uri="{FF2B5EF4-FFF2-40B4-BE49-F238E27FC236}">
                  <a16:creationId xmlns:a16="http://schemas.microsoft.com/office/drawing/2014/main" id="{0EDBF10F-D10C-CA46-A0A9-1ACE621AD06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05" y="2710"/>
              <a:ext cx="1071" cy="85"/>
            </a:xfrm>
            <a:prstGeom prst="roundRect">
              <a:avLst>
                <a:gd name="adj" fmla="val 50000"/>
              </a:avLst>
            </a:prstGeom>
            <a:gradFill rotWithShape="1">
              <a:gsLst>
                <a:gs pos="0">
                  <a:srgbClr val="000000"/>
                </a:gs>
                <a:gs pos="100000">
                  <a:srgbClr val="808080"/>
                </a:gs>
              </a:gsLst>
              <a:lin ang="0" scaled="1"/>
            </a:gradFill>
            <a:ln w="9525">
              <a:solidFill>
                <a:srgbClr val="00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187" name="Oval 121">
              <a:extLst>
                <a:ext uri="{FF2B5EF4-FFF2-40B4-BE49-F238E27FC236}">
                  <a16:creationId xmlns:a16="http://schemas.microsoft.com/office/drawing/2014/main" id="{E4E41E31-C9C4-AF4E-A419-E8421CCEF42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09" y="2382"/>
              <a:ext cx="158" cy="146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188" name="Oval 122">
              <a:extLst>
                <a:ext uri="{FF2B5EF4-FFF2-40B4-BE49-F238E27FC236}">
                  <a16:creationId xmlns:a16="http://schemas.microsoft.com/office/drawing/2014/main" id="{2C59CE5F-437A-C441-8354-6530041056C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88" y="2382"/>
              <a:ext cx="158" cy="146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Arial" charset="0"/>
              </a:endParaRPr>
            </a:p>
          </p:txBody>
        </p:sp>
        <p:sp>
          <p:nvSpPr>
            <p:cNvPr id="189" name="Oval 123">
              <a:extLst>
                <a:ext uri="{FF2B5EF4-FFF2-40B4-BE49-F238E27FC236}">
                  <a16:creationId xmlns:a16="http://schemas.microsoft.com/office/drawing/2014/main" id="{E077C775-39FA-824B-8701-FA02EBEDC5F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62" y="2382"/>
              <a:ext cx="158" cy="140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190" name="Rectangle 124">
              <a:extLst>
                <a:ext uri="{FF2B5EF4-FFF2-40B4-BE49-F238E27FC236}">
                  <a16:creationId xmlns:a16="http://schemas.microsoft.com/office/drawing/2014/main" id="{858DFD8B-E1AF-0646-911F-63973069100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65" y="1836"/>
              <a:ext cx="82" cy="758"/>
            </a:xfrm>
            <a:prstGeom prst="rect">
              <a:avLst/>
            </a:prstGeom>
            <a:solidFill>
              <a:srgbClr val="292929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</p:grpSp>
      <p:sp>
        <p:nvSpPr>
          <p:cNvPr id="74" name="Slide Number Placeholder 2">
            <a:extLst>
              <a:ext uri="{FF2B5EF4-FFF2-40B4-BE49-F238E27FC236}">
                <a16:creationId xmlns:a16="http://schemas.microsoft.com/office/drawing/2014/main" id="{2804BB5E-F6B2-BA48-BFC5-59C8B165BD2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19616" y="6443089"/>
            <a:ext cx="2743200" cy="365125"/>
          </a:xfrm>
        </p:spPr>
        <p:txBody>
          <a:bodyPr/>
          <a:lstStyle/>
          <a:p>
            <a:r>
              <a:rPr lang="en-US" dirty="0"/>
              <a:t>Transport Layer: 3-</a:t>
            </a:r>
            <a:fld id="{C4204591-24BD-A542-B9D5-F8D8A88D2FEE}" type="slidenum">
              <a:rPr lang="en-US" smtClean="0"/>
              <a:pPr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92069188"/>
      </p:ext>
    </p:extLst>
  </p:cSld>
  <p:clrMapOvr>
    <a:masterClrMapping/>
  </p:clrMapOvr>
  <p:transition spd="med"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8CD900-19EC-824C-BF74-AADFBF5A17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8690" y="289325"/>
            <a:ext cx="11393310" cy="894622"/>
          </a:xfrm>
        </p:spPr>
        <p:txBody>
          <a:bodyPr>
            <a:normAutofit/>
          </a:bodyPr>
          <a:lstStyle/>
          <a:p>
            <a:r>
              <a:rPr lang="en-US" sz="4800" dirty="0"/>
              <a:t>Agreeing to establish a connection</a:t>
            </a:r>
            <a:endParaRPr lang="en-US" sz="4400" b="0" dirty="0"/>
          </a:p>
        </p:txBody>
      </p:sp>
      <p:sp>
        <p:nvSpPr>
          <p:cNvPr id="211" name="Rectangle 63">
            <a:extLst>
              <a:ext uri="{FF2B5EF4-FFF2-40B4-BE49-F238E27FC236}">
                <a16:creationId xmlns:a16="http://schemas.microsoft.com/office/drawing/2014/main" id="{1C578050-76D7-774F-8B1E-4F455216E94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60737" y="2295084"/>
            <a:ext cx="5523920" cy="35768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284163" indent="-284163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Pct val="100000"/>
              <a:buFont typeface="Wingdings" pitchFamily="2" charset="2"/>
              <a:buChar char="§"/>
              <a:defRPr sz="2800">
                <a:solidFill>
                  <a:schemeClr val="tx1"/>
                </a:solidFill>
                <a:latin typeface="+mn-lt"/>
                <a:ea typeface="ＭＳ Ｐゴシック" charset="0"/>
                <a:cs typeface="ＭＳ Ｐゴシック" charset="0"/>
              </a:defRPr>
            </a:lvl1pPr>
            <a:lvl2pPr marL="687388" indent="-230188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+mn-lt"/>
                <a:ea typeface="ＭＳ Ｐゴシック" charset="0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  <a:ea typeface="ＭＳ Ｐゴシック" charset="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1800">
                <a:solidFill>
                  <a:schemeClr val="tx1"/>
                </a:solidFill>
                <a:latin typeface="Times New Roman" pitchFamily="-109" charset="0"/>
                <a:ea typeface="ＭＳ Ｐゴシック" charset="0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Times New Roman" pitchFamily="-109" charset="0"/>
                <a:ea typeface="ＭＳ Ｐゴシック" charset="0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Times New Roman" pitchFamily="-109" charset="0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Times New Roman" pitchFamily="-109" charset="0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Times New Roman" pitchFamily="-109" charset="0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Times New Roman" pitchFamily="-109" charset="0"/>
              </a:defRPr>
            </a:lvl9pPr>
          </a:lstStyle>
          <a:p>
            <a:pPr marL="284163" marR="0" lvl="0" indent="-284163" algn="l" defTabSz="914400" rtl="0" eaLnBrk="0" fontAlgn="base" latinLnBrk="0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Pct val="100000"/>
              <a:buFont typeface="Wingdings" pitchFamily="2" charset="2"/>
              <a:buNone/>
              <a:tabLst/>
              <a:defRPr/>
            </a:pPr>
            <a:r>
              <a:rPr kumimoji="0" lang="en-US" altLang="en-US" sz="3200" b="0" i="1" u="sng" strike="noStrike" kern="0" cap="none" spc="0" normalizeH="0" baseline="0" noProof="0" dirty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</a:rPr>
              <a:t>Q:</a:t>
            </a:r>
            <a:r>
              <a:rPr kumimoji="0" lang="en-US" altLang="en-US" sz="32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</a:rPr>
              <a:t> will 2-way handshake always work in network?</a:t>
            </a:r>
          </a:p>
          <a:p>
            <a:pPr marL="346075" marR="0" lvl="0" indent="-279400" algn="l" defTabSz="914400" rtl="0" eaLnBrk="0" fontAlgn="base" latinLnBrk="0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Pct val="100000"/>
              <a:buFont typeface="Wingdings" pitchFamily="2" charset="2"/>
              <a:buChar char="§"/>
              <a:tabLst/>
              <a:defRPr/>
            </a:pPr>
            <a:r>
              <a:rPr kumimoji="0" lang="en-US" altLang="en-US" sz="2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</a:rPr>
              <a:t>variable delays</a:t>
            </a:r>
          </a:p>
          <a:p>
            <a:pPr marL="346075" marR="0" lvl="0" indent="-279400" algn="l" defTabSz="914400" rtl="0" eaLnBrk="0" fontAlgn="base" latinLnBrk="0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Pct val="100000"/>
              <a:buFont typeface="Wingdings" pitchFamily="2" charset="2"/>
              <a:buChar char="§"/>
              <a:tabLst/>
              <a:defRPr/>
            </a:pPr>
            <a:r>
              <a:rPr kumimoji="0" lang="en-US" altLang="en-US" sz="2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</a:rPr>
              <a:t>retransmitted messages (e.g. </a:t>
            </a:r>
            <a:r>
              <a:rPr kumimoji="0" lang="en-US" altLang="en-US" sz="2800" b="0" i="0" u="none" strike="noStrike" kern="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</a:rPr>
              <a:t>req_conn</a:t>
            </a:r>
            <a:r>
              <a:rPr kumimoji="0" lang="en-US" altLang="en-US" sz="2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</a:rPr>
              <a:t>(x)) due to message loss</a:t>
            </a:r>
          </a:p>
          <a:p>
            <a:pPr marL="346075" marR="0" lvl="0" indent="-279400" algn="l" defTabSz="914400" rtl="0" eaLnBrk="0" fontAlgn="base" latinLnBrk="0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Pct val="100000"/>
              <a:buFont typeface="Wingdings" pitchFamily="2" charset="2"/>
              <a:buChar char="§"/>
              <a:tabLst/>
              <a:defRPr/>
            </a:pPr>
            <a:r>
              <a:rPr kumimoji="0" lang="en-US" altLang="en-US" sz="2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</a:rPr>
              <a:t>message reordering</a:t>
            </a:r>
          </a:p>
          <a:p>
            <a:pPr marL="346075" marR="0" lvl="0" indent="-279400" algn="l" defTabSz="914400" rtl="0" eaLnBrk="0" fontAlgn="base" latinLnBrk="0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Pct val="100000"/>
              <a:buFont typeface="Wingdings" pitchFamily="2" charset="2"/>
              <a:buChar char="§"/>
              <a:tabLst/>
              <a:defRPr/>
            </a:pPr>
            <a:r>
              <a:rPr kumimoji="0" lang="en-US" altLang="en-US" sz="2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</a:rPr>
              <a:t>c</a:t>
            </a:r>
            <a:r>
              <a:rPr kumimoji="0" lang="en-US" altLang="en-US" sz="2800" b="0" i="0" u="none" strike="noStrike" kern="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</a:rPr>
              <a:t>an’</a:t>
            </a:r>
            <a:r>
              <a:rPr kumimoji="0" lang="en-US" altLang="ja-JP" sz="2800" b="0" i="0" u="none" strike="noStrike" kern="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</a:rPr>
              <a:t>t</a:t>
            </a:r>
            <a:r>
              <a:rPr kumimoji="0" lang="en-US" altLang="ja-JP" sz="2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</a:rPr>
              <a:t> “see” other side</a:t>
            </a:r>
            <a:endParaRPr kumimoji="0" lang="en-US" altLang="en-US" sz="28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ＭＳ Ｐゴシック" panose="020B0600070205080204" pitchFamily="34" charset="-128"/>
            </a:endParaRPr>
          </a:p>
        </p:txBody>
      </p:sp>
      <p:pic>
        <p:nvPicPr>
          <p:cNvPr id="212" name="Picture 62" descr="Alice">
            <a:extLst>
              <a:ext uri="{FF2B5EF4-FFF2-40B4-BE49-F238E27FC236}">
                <a16:creationId xmlns:a16="http://schemas.microsoft.com/office/drawing/2014/main" id="{15DE982A-54F5-BC41-BC95-48D876587A8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92408" y="2031271"/>
            <a:ext cx="685440" cy="68182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13" name="Picture 63" descr="Bob">
            <a:extLst>
              <a:ext uri="{FF2B5EF4-FFF2-40B4-BE49-F238E27FC236}">
                <a16:creationId xmlns:a16="http://schemas.microsoft.com/office/drawing/2014/main" id="{178ED826-4BC2-684F-9F28-07360925030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42300" y="2069246"/>
            <a:ext cx="839663" cy="69045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14" name="Text Box 49">
            <a:extLst>
              <a:ext uri="{FF2B5EF4-FFF2-40B4-BE49-F238E27FC236}">
                <a16:creationId xmlns:a16="http://schemas.microsoft.com/office/drawing/2014/main" id="{F0A75C95-49D9-D049-B8FA-C8954515AFD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79913" y="1354621"/>
            <a:ext cx="3207929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  <a:cs typeface="+mn-cs"/>
              </a:rPr>
              <a:t>2-way handshake:</a:t>
            </a:r>
          </a:p>
        </p:txBody>
      </p:sp>
      <p:sp>
        <p:nvSpPr>
          <p:cNvPr id="215" name="Line 50">
            <a:extLst>
              <a:ext uri="{FF2B5EF4-FFF2-40B4-BE49-F238E27FC236}">
                <a16:creationId xmlns:a16="http://schemas.microsoft.com/office/drawing/2014/main" id="{2B6C64FC-1BFF-2745-8864-00793CCCA3F1}"/>
              </a:ext>
            </a:extLst>
          </p:cNvPr>
          <p:cNvSpPr>
            <a:spLocks noChangeShapeType="1"/>
          </p:cNvSpPr>
          <p:nvPr/>
        </p:nvSpPr>
        <p:spPr bwMode="auto">
          <a:xfrm>
            <a:off x="2210097" y="2827024"/>
            <a:ext cx="1996343" cy="343504"/>
          </a:xfrm>
          <a:prstGeom prst="line">
            <a:avLst/>
          </a:prstGeom>
          <a:noFill/>
          <a:ln w="28575">
            <a:solidFill>
              <a:srgbClr val="000099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ＭＳ Ｐゴシック" charset="0"/>
              <a:cs typeface="+mn-cs"/>
            </a:endParaRPr>
          </a:p>
        </p:txBody>
      </p:sp>
      <p:sp>
        <p:nvSpPr>
          <p:cNvPr id="216" name="Line 51">
            <a:extLst>
              <a:ext uri="{FF2B5EF4-FFF2-40B4-BE49-F238E27FC236}">
                <a16:creationId xmlns:a16="http://schemas.microsoft.com/office/drawing/2014/main" id="{662E0AA8-2544-0243-A461-A97BB5D9F891}"/>
              </a:ext>
            </a:extLst>
          </p:cNvPr>
          <p:cNvSpPr>
            <a:spLocks noChangeShapeType="1"/>
          </p:cNvSpPr>
          <p:nvPr/>
        </p:nvSpPr>
        <p:spPr bwMode="auto">
          <a:xfrm>
            <a:off x="2150121" y="2737265"/>
            <a:ext cx="0" cy="1191042"/>
          </a:xfrm>
          <a:prstGeom prst="line">
            <a:avLst/>
          </a:prstGeom>
          <a:noFill/>
          <a:ln w="9525">
            <a:solidFill>
              <a:srgbClr val="777777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ＭＳ Ｐゴシック" charset="0"/>
              <a:cs typeface="+mn-cs"/>
            </a:endParaRPr>
          </a:p>
        </p:txBody>
      </p:sp>
      <p:sp>
        <p:nvSpPr>
          <p:cNvPr id="217" name="Line 53">
            <a:extLst>
              <a:ext uri="{FF2B5EF4-FFF2-40B4-BE49-F238E27FC236}">
                <a16:creationId xmlns:a16="http://schemas.microsoft.com/office/drawing/2014/main" id="{61703F8D-DE60-7647-AB88-B625C4E037AF}"/>
              </a:ext>
            </a:extLst>
          </p:cNvPr>
          <p:cNvSpPr>
            <a:spLocks noChangeShapeType="1"/>
          </p:cNvSpPr>
          <p:nvPr/>
        </p:nvSpPr>
        <p:spPr bwMode="auto">
          <a:xfrm>
            <a:off x="4215008" y="2766610"/>
            <a:ext cx="0" cy="1191042"/>
          </a:xfrm>
          <a:prstGeom prst="line">
            <a:avLst/>
          </a:prstGeom>
          <a:noFill/>
          <a:ln w="9525">
            <a:solidFill>
              <a:srgbClr val="777777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ＭＳ Ｐゴシック" charset="0"/>
              <a:cs typeface="+mn-cs"/>
            </a:endParaRPr>
          </a:p>
        </p:txBody>
      </p:sp>
      <p:sp>
        <p:nvSpPr>
          <p:cNvPr id="218" name="Line 54">
            <a:extLst>
              <a:ext uri="{FF2B5EF4-FFF2-40B4-BE49-F238E27FC236}">
                <a16:creationId xmlns:a16="http://schemas.microsoft.com/office/drawing/2014/main" id="{DE642691-1B6A-B64E-88A0-E9C02593B397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2145837" y="3258561"/>
            <a:ext cx="1996343" cy="343504"/>
          </a:xfrm>
          <a:prstGeom prst="line">
            <a:avLst/>
          </a:prstGeom>
          <a:noFill/>
          <a:ln w="28575">
            <a:solidFill>
              <a:srgbClr val="000099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ＭＳ Ｐゴシック" charset="0"/>
              <a:cs typeface="+mn-cs"/>
            </a:endParaRPr>
          </a:p>
        </p:txBody>
      </p:sp>
      <p:sp>
        <p:nvSpPr>
          <p:cNvPr id="219" name="Rectangle 56">
            <a:extLst>
              <a:ext uri="{FF2B5EF4-FFF2-40B4-BE49-F238E27FC236}">
                <a16:creationId xmlns:a16="http://schemas.microsoft.com/office/drawing/2014/main" id="{AB601B94-B2EC-5F44-8BA3-961BC7EAD4D6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31397" y="2811490"/>
            <a:ext cx="1201662" cy="35558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ＭＳ Ｐゴシック" charset="0"/>
              <a:cs typeface="+mn-cs"/>
            </a:endParaRPr>
          </a:p>
        </p:txBody>
      </p:sp>
      <p:sp>
        <p:nvSpPr>
          <p:cNvPr id="220" name="Text Box 55">
            <a:extLst>
              <a:ext uri="{FF2B5EF4-FFF2-40B4-BE49-F238E27FC236}">
                <a16:creationId xmlns:a16="http://schemas.microsoft.com/office/drawing/2014/main" id="{51E91065-A73A-7D43-92CF-648D7E78E17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89217" y="2787324"/>
            <a:ext cx="1116010" cy="40011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Let’</a:t>
            </a:r>
            <a:r>
              <a:rPr kumimoji="0" lang="en-US" altLang="ja-JP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s talk</a:t>
            </a:r>
            <a:endParaRPr kumimoji="0" lang="en-US" altLang="en-US" sz="2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221" name="Rectangle 57">
            <a:extLst>
              <a:ext uri="{FF2B5EF4-FFF2-40B4-BE49-F238E27FC236}">
                <a16:creationId xmlns:a16="http://schemas.microsoft.com/office/drawing/2014/main" id="{2004BA2B-FE8D-D147-B254-220BD421C2B5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78401" y="3272370"/>
            <a:ext cx="593334" cy="35558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ＭＳ Ｐゴシック" charset="0"/>
              <a:cs typeface="+mn-cs"/>
            </a:endParaRPr>
          </a:p>
        </p:txBody>
      </p:sp>
      <p:sp>
        <p:nvSpPr>
          <p:cNvPr id="222" name="Text Box 58">
            <a:extLst>
              <a:ext uri="{FF2B5EF4-FFF2-40B4-BE49-F238E27FC236}">
                <a16:creationId xmlns:a16="http://schemas.microsoft.com/office/drawing/2014/main" id="{45CBCA7D-6EF9-B544-8A1D-83FC7ADA336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15186" y="3248204"/>
            <a:ext cx="487634" cy="40011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  <a:cs typeface="+mn-cs"/>
              </a:rPr>
              <a:t>OK</a:t>
            </a:r>
          </a:p>
        </p:txBody>
      </p:sp>
      <p:sp>
        <p:nvSpPr>
          <p:cNvPr id="223" name="Text Box 60">
            <a:extLst>
              <a:ext uri="{FF2B5EF4-FFF2-40B4-BE49-F238E27FC236}">
                <a16:creationId xmlns:a16="http://schemas.microsoft.com/office/drawing/2014/main" id="{9105DBEA-03C4-1045-B9A8-39AA7B1F3CA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20992" y="3066959"/>
            <a:ext cx="841897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  <a:cs typeface="+mn-cs"/>
              </a:rPr>
              <a:t>ESTAB</a:t>
            </a:r>
          </a:p>
        </p:txBody>
      </p:sp>
      <p:sp>
        <p:nvSpPr>
          <p:cNvPr id="224" name="Text Box 61">
            <a:extLst>
              <a:ext uri="{FF2B5EF4-FFF2-40B4-BE49-F238E27FC236}">
                <a16:creationId xmlns:a16="http://schemas.microsoft.com/office/drawing/2014/main" id="{D3DDB3E1-DD0C-7242-BD98-892C99B0A0F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92998" y="3429450"/>
            <a:ext cx="841897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  <a:cs typeface="+mn-cs"/>
              </a:rPr>
              <a:t>ESTAB</a:t>
            </a:r>
          </a:p>
        </p:txBody>
      </p:sp>
      <p:sp>
        <p:nvSpPr>
          <p:cNvPr id="225" name="Oval 66">
            <a:extLst>
              <a:ext uri="{FF2B5EF4-FFF2-40B4-BE49-F238E27FC236}">
                <a16:creationId xmlns:a16="http://schemas.microsoft.com/office/drawing/2014/main" id="{7A085CF1-13C2-7E45-BD13-7FBE5EC96389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88004" y="3557185"/>
            <a:ext cx="122093" cy="96664"/>
          </a:xfrm>
          <a:prstGeom prst="ellipse">
            <a:avLst/>
          </a:prstGeom>
          <a:solidFill>
            <a:srgbClr val="CC0000"/>
          </a:solidFill>
          <a:ln w="9525">
            <a:solidFill>
              <a:srgbClr val="CC00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1200" cap="none" spc="0" normalizeH="0" baseline="0" noProof="0">
              <a:ln>
                <a:noFill/>
              </a:ln>
              <a:solidFill>
                <a:srgbClr val="CC0000"/>
              </a:solidFill>
              <a:effectLst/>
              <a:uLnTx/>
              <a:uFillTx/>
              <a:latin typeface="Calibri" panose="020F0502020204030204"/>
              <a:ea typeface="ＭＳ Ｐゴシック" charset="0"/>
              <a:cs typeface="+mn-cs"/>
            </a:endParaRPr>
          </a:p>
        </p:txBody>
      </p:sp>
      <p:sp>
        <p:nvSpPr>
          <p:cNvPr id="226" name="Oval 67">
            <a:extLst>
              <a:ext uri="{FF2B5EF4-FFF2-40B4-BE49-F238E27FC236}">
                <a16:creationId xmlns:a16="http://schemas.microsoft.com/office/drawing/2014/main" id="{5F8DFD39-4C67-544E-BDB6-995B73F0032B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50748" y="3184337"/>
            <a:ext cx="122095" cy="96664"/>
          </a:xfrm>
          <a:prstGeom prst="ellipse">
            <a:avLst/>
          </a:prstGeom>
          <a:solidFill>
            <a:srgbClr val="CC0000"/>
          </a:solidFill>
          <a:ln w="9525">
            <a:solidFill>
              <a:srgbClr val="CC00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1200" cap="none" spc="0" normalizeH="0" baseline="0" noProof="0">
              <a:ln>
                <a:noFill/>
              </a:ln>
              <a:solidFill>
                <a:srgbClr val="CC0000"/>
              </a:solidFill>
              <a:effectLst/>
              <a:uLnTx/>
              <a:uFillTx/>
              <a:latin typeface="Calibri" panose="020F0502020204030204"/>
              <a:ea typeface="ＭＳ Ｐゴシック" charset="0"/>
              <a:cs typeface="+mn-cs"/>
            </a:endParaRPr>
          </a:p>
        </p:txBody>
      </p:sp>
      <p:sp>
        <p:nvSpPr>
          <p:cNvPr id="227" name="Text Box 72">
            <a:extLst>
              <a:ext uri="{FF2B5EF4-FFF2-40B4-BE49-F238E27FC236}">
                <a16:creationId xmlns:a16="http://schemas.microsoft.com/office/drawing/2014/main" id="{DB384BF1-67A8-D941-979F-3D776AAC77D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73490" y="4953638"/>
            <a:ext cx="1095235" cy="70788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  <a:cs typeface="+mn-cs"/>
              </a:rPr>
              <a:t>choose x</a:t>
            </a:r>
          </a:p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ＭＳ Ｐゴシック" charset="0"/>
              <a:cs typeface="+mn-cs"/>
            </a:endParaRPr>
          </a:p>
        </p:txBody>
      </p:sp>
      <p:sp>
        <p:nvSpPr>
          <p:cNvPr id="228" name="Line 73">
            <a:extLst>
              <a:ext uri="{FF2B5EF4-FFF2-40B4-BE49-F238E27FC236}">
                <a16:creationId xmlns:a16="http://schemas.microsoft.com/office/drawing/2014/main" id="{F4A5217C-A64A-BC43-8BDA-A9CC2AE187E7}"/>
              </a:ext>
            </a:extLst>
          </p:cNvPr>
          <p:cNvSpPr>
            <a:spLocks noChangeShapeType="1"/>
          </p:cNvSpPr>
          <p:nvPr/>
        </p:nvSpPr>
        <p:spPr bwMode="auto">
          <a:xfrm>
            <a:off x="2248653" y="5141789"/>
            <a:ext cx="1996343" cy="343503"/>
          </a:xfrm>
          <a:prstGeom prst="line">
            <a:avLst/>
          </a:prstGeom>
          <a:noFill/>
          <a:ln w="28575">
            <a:solidFill>
              <a:srgbClr val="000099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ＭＳ Ｐゴシック" charset="0"/>
              <a:cs typeface="+mn-cs"/>
            </a:endParaRPr>
          </a:p>
        </p:txBody>
      </p:sp>
      <p:sp>
        <p:nvSpPr>
          <p:cNvPr id="229" name="Line 74">
            <a:extLst>
              <a:ext uri="{FF2B5EF4-FFF2-40B4-BE49-F238E27FC236}">
                <a16:creationId xmlns:a16="http://schemas.microsoft.com/office/drawing/2014/main" id="{5DF0EBDC-C356-0F40-8E4B-0D4CDB884913}"/>
              </a:ext>
            </a:extLst>
          </p:cNvPr>
          <p:cNvSpPr>
            <a:spLocks noChangeShapeType="1"/>
          </p:cNvSpPr>
          <p:nvPr/>
        </p:nvSpPr>
        <p:spPr bwMode="auto">
          <a:xfrm>
            <a:off x="2188677" y="5052029"/>
            <a:ext cx="0" cy="1191042"/>
          </a:xfrm>
          <a:prstGeom prst="line">
            <a:avLst/>
          </a:prstGeom>
          <a:noFill/>
          <a:ln w="9525">
            <a:solidFill>
              <a:srgbClr val="777777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ＭＳ Ｐゴシック" charset="0"/>
              <a:cs typeface="+mn-cs"/>
            </a:endParaRPr>
          </a:p>
        </p:txBody>
      </p:sp>
      <p:sp>
        <p:nvSpPr>
          <p:cNvPr id="230" name="Line 75">
            <a:extLst>
              <a:ext uri="{FF2B5EF4-FFF2-40B4-BE49-F238E27FC236}">
                <a16:creationId xmlns:a16="http://schemas.microsoft.com/office/drawing/2014/main" id="{06DA6EB7-8FDC-114C-A158-24F848F8929E}"/>
              </a:ext>
            </a:extLst>
          </p:cNvPr>
          <p:cNvSpPr>
            <a:spLocks noChangeShapeType="1"/>
          </p:cNvSpPr>
          <p:nvPr/>
        </p:nvSpPr>
        <p:spPr bwMode="auto">
          <a:xfrm>
            <a:off x="4253564" y="5081373"/>
            <a:ext cx="0" cy="1191042"/>
          </a:xfrm>
          <a:prstGeom prst="line">
            <a:avLst/>
          </a:prstGeom>
          <a:noFill/>
          <a:ln w="9525">
            <a:solidFill>
              <a:srgbClr val="777777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ＭＳ Ｐゴシック" charset="0"/>
              <a:cs typeface="+mn-cs"/>
            </a:endParaRPr>
          </a:p>
        </p:txBody>
      </p:sp>
      <p:sp>
        <p:nvSpPr>
          <p:cNvPr id="231" name="Line 76">
            <a:extLst>
              <a:ext uri="{FF2B5EF4-FFF2-40B4-BE49-F238E27FC236}">
                <a16:creationId xmlns:a16="http://schemas.microsoft.com/office/drawing/2014/main" id="{6E751C46-6DAD-2049-8052-C6ECA9B99101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2184393" y="5573326"/>
            <a:ext cx="1996343" cy="343503"/>
          </a:xfrm>
          <a:prstGeom prst="line">
            <a:avLst/>
          </a:prstGeom>
          <a:noFill/>
          <a:ln w="28575">
            <a:solidFill>
              <a:srgbClr val="000099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ＭＳ Ｐゴシック" charset="0"/>
              <a:cs typeface="+mn-cs"/>
            </a:endParaRPr>
          </a:p>
        </p:txBody>
      </p:sp>
      <p:sp>
        <p:nvSpPr>
          <p:cNvPr id="232" name="Rectangle 77">
            <a:extLst>
              <a:ext uri="{FF2B5EF4-FFF2-40B4-BE49-F238E27FC236}">
                <a16:creationId xmlns:a16="http://schemas.microsoft.com/office/drawing/2014/main" id="{05CA4AE2-2F93-D544-A582-D6138CBE65B1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77053" y="5126253"/>
            <a:ext cx="1049579" cy="35558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ＭＳ Ｐゴシック" charset="0"/>
              <a:cs typeface="+mn-cs"/>
            </a:endParaRPr>
          </a:p>
        </p:txBody>
      </p:sp>
      <p:sp>
        <p:nvSpPr>
          <p:cNvPr id="233" name="Text Box 78">
            <a:extLst>
              <a:ext uri="{FF2B5EF4-FFF2-40B4-BE49-F238E27FC236}">
                <a16:creationId xmlns:a16="http://schemas.microsoft.com/office/drawing/2014/main" id="{DF22492C-21D4-FC46-996B-E22F99143FE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02290" y="5090004"/>
            <a:ext cx="1446230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  <a:cs typeface="+mn-cs"/>
              </a:rPr>
              <a:t>req_conn(x)</a:t>
            </a:r>
          </a:p>
        </p:txBody>
      </p:sp>
      <p:sp>
        <p:nvSpPr>
          <p:cNvPr id="234" name="Rectangle 79">
            <a:extLst>
              <a:ext uri="{FF2B5EF4-FFF2-40B4-BE49-F238E27FC236}">
                <a16:creationId xmlns:a16="http://schemas.microsoft.com/office/drawing/2014/main" id="{EB35072C-E8DC-1D43-88F2-D6CC06A96B2B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16957" y="5587135"/>
            <a:ext cx="593334" cy="35558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ＭＳ Ｐゴシック" charset="0"/>
              <a:cs typeface="+mn-cs"/>
            </a:endParaRPr>
          </a:p>
        </p:txBody>
      </p:sp>
      <p:sp>
        <p:nvSpPr>
          <p:cNvPr id="235" name="Text Box 81">
            <a:extLst>
              <a:ext uri="{FF2B5EF4-FFF2-40B4-BE49-F238E27FC236}">
                <a16:creationId xmlns:a16="http://schemas.microsoft.com/office/drawing/2014/main" id="{41E79C30-5AC2-7B42-AF35-87394C87DCF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59546" y="5381723"/>
            <a:ext cx="841897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  <a:cs typeface="+mn-cs"/>
              </a:rPr>
              <a:t>ESTAB</a:t>
            </a:r>
          </a:p>
        </p:txBody>
      </p:sp>
      <p:sp>
        <p:nvSpPr>
          <p:cNvPr id="236" name="Text Box 82">
            <a:extLst>
              <a:ext uri="{FF2B5EF4-FFF2-40B4-BE49-F238E27FC236}">
                <a16:creationId xmlns:a16="http://schemas.microsoft.com/office/drawing/2014/main" id="{15937B6C-DE9E-BB41-AF3C-AFA9046B236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31555" y="5744214"/>
            <a:ext cx="841897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  <a:cs typeface="+mn-cs"/>
              </a:rPr>
              <a:t>ESTAB</a:t>
            </a:r>
          </a:p>
        </p:txBody>
      </p:sp>
      <p:sp>
        <p:nvSpPr>
          <p:cNvPr id="237" name="Oval 83">
            <a:extLst>
              <a:ext uri="{FF2B5EF4-FFF2-40B4-BE49-F238E27FC236}">
                <a16:creationId xmlns:a16="http://schemas.microsoft.com/office/drawing/2014/main" id="{60CAB79E-F562-A147-B2B6-BCD35B4CE79B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26560" y="5871949"/>
            <a:ext cx="122093" cy="96664"/>
          </a:xfrm>
          <a:prstGeom prst="ellipse">
            <a:avLst/>
          </a:prstGeom>
          <a:solidFill>
            <a:srgbClr val="CC0000"/>
          </a:solidFill>
          <a:ln w="9525">
            <a:solidFill>
              <a:srgbClr val="CC00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1200" cap="none" spc="0" normalizeH="0" baseline="0" noProof="0">
              <a:ln>
                <a:noFill/>
              </a:ln>
              <a:solidFill>
                <a:srgbClr val="CC0000"/>
              </a:solidFill>
              <a:effectLst/>
              <a:uLnTx/>
              <a:uFillTx/>
              <a:latin typeface="Calibri" panose="020F0502020204030204"/>
              <a:ea typeface="ＭＳ Ｐゴシック" charset="0"/>
              <a:cs typeface="+mn-cs"/>
            </a:endParaRPr>
          </a:p>
        </p:txBody>
      </p:sp>
      <p:sp>
        <p:nvSpPr>
          <p:cNvPr id="238" name="Oval 84">
            <a:extLst>
              <a:ext uri="{FF2B5EF4-FFF2-40B4-BE49-F238E27FC236}">
                <a16:creationId xmlns:a16="http://schemas.microsoft.com/office/drawing/2014/main" id="{AB867DAA-A20D-7E4E-8866-E4B15C4B0299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89304" y="5499101"/>
            <a:ext cx="122095" cy="96664"/>
          </a:xfrm>
          <a:prstGeom prst="ellipse">
            <a:avLst/>
          </a:prstGeom>
          <a:solidFill>
            <a:srgbClr val="CC0000"/>
          </a:solidFill>
          <a:ln w="9525">
            <a:solidFill>
              <a:srgbClr val="CC00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1200" cap="none" spc="0" normalizeH="0" baseline="0" noProof="0">
              <a:ln>
                <a:noFill/>
              </a:ln>
              <a:solidFill>
                <a:srgbClr val="CC0000"/>
              </a:solidFill>
              <a:effectLst/>
              <a:uLnTx/>
              <a:uFillTx/>
              <a:latin typeface="Calibri" panose="020F0502020204030204"/>
              <a:ea typeface="ＭＳ Ｐゴシック" charset="0"/>
              <a:cs typeface="+mn-cs"/>
            </a:endParaRPr>
          </a:p>
        </p:txBody>
      </p:sp>
      <p:sp>
        <p:nvSpPr>
          <p:cNvPr id="239" name="Rectangle 86">
            <a:extLst>
              <a:ext uri="{FF2B5EF4-FFF2-40B4-BE49-F238E27FC236}">
                <a16:creationId xmlns:a16="http://schemas.microsoft.com/office/drawing/2014/main" id="{0E9D55EE-8F12-D242-B60A-BF7C0AE861A3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14261" y="5594040"/>
            <a:ext cx="1445850" cy="28308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ＭＳ Ｐゴシック" charset="0"/>
              <a:cs typeface="+mn-cs"/>
            </a:endParaRPr>
          </a:p>
        </p:txBody>
      </p:sp>
      <p:sp>
        <p:nvSpPr>
          <p:cNvPr id="240" name="Text Box 85">
            <a:extLst>
              <a:ext uri="{FF2B5EF4-FFF2-40B4-BE49-F238E27FC236}">
                <a16:creationId xmlns:a16="http://schemas.microsoft.com/office/drawing/2014/main" id="{98A973F5-A6AE-4941-BAAF-D9632C72088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00404" y="5552612"/>
            <a:ext cx="1435008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  <a:cs typeface="+mn-cs"/>
              </a:rPr>
              <a:t>acc_conn(x)</a:t>
            </a:r>
          </a:p>
        </p:txBody>
      </p:sp>
      <p:grpSp>
        <p:nvGrpSpPr>
          <p:cNvPr id="241" name="Group 92">
            <a:extLst>
              <a:ext uri="{FF2B5EF4-FFF2-40B4-BE49-F238E27FC236}">
                <a16:creationId xmlns:a16="http://schemas.microsoft.com/office/drawing/2014/main" id="{A1DEBE31-8A7C-FA42-BF21-534E9F956FD1}"/>
              </a:ext>
            </a:extLst>
          </p:cNvPr>
          <p:cNvGrpSpPr>
            <a:grpSpLocks/>
          </p:cNvGrpSpPr>
          <p:nvPr/>
        </p:nvGrpSpPr>
        <p:grpSpPr bwMode="auto">
          <a:xfrm>
            <a:off x="1696017" y="4472044"/>
            <a:ext cx="775403" cy="566176"/>
            <a:chOff x="-44" y="1473"/>
            <a:chExt cx="981" cy="1105"/>
          </a:xfrm>
        </p:grpSpPr>
        <p:pic>
          <p:nvPicPr>
            <p:cNvPr id="242" name="Picture 93" descr="desktop_computer_stylized_medium">
              <a:extLst>
                <a:ext uri="{FF2B5EF4-FFF2-40B4-BE49-F238E27FC236}">
                  <a16:creationId xmlns:a16="http://schemas.microsoft.com/office/drawing/2014/main" id="{D4855CC7-B0C0-0C40-99B3-064E94398C36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243" name="Freeform 94">
              <a:extLst>
                <a:ext uri="{FF2B5EF4-FFF2-40B4-BE49-F238E27FC236}">
                  <a16:creationId xmlns:a16="http://schemas.microsoft.com/office/drawing/2014/main" id="{E45A3676-D1D0-F747-9A77-79DCC58FFC6C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5595 w 356"/>
                <a:gd name="T3" fmla="*/ 341 h 368"/>
                <a:gd name="T4" fmla="*/ 6638 w 356"/>
                <a:gd name="T5" fmla="*/ 7113 h 368"/>
                <a:gd name="T6" fmla="*/ 1463 w 356"/>
                <a:gd name="T7" fmla="*/ 8895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 cmpd="sng">
                  <a:solidFill>
                    <a:schemeClr val="tx1"/>
                  </a:solidFill>
                  <a:prstDash val="solid"/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endParaRPr>
            </a:p>
          </p:txBody>
        </p:sp>
      </p:grpSp>
      <p:grpSp>
        <p:nvGrpSpPr>
          <p:cNvPr id="244" name="Group 95">
            <a:extLst>
              <a:ext uri="{FF2B5EF4-FFF2-40B4-BE49-F238E27FC236}">
                <a16:creationId xmlns:a16="http://schemas.microsoft.com/office/drawing/2014/main" id="{30DE6A89-1D8F-B54B-9DDE-549AD2FC2274}"/>
              </a:ext>
            </a:extLst>
          </p:cNvPr>
          <p:cNvGrpSpPr>
            <a:grpSpLocks/>
          </p:cNvGrpSpPr>
          <p:nvPr/>
        </p:nvGrpSpPr>
        <p:grpSpPr bwMode="auto">
          <a:xfrm>
            <a:off x="4073636" y="4451330"/>
            <a:ext cx="318750" cy="557545"/>
            <a:chOff x="4140" y="429"/>
            <a:chExt cx="1425" cy="2396"/>
          </a:xfrm>
        </p:grpSpPr>
        <p:sp>
          <p:nvSpPr>
            <p:cNvPr id="245" name="Freeform 96">
              <a:extLst>
                <a:ext uri="{FF2B5EF4-FFF2-40B4-BE49-F238E27FC236}">
                  <a16:creationId xmlns:a16="http://schemas.microsoft.com/office/drawing/2014/main" id="{B71F5390-5611-A549-8A76-3052ABA7D19A}"/>
                </a:ext>
              </a:extLst>
            </p:cNvPr>
            <p:cNvSpPr>
              <a:spLocks/>
            </p:cNvSpPr>
            <p:nvPr/>
          </p:nvSpPr>
          <p:spPr bwMode="auto">
            <a:xfrm>
              <a:off x="5268" y="433"/>
              <a:ext cx="283" cy="2286"/>
            </a:xfrm>
            <a:custGeom>
              <a:avLst/>
              <a:gdLst>
                <a:gd name="T0" fmla="*/ 7 w 354"/>
                <a:gd name="T1" fmla="*/ 0 h 2742"/>
                <a:gd name="T2" fmla="*/ 38 w 354"/>
                <a:gd name="T3" fmla="*/ 55 h 2742"/>
                <a:gd name="T4" fmla="*/ 37 w 354"/>
                <a:gd name="T5" fmla="*/ 425 h 2742"/>
                <a:gd name="T6" fmla="*/ 0 w 354"/>
                <a:gd name="T7" fmla="*/ 445 h 2742"/>
                <a:gd name="T8" fmla="*/ 7 w 354"/>
                <a:gd name="T9" fmla="*/ 0 h 274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4" h="2742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 rotWithShape="1"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246" name="Rectangle 97">
              <a:extLst>
                <a:ext uri="{FF2B5EF4-FFF2-40B4-BE49-F238E27FC236}">
                  <a16:creationId xmlns:a16="http://schemas.microsoft.com/office/drawing/2014/main" id="{A1B57D5C-B8BE-CC48-A959-8D0CB8D18EA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07" y="429"/>
              <a:ext cx="1049" cy="2285"/>
            </a:xfrm>
            <a:prstGeom prst="rect">
              <a:avLst/>
            </a:pr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  <a:cs typeface="+mn-cs"/>
              </a:endParaRPr>
            </a:p>
          </p:txBody>
        </p:sp>
        <p:sp>
          <p:nvSpPr>
            <p:cNvPr id="247" name="Freeform 98">
              <a:extLst>
                <a:ext uri="{FF2B5EF4-FFF2-40B4-BE49-F238E27FC236}">
                  <a16:creationId xmlns:a16="http://schemas.microsoft.com/office/drawing/2014/main" id="{F022A685-2E50-194F-BC85-D97F7CAFFCF0}"/>
                </a:ext>
              </a:extLst>
            </p:cNvPr>
            <p:cNvSpPr>
              <a:spLocks/>
            </p:cNvSpPr>
            <p:nvPr/>
          </p:nvSpPr>
          <p:spPr bwMode="auto">
            <a:xfrm>
              <a:off x="5321" y="570"/>
              <a:ext cx="169" cy="2115"/>
            </a:xfrm>
            <a:custGeom>
              <a:avLst/>
              <a:gdLst>
                <a:gd name="T0" fmla="*/ 2 w 211"/>
                <a:gd name="T1" fmla="*/ 0 h 2537"/>
                <a:gd name="T2" fmla="*/ 23 w 211"/>
                <a:gd name="T3" fmla="*/ 36 h 2537"/>
                <a:gd name="T4" fmla="*/ 2 w 211"/>
                <a:gd name="T5" fmla="*/ 405 h 2537"/>
                <a:gd name="T6" fmla="*/ 2 w 211"/>
                <a:gd name="T7" fmla="*/ 0 h 2537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11" h="2537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 rotWithShape="1"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248" name="Freeform 99">
              <a:extLst>
                <a:ext uri="{FF2B5EF4-FFF2-40B4-BE49-F238E27FC236}">
                  <a16:creationId xmlns:a16="http://schemas.microsoft.com/office/drawing/2014/main" id="{67381A9D-9DB7-0A4E-B993-95AAAF4CCB9C}"/>
                </a:ext>
              </a:extLst>
            </p:cNvPr>
            <p:cNvSpPr>
              <a:spLocks/>
            </p:cNvSpPr>
            <p:nvPr/>
          </p:nvSpPr>
          <p:spPr bwMode="auto">
            <a:xfrm>
              <a:off x="5284" y="1640"/>
              <a:ext cx="263" cy="189"/>
            </a:xfrm>
            <a:custGeom>
              <a:avLst/>
              <a:gdLst>
                <a:gd name="T0" fmla="*/ 2 w 328"/>
                <a:gd name="T1" fmla="*/ 0 h 226"/>
                <a:gd name="T2" fmla="*/ 36 w 328"/>
                <a:gd name="T3" fmla="*/ 21 h 226"/>
                <a:gd name="T4" fmla="*/ 36 w 328"/>
                <a:gd name="T5" fmla="*/ 38 h 226"/>
                <a:gd name="T6" fmla="*/ 0 w 328"/>
                <a:gd name="T7" fmla="*/ 16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249" name="Rectangle 100">
              <a:extLst>
                <a:ext uri="{FF2B5EF4-FFF2-40B4-BE49-F238E27FC236}">
                  <a16:creationId xmlns:a16="http://schemas.microsoft.com/office/drawing/2014/main" id="{B178CA92-6419-B94D-82C2-001A4C53E7A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14" y="696"/>
              <a:ext cx="592" cy="45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  <a:cs typeface="+mn-cs"/>
              </a:endParaRPr>
            </a:p>
          </p:txBody>
        </p:sp>
        <p:grpSp>
          <p:nvGrpSpPr>
            <p:cNvPr id="250" name="Group 101">
              <a:extLst>
                <a:ext uri="{FF2B5EF4-FFF2-40B4-BE49-F238E27FC236}">
                  <a16:creationId xmlns:a16="http://schemas.microsoft.com/office/drawing/2014/main" id="{2DDA5E0E-93B0-FC4E-AA1E-3A161BEB6179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49" y="668"/>
              <a:ext cx="581" cy="145"/>
              <a:chOff x="614" y="2568"/>
              <a:chExt cx="725" cy="139"/>
            </a:xfrm>
          </p:grpSpPr>
          <p:sp>
            <p:nvSpPr>
              <p:cNvPr id="275" name="AutoShape 102">
                <a:extLst>
                  <a:ext uri="{FF2B5EF4-FFF2-40B4-BE49-F238E27FC236}">
                    <a16:creationId xmlns:a16="http://schemas.microsoft.com/office/drawing/2014/main" id="{1245BCF6-EEF2-F34C-92E3-2CA1C2C948E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7" y="2566"/>
                <a:ext cx="721" cy="142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0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ea typeface="ＭＳ Ｐゴシック" charset="0"/>
                  <a:cs typeface="+mn-cs"/>
                </a:endParaRPr>
              </a:p>
            </p:txBody>
          </p:sp>
          <p:sp>
            <p:nvSpPr>
              <p:cNvPr id="276" name="AutoShape 103">
                <a:extLst>
                  <a:ext uri="{FF2B5EF4-FFF2-40B4-BE49-F238E27FC236}">
                    <a16:creationId xmlns:a16="http://schemas.microsoft.com/office/drawing/2014/main" id="{1067DCBA-D400-0642-B68F-AE171164BAE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34" y="2581"/>
                <a:ext cx="688" cy="114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0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ea typeface="ＭＳ Ｐゴシック" charset="0"/>
                  <a:cs typeface="+mn-cs"/>
                </a:endParaRPr>
              </a:p>
            </p:txBody>
          </p:sp>
        </p:grpSp>
        <p:sp>
          <p:nvSpPr>
            <p:cNvPr id="251" name="Rectangle 104">
              <a:extLst>
                <a:ext uri="{FF2B5EF4-FFF2-40B4-BE49-F238E27FC236}">
                  <a16:creationId xmlns:a16="http://schemas.microsoft.com/office/drawing/2014/main" id="{CEE13654-E51E-634B-B3A8-1909C6DC88F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21" y="1022"/>
              <a:ext cx="598" cy="45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  <a:cs typeface="+mn-cs"/>
              </a:endParaRPr>
            </a:p>
          </p:txBody>
        </p:sp>
        <p:grpSp>
          <p:nvGrpSpPr>
            <p:cNvPr id="252" name="Group 105">
              <a:extLst>
                <a:ext uri="{FF2B5EF4-FFF2-40B4-BE49-F238E27FC236}">
                  <a16:creationId xmlns:a16="http://schemas.microsoft.com/office/drawing/2014/main" id="{3DE4D6D2-40C1-6843-BB18-76EFFF97C7B0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47" y="994"/>
              <a:ext cx="581" cy="134"/>
              <a:chOff x="614" y="2568"/>
              <a:chExt cx="725" cy="139"/>
            </a:xfrm>
          </p:grpSpPr>
          <p:sp>
            <p:nvSpPr>
              <p:cNvPr id="273" name="AutoShape 106">
                <a:extLst>
                  <a:ext uri="{FF2B5EF4-FFF2-40B4-BE49-F238E27FC236}">
                    <a16:creationId xmlns:a16="http://schemas.microsoft.com/office/drawing/2014/main" id="{2685B222-9BE5-0D43-A3B3-6021358AE35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1" y="2567"/>
                <a:ext cx="730" cy="139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0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ea typeface="ＭＳ Ｐゴシック" charset="0"/>
                  <a:cs typeface="+mn-cs"/>
                </a:endParaRPr>
              </a:p>
            </p:txBody>
          </p:sp>
          <p:sp>
            <p:nvSpPr>
              <p:cNvPr id="274" name="AutoShape 107">
                <a:extLst>
                  <a:ext uri="{FF2B5EF4-FFF2-40B4-BE49-F238E27FC236}">
                    <a16:creationId xmlns:a16="http://schemas.microsoft.com/office/drawing/2014/main" id="{00F72E45-552A-534D-A233-34AE532CCE1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8" y="2582"/>
                <a:ext cx="696" cy="108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0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ea typeface="ＭＳ Ｐゴシック" charset="0"/>
                  <a:cs typeface="+mn-cs"/>
                </a:endParaRPr>
              </a:p>
            </p:txBody>
          </p:sp>
        </p:grpSp>
        <p:sp>
          <p:nvSpPr>
            <p:cNvPr id="253" name="Rectangle 108">
              <a:extLst>
                <a:ext uri="{FF2B5EF4-FFF2-40B4-BE49-F238E27FC236}">
                  <a16:creationId xmlns:a16="http://schemas.microsoft.com/office/drawing/2014/main" id="{3DF4CAF9-06A6-F849-9FCD-1AEC85C1CF9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14" y="1356"/>
              <a:ext cx="598" cy="45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  <a:cs typeface="+mn-cs"/>
              </a:endParaRPr>
            </a:p>
          </p:txBody>
        </p:sp>
        <p:sp>
          <p:nvSpPr>
            <p:cNvPr id="254" name="Rectangle 109">
              <a:extLst>
                <a:ext uri="{FF2B5EF4-FFF2-40B4-BE49-F238E27FC236}">
                  <a16:creationId xmlns:a16="http://schemas.microsoft.com/office/drawing/2014/main" id="{148B444B-183C-764F-B7FB-60CA4703B6D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27" y="1653"/>
              <a:ext cx="598" cy="52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  <a:cs typeface="+mn-cs"/>
              </a:endParaRPr>
            </a:p>
          </p:txBody>
        </p:sp>
        <p:grpSp>
          <p:nvGrpSpPr>
            <p:cNvPr id="255" name="Group 110">
              <a:extLst>
                <a:ext uri="{FF2B5EF4-FFF2-40B4-BE49-F238E27FC236}">
                  <a16:creationId xmlns:a16="http://schemas.microsoft.com/office/drawing/2014/main" id="{39959419-6C63-ED42-9E1F-394A82CD6225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35" y="1627"/>
              <a:ext cx="582" cy="151"/>
              <a:chOff x="614" y="2568"/>
              <a:chExt cx="725" cy="139"/>
            </a:xfrm>
          </p:grpSpPr>
          <p:sp>
            <p:nvSpPr>
              <p:cNvPr id="271" name="AutoShape 111">
                <a:extLst>
                  <a:ext uri="{FF2B5EF4-FFF2-40B4-BE49-F238E27FC236}">
                    <a16:creationId xmlns:a16="http://schemas.microsoft.com/office/drawing/2014/main" id="{A34CF4FA-FD1C-5145-835F-119FE044DC3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8" y="2571"/>
                <a:ext cx="720" cy="137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0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ea typeface="ＭＳ Ｐゴシック" charset="0"/>
                  <a:cs typeface="+mn-cs"/>
                </a:endParaRPr>
              </a:p>
            </p:txBody>
          </p:sp>
          <p:sp>
            <p:nvSpPr>
              <p:cNvPr id="272" name="AutoShape 112">
                <a:extLst>
                  <a:ext uri="{FF2B5EF4-FFF2-40B4-BE49-F238E27FC236}">
                    <a16:creationId xmlns:a16="http://schemas.microsoft.com/office/drawing/2014/main" id="{59A59735-AA02-0146-A5A5-87EEABC8E28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35" y="2585"/>
                <a:ext cx="687" cy="109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0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ea typeface="ＭＳ Ｐゴシック" charset="0"/>
                  <a:cs typeface="+mn-cs"/>
                </a:endParaRPr>
              </a:p>
            </p:txBody>
          </p:sp>
        </p:grpSp>
        <p:sp>
          <p:nvSpPr>
            <p:cNvPr id="256" name="Freeform 113">
              <a:extLst>
                <a:ext uri="{FF2B5EF4-FFF2-40B4-BE49-F238E27FC236}">
                  <a16:creationId xmlns:a16="http://schemas.microsoft.com/office/drawing/2014/main" id="{FDFF2545-90A4-DA4C-82D7-3315F0B6C88A}"/>
                </a:ext>
              </a:extLst>
            </p:cNvPr>
            <p:cNvSpPr>
              <a:spLocks/>
            </p:cNvSpPr>
            <p:nvPr/>
          </p:nvSpPr>
          <p:spPr bwMode="auto">
            <a:xfrm>
              <a:off x="5288" y="1354"/>
              <a:ext cx="263" cy="188"/>
            </a:xfrm>
            <a:custGeom>
              <a:avLst/>
              <a:gdLst>
                <a:gd name="T0" fmla="*/ 2 w 328"/>
                <a:gd name="T1" fmla="*/ 0 h 226"/>
                <a:gd name="T2" fmla="*/ 36 w 328"/>
                <a:gd name="T3" fmla="*/ 20 h 226"/>
                <a:gd name="T4" fmla="*/ 36 w 328"/>
                <a:gd name="T5" fmla="*/ 36 h 226"/>
                <a:gd name="T6" fmla="*/ 0 w 328"/>
                <a:gd name="T7" fmla="*/ 15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endParaRPr>
            </a:p>
          </p:txBody>
        </p:sp>
        <p:grpSp>
          <p:nvGrpSpPr>
            <p:cNvPr id="257" name="Group 114">
              <a:extLst>
                <a:ext uri="{FF2B5EF4-FFF2-40B4-BE49-F238E27FC236}">
                  <a16:creationId xmlns:a16="http://schemas.microsoft.com/office/drawing/2014/main" id="{05A30CF6-38EC-774A-B2D7-6BC1988EFCEE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39" y="1327"/>
              <a:ext cx="582" cy="139"/>
              <a:chOff x="614" y="2568"/>
              <a:chExt cx="725" cy="139"/>
            </a:xfrm>
          </p:grpSpPr>
          <p:sp>
            <p:nvSpPr>
              <p:cNvPr id="269" name="AutoShape 115">
                <a:extLst>
                  <a:ext uri="{FF2B5EF4-FFF2-40B4-BE49-F238E27FC236}">
                    <a16:creationId xmlns:a16="http://schemas.microsoft.com/office/drawing/2014/main" id="{82E4336A-2972-5248-BA09-8141B5778E5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3" y="2568"/>
                <a:ext cx="728" cy="141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0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ea typeface="ＭＳ Ｐゴシック" charset="0"/>
                  <a:cs typeface="+mn-cs"/>
                </a:endParaRPr>
              </a:p>
            </p:txBody>
          </p:sp>
          <p:sp>
            <p:nvSpPr>
              <p:cNvPr id="270" name="AutoShape 116">
                <a:extLst>
                  <a:ext uri="{FF2B5EF4-FFF2-40B4-BE49-F238E27FC236}">
                    <a16:creationId xmlns:a16="http://schemas.microsoft.com/office/drawing/2014/main" id="{AD1D49DB-E480-5641-AC7E-56E3D66E713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30" y="2582"/>
                <a:ext cx="695" cy="111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0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ea typeface="ＭＳ Ｐゴシック" charset="0"/>
                  <a:cs typeface="+mn-cs"/>
                </a:endParaRPr>
              </a:p>
            </p:txBody>
          </p:sp>
        </p:grpSp>
        <p:sp>
          <p:nvSpPr>
            <p:cNvPr id="258" name="Rectangle 117">
              <a:extLst>
                <a:ext uri="{FF2B5EF4-FFF2-40B4-BE49-F238E27FC236}">
                  <a16:creationId xmlns:a16="http://schemas.microsoft.com/office/drawing/2014/main" id="{0B98AE39-2021-6E44-A2F5-79952D91407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49" y="429"/>
              <a:ext cx="67" cy="2292"/>
            </a:xfrm>
            <a:prstGeom prst="rect">
              <a:avLst/>
            </a:prstGeom>
            <a:gradFill rotWithShape="1"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  <a:cs typeface="+mn-cs"/>
              </a:endParaRPr>
            </a:p>
          </p:txBody>
        </p:sp>
        <p:sp>
          <p:nvSpPr>
            <p:cNvPr id="259" name="Freeform 118">
              <a:extLst>
                <a:ext uri="{FF2B5EF4-FFF2-40B4-BE49-F238E27FC236}">
                  <a16:creationId xmlns:a16="http://schemas.microsoft.com/office/drawing/2014/main" id="{E786E227-0635-1B4C-B935-93B9B2090B2D}"/>
                </a:ext>
              </a:extLst>
            </p:cNvPr>
            <p:cNvSpPr>
              <a:spLocks/>
            </p:cNvSpPr>
            <p:nvPr/>
          </p:nvSpPr>
          <p:spPr bwMode="auto">
            <a:xfrm>
              <a:off x="5312" y="1007"/>
              <a:ext cx="237" cy="213"/>
            </a:xfrm>
            <a:custGeom>
              <a:avLst/>
              <a:gdLst>
                <a:gd name="T0" fmla="*/ 2 w 296"/>
                <a:gd name="T1" fmla="*/ 0 h 256"/>
                <a:gd name="T2" fmla="*/ 32 w 296"/>
                <a:gd name="T3" fmla="*/ 22 h 256"/>
                <a:gd name="T4" fmla="*/ 32 w 296"/>
                <a:gd name="T5" fmla="*/ 41 h 256"/>
                <a:gd name="T6" fmla="*/ 0 w 296"/>
                <a:gd name="T7" fmla="*/ 15 h 256"/>
                <a:gd name="T8" fmla="*/ 2 w 296"/>
                <a:gd name="T9" fmla="*/ 0 h 25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96" h="25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260" name="Freeform 119">
              <a:extLst>
                <a:ext uri="{FF2B5EF4-FFF2-40B4-BE49-F238E27FC236}">
                  <a16:creationId xmlns:a16="http://schemas.microsoft.com/office/drawing/2014/main" id="{FB8A87AF-D14D-3042-95ED-47109B79894D}"/>
                </a:ext>
              </a:extLst>
            </p:cNvPr>
            <p:cNvSpPr>
              <a:spLocks/>
            </p:cNvSpPr>
            <p:nvPr/>
          </p:nvSpPr>
          <p:spPr bwMode="auto">
            <a:xfrm>
              <a:off x="5315" y="680"/>
              <a:ext cx="244" cy="240"/>
            </a:xfrm>
            <a:custGeom>
              <a:avLst/>
              <a:gdLst>
                <a:gd name="T0" fmla="*/ 0 w 304"/>
                <a:gd name="T1" fmla="*/ 0 h 288"/>
                <a:gd name="T2" fmla="*/ 34 w 304"/>
                <a:gd name="T3" fmla="*/ 27 h 288"/>
                <a:gd name="T4" fmla="*/ 31 w 304"/>
                <a:gd name="T5" fmla="*/ 48 h 288"/>
                <a:gd name="T6" fmla="*/ 2 w 304"/>
                <a:gd name="T7" fmla="*/ 20 h 288"/>
                <a:gd name="T8" fmla="*/ 0 w 304"/>
                <a:gd name="T9" fmla="*/ 0 h 28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04" h="288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261" name="Oval 120">
              <a:extLst>
                <a:ext uri="{FF2B5EF4-FFF2-40B4-BE49-F238E27FC236}">
                  <a16:creationId xmlns:a16="http://schemas.microsoft.com/office/drawing/2014/main" id="{2E438A96-E553-D34A-BF0C-432436BD21D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18" y="2610"/>
              <a:ext cx="47" cy="96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  <a:cs typeface="+mn-cs"/>
              </a:endParaRPr>
            </a:p>
          </p:txBody>
        </p:sp>
        <p:sp>
          <p:nvSpPr>
            <p:cNvPr id="262" name="Freeform 121">
              <a:extLst>
                <a:ext uri="{FF2B5EF4-FFF2-40B4-BE49-F238E27FC236}">
                  <a16:creationId xmlns:a16="http://schemas.microsoft.com/office/drawing/2014/main" id="{C7F13FD9-6F22-2742-B6C1-05E03B039F7D}"/>
                </a:ext>
              </a:extLst>
            </p:cNvPr>
            <p:cNvSpPr>
              <a:spLocks/>
            </p:cNvSpPr>
            <p:nvPr/>
          </p:nvSpPr>
          <p:spPr bwMode="auto">
            <a:xfrm>
              <a:off x="5302" y="2614"/>
              <a:ext cx="245" cy="200"/>
            </a:xfrm>
            <a:custGeom>
              <a:avLst/>
              <a:gdLst>
                <a:gd name="T0" fmla="*/ 0 w 306"/>
                <a:gd name="T1" fmla="*/ 18 h 240"/>
                <a:gd name="T2" fmla="*/ 2 w 306"/>
                <a:gd name="T3" fmla="*/ 40 h 240"/>
                <a:gd name="T4" fmla="*/ 34 w 306"/>
                <a:gd name="T5" fmla="*/ 18 h 240"/>
                <a:gd name="T6" fmla="*/ 32 w 306"/>
                <a:gd name="T7" fmla="*/ 0 h 240"/>
                <a:gd name="T8" fmla="*/ 0 w 306"/>
                <a:gd name="T9" fmla="*/ 18 h 24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06" h="240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263" name="AutoShape 122">
              <a:extLst>
                <a:ext uri="{FF2B5EF4-FFF2-40B4-BE49-F238E27FC236}">
                  <a16:creationId xmlns:a16="http://schemas.microsoft.com/office/drawing/2014/main" id="{348EE68C-CA73-834E-B867-CD1C84FAC89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40" y="2677"/>
              <a:ext cx="1196" cy="148"/>
            </a:xfrm>
            <a:prstGeom prst="roundRect">
              <a:avLst>
                <a:gd name="adj" fmla="val 50000"/>
              </a:avLst>
            </a:prstGeom>
            <a:solidFill>
              <a:srgbClr val="DDDDDD"/>
            </a:solidFill>
            <a:ln w="9525">
              <a:solidFill>
                <a:srgbClr val="00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  <a:cs typeface="+mn-cs"/>
              </a:endParaRPr>
            </a:p>
          </p:txBody>
        </p:sp>
        <p:sp>
          <p:nvSpPr>
            <p:cNvPr id="264" name="AutoShape 123">
              <a:extLst>
                <a:ext uri="{FF2B5EF4-FFF2-40B4-BE49-F238E27FC236}">
                  <a16:creationId xmlns:a16="http://schemas.microsoft.com/office/drawing/2014/main" id="{1204051C-8ED9-7648-9B46-C01EFEE9DB1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07" y="2714"/>
              <a:ext cx="1069" cy="82"/>
            </a:xfrm>
            <a:prstGeom prst="roundRect">
              <a:avLst>
                <a:gd name="adj" fmla="val 50000"/>
              </a:avLst>
            </a:prstGeom>
            <a:gradFill rotWithShape="1">
              <a:gsLst>
                <a:gs pos="0">
                  <a:srgbClr val="000000"/>
                </a:gs>
                <a:gs pos="100000">
                  <a:srgbClr val="808080"/>
                </a:gs>
              </a:gsLst>
              <a:lin ang="0" scaled="1"/>
            </a:gradFill>
            <a:ln w="9525">
              <a:solidFill>
                <a:srgbClr val="00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  <a:cs typeface="+mn-cs"/>
              </a:endParaRPr>
            </a:p>
          </p:txBody>
        </p:sp>
        <p:sp>
          <p:nvSpPr>
            <p:cNvPr id="265" name="Oval 124">
              <a:extLst>
                <a:ext uri="{FF2B5EF4-FFF2-40B4-BE49-F238E27FC236}">
                  <a16:creationId xmlns:a16="http://schemas.microsoft.com/office/drawing/2014/main" id="{E60C883F-574D-2748-ABCD-0B7DB3EE983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08" y="2380"/>
              <a:ext cx="155" cy="148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  <a:cs typeface="+mn-cs"/>
              </a:endParaRPr>
            </a:p>
          </p:txBody>
        </p:sp>
        <p:sp>
          <p:nvSpPr>
            <p:cNvPr id="266" name="Oval 125">
              <a:extLst>
                <a:ext uri="{FF2B5EF4-FFF2-40B4-BE49-F238E27FC236}">
                  <a16:creationId xmlns:a16="http://schemas.microsoft.com/office/drawing/2014/main" id="{FB94FD42-6202-F644-B3BA-267D89970B3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83" y="2387"/>
              <a:ext cx="161" cy="141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  <a:cs typeface="Arial" charset="0"/>
              </a:endParaRPr>
            </a:p>
          </p:txBody>
        </p:sp>
        <p:sp>
          <p:nvSpPr>
            <p:cNvPr id="267" name="Oval 126">
              <a:extLst>
                <a:ext uri="{FF2B5EF4-FFF2-40B4-BE49-F238E27FC236}">
                  <a16:creationId xmlns:a16="http://schemas.microsoft.com/office/drawing/2014/main" id="{FD6A9A5E-7B0B-0C4F-B512-76520907913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64" y="2380"/>
              <a:ext cx="155" cy="141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  <a:cs typeface="+mn-cs"/>
              </a:endParaRPr>
            </a:p>
          </p:txBody>
        </p:sp>
        <p:sp>
          <p:nvSpPr>
            <p:cNvPr id="268" name="Rectangle 127">
              <a:extLst>
                <a:ext uri="{FF2B5EF4-FFF2-40B4-BE49-F238E27FC236}">
                  <a16:creationId xmlns:a16="http://schemas.microsoft.com/office/drawing/2014/main" id="{1A503147-D0ED-D94A-8360-5E7F4D3ED8F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61" y="1838"/>
              <a:ext cx="87" cy="757"/>
            </a:xfrm>
            <a:prstGeom prst="rect">
              <a:avLst/>
            </a:prstGeom>
            <a:solidFill>
              <a:srgbClr val="292929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  <a:cs typeface="+mn-cs"/>
              </a:endParaRPr>
            </a:p>
          </p:txBody>
        </p:sp>
      </p:grpSp>
      <p:sp>
        <p:nvSpPr>
          <p:cNvPr id="69" name="Slide Number Placeholder 2">
            <a:extLst>
              <a:ext uri="{FF2B5EF4-FFF2-40B4-BE49-F238E27FC236}">
                <a16:creationId xmlns:a16="http://schemas.microsoft.com/office/drawing/2014/main" id="{173A9DD9-82B1-6E42-88A8-6C0B706AA49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19616" y="6443089"/>
            <a:ext cx="2743200" cy="365125"/>
          </a:xfrm>
        </p:spPr>
        <p:txBody>
          <a:bodyPr/>
          <a:lstStyle/>
          <a:p>
            <a:r>
              <a:rPr lang="en-US" dirty="0"/>
              <a:t>Transport Layer: 3-</a:t>
            </a:r>
            <a:fld id="{C4204591-24BD-A542-B9D5-F8D8A88D2FEE}" type="slidenum">
              <a:rPr lang="en-US" smtClean="0"/>
              <a:pPr/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50562008"/>
      </p:ext>
    </p:extLst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1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8CD900-19EC-824C-BF74-AADFBF5A17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8690" y="289325"/>
            <a:ext cx="11393310" cy="894622"/>
          </a:xfrm>
        </p:spPr>
        <p:txBody>
          <a:bodyPr>
            <a:normAutofit/>
          </a:bodyPr>
          <a:lstStyle/>
          <a:p>
            <a:r>
              <a:rPr lang="en-US" sz="4800" dirty="0"/>
              <a:t>2-way handshake scenarios</a:t>
            </a:r>
          </a:p>
        </p:txBody>
      </p:sp>
      <p:grpSp>
        <p:nvGrpSpPr>
          <p:cNvPr id="423" name="Group 422">
            <a:extLst>
              <a:ext uri="{FF2B5EF4-FFF2-40B4-BE49-F238E27FC236}">
                <a16:creationId xmlns:a16="http://schemas.microsoft.com/office/drawing/2014/main" id="{D692DA0E-1EF2-F448-A9D8-1C3ACE390DD1}"/>
              </a:ext>
            </a:extLst>
          </p:cNvPr>
          <p:cNvGrpSpPr/>
          <p:nvPr/>
        </p:nvGrpSpPr>
        <p:grpSpPr>
          <a:xfrm>
            <a:off x="435655" y="1435139"/>
            <a:ext cx="3855401" cy="3186116"/>
            <a:chOff x="435655" y="1990325"/>
            <a:chExt cx="3855401" cy="3186116"/>
          </a:xfrm>
        </p:grpSpPr>
        <p:sp>
          <p:nvSpPr>
            <p:cNvPr id="424" name="Line 25">
              <a:extLst>
                <a:ext uri="{FF2B5EF4-FFF2-40B4-BE49-F238E27FC236}">
                  <a16:creationId xmlns:a16="http://schemas.microsoft.com/office/drawing/2014/main" id="{91E4D71D-79FA-CA4A-B78E-8C1871D4733B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461180" y="2545950"/>
              <a:ext cx="1588" cy="2470150"/>
            </a:xfrm>
            <a:prstGeom prst="line">
              <a:avLst/>
            </a:prstGeom>
            <a:noFill/>
            <a:ln w="9525">
              <a:solidFill>
                <a:srgbClr val="777777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425" name="Line 39">
              <a:extLst>
                <a:ext uri="{FF2B5EF4-FFF2-40B4-BE49-F238E27FC236}">
                  <a16:creationId xmlns:a16="http://schemas.microsoft.com/office/drawing/2014/main" id="{3CE8A2F3-443B-CB42-96FD-D8DF221502CB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991529" y="2618975"/>
              <a:ext cx="0" cy="2524525"/>
            </a:xfrm>
            <a:prstGeom prst="line">
              <a:avLst/>
            </a:prstGeom>
            <a:noFill/>
            <a:ln w="9525">
              <a:solidFill>
                <a:srgbClr val="777777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grpSp>
          <p:nvGrpSpPr>
            <p:cNvPr id="426" name="Group 93">
              <a:extLst>
                <a:ext uri="{FF2B5EF4-FFF2-40B4-BE49-F238E27FC236}">
                  <a16:creationId xmlns:a16="http://schemas.microsoft.com/office/drawing/2014/main" id="{773C4FC2-EAD6-0D4F-85E4-043FD6EDCD2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386567" y="4700191"/>
              <a:ext cx="2405063" cy="476250"/>
              <a:chOff x="1097" y="2807"/>
              <a:chExt cx="1515" cy="300"/>
            </a:xfrm>
          </p:grpSpPr>
          <p:sp>
            <p:nvSpPr>
              <p:cNvPr id="488" name="Line 40">
                <a:extLst>
                  <a:ext uri="{FF2B5EF4-FFF2-40B4-BE49-F238E27FC236}">
                    <a16:creationId xmlns:a16="http://schemas.microsoft.com/office/drawing/2014/main" id="{111704BC-1B6B-2944-9D57-698BFD5CC30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097" y="2964"/>
                <a:ext cx="1515" cy="0"/>
              </a:xfrm>
              <a:prstGeom prst="line">
                <a:avLst/>
              </a:prstGeom>
              <a:noFill/>
              <a:ln w="28575">
                <a:solidFill>
                  <a:srgbClr val="CC0000"/>
                </a:solidFill>
                <a:prstDash val="dash"/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endParaRPr>
              </a:p>
            </p:txBody>
          </p:sp>
          <p:sp>
            <p:nvSpPr>
              <p:cNvPr id="489" name="Text Box 85">
                <a:extLst>
                  <a:ext uri="{FF2B5EF4-FFF2-40B4-BE49-F238E27FC236}">
                    <a16:creationId xmlns:a16="http://schemas.microsoft.com/office/drawing/2014/main" id="{190D3E08-8ADE-534C-9FC3-5199F6792D9B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269" y="2807"/>
                <a:ext cx="706" cy="300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1pPr>
                <a:lvl2pPr marL="742950" indent="-285750"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2pPr>
                <a:lvl3pPr marL="1143000" indent="-228600"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3pPr>
                <a:lvl4pPr marL="1600200" indent="-228600"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4pPr>
                <a:lvl5pPr marL="2057400" indent="-228600"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9pPr>
              </a:lstStyle>
              <a:p>
                <a:pPr marL="0" marR="0" lvl="0" indent="0" algn="ctr" defTabSz="914400" rtl="0" eaLnBrk="0" fontAlgn="base" latinLnBrk="0" hangingPunct="0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4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ahoma" charset="0"/>
                    <a:ea typeface="ＭＳ Ｐゴシック" charset="0"/>
                    <a:cs typeface="+mn-cs"/>
                  </a:rPr>
                  <a:t>connection </a:t>
                </a:r>
              </a:p>
              <a:p>
                <a:pPr marL="0" marR="0" lvl="0" indent="0" algn="ctr" defTabSz="914400" rtl="0" eaLnBrk="0" fontAlgn="base" latinLnBrk="0" hangingPunct="0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4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ahoma" charset="0"/>
                    <a:ea typeface="ＭＳ Ｐゴシック" charset="0"/>
                    <a:cs typeface="+mn-cs"/>
                  </a:rPr>
                  <a:t>x completes</a:t>
                </a:r>
              </a:p>
            </p:txBody>
          </p:sp>
        </p:grpSp>
        <p:grpSp>
          <p:nvGrpSpPr>
            <p:cNvPr id="427" name="Group 102">
              <a:extLst>
                <a:ext uri="{FF2B5EF4-FFF2-40B4-BE49-F238E27FC236}">
                  <a16:creationId xmlns:a16="http://schemas.microsoft.com/office/drawing/2014/main" id="{0D5744FA-4339-D545-9B57-B45E093F571A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35655" y="1990325"/>
              <a:ext cx="3389313" cy="2136775"/>
              <a:chOff x="484" y="1100"/>
              <a:chExt cx="2135" cy="1346"/>
            </a:xfrm>
          </p:grpSpPr>
          <p:sp>
            <p:nvSpPr>
              <p:cNvPr id="439" name="Text Box 103">
                <a:extLst>
                  <a:ext uri="{FF2B5EF4-FFF2-40B4-BE49-F238E27FC236}">
                    <a16:creationId xmlns:a16="http://schemas.microsoft.com/office/drawing/2014/main" id="{384A1174-EF45-3D47-B451-2B62A2717579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84" y="1393"/>
                <a:ext cx="613" cy="366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1pPr>
                <a:lvl2pPr marL="742950" indent="-285750"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2pPr>
                <a:lvl3pPr marL="1143000" indent="-228600"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3pPr>
                <a:lvl4pPr marL="1600200" indent="-228600"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4pPr>
                <a:lvl5pPr marL="2057400" indent="-228600"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9pPr>
              </a:lstStyle>
              <a:p>
                <a:pPr marL="0" marR="0" lvl="0" indent="0" algn="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6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ahoma" charset="0"/>
                    <a:ea typeface="ＭＳ Ｐゴシック" charset="0"/>
                    <a:cs typeface="+mn-cs"/>
                  </a:rPr>
                  <a:t>choose x</a:t>
                </a:r>
              </a:p>
              <a:p>
                <a:pPr marL="0" marR="0" lvl="0" indent="0" algn="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endParaRPr>
              </a:p>
            </p:txBody>
          </p:sp>
          <p:sp>
            <p:nvSpPr>
              <p:cNvPr id="440" name="Line 104">
                <a:extLst>
                  <a:ext uri="{FF2B5EF4-FFF2-40B4-BE49-F238E27FC236}">
                    <a16:creationId xmlns:a16="http://schemas.microsoft.com/office/drawing/2014/main" id="{01799853-A3A5-894C-8B0B-3CBEE6379CD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159" y="1516"/>
                <a:ext cx="932" cy="199"/>
              </a:xfrm>
              <a:prstGeom prst="line">
                <a:avLst/>
              </a:prstGeom>
              <a:noFill/>
              <a:ln w="28575">
                <a:solidFill>
                  <a:srgbClr val="000099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endParaRPr>
              </a:p>
            </p:txBody>
          </p:sp>
          <p:sp>
            <p:nvSpPr>
              <p:cNvPr id="441" name="Line 105">
                <a:extLst>
                  <a:ext uri="{FF2B5EF4-FFF2-40B4-BE49-F238E27FC236}">
                    <a16:creationId xmlns:a16="http://schemas.microsoft.com/office/drawing/2014/main" id="{E4D37334-2302-C946-AD71-897255F798F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1121" y="1739"/>
                <a:ext cx="990" cy="602"/>
              </a:xfrm>
              <a:prstGeom prst="line">
                <a:avLst/>
              </a:prstGeom>
              <a:noFill/>
              <a:ln w="28575">
                <a:solidFill>
                  <a:srgbClr val="000099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endParaRPr>
              </a:p>
            </p:txBody>
          </p:sp>
          <p:sp>
            <p:nvSpPr>
              <p:cNvPr id="442" name="Rectangle 106">
                <a:extLst>
                  <a:ext uri="{FF2B5EF4-FFF2-40B4-BE49-F238E27FC236}">
                    <a16:creationId xmlns:a16="http://schemas.microsoft.com/office/drawing/2014/main" id="{A9F291AF-7263-964C-9C39-E6D9DD79FF9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359" y="1507"/>
                <a:ext cx="490" cy="206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endParaRPr>
              </a:p>
            </p:txBody>
          </p:sp>
          <p:sp>
            <p:nvSpPr>
              <p:cNvPr id="443" name="Text Box 107">
                <a:extLst>
                  <a:ext uri="{FF2B5EF4-FFF2-40B4-BE49-F238E27FC236}">
                    <a16:creationId xmlns:a16="http://schemas.microsoft.com/office/drawing/2014/main" id="{8256400A-AA91-2B45-8FD6-9FEEAEE48C35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214" y="1486"/>
                <a:ext cx="802" cy="21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chemeClr val="bg1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1pPr>
                <a:lvl2pPr marL="742950" indent="-285750"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2pPr>
                <a:lvl3pPr marL="1143000" indent="-228600"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3pPr>
                <a:lvl4pPr marL="1600200" indent="-228600"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4pPr>
                <a:lvl5pPr marL="2057400" indent="-228600"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9pPr>
              </a:lstStyle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6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ahoma" charset="0"/>
                    <a:ea typeface="ＭＳ Ｐゴシック" charset="0"/>
                    <a:cs typeface="+mn-cs"/>
                  </a:rPr>
                  <a:t>req_conn(x)</a:t>
                </a:r>
              </a:p>
            </p:txBody>
          </p:sp>
          <p:sp>
            <p:nvSpPr>
              <p:cNvPr id="444" name="Rectangle 108">
                <a:extLst>
                  <a:ext uri="{FF2B5EF4-FFF2-40B4-BE49-F238E27FC236}">
                    <a16:creationId xmlns:a16="http://schemas.microsoft.com/office/drawing/2014/main" id="{8F206717-52E2-FB4D-B242-30E9BF426AE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471" y="1774"/>
                <a:ext cx="277" cy="206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endParaRPr>
              </a:p>
            </p:txBody>
          </p:sp>
          <p:sp>
            <p:nvSpPr>
              <p:cNvPr id="445" name="Text Box 109">
                <a:extLst>
                  <a:ext uri="{FF2B5EF4-FFF2-40B4-BE49-F238E27FC236}">
                    <a16:creationId xmlns:a16="http://schemas.microsoft.com/office/drawing/2014/main" id="{9F6C9D6F-A1F8-8544-BE47-BCDA73F1EC12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133" y="1649"/>
                <a:ext cx="486" cy="21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1pPr>
                <a:lvl2pPr marL="742950" indent="-285750"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2pPr>
                <a:lvl3pPr marL="1143000" indent="-228600"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3pPr>
                <a:lvl4pPr marL="1600200" indent="-228600"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4pPr>
                <a:lvl5pPr marL="2057400" indent="-228600"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9pPr>
              </a:lstStyle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600" b="0" i="0" u="none" strike="noStrike" kern="0" cap="none" spc="0" normalizeH="0" baseline="0" noProof="0">
                    <a:ln>
                      <a:noFill/>
                    </a:ln>
                    <a:solidFill>
                      <a:srgbClr val="CC0000"/>
                    </a:solidFill>
                    <a:effectLst/>
                    <a:uLnTx/>
                    <a:uFillTx/>
                    <a:latin typeface="Tahoma" charset="0"/>
                    <a:ea typeface="ＭＳ Ｐゴシック" charset="0"/>
                    <a:cs typeface="+mn-cs"/>
                  </a:rPr>
                  <a:t>ESTAB</a:t>
                </a:r>
              </a:p>
            </p:txBody>
          </p:sp>
          <p:sp>
            <p:nvSpPr>
              <p:cNvPr id="446" name="Text Box 110">
                <a:extLst>
                  <a:ext uri="{FF2B5EF4-FFF2-40B4-BE49-F238E27FC236}">
                    <a16:creationId xmlns:a16="http://schemas.microsoft.com/office/drawing/2014/main" id="{5194F166-9430-4242-89A4-5D091B008960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583" y="2234"/>
                <a:ext cx="486" cy="21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1pPr>
                <a:lvl2pPr marL="742950" indent="-285750"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2pPr>
                <a:lvl3pPr marL="1143000" indent="-228600"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3pPr>
                <a:lvl4pPr marL="1600200" indent="-228600"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4pPr>
                <a:lvl5pPr marL="2057400" indent="-228600"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9pPr>
              </a:lstStyle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600" b="0" i="0" u="none" strike="noStrike" kern="0" cap="none" spc="0" normalizeH="0" baseline="0" noProof="0">
                    <a:ln>
                      <a:noFill/>
                    </a:ln>
                    <a:solidFill>
                      <a:srgbClr val="CC0000"/>
                    </a:solidFill>
                    <a:effectLst/>
                    <a:uLnTx/>
                    <a:uFillTx/>
                    <a:latin typeface="Tahoma" charset="0"/>
                    <a:ea typeface="ＭＳ Ｐゴシック" charset="0"/>
                    <a:cs typeface="+mn-cs"/>
                  </a:rPr>
                  <a:t>ESTAB</a:t>
                </a:r>
              </a:p>
            </p:txBody>
          </p:sp>
          <p:sp>
            <p:nvSpPr>
              <p:cNvPr id="447" name="Oval 111">
                <a:extLst>
                  <a:ext uri="{FF2B5EF4-FFF2-40B4-BE49-F238E27FC236}">
                    <a16:creationId xmlns:a16="http://schemas.microsoft.com/office/drawing/2014/main" id="{64F10CAD-3D48-3B4D-AE41-2AEA0DB2E4A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95" y="2298"/>
                <a:ext cx="57" cy="56"/>
              </a:xfrm>
              <a:prstGeom prst="ellipse">
                <a:avLst/>
              </a:prstGeom>
              <a:solidFill>
                <a:srgbClr val="CC0000"/>
              </a:solidFill>
              <a:ln w="9525">
                <a:solidFill>
                  <a:srgbClr val="CC0000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0" cap="none" spc="0" normalizeH="0" baseline="0" noProof="0">
                  <a:ln>
                    <a:noFill/>
                  </a:ln>
                  <a:solidFill>
                    <a:srgbClr val="CC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endParaRPr>
              </a:p>
            </p:txBody>
          </p:sp>
          <p:sp>
            <p:nvSpPr>
              <p:cNvPr id="448" name="Oval 112">
                <a:extLst>
                  <a:ext uri="{FF2B5EF4-FFF2-40B4-BE49-F238E27FC236}">
                    <a16:creationId xmlns:a16="http://schemas.microsoft.com/office/drawing/2014/main" id="{98F68D03-FCEB-0F41-A286-A0FEC1FAEA5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065" y="1723"/>
                <a:ext cx="57" cy="56"/>
              </a:xfrm>
              <a:prstGeom prst="ellipse">
                <a:avLst/>
              </a:prstGeom>
              <a:solidFill>
                <a:srgbClr val="CC0000"/>
              </a:solidFill>
              <a:ln w="9525">
                <a:solidFill>
                  <a:srgbClr val="CC0000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0" cap="none" spc="0" normalizeH="0" baseline="0" noProof="0">
                  <a:ln>
                    <a:noFill/>
                  </a:ln>
                  <a:solidFill>
                    <a:srgbClr val="CC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endParaRPr>
              </a:p>
            </p:txBody>
          </p:sp>
          <p:grpSp>
            <p:nvGrpSpPr>
              <p:cNvPr id="449" name="Group 113">
                <a:extLst>
                  <a:ext uri="{FF2B5EF4-FFF2-40B4-BE49-F238E27FC236}">
                    <a16:creationId xmlns:a16="http://schemas.microsoft.com/office/drawing/2014/main" id="{E535B351-6B01-AE49-8479-F8762FC2AA2E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277" y="1861"/>
                <a:ext cx="803" cy="212"/>
                <a:chOff x="1065" y="2085"/>
                <a:chExt cx="803" cy="212"/>
              </a:xfrm>
            </p:grpSpPr>
            <p:sp>
              <p:nvSpPr>
                <p:cNvPr id="486" name="Rectangle 114">
                  <a:extLst>
                    <a:ext uri="{FF2B5EF4-FFF2-40B4-BE49-F238E27FC236}">
                      <a16:creationId xmlns:a16="http://schemas.microsoft.com/office/drawing/2014/main" id="{3ABD9392-9290-6043-AF0A-164F1B0F7B39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137" y="2123"/>
                  <a:ext cx="675" cy="164"/>
                </a:xfrm>
                <a:prstGeom prst="rect">
                  <a:avLst/>
                </a:prstGeom>
                <a:solidFill>
                  <a:srgbClr val="FFFFFF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marL="0" marR="0" lvl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ahoma" charset="0"/>
                    <a:ea typeface="ＭＳ Ｐゴシック" charset="0"/>
                    <a:cs typeface="+mn-cs"/>
                  </a:endParaRPr>
                </a:p>
              </p:txBody>
            </p:sp>
            <p:sp>
              <p:nvSpPr>
                <p:cNvPr id="487" name="Text Box 115">
                  <a:extLst>
                    <a:ext uri="{FF2B5EF4-FFF2-40B4-BE49-F238E27FC236}">
                      <a16:creationId xmlns:a16="http://schemas.microsoft.com/office/drawing/2014/main" id="{E01A5D11-E159-0C40-9DBC-E064BEC5774C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1065" y="2085"/>
                  <a:ext cx="803" cy="212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 xmlns="">
                      <a:solidFill>
                        <a:schemeClr val="bg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xmlns="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 sz="1600">
                      <a:solidFill>
                        <a:schemeClr val="tx1"/>
                      </a:solidFill>
                      <a:latin typeface="Tahoma" charset="0"/>
                      <a:ea typeface="ＭＳ Ｐゴシック" charset="0"/>
                    </a:defRPr>
                  </a:lvl1pPr>
                  <a:lvl2pPr marL="742950" indent="-285750">
                    <a:defRPr sz="1600">
                      <a:solidFill>
                        <a:schemeClr val="tx1"/>
                      </a:solidFill>
                      <a:latin typeface="Tahoma" charset="0"/>
                      <a:ea typeface="ＭＳ Ｐゴシック" charset="0"/>
                    </a:defRPr>
                  </a:lvl2pPr>
                  <a:lvl3pPr marL="1143000" indent="-228600">
                    <a:defRPr sz="1600">
                      <a:solidFill>
                        <a:schemeClr val="tx1"/>
                      </a:solidFill>
                      <a:latin typeface="Tahoma" charset="0"/>
                      <a:ea typeface="ＭＳ Ｐゴシック" charset="0"/>
                    </a:defRPr>
                  </a:lvl3pPr>
                  <a:lvl4pPr marL="1600200" indent="-228600">
                    <a:defRPr sz="1600">
                      <a:solidFill>
                        <a:schemeClr val="tx1"/>
                      </a:solidFill>
                      <a:latin typeface="Tahoma" charset="0"/>
                      <a:ea typeface="ＭＳ Ｐゴシック" charset="0"/>
                    </a:defRPr>
                  </a:lvl4pPr>
                  <a:lvl5pPr marL="2057400" indent="-228600">
                    <a:defRPr sz="1600">
                      <a:solidFill>
                        <a:schemeClr val="tx1"/>
                      </a:solidFill>
                      <a:latin typeface="Tahoma" charset="0"/>
                      <a:ea typeface="ＭＳ Ｐゴシック" charset="0"/>
                    </a:defRPr>
                  </a:lvl5pPr>
                  <a:lvl6pPr marL="25146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Tahoma" charset="0"/>
                      <a:ea typeface="ＭＳ Ｐゴシック" charset="0"/>
                    </a:defRPr>
                  </a:lvl6pPr>
                  <a:lvl7pPr marL="29718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Tahoma" charset="0"/>
                      <a:ea typeface="ＭＳ Ｐゴシック" charset="0"/>
                    </a:defRPr>
                  </a:lvl7pPr>
                  <a:lvl8pPr marL="34290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Tahoma" charset="0"/>
                      <a:ea typeface="ＭＳ Ｐゴシック" charset="0"/>
                    </a:defRPr>
                  </a:lvl8pPr>
                  <a:lvl9pPr marL="38862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Tahoma" charset="0"/>
                      <a:ea typeface="ＭＳ Ｐゴシック" charset="0"/>
                    </a:defRPr>
                  </a:lvl9pPr>
                </a:lstStyle>
                <a:p>
                  <a:pPr marL="0" marR="0" lvl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1600" b="0" i="0" u="none" strike="noStrike" kern="0" cap="none" spc="0" normalizeH="0" baseline="0" noProof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Tahoma" charset="0"/>
                      <a:ea typeface="ＭＳ Ｐゴシック" charset="0"/>
                      <a:cs typeface="+mn-cs"/>
                    </a:rPr>
                    <a:t>acc_conn(x)</a:t>
                  </a:r>
                </a:p>
              </p:txBody>
            </p:sp>
          </p:grpSp>
          <p:grpSp>
            <p:nvGrpSpPr>
              <p:cNvPr id="450" name="Group 116">
                <a:extLst>
                  <a:ext uri="{FF2B5EF4-FFF2-40B4-BE49-F238E27FC236}">
                    <a16:creationId xmlns:a16="http://schemas.microsoft.com/office/drawing/2014/main" id="{3E3A49BF-0E39-8D4D-A2D0-63CBFDDD6FAF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834" y="1112"/>
                <a:ext cx="391" cy="307"/>
                <a:chOff x="-44" y="1473"/>
                <a:chExt cx="981" cy="1105"/>
              </a:xfrm>
            </p:grpSpPr>
            <p:pic>
              <p:nvPicPr>
                <p:cNvPr id="484" name="Picture 117" descr="desktop_computer_stylized_medium">
                  <a:extLst>
                    <a:ext uri="{FF2B5EF4-FFF2-40B4-BE49-F238E27FC236}">
                      <a16:creationId xmlns:a16="http://schemas.microsoft.com/office/drawing/2014/main" id="{68652FF9-3BA5-AD41-98E0-A222D63A4104}"/>
                    </a:ext>
                  </a:extLst>
                </p:cNvPr>
                <p:cNvPicPr>
                  <a:picLocks noChangeAspect="1" noChangeArrowheads="1"/>
                </p:cNvPicPr>
                <p:nvPr/>
              </p:nvPicPr>
              <p:blipFill>
                <a:blip r:embed="rId3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 flipH="1">
                  <a:off x="-44" y="1473"/>
                  <a:ext cx="981" cy="1105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  <p:sp>
              <p:nvSpPr>
                <p:cNvPr id="485" name="Freeform 118">
                  <a:extLst>
                    <a:ext uri="{FF2B5EF4-FFF2-40B4-BE49-F238E27FC236}">
                      <a16:creationId xmlns:a16="http://schemas.microsoft.com/office/drawing/2014/main" id="{73D50490-21D8-7746-B97E-C2FE25CBD7BE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 flipH="1">
                  <a:off x="374" y="1579"/>
                  <a:ext cx="477" cy="506"/>
                </a:xfrm>
                <a:custGeom>
                  <a:avLst/>
                  <a:gdLst>
                    <a:gd name="T0" fmla="*/ 0 w 356"/>
                    <a:gd name="T1" fmla="*/ 0 h 368"/>
                    <a:gd name="T2" fmla="*/ 5595 w 356"/>
                    <a:gd name="T3" fmla="*/ 341 h 368"/>
                    <a:gd name="T4" fmla="*/ 6638 w 356"/>
                    <a:gd name="T5" fmla="*/ 7113 h 368"/>
                    <a:gd name="T6" fmla="*/ 1463 w 356"/>
                    <a:gd name="T7" fmla="*/ 8895 h 368"/>
                    <a:gd name="T8" fmla="*/ 0 w 356"/>
                    <a:gd name="T9" fmla="*/ 0 h 368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0" t="0" r="r" b="b"/>
                  <a:pathLst>
                    <a:path w="356" h="368">
                      <a:moveTo>
                        <a:pt x="0" y="0"/>
                      </a:moveTo>
                      <a:lnTo>
                        <a:pt x="300" y="14"/>
                      </a:lnTo>
                      <a:lnTo>
                        <a:pt x="356" y="294"/>
                      </a:lnTo>
                      <a:lnTo>
                        <a:pt x="78" y="368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gradFill rotWithShape="1">
                  <a:gsLst>
                    <a:gs pos="0">
                      <a:srgbClr val="000099"/>
                    </a:gs>
                    <a:gs pos="100000">
                      <a:srgbClr val="FFFFFF"/>
                    </a:gs>
                  </a:gsLst>
                  <a:lin ang="2700000" scaled="1"/>
                </a:gra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 cap="flat" cmpd="sng">
                      <a:solidFill>
                        <a:schemeClr val="tx1"/>
                      </a:solidFill>
                      <a:prstDash val="solid"/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/>
                <a:lstStyle/>
                <a:p>
                  <a:pPr marL="0" marR="0" lvl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ahoma" panose="020B0604030504040204" pitchFamily="34" charset="0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</p:grpSp>
          <p:grpSp>
            <p:nvGrpSpPr>
              <p:cNvPr id="451" name="Group 119">
                <a:extLst>
                  <a:ext uri="{FF2B5EF4-FFF2-40B4-BE49-F238E27FC236}">
                    <a16:creationId xmlns:a16="http://schemas.microsoft.com/office/drawing/2014/main" id="{6E788993-C5DA-164F-9258-0CB775450A30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973" y="1100"/>
                <a:ext cx="212" cy="323"/>
                <a:chOff x="4140" y="429"/>
                <a:chExt cx="1425" cy="2396"/>
              </a:xfrm>
            </p:grpSpPr>
            <p:sp>
              <p:nvSpPr>
                <p:cNvPr id="452" name="Freeform 120">
                  <a:extLst>
                    <a:ext uri="{FF2B5EF4-FFF2-40B4-BE49-F238E27FC236}">
                      <a16:creationId xmlns:a16="http://schemas.microsoft.com/office/drawing/2014/main" id="{12CC2128-75E5-114A-937D-4B672A89AA2E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268" y="433"/>
                  <a:ext cx="283" cy="2286"/>
                </a:xfrm>
                <a:custGeom>
                  <a:avLst/>
                  <a:gdLst>
                    <a:gd name="T0" fmla="*/ 7 w 354"/>
                    <a:gd name="T1" fmla="*/ 0 h 2742"/>
                    <a:gd name="T2" fmla="*/ 38 w 354"/>
                    <a:gd name="T3" fmla="*/ 55 h 2742"/>
                    <a:gd name="T4" fmla="*/ 37 w 354"/>
                    <a:gd name="T5" fmla="*/ 425 h 2742"/>
                    <a:gd name="T6" fmla="*/ 0 w 354"/>
                    <a:gd name="T7" fmla="*/ 445 h 2742"/>
                    <a:gd name="T8" fmla="*/ 7 w 354"/>
                    <a:gd name="T9" fmla="*/ 0 h 2742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0" t="0" r="r" b="b"/>
                  <a:pathLst>
                    <a:path w="354" h="2742">
                      <a:moveTo>
                        <a:pt x="63" y="0"/>
                      </a:moveTo>
                      <a:lnTo>
                        <a:pt x="354" y="339"/>
                      </a:lnTo>
                      <a:lnTo>
                        <a:pt x="346" y="2624"/>
                      </a:lnTo>
                      <a:lnTo>
                        <a:pt x="0" y="2742"/>
                      </a:lnTo>
                      <a:lnTo>
                        <a:pt x="63" y="0"/>
                      </a:lnTo>
                      <a:close/>
                    </a:path>
                  </a:pathLst>
                </a:custGeom>
                <a:gradFill rotWithShape="1">
                  <a:gsLst>
                    <a:gs pos="0">
                      <a:srgbClr val="DDDDDD"/>
                    </a:gs>
                    <a:gs pos="100000">
                      <a:srgbClr val="333333"/>
                    </a:gs>
                  </a:gsLst>
                  <a:lin ang="0" scaled="1"/>
                </a:gra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 marL="0" marR="0" lvl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ahoma" panose="020B0604030504040204" pitchFamily="34" charset="0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  <p:sp>
              <p:nvSpPr>
                <p:cNvPr id="453" name="Rectangle 121">
                  <a:extLst>
                    <a:ext uri="{FF2B5EF4-FFF2-40B4-BE49-F238E27FC236}">
                      <a16:creationId xmlns:a16="http://schemas.microsoft.com/office/drawing/2014/main" id="{F5C3491A-CD29-114C-A378-A2E414822C3C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207" y="429"/>
                  <a:ext cx="1049" cy="2285"/>
                </a:xfrm>
                <a:prstGeom prst="rect">
                  <a:avLst/>
                </a:prstGeom>
                <a:gradFill rotWithShape="1">
                  <a:gsLst>
                    <a:gs pos="0">
                      <a:srgbClr val="292929"/>
                    </a:gs>
                    <a:gs pos="100000">
                      <a:srgbClr val="808080"/>
                    </a:gs>
                  </a:gsLst>
                  <a:lin ang="0" scaled="1"/>
                </a:gra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marL="0" marR="0" lvl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ahoma" charset="0"/>
                    <a:ea typeface="ＭＳ Ｐゴシック" charset="0"/>
                    <a:cs typeface="+mn-cs"/>
                  </a:endParaRPr>
                </a:p>
              </p:txBody>
            </p:sp>
            <p:sp>
              <p:nvSpPr>
                <p:cNvPr id="454" name="Freeform 122">
                  <a:extLst>
                    <a:ext uri="{FF2B5EF4-FFF2-40B4-BE49-F238E27FC236}">
                      <a16:creationId xmlns:a16="http://schemas.microsoft.com/office/drawing/2014/main" id="{1FAF7C96-26AF-BC4C-8EE5-52686FB51F5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321" y="570"/>
                  <a:ext cx="169" cy="2115"/>
                </a:xfrm>
                <a:custGeom>
                  <a:avLst/>
                  <a:gdLst>
                    <a:gd name="T0" fmla="*/ 2 w 211"/>
                    <a:gd name="T1" fmla="*/ 0 h 2537"/>
                    <a:gd name="T2" fmla="*/ 23 w 211"/>
                    <a:gd name="T3" fmla="*/ 36 h 2537"/>
                    <a:gd name="T4" fmla="*/ 2 w 211"/>
                    <a:gd name="T5" fmla="*/ 405 h 2537"/>
                    <a:gd name="T6" fmla="*/ 2 w 211"/>
                    <a:gd name="T7" fmla="*/ 0 h 2537"/>
                    <a:gd name="T8" fmla="*/ 0 60000 65536"/>
                    <a:gd name="T9" fmla="*/ 0 60000 65536"/>
                    <a:gd name="T10" fmla="*/ 0 60000 65536"/>
                    <a:gd name="T11" fmla="*/ 0 60000 65536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0" t="0" r="r" b="b"/>
                  <a:pathLst>
                    <a:path w="211" h="2537">
                      <a:moveTo>
                        <a:pt x="7" y="0"/>
                      </a:moveTo>
                      <a:cubicBezTo>
                        <a:pt x="7" y="0"/>
                        <a:pt x="57" y="28"/>
                        <a:pt x="211" y="218"/>
                      </a:cubicBezTo>
                      <a:cubicBezTo>
                        <a:pt x="0" y="1229"/>
                        <a:pt x="41" y="2537"/>
                        <a:pt x="7" y="2501"/>
                      </a:cubicBezTo>
                      <a:lnTo>
                        <a:pt x="7" y="0"/>
                      </a:lnTo>
                      <a:close/>
                    </a:path>
                  </a:pathLst>
                </a:custGeom>
                <a:gradFill rotWithShape="1">
                  <a:gsLst>
                    <a:gs pos="0">
                      <a:srgbClr val="808080"/>
                    </a:gs>
                    <a:gs pos="100000">
                      <a:srgbClr val="F8F8F8"/>
                    </a:gs>
                  </a:gsLst>
                  <a:lin ang="0" scaled="1"/>
                </a:gra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 marL="0" marR="0" lvl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ahoma" panose="020B0604030504040204" pitchFamily="34" charset="0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  <p:sp>
              <p:nvSpPr>
                <p:cNvPr id="455" name="Freeform 123">
                  <a:extLst>
                    <a:ext uri="{FF2B5EF4-FFF2-40B4-BE49-F238E27FC236}">
                      <a16:creationId xmlns:a16="http://schemas.microsoft.com/office/drawing/2014/main" id="{F24EFDC4-D2B3-7440-A83B-52220A26C979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284" y="1640"/>
                  <a:ext cx="263" cy="189"/>
                </a:xfrm>
                <a:custGeom>
                  <a:avLst/>
                  <a:gdLst>
                    <a:gd name="T0" fmla="*/ 2 w 328"/>
                    <a:gd name="T1" fmla="*/ 0 h 226"/>
                    <a:gd name="T2" fmla="*/ 36 w 328"/>
                    <a:gd name="T3" fmla="*/ 21 h 226"/>
                    <a:gd name="T4" fmla="*/ 36 w 328"/>
                    <a:gd name="T5" fmla="*/ 38 h 226"/>
                    <a:gd name="T6" fmla="*/ 0 w 328"/>
                    <a:gd name="T7" fmla="*/ 16 h 226"/>
                    <a:gd name="T8" fmla="*/ 2 w 328"/>
                    <a:gd name="T9" fmla="*/ 0 h 226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0" t="0" r="r" b="b"/>
                  <a:pathLst>
                    <a:path w="328" h="226">
                      <a:moveTo>
                        <a:pt x="4" y="0"/>
                      </a:moveTo>
                      <a:cubicBezTo>
                        <a:pt x="60" y="10"/>
                        <a:pt x="182" y="74"/>
                        <a:pt x="328" y="128"/>
                      </a:cubicBezTo>
                      <a:cubicBezTo>
                        <a:pt x="326" y="162"/>
                        <a:pt x="326" y="158"/>
                        <a:pt x="326" y="226"/>
                      </a:cubicBezTo>
                      <a:cubicBezTo>
                        <a:pt x="326" y="226"/>
                        <a:pt x="169" y="155"/>
                        <a:pt x="0" y="100"/>
                      </a:cubicBezTo>
                      <a:cubicBezTo>
                        <a:pt x="0" y="48"/>
                        <a:pt x="4" y="17"/>
                        <a:pt x="4" y="0"/>
                      </a:cubicBezTo>
                      <a:close/>
                    </a:path>
                  </a:pathLst>
                </a:custGeom>
                <a:gradFill rotWithShape="1">
                  <a:gsLst>
                    <a:gs pos="0">
                      <a:srgbClr val="292929"/>
                    </a:gs>
                    <a:gs pos="100000">
                      <a:srgbClr val="808080"/>
                    </a:gs>
                  </a:gsLst>
                  <a:lin ang="0" scaled="1"/>
                </a:gra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 marL="0" marR="0" lvl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ahoma" panose="020B0604030504040204" pitchFamily="34" charset="0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  <p:sp>
              <p:nvSpPr>
                <p:cNvPr id="456" name="Rectangle 124">
                  <a:extLst>
                    <a:ext uri="{FF2B5EF4-FFF2-40B4-BE49-F238E27FC236}">
                      <a16:creationId xmlns:a16="http://schemas.microsoft.com/office/drawing/2014/main" id="{C738D1B1-14C3-F143-9286-716F3B0BC8CB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214" y="696"/>
                  <a:ext cx="592" cy="45"/>
                </a:xfrm>
                <a:prstGeom prst="rect">
                  <a:avLst/>
                </a:prstGeom>
                <a:solidFill>
                  <a:srgbClr val="000000"/>
                </a:solidFill>
                <a:ln w="9525">
                  <a:solidFill>
                    <a:srgbClr val="000000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marL="0" marR="0" lvl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ahoma" charset="0"/>
                    <a:ea typeface="ＭＳ Ｐゴシック" charset="0"/>
                    <a:cs typeface="+mn-cs"/>
                  </a:endParaRPr>
                </a:p>
              </p:txBody>
            </p:sp>
            <p:grpSp>
              <p:nvGrpSpPr>
                <p:cNvPr id="457" name="Group 125">
                  <a:extLst>
                    <a:ext uri="{FF2B5EF4-FFF2-40B4-BE49-F238E27FC236}">
                      <a16:creationId xmlns:a16="http://schemas.microsoft.com/office/drawing/2014/main" id="{1C9F2DD0-76F5-9945-A4A2-BFF420651D30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4749" y="668"/>
                  <a:ext cx="581" cy="145"/>
                  <a:chOff x="614" y="2568"/>
                  <a:chExt cx="725" cy="139"/>
                </a:xfrm>
              </p:grpSpPr>
              <p:sp>
                <p:nvSpPr>
                  <p:cNvPr id="482" name="AutoShape 126">
                    <a:extLst>
                      <a:ext uri="{FF2B5EF4-FFF2-40B4-BE49-F238E27FC236}">
                        <a16:creationId xmlns:a16="http://schemas.microsoft.com/office/drawing/2014/main" id="{C09A9BC4-E4D4-9740-8415-C18557F484B7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617" y="2566"/>
                    <a:ext cx="721" cy="142"/>
                  </a:xfrm>
                  <a:prstGeom prst="roundRect">
                    <a:avLst>
                      <a:gd name="adj" fmla="val 50000"/>
                    </a:avLst>
                  </a:prstGeom>
                  <a:solidFill>
                    <a:srgbClr val="000000"/>
                  </a:solidFill>
                  <a:ln>
                    <a:noFill/>
                  </a:ln>
                  <a:effectLst/>
                  <a:extLst>
                    <a:ext uri="{91240B29-F687-4f45-9708-019B960494DF}">
                      <a14:hiddenLine xmlns:a14="http://schemas.microsoft.com/office/drawing/2010/main" xmlns="" w="9525">
                        <a:solidFill>
                          <a:schemeClr val="tx1"/>
                        </a:solidFill>
                        <a:round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 xmlns="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pPr marL="0" marR="0" lvl="0" indent="0" algn="ctr" defTabSz="914400" rtl="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600" b="0" i="0" u="none" strike="noStrike" kern="0" cap="none" spc="0" normalizeH="0" baseline="0" noProof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Tahoma" charset="0"/>
                      <a:ea typeface="ＭＳ Ｐゴシック" charset="0"/>
                      <a:cs typeface="+mn-cs"/>
                    </a:endParaRPr>
                  </a:p>
                </p:txBody>
              </p:sp>
              <p:sp>
                <p:nvSpPr>
                  <p:cNvPr id="483" name="AutoShape 127">
                    <a:extLst>
                      <a:ext uri="{FF2B5EF4-FFF2-40B4-BE49-F238E27FC236}">
                        <a16:creationId xmlns:a16="http://schemas.microsoft.com/office/drawing/2014/main" id="{F3D70C92-E5D6-2E4F-8DCA-B1904F759DA4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634" y="2581"/>
                    <a:ext cx="688" cy="114"/>
                  </a:xfrm>
                  <a:prstGeom prst="roundRect">
                    <a:avLst>
                      <a:gd name="adj" fmla="val 50000"/>
                    </a:avLst>
                  </a:prstGeom>
                  <a:gradFill rotWithShape="1">
                    <a:gsLst>
                      <a:gs pos="0">
                        <a:srgbClr val="0000FF"/>
                      </a:gs>
                      <a:gs pos="50000">
                        <a:srgbClr val="99CCFF"/>
                      </a:gs>
                      <a:gs pos="100000">
                        <a:srgbClr val="0000FF"/>
                      </a:gs>
                    </a:gsLst>
                    <a:lin ang="0" scaled="1"/>
                  </a:gradFill>
                  <a:ln>
                    <a:noFill/>
                  </a:ln>
                  <a:effectLst/>
                  <a:extLst>
                    <a:ext uri="{91240B29-F687-4f45-9708-019B960494DF}">
                      <a14:hiddenLine xmlns:a14="http://schemas.microsoft.com/office/drawing/2010/main" xmlns="" w="9525">
                        <a:solidFill>
                          <a:schemeClr val="tx1"/>
                        </a:solidFill>
                        <a:round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 xmlns="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pPr marL="0" marR="0" lvl="0" indent="0" algn="ctr" defTabSz="914400" rtl="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600" b="0" i="0" u="none" strike="noStrike" kern="0" cap="none" spc="0" normalizeH="0" baseline="0" noProof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Tahoma" charset="0"/>
                      <a:ea typeface="ＭＳ Ｐゴシック" charset="0"/>
                      <a:cs typeface="+mn-cs"/>
                    </a:endParaRPr>
                  </a:p>
                </p:txBody>
              </p:sp>
            </p:grpSp>
            <p:sp>
              <p:nvSpPr>
                <p:cNvPr id="458" name="Rectangle 128">
                  <a:extLst>
                    <a:ext uri="{FF2B5EF4-FFF2-40B4-BE49-F238E27FC236}">
                      <a16:creationId xmlns:a16="http://schemas.microsoft.com/office/drawing/2014/main" id="{722160C6-98E8-2849-92F6-C0477CF41C15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221" y="1022"/>
                  <a:ext cx="598" cy="45"/>
                </a:xfrm>
                <a:prstGeom prst="rect">
                  <a:avLst/>
                </a:prstGeom>
                <a:solidFill>
                  <a:srgbClr val="000000"/>
                </a:solidFill>
                <a:ln w="9525">
                  <a:solidFill>
                    <a:srgbClr val="000000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marL="0" marR="0" lvl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ahoma" charset="0"/>
                    <a:ea typeface="ＭＳ Ｐゴシック" charset="0"/>
                    <a:cs typeface="+mn-cs"/>
                  </a:endParaRPr>
                </a:p>
              </p:txBody>
            </p:sp>
            <p:grpSp>
              <p:nvGrpSpPr>
                <p:cNvPr id="459" name="Group 129">
                  <a:extLst>
                    <a:ext uri="{FF2B5EF4-FFF2-40B4-BE49-F238E27FC236}">
                      <a16:creationId xmlns:a16="http://schemas.microsoft.com/office/drawing/2014/main" id="{5CF614C1-2FA4-194F-99CB-B59EBAA69627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4747" y="994"/>
                  <a:ext cx="581" cy="134"/>
                  <a:chOff x="614" y="2568"/>
                  <a:chExt cx="725" cy="139"/>
                </a:xfrm>
              </p:grpSpPr>
              <p:sp>
                <p:nvSpPr>
                  <p:cNvPr id="480" name="AutoShape 130">
                    <a:extLst>
                      <a:ext uri="{FF2B5EF4-FFF2-40B4-BE49-F238E27FC236}">
                        <a16:creationId xmlns:a16="http://schemas.microsoft.com/office/drawing/2014/main" id="{2DFF64EB-D097-2043-B088-40E31FBCA144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611" y="2567"/>
                    <a:ext cx="730" cy="139"/>
                  </a:xfrm>
                  <a:prstGeom prst="roundRect">
                    <a:avLst>
                      <a:gd name="adj" fmla="val 50000"/>
                    </a:avLst>
                  </a:prstGeom>
                  <a:solidFill>
                    <a:srgbClr val="000000"/>
                  </a:solidFill>
                  <a:ln>
                    <a:noFill/>
                  </a:ln>
                  <a:effectLst/>
                  <a:extLst>
                    <a:ext uri="{91240B29-F687-4f45-9708-019B960494DF}">
                      <a14:hiddenLine xmlns:a14="http://schemas.microsoft.com/office/drawing/2010/main" xmlns="" w="9525">
                        <a:solidFill>
                          <a:schemeClr val="tx1"/>
                        </a:solidFill>
                        <a:round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 xmlns="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pPr marL="0" marR="0" lvl="0" indent="0" algn="ctr" defTabSz="914400" rtl="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600" b="0" i="0" u="none" strike="noStrike" kern="0" cap="none" spc="0" normalizeH="0" baseline="0" noProof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Tahoma" charset="0"/>
                      <a:ea typeface="ＭＳ Ｐゴシック" charset="0"/>
                      <a:cs typeface="+mn-cs"/>
                    </a:endParaRPr>
                  </a:p>
                </p:txBody>
              </p:sp>
              <p:sp>
                <p:nvSpPr>
                  <p:cNvPr id="481" name="AutoShape 131">
                    <a:extLst>
                      <a:ext uri="{FF2B5EF4-FFF2-40B4-BE49-F238E27FC236}">
                        <a16:creationId xmlns:a16="http://schemas.microsoft.com/office/drawing/2014/main" id="{DF72C84E-59FE-844F-8A5B-E79C5EEA947F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628" y="2582"/>
                    <a:ext cx="696" cy="108"/>
                  </a:xfrm>
                  <a:prstGeom prst="roundRect">
                    <a:avLst>
                      <a:gd name="adj" fmla="val 50000"/>
                    </a:avLst>
                  </a:prstGeom>
                  <a:gradFill rotWithShape="1">
                    <a:gsLst>
                      <a:gs pos="0">
                        <a:srgbClr val="0000FF"/>
                      </a:gs>
                      <a:gs pos="50000">
                        <a:srgbClr val="99CCFF"/>
                      </a:gs>
                      <a:gs pos="100000">
                        <a:srgbClr val="0000FF"/>
                      </a:gs>
                    </a:gsLst>
                    <a:lin ang="0" scaled="1"/>
                  </a:gradFill>
                  <a:ln>
                    <a:noFill/>
                  </a:ln>
                  <a:effectLst/>
                  <a:extLst>
                    <a:ext uri="{91240B29-F687-4f45-9708-019B960494DF}">
                      <a14:hiddenLine xmlns:a14="http://schemas.microsoft.com/office/drawing/2010/main" xmlns="" w="9525">
                        <a:solidFill>
                          <a:schemeClr val="tx1"/>
                        </a:solidFill>
                        <a:round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 xmlns="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pPr marL="0" marR="0" lvl="0" indent="0" algn="ctr" defTabSz="914400" rtl="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600" b="0" i="0" u="none" strike="noStrike" kern="0" cap="none" spc="0" normalizeH="0" baseline="0" noProof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Tahoma" charset="0"/>
                      <a:ea typeface="ＭＳ Ｐゴシック" charset="0"/>
                      <a:cs typeface="+mn-cs"/>
                    </a:endParaRPr>
                  </a:p>
                </p:txBody>
              </p:sp>
            </p:grpSp>
            <p:sp>
              <p:nvSpPr>
                <p:cNvPr id="460" name="Rectangle 132">
                  <a:extLst>
                    <a:ext uri="{FF2B5EF4-FFF2-40B4-BE49-F238E27FC236}">
                      <a16:creationId xmlns:a16="http://schemas.microsoft.com/office/drawing/2014/main" id="{0D34B495-F619-5744-92CE-02150CAEF02F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214" y="1356"/>
                  <a:ext cx="598" cy="45"/>
                </a:xfrm>
                <a:prstGeom prst="rect">
                  <a:avLst/>
                </a:prstGeom>
                <a:solidFill>
                  <a:srgbClr val="000000"/>
                </a:solidFill>
                <a:ln w="9525">
                  <a:solidFill>
                    <a:srgbClr val="000000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marL="0" marR="0" lvl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ahoma" charset="0"/>
                    <a:ea typeface="ＭＳ Ｐゴシック" charset="0"/>
                    <a:cs typeface="+mn-cs"/>
                  </a:endParaRPr>
                </a:p>
              </p:txBody>
            </p:sp>
            <p:sp>
              <p:nvSpPr>
                <p:cNvPr id="461" name="Rectangle 133">
                  <a:extLst>
                    <a:ext uri="{FF2B5EF4-FFF2-40B4-BE49-F238E27FC236}">
                      <a16:creationId xmlns:a16="http://schemas.microsoft.com/office/drawing/2014/main" id="{B289AC45-5AE1-8144-A213-D8D732FD9762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227" y="1653"/>
                  <a:ext cx="598" cy="52"/>
                </a:xfrm>
                <a:prstGeom prst="rect">
                  <a:avLst/>
                </a:prstGeom>
                <a:solidFill>
                  <a:srgbClr val="000000"/>
                </a:solidFill>
                <a:ln w="9525">
                  <a:solidFill>
                    <a:srgbClr val="000000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marL="0" marR="0" lvl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ahoma" charset="0"/>
                    <a:ea typeface="ＭＳ Ｐゴシック" charset="0"/>
                    <a:cs typeface="+mn-cs"/>
                  </a:endParaRPr>
                </a:p>
              </p:txBody>
            </p:sp>
            <p:grpSp>
              <p:nvGrpSpPr>
                <p:cNvPr id="462" name="Group 134">
                  <a:extLst>
                    <a:ext uri="{FF2B5EF4-FFF2-40B4-BE49-F238E27FC236}">
                      <a16:creationId xmlns:a16="http://schemas.microsoft.com/office/drawing/2014/main" id="{1749D736-5D93-C94F-BEFF-83BA3C60704D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4735" y="1627"/>
                  <a:ext cx="582" cy="151"/>
                  <a:chOff x="614" y="2568"/>
                  <a:chExt cx="725" cy="139"/>
                </a:xfrm>
              </p:grpSpPr>
              <p:sp>
                <p:nvSpPr>
                  <p:cNvPr id="478" name="AutoShape 135">
                    <a:extLst>
                      <a:ext uri="{FF2B5EF4-FFF2-40B4-BE49-F238E27FC236}">
                        <a16:creationId xmlns:a16="http://schemas.microsoft.com/office/drawing/2014/main" id="{A0C2743E-C87A-D14C-85B5-A8F79F7531D4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618" y="2571"/>
                    <a:ext cx="720" cy="137"/>
                  </a:xfrm>
                  <a:prstGeom prst="roundRect">
                    <a:avLst>
                      <a:gd name="adj" fmla="val 50000"/>
                    </a:avLst>
                  </a:prstGeom>
                  <a:solidFill>
                    <a:srgbClr val="000000"/>
                  </a:solidFill>
                  <a:ln>
                    <a:noFill/>
                  </a:ln>
                  <a:effectLst/>
                  <a:extLst>
                    <a:ext uri="{91240B29-F687-4f45-9708-019B960494DF}">
                      <a14:hiddenLine xmlns:a14="http://schemas.microsoft.com/office/drawing/2010/main" xmlns="" w="9525">
                        <a:solidFill>
                          <a:schemeClr val="tx1"/>
                        </a:solidFill>
                        <a:round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 xmlns="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pPr marL="0" marR="0" lvl="0" indent="0" algn="ctr" defTabSz="914400" rtl="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600" b="0" i="0" u="none" strike="noStrike" kern="0" cap="none" spc="0" normalizeH="0" baseline="0" noProof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Tahoma" charset="0"/>
                      <a:ea typeface="ＭＳ Ｐゴシック" charset="0"/>
                      <a:cs typeface="+mn-cs"/>
                    </a:endParaRPr>
                  </a:p>
                </p:txBody>
              </p:sp>
              <p:sp>
                <p:nvSpPr>
                  <p:cNvPr id="479" name="AutoShape 136">
                    <a:extLst>
                      <a:ext uri="{FF2B5EF4-FFF2-40B4-BE49-F238E27FC236}">
                        <a16:creationId xmlns:a16="http://schemas.microsoft.com/office/drawing/2014/main" id="{9BD6DBA0-FC1C-254E-9398-6CCD7340CADE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635" y="2585"/>
                    <a:ext cx="687" cy="109"/>
                  </a:xfrm>
                  <a:prstGeom prst="roundRect">
                    <a:avLst>
                      <a:gd name="adj" fmla="val 50000"/>
                    </a:avLst>
                  </a:prstGeom>
                  <a:gradFill rotWithShape="1">
                    <a:gsLst>
                      <a:gs pos="0">
                        <a:srgbClr val="0000FF"/>
                      </a:gs>
                      <a:gs pos="50000">
                        <a:srgbClr val="99CCFF"/>
                      </a:gs>
                      <a:gs pos="100000">
                        <a:srgbClr val="0000FF"/>
                      </a:gs>
                    </a:gsLst>
                    <a:lin ang="0" scaled="1"/>
                  </a:gradFill>
                  <a:ln>
                    <a:noFill/>
                  </a:ln>
                  <a:effectLst/>
                  <a:extLst>
                    <a:ext uri="{91240B29-F687-4f45-9708-019B960494DF}">
                      <a14:hiddenLine xmlns:a14="http://schemas.microsoft.com/office/drawing/2010/main" xmlns="" w="9525">
                        <a:solidFill>
                          <a:schemeClr val="tx1"/>
                        </a:solidFill>
                        <a:round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 xmlns="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pPr marL="0" marR="0" lvl="0" indent="0" algn="ctr" defTabSz="914400" rtl="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600" b="0" i="0" u="none" strike="noStrike" kern="0" cap="none" spc="0" normalizeH="0" baseline="0" noProof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Tahoma" charset="0"/>
                      <a:ea typeface="ＭＳ Ｐゴシック" charset="0"/>
                      <a:cs typeface="+mn-cs"/>
                    </a:endParaRPr>
                  </a:p>
                </p:txBody>
              </p:sp>
            </p:grpSp>
            <p:sp>
              <p:nvSpPr>
                <p:cNvPr id="463" name="Freeform 137">
                  <a:extLst>
                    <a:ext uri="{FF2B5EF4-FFF2-40B4-BE49-F238E27FC236}">
                      <a16:creationId xmlns:a16="http://schemas.microsoft.com/office/drawing/2014/main" id="{5440E4EF-7DC8-C948-8355-65BC2A778B02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288" y="1354"/>
                  <a:ext cx="263" cy="188"/>
                </a:xfrm>
                <a:custGeom>
                  <a:avLst/>
                  <a:gdLst>
                    <a:gd name="T0" fmla="*/ 2 w 328"/>
                    <a:gd name="T1" fmla="*/ 0 h 226"/>
                    <a:gd name="T2" fmla="*/ 36 w 328"/>
                    <a:gd name="T3" fmla="*/ 20 h 226"/>
                    <a:gd name="T4" fmla="*/ 36 w 328"/>
                    <a:gd name="T5" fmla="*/ 36 h 226"/>
                    <a:gd name="T6" fmla="*/ 0 w 328"/>
                    <a:gd name="T7" fmla="*/ 15 h 226"/>
                    <a:gd name="T8" fmla="*/ 2 w 328"/>
                    <a:gd name="T9" fmla="*/ 0 h 226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0" t="0" r="r" b="b"/>
                  <a:pathLst>
                    <a:path w="328" h="226">
                      <a:moveTo>
                        <a:pt x="4" y="0"/>
                      </a:moveTo>
                      <a:cubicBezTo>
                        <a:pt x="60" y="10"/>
                        <a:pt x="182" y="74"/>
                        <a:pt x="328" y="128"/>
                      </a:cubicBezTo>
                      <a:cubicBezTo>
                        <a:pt x="326" y="162"/>
                        <a:pt x="326" y="158"/>
                        <a:pt x="326" y="226"/>
                      </a:cubicBezTo>
                      <a:cubicBezTo>
                        <a:pt x="326" y="226"/>
                        <a:pt x="169" y="155"/>
                        <a:pt x="0" y="100"/>
                      </a:cubicBezTo>
                      <a:cubicBezTo>
                        <a:pt x="0" y="48"/>
                        <a:pt x="4" y="17"/>
                        <a:pt x="4" y="0"/>
                      </a:cubicBezTo>
                      <a:close/>
                    </a:path>
                  </a:pathLst>
                </a:custGeom>
                <a:gradFill rotWithShape="1">
                  <a:gsLst>
                    <a:gs pos="0">
                      <a:srgbClr val="292929"/>
                    </a:gs>
                    <a:gs pos="100000">
                      <a:srgbClr val="808080"/>
                    </a:gs>
                  </a:gsLst>
                  <a:lin ang="0" scaled="1"/>
                </a:gra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 marL="0" marR="0" lvl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ahoma" panose="020B0604030504040204" pitchFamily="34" charset="0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  <p:grpSp>
              <p:nvGrpSpPr>
                <p:cNvPr id="464" name="Group 138">
                  <a:extLst>
                    <a:ext uri="{FF2B5EF4-FFF2-40B4-BE49-F238E27FC236}">
                      <a16:creationId xmlns:a16="http://schemas.microsoft.com/office/drawing/2014/main" id="{5E633347-2A45-9548-B218-3565A9B3D215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4739" y="1327"/>
                  <a:ext cx="582" cy="139"/>
                  <a:chOff x="614" y="2568"/>
                  <a:chExt cx="725" cy="139"/>
                </a:xfrm>
              </p:grpSpPr>
              <p:sp>
                <p:nvSpPr>
                  <p:cNvPr id="476" name="AutoShape 139">
                    <a:extLst>
                      <a:ext uri="{FF2B5EF4-FFF2-40B4-BE49-F238E27FC236}">
                        <a16:creationId xmlns:a16="http://schemas.microsoft.com/office/drawing/2014/main" id="{0F545573-C3F3-7D4F-8E2E-057960582DC3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613" y="2568"/>
                    <a:ext cx="728" cy="141"/>
                  </a:xfrm>
                  <a:prstGeom prst="roundRect">
                    <a:avLst>
                      <a:gd name="adj" fmla="val 50000"/>
                    </a:avLst>
                  </a:prstGeom>
                  <a:solidFill>
                    <a:srgbClr val="000000"/>
                  </a:solidFill>
                  <a:ln>
                    <a:noFill/>
                  </a:ln>
                  <a:effectLst/>
                  <a:extLst>
                    <a:ext uri="{91240B29-F687-4f45-9708-019B960494DF}">
                      <a14:hiddenLine xmlns:a14="http://schemas.microsoft.com/office/drawing/2010/main" xmlns="" w="9525">
                        <a:solidFill>
                          <a:schemeClr val="tx1"/>
                        </a:solidFill>
                        <a:round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 xmlns="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pPr marL="0" marR="0" lvl="0" indent="0" algn="ctr" defTabSz="914400" rtl="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600" b="0" i="0" u="none" strike="noStrike" kern="0" cap="none" spc="0" normalizeH="0" baseline="0" noProof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Tahoma" charset="0"/>
                      <a:ea typeface="ＭＳ Ｐゴシック" charset="0"/>
                      <a:cs typeface="+mn-cs"/>
                    </a:endParaRPr>
                  </a:p>
                </p:txBody>
              </p:sp>
              <p:sp>
                <p:nvSpPr>
                  <p:cNvPr id="477" name="AutoShape 140">
                    <a:extLst>
                      <a:ext uri="{FF2B5EF4-FFF2-40B4-BE49-F238E27FC236}">
                        <a16:creationId xmlns:a16="http://schemas.microsoft.com/office/drawing/2014/main" id="{2B38E4F6-9B20-FE41-8688-9F827513A800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630" y="2582"/>
                    <a:ext cx="695" cy="111"/>
                  </a:xfrm>
                  <a:prstGeom prst="roundRect">
                    <a:avLst>
                      <a:gd name="adj" fmla="val 50000"/>
                    </a:avLst>
                  </a:prstGeom>
                  <a:gradFill rotWithShape="1">
                    <a:gsLst>
                      <a:gs pos="0">
                        <a:srgbClr val="0000FF"/>
                      </a:gs>
                      <a:gs pos="50000">
                        <a:srgbClr val="99CCFF"/>
                      </a:gs>
                      <a:gs pos="100000">
                        <a:srgbClr val="0000FF"/>
                      </a:gs>
                    </a:gsLst>
                    <a:lin ang="0" scaled="1"/>
                  </a:gradFill>
                  <a:ln>
                    <a:noFill/>
                  </a:ln>
                  <a:effectLst/>
                  <a:extLst>
                    <a:ext uri="{91240B29-F687-4f45-9708-019B960494DF}">
                      <a14:hiddenLine xmlns:a14="http://schemas.microsoft.com/office/drawing/2010/main" xmlns="" w="9525">
                        <a:solidFill>
                          <a:schemeClr val="tx1"/>
                        </a:solidFill>
                        <a:round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 xmlns="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pPr marL="0" marR="0" lvl="0" indent="0" algn="ctr" defTabSz="914400" rtl="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600" b="0" i="0" u="none" strike="noStrike" kern="0" cap="none" spc="0" normalizeH="0" baseline="0" noProof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Tahoma" charset="0"/>
                      <a:ea typeface="ＭＳ Ｐゴシック" charset="0"/>
                      <a:cs typeface="+mn-cs"/>
                    </a:endParaRPr>
                  </a:p>
                </p:txBody>
              </p:sp>
            </p:grpSp>
            <p:sp>
              <p:nvSpPr>
                <p:cNvPr id="465" name="Rectangle 141">
                  <a:extLst>
                    <a:ext uri="{FF2B5EF4-FFF2-40B4-BE49-F238E27FC236}">
                      <a16:creationId xmlns:a16="http://schemas.microsoft.com/office/drawing/2014/main" id="{0ADB7777-054A-3B42-99E1-AA3880CEBF49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49" y="429"/>
                  <a:ext cx="67" cy="2292"/>
                </a:xfrm>
                <a:prstGeom prst="rect">
                  <a:avLst/>
                </a:prstGeom>
                <a:gradFill rotWithShape="1">
                  <a:gsLst>
                    <a:gs pos="0">
                      <a:srgbClr val="333333"/>
                    </a:gs>
                    <a:gs pos="50000">
                      <a:srgbClr val="DDDDDD"/>
                    </a:gs>
                    <a:gs pos="100000">
                      <a:srgbClr val="333333"/>
                    </a:gs>
                  </a:gsLst>
                  <a:lin ang="0" scaled="1"/>
                </a:gradFill>
                <a:ln w="9525">
                  <a:solidFill>
                    <a:srgbClr val="000000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marL="0" marR="0" lvl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ahoma" charset="0"/>
                    <a:ea typeface="ＭＳ Ｐゴシック" charset="0"/>
                    <a:cs typeface="+mn-cs"/>
                  </a:endParaRPr>
                </a:p>
              </p:txBody>
            </p:sp>
            <p:sp>
              <p:nvSpPr>
                <p:cNvPr id="466" name="Freeform 142">
                  <a:extLst>
                    <a:ext uri="{FF2B5EF4-FFF2-40B4-BE49-F238E27FC236}">
                      <a16:creationId xmlns:a16="http://schemas.microsoft.com/office/drawing/2014/main" id="{851EFEA0-9F99-9D45-BDD9-05781330AA68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312" y="1007"/>
                  <a:ext cx="237" cy="213"/>
                </a:xfrm>
                <a:custGeom>
                  <a:avLst/>
                  <a:gdLst>
                    <a:gd name="T0" fmla="*/ 2 w 296"/>
                    <a:gd name="T1" fmla="*/ 0 h 256"/>
                    <a:gd name="T2" fmla="*/ 32 w 296"/>
                    <a:gd name="T3" fmla="*/ 22 h 256"/>
                    <a:gd name="T4" fmla="*/ 32 w 296"/>
                    <a:gd name="T5" fmla="*/ 41 h 256"/>
                    <a:gd name="T6" fmla="*/ 0 w 296"/>
                    <a:gd name="T7" fmla="*/ 15 h 256"/>
                    <a:gd name="T8" fmla="*/ 2 w 296"/>
                    <a:gd name="T9" fmla="*/ 0 h 256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0" t="0" r="r" b="b"/>
                  <a:pathLst>
                    <a:path w="296" h="256">
                      <a:moveTo>
                        <a:pt x="4" y="0"/>
                      </a:moveTo>
                      <a:cubicBezTo>
                        <a:pt x="55" y="10"/>
                        <a:pt x="144" y="68"/>
                        <a:pt x="292" y="144"/>
                      </a:cubicBezTo>
                      <a:cubicBezTo>
                        <a:pt x="290" y="178"/>
                        <a:pt x="296" y="188"/>
                        <a:pt x="296" y="256"/>
                      </a:cubicBezTo>
                      <a:cubicBezTo>
                        <a:pt x="296" y="256"/>
                        <a:pt x="160" y="176"/>
                        <a:pt x="0" y="100"/>
                      </a:cubicBezTo>
                      <a:cubicBezTo>
                        <a:pt x="0" y="48"/>
                        <a:pt x="4" y="17"/>
                        <a:pt x="4" y="0"/>
                      </a:cubicBezTo>
                      <a:close/>
                    </a:path>
                  </a:pathLst>
                </a:custGeom>
                <a:gradFill rotWithShape="1">
                  <a:gsLst>
                    <a:gs pos="0">
                      <a:srgbClr val="292929"/>
                    </a:gs>
                    <a:gs pos="100000">
                      <a:srgbClr val="808080"/>
                    </a:gs>
                  </a:gsLst>
                  <a:lin ang="0" scaled="1"/>
                </a:gra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 marL="0" marR="0" lvl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ahoma" panose="020B0604030504040204" pitchFamily="34" charset="0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  <p:sp>
              <p:nvSpPr>
                <p:cNvPr id="467" name="Freeform 143">
                  <a:extLst>
                    <a:ext uri="{FF2B5EF4-FFF2-40B4-BE49-F238E27FC236}">
                      <a16:creationId xmlns:a16="http://schemas.microsoft.com/office/drawing/2014/main" id="{D46DD2F0-137E-7246-8429-922D11398E36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315" y="680"/>
                  <a:ext cx="244" cy="240"/>
                </a:xfrm>
                <a:custGeom>
                  <a:avLst/>
                  <a:gdLst>
                    <a:gd name="T0" fmla="*/ 0 w 304"/>
                    <a:gd name="T1" fmla="*/ 0 h 288"/>
                    <a:gd name="T2" fmla="*/ 34 w 304"/>
                    <a:gd name="T3" fmla="*/ 27 h 288"/>
                    <a:gd name="T4" fmla="*/ 31 w 304"/>
                    <a:gd name="T5" fmla="*/ 48 h 288"/>
                    <a:gd name="T6" fmla="*/ 2 w 304"/>
                    <a:gd name="T7" fmla="*/ 20 h 288"/>
                    <a:gd name="T8" fmla="*/ 0 w 304"/>
                    <a:gd name="T9" fmla="*/ 0 h 288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0" t="0" r="r" b="b"/>
                  <a:pathLst>
                    <a:path w="304" h="288">
                      <a:moveTo>
                        <a:pt x="0" y="0"/>
                      </a:moveTo>
                      <a:cubicBezTo>
                        <a:pt x="51" y="10"/>
                        <a:pt x="148" y="76"/>
                        <a:pt x="304" y="164"/>
                      </a:cubicBezTo>
                      <a:cubicBezTo>
                        <a:pt x="302" y="198"/>
                        <a:pt x="284" y="220"/>
                        <a:pt x="284" y="288"/>
                      </a:cubicBezTo>
                      <a:cubicBezTo>
                        <a:pt x="284" y="288"/>
                        <a:pt x="163" y="179"/>
                        <a:pt x="8" y="124"/>
                      </a:cubicBezTo>
                      <a:cubicBezTo>
                        <a:pt x="8" y="72"/>
                        <a:pt x="0" y="17"/>
                        <a:pt x="0" y="0"/>
                      </a:cubicBezTo>
                      <a:close/>
                    </a:path>
                  </a:pathLst>
                </a:custGeom>
                <a:gradFill rotWithShape="1">
                  <a:gsLst>
                    <a:gs pos="0">
                      <a:srgbClr val="292929"/>
                    </a:gs>
                    <a:gs pos="100000">
                      <a:srgbClr val="808080"/>
                    </a:gs>
                  </a:gsLst>
                  <a:lin ang="0" scaled="1"/>
                </a:gra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 marL="0" marR="0" lvl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ahoma" panose="020B0604030504040204" pitchFamily="34" charset="0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  <p:sp>
              <p:nvSpPr>
                <p:cNvPr id="468" name="Oval 144">
                  <a:extLst>
                    <a:ext uri="{FF2B5EF4-FFF2-40B4-BE49-F238E27FC236}">
                      <a16:creationId xmlns:a16="http://schemas.microsoft.com/office/drawing/2014/main" id="{6D2FDB16-DD50-754D-B173-29B81535A1D0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518" y="2610"/>
                  <a:ext cx="47" cy="96"/>
                </a:xfrm>
                <a:prstGeom prst="ellipse">
                  <a:avLst/>
                </a:prstGeom>
                <a:solidFill>
                  <a:srgbClr val="333333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marL="0" marR="0" lvl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ahoma" charset="0"/>
                    <a:ea typeface="ＭＳ Ｐゴシック" charset="0"/>
                    <a:cs typeface="+mn-cs"/>
                  </a:endParaRPr>
                </a:p>
              </p:txBody>
            </p:sp>
            <p:sp>
              <p:nvSpPr>
                <p:cNvPr id="469" name="Freeform 145">
                  <a:extLst>
                    <a:ext uri="{FF2B5EF4-FFF2-40B4-BE49-F238E27FC236}">
                      <a16:creationId xmlns:a16="http://schemas.microsoft.com/office/drawing/2014/main" id="{7D62A206-5CA0-E947-82FC-8F081AA926B0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302" y="2614"/>
                  <a:ext cx="245" cy="200"/>
                </a:xfrm>
                <a:custGeom>
                  <a:avLst/>
                  <a:gdLst>
                    <a:gd name="T0" fmla="*/ 0 w 306"/>
                    <a:gd name="T1" fmla="*/ 18 h 240"/>
                    <a:gd name="T2" fmla="*/ 2 w 306"/>
                    <a:gd name="T3" fmla="*/ 40 h 240"/>
                    <a:gd name="T4" fmla="*/ 34 w 306"/>
                    <a:gd name="T5" fmla="*/ 18 h 240"/>
                    <a:gd name="T6" fmla="*/ 32 w 306"/>
                    <a:gd name="T7" fmla="*/ 0 h 240"/>
                    <a:gd name="T8" fmla="*/ 0 w 306"/>
                    <a:gd name="T9" fmla="*/ 18 h 240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0" t="0" r="r" b="b"/>
                  <a:pathLst>
                    <a:path w="306" h="240">
                      <a:moveTo>
                        <a:pt x="0" y="106"/>
                      </a:moveTo>
                      <a:lnTo>
                        <a:pt x="2" y="240"/>
                      </a:lnTo>
                      <a:lnTo>
                        <a:pt x="306" y="110"/>
                      </a:lnTo>
                      <a:lnTo>
                        <a:pt x="300" y="0"/>
                      </a:lnTo>
                      <a:lnTo>
                        <a:pt x="0" y="106"/>
                      </a:lnTo>
                      <a:close/>
                    </a:path>
                  </a:pathLst>
                </a:custGeom>
                <a:solidFill>
                  <a:srgbClr val="333333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 marL="0" marR="0" lvl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ahoma" panose="020B0604030504040204" pitchFamily="34" charset="0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  <p:sp>
              <p:nvSpPr>
                <p:cNvPr id="470" name="AutoShape 146">
                  <a:extLst>
                    <a:ext uri="{FF2B5EF4-FFF2-40B4-BE49-F238E27FC236}">
                      <a16:creationId xmlns:a16="http://schemas.microsoft.com/office/drawing/2014/main" id="{FD0F85B5-11E0-7445-9862-BC483A492BC8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140" y="2677"/>
                  <a:ext cx="1196" cy="148"/>
                </a:xfrm>
                <a:prstGeom prst="roundRect">
                  <a:avLst>
                    <a:gd name="adj" fmla="val 50000"/>
                  </a:avLst>
                </a:prstGeom>
                <a:solidFill>
                  <a:srgbClr val="DDDDDD"/>
                </a:solidFill>
                <a:ln w="9525">
                  <a:solidFill>
                    <a:srgbClr val="000000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marL="0" marR="0" lvl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ahoma" charset="0"/>
                    <a:ea typeface="ＭＳ Ｐゴシック" charset="0"/>
                    <a:cs typeface="+mn-cs"/>
                  </a:endParaRPr>
                </a:p>
              </p:txBody>
            </p:sp>
            <p:sp>
              <p:nvSpPr>
                <p:cNvPr id="471" name="AutoShape 147">
                  <a:extLst>
                    <a:ext uri="{FF2B5EF4-FFF2-40B4-BE49-F238E27FC236}">
                      <a16:creationId xmlns:a16="http://schemas.microsoft.com/office/drawing/2014/main" id="{67E0531B-2E65-AF43-9DB9-355885A8BFB3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207" y="2714"/>
                  <a:ext cx="1069" cy="82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000000"/>
                    </a:gs>
                    <a:gs pos="100000">
                      <a:srgbClr val="808080"/>
                    </a:gs>
                  </a:gsLst>
                  <a:lin ang="0" scaled="1"/>
                </a:gradFill>
                <a:ln w="9525">
                  <a:solidFill>
                    <a:srgbClr val="000000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marL="0" marR="0" lvl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ahoma" charset="0"/>
                    <a:ea typeface="ＭＳ Ｐゴシック" charset="0"/>
                    <a:cs typeface="+mn-cs"/>
                  </a:endParaRPr>
                </a:p>
              </p:txBody>
            </p:sp>
            <p:sp>
              <p:nvSpPr>
                <p:cNvPr id="472" name="Oval 148">
                  <a:extLst>
                    <a:ext uri="{FF2B5EF4-FFF2-40B4-BE49-F238E27FC236}">
                      <a16:creationId xmlns:a16="http://schemas.microsoft.com/office/drawing/2014/main" id="{64B5B35B-452E-FD4C-ACFF-7D475CD7D3D3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308" y="2380"/>
                  <a:ext cx="155" cy="148"/>
                </a:xfrm>
                <a:prstGeom prst="ellipse">
                  <a:avLst/>
                </a:prstGeom>
                <a:solidFill>
                  <a:srgbClr val="33CC33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marL="0" marR="0" lvl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ahoma" charset="0"/>
                    <a:ea typeface="ＭＳ Ｐゴシック" charset="0"/>
                    <a:cs typeface="+mn-cs"/>
                  </a:endParaRPr>
                </a:p>
              </p:txBody>
            </p:sp>
            <p:sp>
              <p:nvSpPr>
                <p:cNvPr id="473" name="Oval 149">
                  <a:extLst>
                    <a:ext uri="{FF2B5EF4-FFF2-40B4-BE49-F238E27FC236}">
                      <a16:creationId xmlns:a16="http://schemas.microsoft.com/office/drawing/2014/main" id="{A4534FEA-4A8B-8A42-8930-71A153E19C7E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483" y="2387"/>
                  <a:ext cx="161" cy="141"/>
                </a:xfrm>
                <a:prstGeom prst="ellipse">
                  <a:avLst/>
                </a:prstGeom>
                <a:solidFill>
                  <a:srgbClr val="FF0000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marL="0" marR="0" lvl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srgbClr val="FF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  <a:cs typeface="Arial" charset="0"/>
                  </a:endParaRPr>
                </a:p>
              </p:txBody>
            </p:sp>
            <p:sp>
              <p:nvSpPr>
                <p:cNvPr id="474" name="Oval 150">
                  <a:extLst>
                    <a:ext uri="{FF2B5EF4-FFF2-40B4-BE49-F238E27FC236}">
                      <a16:creationId xmlns:a16="http://schemas.microsoft.com/office/drawing/2014/main" id="{D6E50F70-5ED2-3344-A7D3-F9408B324055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664" y="2380"/>
                  <a:ext cx="155" cy="141"/>
                </a:xfrm>
                <a:prstGeom prst="ellipse">
                  <a:avLst/>
                </a:prstGeom>
                <a:solidFill>
                  <a:srgbClr val="33CC33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marL="0" marR="0" lvl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ahoma" charset="0"/>
                    <a:ea typeface="ＭＳ Ｐゴシック" charset="0"/>
                    <a:cs typeface="+mn-cs"/>
                  </a:endParaRPr>
                </a:p>
              </p:txBody>
            </p:sp>
            <p:sp>
              <p:nvSpPr>
                <p:cNvPr id="475" name="Rectangle 151">
                  <a:extLst>
                    <a:ext uri="{FF2B5EF4-FFF2-40B4-BE49-F238E27FC236}">
                      <a16:creationId xmlns:a16="http://schemas.microsoft.com/office/drawing/2014/main" id="{7B699B0E-7FA7-A24C-814D-12D1D823F816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061" y="1838"/>
                  <a:ext cx="87" cy="757"/>
                </a:xfrm>
                <a:prstGeom prst="rect">
                  <a:avLst/>
                </a:prstGeom>
                <a:solidFill>
                  <a:srgbClr val="292929"/>
                </a:solidFill>
                <a:ln w="9525">
                  <a:solidFill>
                    <a:srgbClr val="000000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marL="0" marR="0" lvl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ahoma" charset="0"/>
                    <a:ea typeface="ＭＳ Ｐゴシック" charset="0"/>
                    <a:cs typeface="+mn-cs"/>
                  </a:endParaRPr>
                </a:p>
              </p:txBody>
            </p:sp>
          </p:grpSp>
        </p:grpSp>
        <p:sp>
          <p:nvSpPr>
            <p:cNvPr id="428" name="Oval 159">
              <a:extLst>
                <a:ext uri="{FF2B5EF4-FFF2-40B4-BE49-F238E27FC236}">
                  <a16:creationId xmlns:a16="http://schemas.microsoft.com/office/drawing/2014/main" id="{8AE68307-4F03-0042-965E-5D84FCC3C3E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16094" y="3893738"/>
              <a:ext cx="90488" cy="88900"/>
            </a:xfrm>
            <a:prstGeom prst="ellipse">
              <a:avLst/>
            </a:prstGeom>
            <a:solidFill>
              <a:srgbClr val="CC0000"/>
            </a:solidFill>
            <a:ln w="9525">
              <a:solidFill>
                <a:srgbClr val="CC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429" name="Line 169">
              <a:extLst>
                <a:ext uri="{FF2B5EF4-FFF2-40B4-BE49-F238E27FC236}">
                  <a16:creationId xmlns:a16="http://schemas.microsoft.com/office/drawing/2014/main" id="{28EC4C67-0BE3-D54D-926D-9B81AED1C0D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511344" y="3966763"/>
              <a:ext cx="1479550" cy="315913"/>
            </a:xfrm>
            <a:prstGeom prst="line">
              <a:avLst/>
            </a:prstGeom>
            <a:noFill/>
            <a:ln w="28575">
              <a:solidFill>
                <a:srgbClr val="000099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430" name="Rectangle 170">
              <a:extLst>
                <a:ext uri="{FF2B5EF4-FFF2-40B4-BE49-F238E27FC236}">
                  <a16:creationId xmlns:a16="http://schemas.microsoft.com/office/drawing/2014/main" id="{B8AFD2C9-C151-F748-8B96-E389535E32B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28844" y="3952476"/>
              <a:ext cx="777875" cy="327025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431" name="Text Box 171">
              <a:extLst>
                <a:ext uri="{FF2B5EF4-FFF2-40B4-BE49-F238E27FC236}">
                  <a16:creationId xmlns:a16="http://schemas.microsoft.com/office/drawing/2014/main" id="{E48C6C06-1970-9949-B718-68B9AD5B435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689144" y="3919138"/>
              <a:ext cx="1092200" cy="3365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rPr>
                <a:t>data(x+1)</a:t>
              </a:r>
            </a:p>
          </p:txBody>
        </p:sp>
        <p:sp>
          <p:nvSpPr>
            <p:cNvPr id="432" name="Oval 172">
              <a:extLst>
                <a:ext uri="{FF2B5EF4-FFF2-40B4-BE49-F238E27FC236}">
                  <a16:creationId xmlns:a16="http://schemas.microsoft.com/office/drawing/2014/main" id="{C551802D-96E3-F942-A271-44B93EF7D61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960731" y="4250926"/>
              <a:ext cx="90488" cy="88900"/>
            </a:xfrm>
            <a:prstGeom prst="ellipse">
              <a:avLst/>
            </a:prstGeom>
            <a:solidFill>
              <a:srgbClr val="CC0000"/>
            </a:solidFill>
            <a:ln w="9525">
              <a:solidFill>
                <a:srgbClr val="CC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433" name="Text Box 173">
              <a:extLst>
                <a:ext uri="{FF2B5EF4-FFF2-40B4-BE49-F238E27FC236}">
                  <a16:creationId xmlns:a16="http://schemas.microsoft.com/office/drawing/2014/main" id="{D76C6664-0DFF-6847-8C91-9630B8CABF4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119481" y="4011213"/>
              <a:ext cx="1171575" cy="5080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85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rPr>
                <a:t>accept</a:t>
              </a:r>
            </a:p>
            <a:p>
              <a:pPr marL="0" marR="0" lvl="0" indent="0" algn="l" defTabSz="914400" rtl="0" eaLnBrk="0" fontAlgn="base" latinLnBrk="0" hangingPunct="0">
                <a:lnSpc>
                  <a:spcPct val="85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rPr>
                <a:t>data(x+1)</a:t>
              </a:r>
            </a:p>
          </p:txBody>
        </p:sp>
        <p:grpSp>
          <p:nvGrpSpPr>
            <p:cNvPr id="434" name="Group 433">
              <a:extLst>
                <a:ext uri="{FF2B5EF4-FFF2-40B4-BE49-F238E27FC236}">
                  <a16:creationId xmlns:a16="http://schemas.microsoft.com/office/drawing/2014/main" id="{7800DC3B-8637-C445-B46C-B1F234EAAAF7}"/>
                </a:ext>
              </a:extLst>
            </p:cNvPr>
            <p:cNvGrpSpPr/>
            <p:nvPr/>
          </p:nvGrpSpPr>
          <p:grpSpPr>
            <a:xfrm flipH="1">
              <a:off x="1449388" y="4279047"/>
              <a:ext cx="1539875" cy="390924"/>
              <a:chOff x="796245" y="5993547"/>
              <a:chExt cx="1539875" cy="390924"/>
            </a:xfrm>
          </p:grpSpPr>
          <p:sp>
            <p:nvSpPr>
              <p:cNvPr id="436" name="Line 169">
                <a:extLst>
                  <a:ext uri="{FF2B5EF4-FFF2-40B4-BE49-F238E27FC236}">
                    <a16:creationId xmlns:a16="http://schemas.microsoft.com/office/drawing/2014/main" id="{DF8AED72-CC03-D141-BF1D-CDBAD8CFF04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796245" y="6007834"/>
                <a:ext cx="1479550" cy="315913"/>
              </a:xfrm>
              <a:prstGeom prst="line">
                <a:avLst/>
              </a:prstGeom>
              <a:noFill/>
              <a:ln w="28575">
                <a:solidFill>
                  <a:srgbClr val="000099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endParaRPr>
              </a:p>
            </p:txBody>
          </p:sp>
          <p:sp>
            <p:nvSpPr>
              <p:cNvPr id="437" name="Rectangle 170">
                <a:extLst>
                  <a:ext uri="{FF2B5EF4-FFF2-40B4-BE49-F238E27FC236}">
                    <a16:creationId xmlns:a16="http://schemas.microsoft.com/office/drawing/2014/main" id="{629240BC-A74F-6E49-91FA-059AA1C9449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13745" y="5993547"/>
                <a:ext cx="859292" cy="390924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endParaRPr>
              </a:p>
            </p:txBody>
          </p:sp>
          <p:sp>
            <p:nvSpPr>
              <p:cNvPr id="438" name="Oval 172">
                <a:extLst>
                  <a:ext uri="{FF2B5EF4-FFF2-40B4-BE49-F238E27FC236}">
                    <a16:creationId xmlns:a16="http://schemas.microsoft.com/office/drawing/2014/main" id="{A155E5ED-674B-0544-A028-085A5AD95F1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245632" y="6291997"/>
                <a:ext cx="90488" cy="88900"/>
              </a:xfrm>
              <a:prstGeom prst="ellipse">
                <a:avLst/>
              </a:prstGeom>
              <a:solidFill>
                <a:srgbClr val="CC0000"/>
              </a:solidFill>
              <a:ln w="9525">
                <a:solidFill>
                  <a:srgbClr val="CC0000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0" cap="none" spc="0" normalizeH="0" baseline="0" noProof="0">
                  <a:ln>
                    <a:noFill/>
                  </a:ln>
                  <a:solidFill>
                    <a:srgbClr val="CC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endParaRPr>
              </a:p>
            </p:txBody>
          </p:sp>
        </p:grpSp>
        <p:sp>
          <p:nvSpPr>
            <p:cNvPr id="435" name="Text Box 171">
              <a:extLst>
                <a:ext uri="{FF2B5EF4-FFF2-40B4-BE49-F238E27FC236}">
                  <a16:creationId xmlns:a16="http://schemas.microsoft.com/office/drawing/2014/main" id="{F73380DB-6861-6B4E-B8D4-43FE3C78347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735694" y="4283529"/>
              <a:ext cx="1071127" cy="33855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rPr>
                <a:t>ACK(x+1)</a:t>
              </a:r>
            </a:p>
          </p:txBody>
        </p:sp>
      </p:grpSp>
      <p:grpSp>
        <p:nvGrpSpPr>
          <p:cNvPr id="9" name="Group 8">
            <a:extLst>
              <a:ext uri="{FF2B5EF4-FFF2-40B4-BE49-F238E27FC236}">
                <a16:creationId xmlns:a16="http://schemas.microsoft.com/office/drawing/2014/main" id="{A4CB8012-D87E-F547-97B0-03323A38506E}"/>
              </a:ext>
            </a:extLst>
          </p:cNvPr>
          <p:cNvGrpSpPr/>
          <p:nvPr/>
        </p:nvGrpSpPr>
        <p:grpSpPr>
          <a:xfrm>
            <a:off x="1273629" y="5146706"/>
            <a:ext cx="1773114" cy="1003723"/>
            <a:chOff x="1273629" y="5146706"/>
            <a:chExt cx="1773114" cy="1003723"/>
          </a:xfrm>
        </p:grpSpPr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BDFF0F55-D08F-1344-9B87-5BCA4686A75C}"/>
                </a:ext>
              </a:extLst>
            </p:cNvPr>
            <p:cNvSpPr txBox="1"/>
            <p:nvPr/>
          </p:nvSpPr>
          <p:spPr>
            <a:xfrm>
              <a:off x="1273629" y="5146706"/>
              <a:ext cx="1773114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No problem!</a:t>
              </a:r>
            </a:p>
          </p:txBody>
        </p:sp>
        <p:pic>
          <p:nvPicPr>
            <p:cNvPr id="6" name="Picture 5" descr="A picture containing drawing&#10;&#10;Description automatically generated">
              <a:extLst>
                <a:ext uri="{FF2B5EF4-FFF2-40B4-BE49-F238E27FC236}">
                  <a16:creationId xmlns:a16="http://schemas.microsoft.com/office/drawing/2014/main" id="{4F95E370-82E9-0D41-AB1B-B42B590C4566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812470" y="5524500"/>
              <a:ext cx="625929" cy="625929"/>
            </a:xfrm>
            <a:prstGeom prst="rect">
              <a:avLst/>
            </a:prstGeom>
          </p:spPr>
        </p:pic>
      </p:grpSp>
      <p:sp>
        <p:nvSpPr>
          <p:cNvPr id="73" name="Slide Number Placeholder 2">
            <a:extLst>
              <a:ext uri="{FF2B5EF4-FFF2-40B4-BE49-F238E27FC236}">
                <a16:creationId xmlns:a16="http://schemas.microsoft.com/office/drawing/2014/main" id="{26201937-A24A-454E-B97D-9D841DC2449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19616" y="6443089"/>
            <a:ext cx="2743200" cy="365125"/>
          </a:xfrm>
        </p:spPr>
        <p:txBody>
          <a:bodyPr/>
          <a:lstStyle/>
          <a:p>
            <a:r>
              <a:rPr lang="en-US" dirty="0"/>
              <a:t>Transport Layer: 3-</a:t>
            </a:r>
            <a:fld id="{C4204591-24BD-A542-B9D5-F8D8A88D2FEE}" type="slidenum">
              <a:rPr lang="en-US" smtClean="0"/>
              <a:pPr/>
              <a:t>11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15478469"/>
      </p:ext>
    </p:extLst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9" dur="500"/>
                                        <p:tgtEl>
                                          <p:spTgt spid="42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9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1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8CD900-19EC-824C-BF74-AADFBF5A17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8690" y="289325"/>
            <a:ext cx="11393310" cy="894622"/>
          </a:xfrm>
        </p:spPr>
        <p:txBody>
          <a:bodyPr>
            <a:normAutofit/>
          </a:bodyPr>
          <a:lstStyle/>
          <a:p>
            <a:r>
              <a:rPr lang="en-US" sz="4800" dirty="0"/>
              <a:t>2-way handshake scenarios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9CAAA66F-65EC-E34C-8D40-259E21717735}"/>
              </a:ext>
            </a:extLst>
          </p:cNvPr>
          <p:cNvGrpSpPr/>
          <p:nvPr/>
        </p:nvGrpSpPr>
        <p:grpSpPr>
          <a:xfrm>
            <a:off x="5262108" y="1983508"/>
            <a:ext cx="1530350" cy="4033838"/>
            <a:chOff x="5276623" y="2475192"/>
            <a:chExt cx="1530350" cy="4033838"/>
          </a:xfrm>
        </p:grpSpPr>
        <p:sp>
          <p:nvSpPr>
            <p:cNvPr id="279" name="Line 25">
              <a:extLst>
                <a:ext uri="{FF2B5EF4-FFF2-40B4-BE49-F238E27FC236}">
                  <a16:creationId xmlns:a16="http://schemas.microsoft.com/office/drawing/2014/main" id="{BC6653C1-9562-C643-B0CA-B2050012CB3F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5276623" y="2475192"/>
              <a:ext cx="1588" cy="2470150"/>
            </a:xfrm>
            <a:prstGeom prst="line">
              <a:avLst/>
            </a:prstGeom>
            <a:noFill/>
            <a:ln w="9525">
              <a:solidFill>
                <a:srgbClr val="777777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280" name="Line 39">
              <a:extLst>
                <a:ext uri="{FF2B5EF4-FFF2-40B4-BE49-F238E27FC236}">
                  <a16:creationId xmlns:a16="http://schemas.microsoft.com/office/drawing/2014/main" id="{315091FE-FBA3-1544-BB24-018D1D00254A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6805386" y="2548217"/>
              <a:ext cx="1587" cy="3960813"/>
            </a:xfrm>
            <a:prstGeom prst="line">
              <a:avLst/>
            </a:prstGeom>
            <a:noFill/>
            <a:ln w="9525">
              <a:solidFill>
                <a:srgbClr val="777777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</p:grpSp>
      <p:grpSp>
        <p:nvGrpSpPr>
          <p:cNvPr id="7" name="Group 6">
            <a:extLst>
              <a:ext uri="{FF2B5EF4-FFF2-40B4-BE49-F238E27FC236}">
                <a16:creationId xmlns:a16="http://schemas.microsoft.com/office/drawing/2014/main" id="{D58C52DC-C8FA-4944-8CC4-85815AC982E1}"/>
              </a:ext>
            </a:extLst>
          </p:cNvPr>
          <p:cNvGrpSpPr/>
          <p:nvPr/>
        </p:nvGrpSpPr>
        <p:grpSpPr>
          <a:xfrm>
            <a:off x="6768421" y="5356225"/>
            <a:ext cx="847724" cy="336550"/>
            <a:chOff x="11151735" y="5148718"/>
            <a:chExt cx="847724" cy="336550"/>
          </a:xfrm>
        </p:grpSpPr>
        <p:sp>
          <p:nvSpPr>
            <p:cNvPr id="284" name="Text Box 44">
              <a:extLst>
                <a:ext uri="{FF2B5EF4-FFF2-40B4-BE49-F238E27FC236}">
                  <a16:creationId xmlns:a16="http://schemas.microsoft.com/office/drawing/2014/main" id="{44C9896B-08D9-DD4F-A1D1-E6EE31E997B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1227935" y="5148718"/>
              <a:ext cx="771524" cy="3365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0" cap="none" spc="0" normalizeH="0" baseline="0" noProof="0" dirty="0">
                  <a:ln>
                    <a:noFill/>
                  </a:ln>
                  <a:solidFill>
                    <a:srgbClr val="CC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rPr>
                <a:t>ESTAB</a:t>
              </a:r>
            </a:p>
          </p:txBody>
        </p:sp>
        <p:sp>
          <p:nvSpPr>
            <p:cNvPr id="285" name="Oval 45">
              <a:extLst>
                <a:ext uri="{FF2B5EF4-FFF2-40B4-BE49-F238E27FC236}">
                  <a16:creationId xmlns:a16="http://schemas.microsoft.com/office/drawing/2014/main" id="{523A6BAB-2B5B-8B48-B14C-CD5B3206CAA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151735" y="5275718"/>
              <a:ext cx="90487" cy="88900"/>
            </a:xfrm>
            <a:prstGeom prst="ellipse">
              <a:avLst/>
            </a:prstGeom>
            <a:solidFill>
              <a:srgbClr val="CC0000"/>
            </a:solidFill>
            <a:ln w="9525">
              <a:solidFill>
                <a:srgbClr val="CC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</p:grpSp>
      <p:grpSp>
        <p:nvGrpSpPr>
          <p:cNvPr id="5" name="Group 4">
            <a:extLst>
              <a:ext uri="{FF2B5EF4-FFF2-40B4-BE49-F238E27FC236}">
                <a16:creationId xmlns:a16="http://schemas.microsoft.com/office/drawing/2014/main" id="{BF5066A4-7FFD-3447-A085-E135DC48118A}"/>
              </a:ext>
            </a:extLst>
          </p:cNvPr>
          <p:cNvGrpSpPr/>
          <p:nvPr/>
        </p:nvGrpSpPr>
        <p:grpSpPr>
          <a:xfrm>
            <a:off x="3998688" y="2674935"/>
            <a:ext cx="2841623" cy="2849565"/>
            <a:chOff x="8352974" y="2492829"/>
            <a:chExt cx="2841623" cy="2849565"/>
          </a:xfrm>
        </p:grpSpPr>
        <p:sp>
          <p:nvSpPr>
            <p:cNvPr id="282" name="Text Box 42">
              <a:extLst>
                <a:ext uri="{FF2B5EF4-FFF2-40B4-BE49-F238E27FC236}">
                  <a16:creationId xmlns:a16="http://schemas.microsoft.com/office/drawing/2014/main" id="{8B0E3738-2A2C-C540-B07D-16F35D1B746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352974" y="2492829"/>
              <a:ext cx="1273174" cy="75247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9pPr>
            </a:lstStyle>
            <a:p>
              <a:pPr marL="0" marR="0" lvl="0" indent="0" algn="r" defTabSz="914400" rtl="0" eaLnBrk="0" fontAlgn="base" latinLnBrk="0" hangingPunct="0">
                <a:lnSpc>
                  <a:spcPct val="85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rPr>
                <a:t>retransmit</a:t>
              </a:r>
            </a:p>
            <a:p>
              <a:pPr marL="0" marR="0" lvl="0" indent="0" algn="r" defTabSz="914400" rtl="0" eaLnBrk="0" fontAlgn="base" latinLnBrk="0" hangingPunct="0">
                <a:lnSpc>
                  <a:spcPct val="85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rPr>
                <a:t>req_conn(x)</a:t>
              </a:r>
            </a:p>
            <a:p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283" name="Freeform 43">
              <a:extLst>
                <a:ext uri="{FF2B5EF4-FFF2-40B4-BE49-F238E27FC236}">
                  <a16:creationId xmlns:a16="http://schemas.microsoft.com/office/drawing/2014/main" id="{528F5849-C9BA-364B-BBF1-086991584A75}"/>
                </a:ext>
              </a:extLst>
            </p:cNvPr>
            <p:cNvSpPr>
              <a:spLocks/>
            </p:cNvSpPr>
            <p:nvPr/>
          </p:nvSpPr>
          <p:spPr bwMode="auto">
            <a:xfrm>
              <a:off x="9667423" y="2783342"/>
              <a:ext cx="1527174" cy="2559052"/>
            </a:xfrm>
            <a:custGeom>
              <a:avLst/>
              <a:gdLst>
                <a:gd name="T0" fmla="*/ 0 w 962"/>
                <a:gd name="T1" fmla="*/ 0 h 1612"/>
                <a:gd name="T2" fmla="*/ 306 w 962"/>
                <a:gd name="T3" fmla="*/ 234 h 1612"/>
                <a:gd name="T4" fmla="*/ 467 w 962"/>
                <a:gd name="T5" fmla="*/ 1342 h 1612"/>
                <a:gd name="T6" fmla="*/ 962 w 962"/>
                <a:gd name="T7" fmla="*/ 1612 h 1612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962" h="1612">
                  <a:moveTo>
                    <a:pt x="0" y="0"/>
                  </a:moveTo>
                  <a:cubicBezTo>
                    <a:pt x="50" y="40"/>
                    <a:pt x="228" y="10"/>
                    <a:pt x="306" y="234"/>
                  </a:cubicBezTo>
                  <a:cubicBezTo>
                    <a:pt x="384" y="458"/>
                    <a:pt x="358" y="1112"/>
                    <a:pt x="467" y="1342"/>
                  </a:cubicBezTo>
                  <a:cubicBezTo>
                    <a:pt x="576" y="1572"/>
                    <a:pt x="779" y="1601"/>
                    <a:pt x="962" y="1612"/>
                  </a:cubicBezTo>
                </a:path>
              </a:pathLst>
            </a:custGeom>
            <a:noFill/>
            <a:ln w="28575" cap="flat" cmpd="sng">
              <a:solidFill>
                <a:srgbClr val="000099"/>
              </a:solidFill>
              <a:prstDash val="solid"/>
              <a:round/>
              <a:headEnd type="none" w="med" len="med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grpSp>
          <p:nvGrpSpPr>
            <p:cNvPr id="286" name="Group 46">
              <a:extLst>
                <a:ext uri="{FF2B5EF4-FFF2-40B4-BE49-F238E27FC236}">
                  <a16:creationId xmlns:a16="http://schemas.microsoft.com/office/drawing/2014/main" id="{3F65A0FD-93D7-FE4A-976F-9F9685E790A3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9764261" y="3386592"/>
              <a:ext cx="1273174" cy="336550"/>
              <a:chOff x="1065" y="2085"/>
              <a:chExt cx="802" cy="212"/>
            </a:xfrm>
          </p:grpSpPr>
          <p:sp>
            <p:nvSpPr>
              <p:cNvPr id="288" name="Rectangle 47">
                <a:extLst>
                  <a:ext uri="{FF2B5EF4-FFF2-40B4-BE49-F238E27FC236}">
                    <a16:creationId xmlns:a16="http://schemas.microsoft.com/office/drawing/2014/main" id="{528CC805-3663-4846-BF33-966C0CEBEFD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37" y="2123"/>
                <a:ext cx="675" cy="164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endParaRPr>
              </a:p>
            </p:txBody>
          </p:sp>
          <p:sp>
            <p:nvSpPr>
              <p:cNvPr id="289" name="Text Box 48">
                <a:extLst>
                  <a:ext uri="{FF2B5EF4-FFF2-40B4-BE49-F238E27FC236}">
                    <a16:creationId xmlns:a16="http://schemas.microsoft.com/office/drawing/2014/main" id="{37D76C29-568C-6D4B-A1D0-D37EBE61CD72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065" y="2085"/>
                <a:ext cx="802" cy="21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chemeClr val="bg1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1pPr>
                <a:lvl2pPr marL="742950" indent="-285750"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2pPr>
                <a:lvl3pPr marL="1143000" indent="-228600"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3pPr>
                <a:lvl4pPr marL="1600200" indent="-228600"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4pPr>
                <a:lvl5pPr marL="2057400" indent="-228600"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9pPr>
              </a:lstStyle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6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ahoma" charset="0"/>
                    <a:ea typeface="ＭＳ Ｐゴシック" charset="0"/>
                    <a:cs typeface="+mn-cs"/>
                  </a:rPr>
                  <a:t>req_conn(x)</a:t>
                </a:r>
              </a:p>
            </p:txBody>
          </p:sp>
        </p:grpSp>
      </p:grpSp>
      <p:grpSp>
        <p:nvGrpSpPr>
          <p:cNvPr id="290" name="Group 93">
            <a:extLst>
              <a:ext uri="{FF2B5EF4-FFF2-40B4-BE49-F238E27FC236}">
                <a16:creationId xmlns:a16="http://schemas.microsoft.com/office/drawing/2014/main" id="{86B69F27-A994-CA47-985C-04430FA1972B}"/>
              </a:ext>
            </a:extLst>
          </p:cNvPr>
          <p:cNvGrpSpPr>
            <a:grpSpLocks/>
          </p:cNvGrpSpPr>
          <p:nvPr/>
        </p:nvGrpSpPr>
        <p:grpSpPr bwMode="auto">
          <a:xfrm>
            <a:off x="4105048" y="4123231"/>
            <a:ext cx="3830638" cy="715962"/>
            <a:chOff x="406" y="2807"/>
            <a:chExt cx="2413" cy="451"/>
          </a:xfrm>
        </p:grpSpPr>
        <p:sp>
          <p:nvSpPr>
            <p:cNvPr id="291" name="Line 40">
              <a:extLst>
                <a:ext uri="{FF2B5EF4-FFF2-40B4-BE49-F238E27FC236}">
                  <a16:creationId xmlns:a16="http://schemas.microsoft.com/office/drawing/2014/main" id="{C5AE8131-69E2-444B-8BC2-5C71A372218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097" y="2964"/>
              <a:ext cx="1515" cy="0"/>
            </a:xfrm>
            <a:prstGeom prst="line">
              <a:avLst/>
            </a:prstGeom>
            <a:noFill/>
            <a:ln w="28575">
              <a:solidFill>
                <a:srgbClr val="CC0000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292" name="Text Box 83">
              <a:extLst>
                <a:ext uri="{FF2B5EF4-FFF2-40B4-BE49-F238E27FC236}">
                  <a16:creationId xmlns:a16="http://schemas.microsoft.com/office/drawing/2014/main" id="{8DBECFE4-76F0-AB4E-B789-A21C0EFCB61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06" y="2937"/>
              <a:ext cx="738" cy="32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9pPr>
            </a:lstStyle>
            <a:p>
              <a:pPr marL="0" marR="0" lvl="0" indent="0" algn="r" defTabSz="914400" rtl="0" eaLnBrk="0" fontAlgn="base" latinLnBrk="0" hangingPunct="0">
                <a:lnSpc>
                  <a:spcPct val="85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rPr>
                <a:t>client terminates</a:t>
              </a:r>
            </a:p>
          </p:txBody>
        </p:sp>
        <p:sp>
          <p:nvSpPr>
            <p:cNvPr id="293" name="Text Box 84">
              <a:extLst>
                <a:ext uri="{FF2B5EF4-FFF2-40B4-BE49-F238E27FC236}">
                  <a16:creationId xmlns:a16="http://schemas.microsoft.com/office/drawing/2014/main" id="{01770E8E-591E-3449-B45B-86CFA711617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081" y="2938"/>
              <a:ext cx="738" cy="32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85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rPr>
                <a:t>server</a:t>
              </a:r>
            </a:p>
            <a:p>
              <a:pPr marL="0" marR="0" lvl="0" indent="0" algn="l" defTabSz="914400" rtl="0" eaLnBrk="0" fontAlgn="base" latinLnBrk="0" hangingPunct="0">
                <a:lnSpc>
                  <a:spcPct val="85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rPr>
                <a:t>forgets x</a:t>
              </a:r>
            </a:p>
          </p:txBody>
        </p:sp>
        <p:sp>
          <p:nvSpPr>
            <p:cNvPr id="294" name="Text Box 85">
              <a:extLst>
                <a:ext uri="{FF2B5EF4-FFF2-40B4-BE49-F238E27FC236}">
                  <a16:creationId xmlns:a16="http://schemas.microsoft.com/office/drawing/2014/main" id="{6398E97B-6925-E144-A17A-19BDFF67AF2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269" y="2807"/>
              <a:ext cx="706" cy="3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rPr>
                <a:t>connection </a:t>
              </a:r>
            </a:p>
            <a:p>
              <a:pPr marL="0" marR="0" lvl="0" indent="0" algn="ctr" defTabSz="914400" rtl="0" eaLnBrk="0" fontAlgn="base" latinLnBrk="0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rPr>
                <a:t>x completes</a:t>
              </a:r>
            </a:p>
          </p:txBody>
        </p:sp>
      </p:grpSp>
      <p:grpSp>
        <p:nvGrpSpPr>
          <p:cNvPr id="12" name="Group 11">
            <a:extLst>
              <a:ext uri="{FF2B5EF4-FFF2-40B4-BE49-F238E27FC236}">
                <a16:creationId xmlns:a16="http://schemas.microsoft.com/office/drawing/2014/main" id="{09A60973-A80A-204A-B7D6-FB475901ED33}"/>
              </a:ext>
            </a:extLst>
          </p:cNvPr>
          <p:cNvGrpSpPr/>
          <p:nvPr/>
        </p:nvGrpSpPr>
        <p:grpSpPr>
          <a:xfrm>
            <a:off x="4222070" y="1980106"/>
            <a:ext cx="3389313" cy="1671637"/>
            <a:chOff x="7865155" y="1602735"/>
            <a:chExt cx="3389313" cy="1671637"/>
          </a:xfrm>
        </p:grpSpPr>
        <p:sp>
          <p:nvSpPr>
            <p:cNvPr id="308" name="Text Box 103">
              <a:extLst>
                <a:ext uri="{FF2B5EF4-FFF2-40B4-BE49-F238E27FC236}">
                  <a16:creationId xmlns:a16="http://schemas.microsoft.com/office/drawing/2014/main" id="{27DD0EE7-74A0-A142-919B-D9D3C93523C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865155" y="1602735"/>
              <a:ext cx="973138" cy="58102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9pPr>
            </a:lstStyle>
            <a:p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rPr>
                <a:t>choose x</a:t>
              </a:r>
            </a:p>
            <a:p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309" name="Line 104">
              <a:extLst>
                <a:ext uri="{FF2B5EF4-FFF2-40B4-BE49-F238E27FC236}">
                  <a16:creationId xmlns:a16="http://schemas.microsoft.com/office/drawing/2014/main" id="{1CA9B668-6F05-1A48-9C2A-8D882F798CE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936718" y="1797997"/>
              <a:ext cx="1479550" cy="315913"/>
            </a:xfrm>
            <a:prstGeom prst="line">
              <a:avLst/>
            </a:prstGeom>
            <a:noFill/>
            <a:ln w="28575">
              <a:solidFill>
                <a:srgbClr val="000099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310" name="Line 105">
              <a:extLst>
                <a:ext uri="{FF2B5EF4-FFF2-40B4-BE49-F238E27FC236}">
                  <a16:creationId xmlns:a16="http://schemas.microsoft.com/office/drawing/2014/main" id="{419290E8-9A2F-1349-8BDC-8DFEA6A57E20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8876393" y="2152010"/>
              <a:ext cx="1571625" cy="955675"/>
            </a:xfrm>
            <a:prstGeom prst="line">
              <a:avLst/>
            </a:prstGeom>
            <a:noFill/>
            <a:ln w="28575">
              <a:solidFill>
                <a:srgbClr val="000099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311" name="Rectangle 106">
              <a:extLst>
                <a:ext uri="{FF2B5EF4-FFF2-40B4-BE49-F238E27FC236}">
                  <a16:creationId xmlns:a16="http://schemas.microsoft.com/office/drawing/2014/main" id="{6E5822A0-BC34-8444-893D-1967BA1DAE4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254218" y="1783710"/>
              <a:ext cx="777875" cy="327025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312" name="Text Box 107">
              <a:extLst>
                <a:ext uri="{FF2B5EF4-FFF2-40B4-BE49-F238E27FC236}">
                  <a16:creationId xmlns:a16="http://schemas.microsoft.com/office/drawing/2014/main" id="{743E92F5-482D-6641-AF59-6202AD0ABFA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024030" y="1750372"/>
              <a:ext cx="1273175" cy="3365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rPr>
                <a:t>req_conn(x)</a:t>
              </a:r>
            </a:p>
          </p:txBody>
        </p:sp>
        <p:sp>
          <p:nvSpPr>
            <p:cNvPr id="313" name="Rectangle 108">
              <a:extLst>
                <a:ext uri="{FF2B5EF4-FFF2-40B4-BE49-F238E27FC236}">
                  <a16:creationId xmlns:a16="http://schemas.microsoft.com/office/drawing/2014/main" id="{0F092120-BA14-CA43-B320-651262EF626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432018" y="2207572"/>
              <a:ext cx="439738" cy="327025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314" name="Text Box 109">
              <a:extLst>
                <a:ext uri="{FF2B5EF4-FFF2-40B4-BE49-F238E27FC236}">
                  <a16:creationId xmlns:a16="http://schemas.microsoft.com/office/drawing/2014/main" id="{FE4B1615-8188-B146-9BEC-B285BF25D9D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0482943" y="2009135"/>
              <a:ext cx="771525" cy="3365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0" cap="none" spc="0" normalizeH="0" baseline="0" noProof="0">
                  <a:ln>
                    <a:noFill/>
                  </a:ln>
                  <a:solidFill>
                    <a:srgbClr val="CC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rPr>
                <a:t>ESTAB</a:t>
              </a:r>
            </a:p>
          </p:txBody>
        </p:sp>
        <p:sp>
          <p:nvSpPr>
            <p:cNvPr id="315" name="Text Box 110">
              <a:extLst>
                <a:ext uri="{FF2B5EF4-FFF2-40B4-BE49-F238E27FC236}">
                  <a16:creationId xmlns:a16="http://schemas.microsoft.com/office/drawing/2014/main" id="{8653D286-5C97-A747-BA85-93954395E4E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022318" y="2937822"/>
              <a:ext cx="771525" cy="3365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0" cap="none" spc="0" normalizeH="0" baseline="0" noProof="0">
                  <a:ln>
                    <a:noFill/>
                  </a:ln>
                  <a:solidFill>
                    <a:srgbClr val="CC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rPr>
                <a:t>ESTAB</a:t>
              </a:r>
            </a:p>
          </p:txBody>
        </p:sp>
        <p:sp>
          <p:nvSpPr>
            <p:cNvPr id="316" name="Oval 111">
              <a:extLst>
                <a:ext uri="{FF2B5EF4-FFF2-40B4-BE49-F238E27FC236}">
                  <a16:creationId xmlns:a16="http://schemas.microsoft.com/office/drawing/2014/main" id="{300C99E0-DB04-CE43-BF80-AA9266EE3E5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835118" y="3039422"/>
              <a:ext cx="90488" cy="88900"/>
            </a:xfrm>
            <a:prstGeom prst="ellipse">
              <a:avLst/>
            </a:prstGeom>
            <a:solidFill>
              <a:srgbClr val="CC0000"/>
            </a:solidFill>
            <a:ln w="9525">
              <a:solidFill>
                <a:srgbClr val="CC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317" name="Oval 112">
              <a:extLst>
                <a:ext uri="{FF2B5EF4-FFF2-40B4-BE49-F238E27FC236}">
                  <a16:creationId xmlns:a16="http://schemas.microsoft.com/office/drawing/2014/main" id="{55BCC378-2E90-C548-84E6-682C16C047D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374993" y="2126610"/>
              <a:ext cx="90488" cy="88900"/>
            </a:xfrm>
            <a:prstGeom prst="ellipse">
              <a:avLst/>
            </a:prstGeom>
            <a:solidFill>
              <a:srgbClr val="CC0000"/>
            </a:solidFill>
            <a:ln w="9525">
              <a:solidFill>
                <a:srgbClr val="CC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grpSp>
          <p:nvGrpSpPr>
            <p:cNvPr id="318" name="Group 113">
              <a:extLst>
                <a:ext uri="{FF2B5EF4-FFF2-40B4-BE49-F238E27FC236}">
                  <a16:creationId xmlns:a16="http://schemas.microsoft.com/office/drawing/2014/main" id="{204BAA52-89B1-794F-88E6-9C5622E551C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9124043" y="2345685"/>
              <a:ext cx="1274763" cy="336550"/>
              <a:chOff x="1065" y="2085"/>
              <a:chExt cx="803" cy="212"/>
            </a:xfrm>
          </p:grpSpPr>
          <p:sp>
            <p:nvSpPr>
              <p:cNvPr id="355" name="Rectangle 114">
                <a:extLst>
                  <a:ext uri="{FF2B5EF4-FFF2-40B4-BE49-F238E27FC236}">
                    <a16:creationId xmlns:a16="http://schemas.microsoft.com/office/drawing/2014/main" id="{C6D2B144-2FD8-974E-9CC8-AFFFEB74685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37" y="2123"/>
                <a:ext cx="675" cy="164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endParaRPr>
              </a:p>
            </p:txBody>
          </p:sp>
          <p:sp>
            <p:nvSpPr>
              <p:cNvPr id="356" name="Text Box 115">
                <a:extLst>
                  <a:ext uri="{FF2B5EF4-FFF2-40B4-BE49-F238E27FC236}">
                    <a16:creationId xmlns:a16="http://schemas.microsoft.com/office/drawing/2014/main" id="{96800BB5-6D1C-0B46-BD61-1B42671EE796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065" y="2085"/>
                <a:ext cx="803" cy="21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chemeClr val="bg1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1pPr>
                <a:lvl2pPr marL="742950" indent="-285750"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2pPr>
                <a:lvl3pPr marL="1143000" indent="-228600"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3pPr>
                <a:lvl4pPr marL="1600200" indent="-228600"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4pPr>
                <a:lvl5pPr marL="2057400" indent="-228600"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9pPr>
              </a:lstStyle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600" b="0" i="0" u="none" strike="noStrike" kern="0" cap="none" spc="0" normalizeH="0" baseline="0" noProof="0" dirty="0" err="1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ahoma" charset="0"/>
                    <a:ea typeface="ＭＳ Ｐゴシック" charset="0"/>
                    <a:cs typeface="+mn-cs"/>
                  </a:rPr>
                  <a:t>acc_conn</a:t>
                </a:r>
                <a:r>
                  <a: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ahoma" charset="0"/>
                    <a:ea typeface="ＭＳ Ｐゴシック" charset="0"/>
                    <a:cs typeface="+mn-cs"/>
                  </a:rPr>
                  <a:t>(x)</a:t>
                </a:r>
              </a:p>
            </p:txBody>
          </p:sp>
        </p:grpSp>
      </p:grpSp>
      <p:grpSp>
        <p:nvGrpSpPr>
          <p:cNvPr id="319" name="Group 116">
            <a:extLst>
              <a:ext uri="{FF2B5EF4-FFF2-40B4-BE49-F238E27FC236}">
                <a16:creationId xmlns:a16="http://schemas.microsoft.com/office/drawing/2014/main" id="{80C83854-C77F-BA47-9721-52914A496B51}"/>
              </a:ext>
            </a:extLst>
          </p:cNvPr>
          <p:cNvGrpSpPr>
            <a:grpSpLocks/>
          </p:cNvGrpSpPr>
          <p:nvPr/>
        </p:nvGrpSpPr>
        <p:grpSpPr bwMode="auto">
          <a:xfrm>
            <a:off x="4879295" y="1432418"/>
            <a:ext cx="620713" cy="487363"/>
            <a:chOff x="-44" y="1473"/>
            <a:chExt cx="981" cy="1105"/>
          </a:xfrm>
        </p:grpSpPr>
        <p:pic>
          <p:nvPicPr>
            <p:cNvPr id="353" name="Picture 117" descr="desktop_computer_stylized_medium">
              <a:extLst>
                <a:ext uri="{FF2B5EF4-FFF2-40B4-BE49-F238E27FC236}">
                  <a16:creationId xmlns:a16="http://schemas.microsoft.com/office/drawing/2014/main" id="{FE9AA7D5-5E43-A948-A974-AB4C6A0118FD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354" name="Freeform 118">
              <a:extLst>
                <a:ext uri="{FF2B5EF4-FFF2-40B4-BE49-F238E27FC236}">
                  <a16:creationId xmlns:a16="http://schemas.microsoft.com/office/drawing/2014/main" id="{E2235674-3CC8-FA49-8410-24EA9726B242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5595 w 356"/>
                <a:gd name="T3" fmla="*/ 341 h 368"/>
                <a:gd name="T4" fmla="*/ 6638 w 356"/>
                <a:gd name="T5" fmla="*/ 7113 h 368"/>
                <a:gd name="T6" fmla="*/ 1463 w 356"/>
                <a:gd name="T7" fmla="*/ 8895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 cmpd="sng">
                  <a:solidFill>
                    <a:schemeClr val="tx1"/>
                  </a:solidFill>
                  <a:prstDash val="solid"/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</p:grpSp>
      <p:grpSp>
        <p:nvGrpSpPr>
          <p:cNvPr id="320" name="Group 119">
            <a:extLst>
              <a:ext uri="{FF2B5EF4-FFF2-40B4-BE49-F238E27FC236}">
                <a16:creationId xmlns:a16="http://schemas.microsoft.com/office/drawing/2014/main" id="{20AAAB4F-DE43-4840-934B-1D6561325F75}"/>
              </a:ext>
            </a:extLst>
          </p:cNvPr>
          <p:cNvGrpSpPr>
            <a:grpSpLocks/>
          </p:cNvGrpSpPr>
          <p:nvPr/>
        </p:nvGrpSpPr>
        <p:grpSpPr bwMode="auto">
          <a:xfrm>
            <a:off x="6687458" y="1413368"/>
            <a:ext cx="336550" cy="512763"/>
            <a:chOff x="4140" y="429"/>
            <a:chExt cx="1425" cy="2396"/>
          </a:xfrm>
        </p:grpSpPr>
        <p:sp>
          <p:nvSpPr>
            <p:cNvPr id="321" name="Freeform 120">
              <a:extLst>
                <a:ext uri="{FF2B5EF4-FFF2-40B4-BE49-F238E27FC236}">
                  <a16:creationId xmlns:a16="http://schemas.microsoft.com/office/drawing/2014/main" id="{5DB74304-D404-914A-B276-40CA04FC1311}"/>
                </a:ext>
              </a:extLst>
            </p:cNvPr>
            <p:cNvSpPr>
              <a:spLocks/>
            </p:cNvSpPr>
            <p:nvPr/>
          </p:nvSpPr>
          <p:spPr bwMode="auto">
            <a:xfrm>
              <a:off x="5268" y="433"/>
              <a:ext cx="283" cy="2286"/>
            </a:xfrm>
            <a:custGeom>
              <a:avLst/>
              <a:gdLst>
                <a:gd name="T0" fmla="*/ 7 w 354"/>
                <a:gd name="T1" fmla="*/ 0 h 2742"/>
                <a:gd name="T2" fmla="*/ 38 w 354"/>
                <a:gd name="T3" fmla="*/ 55 h 2742"/>
                <a:gd name="T4" fmla="*/ 37 w 354"/>
                <a:gd name="T5" fmla="*/ 425 h 2742"/>
                <a:gd name="T6" fmla="*/ 0 w 354"/>
                <a:gd name="T7" fmla="*/ 445 h 2742"/>
                <a:gd name="T8" fmla="*/ 7 w 354"/>
                <a:gd name="T9" fmla="*/ 0 h 274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4" h="2742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 rotWithShape="1"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22" name="Rectangle 121">
              <a:extLst>
                <a:ext uri="{FF2B5EF4-FFF2-40B4-BE49-F238E27FC236}">
                  <a16:creationId xmlns:a16="http://schemas.microsoft.com/office/drawing/2014/main" id="{4478CCC0-71C5-0742-833B-39071606459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07" y="429"/>
              <a:ext cx="1049" cy="2285"/>
            </a:xfrm>
            <a:prstGeom prst="rect">
              <a:avLst/>
            </a:pr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323" name="Freeform 122">
              <a:extLst>
                <a:ext uri="{FF2B5EF4-FFF2-40B4-BE49-F238E27FC236}">
                  <a16:creationId xmlns:a16="http://schemas.microsoft.com/office/drawing/2014/main" id="{773F3087-0AEC-3244-AE9B-B906345E8CA0}"/>
                </a:ext>
              </a:extLst>
            </p:cNvPr>
            <p:cNvSpPr>
              <a:spLocks/>
            </p:cNvSpPr>
            <p:nvPr/>
          </p:nvSpPr>
          <p:spPr bwMode="auto">
            <a:xfrm>
              <a:off x="5321" y="570"/>
              <a:ext cx="169" cy="2115"/>
            </a:xfrm>
            <a:custGeom>
              <a:avLst/>
              <a:gdLst>
                <a:gd name="T0" fmla="*/ 2 w 211"/>
                <a:gd name="T1" fmla="*/ 0 h 2537"/>
                <a:gd name="T2" fmla="*/ 23 w 211"/>
                <a:gd name="T3" fmla="*/ 36 h 2537"/>
                <a:gd name="T4" fmla="*/ 2 w 211"/>
                <a:gd name="T5" fmla="*/ 405 h 2537"/>
                <a:gd name="T6" fmla="*/ 2 w 211"/>
                <a:gd name="T7" fmla="*/ 0 h 2537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11" h="2537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 rotWithShape="1"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24" name="Freeform 123">
              <a:extLst>
                <a:ext uri="{FF2B5EF4-FFF2-40B4-BE49-F238E27FC236}">
                  <a16:creationId xmlns:a16="http://schemas.microsoft.com/office/drawing/2014/main" id="{6D261F9A-FEF5-2C48-A572-F9AEEE61C84B}"/>
                </a:ext>
              </a:extLst>
            </p:cNvPr>
            <p:cNvSpPr>
              <a:spLocks/>
            </p:cNvSpPr>
            <p:nvPr/>
          </p:nvSpPr>
          <p:spPr bwMode="auto">
            <a:xfrm>
              <a:off x="5284" y="1640"/>
              <a:ext cx="263" cy="189"/>
            </a:xfrm>
            <a:custGeom>
              <a:avLst/>
              <a:gdLst>
                <a:gd name="T0" fmla="*/ 2 w 328"/>
                <a:gd name="T1" fmla="*/ 0 h 226"/>
                <a:gd name="T2" fmla="*/ 36 w 328"/>
                <a:gd name="T3" fmla="*/ 21 h 226"/>
                <a:gd name="T4" fmla="*/ 36 w 328"/>
                <a:gd name="T5" fmla="*/ 38 h 226"/>
                <a:gd name="T6" fmla="*/ 0 w 328"/>
                <a:gd name="T7" fmla="*/ 16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25" name="Rectangle 124">
              <a:extLst>
                <a:ext uri="{FF2B5EF4-FFF2-40B4-BE49-F238E27FC236}">
                  <a16:creationId xmlns:a16="http://schemas.microsoft.com/office/drawing/2014/main" id="{D7A88CB8-3019-0847-8D63-FB56841E848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14" y="696"/>
              <a:ext cx="592" cy="45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grpSp>
          <p:nvGrpSpPr>
            <p:cNvPr id="326" name="Group 125">
              <a:extLst>
                <a:ext uri="{FF2B5EF4-FFF2-40B4-BE49-F238E27FC236}">
                  <a16:creationId xmlns:a16="http://schemas.microsoft.com/office/drawing/2014/main" id="{92427F18-D9EB-5F4E-A265-DCBE0DDFDD70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49" y="668"/>
              <a:ext cx="581" cy="145"/>
              <a:chOff x="614" y="2568"/>
              <a:chExt cx="725" cy="139"/>
            </a:xfrm>
          </p:grpSpPr>
          <p:sp>
            <p:nvSpPr>
              <p:cNvPr id="351" name="AutoShape 126">
                <a:extLst>
                  <a:ext uri="{FF2B5EF4-FFF2-40B4-BE49-F238E27FC236}">
                    <a16:creationId xmlns:a16="http://schemas.microsoft.com/office/drawing/2014/main" id="{49297CCC-774B-1443-8147-999AEBDA5FE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7" y="2566"/>
                <a:ext cx="721" cy="142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endParaRPr>
              </a:p>
            </p:txBody>
          </p:sp>
          <p:sp>
            <p:nvSpPr>
              <p:cNvPr id="352" name="AutoShape 127">
                <a:extLst>
                  <a:ext uri="{FF2B5EF4-FFF2-40B4-BE49-F238E27FC236}">
                    <a16:creationId xmlns:a16="http://schemas.microsoft.com/office/drawing/2014/main" id="{99AA7B97-011A-844B-9C5E-49EF3FECA59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34" y="2581"/>
                <a:ext cx="688" cy="114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endParaRPr>
              </a:p>
            </p:txBody>
          </p:sp>
        </p:grpSp>
        <p:sp>
          <p:nvSpPr>
            <p:cNvPr id="327" name="Rectangle 128">
              <a:extLst>
                <a:ext uri="{FF2B5EF4-FFF2-40B4-BE49-F238E27FC236}">
                  <a16:creationId xmlns:a16="http://schemas.microsoft.com/office/drawing/2014/main" id="{0DE915D7-115F-0148-8246-F07CA43F2DF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21" y="1022"/>
              <a:ext cx="598" cy="45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grpSp>
          <p:nvGrpSpPr>
            <p:cNvPr id="328" name="Group 129">
              <a:extLst>
                <a:ext uri="{FF2B5EF4-FFF2-40B4-BE49-F238E27FC236}">
                  <a16:creationId xmlns:a16="http://schemas.microsoft.com/office/drawing/2014/main" id="{1168EC4F-26EA-454C-A186-35A18483C0EB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47" y="994"/>
              <a:ext cx="581" cy="134"/>
              <a:chOff x="614" y="2568"/>
              <a:chExt cx="725" cy="139"/>
            </a:xfrm>
          </p:grpSpPr>
          <p:sp>
            <p:nvSpPr>
              <p:cNvPr id="349" name="AutoShape 130">
                <a:extLst>
                  <a:ext uri="{FF2B5EF4-FFF2-40B4-BE49-F238E27FC236}">
                    <a16:creationId xmlns:a16="http://schemas.microsoft.com/office/drawing/2014/main" id="{30DEF7E1-5206-E14C-8F6E-C221B89557E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1" y="2567"/>
                <a:ext cx="730" cy="139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endParaRPr>
              </a:p>
            </p:txBody>
          </p:sp>
          <p:sp>
            <p:nvSpPr>
              <p:cNvPr id="350" name="AutoShape 131">
                <a:extLst>
                  <a:ext uri="{FF2B5EF4-FFF2-40B4-BE49-F238E27FC236}">
                    <a16:creationId xmlns:a16="http://schemas.microsoft.com/office/drawing/2014/main" id="{6DBD6BDF-F229-9945-8578-CEC44256CF6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8" y="2582"/>
                <a:ext cx="696" cy="108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endParaRPr>
              </a:p>
            </p:txBody>
          </p:sp>
        </p:grpSp>
        <p:sp>
          <p:nvSpPr>
            <p:cNvPr id="329" name="Rectangle 132">
              <a:extLst>
                <a:ext uri="{FF2B5EF4-FFF2-40B4-BE49-F238E27FC236}">
                  <a16:creationId xmlns:a16="http://schemas.microsoft.com/office/drawing/2014/main" id="{0A0EEFD7-8203-2740-ABF0-C767B83C1EB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14" y="1356"/>
              <a:ext cx="598" cy="45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330" name="Rectangle 133">
              <a:extLst>
                <a:ext uri="{FF2B5EF4-FFF2-40B4-BE49-F238E27FC236}">
                  <a16:creationId xmlns:a16="http://schemas.microsoft.com/office/drawing/2014/main" id="{9B3363E9-032E-DE45-B7D5-07B9FA6590E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27" y="1653"/>
              <a:ext cx="598" cy="52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grpSp>
          <p:nvGrpSpPr>
            <p:cNvPr id="331" name="Group 134">
              <a:extLst>
                <a:ext uri="{FF2B5EF4-FFF2-40B4-BE49-F238E27FC236}">
                  <a16:creationId xmlns:a16="http://schemas.microsoft.com/office/drawing/2014/main" id="{64432C7D-9E6A-6E4E-965D-954C702C6B6E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35" y="1627"/>
              <a:ext cx="582" cy="151"/>
              <a:chOff x="614" y="2568"/>
              <a:chExt cx="725" cy="139"/>
            </a:xfrm>
          </p:grpSpPr>
          <p:sp>
            <p:nvSpPr>
              <p:cNvPr id="347" name="AutoShape 135">
                <a:extLst>
                  <a:ext uri="{FF2B5EF4-FFF2-40B4-BE49-F238E27FC236}">
                    <a16:creationId xmlns:a16="http://schemas.microsoft.com/office/drawing/2014/main" id="{B32D344B-D91B-954B-BD35-1984E9213AA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8" y="2571"/>
                <a:ext cx="720" cy="137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endParaRPr>
              </a:p>
            </p:txBody>
          </p:sp>
          <p:sp>
            <p:nvSpPr>
              <p:cNvPr id="348" name="AutoShape 136">
                <a:extLst>
                  <a:ext uri="{FF2B5EF4-FFF2-40B4-BE49-F238E27FC236}">
                    <a16:creationId xmlns:a16="http://schemas.microsoft.com/office/drawing/2014/main" id="{47067A3E-2B26-F04B-A35D-FE7A4A41031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35" y="2585"/>
                <a:ext cx="687" cy="109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endParaRPr>
              </a:p>
            </p:txBody>
          </p:sp>
        </p:grpSp>
        <p:sp>
          <p:nvSpPr>
            <p:cNvPr id="332" name="Freeform 137">
              <a:extLst>
                <a:ext uri="{FF2B5EF4-FFF2-40B4-BE49-F238E27FC236}">
                  <a16:creationId xmlns:a16="http://schemas.microsoft.com/office/drawing/2014/main" id="{D7735CF1-1F30-4F47-AC44-432430394B3A}"/>
                </a:ext>
              </a:extLst>
            </p:cNvPr>
            <p:cNvSpPr>
              <a:spLocks/>
            </p:cNvSpPr>
            <p:nvPr/>
          </p:nvSpPr>
          <p:spPr bwMode="auto">
            <a:xfrm>
              <a:off x="5288" y="1354"/>
              <a:ext cx="263" cy="188"/>
            </a:xfrm>
            <a:custGeom>
              <a:avLst/>
              <a:gdLst>
                <a:gd name="T0" fmla="*/ 2 w 328"/>
                <a:gd name="T1" fmla="*/ 0 h 226"/>
                <a:gd name="T2" fmla="*/ 36 w 328"/>
                <a:gd name="T3" fmla="*/ 20 h 226"/>
                <a:gd name="T4" fmla="*/ 36 w 328"/>
                <a:gd name="T5" fmla="*/ 36 h 226"/>
                <a:gd name="T6" fmla="*/ 0 w 328"/>
                <a:gd name="T7" fmla="*/ 15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grpSp>
          <p:nvGrpSpPr>
            <p:cNvPr id="333" name="Group 138">
              <a:extLst>
                <a:ext uri="{FF2B5EF4-FFF2-40B4-BE49-F238E27FC236}">
                  <a16:creationId xmlns:a16="http://schemas.microsoft.com/office/drawing/2014/main" id="{FB78B141-B15E-674E-8F3F-8329CF49818C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39" y="1327"/>
              <a:ext cx="582" cy="139"/>
              <a:chOff x="614" y="2568"/>
              <a:chExt cx="725" cy="139"/>
            </a:xfrm>
          </p:grpSpPr>
          <p:sp>
            <p:nvSpPr>
              <p:cNvPr id="345" name="AutoShape 139">
                <a:extLst>
                  <a:ext uri="{FF2B5EF4-FFF2-40B4-BE49-F238E27FC236}">
                    <a16:creationId xmlns:a16="http://schemas.microsoft.com/office/drawing/2014/main" id="{2FE8954C-766A-0743-AFEA-BE850F02F6A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3" y="2568"/>
                <a:ext cx="728" cy="141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endParaRPr>
              </a:p>
            </p:txBody>
          </p:sp>
          <p:sp>
            <p:nvSpPr>
              <p:cNvPr id="346" name="AutoShape 140">
                <a:extLst>
                  <a:ext uri="{FF2B5EF4-FFF2-40B4-BE49-F238E27FC236}">
                    <a16:creationId xmlns:a16="http://schemas.microsoft.com/office/drawing/2014/main" id="{B0838D8D-F17D-6642-84C3-0A7A06DB11E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30" y="2582"/>
                <a:ext cx="695" cy="111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endParaRPr>
              </a:p>
            </p:txBody>
          </p:sp>
        </p:grpSp>
        <p:sp>
          <p:nvSpPr>
            <p:cNvPr id="334" name="Rectangle 141">
              <a:extLst>
                <a:ext uri="{FF2B5EF4-FFF2-40B4-BE49-F238E27FC236}">
                  <a16:creationId xmlns:a16="http://schemas.microsoft.com/office/drawing/2014/main" id="{201450E4-426D-034A-898C-EA0F1878F2B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49" y="429"/>
              <a:ext cx="67" cy="2292"/>
            </a:xfrm>
            <a:prstGeom prst="rect">
              <a:avLst/>
            </a:prstGeom>
            <a:gradFill rotWithShape="1"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335" name="Freeform 142">
              <a:extLst>
                <a:ext uri="{FF2B5EF4-FFF2-40B4-BE49-F238E27FC236}">
                  <a16:creationId xmlns:a16="http://schemas.microsoft.com/office/drawing/2014/main" id="{BEF832CC-F889-B740-96DA-EC8898E429EA}"/>
                </a:ext>
              </a:extLst>
            </p:cNvPr>
            <p:cNvSpPr>
              <a:spLocks/>
            </p:cNvSpPr>
            <p:nvPr/>
          </p:nvSpPr>
          <p:spPr bwMode="auto">
            <a:xfrm>
              <a:off x="5312" y="1007"/>
              <a:ext cx="237" cy="213"/>
            </a:xfrm>
            <a:custGeom>
              <a:avLst/>
              <a:gdLst>
                <a:gd name="T0" fmla="*/ 2 w 296"/>
                <a:gd name="T1" fmla="*/ 0 h 256"/>
                <a:gd name="T2" fmla="*/ 32 w 296"/>
                <a:gd name="T3" fmla="*/ 22 h 256"/>
                <a:gd name="T4" fmla="*/ 32 w 296"/>
                <a:gd name="T5" fmla="*/ 41 h 256"/>
                <a:gd name="T6" fmla="*/ 0 w 296"/>
                <a:gd name="T7" fmla="*/ 15 h 256"/>
                <a:gd name="T8" fmla="*/ 2 w 296"/>
                <a:gd name="T9" fmla="*/ 0 h 25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96" h="25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36" name="Freeform 143">
              <a:extLst>
                <a:ext uri="{FF2B5EF4-FFF2-40B4-BE49-F238E27FC236}">
                  <a16:creationId xmlns:a16="http://schemas.microsoft.com/office/drawing/2014/main" id="{62398C75-46A0-3745-982E-EFC495B47581}"/>
                </a:ext>
              </a:extLst>
            </p:cNvPr>
            <p:cNvSpPr>
              <a:spLocks/>
            </p:cNvSpPr>
            <p:nvPr/>
          </p:nvSpPr>
          <p:spPr bwMode="auto">
            <a:xfrm>
              <a:off x="5315" y="680"/>
              <a:ext cx="244" cy="240"/>
            </a:xfrm>
            <a:custGeom>
              <a:avLst/>
              <a:gdLst>
                <a:gd name="T0" fmla="*/ 0 w 304"/>
                <a:gd name="T1" fmla="*/ 0 h 288"/>
                <a:gd name="T2" fmla="*/ 34 w 304"/>
                <a:gd name="T3" fmla="*/ 27 h 288"/>
                <a:gd name="T4" fmla="*/ 31 w 304"/>
                <a:gd name="T5" fmla="*/ 48 h 288"/>
                <a:gd name="T6" fmla="*/ 2 w 304"/>
                <a:gd name="T7" fmla="*/ 20 h 288"/>
                <a:gd name="T8" fmla="*/ 0 w 304"/>
                <a:gd name="T9" fmla="*/ 0 h 28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04" h="288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37" name="Oval 144">
              <a:extLst>
                <a:ext uri="{FF2B5EF4-FFF2-40B4-BE49-F238E27FC236}">
                  <a16:creationId xmlns:a16="http://schemas.microsoft.com/office/drawing/2014/main" id="{352FBF24-62B2-6F49-AC68-A67E46BEF58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18" y="2610"/>
              <a:ext cx="47" cy="96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338" name="Freeform 145">
              <a:extLst>
                <a:ext uri="{FF2B5EF4-FFF2-40B4-BE49-F238E27FC236}">
                  <a16:creationId xmlns:a16="http://schemas.microsoft.com/office/drawing/2014/main" id="{689E20C5-4EA8-8A4D-86CB-905743CC96AF}"/>
                </a:ext>
              </a:extLst>
            </p:cNvPr>
            <p:cNvSpPr>
              <a:spLocks/>
            </p:cNvSpPr>
            <p:nvPr/>
          </p:nvSpPr>
          <p:spPr bwMode="auto">
            <a:xfrm>
              <a:off x="5302" y="2614"/>
              <a:ext cx="245" cy="200"/>
            </a:xfrm>
            <a:custGeom>
              <a:avLst/>
              <a:gdLst>
                <a:gd name="T0" fmla="*/ 0 w 306"/>
                <a:gd name="T1" fmla="*/ 18 h 240"/>
                <a:gd name="T2" fmla="*/ 2 w 306"/>
                <a:gd name="T3" fmla="*/ 40 h 240"/>
                <a:gd name="T4" fmla="*/ 34 w 306"/>
                <a:gd name="T5" fmla="*/ 18 h 240"/>
                <a:gd name="T6" fmla="*/ 32 w 306"/>
                <a:gd name="T7" fmla="*/ 0 h 240"/>
                <a:gd name="T8" fmla="*/ 0 w 306"/>
                <a:gd name="T9" fmla="*/ 18 h 24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06" h="240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39" name="AutoShape 146">
              <a:extLst>
                <a:ext uri="{FF2B5EF4-FFF2-40B4-BE49-F238E27FC236}">
                  <a16:creationId xmlns:a16="http://schemas.microsoft.com/office/drawing/2014/main" id="{EEA954D3-56B0-3541-93CF-131CC960367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40" y="2677"/>
              <a:ext cx="1196" cy="148"/>
            </a:xfrm>
            <a:prstGeom prst="roundRect">
              <a:avLst>
                <a:gd name="adj" fmla="val 50000"/>
              </a:avLst>
            </a:prstGeom>
            <a:solidFill>
              <a:srgbClr val="DDDDDD"/>
            </a:solidFill>
            <a:ln w="9525">
              <a:solidFill>
                <a:srgbClr val="00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340" name="AutoShape 147">
              <a:extLst>
                <a:ext uri="{FF2B5EF4-FFF2-40B4-BE49-F238E27FC236}">
                  <a16:creationId xmlns:a16="http://schemas.microsoft.com/office/drawing/2014/main" id="{D041028B-4F78-C84C-BFED-1142E17FC05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07" y="2714"/>
              <a:ext cx="1069" cy="82"/>
            </a:xfrm>
            <a:prstGeom prst="roundRect">
              <a:avLst>
                <a:gd name="adj" fmla="val 50000"/>
              </a:avLst>
            </a:prstGeom>
            <a:gradFill rotWithShape="1">
              <a:gsLst>
                <a:gs pos="0">
                  <a:srgbClr val="000000"/>
                </a:gs>
                <a:gs pos="100000">
                  <a:srgbClr val="808080"/>
                </a:gs>
              </a:gsLst>
              <a:lin ang="0" scaled="1"/>
            </a:gradFill>
            <a:ln w="9525">
              <a:solidFill>
                <a:srgbClr val="00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341" name="Oval 148">
              <a:extLst>
                <a:ext uri="{FF2B5EF4-FFF2-40B4-BE49-F238E27FC236}">
                  <a16:creationId xmlns:a16="http://schemas.microsoft.com/office/drawing/2014/main" id="{1DB124EA-65C6-2944-95EA-9CF5A05FD43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08" y="2380"/>
              <a:ext cx="155" cy="148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342" name="Oval 149">
              <a:extLst>
                <a:ext uri="{FF2B5EF4-FFF2-40B4-BE49-F238E27FC236}">
                  <a16:creationId xmlns:a16="http://schemas.microsoft.com/office/drawing/2014/main" id="{F9B231BC-3EE3-C645-A89F-95E350FAA4A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83" y="2387"/>
              <a:ext cx="161" cy="141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Arial" charset="0"/>
              </a:endParaRPr>
            </a:p>
          </p:txBody>
        </p:sp>
        <p:sp>
          <p:nvSpPr>
            <p:cNvPr id="343" name="Oval 150">
              <a:extLst>
                <a:ext uri="{FF2B5EF4-FFF2-40B4-BE49-F238E27FC236}">
                  <a16:creationId xmlns:a16="http://schemas.microsoft.com/office/drawing/2014/main" id="{01CC1925-74AE-594F-AD3D-173726AFBB1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64" y="2380"/>
              <a:ext cx="155" cy="141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344" name="Rectangle 151">
              <a:extLst>
                <a:ext uri="{FF2B5EF4-FFF2-40B4-BE49-F238E27FC236}">
                  <a16:creationId xmlns:a16="http://schemas.microsoft.com/office/drawing/2014/main" id="{92B6BE0B-71DF-9742-BE8C-BEF3D8A9EF2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61" y="1838"/>
              <a:ext cx="87" cy="757"/>
            </a:xfrm>
            <a:prstGeom prst="rect">
              <a:avLst/>
            </a:prstGeom>
            <a:solidFill>
              <a:srgbClr val="292929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</p:grpSp>
      <p:grpSp>
        <p:nvGrpSpPr>
          <p:cNvPr id="13" name="Group 12">
            <a:extLst>
              <a:ext uri="{FF2B5EF4-FFF2-40B4-BE49-F238E27FC236}">
                <a16:creationId xmlns:a16="http://schemas.microsoft.com/office/drawing/2014/main" id="{DE38AD7C-A8B1-2B4B-BE71-513FFA7EFB6C}"/>
              </a:ext>
            </a:extLst>
          </p:cNvPr>
          <p:cNvGrpSpPr/>
          <p:nvPr/>
        </p:nvGrpSpPr>
        <p:grpSpPr>
          <a:xfrm>
            <a:off x="4917394" y="5539014"/>
            <a:ext cx="1889805" cy="662028"/>
            <a:chOff x="9620023" y="2667000"/>
            <a:chExt cx="1889805" cy="662028"/>
          </a:xfrm>
        </p:grpSpPr>
        <p:sp>
          <p:nvSpPr>
            <p:cNvPr id="225" name="Line 105">
              <a:extLst>
                <a:ext uri="{FF2B5EF4-FFF2-40B4-BE49-F238E27FC236}">
                  <a16:creationId xmlns:a16="http://schemas.microsoft.com/office/drawing/2014/main" id="{6EE235BA-E9E9-3149-AB4E-BB5E5B9184E9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9620023" y="2667000"/>
              <a:ext cx="1889805" cy="662028"/>
            </a:xfrm>
            <a:prstGeom prst="line">
              <a:avLst/>
            </a:prstGeom>
            <a:noFill/>
            <a:ln w="28575">
              <a:solidFill>
                <a:srgbClr val="000099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228" name="Rectangle 108">
              <a:extLst>
                <a:ext uri="{FF2B5EF4-FFF2-40B4-BE49-F238E27FC236}">
                  <a16:creationId xmlns:a16="http://schemas.microsoft.com/office/drawing/2014/main" id="{34867620-5404-3840-9CB7-CC051B16076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132106" y="2824428"/>
              <a:ext cx="855208" cy="397743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grpSp>
          <p:nvGrpSpPr>
            <p:cNvPr id="233" name="Group 113">
              <a:extLst>
                <a:ext uri="{FF2B5EF4-FFF2-40B4-BE49-F238E27FC236}">
                  <a16:creationId xmlns:a16="http://schemas.microsoft.com/office/drawing/2014/main" id="{FF53EAD9-E51E-C047-8717-0A017ED29429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9998301" y="2802885"/>
              <a:ext cx="1274763" cy="336550"/>
              <a:chOff x="1065" y="2085"/>
              <a:chExt cx="803" cy="212"/>
            </a:xfrm>
          </p:grpSpPr>
          <p:sp>
            <p:nvSpPr>
              <p:cNvPr id="234" name="Rectangle 114">
                <a:extLst>
                  <a:ext uri="{FF2B5EF4-FFF2-40B4-BE49-F238E27FC236}">
                    <a16:creationId xmlns:a16="http://schemas.microsoft.com/office/drawing/2014/main" id="{49C5CA13-D3E8-AD41-9B46-F0CAA1288DC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37" y="2123"/>
                <a:ext cx="675" cy="164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endParaRPr>
              </a:p>
            </p:txBody>
          </p:sp>
          <p:sp>
            <p:nvSpPr>
              <p:cNvPr id="235" name="Text Box 115">
                <a:extLst>
                  <a:ext uri="{FF2B5EF4-FFF2-40B4-BE49-F238E27FC236}">
                    <a16:creationId xmlns:a16="http://schemas.microsoft.com/office/drawing/2014/main" id="{D4E6AFA2-674D-4C4B-889C-819675572F06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065" y="2085"/>
                <a:ext cx="803" cy="21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chemeClr val="bg1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1pPr>
                <a:lvl2pPr marL="742950" indent="-285750"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2pPr>
                <a:lvl3pPr marL="1143000" indent="-228600"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3pPr>
                <a:lvl4pPr marL="1600200" indent="-228600"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4pPr>
                <a:lvl5pPr marL="2057400" indent="-228600"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9pPr>
              </a:lstStyle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600" b="0" i="0" u="none" strike="noStrike" kern="0" cap="none" spc="0" normalizeH="0" baseline="0" noProof="0" dirty="0" err="1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ahoma" charset="0"/>
                    <a:ea typeface="ＭＳ Ｐゴシック" charset="0"/>
                    <a:cs typeface="+mn-cs"/>
                  </a:rPr>
                  <a:t>acc_conn</a:t>
                </a:r>
                <a:r>
                  <a: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ahoma" charset="0"/>
                    <a:ea typeface="ＭＳ Ｐゴシック" charset="0"/>
                    <a:cs typeface="+mn-cs"/>
                  </a:rPr>
                  <a:t>(x)</a:t>
                </a:r>
              </a:p>
            </p:txBody>
          </p:sp>
        </p:grpSp>
      </p:grpSp>
      <p:grpSp>
        <p:nvGrpSpPr>
          <p:cNvPr id="15" name="Group 14">
            <a:extLst>
              <a:ext uri="{FF2B5EF4-FFF2-40B4-BE49-F238E27FC236}">
                <a16:creationId xmlns:a16="http://schemas.microsoft.com/office/drawing/2014/main" id="{D5CE827D-884B-C243-811A-BA57B03C1272}"/>
              </a:ext>
            </a:extLst>
          </p:cNvPr>
          <p:cNvGrpSpPr/>
          <p:nvPr/>
        </p:nvGrpSpPr>
        <p:grpSpPr>
          <a:xfrm>
            <a:off x="4080329" y="5732236"/>
            <a:ext cx="4134756" cy="1082222"/>
            <a:chOff x="3673928" y="5775778"/>
            <a:chExt cx="4134756" cy="1082222"/>
          </a:xfrm>
        </p:grpSpPr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014466EA-38BF-AC46-AFFE-C98EDEE60F29}"/>
                </a:ext>
              </a:extLst>
            </p:cNvPr>
            <p:cNvSpPr/>
            <p:nvPr/>
          </p:nvSpPr>
          <p:spPr>
            <a:xfrm>
              <a:off x="4020455" y="5775778"/>
              <a:ext cx="3788229" cy="1082222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grpSp>
          <p:nvGrpSpPr>
            <p:cNvPr id="11" name="Group 10">
              <a:extLst>
                <a:ext uri="{FF2B5EF4-FFF2-40B4-BE49-F238E27FC236}">
                  <a16:creationId xmlns:a16="http://schemas.microsoft.com/office/drawing/2014/main" id="{0FEA675F-95EB-944F-978C-22DF4F8A54DC}"/>
                </a:ext>
              </a:extLst>
            </p:cNvPr>
            <p:cNvGrpSpPr/>
            <p:nvPr/>
          </p:nvGrpSpPr>
          <p:grpSpPr>
            <a:xfrm>
              <a:off x="3673928" y="5804239"/>
              <a:ext cx="3829958" cy="830263"/>
              <a:chOff x="4588327" y="5819777"/>
              <a:chExt cx="3829958" cy="830263"/>
            </a:xfrm>
            <a:noFill/>
          </p:grpSpPr>
          <p:sp>
            <p:nvSpPr>
              <p:cNvPr id="287" name="Text Box 49">
                <a:extLst>
                  <a:ext uri="{FF2B5EF4-FFF2-40B4-BE49-F238E27FC236}">
                    <a16:creationId xmlns:a16="http://schemas.microsoft.com/office/drawing/2014/main" id="{132D608A-D3A5-E54F-AEEE-E1F1B0718AC0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5202012" y="5819777"/>
                <a:ext cx="3216273" cy="830263"/>
              </a:xfrm>
              <a:prstGeom prst="rect">
                <a:avLst/>
              </a:prstGeom>
              <a:grpFill/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square">
                <a:spAutoFit/>
              </a:bodyPr>
              <a:lstStyle>
                <a:lvl1pPr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1pPr>
                <a:lvl2pPr marL="742950" indent="-285750"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2pPr>
                <a:lvl3pPr marL="1143000" indent="-228600"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3pPr>
                <a:lvl4pPr marL="1600200" indent="-228600"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4pPr>
                <a:lvl5pPr marL="2057400" indent="-228600"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24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/>
                    <a:ea typeface="ＭＳ Ｐゴシック" charset="0"/>
                    <a:cs typeface="+mn-cs"/>
                  </a:rPr>
                  <a:t>Problem: half open connection! (no client)</a:t>
                </a:r>
              </a:p>
            </p:txBody>
          </p:sp>
          <p:pic>
            <p:nvPicPr>
              <p:cNvPr id="8" name="Picture 7" descr="A picture containing drawing&#10;&#10;Description automatically generated">
                <a:extLst>
                  <a:ext uri="{FF2B5EF4-FFF2-40B4-BE49-F238E27FC236}">
                    <a16:creationId xmlns:a16="http://schemas.microsoft.com/office/drawing/2014/main" id="{5EAF06CF-36BA-E34A-83CF-1DFB966A851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4588327" y="5916386"/>
                <a:ext cx="636815" cy="636815"/>
              </a:xfrm>
              <a:prstGeom prst="rect">
                <a:avLst/>
              </a:prstGeom>
              <a:grpFill/>
            </p:spPr>
          </p:pic>
        </p:grpSp>
      </p:grpSp>
      <p:sp>
        <p:nvSpPr>
          <p:cNvPr id="81" name="Slide Number Placeholder 2">
            <a:extLst>
              <a:ext uri="{FF2B5EF4-FFF2-40B4-BE49-F238E27FC236}">
                <a16:creationId xmlns:a16="http://schemas.microsoft.com/office/drawing/2014/main" id="{C5180A9E-4EA2-5A45-B935-0F6B15CE622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19616" y="6443089"/>
            <a:ext cx="2743200" cy="365125"/>
          </a:xfrm>
        </p:spPr>
        <p:txBody>
          <a:bodyPr/>
          <a:lstStyle/>
          <a:p>
            <a:r>
              <a:rPr lang="en-US" dirty="0"/>
              <a:t>Transport Layer: 3-</a:t>
            </a:r>
            <a:fld id="{C4204591-24BD-A542-B9D5-F8D8A88D2FEE}" type="slidenum">
              <a:rPr lang="en-US" smtClean="0"/>
              <a:pPr/>
              <a:t>12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19693471"/>
      </p:ext>
    </p:extLst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2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2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8CD900-19EC-824C-BF74-AADFBF5A17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8690" y="289325"/>
            <a:ext cx="11393310" cy="894622"/>
          </a:xfrm>
        </p:spPr>
        <p:txBody>
          <a:bodyPr>
            <a:normAutofit/>
          </a:bodyPr>
          <a:lstStyle/>
          <a:p>
            <a:r>
              <a:rPr lang="en-US" sz="4800" dirty="0"/>
              <a:t>2-way handshake scenarios</a:t>
            </a:r>
          </a:p>
        </p:txBody>
      </p:sp>
      <p:grpSp>
        <p:nvGrpSpPr>
          <p:cNvPr id="357" name="Group 152">
            <a:extLst>
              <a:ext uri="{FF2B5EF4-FFF2-40B4-BE49-F238E27FC236}">
                <a16:creationId xmlns:a16="http://schemas.microsoft.com/office/drawing/2014/main" id="{9C2006BA-AA2D-8544-A70F-118097C53265}"/>
              </a:ext>
            </a:extLst>
          </p:cNvPr>
          <p:cNvGrpSpPr>
            <a:grpSpLocks/>
          </p:cNvGrpSpPr>
          <p:nvPr/>
        </p:nvGrpSpPr>
        <p:grpSpPr bwMode="auto">
          <a:xfrm>
            <a:off x="8173174" y="1342839"/>
            <a:ext cx="3933825" cy="4568825"/>
            <a:chOff x="3150" y="1107"/>
            <a:chExt cx="2478" cy="2878"/>
          </a:xfrm>
        </p:grpSpPr>
        <p:sp>
          <p:nvSpPr>
            <p:cNvPr id="358" name="Line 153">
              <a:extLst>
                <a:ext uri="{FF2B5EF4-FFF2-40B4-BE49-F238E27FC236}">
                  <a16:creationId xmlns:a16="http://schemas.microsoft.com/office/drawing/2014/main" id="{C056962F-C2E4-4D43-8591-63C2094689E9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822" y="1490"/>
              <a:ext cx="1" cy="2495"/>
            </a:xfrm>
            <a:prstGeom prst="line">
              <a:avLst/>
            </a:prstGeom>
            <a:noFill/>
            <a:ln w="9525">
              <a:solidFill>
                <a:srgbClr val="777777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359" name="Text Box 154">
              <a:extLst>
                <a:ext uri="{FF2B5EF4-FFF2-40B4-BE49-F238E27FC236}">
                  <a16:creationId xmlns:a16="http://schemas.microsoft.com/office/drawing/2014/main" id="{CDA652F2-819F-6848-A5C9-8D9B66F9680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150" y="2983"/>
              <a:ext cx="738" cy="32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9pPr>
            </a:lstStyle>
            <a:p>
              <a:pPr marL="0" marR="0" lvl="0" indent="0" algn="r" defTabSz="914400" rtl="0" eaLnBrk="0" fontAlgn="base" latinLnBrk="0" hangingPunct="0">
                <a:lnSpc>
                  <a:spcPct val="85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rPr>
                <a:t>client terminates</a:t>
              </a:r>
            </a:p>
          </p:txBody>
        </p:sp>
        <p:sp>
          <p:nvSpPr>
            <p:cNvPr id="360" name="Line 155">
              <a:extLst>
                <a:ext uri="{FF2B5EF4-FFF2-40B4-BE49-F238E27FC236}">
                  <a16:creationId xmlns:a16="http://schemas.microsoft.com/office/drawing/2014/main" id="{666153C5-2212-0042-ABC5-919CF540FFF1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845" y="1451"/>
              <a:ext cx="15" cy="1549"/>
            </a:xfrm>
            <a:prstGeom prst="line">
              <a:avLst/>
            </a:prstGeom>
            <a:noFill/>
            <a:ln w="9525">
              <a:solidFill>
                <a:srgbClr val="777777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361" name="Line 156">
              <a:extLst>
                <a:ext uri="{FF2B5EF4-FFF2-40B4-BE49-F238E27FC236}">
                  <a16:creationId xmlns:a16="http://schemas.microsoft.com/office/drawing/2014/main" id="{16ACB45E-8A1D-F74A-9C70-18C251DD28E3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850" y="1726"/>
              <a:ext cx="990" cy="602"/>
            </a:xfrm>
            <a:prstGeom prst="line">
              <a:avLst/>
            </a:prstGeom>
            <a:noFill/>
            <a:ln w="28575">
              <a:solidFill>
                <a:srgbClr val="000099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362" name="Rectangle 157">
              <a:extLst>
                <a:ext uri="{FF2B5EF4-FFF2-40B4-BE49-F238E27FC236}">
                  <a16:creationId xmlns:a16="http://schemas.microsoft.com/office/drawing/2014/main" id="{7479C1A9-07F7-CD4C-A137-D663CAEFD43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00" y="1761"/>
              <a:ext cx="277" cy="20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363" name="Text Box 158">
              <a:extLst>
                <a:ext uri="{FF2B5EF4-FFF2-40B4-BE49-F238E27FC236}">
                  <a16:creationId xmlns:a16="http://schemas.microsoft.com/office/drawing/2014/main" id="{07E98DEC-15BD-8E44-8C66-72860ACC567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312" y="2221"/>
              <a:ext cx="486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0" cap="none" spc="0" normalizeH="0" baseline="0" noProof="0">
                  <a:ln>
                    <a:noFill/>
                  </a:ln>
                  <a:solidFill>
                    <a:srgbClr val="CC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rPr>
                <a:t>ESTAB</a:t>
              </a:r>
            </a:p>
          </p:txBody>
        </p:sp>
        <p:sp>
          <p:nvSpPr>
            <p:cNvPr id="364" name="Oval 159">
              <a:extLst>
                <a:ext uri="{FF2B5EF4-FFF2-40B4-BE49-F238E27FC236}">
                  <a16:creationId xmlns:a16="http://schemas.microsoft.com/office/drawing/2014/main" id="{C387CC00-D294-7442-8EAF-0E479239243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17" y="2299"/>
              <a:ext cx="57" cy="56"/>
            </a:xfrm>
            <a:prstGeom prst="ellipse">
              <a:avLst/>
            </a:prstGeom>
            <a:solidFill>
              <a:srgbClr val="CC0000"/>
            </a:solidFill>
            <a:ln w="9525">
              <a:solidFill>
                <a:srgbClr val="CC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365" name="Text Box 160">
              <a:extLst>
                <a:ext uri="{FF2B5EF4-FFF2-40B4-BE49-F238E27FC236}">
                  <a16:creationId xmlns:a16="http://schemas.microsoft.com/office/drawing/2014/main" id="{A3029202-6E45-6F46-B68F-696E31F6385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213" y="1380"/>
              <a:ext cx="613" cy="36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9pPr>
            </a:lstStyle>
            <a:p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rPr>
                <a:t>choose x</a:t>
              </a:r>
            </a:p>
            <a:p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366" name="Line 161">
              <a:extLst>
                <a:ext uri="{FF2B5EF4-FFF2-40B4-BE49-F238E27FC236}">
                  <a16:creationId xmlns:a16="http://schemas.microsoft.com/office/drawing/2014/main" id="{0FC46209-BD0B-0445-AF05-C8310A8E862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888" y="1503"/>
              <a:ext cx="932" cy="199"/>
            </a:xfrm>
            <a:prstGeom prst="line">
              <a:avLst/>
            </a:prstGeom>
            <a:noFill/>
            <a:ln w="28575">
              <a:solidFill>
                <a:srgbClr val="000099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367" name="Rectangle 162">
              <a:extLst>
                <a:ext uri="{FF2B5EF4-FFF2-40B4-BE49-F238E27FC236}">
                  <a16:creationId xmlns:a16="http://schemas.microsoft.com/office/drawing/2014/main" id="{636932A4-EF38-E141-9BEF-C806F12D9AB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88" y="1494"/>
              <a:ext cx="490" cy="20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368" name="Text Box 163">
              <a:extLst>
                <a:ext uri="{FF2B5EF4-FFF2-40B4-BE49-F238E27FC236}">
                  <a16:creationId xmlns:a16="http://schemas.microsoft.com/office/drawing/2014/main" id="{09C7E230-4405-9E40-BEB3-C33FFEF6366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943" y="1473"/>
              <a:ext cx="802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rPr>
                <a:t>req_conn(x)</a:t>
              </a:r>
            </a:p>
          </p:txBody>
        </p:sp>
        <p:sp>
          <p:nvSpPr>
            <p:cNvPr id="369" name="Text Box 164">
              <a:extLst>
                <a:ext uri="{FF2B5EF4-FFF2-40B4-BE49-F238E27FC236}">
                  <a16:creationId xmlns:a16="http://schemas.microsoft.com/office/drawing/2014/main" id="{8AEE0E4A-F8B4-9A4D-85F5-6FF0942C65C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862" y="1636"/>
              <a:ext cx="486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0" cap="none" spc="0" normalizeH="0" baseline="0" noProof="0">
                  <a:ln>
                    <a:noFill/>
                  </a:ln>
                  <a:solidFill>
                    <a:srgbClr val="CC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rPr>
                <a:t>ESTAB</a:t>
              </a:r>
            </a:p>
          </p:txBody>
        </p:sp>
        <p:sp>
          <p:nvSpPr>
            <p:cNvPr id="370" name="Oval 165">
              <a:extLst>
                <a:ext uri="{FF2B5EF4-FFF2-40B4-BE49-F238E27FC236}">
                  <a16:creationId xmlns:a16="http://schemas.microsoft.com/office/drawing/2014/main" id="{837C2516-1B6F-784E-B717-4861DCB88C9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94" y="1710"/>
              <a:ext cx="57" cy="56"/>
            </a:xfrm>
            <a:prstGeom prst="ellipse">
              <a:avLst/>
            </a:prstGeom>
            <a:solidFill>
              <a:srgbClr val="CC0000"/>
            </a:solidFill>
            <a:ln w="9525">
              <a:solidFill>
                <a:srgbClr val="CC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grpSp>
          <p:nvGrpSpPr>
            <p:cNvPr id="371" name="Group 166">
              <a:extLst>
                <a:ext uri="{FF2B5EF4-FFF2-40B4-BE49-F238E27FC236}">
                  <a16:creationId xmlns:a16="http://schemas.microsoft.com/office/drawing/2014/main" id="{A1A4C995-57EF-2B44-9A2B-4B574A973474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006" y="1848"/>
              <a:ext cx="803" cy="212"/>
              <a:chOff x="1065" y="2085"/>
              <a:chExt cx="803" cy="212"/>
            </a:xfrm>
          </p:grpSpPr>
          <p:sp>
            <p:nvSpPr>
              <p:cNvPr id="417" name="Rectangle 167">
                <a:extLst>
                  <a:ext uri="{FF2B5EF4-FFF2-40B4-BE49-F238E27FC236}">
                    <a16:creationId xmlns:a16="http://schemas.microsoft.com/office/drawing/2014/main" id="{5B3B9AC0-C168-2542-9619-9FFE0FFD6E7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37" y="2123"/>
                <a:ext cx="675" cy="164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endParaRPr>
              </a:p>
            </p:txBody>
          </p:sp>
          <p:sp>
            <p:nvSpPr>
              <p:cNvPr id="418" name="Text Box 168">
                <a:extLst>
                  <a:ext uri="{FF2B5EF4-FFF2-40B4-BE49-F238E27FC236}">
                    <a16:creationId xmlns:a16="http://schemas.microsoft.com/office/drawing/2014/main" id="{FAF5722C-69B4-6B44-95D4-000562ACFDF9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065" y="2085"/>
                <a:ext cx="803" cy="21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chemeClr val="bg1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1pPr>
                <a:lvl2pPr marL="742950" indent="-285750"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2pPr>
                <a:lvl3pPr marL="1143000" indent="-228600"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3pPr>
                <a:lvl4pPr marL="1600200" indent="-228600"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4pPr>
                <a:lvl5pPr marL="2057400" indent="-228600"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9pPr>
              </a:lstStyle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6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ahoma" charset="0"/>
                    <a:ea typeface="ＭＳ Ｐゴシック" charset="0"/>
                    <a:cs typeface="+mn-cs"/>
                  </a:rPr>
                  <a:t>acc_conn(x)</a:t>
                </a:r>
              </a:p>
            </p:txBody>
          </p:sp>
        </p:grpSp>
        <p:sp>
          <p:nvSpPr>
            <p:cNvPr id="372" name="Line 169">
              <a:extLst>
                <a:ext uri="{FF2B5EF4-FFF2-40B4-BE49-F238E27FC236}">
                  <a16:creationId xmlns:a16="http://schemas.microsoft.com/office/drawing/2014/main" id="{73E51126-71B9-DA4D-B01B-7072D4E22BD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877" y="2345"/>
              <a:ext cx="932" cy="199"/>
            </a:xfrm>
            <a:prstGeom prst="line">
              <a:avLst/>
            </a:prstGeom>
            <a:noFill/>
            <a:ln w="28575">
              <a:solidFill>
                <a:srgbClr val="000099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373" name="Rectangle 170">
              <a:extLst>
                <a:ext uri="{FF2B5EF4-FFF2-40B4-BE49-F238E27FC236}">
                  <a16:creationId xmlns:a16="http://schemas.microsoft.com/office/drawing/2014/main" id="{8B70B875-EE96-E044-B8D9-41CF1BBB693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77" y="2336"/>
              <a:ext cx="490" cy="20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374" name="Text Box 171">
              <a:extLst>
                <a:ext uri="{FF2B5EF4-FFF2-40B4-BE49-F238E27FC236}">
                  <a16:creationId xmlns:a16="http://schemas.microsoft.com/office/drawing/2014/main" id="{069C4711-758D-CF4A-A407-6F22C98DCF7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989" y="2315"/>
              <a:ext cx="688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rPr>
                <a:t>data(x+1)</a:t>
              </a:r>
            </a:p>
          </p:txBody>
        </p:sp>
        <p:sp>
          <p:nvSpPr>
            <p:cNvPr id="375" name="Oval 172">
              <a:extLst>
                <a:ext uri="{FF2B5EF4-FFF2-40B4-BE49-F238E27FC236}">
                  <a16:creationId xmlns:a16="http://schemas.microsoft.com/office/drawing/2014/main" id="{B63CF324-44AD-D941-BFE9-6823A7212A4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90" y="2524"/>
              <a:ext cx="57" cy="56"/>
            </a:xfrm>
            <a:prstGeom prst="ellipse">
              <a:avLst/>
            </a:prstGeom>
            <a:solidFill>
              <a:srgbClr val="CC0000"/>
            </a:solidFill>
            <a:ln w="9525">
              <a:solidFill>
                <a:srgbClr val="CC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376" name="Text Box 173">
              <a:extLst>
                <a:ext uri="{FF2B5EF4-FFF2-40B4-BE49-F238E27FC236}">
                  <a16:creationId xmlns:a16="http://schemas.microsoft.com/office/drawing/2014/main" id="{21C7DDF1-6000-FA4F-8259-FD106EBA0F6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890" y="2373"/>
              <a:ext cx="738" cy="32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85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rPr>
                <a:t>accept</a:t>
              </a:r>
            </a:p>
            <a:p>
              <a:pPr marL="0" marR="0" lvl="0" indent="0" algn="l" defTabSz="914400" rtl="0" eaLnBrk="0" fontAlgn="base" latinLnBrk="0" hangingPunct="0">
                <a:lnSpc>
                  <a:spcPct val="85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rPr>
                <a:t>data(x+1)</a:t>
              </a:r>
            </a:p>
          </p:txBody>
        </p:sp>
        <p:grpSp>
          <p:nvGrpSpPr>
            <p:cNvPr id="377" name="Group 174">
              <a:extLst>
                <a:ext uri="{FF2B5EF4-FFF2-40B4-BE49-F238E27FC236}">
                  <a16:creationId xmlns:a16="http://schemas.microsoft.com/office/drawing/2014/main" id="{67E235CF-E2F0-4A4C-B6BE-CB6AC0D0B6B1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826" y="2803"/>
              <a:ext cx="1515" cy="300"/>
              <a:chOff x="3818" y="2796"/>
              <a:chExt cx="1515" cy="300"/>
            </a:xfrm>
          </p:grpSpPr>
          <p:sp>
            <p:nvSpPr>
              <p:cNvPr id="415" name="Line 175">
                <a:extLst>
                  <a:ext uri="{FF2B5EF4-FFF2-40B4-BE49-F238E27FC236}">
                    <a16:creationId xmlns:a16="http://schemas.microsoft.com/office/drawing/2014/main" id="{BC5ADDF2-7CBC-484B-8D57-A55A75E1FA1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818" y="2951"/>
                <a:ext cx="1515" cy="0"/>
              </a:xfrm>
              <a:prstGeom prst="line">
                <a:avLst/>
              </a:prstGeom>
              <a:noFill/>
              <a:ln w="28575">
                <a:solidFill>
                  <a:srgbClr val="CC0000"/>
                </a:solidFill>
                <a:prstDash val="dash"/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endParaRPr>
              </a:p>
            </p:txBody>
          </p:sp>
          <p:sp>
            <p:nvSpPr>
              <p:cNvPr id="416" name="Text Box 176">
                <a:extLst>
                  <a:ext uri="{FF2B5EF4-FFF2-40B4-BE49-F238E27FC236}">
                    <a16:creationId xmlns:a16="http://schemas.microsoft.com/office/drawing/2014/main" id="{4DB46F2E-E4BE-194B-8D43-E5E134B15493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989" y="2796"/>
                <a:ext cx="706" cy="300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1pPr>
                <a:lvl2pPr marL="742950" indent="-285750"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2pPr>
                <a:lvl3pPr marL="1143000" indent="-228600"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3pPr>
                <a:lvl4pPr marL="1600200" indent="-228600"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4pPr>
                <a:lvl5pPr marL="2057400" indent="-228600"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9pPr>
              </a:lstStyle>
              <a:p>
                <a:pPr marL="0" marR="0" lvl="0" indent="0" algn="ctr" defTabSz="914400" rtl="0" eaLnBrk="0" fontAlgn="base" latinLnBrk="0" hangingPunct="0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4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ahoma" charset="0"/>
                    <a:ea typeface="ＭＳ Ｐゴシック" charset="0"/>
                    <a:cs typeface="+mn-cs"/>
                  </a:rPr>
                  <a:t>connection </a:t>
                </a:r>
              </a:p>
              <a:p>
                <a:pPr marL="0" marR="0" lvl="0" indent="0" algn="ctr" defTabSz="914400" rtl="0" eaLnBrk="0" fontAlgn="base" latinLnBrk="0" hangingPunct="0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4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ahoma" charset="0"/>
                    <a:ea typeface="ＭＳ Ｐゴシック" charset="0"/>
                    <a:cs typeface="+mn-cs"/>
                  </a:rPr>
                  <a:t>x completes</a:t>
                </a:r>
              </a:p>
            </p:txBody>
          </p:sp>
        </p:grpSp>
        <p:sp>
          <p:nvSpPr>
            <p:cNvPr id="378" name="Text Box 177">
              <a:extLst>
                <a:ext uri="{FF2B5EF4-FFF2-40B4-BE49-F238E27FC236}">
                  <a16:creationId xmlns:a16="http://schemas.microsoft.com/office/drawing/2014/main" id="{1C719B44-FA92-594B-8E17-4A5C23A8F44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830" y="2962"/>
              <a:ext cx="738" cy="32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85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rPr>
                <a:t>server</a:t>
              </a:r>
            </a:p>
            <a:p>
              <a:pPr marL="0" marR="0" lvl="0" indent="0" algn="l" defTabSz="914400" rtl="0" eaLnBrk="0" fontAlgn="base" latinLnBrk="0" hangingPunct="0">
                <a:lnSpc>
                  <a:spcPct val="85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rPr>
                <a:t>forgets x</a:t>
              </a:r>
            </a:p>
          </p:txBody>
        </p:sp>
        <p:grpSp>
          <p:nvGrpSpPr>
            <p:cNvPr id="379" name="Group 178">
              <a:extLst>
                <a:ext uri="{FF2B5EF4-FFF2-40B4-BE49-F238E27FC236}">
                  <a16:creationId xmlns:a16="http://schemas.microsoft.com/office/drawing/2014/main" id="{EC86099C-C8AD-6846-8AE7-34CA041B869C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570" y="1119"/>
              <a:ext cx="391" cy="307"/>
              <a:chOff x="-44" y="1473"/>
              <a:chExt cx="981" cy="1105"/>
            </a:xfrm>
          </p:grpSpPr>
          <p:pic>
            <p:nvPicPr>
              <p:cNvPr id="413" name="Picture 179" descr="desktop_computer_stylized_medium">
                <a:extLst>
                  <a:ext uri="{FF2B5EF4-FFF2-40B4-BE49-F238E27FC236}">
                    <a16:creationId xmlns:a16="http://schemas.microsoft.com/office/drawing/2014/main" id="{F1C9C236-427D-834B-8DAC-99F53A43767F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 flipH="1">
                <a:off x="-44" y="1473"/>
                <a:ext cx="981" cy="110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414" name="Freeform 180">
                <a:extLst>
                  <a:ext uri="{FF2B5EF4-FFF2-40B4-BE49-F238E27FC236}">
                    <a16:creationId xmlns:a16="http://schemas.microsoft.com/office/drawing/2014/main" id="{77EA5CD5-1868-AB46-B031-A7892A487F06}"/>
                  </a:ext>
                </a:extLst>
              </p:cNvPr>
              <p:cNvSpPr>
                <a:spLocks/>
              </p:cNvSpPr>
              <p:nvPr/>
            </p:nvSpPr>
            <p:spPr bwMode="auto">
              <a:xfrm flipH="1">
                <a:off x="374" y="1579"/>
                <a:ext cx="477" cy="506"/>
              </a:xfrm>
              <a:custGeom>
                <a:avLst/>
                <a:gdLst>
                  <a:gd name="T0" fmla="*/ 0 w 356"/>
                  <a:gd name="T1" fmla="*/ 0 h 368"/>
                  <a:gd name="T2" fmla="*/ 5595 w 356"/>
                  <a:gd name="T3" fmla="*/ 341 h 368"/>
                  <a:gd name="T4" fmla="*/ 6638 w 356"/>
                  <a:gd name="T5" fmla="*/ 7113 h 368"/>
                  <a:gd name="T6" fmla="*/ 1463 w 356"/>
                  <a:gd name="T7" fmla="*/ 8895 h 368"/>
                  <a:gd name="T8" fmla="*/ 0 w 356"/>
                  <a:gd name="T9" fmla="*/ 0 h 36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356" h="368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99"/>
                  </a:gs>
                  <a:gs pos="100000">
                    <a:srgbClr val="FFFFFF"/>
                  </a:gs>
                </a:gsLst>
                <a:lin ang="270000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 cap="flat" cmpd="sng">
                    <a:solidFill>
                      <a:schemeClr val="tx1"/>
                    </a:solidFill>
                    <a:prstDash val="solid"/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anose="020B060403050404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</p:grpSp>
        <p:grpSp>
          <p:nvGrpSpPr>
            <p:cNvPr id="380" name="Group 181">
              <a:extLst>
                <a:ext uri="{FF2B5EF4-FFF2-40B4-BE49-F238E27FC236}">
                  <a16:creationId xmlns:a16="http://schemas.microsoft.com/office/drawing/2014/main" id="{D3F68FA6-F7DF-A146-A605-ABBDC8F8EFF8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09" y="1107"/>
              <a:ext cx="212" cy="323"/>
              <a:chOff x="4140" y="429"/>
              <a:chExt cx="1425" cy="2396"/>
            </a:xfrm>
          </p:grpSpPr>
          <p:sp>
            <p:nvSpPr>
              <p:cNvPr id="381" name="Freeform 182">
                <a:extLst>
                  <a:ext uri="{FF2B5EF4-FFF2-40B4-BE49-F238E27FC236}">
                    <a16:creationId xmlns:a16="http://schemas.microsoft.com/office/drawing/2014/main" id="{1D2E36D3-F983-B54A-87F8-4B0FB1D0A97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268" y="433"/>
                <a:ext cx="283" cy="2286"/>
              </a:xfrm>
              <a:custGeom>
                <a:avLst/>
                <a:gdLst>
                  <a:gd name="T0" fmla="*/ 7 w 354"/>
                  <a:gd name="T1" fmla="*/ 0 h 2742"/>
                  <a:gd name="T2" fmla="*/ 38 w 354"/>
                  <a:gd name="T3" fmla="*/ 55 h 2742"/>
                  <a:gd name="T4" fmla="*/ 37 w 354"/>
                  <a:gd name="T5" fmla="*/ 425 h 2742"/>
                  <a:gd name="T6" fmla="*/ 0 w 354"/>
                  <a:gd name="T7" fmla="*/ 445 h 2742"/>
                  <a:gd name="T8" fmla="*/ 7 w 354"/>
                  <a:gd name="T9" fmla="*/ 0 h 274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354" h="2742">
                    <a:moveTo>
                      <a:pt x="63" y="0"/>
                    </a:moveTo>
                    <a:lnTo>
                      <a:pt x="354" y="339"/>
                    </a:lnTo>
                    <a:lnTo>
                      <a:pt x="346" y="2624"/>
                    </a:lnTo>
                    <a:lnTo>
                      <a:pt x="0" y="2742"/>
                    </a:lnTo>
                    <a:lnTo>
                      <a:pt x="63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DDDDDD"/>
                  </a:gs>
                  <a:gs pos="100000">
                    <a:srgbClr val="333333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anose="020B060403050404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382" name="Rectangle 183">
                <a:extLst>
                  <a:ext uri="{FF2B5EF4-FFF2-40B4-BE49-F238E27FC236}">
                    <a16:creationId xmlns:a16="http://schemas.microsoft.com/office/drawing/2014/main" id="{86762413-0C19-5E4F-AA7E-12F7BBEF4FE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07" y="429"/>
                <a:ext cx="1049" cy="2285"/>
              </a:xfrm>
              <a:prstGeom prst="rect">
                <a:avLst/>
              </a:pr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endParaRPr>
              </a:p>
            </p:txBody>
          </p:sp>
          <p:sp>
            <p:nvSpPr>
              <p:cNvPr id="383" name="Freeform 184">
                <a:extLst>
                  <a:ext uri="{FF2B5EF4-FFF2-40B4-BE49-F238E27FC236}">
                    <a16:creationId xmlns:a16="http://schemas.microsoft.com/office/drawing/2014/main" id="{9ABD2B3D-5A73-0E4B-91D1-78596AD0A85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321" y="570"/>
                <a:ext cx="169" cy="2115"/>
              </a:xfrm>
              <a:custGeom>
                <a:avLst/>
                <a:gdLst>
                  <a:gd name="T0" fmla="*/ 2 w 211"/>
                  <a:gd name="T1" fmla="*/ 0 h 2537"/>
                  <a:gd name="T2" fmla="*/ 23 w 211"/>
                  <a:gd name="T3" fmla="*/ 36 h 2537"/>
                  <a:gd name="T4" fmla="*/ 2 w 211"/>
                  <a:gd name="T5" fmla="*/ 405 h 2537"/>
                  <a:gd name="T6" fmla="*/ 2 w 211"/>
                  <a:gd name="T7" fmla="*/ 0 h 2537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211" h="2537">
                    <a:moveTo>
                      <a:pt x="7" y="0"/>
                    </a:moveTo>
                    <a:cubicBezTo>
                      <a:pt x="7" y="0"/>
                      <a:pt x="57" y="28"/>
                      <a:pt x="211" y="218"/>
                    </a:cubicBezTo>
                    <a:cubicBezTo>
                      <a:pt x="0" y="1229"/>
                      <a:pt x="41" y="2537"/>
                      <a:pt x="7" y="2501"/>
                    </a:cubicBezTo>
                    <a:lnTo>
                      <a:pt x="7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808080"/>
                  </a:gs>
                  <a:gs pos="100000">
                    <a:srgbClr val="F8F8F8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anose="020B060403050404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384" name="Freeform 185">
                <a:extLst>
                  <a:ext uri="{FF2B5EF4-FFF2-40B4-BE49-F238E27FC236}">
                    <a16:creationId xmlns:a16="http://schemas.microsoft.com/office/drawing/2014/main" id="{CAECD6F3-58BC-F24D-9434-643EDC4E7A8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284" y="1640"/>
                <a:ext cx="263" cy="189"/>
              </a:xfrm>
              <a:custGeom>
                <a:avLst/>
                <a:gdLst>
                  <a:gd name="T0" fmla="*/ 2 w 328"/>
                  <a:gd name="T1" fmla="*/ 0 h 226"/>
                  <a:gd name="T2" fmla="*/ 36 w 328"/>
                  <a:gd name="T3" fmla="*/ 21 h 226"/>
                  <a:gd name="T4" fmla="*/ 36 w 328"/>
                  <a:gd name="T5" fmla="*/ 38 h 226"/>
                  <a:gd name="T6" fmla="*/ 0 w 328"/>
                  <a:gd name="T7" fmla="*/ 16 h 226"/>
                  <a:gd name="T8" fmla="*/ 2 w 328"/>
                  <a:gd name="T9" fmla="*/ 0 h 22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328" h="226">
                    <a:moveTo>
                      <a:pt x="4" y="0"/>
                    </a:moveTo>
                    <a:cubicBezTo>
                      <a:pt x="60" y="10"/>
                      <a:pt x="182" y="74"/>
                      <a:pt x="328" y="128"/>
                    </a:cubicBezTo>
                    <a:cubicBezTo>
                      <a:pt x="326" y="162"/>
                      <a:pt x="326" y="158"/>
                      <a:pt x="326" y="226"/>
                    </a:cubicBezTo>
                    <a:cubicBezTo>
                      <a:pt x="326" y="226"/>
                      <a:pt x="169" y="155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anose="020B060403050404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385" name="Rectangle 186">
                <a:extLst>
                  <a:ext uri="{FF2B5EF4-FFF2-40B4-BE49-F238E27FC236}">
                    <a16:creationId xmlns:a16="http://schemas.microsoft.com/office/drawing/2014/main" id="{D640048A-92E5-F240-B20B-73B8FE8B241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14" y="696"/>
                <a:ext cx="592" cy="45"/>
              </a:xfrm>
              <a:prstGeom prst="rect">
                <a:avLst/>
              </a:prstGeom>
              <a:solidFill>
                <a:srgbClr val="000000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endParaRPr>
              </a:p>
            </p:txBody>
          </p:sp>
          <p:grpSp>
            <p:nvGrpSpPr>
              <p:cNvPr id="386" name="Group 187">
                <a:extLst>
                  <a:ext uri="{FF2B5EF4-FFF2-40B4-BE49-F238E27FC236}">
                    <a16:creationId xmlns:a16="http://schemas.microsoft.com/office/drawing/2014/main" id="{55FC97C6-B1FB-854D-94BE-E7BED8E1DC83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749" y="668"/>
                <a:ext cx="581" cy="145"/>
                <a:chOff x="614" y="2568"/>
                <a:chExt cx="725" cy="139"/>
              </a:xfrm>
            </p:grpSpPr>
            <p:sp>
              <p:nvSpPr>
                <p:cNvPr id="411" name="AutoShape 188">
                  <a:extLst>
                    <a:ext uri="{FF2B5EF4-FFF2-40B4-BE49-F238E27FC236}">
                      <a16:creationId xmlns:a16="http://schemas.microsoft.com/office/drawing/2014/main" id="{E2DCD474-0D76-1D47-938B-0347B4119D35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17" y="2566"/>
                  <a:ext cx="721" cy="142"/>
                </a:xfrm>
                <a:prstGeom prst="roundRect">
                  <a:avLst>
                    <a:gd name="adj" fmla="val 50000"/>
                  </a:avLst>
                </a:prstGeom>
                <a:solidFill>
                  <a:srgbClr val="000000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marL="0" marR="0" lvl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ahoma" charset="0"/>
                    <a:ea typeface="ＭＳ Ｐゴシック" charset="0"/>
                    <a:cs typeface="+mn-cs"/>
                  </a:endParaRPr>
                </a:p>
              </p:txBody>
            </p:sp>
            <p:sp>
              <p:nvSpPr>
                <p:cNvPr id="412" name="AutoShape 189">
                  <a:extLst>
                    <a:ext uri="{FF2B5EF4-FFF2-40B4-BE49-F238E27FC236}">
                      <a16:creationId xmlns:a16="http://schemas.microsoft.com/office/drawing/2014/main" id="{ADC0CDA4-3ACC-784D-AFDA-1C6EA9C54117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34" y="2581"/>
                  <a:ext cx="688" cy="114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1"/>
                </a:gra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marL="0" marR="0" lvl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ahoma" charset="0"/>
                    <a:ea typeface="ＭＳ Ｐゴシック" charset="0"/>
                    <a:cs typeface="+mn-cs"/>
                  </a:endParaRPr>
                </a:p>
              </p:txBody>
            </p:sp>
          </p:grpSp>
          <p:sp>
            <p:nvSpPr>
              <p:cNvPr id="387" name="Rectangle 190">
                <a:extLst>
                  <a:ext uri="{FF2B5EF4-FFF2-40B4-BE49-F238E27FC236}">
                    <a16:creationId xmlns:a16="http://schemas.microsoft.com/office/drawing/2014/main" id="{AEEFE7D3-0B38-EE42-AA94-340CFCA0C0A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21" y="1022"/>
                <a:ext cx="598" cy="45"/>
              </a:xfrm>
              <a:prstGeom prst="rect">
                <a:avLst/>
              </a:prstGeom>
              <a:solidFill>
                <a:srgbClr val="000000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endParaRPr>
              </a:p>
            </p:txBody>
          </p:sp>
          <p:grpSp>
            <p:nvGrpSpPr>
              <p:cNvPr id="388" name="Group 191">
                <a:extLst>
                  <a:ext uri="{FF2B5EF4-FFF2-40B4-BE49-F238E27FC236}">
                    <a16:creationId xmlns:a16="http://schemas.microsoft.com/office/drawing/2014/main" id="{3BFA70F3-4887-4A45-A0B0-300E77757667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747" y="994"/>
                <a:ext cx="581" cy="134"/>
                <a:chOff x="614" y="2568"/>
                <a:chExt cx="725" cy="139"/>
              </a:xfrm>
            </p:grpSpPr>
            <p:sp>
              <p:nvSpPr>
                <p:cNvPr id="409" name="AutoShape 192">
                  <a:extLst>
                    <a:ext uri="{FF2B5EF4-FFF2-40B4-BE49-F238E27FC236}">
                      <a16:creationId xmlns:a16="http://schemas.microsoft.com/office/drawing/2014/main" id="{14B933DF-A76C-E94B-9362-3D28B4CBFFB6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11" y="2567"/>
                  <a:ext cx="730" cy="139"/>
                </a:xfrm>
                <a:prstGeom prst="roundRect">
                  <a:avLst>
                    <a:gd name="adj" fmla="val 50000"/>
                  </a:avLst>
                </a:prstGeom>
                <a:solidFill>
                  <a:srgbClr val="000000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marL="0" marR="0" lvl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ahoma" charset="0"/>
                    <a:ea typeface="ＭＳ Ｐゴシック" charset="0"/>
                    <a:cs typeface="+mn-cs"/>
                  </a:endParaRPr>
                </a:p>
              </p:txBody>
            </p:sp>
            <p:sp>
              <p:nvSpPr>
                <p:cNvPr id="410" name="AutoShape 193">
                  <a:extLst>
                    <a:ext uri="{FF2B5EF4-FFF2-40B4-BE49-F238E27FC236}">
                      <a16:creationId xmlns:a16="http://schemas.microsoft.com/office/drawing/2014/main" id="{D1EC9173-2D5E-F641-9324-62AF5244C467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28" y="2582"/>
                  <a:ext cx="696" cy="108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1"/>
                </a:gra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marL="0" marR="0" lvl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ahoma" charset="0"/>
                    <a:ea typeface="ＭＳ Ｐゴシック" charset="0"/>
                    <a:cs typeface="+mn-cs"/>
                  </a:endParaRPr>
                </a:p>
              </p:txBody>
            </p:sp>
          </p:grpSp>
          <p:sp>
            <p:nvSpPr>
              <p:cNvPr id="389" name="Rectangle 194">
                <a:extLst>
                  <a:ext uri="{FF2B5EF4-FFF2-40B4-BE49-F238E27FC236}">
                    <a16:creationId xmlns:a16="http://schemas.microsoft.com/office/drawing/2014/main" id="{B180E0D5-32AA-5A4A-92D4-28F216DC536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14" y="1356"/>
                <a:ext cx="598" cy="45"/>
              </a:xfrm>
              <a:prstGeom prst="rect">
                <a:avLst/>
              </a:prstGeom>
              <a:solidFill>
                <a:srgbClr val="000000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endParaRPr>
              </a:p>
            </p:txBody>
          </p:sp>
          <p:sp>
            <p:nvSpPr>
              <p:cNvPr id="390" name="Rectangle 195">
                <a:extLst>
                  <a:ext uri="{FF2B5EF4-FFF2-40B4-BE49-F238E27FC236}">
                    <a16:creationId xmlns:a16="http://schemas.microsoft.com/office/drawing/2014/main" id="{A3E70690-FEFF-2446-B890-3315B37B0B0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27" y="1653"/>
                <a:ext cx="598" cy="52"/>
              </a:xfrm>
              <a:prstGeom prst="rect">
                <a:avLst/>
              </a:prstGeom>
              <a:solidFill>
                <a:srgbClr val="000000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endParaRPr>
              </a:p>
            </p:txBody>
          </p:sp>
          <p:grpSp>
            <p:nvGrpSpPr>
              <p:cNvPr id="391" name="Group 196">
                <a:extLst>
                  <a:ext uri="{FF2B5EF4-FFF2-40B4-BE49-F238E27FC236}">
                    <a16:creationId xmlns:a16="http://schemas.microsoft.com/office/drawing/2014/main" id="{4184D53B-C370-5248-82BB-5D96E5BF521A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735" y="1627"/>
                <a:ext cx="582" cy="151"/>
                <a:chOff x="614" y="2568"/>
                <a:chExt cx="725" cy="139"/>
              </a:xfrm>
            </p:grpSpPr>
            <p:sp>
              <p:nvSpPr>
                <p:cNvPr id="407" name="AutoShape 197">
                  <a:extLst>
                    <a:ext uri="{FF2B5EF4-FFF2-40B4-BE49-F238E27FC236}">
                      <a16:creationId xmlns:a16="http://schemas.microsoft.com/office/drawing/2014/main" id="{66CD18C8-97C8-AD49-8806-45F2C3FA3A20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18" y="2571"/>
                  <a:ext cx="720" cy="137"/>
                </a:xfrm>
                <a:prstGeom prst="roundRect">
                  <a:avLst>
                    <a:gd name="adj" fmla="val 50000"/>
                  </a:avLst>
                </a:prstGeom>
                <a:solidFill>
                  <a:srgbClr val="000000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marL="0" marR="0" lvl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ahoma" charset="0"/>
                    <a:ea typeface="ＭＳ Ｐゴシック" charset="0"/>
                    <a:cs typeface="+mn-cs"/>
                  </a:endParaRPr>
                </a:p>
              </p:txBody>
            </p:sp>
            <p:sp>
              <p:nvSpPr>
                <p:cNvPr id="408" name="AutoShape 198">
                  <a:extLst>
                    <a:ext uri="{FF2B5EF4-FFF2-40B4-BE49-F238E27FC236}">
                      <a16:creationId xmlns:a16="http://schemas.microsoft.com/office/drawing/2014/main" id="{E4596270-7ACC-5941-82EB-426AAF88315D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35" y="2585"/>
                  <a:ext cx="687" cy="109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1"/>
                </a:gra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marL="0" marR="0" lvl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ahoma" charset="0"/>
                    <a:ea typeface="ＭＳ Ｐゴシック" charset="0"/>
                    <a:cs typeface="+mn-cs"/>
                  </a:endParaRPr>
                </a:p>
              </p:txBody>
            </p:sp>
          </p:grpSp>
          <p:sp>
            <p:nvSpPr>
              <p:cNvPr id="392" name="Freeform 199">
                <a:extLst>
                  <a:ext uri="{FF2B5EF4-FFF2-40B4-BE49-F238E27FC236}">
                    <a16:creationId xmlns:a16="http://schemas.microsoft.com/office/drawing/2014/main" id="{8D520046-573E-1549-A1AD-345D7B8191C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288" y="1354"/>
                <a:ext cx="263" cy="188"/>
              </a:xfrm>
              <a:custGeom>
                <a:avLst/>
                <a:gdLst>
                  <a:gd name="T0" fmla="*/ 2 w 328"/>
                  <a:gd name="T1" fmla="*/ 0 h 226"/>
                  <a:gd name="T2" fmla="*/ 36 w 328"/>
                  <a:gd name="T3" fmla="*/ 20 h 226"/>
                  <a:gd name="T4" fmla="*/ 36 w 328"/>
                  <a:gd name="T5" fmla="*/ 36 h 226"/>
                  <a:gd name="T6" fmla="*/ 0 w 328"/>
                  <a:gd name="T7" fmla="*/ 15 h 226"/>
                  <a:gd name="T8" fmla="*/ 2 w 328"/>
                  <a:gd name="T9" fmla="*/ 0 h 22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328" h="226">
                    <a:moveTo>
                      <a:pt x="4" y="0"/>
                    </a:moveTo>
                    <a:cubicBezTo>
                      <a:pt x="60" y="10"/>
                      <a:pt x="182" y="74"/>
                      <a:pt x="328" y="128"/>
                    </a:cubicBezTo>
                    <a:cubicBezTo>
                      <a:pt x="326" y="162"/>
                      <a:pt x="326" y="158"/>
                      <a:pt x="326" y="226"/>
                    </a:cubicBezTo>
                    <a:cubicBezTo>
                      <a:pt x="326" y="226"/>
                      <a:pt x="169" y="155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anose="020B060403050404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grpSp>
            <p:nvGrpSpPr>
              <p:cNvPr id="393" name="Group 200">
                <a:extLst>
                  <a:ext uri="{FF2B5EF4-FFF2-40B4-BE49-F238E27FC236}">
                    <a16:creationId xmlns:a16="http://schemas.microsoft.com/office/drawing/2014/main" id="{CBDA9A7E-0A7F-D64B-867D-2FC72D58322A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739" y="1327"/>
                <a:ext cx="582" cy="139"/>
                <a:chOff x="614" y="2568"/>
                <a:chExt cx="725" cy="139"/>
              </a:xfrm>
            </p:grpSpPr>
            <p:sp>
              <p:nvSpPr>
                <p:cNvPr id="405" name="AutoShape 201">
                  <a:extLst>
                    <a:ext uri="{FF2B5EF4-FFF2-40B4-BE49-F238E27FC236}">
                      <a16:creationId xmlns:a16="http://schemas.microsoft.com/office/drawing/2014/main" id="{F7CB7A1E-7741-E24C-AFB5-5F057AFD0C52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13" y="2568"/>
                  <a:ext cx="728" cy="141"/>
                </a:xfrm>
                <a:prstGeom prst="roundRect">
                  <a:avLst>
                    <a:gd name="adj" fmla="val 50000"/>
                  </a:avLst>
                </a:prstGeom>
                <a:solidFill>
                  <a:srgbClr val="000000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marL="0" marR="0" lvl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ahoma" charset="0"/>
                    <a:ea typeface="ＭＳ Ｐゴシック" charset="0"/>
                    <a:cs typeface="+mn-cs"/>
                  </a:endParaRPr>
                </a:p>
              </p:txBody>
            </p:sp>
            <p:sp>
              <p:nvSpPr>
                <p:cNvPr id="406" name="AutoShape 202">
                  <a:extLst>
                    <a:ext uri="{FF2B5EF4-FFF2-40B4-BE49-F238E27FC236}">
                      <a16:creationId xmlns:a16="http://schemas.microsoft.com/office/drawing/2014/main" id="{93BC514D-19E5-DF47-87E9-7BF859D24356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30" y="2582"/>
                  <a:ext cx="695" cy="111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1"/>
                </a:gra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marL="0" marR="0" lvl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ahoma" charset="0"/>
                    <a:ea typeface="ＭＳ Ｐゴシック" charset="0"/>
                    <a:cs typeface="+mn-cs"/>
                  </a:endParaRPr>
                </a:p>
              </p:txBody>
            </p:sp>
          </p:grpSp>
          <p:sp>
            <p:nvSpPr>
              <p:cNvPr id="394" name="Rectangle 203">
                <a:extLst>
                  <a:ext uri="{FF2B5EF4-FFF2-40B4-BE49-F238E27FC236}">
                    <a16:creationId xmlns:a16="http://schemas.microsoft.com/office/drawing/2014/main" id="{992A2C09-2187-A749-9718-F045A2349EA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249" y="429"/>
                <a:ext cx="67" cy="2292"/>
              </a:xfrm>
              <a:prstGeom prst="rect">
                <a:avLst/>
              </a:prstGeom>
              <a:gradFill rotWithShape="1">
                <a:gsLst>
                  <a:gs pos="0">
                    <a:srgbClr val="333333"/>
                  </a:gs>
                  <a:gs pos="50000">
                    <a:srgbClr val="DDDDDD"/>
                  </a:gs>
                  <a:gs pos="100000">
                    <a:srgbClr val="333333"/>
                  </a:gs>
                </a:gsLst>
                <a:lin ang="0" scaled="1"/>
              </a:gradFill>
              <a:ln w="9525">
                <a:solidFill>
                  <a:srgbClr val="00000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endParaRPr>
              </a:p>
            </p:txBody>
          </p:sp>
          <p:sp>
            <p:nvSpPr>
              <p:cNvPr id="395" name="Freeform 204">
                <a:extLst>
                  <a:ext uri="{FF2B5EF4-FFF2-40B4-BE49-F238E27FC236}">
                    <a16:creationId xmlns:a16="http://schemas.microsoft.com/office/drawing/2014/main" id="{D473F289-DF79-1D4B-BA3A-57AFA552A24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312" y="1007"/>
                <a:ext cx="237" cy="213"/>
              </a:xfrm>
              <a:custGeom>
                <a:avLst/>
                <a:gdLst>
                  <a:gd name="T0" fmla="*/ 2 w 296"/>
                  <a:gd name="T1" fmla="*/ 0 h 256"/>
                  <a:gd name="T2" fmla="*/ 32 w 296"/>
                  <a:gd name="T3" fmla="*/ 22 h 256"/>
                  <a:gd name="T4" fmla="*/ 32 w 296"/>
                  <a:gd name="T5" fmla="*/ 41 h 256"/>
                  <a:gd name="T6" fmla="*/ 0 w 296"/>
                  <a:gd name="T7" fmla="*/ 15 h 256"/>
                  <a:gd name="T8" fmla="*/ 2 w 296"/>
                  <a:gd name="T9" fmla="*/ 0 h 25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296" h="256">
                    <a:moveTo>
                      <a:pt x="4" y="0"/>
                    </a:moveTo>
                    <a:cubicBezTo>
                      <a:pt x="55" y="10"/>
                      <a:pt x="144" y="68"/>
                      <a:pt x="292" y="144"/>
                    </a:cubicBezTo>
                    <a:cubicBezTo>
                      <a:pt x="290" y="178"/>
                      <a:pt x="296" y="188"/>
                      <a:pt x="296" y="256"/>
                    </a:cubicBezTo>
                    <a:cubicBezTo>
                      <a:pt x="296" y="256"/>
                      <a:pt x="160" y="176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anose="020B060403050404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396" name="Freeform 205">
                <a:extLst>
                  <a:ext uri="{FF2B5EF4-FFF2-40B4-BE49-F238E27FC236}">
                    <a16:creationId xmlns:a16="http://schemas.microsoft.com/office/drawing/2014/main" id="{55F98009-7662-6D40-889B-2D6F20DE3EA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315" y="680"/>
                <a:ext cx="244" cy="240"/>
              </a:xfrm>
              <a:custGeom>
                <a:avLst/>
                <a:gdLst>
                  <a:gd name="T0" fmla="*/ 0 w 304"/>
                  <a:gd name="T1" fmla="*/ 0 h 288"/>
                  <a:gd name="T2" fmla="*/ 34 w 304"/>
                  <a:gd name="T3" fmla="*/ 27 h 288"/>
                  <a:gd name="T4" fmla="*/ 31 w 304"/>
                  <a:gd name="T5" fmla="*/ 48 h 288"/>
                  <a:gd name="T6" fmla="*/ 2 w 304"/>
                  <a:gd name="T7" fmla="*/ 20 h 288"/>
                  <a:gd name="T8" fmla="*/ 0 w 304"/>
                  <a:gd name="T9" fmla="*/ 0 h 28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304" h="288">
                    <a:moveTo>
                      <a:pt x="0" y="0"/>
                    </a:moveTo>
                    <a:cubicBezTo>
                      <a:pt x="51" y="10"/>
                      <a:pt x="148" y="76"/>
                      <a:pt x="304" y="164"/>
                    </a:cubicBezTo>
                    <a:cubicBezTo>
                      <a:pt x="302" y="198"/>
                      <a:pt x="284" y="220"/>
                      <a:pt x="284" y="288"/>
                    </a:cubicBezTo>
                    <a:cubicBezTo>
                      <a:pt x="284" y="288"/>
                      <a:pt x="163" y="179"/>
                      <a:pt x="8" y="124"/>
                    </a:cubicBezTo>
                    <a:cubicBezTo>
                      <a:pt x="8" y="72"/>
                      <a:pt x="0" y="17"/>
                      <a:pt x="0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anose="020B060403050404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397" name="Oval 206">
                <a:extLst>
                  <a:ext uri="{FF2B5EF4-FFF2-40B4-BE49-F238E27FC236}">
                    <a16:creationId xmlns:a16="http://schemas.microsoft.com/office/drawing/2014/main" id="{8C0E348C-3A61-F54D-B6E7-8EEC0C47996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518" y="2610"/>
                <a:ext cx="47" cy="96"/>
              </a:xfrm>
              <a:prstGeom prst="ellipse">
                <a:avLst/>
              </a:prstGeom>
              <a:solidFill>
                <a:srgbClr val="333333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endParaRPr>
              </a:p>
            </p:txBody>
          </p:sp>
          <p:sp>
            <p:nvSpPr>
              <p:cNvPr id="398" name="Freeform 207">
                <a:extLst>
                  <a:ext uri="{FF2B5EF4-FFF2-40B4-BE49-F238E27FC236}">
                    <a16:creationId xmlns:a16="http://schemas.microsoft.com/office/drawing/2014/main" id="{06CDC36B-C766-0244-ABF7-3336A9C2E7B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302" y="2614"/>
                <a:ext cx="245" cy="200"/>
              </a:xfrm>
              <a:custGeom>
                <a:avLst/>
                <a:gdLst>
                  <a:gd name="T0" fmla="*/ 0 w 306"/>
                  <a:gd name="T1" fmla="*/ 18 h 240"/>
                  <a:gd name="T2" fmla="*/ 2 w 306"/>
                  <a:gd name="T3" fmla="*/ 40 h 240"/>
                  <a:gd name="T4" fmla="*/ 34 w 306"/>
                  <a:gd name="T5" fmla="*/ 18 h 240"/>
                  <a:gd name="T6" fmla="*/ 32 w 306"/>
                  <a:gd name="T7" fmla="*/ 0 h 240"/>
                  <a:gd name="T8" fmla="*/ 0 w 306"/>
                  <a:gd name="T9" fmla="*/ 18 h 24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306" h="240">
                    <a:moveTo>
                      <a:pt x="0" y="106"/>
                    </a:moveTo>
                    <a:lnTo>
                      <a:pt x="2" y="240"/>
                    </a:lnTo>
                    <a:lnTo>
                      <a:pt x="306" y="110"/>
                    </a:lnTo>
                    <a:lnTo>
                      <a:pt x="300" y="0"/>
                    </a:lnTo>
                    <a:lnTo>
                      <a:pt x="0" y="106"/>
                    </a:lnTo>
                    <a:close/>
                  </a:path>
                </a:pathLst>
              </a:custGeom>
              <a:solidFill>
                <a:srgbClr val="333333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anose="020B060403050404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399" name="AutoShape 208">
                <a:extLst>
                  <a:ext uri="{FF2B5EF4-FFF2-40B4-BE49-F238E27FC236}">
                    <a16:creationId xmlns:a16="http://schemas.microsoft.com/office/drawing/2014/main" id="{E47AE9BE-71F7-0C40-BB36-B6201EAE727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140" y="2677"/>
                <a:ext cx="1196" cy="148"/>
              </a:xfrm>
              <a:prstGeom prst="roundRect">
                <a:avLst>
                  <a:gd name="adj" fmla="val 50000"/>
                </a:avLst>
              </a:prstGeom>
              <a:solidFill>
                <a:srgbClr val="DDDDDD"/>
              </a:solidFill>
              <a:ln w="9525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endParaRPr>
              </a:p>
            </p:txBody>
          </p:sp>
          <p:sp>
            <p:nvSpPr>
              <p:cNvPr id="400" name="AutoShape 209">
                <a:extLst>
                  <a:ext uri="{FF2B5EF4-FFF2-40B4-BE49-F238E27FC236}">
                    <a16:creationId xmlns:a16="http://schemas.microsoft.com/office/drawing/2014/main" id="{6DDF70D2-966F-0443-BFEC-34DC981AB2D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07" y="2714"/>
                <a:ext cx="1069" cy="82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00"/>
                  </a:gs>
                  <a:gs pos="100000">
                    <a:srgbClr val="808080"/>
                  </a:gs>
                </a:gsLst>
                <a:lin ang="0" scaled="1"/>
              </a:gradFill>
              <a:ln w="9525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endParaRPr>
              </a:p>
            </p:txBody>
          </p:sp>
          <p:sp>
            <p:nvSpPr>
              <p:cNvPr id="401" name="Oval 210">
                <a:extLst>
                  <a:ext uri="{FF2B5EF4-FFF2-40B4-BE49-F238E27FC236}">
                    <a16:creationId xmlns:a16="http://schemas.microsoft.com/office/drawing/2014/main" id="{DFF00D08-0F51-F044-8429-6F3D5CC28DB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308" y="2380"/>
                <a:ext cx="155" cy="148"/>
              </a:xfrm>
              <a:prstGeom prst="ellipse">
                <a:avLst/>
              </a:prstGeom>
              <a:solidFill>
                <a:srgbClr val="33CC33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endParaRPr>
              </a:p>
            </p:txBody>
          </p:sp>
          <p:sp>
            <p:nvSpPr>
              <p:cNvPr id="402" name="Oval 211">
                <a:extLst>
                  <a:ext uri="{FF2B5EF4-FFF2-40B4-BE49-F238E27FC236}">
                    <a16:creationId xmlns:a16="http://schemas.microsoft.com/office/drawing/2014/main" id="{BBFCC1D5-E5D6-FB46-9D8C-E8CE8BFE227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83" y="2387"/>
                <a:ext cx="161" cy="141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Arial" charset="0"/>
                </a:endParaRPr>
              </a:p>
            </p:txBody>
          </p:sp>
          <p:sp>
            <p:nvSpPr>
              <p:cNvPr id="403" name="Oval 212">
                <a:extLst>
                  <a:ext uri="{FF2B5EF4-FFF2-40B4-BE49-F238E27FC236}">
                    <a16:creationId xmlns:a16="http://schemas.microsoft.com/office/drawing/2014/main" id="{F4244C1D-3E80-C847-BD71-A4309DAB13C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664" y="2380"/>
                <a:ext cx="155" cy="141"/>
              </a:xfrm>
              <a:prstGeom prst="ellipse">
                <a:avLst/>
              </a:prstGeom>
              <a:solidFill>
                <a:srgbClr val="33CC33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endParaRPr>
              </a:p>
            </p:txBody>
          </p:sp>
          <p:sp>
            <p:nvSpPr>
              <p:cNvPr id="404" name="Rectangle 213">
                <a:extLst>
                  <a:ext uri="{FF2B5EF4-FFF2-40B4-BE49-F238E27FC236}">
                    <a16:creationId xmlns:a16="http://schemas.microsoft.com/office/drawing/2014/main" id="{F13C27D5-275D-5C47-9B76-D6F9DDED6AD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061" y="1838"/>
                <a:ext cx="87" cy="757"/>
              </a:xfrm>
              <a:prstGeom prst="rect">
                <a:avLst/>
              </a:prstGeom>
              <a:solidFill>
                <a:srgbClr val="292929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endParaRPr>
              </a:p>
            </p:txBody>
          </p:sp>
        </p:grpSp>
      </p:grpSp>
      <p:grpSp>
        <p:nvGrpSpPr>
          <p:cNvPr id="10" name="Group 9">
            <a:extLst>
              <a:ext uri="{FF2B5EF4-FFF2-40B4-BE49-F238E27FC236}">
                <a16:creationId xmlns:a16="http://schemas.microsoft.com/office/drawing/2014/main" id="{3BB0CBF7-361A-5548-A01C-90FF3005AB01}"/>
              </a:ext>
            </a:extLst>
          </p:cNvPr>
          <p:cNvGrpSpPr/>
          <p:nvPr/>
        </p:nvGrpSpPr>
        <p:grpSpPr>
          <a:xfrm>
            <a:off x="9120415" y="5983461"/>
            <a:ext cx="3548742" cy="830997"/>
            <a:chOff x="8757558" y="5903267"/>
            <a:chExt cx="3548742" cy="830997"/>
          </a:xfrm>
        </p:grpSpPr>
        <p:sp>
          <p:nvSpPr>
            <p:cNvPr id="491" name="TextBox 490">
              <a:extLst>
                <a:ext uri="{FF2B5EF4-FFF2-40B4-BE49-F238E27FC236}">
                  <a16:creationId xmlns:a16="http://schemas.microsoft.com/office/drawing/2014/main" id="{9C02D14E-840C-344B-9763-DE44A289373C}"/>
                </a:ext>
              </a:extLst>
            </p:cNvPr>
            <p:cNvSpPr txBox="1"/>
            <p:nvPr/>
          </p:nvSpPr>
          <p:spPr>
            <a:xfrm>
              <a:off x="9372601" y="5903267"/>
              <a:ext cx="2933699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Problem: dup data</a:t>
              </a:r>
            </a:p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accepted!</a:t>
              </a:r>
            </a:p>
          </p:txBody>
        </p:sp>
        <p:pic>
          <p:nvPicPr>
            <p:cNvPr id="492" name="Picture 491" descr="A picture containing drawing&#10;&#10;Description automatically generated">
              <a:extLst>
                <a:ext uri="{FF2B5EF4-FFF2-40B4-BE49-F238E27FC236}">
                  <a16:creationId xmlns:a16="http://schemas.microsoft.com/office/drawing/2014/main" id="{44630E30-AB86-2744-AC77-B540735E14B7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8757558" y="6003472"/>
              <a:ext cx="636815" cy="636815"/>
            </a:xfrm>
            <a:prstGeom prst="rect">
              <a:avLst/>
            </a:prstGeom>
          </p:spPr>
        </p:pic>
      </p:grpSp>
      <p:grpSp>
        <p:nvGrpSpPr>
          <p:cNvPr id="13" name="Group 12">
            <a:extLst>
              <a:ext uri="{FF2B5EF4-FFF2-40B4-BE49-F238E27FC236}">
                <a16:creationId xmlns:a16="http://schemas.microsoft.com/office/drawing/2014/main" id="{FF4B12AC-451D-994B-8F10-E450C0737005}"/>
              </a:ext>
            </a:extLst>
          </p:cNvPr>
          <p:cNvGrpSpPr/>
          <p:nvPr/>
        </p:nvGrpSpPr>
        <p:grpSpPr>
          <a:xfrm>
            <a:off x="8091532" y="3683267"/>
            <a:ext cx="3997325" cy="2365375"/>
            <a:chOff x="3185703" y="3422010"/>
            <a:chExt cx="3997325" cy="2365375"/>
          </a:xfrm>
        </p:grpSpPr>
        <p:sp>
          <p:nvSpPr>
            <p:cNvPr id="302" name="Freeform 86">
              <a:extLst>
                <a:ext uri="{FF2B5EF4-FFF2-40B4-BE49-F238E27FC236}">
                  <a16:creationId xmlns:a16="http://schemas.microsoft.com/office/drawing/2014/main" id="{38A816A8-A2A7-7540-BCC4-F843FEC5A429}"/>
                </a:ext>
              </a:extLst>
            </p:cNvPr>
            <p:cNvSpPr>
              <a:spLocks/>
            </p:cNvSpPr>
            <p:nvPr/>
          </p:nvSpPr>
          <p:spPr bwMode="auto">
            <a:xfrm>
              <a:off x="4431891" y="3661722"/>
              <a:ext cx="1501775" cy="1897063"/>
            </a:xfrm>
            <a:custGeom>
              <a:avLst/>
              <a:gdLst>
                <a:gd name="T0" fmla="*/ 0 w 946"/>
                <a:gd name="T1" fmla="*/ 15 h 1195"/>
                <a:gd name="T2" fmla="*/ 199 w 946"/>
                <a:gd name="T3" fmla="*/ 164 h 1195"/>
                <a:gd name="T4" fmla="*/ 320 w 946"/>
                <a:gd name="T5" fmla="*/ 960 h 1195"/>
                <a:gd name="T6" fmla="*/ 946 w 946"/>
                <a:gd name="T7" fmla="*/ 1138 h 1195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946" h="1195">
                  <a:moveTo>
                    <a:pt x="0" y="15"/>
                  </a:moveTo>
                  <a:cubicBezTo>
                    <a:pt x="32" y="40"/>
                    <a:pt x="114" y="0"/>
                    <a:pt x="199" y="164"/>
                  </a:cubicBezTo>
                  <a:cubicBezTo>
                    <a:pt x="284" y="328"/>
                    <a:pt x="195" y="798"/>
                    <a:pt x="320" y="960"/>
                  </a:cubicBezTo>
                  <a:cubicBezTo>
                    <a:pt x="477" y="1195"/>
                    <a:pt x="816" y="1101"/>
                    <a:pt x="946" y="1138"/>
                  </a:cubicBezTo>
                </a:path>
              </a:pathLst>
            </a:custGeom>
            <a:noFill/>
            <a:ln w="28575" cap="flat" cmpd="sng">
              <a:solidFill>
                <a:srgbClr val="000099"/>
              </a:solidFill>
              <a:prstDash val="solid"/>
              <a:round/>
              <a:headEnd type="none" w="med" len="med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03" name="Rectangle 88">
              <a:extLst>
                <a:ext uri="{FF2B5EF4-FFF2-40B4-BE49-F238E27FC236}">
                  <a16:creationId xmlns:a16="http://schemas.microsoft.com/office/drawing/2014/main" id="{2B3E4B53-E066-C34C-A204-C42E865280B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82728" y="5196835"/>
              <a:ext cx="711200" cy="282575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304" name="Text Box 87">
              <a:extLst>
                <a:ext uri="{FF2B5EF4-FFF2-40B4-BE49-F238E27FC236}">
                  <a16:creationId xmlns:a16="http://schemas.microsoft.com/office/drawing/2014/main" id="{3D13DFEA-C794-CD4D-B546-BEBC15495B3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468403" y="5152385"/>
              <a:ext cx="1092200" cy="3365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rPr>
                <a:t>data(x+1)</a:t>
              </a:r>
            </a:p>
          </p:txBody>
        </p:sp>
        <p:sp>
          <p:nvSpPr>
            <p:cNvPr id="305" name="Text Box 89">
              <a:extLst>
                <a:ext uri="{FF2B5EF4-FFF2-40B4-BE49-F238E27FC236}">
                  <a16:creationId xmlns:a16="http://schemas.microsoft.com/office/drawing/2014/main" id="{5708E844-9ADD-5141-AEAF-930791B6807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185703" y="3422010"/>
              <a:ext cx="1273175" cy="75247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9pPr>
            </a:lstStyle>
            <a:p>
              <a:pPr marL="0" marR="0" lvl="0" indent="0" algn="r" defTabSz="914400" rtl="0" eaLnBrk="0" fontAlgn="base" latinLnBrk="0" hangingPunct="0">
                <a:lnSpc>
                  <a:spcPct val="85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rPr>
                <a:t>retransmit</a:t>
              </a:r>
            </a:p>
            <a:p>
              <a:pPr marL="0" marR="0" lvl="0" indent="0" algn="r" defTabSz="914400" rtl="0" eaLnBrk="0" fontAlgn="base" latinLnBrk="0" hangingPunct="0">
                <a:lnSpc>
                  <a:spcPct val="85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rPr>
                <a:t>data(x+1)</a:t>
              </a:r>
            </a:p>
            <a:p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306" name="Text Box 90">
              <a:extLst>
                <a:ext uri="{FF2B5EF4-FFF2-40B4-BE49-F238E27FC236}">
                  <a16:creationId xmlns:a16="http://schemas.microsoft.com/office/drawing/2014/main" id="{32C37D16-8B61-D246-B162-8D0E36A5BA9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011453" y="5279385"/>
              <a:ext cx="1171575" cy="5080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85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rPr>
                <a:t>accept</a:t>
              </a:r>
            </a:p>
            <a:p>
              <a:pPr marL="0" marR="0" lvl="0" indent="0" algn="l" defTabSz="914400" rtl="0" eaLnBrk="0" fontAlgn="base" latinLnBrk="0" hangingPunct="0">
                <a:lnSpc>
                  <a:spcPct val="85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rPr>
                <a:t>data(x+1)</a:t>
              </a:r>
            </a:p>
          </p:txBody>
        </p:sp>
      </p:grpSp>
      <p:grpSp>
        <p:nvGrpSpPr>
          <p:cNvPr id="12" name="Group 11">
            <a:extLst>
              <a:ext uri="{FF2B5EF4-FFF2-40B4-BE49-F238E27FC236}">
                <a16:creationId xmlns:a16="http://schemas.microsoft.com/office/drawing/2014/main" id="{2FBF50D0-D345-1348-8991-01B659F7A8D4}"/>
              </a:ext>
            </a:extLst>
          </p:cNvPr>
          <p:cNvGrpSpPr/>
          <p:nvPr/>
        </p:nvGrpSpPr>
        <p:grpSpPr>
          <a:xfrm>
            <a:off x="7997186" y="2493962"/>
            <a:ext cx="3646488" cy="2992438"/>
            <a:chOff x="3134903" y="2369497"/>
            <a:chExt cx="3646488" cy="2992438"/>
          </a:xfrm>
        </p:grpSpPr>
        <p:grpSp>
          <p:nvGrpSpPr>
            <p:cNvPr id="7" name="Group 6">
              <a:extLst>
                <a:ext uri="{FF2B5EF4-FFF2-40B4-BE49-F238E27FC236}">
                  <a16:creationId xmlns:a16="http://schemas.microsoft.com/office/drawing/2014/main" id="{6190F2C1-0C5D-3A42-A359-9CD3AF8C99E1}"/>
                </a:ext>
              </a:extLst>
            </p:cNvPr>
            <p:cNvGrpSpPr/>
            <p:nvPr/>
          </p:nvGrpSpPr>
          <p:grpSpPr>
            <a:xfrm>
              <a:off x="3134903" y="2369497"/>
              <a:ext cx="3646488" cy="2992438"/>
              <a:chOff x="3134903" y="2369497"/>
              <a:chExt cx="3646488" cy="2992438"/>
            </a:xfrm>
          </p:grpSpPr>
          <p:grpSp>
            <p:nvGrpSpPr>
              <p:cNvPr id="5" name="Group 4">
                <a:extLst>
                  <a:ext uri="{FF2B5EF4-FFF2-40B4-BE49-F238E27FC236}">
                    <a16:creationId xmlns:a16="http://schemas.microsoft.com/office/drawing/2014/main" id="{56EB4120-1B3C-1046-99F5-B25161010680}"/>
                  </a:ext>
                </a:extLst>
              </p:cNvPr>
              <p:cNvGrpSpPr/>
              <p:nvPr/>
            </p:nvGrpSpPr>
            <p:grpSpPr>
              <a:xfrm>
                <a:off x="3134903" y="2369497"/>
                <a:ext cx="3646488" cy="2992438"/>
                <a:chOff x="3134903" y="2369497"/>
                <a:chExt cx="3646488" cy="2992438"/>
              </a:xfrm>
            </p:grpSpPr>
            <p:sp>
              <p:nvSpPr>
                <p:cNvPr id="296" name="Text Box 69">
                  <a:extLst>
                    <a:ext uri="{FF2B5EF4-FFF2-40B4-BE49-F238E27FC236}">
                      <a16:creationId xmlns:a16="http://schemas.microsoft.com/office/drawing/2014/main" id="{EE39D5A5-75E8-1642-A928-9D7249ADC116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3134903" y="2369497"/>
                  <a:ext cx="1273175" cy="752475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 xmlns="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xmlns="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>
                  <a:spAutoFit/>
                </a:bodyPr>
                <a:lstStyle>
                  <a:lvl1pPr>
                    <a:defRPr sz="1600">
                      <a:solidFill>
                        <a:schemeClr val="tx1"/>
                      </a:solidFill>
                      <a:latin typeface="Tahoma" charset="0"/>
                      <a:ea typeface="ＭＳ Ｐゴシック" charset="0"/>
                    </a:defRPr>
                  </a:lvl1pPr>
                  <a:lvl2pPr marL="742950" indent="-285750">
                    <a:defRPr sz="1600">
                      <a:solidFill>
                        <a:schemeClr val="tx1"/>
                      </a:solidFill>
                      <a:latin typeface="Tahoma" charset="0"/>
                      <a:ea typeface="ＭＳ Ｐゴシック" charset="0"/>
                    </a:defRPr>
                  </a:lvl2pPr>
                  <a:lvl3pPr marL="1143000" indent="-228600">
                    <a:defRPr sz="1600">
                      <a:solidFill>
                        <a:schemeClr val="tx1"/>
                      </a:solidFill>
                      <a:latin typeface="Tahoma" charset="0"/>
                      <a:ea typeface="ＭＳ Ｐゴシック" charset="0"/>
                    </a:defRPr>
                  </a:lvl3pPr>
                  <a:lvl4pPr marL="1600200" indent="-228600">
                    <a:defRPr sz="1600">
                      <a:solidFill>
                        <a:schemeClr val="tx1"/>
                      </a:solidFill>
                      <a:latin typeface="Tahoma" charset="0"/>
                      <a:ea typeface="ＭＳ Ｐゴシック" charset="0"/>
                    </a:defRPr>
                  </a:lvl4pPr>
                  <a:lvl5pPr marL="2057400" indent="-228600">
                    <a:defRPr sz="1600">
                      <a:solidFill>
                        <a:schemeClr val="tx1"/>
                      </a:solidFill>
                      <a:latin typeface="Tahoma" charset="0"/>
                      <a:ea typeface="ＭＳ Ｐゴシック" charset="0"/>
                    </a:defRPr>
                  </a:lvl5pPr>
                  <a:lvl6pPr marL="25146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Tahoma" charset="0"/>
                      <a:ea typeface="ＭＳ Ｐゴシック" charset="0"/>
                    </a:defRPr>
                  </a:lvl6pPr>
                  <a:lvl7pPr marL="29718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Tahoma" charset="0"/>
                      <a:ea typeface="ＭＳ Ｐゴシック" charset="0"/>
                    </a:defRPr>
                  </a:lvl7pPr>
                  <a:lvl8pPr marL="34290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Tahoma" charset="0"/>
                      <a:ea typeface="ＭＳ Ｐゴシック" charset="0"/>
                    </a:defRPr>
                  </a:lvl8pPr>
                  <a:lvl9pPr marL="38862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Tahoma" charset="0"/>
                      <a:ea typeface="ＭＳ Ｐゴシック" charset="0"/>
                    </a:defRPr>
                  </a:lvl9pPr>
                </a:lstStyle>
                <a:p>
                  <a:pPr marL="0" marR="0" lvl="0" indent="0" algn="r" defTabSz="914400" rtl="0" eaLnBrk="0" fontAlgn="base" latinLnBrk="0" hangingPunct="0">
                    <a:lnSpc>
                      <a:spcPct val="85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1600" b="0" i="0" u="none" strike="noStrike" kern="0" cap="none" spc="0" normalizeH="0" baseline="0" noProof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Tahoma" charset="0"/>
                      <a:ea typeface="ＭＳ Ｐゴシック" charset="0"/>
                      <a:cs typeface="+mn-cs"/>
                    </a:rPr>
                    <a:t>retransmit</a:t>
                  </a:r>
                </a:p>
                <a:p>
                  <a:pPr marL="0" marR="0" lvl="0" indent="0" algn="r" defTabSz="914400" rtl="0" eaLnBrk="0" fontAlgn="base" latinLnBrk="0" hangingPunct="0">
                    <a:lnSpc>
                      <a:spcPct val="85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1600" b="0" i="0" u="none" strike="noStrike" kern="0" cap="none" spc="0" normalizeH="0" baseline="0" noProof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Tahoma" charset="0"/>
                      <a:ea typeface="ＭＳ Ｐゴシック" charset="0"/>
                      <a:cs typeface="+mn-cs"/>
                    </a:rPr>
                    <a:t>req_conn(x)</a:t>
                  </a:r>
                </a:p>
                <a:p>
                  <a:pPr marL="0" marR="0" lvl="0" indent="0" algn="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ahoma" charset="0"/>
                    <a:ea typeface="ＭＳ Ｐゴシック" charset="0"/>
                    <a:cs typeface="+mn-cs"/>
                  </a:endParaRPr>
                </a:p>
              </p:txBody>
            </p:sp>
            <p:sp>
              <p:nvSpPr>
                <p:cNvPr id="297" name="Freeform 70">
                  <a:extLst>
                    <a:ext uri="{FF2B5EF4-FFF2-40B4-BE49-F238E27FC236}">
                      <a16:creationId xmlns:a16="http://schemas.microsoft.com/office/drawing/2014/main" id="{87666E37-BAB8-714B-BDF4-51ADC162FD6B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4449353" y="2671122"/>
                  <a:ext cx="1527175" cy="2559050"/>
                </a:xfrm>
                <a:custGeom>
                  <a:avLst/>
                  <a:gdLst>
                    <a:gd name="T0" fmla="*/ 0 w 962"/>
                    <a:gd name="T1" fmla="*/ 0 h 1612"/>
                    <a:gd name="T2" fmla="*/ 306 w 962"/>
                    <a:gd name="T3" fmla="*/ 234 h 1612"/>
                    <a:gd name="T4" fmla="*/ 467 w 962"/>
                    <a:gd name="T5" fmla="*/ 1342 h 1612"/>
                    <a:gd name="T6" fmla="*/ 962 w 962"/>
                    <a:gd name="T7" fmla="*/ 1612 h 1612"/>
                    <a:gd name="T8" fmla="*/ 0 60000 65536"/>
                    <a:gd name="T9" fmla="*/ 0 60000 65536"/>
                    <a:gd name="T10" fmla="*/ 0 60000 65536"/>
                    <a:gd name="T11" fmla="*/ 0 60000 65536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0" t="0" r="r" b="b"/>
                  <a:pathLst>
                    <a:path w="962" h="1612">
                      <a:moveTo>
                        <a:pt x="0" y="0"/>
                      </a:moveTo>
                      <a:cubicBezTo>
                        <a:pt x="50" y="40"/>
                        <a:pt x="228" y="10"/>
                        <a:pt x="306" y="234"/>
                      </a:cubicBezTo>
                      <a:cubicBezTo>
                        <a:pt x="384" y="458"/>
                        <a:pt x="358" y="1112"/>
                        <a:pt x="467" y="1342"/>
                      </a:cubicBezTo>
                      <a:cubicBezTo>
                        <a:pt x="576" y="1572"/>
                        <a:pt x="779" y="1601"/>
                        <a:pt x="962" y="1612"/>
                      </a:cubicBezTo>
                    </a:path>
                  </a:pathLst>
                </a:custGeom>
                <a:noFill/>
                <a:ln w="28575" cap="flat" cmpd="sng">
                  <a:solidFill>
                    <a:srgbClr val="000099"/>
                  </a:solidFill>
                  <a:prstDash val="solid"/>
                  <a:round/>
                  <a:headEnd type="none" w="med" len="med"/>
                  <a:tailEnd type="triangle" w="med" len="med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/>
                <a:lstStyle/>
                <a:p>
                  <a:pPr marL="0" marR="0" lvl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ahoma" panose="020B0604030504040204" pitchFamily="34" charset="0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  <p:sp>
              <p:nvSpPr>
                <p:cNvPr id="298" name="Text Box 71">
                  <a:extLst>
                    <a:ext uri="{FF2B5EF4-FFF2-40B4-BE49-F238E27FC236}">
                      <a16:creationId xmlns:a16="http://schemas.microsoft.com/office/drawing/2014/main" id="{B25E41D2-C0CA-EB48-880B-B13A1DD07596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6009866" y="5025385"/>
                  <a:ext cx="771525" cy="336550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 xmlns="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xmlns="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 sz="1600">
                      <a:solidFill>
                        <a:schemeClr val="tx1"/>
                      </a:solidFill>
                      <a:latin typeface="Tahoma" charset="0"/>
                      <a:ea typeface="ＭＳ Ｐゴシック" charset="0"/>
                    </a:defRPr>
                  </a:lvl1pPr>
                  <a:lvl2pPr marL="742950" indent="-285750">
                    <a:defRPr sz="1600">
                      <a:solidFill>
                        <a:schemeClr val="tx1"/>
                      </a:solidFill>
                      <a:latin typeface="Tahoma" charset="0"/>
                      <a:ea typeface="ＭＳ Ｐゴシック" charset="0"/>
                    </a:defRPr>
                  </a:lvl2pPr>
                  <a:lvl3pPr marL="1143000" indent="-228600">
                    <a:defRPr sz="1600">
                      <a:solidFill>
                        <a:schemeClr val="tx1"/>
                      </a:solidFill>
                      <a:latin typeface="Tahoma" charset="0"/>
                      <a:ea typeface="ＭＳ Ｐゴシック" charset="0"/>
                    </a:defRPr>
                  </a:lvl3pPr>
                  <a:lvl4pPr marL="1600200" indent="-228600">
                    <a:defRPr sz="1600">
                      <a:solidFill>
                        <a:schemeClr val="tx1"/>
                      </a:solidFill>
                      <a:latin typeface="Tahoma" charset="0"/>
                      <a:ea typeface="ＭＳ Ｐゴシック" charset="0"/>
                    </a:defRPr>
                  </a:lvl4pPr>
                  <a:lvl5pPr marL="2057400" indent="-228600">
                    <a:defRPr sz="1600">
                      <a:solidFill>
                        <a:schemeClr val="tx1"/>
                      </a:solidFill>
                      <a:latin typeface="Tahoma" charset="0"/>
                      <a:ea typeface="ＭＳ Ｐゴシック" charset="0"/>
                    </a:defRPr>
                  </a:lvl5pPr>
                  <a:lvl6pPr marL="25146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Tahoma" charset="0"/>
                      <a:ea typeface="ＭＳ Ｐゴシック" charset="0"/>
                    </a:defRPr>
                  </a:lvl6pPr>
                  <a:lvl7pPr marL="29718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Tahoma" charset="0"/>
                      <a:ea typeface="ＭＳ Ｐゴシック" charset="0"/>
                    </a:defRPr>
                  </a:lvl7pPr>
                  <a:lvl8pPr marL="34290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Tahoma" charset="0"/>
                      <a:ea typeface="ＭＳ Ｐゴシック" charset="0"/>
                    </a:defRPr>
                  </a:lvl8pPr>
                  <a:lvl9pPr marL="38862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Tahoma" charset="0"/>
                      <a:ea typeface="ＭＳ Ｐゴシック" charset="0"/>
                    </a:defRPr>
                  </a:lvl9pPr>
                </a:lstStyle>
                <a:p>
                  <a:pPr marL="0" marR="0" lvl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1600" b="0" i="0" u="none" strike="noStrike" kern="0" cap="none" spc="0" normalizeH="0" baseline="0" noProof="0">
                      <a:ln>
                        <a:noFill/>
                      </a:ln>
                      <a:solidFill>
                        <a:srgbClr val="CC0000"/>
                      </a:solidFill>
                      <a:effectLst/>
                      <a:uLnTx/>
                      <a:uFillTx/>
                      <a:latin typeface="Tahoma" charset="0"/>
                      <a:ea typeface="ＭＳ Ｐゴシック" charset="0"/>
                      <a:cs typeface="+mn-cs"/>
                    </a:rPr>
                    <a:t>ESTAB</a:t>
                  </a:r>
                </a:p>
              </p:txBody>
            </p:sp>
          </p:grpSp>
          <p:sp>
            <p:nvSpPr>
              <p:cNvPr id="299" name="Oval 72">
                <a:extLst>
                  <a:ext uri="{FF2B5EF4-FFF2-40B4-BE49-F238E27FC236}">
                    <a16:creationId xmlns:a16="http://schemas.microsoft.com/office/drawing/2014/main" id="{64BE47B6-AB1B-DB4F-891D-6475A8808F8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933666" y="5152385"/>
                <a:ext cx="90488" cy="88900"/>
              </a:xfrm>
              <a:prstGeom prst="ellipse">
                <a:avLst/>
              </a:prstGeom>
              <a:solidFill>
                <a:srgbClr val="CC0000"/>
              </a:solidFill>
              <a:ln w="9525">
                <a:solidFill>
                  <a:srgbClr val="CC0000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0" cap="none" spc="0" normalizeH="0" baseline="0" noProof="0">
                  <a:ln>
                    <a:noFill/>
                  </a:ln>
                  <a:solidFill>
                    <a:srgbClr val="CC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endParaRPr>
              </a:p>
            </p:txBody>
          </p:sp>
        </p:grpSp>
        <p:sp>
          <p:nvSpPr>
            <p:cNvPr id="300" name="Rectangle 74">
              <a:extLst>
                <a:ext uri="{FF2B5EF4-FFF2-40B4-BE49-F238E27FC236}">
                  <a16:creationId xmlns:a16="http://schemas.microsoft.com/office/drawing/2014/main" id="{27FAA0CE-40E3-9343-AB09-AE069D66FDA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60491" y="4725570"/>
              <a:ext cx="1071563" cy="26035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301" name="Text Box 75">
              <a:extLst>
                <a:ext uri="{FF2B5EF4-FFF2-40B4-BE49-F238E27FC236}">
                  <a16:creationId xmlns:a16="http://schemas.microsoft.com/office/drawing/2014/main" id="{DDB36B2F-A920-A540-B13F-3450D027F31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768441" y="4650731"/>
              <a:ext cx="1273175" cy="3365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0" cap="none" spc="0" normalizeH="0" baseline="0" noProof="0" dirty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rPr>
                <a:t>req_conn</a:t>
              </a:r>
              <a:r>
                <a:rPr kumimoji="0" lang="en-US" sz="16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rPr>
                <a:t>(x)</a:t>
              </a:r>
            </a:p>
          </p:txBody>
        </p:sp>
      </p:grpSp>
      <p:sp>
        <p:nvSpPr>
          <p:cNvPr id="14" name="Freeform 13">
            <a:extLst>
              <a:ext uri="{FF2B5EF4-FFF2-40B4-BE49-F238E27FC236}">
                <a16:creationId xmlns:a16="http://schemas.microsoft.com/office/drawing/2014/main" id="{1777275B-B883-3D44-8A7B-6DD2718917C4}"/>
              </a:ext>
            </a:extLst>
          </p:cNvPr>
          <p:cNvSpPr/>
          <p:nvPr/>
        </p:nvSpPr>
        <p:spPr>
          <a:xfrm>
            <a:off x="7997371" y="1857830"/>
            <a:ext cx="4194629" cy="3062514"/>
          </a:xfrm>
          <a:custGeom>
            <a:avLst/>
            <a:gdLst>
              <a:gd name="connsiteX0" fmla="*/ 0 w 3889829"/>
              <a:gd name="connsiteY0" fmla="*/ 0 h 3106057"/>
              <a:gd name="connsiteX1" fmla="*/ 1016000 w 3889829"/>
              <a:gd name="connsiteY1" fmla="*/ 29029 h 3106057"/>
              <a:gd name="connsiteX2" fmla="*/ 1611086 w 3889829"/>
              <a:gd name="connsiteY2" fmla="*/ 58057 h 3106057"/>
              <a:gd name="connsiteX3" fmla="*/ 2989943 w 3889829"/>
              <a:gd name="connsiteY3" fmla="*/ 101600 h 3106057"/>
              <a:gd name="connsiteX4" fmla="*/ 3889829 w 3889829"/>
              <a:gd name="connsiteY4" fmla="*/ 87086 h 3106057"/>
              <a:gd name="connsiteX5" fmla="*/ 3860800 w 3889829"/>
              <a:gd name="connsiteY5" fmla="*/ 3091543 h 3106057"/>
              <a:gd name="connsiteX6" fmla="*/ 3468915 w 3889829"/>
              <a:gd name="connsiteY6" fmla="*/ 2540000 h 3106057"/>
              <a:gd name="connsiteX7" fmla="*/ 3265715 w 3889829"/>
              <a:gd name="connsiteY7" fmla="*/ 2510971 h 3106057"/>
              <a:gd name="connsiteX8" fmla="*/ 2481943 w 3889829"/>
              <a:gd name="connsiteY8" fmla="*/ 2540000 h 3106057"/>
              <a:gd name="connsiteX9" fmla="*/ 1190172 w 3889829"/>
              <a:gd name="connsiteY9" fmla="*/ 2931886 h 3106057"/>
              <a:gd name="connsiteX10" fmla="*/ 435429 w 3889829"/>
              <a:gd name="connsiteY10" fmla="*/ 3106057 h 3106057"/>
              <a:gd name="connsiteX11" fmla="*/ 29029 w 3889829"/>
              <a:gd name="connsiteY11" fmla="*/ 3062514 h 3106057"/>
              <a:gd name="connsiteX12" fmla="*/ 0 w 3889829"/>
              <a:gd name="connsiteY12" fmla="*/ 0 h 3106057"/>
              <a:gd name="connsiteX0" fmla="*/ 0 w 3889829"/>
              <a:gd name="connsiteY0" fmla="*/ 0 h 3106057"/>
              <a:gd name="connsiteX1" fmla="*/ 1016000 w 3889829"/>
              <a:gd name="connsiteY1" fmla="*/ 29029 h 3106057"/>
              <a:gd name="connsiteX2" fmla="*/ 1611086 w 3889829"/>
              <a:gd name="connsiteY2" fmla="*/ 58057 h 3106057"/>
              <a:gd name="connsiteX3" fmla="*/ 2989943 w 3889829"/>
              <a:gd name="connsiteY3" fmla="*/ 101600 h 3106057"/>
              <a:gd name="connsiteX4" fmla="*/ 3889829 w 3889829"/>
              <a:gd name="connsiteY4" fmla="*/ 87086 h 3106057"/>
              <a:gd name="connsiteX5" fmla="*/ 3860800 w 3889829"/>
              <a:gd name="connsiteY5" fmla="*/ 3091543 h 3106057"/>
              <a:gd name="connsiteX6" fmla="*/ 3468915 w 3889829"/>
              <a:gd name="connsiteY6" fmla="*/ 2540000 h 3106057"/>
              <a:gd name="connsiteX7" fmla="*/ 3265715 w 3889829"/>
              <a:gd name="connsiteY7" fmla="*/ 2510971 h 3106057"/>
              <a:gd name="connsiteX8" fmla="*/ 2598057 w 3889829"/>
              <a:gd name="connsiteY8" fmla="*/ 2525486 h 3106057"/>
              <a:gd name="connsiteX9" fmla="*/ 1190172 w 3889829"/>
              <a:gd name="connsiteY9" fmla="*/ 2931886 h 3106057"/>
              <a:gd name="connsiteX10" fmla="*/ 435429 w 3889829"/>
              <a:gd name="connsiteY10" fmla="*/ 3106057 h 3106057"/>
              <a:gd name="connsiteX11" fmla="*/ 29029 w 3889829"/>
              <a:gd name="connsiteY11" fmla="*/ 3062514 h 3106057"/>
              <a:gd name="connsiteX12" fmla="*/ 0 w 3889829"/>
              <a:gd name="connsiteY12" fmla="*/ 0 h 3106057"/>
              <a:gd name="connsiteX0" fmla="*/ 0 w 3889829"/>
              <a:gd name="connsiteY0" fmla="*/ 0 h 3106057"/>
              <a:gd name="connsiteX1" fmla="*/ 1016000 w 3889829"/>
              <a:gd name="connsiteY1" fmla="*/ 29029 h 3106057"/>
              <a:gd name="connsiteX2" fmla="*/ 1611086 w 3889829"/>
              <a:gd name="connsiteY2" fmla="*/ 58057 h 3106057"/>
              <a:gd name="connsiteX3" fmla="*/ 2989943 w 3889829"/>
              <a:gd name="connsiteY3" fmla="*/ 101600 h 3106057"/>
              <a:gd name="connsiteX4" fmla="*/ 3889829 w 3889829"/>
              <a:gd name="connsiteY4" fmla="*/ 87086 h 3106057"/>
              <a:gd name="connsiteX5" fmla="*/ 3860800 w 3889829"/>
              <a:gd name="connsiteY5" fmla="*/ 3091543 h 3106057"/>
              <a:gd name="connsiteX6" fmla="*/ 3468915 w 3889829"/>
              <a:gd name="connsiteY6" fmla="*/ 2540000 h 3106057"/>
              <a:gd name="connsiteX7" fmla="*/ 3265715 w 3889829"/>
              <a:gd name="connsiteY7" fmla="*/ 2510971 h 3106057"/>
              <a:gd name="connsiteX8" fmla="*/ 2598057 w 3889829"/>
              <a:gd name="connsiteY8" fmla="*/ 2525486 h 3106057"/>
              <a:gd name="connsiteX9" fmla="*/ 2249715 w 3889829"/>
              <a:gd name="connsiteY9" fmla="*/ 2801257 h 3106057"/>
              <a:gd name="connsiteX10" fmla="*/ 435429 w 3889829"/>
              <a:gd name="connsiteY10" fmla="*/ 3106057 h 3106057"/>
              <a:gd name="connsiteX11" fmla="*/ 29029 w 3889829"/>
              <a:gd name="connsiteY11" fmla="*/ 3062514 h 3106057"/>
              <a:gd name="connsiteX12" fmla="*/ 0 w 3889829"/>
              <a:gd name="connsiteY12" fmla="*/ 0 h 3106057"/>
              <a:gd name="connsiteX0" fmla="*/ 0 w 3889829"/>
              <a:gd name="connsiteY0" fmla="*/ 0 h 3106057"/>
              <a:gd name="connsiteX1" fmla="*/ 1016000 w 3889829"/>
              <a:gd name="connsiteY1" fmla="*/ 29029 h 3106057"/>
              <a:gd name="connsiteX2" fmla="*/ 1611086 w 3889829"/>
              <a:gd name="connsiteY2" fmla="*/ 58057 h 3106057"/>
              <a:gd name="connsiteX3" fmla="*/ 2989943 w 3889829"/>
              <a:gd name="connsiteY3" fmla="*/ 101600 h 3106057"/>
              <a:gd name="connsiteX4" fmla="*/ 3889829 w 3889829"/>
              <a:gd name="connsiteY4" fmla="*/ 87086 h 3106057"/>
              <a:gd name="connsiteX5" fmla="*/ 3860800 w 3889829"/>
              <a:gd name="connsiteY5" fmla="*/ 3091543 h 3106057"/>
              <a:gd name="connsiteX6" fmla="*/ 3468915 w 3889829"/>
              <a:gd name="connsiteY6" fmla="*/ 2540000 h 3106057"/>
              <a:gd name="connsiteX7" fmla="*/ 3265715 w 3889829"/>
              <a:gd name="connsiteY7" fmla="*/ 2510971 h 3106057"/>
              <a:gd name="connsiteX8" fmla="*/ 2598057 w 3889829"/>
              <a:gd name="connsiteY8" fmla="*/ 2525486 h 3106057"/>
              <a:gd name="connsiteX9" fmla="*/ 2235201 w 3889829"/>
              <a:gd name="connsiteY9" fmla="*/ 2801257 h 3106057"/>
              <a:gd name="connsiteX10" fmla="*/ 435429 w 3889829"/>
              <a:gd name="connsiteY10" fmla="*/ 3106057 h 3106057"/>
              <a:gd name="connsiteX11" fmla="*/ 29029 w 3889829"/>
              <a:gd name="connsiteY11" fmla="*/ 3062514 h 3106057"/>
              <a:gd name="connsiteX12" fmla="*/ 0 w 3889829"/>
              <a:gd name="connsiteY12" fmla="*/ 0 h 3106057"/>
              <a:gd name="connsiteX0" fmla="*/ 0 w 3889829"/>
              <a:gd name="connsiteY0" fmla="*/ 0 h 3091543"/>
              <a:gd name="connsiteX1" fmla="*/ 1016000 w 3889829"/>
              <a:gd name="connsiteY1" fmla="*/ 29029 h 3091543"/>
              <a:gd name="connsiteX2" fmla="*/ 1611086 w 3889829"/>
              <a:gd name="connsiteY2" fmla="*/ 58057 h 3091543"/>
              <a:gd name="connsiteX3" fmla="*/ 2989943 w 3889829"/>
              <a:gd name="connsiteY3" fmla="*/ 101600 h 3091543"/>
              <a:gd name="connsiteX4" fmla="*/ 3889829 w 3889829"/>
              <a:gd name="connsiteY4" fmla="*/ 87086 h 3091543"/>
              <a:gd name="connsiteX5" fmla="*/ 3860800 w 3889829"/>
              <a:gd name="connsiteY5" fmla="*/ 3091543 h 3091543"/>
              <a:gd name="connsiteX6" fmla="*/ 3468915 w 3889829"/>
              <a:gd name="connsiteY6" fmla="*/ 2540000 h 3091543"/>
              <a:gd name="connsiteX7" fmla="*/ 3265715 w 3889829"/>
              <a:gd name="connsiteY7" fmla="*/ 2510971 h 3091543"/>
              <a:gd name="connsiteX8" fmla="*/ 2598057 w 3889829"/>
              <a:gd name="connsiteY8" fmla="*/ 2525486 h 3091543"/>
              <a:gd name="connsiteX9" fmla="*/ 2235201 w 3889829"/>
              <a:gd name="connsiteY9" fmla="*/ 2801257 h 3091543"/>
              <a:gd name="connsiteX10" fmla="*/ 1088572 w 3889829"/>
              <a:gd name="connsiteY10" fmla="*/ 3033485 h 3091543"/>
              <a:gd name="connsiteX11" fmla="*/ 29029 w 3889829"/>
              <a:gd name="connsiteY11" fmla="*/ 3062514 h 3091543"/>
              <a:gd name="connsiteX12" fmla="*/ 0 w 3889829"/>
              <a:gd name="connsiteY12" fmla="*/ 0 h 3091543"/>
              <a:gd name="connsiteX0" fmla="*/ 0 w 4209143"/>
              <a:gd name="connsiteY0" fmla="*/ 14514 h 3062514"/>
              <a:gd name="connsiteX1" fmla="*/ 1335314 w 4209143"/>
              <a:gd name="connsiteY1" fmla="*/ 0 h 3062514"/>
              <a:gd name="connsiteX2" fmla="*/ 1930400 w 4209143"/>
              <a:gd name="connsiteY2" fmla="*/ 29028 h 3062514"/>
              <a:gd name="connsiteX3" fmla="*/ 3309257 w 4209143"/>
              <a:gd name="connsiteY3" fmla="*/ 72571 h 3062514"/>
              <a:gd name="connsiteX4" fmla="*/ 4209143 w 4209143"/>
              <a:gd name="connsiteY4" fmla="*/ 58057 h 3062514"/>
              <a:gd name="connsiteX5" fmla="*/ 4180114 w 4209143"/>
              <a:gd name="connsiteY5" fmla="*/ 3062514 h 3062514"/>
              <a:gd name="connsiteX6" fmla="*/ 3788229 w 4209143"/>
              <a:gd name="connsiteY6" fmla="*/ 2510971 h 3062514"/>
              <a:gd name="connsiteX7" fmla="*/ 3585029 w 4209143"/>
              <a:gd name="connsiteY7" fmla="*/ 2481942 h 3062514"/>
              <a:gd name="connsiteX8" fmla="*/ 2917371 w 4209143"/>
              <a:gd name="connsiteY8" fmla="*/ 2496457 h 3062514"/>
              <a:gd name="connsiteX9" fmla="*/ 2554515 w 4209143"/>
              <a:gd name="connsiteY9" fmla="*/ 2772228 h 3062514"/>
              <a:gd name="connsiteX10" fmla="*/ 1407886 w 4209143"/>
              <a:gd name="connsiteY10" fmla="*/ 3004456 h 3062514"/>
              <a:gd name="connsiteX11" fmla="*/ 348343 w 4209143"/>
              <a:gd name="connsiteY11" fmla="*/ 3033485 h 3062514"/>
              <a:gd name="connsiteX12" fmla="*/ 0 w 4209143"/>
              <a:gd name="connsiteY12" fmla="*/ 14514 h 3062514"/>
              <a:gd name="connsiteX0" fmla="*/ 0 w 4194629"/>
              <a:gd name="connsiteY0" fmla="*/ 29028 h 3062514"/>
              <a:gd name="connsiteX1" fmla="*/ 1320800 w 4194629"/>
              <a:gd name="connsiteY1" fmla="*/ 0 h 3062514"/>
              <a:gd name="connsiteX2" fmla="*/ 1915886 w 4194629"/>
              <a:gd name="connsiteY2" fmla="*/ 29028 h 3062514"/>
              <a:gd name="connsiteX3" fmla="*/ 3294743 w 4194629"/>
              <a:gd name="connsiteY3" fmla="*/ 72571 h 3062514"/>
              <a:gd name="connsiteX4" fmla="*/ 4194629 w 4194629"/>
              <a:gd name="connsiteY4" fmla="*/ 58057 h 3062514"/>
              <a:gd name="connsiteX5" fmla="*/ 4165600 w 4194629"/>
              <a:gd name="connsiteY5" fmla="*/ 3062514 h 3062514"/>
              <a:gd name="connsiteX6" fmla="*/ 3773715 w 4194629"/>
              <a:gd name="connsiteY6" fmla="*/ 2510971 h 3062514"/>
              <a:gd name="connsiteX7" fmla="*/ 3570515 w 4194629"/>
              <a:gd name="connsiteY7" fmla="*/ 2481942 h 3062514"/>
              <a:gd name="connsiteX8" fmla="*/ 2902857 w 4194629"/>
              <a:gd name="connsiteY8" fmla="*/ 2496457 h 3062514"/>
              <a:gd name="connsiteX9" fmla="*/ 2540001 w 4194629"/>
              <a:gd name="connsiteY9" fmla="*/ 2772228 h 3062514"/>
              <a:gd name="connsiteX10" fmla="*/ 1393372 w 4194629"/>
              <a:gd name="connsiteY10" fmla="*/ 3004456 h 3062514"/>
              <a:gd name="connsiteX11" fmla="*/ 333829 w 4194629"/>
              <a:gd name="connsiteY11" fmla="*/ 3033485 h 3062514"/>
              <a:gd name="connsiteX12" fmla="*/ 0 w 4194629"/>
              <a:gd name="connsiteY12" fmla="*/ 29028 h 3062514"/>
              <a:gd name="connsiteX0" fmla="*/ 0 w 4194629"/>
              <a:gd name="connsiteY0" fmla="*/ 29028 h 3062514"/>
              <a:gd name="connsiteX1" fmla="*/ 1320800 w 4194629"/>
              <a:gd name="connsiteY1" fmla="*/ 0 h 3062514"/>
              <a:gd name="connsiteX2" fmla="*/ 1915886 w 4194629"/>
              <a:gd name="connsiteY2" fmla="*/ 29028 h 3062514"/>
              <a:gd name="connsiteX3" fmla="*/ 3294743 w 4194629"/>
              <a:gd name="connsiteY3" fmla="*/ 72571 h 3062514"/>
              <a:gd name="connsiteX4" fmla="*/ 4194629 w 4194629"/>
              <a:gd name="connsiteY4" fmla="*/ 58057 h 3062514"/>
              <a:gd name="connsiteX5" fmla="*/ 4165600 w 4194629"/>
              <a:gd name="connsiteY5" fmla="*/ 3062514 h 3062514"/>
              <a:gd name="connsiteX6" fmla="*/ 3773715 w 4194629"/>
              <a:gd name="connsiteY6" fmla="*/ 2510971 h 3062514"/>
              <a:gd name="connsiteX7" fmla="*/ 3570515 w 4194629"/>
              <a:gd name="connsiteY7" fmla="*/ 2481942 h 3062514"/>
              <a:gd name="connsiteX8" fmla="*/ 2902857 w 4194629"/>
              <a:gd name="connsiteY8" fmla="*/ 2496457 h 3062514"/>
              <a:gd name="connsiteX9" fmla="*/ 2540001 w 4194629"/>
              <a:gd name="connsiteY9" fmla="*/ 2772228 h 3062514"/>
              <a:gd name="connsiteX10" fmla="*/ 1393372 w 4194629"/>
              <a:gd name="connsiteY10" fmla="*/ 3004456 h 3062514"/>
              <a:gd name="connsiteX11" fmla="*/ 101600 w 4194629"/>
              <a:gd name="connsiteY11" fmla="*/ 3033485 h 3062514"/>
              <a:gd name="connsiteX12" fmla="*/ 0 w 4194629"/>
              <a:gd name="connsiteY12" fmla="*/ 29028 h 3062514"/>
              <a:gd name="connsiteX0" fmla="*/ 0 w 4194629"/>
              <a:gd name="connsiteY0" fmla="*/ 29028 h 3062514"/>
              <a:gd name="connsiteX1" fmla="*/ 1320800 w 4194629"/>
              <a:gd name="connsiteY1" fmla="*/ 0 h 3062514"/>
              <a:gd name="connsiteX2" fmla="*/ 1915886 w 4194629"/>
              <a:gd name="connsiteY2" fmla="*/ 29028 h 3062514"/>
              <a:gd name="connsiteX3" fmla="*/ 3294743 w 4194629"/>
              <a:gd name="connsiteY3" fmla="*/ 72571 h 3062514"/>
              <a:gd name="connsiteX4" fmla="*/ 4194629 w 4194629"/>
              <a:gd name="connsiteY4" fmla="*/ 58057 h 3062514"/>
              <a:gd name="connsiteX5" fmla="*/ 4165600 w 4194629"/>
              <a:gd name="connsiteY5" fmla="*/ 3062514 h 3062514"/>
              <a:gd name="connsiteX6" fmla="*/ 3773715 w 4194629"/>
              <a:gd name="connsiteY6" fmla="*/ 2510971 h 3062514"/>
              <a:gd name="connsiteX7" fmla="*/ 3570515 w 4194629"/>
              <a:gd name="connsiteY7" fmla="*/ 2481942 h 3062514"/>
              <a:gd name="connsiteX8" fmla="*/ 2902857 w 4194629"/>
              <a:gd name="connsiteY8" fmla="*/ 2496457 h 3062514"/>
              <a:gd name="connsiteX9" fmla="*/ 2540001 w 4194629"/>
              <a:gd name="connsiteY9" fmla="*/ 2772228 h 3062514"/>
              <a:gd name="connsiteX10" fmla="*/ 1393372 w 4194629"/>
              <a:gd name="connsiteY10" fmla="*/ 3004456 h 3062514"/>
              <a:gd name="connsiteX11" fmla="*/ 29028 w 4194629"/>
              <a:gd name="connsiteY11" fmla="*/ 3033485 h 3062514"/>
              <a:gd name="connsiteX12" fmla="*/ 0 w 4194629"/>
              <a:gd name="connsiteY12" fmla="*/ 29028 h 30625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4194629" h="3062514">
                <a:moveTo>
                  <a:pt x="0" y="29028"/>
                </a:moveTo>
                <a:lnTo>
                  <a:pt x="1320800" y="0"/>
                </a:lnTo>
                <a:lnTo>
                  <a:pt x="1915886" y="29028"/>
                </a:lnTo>
                <a:lnTo>
                  <a:pt x="3294743" y="72571"/>
                </a:lnTo>
                <a:lnTo>
                  <a:pt x="4194629" y="58057"/>
                </a:lnTo>
                <a:lnTo>
                  <a:pt x="4165600" y="3062514"/>
                </a:lnTo>
                <a:lnTo>
                  <a:pt x="3773715" y="2510971"/>
                </a:lnTo>
                <a:lnTo>
                  <a:pt x="3570515" y="2481942"/>
                </a:lnTo>
                <a:lnTo>
                  <a:pt x="2902857" y="2496457"/>
                </a:lnTo>
                <a:lnTo>
                  <a:pt x="2540001" y="2772228"/>
                </a:lnTo>
                <a:lnTo>
                  <a:pt x="1393372" y="3004456"/>
                </a:lnTo>
                <a:lnTo>
                  <a:pt x="29028" y="3033485"/>
                </a:lnTo>
                <a:lnTo>
                  <a:pt x="0" y="29028"/>
                </a:lnTo>
                <a:close/>
              </a:path>
            </a:pathLst>
          </a:custGeom>
          <a:solidFill>
            <a:schemeClr val="bg1">
              <a:alpha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610667146"/>
      </p:ext>
    </p:extLst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6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1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6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8CD900-19EC-824C-BF74-AADFBF5A17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8690" y="289325"/>
            <a:ext cx="11393310" cy="894622"/>
          </a:xfrm>
        </p:spPr>
        <p:txBody>
          <a:bodyPr>
            <a:normAutofit/>
          </a:bodyPr>
          <a:lstStyle/>
          <a:p>
            <a:r>
              <a:rPr lang="en-US" sz="4800" dirty="0"/>
              <a:t>TCP 3-way handshake</a:t>
            </a:r>
            <a:endParaRPr lang="en-US" sz="4400" b="0" dirty="0"/>
          </a:p>
        </p:txBody>
      </p:sp>
      <p:sp>
        <p:nvSpPr>
          <p:cNvPr id="215" name="Line 5">
            <a:extLst>
              <a:ext uri="{FF2B5EF4-FFF2-40B4-BE49-F238E27FC236}">
                <a16:creationId xmlns:a16="http://schemas.microsoft.com/office/drawing/2014/main" id="{977A2B4A-655D-5443-8A4F-92884511787E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4796631" y="3078661"/>
            <a:ext cx="1588" cy="2470150"/>
          </a:xfrm>
          <a:prstGeom prst="line">
            <a:avLst/>
          </a:prstGeom>
          <a:noFill/>
          <a:ln w="9525">
            <a:solidFill>
              <a:srgbClr val="777777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charset="0"/>
              <a:ea typeface="ＭＳ Ｐゴシック" charset="0"/>
              <a:cs typeface="+mn-cs"/>
            </a:endParaRPr>
          </a:p>
        </p:txBody>
      </p:sp>
      <p:grpSp>
        <p:nvGrpSpPr>
          <p:cNvPr id="216" name="Group 102">
            <a:extLst>
              <a:ext uri="{FF2B5EF4-FFF2-40B4-BE49-F238E27FC236}">
                <a16:creationId xmlns:a16="http://schemas.microsoft.com/office/drawing/2014/main" id="{1F3D6A6C-5FEE-8646-8A80-04AC9F3BFF74}"/>
              </a:ext>
            </a:extLst>
          </p:cNvPr>
          <p:cNvGrpSpPr>
            <a:grpSpLocks/>
          </p:cNvGrpSpPr>
          <p:nvPr/>
        </p:nvGrpSpPr>
        <p:grpSpPr bwMode="auto">
          <a:xfrm>
            <a:off x="2810669" y="3005636"/>
            <a:ext cx="4494212" cy="955675"/>
            <a:chOff x="810" y="1363"/>
            <a:chExt cx="2831" cy="602"/>
          </a:xfrm>
        </p:grpSpPr>
        <p:sp>
          <p:nvSpPr>
            <p:cNvPr id="217" name="Line 10">
              <a:extLst>
                <a:ext uri="{FF2B5EF4-FFF2-40B4-BE49-F238E27FC236}">
                  <a16:creationId xmlns:a16="http://schemas.microsoft.com/office/drawing/2014/main" id="{EE87312F-9111-3748-8D8C-BFB220C5EE3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062" y="1502"/>
              <a:ext cx="1579" cy="463"/>
            </a:xfrm>
            <a:prstGeom prst="line">
              <a:avLst/>
            </a:prstGeom>
            <a:noFill/>
            <a:ln w="28575">
              <a:solidFill>
                <a:srgbClr val="000099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218" name="Rectangle 12">
              <a:extLst>
                <a:ext uri="{FF2B5EF4-FFF2-40B4-BE49-F238E27FC236}">
                  <a16:creationId xmlns:a16="http://schemas.microsoft.com/office/drawing/2014/main" id="{F50F8FCD-3A00-574F-A159-92B207C593B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18" y="1565"/>
              <a:ext cx="590" cy="27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219" name="Text Box 13">
              <a:extLst>
                <a:ext uri="{FF2B5EF4-FFF2-40B4-BE49-F238E27FC236}">
                  <a16:creationId xmlns:a16="http://schemas.microsoft.com/office/drawing/2014/main" id="{24E8EE1C-DBA9-8F4D-82EE-29CEECDFAAD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310" y="1624"/>
              <a:ext cx="1096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rPr>
                <a:t>SYNbit=1, Seq=x</a:t>
              </a:r>
            </a:p>
          </p:txBody>
        </p:sp>
        <p:sp>
          <p:nvSpPr>
            <p:cNvPr id="220" name="Text Box 21">
              <a:extLst>
                <a:ext uri="{FF2B5EF4-FFF2-40B4-BE49-F238E27FC236}">
                  <a16:creationId xmlns:a16="http://schemas.microsoft.com/office/drawing/2014/main" id="{8343DEBF-07A5-D746-BE48-88F38BD4075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10" y="1363"/>
              <a:ext cx="1230" cy="3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9pPr>
            </a:lstStyle>
            <a:p>
              <a:pPr marL="0" marR="0" lvl="0" indent="0" algn="r" defTabSz="914400" rtl="0" eaLnBrk="0" fontAlgn="base" latinLnBrk="0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rPr>
                <a:t>choose init seq num, x</a:t>
              </a:r>
            </a:p>
            <a:p>
              <a:pPr marL="0" marR="0" lvl="0" indent="0" algn="r" defTabSz="914400" rtl="0" eaLnBrk="0" fontAlgn="base" latinLnBrk="0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rPr>
                <a:t>send TCP SYN msg</a:t>
              </a:r>
            </a:p>
          </p:txBody>
        </p:sp>
      </p:grpSp>
      <p:sp>
        <p:nvSpPr>
          <p:cNvPr id="221" name="Line 22">
            <a:extLst>
              <a:ext uri="{FF2B5EF4-FFF2-40B4-BE49-F238E27FC236}">
                <a16:creationId xmlns:a16="http://schemas.microsoft.com/office/drawing/2014/main" id="{2FC7049F-93A3-A84A-9D90-B3F4B6E3F6E9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7385844" y="3148511"/>
            <a:ext cx="1587" cy="3417888"/>
          </a:xfrm>
          <a:prstGeom prst="line">
            <a:avLst/>
          </a:prstGeom>
          <a:noFill/>
          <a:ln w="9525">
            <a:solidFill>
              <a:srgbClr val="777777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charset="0"/>
              <a:ea typeface="ＭＳ Ｐゴシック" charset="0"/>
              <a:cs typeface="+mn-cs"/>
            </a:endParaRPr>
          </a:p>
        </p:txBody>
      </p:sp>
      <p:sp>
        <p:nvSpPr>
          <p:cNvPr id="222" name="Text Box 92">
            <a:extLst>
              <a:ext uri="{FF2B5EF4-FFF2-40B4-BE49-F238E27FC236}">
                <a16:creationId xmlns:a16="http://schemas.microsoft.com/office/drawing/2014/main" id="{8192AE36-3CEB-7940-A712-3437D9AE1C1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571831" y="5986961"/>
            <a:ext cx="771525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rPr>
              <a:t>ESTAB</a:t>
            </a:r>
          </a:p>
        </p:txBody>
      </p:sp>
      <p:grpSp>
        <p:nvGrpSpPr>
          <p:cNvPr id="223" name="Group 109">
            <a:extLst>
              <a:ext uri="{FF2B5EF4-FFF2-40B4-BE49-F238E27FC236}">
                <a16:creationId xmlns:a16="http://schemas.microsoft.com/office/drawing/2014/main" id="{9180F1A8-9EF0-3C49-80B2-6C9528088F36}"/>
              </a:ext>
            </a:extLst>
          </p:cNvPr>
          <p:cNvGrpSpPr>
            <a:grpSpLocks/>
          </p:cNvGrpSpPr>
          <p:nvPr/>
        </p:nvGrpSpPr>
        <p:grpSpPr bwMode="auto">
          <a:xfrm>
            <a:off x="4795044" y="3675561"/>
            <a:ext cx="4519612" cy="1425575"/>
            <a:chOff x="2060" y="1785"/>
            <a:chExt cx="2847" cy="898"/>
          </a:xfrm>
        </p:grpSpPr>
        <p:sp>
          <p:nvSpPr>
            <p:cNvPr id="224" name="Line 11">
              <a:extLst>
                <a:ext uri="{FF2B5EF4-FFF2-40B4-BE49-F238E27FC236}">
                  <a16:creationId xmlns:a16="http://schemas.microsoft.com/office/drawing/2014/main" id="{660BD729-B466-584F-9DAC-1C1358024968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060" y="2031"/>
              <a:ext cx="1580" cy="652"/>
            </a:xfrm>
            <a:prstGeom prst="line">
              <a:avLst/>
            </a:prstGeom>
            <a:noFill/>
            <a:ln w="28575">
              <a:solidFill>
                <a:srgbClr val="000099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225" name="Rectangle 14">
              <a:extLst>
                <a:ext uri="{FF2B5EF4-FFF2-40B4-BE49-F238E27FC236}">
                  <a16:creationId xmlns:a16="http://schemas.microsoft.com/office/drawing/2014/main" id="{36832487-CAD9-A047-9D5F-96D1B02D3E6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81" y="2206"/>
              <a:ext cx="896" cy="327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226" name="Text Box 83">
              <a:extLst>
                <a:ext uri="{FF2B5EF4-FFF2-40B4-BE49-F238E27FC236}">
                  <a16:creationId xmlns:a16="http://schemas.microsoft.com/office/drawing/2014/main" id="{393E04DD-B089-D14F-BFBB-76E878EC5F6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159" y="2169"/>
              <a:ext cx="1534" cy="36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rPr>
                <a:t>SYNbit=1, Seq=y</a:t>
              </a:r>
            </a:p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rPr>
                <a:t>ACKbit=1; ACKnum=x+1</a:t>
              </a:r>
            </a:p>
          </p:txBody>
        </p:sp>
        <p:sp>
          <p:nvSpPr>
            <p:cNvPr id="227" name="Text Box 93">
              <a:extLst>
                <a:ext uri="{FF2B5EF4-FFF2-40B4-BE49-F238E27FC236}">
                  <a16:creationId xmlns:a16="http://schemas.microsoft.com/office/drawing/2014/main" id="{D2107B90-790F-D84D-8A95-4CD5BE8D772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676" y="1785"/>
              <a:ext cx="1231" cy="42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rPr>
                <a:t>choose init seq num, y</a:t>
              </a:r>
            </a:p>
            <a:p>
              <a:pPr marL="0" marR="0" lvl="0" indent="0" algn="l" defTabSz="914400" rtl="0" eaLnBrk="0" fontAlgn="base" latinLnBrk="0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rPr>
                <a:t>send TCP SYNACK</a:t>
              </a:r>
            </a:p>
            <a:p>
              <a:pPr marL="0" marR="0" lvl="0" indent="0" algn="l" defTabSz="914400" rtl="0" eaLnBrk="0" fontAlgn="base" latinLnBrk="0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rPr>
                <a:t>msg, acking SYN</a:t>
              </a:r>
            </a:p>
          </p:txBody>
        </p:sp>
      </p:grpSp>
      <p:grpSp>
        <p:nvGrpSpPr>
          <p:cNvPr id="228" name="Group 110">
            <a:extLst>
              <a:ext uri="{FF2B5EF4-FFF2-40B4-BE49-F238E27FC236}">
                <a16:creationId xmlns:a16="http://schemas.microsoft.com/office/drawing/2014/main" id="{92A8D17F-88B5-E34B-ADF1-D1D5F4C6CACA}"/>
              </a:ext>
            </a:extLst>
          </p:cNvPr>
          <p:cNvGrpSpPr>
            <a:grpSpLocks/>
          </p:cNvGrpSpPr>
          <p:nvPr/>
        </p:nvGrpSpPr>
        <p:grpSpPr bwMode="auto">
          <a:xfrm>
            <a:off x="2512219" y="4774111"/>
            <a:ext cx="6630987" cy="1373188"/>
            <a:chOff x="622" y="2477"/>
            <a:chExt cx="4177" cy="865"/>
          </a:xfrm>
        </p:grpSpPr>
        <p:sp>
          <p:nvSpPr>
            <p:cNvPr id="229" name="Line 84">
              <a:extLst>
                <a:ext uri="{FF2B5EF4-FFF2-40B4-BE49-F238E27FC236}">
                  <a16:creationId xmlns:a16="http://schemas.microsoft.com/office/drawing/2014/main" id="{31D580AA-9CAF-1544-A3DB-06757FBBB39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073" y="2728"/>
              <a:ext cx="1579" cy="463"/>
            </a:xfrm>
            <a:prstGeom prst="line">
              <a:avLst/>
            </a:prstGeom>
            <a:noFill/>
            <a:ln w="28575">
              <a:solidFill>
                <a:srgbClr val="000099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230" name="Rectangle 89">
              <a:extLst>
                <a:ext uri="{FF2B5EF4-FFF2-40B4-BE49-F238E27FC236}">
                  <a16:creationId xmlns:a16="http://schemas.microsoft.com/office/drawing/2014/main" id="{60D16AD1-FAFA-6248-BB4D-76643C40A64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86" y="2806"/>
              <a:ext cx="775" cy="27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231" name="Text Box 90">
              <a:extLst>
                <a:ext uri="{FF2B5EF4-FFF2-40B4-BE49-F238E27FC236}">
                  <a16:creationId xmlns:a16="http://schemas.microsoft.com/office/drawing/2014/main" id="{D8F9F960-0A9B-F045-8B04-6F4D6313031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092" y="2852"/>
              <a:ext cx="1529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rPr>
                <a:t>ACKbit=1, ACKnum=y+1</a:t>
              </a:r>
            </a:p>
          </p:txBody>
        </p:sp>
        <p:sp>
          <p:nvSpPr>
            <p:cNvPr id="232" name="Text Box 94">
              <a:extLst>
                <a:ext uri="{FF2B5EF4-FFF2-40B4-BE49-F238E27FC236}">
                  <a16:creationId xmlns:a16="http://schemas.microsoft.com/office/drawing/2014/main" id="{B9046815-BDD2-9143-979C-D64169C26C5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22" y="2477"/>
              <a:ext cx="1422" cy="66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9pPr>
            </a:lstStyle>
            <a:p>
              <a:pPr marL="0" marR="0" lvl="0" indent="0" algn="r" defTabSz="914400" rtl="0" eaLnBrk="0" fontAlgn="base" latinLnBrk="0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rPr>
                <a:t>received SYNACK(x) </a:t>
              </a:r>
            </a:p>
            <a:p>
              <a:pPr marL="0" marR="0" lvl="0" indent="0" algn="r" defTabSz="914400" rtl="0" eaLnBrk="0" fontAlgn="base" latinLnBrk="0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rPr>
                <a:t>indicates server is live;</a:t>
              </a:r>
            </a:p>
            <a:p>
              <a:pPr marL="0" marR="0" lvl="0" indent="0" algn="r" defTabSz="914400" rtl="0" eaLnBrk="0" fontAlgn="base" latinLnBrk="0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rPr>
                <a:t>send ACK for SYNACK;</a:t>
              </a:r>
            </a:p>
            <a:p>
              <a:pPr marL="0" marR="0" lvl="0" indent="0" algn="r" defTabSz="914400" rtl="0" eaLnBrk="0" fontAlgn="base" latinLnBrk="0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rPr>
                <a:t>this segment may contain </a:t>
              </a:r>
            </a:p>
            <a:p>
              <a:pPr marL="0" marR="0" lvl="0" indent="0" algn="r" defTabSz="914400" rtl="0" eaLnBrk="0" fontAlgn="base" latinLnBrk="0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rPr>
                <a:t>client-to-server data</a:t>
              </a:r>
            </a:p>
          </p:txBody>
        </p:sp>
        <p:sp>
          <p:nvSpPr>
            <p:cNvPr id="233" name="Text Box 95">
              <a:extLst>
                <a:ext uri="{FF2B5EF4-FFF2-40B4-BE49-F238E27FC236}">
                  <a16:creationId xmlns:a16="http://schemas.microsoft.com/office/drawing/2014/main" id="{ADF0930B-F723-4446-8C5B-8996D59396E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640" y="3042"/>
              <a:ext cx="1159" cy="3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rPr>
                <a:t>received ACK(y) </a:t>
              </a:r>
            </a:p>
            <a:p>
              <a:pPr marL="0" marR="0" lvl="0" indent="0" algn="l" defTabSz="914400" rtl="0" eaLnBrk="0" fontAlgn="base" latinLnBrk="0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rPr>
                <a:t>indicates client is live</a:t>
              </a:r>
            </a:p>
          </p:txBody>
        </p:sp>
      </p:grpSp>
      <p:grpSp>
        <p:nvGrpSpPr>
          <p:cNvPr id="234" name="Group 105">
            <a:extLst>
              <a:ext uri="{FF2B5EF4-FFF2-40B4-BE49-F238E27FC236}">
                <a16:creationId xmlns:a16="http://schemas.microsoft.com/office/drawing/2014/main" id="{45AA77DF-71CD-2E48-9AEE-EC1E8FB1B1C5}"/>
              </a:ext>
            </a:extLst>
          </p:cNvPr>
          <p:cNvGrpSpPr>
            <a:grpSpLocks/>
          </p:cNvGrpSpPr>
          <p:nvPr/>
        </p:nvGrpSpPr>
        <p:grpSpPr bwMode="auto">
          <a:xfrm>
            <a:off x="1813719" y="3043736"/>
            <a:ext cx="1030287" cy="700088"/>
            <a:chOff x="182" y="1387"/>
            <a:chExt cx="649" cy="441"/>
          </a:xfrm>
        </p:grpSpPr>
        <p:sp>
          <p:nvSpPr>
            <p:cNvPr id="235" name="Text Box 91">
              <a:extLst>
                <a:ext uri="{FF2B5EF4-FFF2-40B4-BE49-F238E27FC236}">
                  <a16:creationId xmlns:a16="http://schemas.microsoft.com/office/drawing/2014/main" id="{B93FA479-02A5-4C43-B059-3F1D0BB052E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82" y="1616"/>
              <a:ext cx="649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rPr>
                <a:t>SYNSENT</a:t>
              </a:r>
            </a:p>
          </p:txBody>
        </p:sp>
        <p:sp>
          <p:nvSpPr>
            <p:cNvPr id="236" name="Line 103">
              <a:extLst>
                <a:ext uri="{FF2B5EF4-FFF2-40B4-BE49-F238E27FC236}">
                  <a16:creationId xmlns:a16="http://schemas.microsoft.com/office/drawing/2014/main" id="{C569F88B-55D7-1F45-9FD5-8D995E4C94A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62" y="1387"/>
              <a:ext cx="0" cy="277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</p:grpSp>
      <p:grpSp>
        <p:nvGrpSpPr>
          <p:cNvPr id="237" name="Group 111">
            <a:extLst>
              <a:ext uri="{FF2B5EF4-FFF2-40B4-BE49-F238E27FC236}">
                <a16:creationId xmlns:a16="http://schemas.microsoft.com/office/drawing/2014/main" id="{FBD3641B-4567-B84B-B0A9-51F31757E64D}"/>
              </a:ext>
            </a:extLst>
          </p:cNvPr>
          <p:cNvGrpSpPr>
            <a:grpSpLocks/>
          </p:cNvGrpSpPr>
          <p:nvPr/>
        </p:nvGrpSpPr>
        <p:grpSpPr bwMode="auto">
          <a:xfrm>
            <a:off x="1815306" y="3704136"/>
            <a:ext cx="771525" cy="1622425"/>
            <a:chOff x="183" y="1803"/>
            <a:chExt cx="486" cy="1022"/>
          </a:xfrm>
        </p:grpSpPr>
        <p:sp>
          <p:nvSpPr>
            <p:cNvPr id="238" name="Text Box 16">
              <a:extLst>
                <a:ext uri="{FF2B5EF4-FFF2-40B4-BE49-F238E27FC236}">
                  <a16:creationId xmlns:a16="http://schemas.microsoft.com/office/drawing/2014/main" id="{46A42911-E4FA-6E45-98D3-9BA61AF3935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83" y="2613"/>
              <a:ext cx="486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0" cap="none" spc="0" normalizeH="0" baseline="0" noProof="0">
                  <a:ln>
                    <a:noFill/>
                  </a:ln>
                  <a:solidFill>
                    <a:srgbClr val="CC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rPr>
                <a:t>ESTAB</a:t>
              </a:r>
            </a:p>
          </p:txBody>
        </p:sp>
        <p:sp>
          <p:nvSpPr>
            <p:cNvPr id="239" name="Line 104">
              <a:extLst>
                <a:ext uri="{FF2B5EF4-FFF2-40B4-BE49-F238E27FC236}">
                  <a16:creationId xmlns:a16="http://schemas.microsoft.com/office/drawing/2014/main" id="{B764515C-528C-5B41-979E-CEB5F77FD9D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65" y="1803"/>
              <a:ext cx="0" cy="797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</p:grpSp>
      <p:grpSp>
        <p:nvGrpSpPr>
          <p:cNvPr id="240" name="Group 108">
            <a:extLst>
              <a:ext uri="{FF2B5EF4-FFF2-40B4-BE49-F238E27FC236}">
                <a16:creationId xmlns:a16="http://schemas.microsoft.com/office/drawing/2014/main" id="{E9975853-CA29-F64E-9978-90818E85074F}"/>
              </a:ext>
            </a:extLst>
          </p:cNvPr>
          <p:cNvGrpSpPr>
            <a:grpSpLocks/>
          </p:cNvGrpSpPr>
          <p:nvPr/>
        </p:nvGrpSpPr>
        <p:grpSpPr bwMode="auto">
          <a:xfrm>
            <a:off x="9268619" y="3099299"/>
            <a:ext cx="1119187" cy="1192212"/>
            <a:chOff x="4878" y="1422"/>
            <a:chExt cx="705" cy="751"/>
          </a:xfrm>
        </p:grpSpPr>
        <p:sp>
          <p:nvSpPr>
            <p:cNvPr id="241" name="Text Box 99">
              <a:extLst>
                <a:ext uri="{FF2B5EF4-FFF2-40B4-BE49-F238E27FC236}">
                  <a16:creationId xmlns:a16="http://schemas.microsoft.com/office/drawing/2014/main" id="{8F08BD14-4FFB-B243-AC1A-68FE85BE4E1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878" y="1961"/>
              <a:ext cx="705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rPr>
                <a:t>SYN RCVD</a:t>
              </a:r>
            </a:p>
          </p:txBody>
        </p:sp>
        <p:sp>
          <p:nvSpPr>
            <p:cNvPr id="242" name="Line 106">
              <a:extLst>
                <a:ext uri="{FF2B5EF4-FFF2-40B4-BE49-F238E27FC236}">
                  <a16:creationId xmlns:a16="http://schemas.microsoft.com/office/drawing/2014/main" id="{0D6BD76C-B84A-F940-AC88-70ACC69EC6F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339" y="1422"/>
              <a:ext cx="0" cy="569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</p:grpSp>
      <p:sp>
        <p:nvSpPr>
          <p:cNvPr id="243" name="Line 107">
            <a:extLst>
              <a:ext uri="{FF2B5EF4-FFF2-40B4-BE49-F238E27FC236}">
                <a16:creationId xmlns:a16="http://schemas.microsoft.com/office/drawing/2014/main" id="{28C3410E-FF26-2849-8647-5DA1E34B6C9E}"/>
              </a:ext>
            </a:extLst>
          </p:cNvPr>
          <p:cNvSpPr>
            <a:spLocks noChangeShapeType="1"/>
          </p:cNvSpPr>
          <p:nvPr/>
        </p:nvSpPr>
        <p:spPr bwMode="auto">
          <a:xfrm>
            <a:off x="9982994" y="4301036"/>
            <a:ext cx="0" cy="1704975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charset="0"/>
              <a:ea typeface="ＭＳ Ｐゴシック" charset="0"/>
              <a:cs typeface="+mn-cs"/>
            </a:endParaRPr>
          </a:p>
        </p:txBody>
      </p:sp>
      <p:sp>
        <p:nvSpPr>
          <p:cNvPr id="245" name="Text Box 114">
            <a:extLst>
              <a:ext uri="{FF2B5EF4-FFF2-40B4-BE49-F238E27FC236}">
                <a16:creationId xmlns:a16="http://schemas.microsoft.com/office/drawing/2014/main" id="{A27DEC11-2958-674C-B587-49A38C64958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95197" y="1675748"/>
            <a:ext cx="1839030" cy="76944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0" cap="none" spc="0" normalizeH="0" baseline="0" noProof="0" dirty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Calibri"/>
                <a:ea typeface="ＭＳ Ｐゴシック" charset="0"/>
                <a:cs typeface="+mn-cs"/>
              </a:rPr>
              <a:t>C</a:t>
            </a:r>
            <a:r>
              <a:rPr kumimoji="0" lang="en-US" sz="2800" b="0" i="0" u="none" strike="noStrike" kern="0" cap="none" spc="0" normalizeH="0" baseline="0" noProof="0" dirty="0" err="1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Calibri"/>
                <a:ea typeface="ＭＳ Ｐゴシック" charset="0"/>
                <a:cs typeface="+mn-cs"/>
              </a:rPr>
              <a:t>lient</a:t>
            </a:r>
            <a:r>
              <a:rPr kumimoji="0" lang="en-US" sz="2800" b="0" i="0" u="none" strike="noStrike" kern="0" cap="none" spc="0" normalizeH="0" baseline="0" noProof="0" dirty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Calibri"/>
                <a:ea typeface="ＭＳ Ｐゴシック" charset="0"/>
                <a:cs typeface="+mn-cs"/>
              </a:rPr>
              <a:t> state</a:t>
            </a:r>
          </a:p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1" u="none" strike="noStrike" kern="0" cap="none" spc="0" normalizeH="0" baseline="0" noProof="0" dirty="0">
              <a:ln>
                <a:noFill/>
              </a:ln>
              <a:solidFill>
                <a:srgbClr val="000099"/>
              </a:solidFill>
              <a:effectLst/>
              <a:uLnTx/>
              <a:uFillTx/>
              <a:latin typeface="Tahoma" charset="0"/>
              <a:ea typeface="ＭＳ Ｐゴシック" charset="0"/>
              <a:cs typeface="+mn-cs"/>
            </a:endParaRPr>
          </a:p>
        </p:txBody>
      </p:sp>
      <p:sp>
        <p:nvSpPr>
          <p:cNvPr id="246" name="Text Box 115">
            <a:extLst>
              <a:ext uri="{FF2B5EF4-FFF2-40B4-BE49-F238E27FC236}">
                <a16:creationId xmlns:a16="http://schemas.microsoft.com/office/drawing/2014/main" id="{052EAC19-09BF-FD44-ADF4-7A708D2CC77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07368" y="2389622"/>
            <a:ext cx="842962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rPr>
              <a:t>LISTEN</a:t>
            </a:r>
          </a:p>
        </p:txBody>
      </p:sp>
      <p:sp>
        <p:nvSpPr>
          <p:cNvPr id="247" name="Text Box 116">
            <a:extLst>
              <a:ext uri="{FF2B5EF4-FFF2-40B4-BE49-F238E27FC236}">
                <a16:creationId xmlns:a16="http://schemas.microsoft.com/office/drawing/2014/main" id="{27C21C28-5638-8F4A-8A80-DBD146AD39D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905645" y="1081958"/>
            <a:ext cx="1930400" cy="76944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0" cap="none" spc="0" normalizeH="0" baseline="0" noProof="0" dirty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Calibri"/>
                <a:ea typeface="ＭＳ Ｐゴシック" charset="0"/>
                <a:cs typeface="+mn-cs"/>
              </a:rPr>
              <a:t>S</a:t>
            </a:r>
            <a:r>
              <a:rPr kumimoji="0" lang="en-US" sz="2800" b="0" i="0" u="none" strike="noStrike" kern="0" cap="none" spc="0" normalizeH="0" baseline="0" noProof="0" dirty="0" err="1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Calibri"/>
                <a:ea typeface="ＭＳ Ｐゴシック" charset="0"/>
                <a:cs typeface="+mn-cs"/>
              </a:rPr>
              <a:t>erver</a:t>
            </a:r>
            <a:r>
              <a:rPr kumimoji="0" lang="en-US" sz="2800" b="0" i="0" u="none" strike="noStrike" kern="0" cap="none" spc="0" normalizeH="0" baseline="0" noProof="0" dirty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Calibri"/>
                <a:ea typeface="ＭＳ Ｐゴシック" charset="0"/>
                <a:cs typeface="+mn-cs"/>
              </a:rPr>
              <a:t> state</a:t>
            </a:r>
          </a:p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1" u="none" strike="noStrike" kern="0" cap="none" spc="0" normalizeH="0" baseline="0" noProof="0" dirty="0">
              <a:ln>
                <a:noFill/>
              </a:ln>
              <a:solidFill>
                <a:srgbClr val="000099"/>
              </a:solidFill>
              <a:effectLst/>
              <a:uLnTx/>
              <a:uFillTx/>
              <a:latin typeface="Tahoma" charset="0"/>
              <a:ea typeface="ＭＳ Ｐゴシック" charset="0"/>
              <a:cs typeface="+mn-cs"/>
            </a:endParaRPr>
          </a:p>
        </p:txBody>
      </p:sp>
      <p:sp>
        <p:nvSpPr>
          <p:cNvPr id="248" name="Text Box 117">
            <a:extLst>
              <a:ext uri="{FF2B5EF4-FFF2-40B4-BE49-F238E27FC236}">
                <a16:creationId xmlns:a16="http://schemas.microsoft.com/office/drawing/2014/main" id="{2B920772-7698-6844-B114-A453A028C20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511504" y="2632510"/>
            <a:ext cx="842962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rPr>
              <a:t>LISTEN</a:t>
            </a:r>
          </a:p>
        </p:txBody>
      </p:sp>
      <p:grpSp>
        <p:nvGrpSpPr>
          <p:cNvPr id="249" name="Group 118">
            <a:extLst>
              <a:ext uri="{FF2B5EF4-FFF2-40B4-BE49-F238E27FC236}">
                <a16:creationId xmlns:a16="http://schemas.microsoft.com/office/drawing/2014/main" id="{EE14688C-F1C2-7F41-8726-D165159240FD}"/>
              </a:ext>
            </a:extLst>
          </p:cNvPr>
          <p:cNvGrpSpPr>
            <a:grpSpLocks/>
          </p:cNvGrpSpPr>
          <p:nvPr/>
        </p:nvGrpSpPr>
        <p:grpSpPr bwMode="auto">
          <a:xfrm>
            <a:off x="4464473" y="2492809"/>
            <a:ext cx="642937" cy="600075"/>
            <a:chOff x="-44" y="1473"/>
            <a:chExt cx="981" cy="1105"/>
          </a:xfrm>
        </p:grpSpPr>
        <p:pic>
          <p:nvPicPr>
            <p:cNvPr id="424" name="Picture 119" descr="desktop_computer_stylized_medium">
              <a:extLst>
                <a:ext uri="{FF2B5EF4-FFF2-40B4-BE49-F238E27FC236}">
                  <a16:creationId xmlns:a16="http://schemas.microsoft.com/office/drawing/2014/main" id="{1C11CA15-FEC8-A341-80F1-CFA1FA9F1455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425" name="Freeform 120">
              <a:extLst>
                <a:ext uri="{FF2B5EF4-FFF2-40B4-BE49-F238E27FC236}">
                  <a16:creationId xmlns:a16="http://schemas.microsoft.com/office/drawing/2014/main" id="{8CCBA09D-3C96-6544-9960-AA2F6CD2F418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5595 w 356"/>
                <a:gd name="T3" fmla="*/ 341 h 368"/>
                <a:gd name="T4" fmla="*/ 6638 w 356"/>
                <a:gd name="T5" fmla="*/ 7113 h 368"/>
                <a:gd name="T6" fmla="*/ 1463 w 356"/>
                <a:gd name="T7" fmla="*/ 8895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 cmpd="sng">
                  <a:solidFill>
                    <a:schemeClr val="tx1"/>
                  </a:solidFill>
                  <a:prstDash val="solid"/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</p:grpSp>
      <p:grpSp>
        <p:nvGrpSpPr>
          <p:cNvPr id="250" name="Group 121">
            <a:extLst>
              <a:ext uri="{FF2B5EF4-FFF2-40B4-BE49-F238E27FC236}">
                <a16:creationId xmlns:a16="http://schemas.microsoft.com/office/drawing/2014/main" id="{DC61BD1A-A71F-CF4B-B53E-5ECC0609FEB5}"/>
              </a:ext>
            </a:extLst>
          </p:cNvPr>
          <p:cNvGrpSpPr>
            <a:grpSpLocks/>
          </p:cNvGrpSpPr>
          <p:nvPr/>
        </p:nvGrpSpPr>
        <p:grpSpPr bwMode="auto">
          <a:xfrm>
            <a:off x="7221809" y="2580121"/>
            <a:ext cx="336550" cy="512763"/>
            <a:chOff x="4140" y="429"/>
            <a:chExt cx="1425" cy="2396"/>
          </a:xfrm>
        </p:grpSpPr>
        <p:sp>
          <p:nvSpPr>
            <p:cNvPr id="251" name="Freeform 122">
              <a:extLst>
                <a:ext uri="{FF2B5EF4-FFF2-40B4-BE49-F238E27FC236}">
                  <a16:creationId xmlns:a16="http://schemas.microsoft.com/office/drawing/2014/main" id="{0CD95998-3FB2-FF44-94A2-CC491B713340}"/>
                </a:ext>
              </a:extLst>
            </p:cNvPr>
            <p:cNvSpPr>
              <a:spLocks/>
            </p:cNvSpPr>
            <p:nvPr/>
          </p:nvSpPr>
          <p:spPr bwMode="auto">
            <a:xfrm>
              <a:off x="5268" y="433"/>
              <a:ext cx="283" cy="2286"/>
            </a:xfrm>
            <a:custGeom>
              <a:avLst/>
              <a:gdLst>
                <a:gd name="T0" fmla="*/ 7 w 354"/>
                <a:gd name="T1" fmla="*/ 0 h 2742"/>
                <a:gd name="T2" fmla="*/ 38 w 354"/>
                <a:gd name="T3" fmla="*/ 55 h 2742"/>
                <a:gd name="T4" fmla="*/ 37 w 354"/>
                <a:gd name="T5" fmla="*/ 425 h 2742"/>
                <a:gd name="T6" fmla="*/ 0 w 354"/>
                <a:gd name="T7" fmla="*/ 445 h 2742"/>
                <a:gd name="T8" fmla="*/ 7 w 354"/>
                <a:gd name="T9" fmla="*/ 0 h 274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4" h="2742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 rotWithShape="1"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252" name="Rectangle 123">
              <a:extLst>
                <a:ext uri="{FF2B5EF4-FFF2-40B4-BE49-F238E27FC236}">
                  <a16:creationId xmlns:a16="http://schemas.microsoft.com/office/drawing/2014/main" id="{BF76EB82-B4E1-B149-BE06-EFCD582E867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07" y="429"/>
              <a:ext cx="1049" cy="2285"/>
            </a:xfrm>
            <a:prstGeom prst="rect">
              <a:avLst/>
            </a:pr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253" name="Freeform 124">
              <a:extLst>
                <a:ext uri="{FF2B5EF4-FFF2-40B4-BE49-F238E27FC236}">
                  <a16:creationId xmlns:a16="http://schemas.microsoft.com/office/drawing/2014/main" id="{338FE797-056A-6E48-9B03-4B0253D638FF}"/>
                </a:ext>
              </a:extLst>
            </p:cNvPr>
            <p:cNvSpPr>
              <a:spLocks/>
            </p:cNvSpPr>
            <p:nvPr/>
          </p:nvSpPr>
          <p:spPr bwMode="auto">
            <a:xfrm>
              <a:off x="5321" y="570"/>
              <a:ext cx="169" cy="2115"/>
            </a:xfrm>
            <a:custGeom>
              <a:avLst/>
              <a:gdLst>
                <a:gd name="T0" fmla="*/ 2 w 211"/>
                <a:gd name="T1" fmla="*/ 0 h 2537"/>
                <a:gd name="T2" fmla="*/ 23 w 211"/>
                <a:gd name="T3" fmla="*/ 36 h 2537"/>
                <a:gd name="T4" fmla="*/ 2 w 211"/>
                <a:gd name="T5" fmla="*/ 405 h 2537"/>
                <a:gd name="T6" fmla="*/ 2 w 211"/>
                <a:gd name="T7" fmla="*/ 0 h 2537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11" h="2537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 rotWithShape="1"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254" name="Freeform 125">
              <a:extLst>
                <a:ext uri="{FF2B5EF4-FFF2-40B4-BE49-F238E27FC236}">
                  <a16:creationId xmlns:a16="http://schemas.microsoft.com/office/drawing/2014/main" id="{8D12AA45-CFED-084A-B74C-A299F8140712}"/>
                </a:ext>
              </a:extLst>
            </p:cNvPr>
            <p:cNvSpPr>
              <a:spLocks/>
            </p:cNvSpPr>
            <p:nvPr/>
          </p:nvSpPr>
          <p:spPr bwMode="auto">
            <a:xfrm>
              <a:off x="5284" y="1640"/>
              <a:ext cx="263" cy="189"/>
            </a:xfrm>
            <a:custGeom>
              <a:avLst/>
              <a:gdLst>
                <a:gd name="T0" fmla="*/ 2 w 328"/>
                <a:gd name="T1" fmla="*/ 0 h 226"/>
                <a:gd name="T2" fmla="*/ 36 w 328"/>
                <a:gd name="T3" fmla="*/ 21 h 226"/>
                <a:gd name="T4" fmla="*/ 36 w 328"/>
                <a:gd name="T5" fmla="*/ 38 h 226"/>
                <a:gd name="T6" fmla="*/ 0 w 328"/>
                <a:gd name="T7" fmla="*/ 16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255" name="Rectangle 126">
              <a:extLst>
                <a:ext uri="{FF2B5EF4-FFF2-40B4-BE49-F238E27FC236}">
                  <a16:creationId xmlns:a16="http://schemas.microsoft.com/office/drawing/2014/main" id="{56E176FE-7110-C043-AC64-4C5F3D2E479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14" y="696"/>
              <a:ext cx="592" cy="45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grpSp>
          <p:nvGrpSpPr>
            <p:cNvPr id="256" name="Group 127">
              <a:extLst>
                <a:ext uri="{FF2B5EF4-FFF2-40B4-BE49-F238E27FC236}">
                  <a16:creationId xmlns:a16="http://schemas.microsoft.com/office/drawing/2014/main" id="{A3707B54-2470-3A4A-B09A-A776F4E8539D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49" y="668"/>
              <a:ext cx="581" cy="145"/>
              <a:chOff x="614" y="2568"/>
              <a:chExt cx="725" cy="139"/>
            </a:xfrm>
          </p:grpSpPr>
          <p:sp>
            <p:nvSpPr>
              <p:cNvPr id="422" name="AutoShape 128">
                <a:extLst>
                  <a:ext uri="{FF2B5EF4-FFF2-40B4-BE49-F238E27FC236}">
                    <a16:creationId xmlns:a16="http://schemas.microsoft.com/office/drawing/2014/main" id="{C32686E6-B534-4B48-85B4-322123C2474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7" y="2566"/>
                <a:ext cx="721" cy="142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endParaRPr>
              </a:p>
            </p:txBody>
          </p:sp>
          <p:sp>
            <p:nvSpPr>
              <p:cNvPr id="423" name="AutoShape 129">
                <a:extLst>
                  <a:ext uri="{FF2B5EF4-FFF2-40B4-BE49-F238E27FC236}">
                    <a16:creationId xmlns:a16="http://schemas.microsoft.com/office/drawing/2014/main" id="{5846C4C5-19DD-E040-A465-B55F5E21A75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34" y="2581"/>
                <a:ext cx="688" cy="114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endParaRPr>
              </a:p>
            </p:txBody>
          </p:sp>
        </p:grpSp>
        <p:sp>
          <p:nvSpPr>
            <p:cNvPr id="257" name="Rectangle 130">
              <a:extLst>
                <a:ext uri="{FF2B5EF4-FFF2-40B4-BE49-F238E27FC236}">
                  <a16:creationId xmlns:a16="http://schemas.microsoft.com/office/drawing/2014/main" id="{E24E2E97-8AA8-D94D-B792-C58D1DB2D33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21" y="1022"/>
              <a:ext cx="598" cy="45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grpSp>
          <p:nvGrpSpPr>
            <p:cNvPr id="258" name="Group 131">
              <a:extLst>
                <a:ext uri="{FF2B5EF4-FFF2-40B4-BE49-F238E27FC236}">
                  <a16:creationId xmlns:a16="http://schemas.microsoft.com/office/drawing/2014/main" id="{01958DE7-9158-5C4A-975E-7090A73BD88C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47" y="994"/>
              <a:ext cx="581" cy="134"/>
              <a:chOff x="614" y="2568"/>
              <a:chExt cx="725" cy="139"/>
            </a:xfrm>
          </p:grpSpPr>
          <p:sp>
            <p:nvSpPr>
              <p:cNvPr id="420" name="AutoShape 132">
                <a:extLst>
                  <a:ext uri="{FF2B5EF4-FFF2-40B4-BE49-F238E27FC236}">
                    <a16:creationId xmlns:a16="http://schemas.microsoft.com/office/drawing/2014/main" id="{0097250A-579E-714A-BB43-1775F7C45B3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1" y="2567"/>
                <a:ext cx="730" cy="139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endParaRPr>
              </a:p>
            </p:txBody>
          </p:sp>
          <p:sp>
            <p:nvSpPr>
              <p:cNvPr id="421" name="AutoShape 133">
                <a:extLst>
                  <a:ext uri="{FF2B5EF4-FFF2-40B4-BE49-F238E27FC236}">
                    <a16:creationId xmlns:a16="http://schemas.microsoft.com/office/drawing/2014/main" id="{011ECBC9-4E9D-9949-BBD3-4E72A731A81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8" y="2582"/>
                <a:ext cx="696" cy="108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endParaRPr>
              </a:p>
            </p:txBody>
          </p:sp>
        </p:grpSp>
        <p:sp>
          <p:nvSpPr>
            <p:cNvPr id="259" name="Rectangle 134">
              <a:extLst>
                <a:ext uri="{FF2B5EF4-FFF2-40B4-BE49-F238E27FC236}">
                  <a16:creationId xmlns:a16="http://schemas.microsoft.com/office/drawing/2014/main" id="{52385C15-71CF-0646-85DA-481C87C2251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14" y="1356"/>
              <a:ext cx="598" cy="45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260" name="Rectangle 135">
              <a:extLst>
                <a:ext uri="{FF2B5EF4-FFF2-40B4-BE49-F238E27FC236}">
                  <a16:creationId xmlns:a16="http://schemas.microsoft.com/office/drawing/2014/main" id="{E9AFAD7D-A0FD-3344-8D9C-D21DB7BED2D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27" y="1653"/>
              <a:ext cx="598" cy="52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grpSp>
          <p:nvGrpSpPr>
            <p:cNvPr id="261" name="Group 136">
              <a:extLst>
                <a:ext uri="{FF2B5EF4-FFF2-40B4-BE49-F238E27FC236}">
                  <a16:creationId xmlns:a16="http://schemas.microsoft.com/office/drawing/2014/main" id="{36701E94-39B0-BB4E-B8F9-B11ED62531B0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35" y="1627"/>
              <a:ext cx="582" cy="151"/>
              <a:chOff x="614" y="2568"/>
              <a:chExt cx="725" cy="139"/>
            </a:xfrm>
          </p:grpSpPr>
          <p:sp>
            <p:nvSpPr>
              <p:cNvPr id="277" name="AutoShape 137">
                <a:extLst>
                  <a:ext uri="{FF2B5EF4-FFF2-40B4-BE49-F238E27FC236}">
                    <a16:creationId xmlns:a16="http://schemas.microsoft.com/office/drawing/2014/main" id="{2535A487-3992-6B4F-9D85-E297BC39036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8" y="2571"/>
                <a:ext cx="720" cy="137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endParaRPr>
              </a:p>
            </p:txBody>
          </p:sp>
          <p:sp>
            <p:nvSpPr>
              <p:cNvPr id="419" name="AutoShape 138">
                <a:extLst>
                  <a:ext uri="{FF2B5EF4-FFF2-40B4-BE49-F238E27FC236}">
                    <a16:creationId xmlns:a16="http://schemas.microsoft.com/office/drawing/2014/main" id="{C55E1D44-7480-0442-A9DA-330FF725053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35" y="2585"/>
                <a:ext cx="687" cy="109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endParaRPr>
              </a:p>
            </p:txBody>
          </p:sp>
        </p:grpSp>
        <p:sp>
          <p:nvSpPr>
            <p:cNvPr id="262" name="Freeform 139">
              <a:extLst>
                <a:ext uri="{FF2B5EF4-FFF2-40B4-BE49-F238E27FC236}">
                  <a16:creationId xmlns:a16="http://schemas.microsoft.com/office/drawing/2014/main" id="{56DA20E3-D49F-444E-8D21-F715762F02DD}"/>
                </a:ext>
              </a:extLst>
            </p:cNvPr>
            <p:cNvSpPr>
              <a:spLocks/>
            </p:cNvSpPr>
            <p:nvPr/>
          </p:nvSpPr>
          <p:spPr bwMode="auto">
            <a:xfrm>
              <a:off x="5288" y="1354"/>
              <a:ext cx="263" cy="188"/>
            </a:xfrm>
            <a:custGeom>
              <a:avLst/>
              <a:gdLst>
                <a:gd name="T0" fmla="*/ 2 w 328"/>
                <a:gd name="T1" fmla="*/ 0 h 226"/>
                <a:gd name="T2" fmla="*/ 36 w 328"/>
                <a:gd name="T3" fmla="*/ 20 h 226"/>
                <a:gd name="T4" fmla="*/ 36 w 328"/>
                <a:gd name="T5" fmla="*/ 36 h 226"/>
                <a:gd name="T6" fmla="*/ 0 w 328"/>
                <a:gd name="T7" fmla="*/ 15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grpSp>
          <p:nvGrpSpPr>
            <p:cNvPr id="263" name="Group 140">
              <a:extLst>
                <a:ext uri="{FF2B5EF4-FFF2-40B4-BE49-F238E27FC236}">
                  <a16:creationId xmlns:a16="http://schemas.microsoft.com/office/drawing/2014/main" id="{350DC23D-91BA-0F49-A121-0BB6DA6FFB97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39" y="1327"/>
              <a:ext cx="582" cy="139"/>
              <a:chOff x="614" y="2568"/>
              <a:chExt cx="725" cy="139"/>
            </a:xfrm>
          </p:grpSpPr>
          <p:sp>
            <p:nvSpPr>
              <p:cNvPr id="275" name="AutoShape 141">
                <a:extLst>
                  <a:ext uri="{FF2B5EF4-FFF2-40B4-BE49-F238E27FC236}">
                    <a16:creationId xmlns:a16="http://schemas.microsoft.com/office/drawing/2014/main" id="{B6F4CD24-7945-E141-8AE5-B72F07D79D0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3" y="2568"/>
                <a:ext cx="728" cy="141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endParaRPr>
              </a:p>
            </p:txBody>
          </p:sp>
          <p:sp>
            <p:nvSpPr>
              <p:cNvPr id="276" name="AutoShape 142">
                <a:extLst>
                  <a:ext uri="{FF2B5EF4-FFF2-40B4-BE49-F238E27FC236}">
                    <a16:creationId xmlns:a16="http://schemas.microsoft.com/office/drawing/2014/main" id="{A13F2C2E-8E50-C242-BBFA-276B4503978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30" y="2582"/>
                <a:ext cx="695" cy="111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endParaRPr>
              </a:p>
            </p:txBody>
          </p:sp>
        </p:grpSp>
        <p:sp>
          <p:nvSpPr>
            <p:cNvPr id="264" name="Rectangle 143">
              <a:extLst>
                <a:ext uri="{FF2B5EF4-FFF2-40B4-BE49-F238E27FC236}">
                  <a16:creationId xmlns:a16="http://schemas.microsoft.com/office/drawing/2014/main" id="{C95C6BF7-C7DF-FB4E-BCA1-1C5F3CF4748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49" y="429"/>
              <a:ext cx="67" cy="2292"/>
            </a:xfrm>
            <a:prstGeom prst="rect">
              <a:avLst/>
            </a:prstGeom>
            <a:gradFill rotWithShape="1"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265" name="Freeform 144">
              <a:extLst>
                <a:ext uri="{FF2B5EF4-FFF2-40B4-BE49-F238E27FC236}">
                  <a16:creationId xmlns:a16="http://schemas.microsoft.com/office/drawing/2014/main" id="{E716E123-C485-CC44-A743-C9D7E94AF6B1}"/>
                </a:ext>
              </a:extLst>
            </p:cNvPr>
            <p:cNvSpPr>
              <a:spLocks/>
            </p:cNvSpPr>
            <p:nvPr/>
          </p:nvSpPr>
          <p:spPr bwMode="auto">
            <a:xfrm>
              <a:off x="5312" y="1007"/>
              <a:ext cx="237" cy="213"/>
            </a:xfrm>
            <a:custGeom>
              <a:avLst/>
              <a:gdLst>
                <a:gd name="T0" fmla="*/ 2 w 296"/>
                <a:gd name="T1" fmla="*/ 0 h 256"/>
                <a:gd name="T2" fmla="*/ 32 w 296"/>
                <a:gd name="T3" fmla="*/ 22 h 256"/>
                <a:gd name="T4" fmla="*/ 32 w 296"/>
                <a:gd name="T5" fmla="*/ 41 h 256"/>
                <a:gd name="T6" fmla="*/ 0 w 296"/>
                <a:gd name="T7" fmla="*/ 15 h 256"/>
                <a:gd name="T8" fmla="*/ 2 w 296"/>
                <a:gd name="T9" fmla="*/ 0 h 25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96" h="25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266" name="Freeform 145">
              <a:extLst>
                <a:ext uri="{FF2B5EF4-FFF2-40B4-BE49-F238E27FC236}">
                  <a16:creationId xmlns:a16="http://schemas.microsoft.com/office/drawing/2014/main" id="{8B36D081-D3B9-D34B-91B2-079B05D09143}"/>
                </a:ext>
              </a:extLst>
            </p:cNvPr>
            <p:cNvSpPr>
              <a:spLocks/>
            </p:cNvSpPr>
            <p:nvPr/>
          </p:nvSpPr>
          <p:spPr bwMode="auto">
            <a:xfrm>
              <a:off x="5315" y="680"/>
              <a:ext cx="244" cy="240"/>
            </a:xfrm>
            <a:custGeom>
              <a:avLst/>
              <a:gdLst>
                <a:gd name="T0" fmla="*/ 0 w 304"/>
                <a:gd name="T1" fmla="*/ 0 h 288"/>
                <a:gd name="T2" fmla="*/ 34 w 304"/>
                <a:gd name="T3" fmla="*/ 27 h 288"/>
                <a:gd name="T4" fmla="*/ 31 w 304"/>
                <a:gd name="T5" fmla="*/ 48 h 288"/>
                <a:gd name="T6" fmla="*/ 2 w 304"/>
                <a:gd name="T7" fmla="*/ 20 h 288"/>
                <a:gd name="T8" fmla="*/ 0 w 304"/>
                <a:gd name="T9" fmla="*/ 0 h 28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04" h="288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267" name="Oval 146">
              <a:extLst>
                <a:ext uri="{FF2B5EF4-FFF2-40B4-BE49-F238E27FC236}">
                  <a16:creationId xmlns:a16="http://schemas.microsoft.com/office/drawing/2014/main" id="{B32C0505-6B5E-5B45-9C22-ABAD0452C43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18" y="2610"/>
              <a:ext cx="47" cy="96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268" name="Freeform 147">
              <a:extLst>
                <a:ext uri="{FF2B5EF4-FFF2-40B4-BE49-F238E27FC236}">
                  <a16:creationId xmlns:a16="http://schemas.microsoft.com/office/drawing/2014/main" id="{30177E53-587A-9B45-9ECD-611B7CEB1E04}"/>
                </a:ext>
              </a:extLst>
            </p:cNvPr>
            <p:cNvSpPr>
              <a:spLocks/>
            </p:cNvSpPr>
            <p:nvPr/>
          </p:nvSpPr>
          <p:spPr bwMode="auto">
            <a:xfrm>
              <a:off x="5302" y="2614"/>
              <a:ext cx="245" cy="200"/>
            </a:xfrm>
            <a:custGeom>
              <a:avLst/>
              <a:gdLst>
                <a:gd name="T0" fmla="*/ 0 w 306"/>
                <a:gd name="T1" fmla="*/ 18 h 240"/>
                <a:gd name="T2" fmla="*/ 2 w 306"/>
                <a:gd name="T3" fmla="*/ 40 h 240"/>
                <a:gd name="T4" fmla="*/ 34 w 306"/>
                <a:gd name="T5" fmla="*/ 18 h 240"/>
                <a:gd name="T6" fmla="*/ 32 w 306"/>
                <a:gd name="T7" fmla="*/ 0 h 240"/>
                <a:gd name="T8" fmla="*/ 0 w 306"/>
                <a:gd name="T9" fmla="*/ 18 h 24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06" h="240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269" name="AutoShape 148">
              <a:extLst>
                <a:ext uri="{FF2B5EF4-FFF2-40B4-BE49-F238E27FC236}">
                  <a16:creationId xmlns:a16="http://schemas.microsoft.com/office/drawing/2014/main" id="{0DA2D2A9-124E-EB41-86B5-909A794DF76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40" y="2677"/>
              <a:ext cx="1196" cy="148"/>
            </a:xfrm>
            <a:prstGeom prst="roundRect">
              <a:avLst>
                <a:gd name="adj" fmla="val 50000"/>
              </a:avLst>
            </a:prstGeom>
            <a:solidFill>
              <a:srgbClr val="DDDDDD"/>
            </a:solidFill>
            <a:ln w="9525">
              <a:solidFill>
                <a:srgbClr val="00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270" name="AutoShape 149">
              <a:extLst>
                <a:ext uri="{FF2B5EF4-FFF2-40B4-BE49-F238E27FC236}">
                  <a16:creationId xmlns:a16="http://schemas.microsoft.com/office/drawing/2014/main" id="{CA5FFC73-D7D9-D240-94B8-900F51AC0C7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07" y="2714"/>
              <a:ext cx="1069" cy="82"/>
            </a:xfrm>
            <a:prstGeom prst="roundRect">
              <a:avLst>
                <a:gd name="adj" fmla="val 50000"/>
              </a:avLst>
            </a:prstGeom>
            <a:gradFill rotWithShape="1">
              <a:gsLst>
                <a:gs pos="0">
                  <a:srgbClr val="000000"/>
                </a:gs>
                <a:gs pos="100000">
                  <a:srgbClr val="808080"/>
                </a:gs>
              </a:gsLst>
              <a:lin ang="0" scaled="1"/>
            </a:gradFill>
            <a:ln w="9525">
              <a:solidFill>
                <a:srgbClr val="00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271" name="Oval 150">
              <a:extLst>
                <a:ext uri="{FF2B5EF4-FFF2-40B4-BE49-F238E27FC236}">
                  <a16:creationId xmlns:a16="http://schemas.microsoft.com/office/drawing/2014/main" id="{EFC35150-3347-7042-80EB-A8781A36125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08" y="2380"/>
              <a:ext cx="155" cy="148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272" name="Oval 151">
              <a:extLst>
                <a:ext uri="{FF2B5EF4-FFF2-40B4-BE49-F238E27FC236}">
                  <a16:creationId xmlns:a16="http://schemas.microsoft.com/office/drawing/2014/main" id="{EA2EA724-2820-AE47-8D84-09E997A6DDA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83" y="2387"/>
              <a:ext cx="161" cy="141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Arial" charset="0"/>
              </a:endParaRPr>
            </a:p>
          </p:txBody>
        </p:sp>
        <p:sp>
          <p:nvSpPr>
            <p:cNvPr id="273" name="Oval 152">
              <a:extLst>
                <a:ext uri="{FF2B5EF4-FFF2-40B4-BE49-F238E27FC236}">
                  <a16:creationId xmlns:a16="http://schemas.microsoft.com/office/drawing/2014/main" id="{27B270D9-EE2B-924F-8F2A-27B9EB6ABE9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64" y="2380"/>
              <a:ext cx="155" cy="141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274" name="Rectangle 153">
              <a:extLst>
                <a:ext uri="{FF2B5EF4-FFF2-40B4-BE49-F238E27FC236}">
                  <a16:creationId xmlns:a16="http://schemas.microsoft.com/office/drawing/2014/main" id="{689F1C5E-1D85-0243-9E5E-0ABE340F97D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61" y="1838"/>
              <a:ext cx="87" cy="757"/>
            </a:xfrm>
            <a:prstGeom prst="rect">
              <a:avLst/>
            </a:prstGeom>
            <a:solidFill>
              <a:srgbClr val="292929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</p:grpSp>
      <p:sp>
        <p:nvSpPr>
          <p:cNvPr id="74" name="Text Box 13">
            <a:extLst>
              <a:ext uri="{FF2B5EF4-FFF2-40B4-BE49-F238E27FC236}">
                <a16:creationId xmlns:a16="http://schemas.microsoft.com/office/drawing/2014/main" id="{5C657586-8C26-7645-A308-A162DA1C735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74662" y="2181018"/>
            <a:ext cx="4209864" cy="26155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anchor="ctr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2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Std" panose="02070409020205020404" pitchFamily="49" charset="77"/>
                <a:ea typeface="ＭＳ Ｐゴシック" panose="020B0600070205080204" pitchFamily="34" charset="-128"/>
                <a:cs typeface="+mn-cs"/>
              </a:rPr>
              <a:t>clientSocket</a:t>
            </a:r>
            <a:r>
              <a:rPr kumimoji="0" lang="en-US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Std" panose="02070409020205020404" pitchFamily="49" charset="77"/>
                <a:ea typeface="ＭＳ Ｐゴシック" panose="020B0600070205080204" pitchFamily="34" charset="-128"/>
                <a:cs typeface="+mn-cs"/>
              </a:rPr>
              <a:t> = socket(AF_INET, SOCK_STREAM)</a:t>
            </a:r>
          </a:p>
        </p:txBody>
      </p:sp>
      <p:sp>
        <p:nvSpPr>
          <p:cNvPr id="75" name="Text Box 5">
            <a:extLst>
              <a:ext uri="{FF2B5EF4-FFF2-40B4-BE49-F238E27FC236}">
                <a16:creationId xmlns:a16="http://schemas.microsoft.com/office/drawing/2014/main" id="{1D57F3DF-BFA3-284D-8B9A-ADD3873D3BB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821898" y="1651172"/>
            <a:ext cx="4461478" cy="104644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2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Std" panose="02070409020205020404" pitchFamily="49" charset="77"/>
                <a:ea typeface="ＭＳ Ｐゴシック" panose="020B0600070205080204" pitchFamily="34" charset="-128"/>
                <a:cs typeface="+mn-cs"/>
              </a:rPr>
              <a:t>serverSocket</a:t>
            </a:r>
            <a:r>
              <a:rPr kumimoji="0" lang="en-US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Std" panose="02070409020205020404" pitchFamily="49" charset="77"/>
                <a:ea typeface="ＭＳ Ｐゴシック" panose="020B0600070205080204" pitchFamily="34" charset="-128"/>
                <a:cs typeface="+mn-cs"/>
              </a:rPr>
              <a:t> = socket(AF_INET,SOCK_STREAM)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2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Std" panose="02070409020205020404" pitchFamily="49" charset="77"/>
                <a:ea typeface="ＭＳ Ｐゴシック" panose="020B0600070205080204" pitchFamily="34" charset="-128"/>
                <a:cs typeface="+mn-cs"/>
              </a:rPr>
              <a:t>serverSocket.bind</a:t>
            </a:r>
            <a:r>
              <a:rPr kumimoji="0" lang="en-US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Std" panose="02070409020205020404" pitchFamily="49" charset="77"/>
                <a:ea typeface="ＭＳ Ｐゴシック" panose="020B0600070205080204" pitchFamily="34" charset="-128"/>
                <a:cs typeface="+mn-cs"/>
              </a:rPr>
              <a:t>((‘’,</a:t>
            </a:r>
            <a:r>
              <a:rPr kumimoji="0" lang="en-US" altLang="en-US" sz="12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Std" panose="02070409020205020404" pitchFamily="49" charset="77"/>
                <a:ea typeface="ＭＳ Ｐゴシック" panose="020B0600070205080204" pitchFamily="34" charset="-128"/>
                <a:cs typeface="+mn-cs"/>
              </a:rPr>
              <a:t>serverPort</a:t>
            </a:r>
            <a:r>
              <a:rPr kumimoji="0" lang="en-US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Std" panose="02070409020205020404" pitchFamily="49" charset="77"/>
                <a:ea typeface="ＭＳ Ｐゴシック" panose="020B0600070205080204" pitchFamily="34" charset="-128"/>
                <a:cs typeface="+mn-cs"/>
              </a:rPr>
              <a:t>))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2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Std" panose="02070409020205020404" pitchFamily="49" charset="77"/>
                <a:ea typeface="ＭＳ Ｐゴシック" panose="020B0600070205080204" pitchFamily="34" charset="-128"/>
                <a:cs typeface="+mn-cs"/>
              </a:rPr>
              <a:t>serverSocket.listen</a:t>
            </a:r>
            <a:r>
              <a:rPr kumimoji="0" lang="en-US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Std" panose="02070409020205020404" pitchFamily="49" charset="77"/>
                <a:ea typeface="ＭＳ Ｐゴシック" panose="020B0600070205080204" pitchFamily="34" charset="-128"/>
                <a:cs typeface="+mn-cs"/>
              </a:rPr>
              <a:t>(1)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2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Std" panose="02070409020205020404" pitchFamily="49" charset="77"/>
                <a:ea typeface="ＭＳ Ｐゴシック" panose="020B0600070205080204" pitchFamily="34" charset="-128"/>
                <a:cs typeface="+mn-cs"/>
              </a:rPr>
              <a:t>connectionSocket</a:t>
            </a:r>
            <a:r>
              <a:rPr kumimoji="0" lang="en-US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Std" panose="02070409020205020404" pitchFamily="49" charset="77"/>
                <a:ea typeface="ＭＳ Ｐゴシック" panose="020B0600070205080204" pitchFamily="34" charset="-128"/>
                <a:cs typeface="+mn-cs"/>
              </a:rPr>
              <a:t>, </a:t>
            </a:r>
            <a:r>
              <a:rPr kumimoji="0" lang="en-US" altLang="en-US" sz="12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Std" panose="02070409020205020404" pitchFamily="49" charset="77"/>
                <a:ea typeface="ＭＳ Ｐゴシック" panose="020B0600070205080204" pitchFamily="34" charset="-128"/>
                <a:cs typeface="+mn-cs"/>
              </a:rPr>
              <a:t>addr</a:t>
            </a:r>
            <a:r>
              <a:rPr kumimoji="0" lang="en-US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Std" panose="02070409020205020404" pitchFamily="49" charset="77"/>
                <a:ea typeface="ＭＳ Ｐゴシック" panose="020B0600070205080204" pitchFamily="34" charset="-128"/>
                <a:cs typeface="+mn-cs"/>
              </a:rPr>
              <a:t> = </a:t>
            </a:r>
            <a:r>
              <a:rPr kumimoji="0" lang="en-US" altLang="en-US" sz="12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Std" panose="02070409020205020404" pitchFamily="49" charset="77"/>
                <a:ea typeface="ＭＳ Ｐゴシック" panose="020B0600070205080204" pitchFamily="34" charset="-128"/>
                <a:cs typeface="+mn-cs"/>
              </a:rPr>
              <a:t>serverSocket.accept</a:t>
            </a:r>
            <a:r>
              <a:rPr kumimoji="0" lang="en-US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Std" panose="02070409020205020404" pitchFamily="49" charset="77"/>
                <a:ea typeface="ＭＳ Ｐゴシック" panose="020B0600070205080204" pitchFamily="34" charset="-128"/>
                <a:cs typeface="+mn-cs"/>
              </a:rPr>
              <a:t>()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77" name="Text Box 13">
            <a:extLst>
              <a:ext uri="{FF2B5EF4-FFF2-40B4-BE49-F238E27FC236}">
                <a16:creationId xmlns:a16="http://schemas.microsoft.com/office/drawing/2014/main" id="{85BB3488-0F19-2446-9F3D-0FF3F2E5F4D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6543" y="2694832"/>
            <a:ext cx="4433244" cy="26314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anchor="ctr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2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Std" panose="02070409020205020404" pitchFamily="49" charset="77"/>
                <a:ea typeface="ＭＳ Ｐゴシック" panose="020B0600070205080204" pitchFamily="34" charset="-128"/>
                <a:cs typeface="+mn-cs"/>
              </a:rPr>
              <a:t>clientSocket.connect</a:t>
            </a:r>
            <a:r>
              <a:rPr kumimoji="0" lang="en-US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Std" panose="02070409020205020404" pitchFamily="49" charset="77"/>
                <a:ea typeface="ＭＳ Ｐゴシック" panose="020B0600070205080204" pitchFamily="34" charset="-128"/>
                <a:cs typeface="+mn-cs"/>
              </a:rPr>
              <a:t>((</a:t>
            </a:r>
            <a:r>
              <a:rPr kumimoji="0" lang="en-US" altLang="en-US" sz="12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Std" panose="02070409020205020404" pitchFamily="49" charset="77"/>
                <a:ea typeface="ＭＳ Ｐゴシック" panose="020B0600070205080204" pitchFamily="34" charset="-128"/>
                <a:cs typeface="+mn-cs"/>
              </a:rPr>
              <a:t>serverName,serverPort</a:t>
            </a:r>
            <a:r>
              <a:rPr kumimoji="0" lang="en-US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Std" panose="02070409020205020404" pitchFamily="49" charset="77"/>
                <a:ea typeface="ＭＳ Ｐゴシック" panose="020B0600070205080204" pitchFamily="34" charset="-128"/>
                <a:cs typeface="+mn-cs"/>
              </a:rPr>
              <a:t>))</a:t>
            </a:r>
          </a:p>
        </p:txBody>
      </p:sp>
      <p:sp>
        <p:nvSpPr>
          <p:cNvPr id="76" name="Slide Number Placeholder 2">
            <a:extLst>
              <a:ext uri="{FF2B5EF4-FFF2-40B4-BE49-F238E27FC236}">
                <a16:creationId xmlns:a16="http://schemas.microsoft.com/office/drawing/2014/main" id="{86E89225-4B9A-C747-8672-752709ED810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19616" y="6443089"/>
            <a:ext cx="2743200" cy="365125"/>
          </a:xfrm>
        </p:spPr>
        <p:txBody>
          <a:bodyPr/>
          <a:lstStyle/>
          <a:p>
            <a:r>
              <a:rPr lang="en-US" dirty="0"/>
              <a:t>Transport Layer: 3-</a:t>
            </a:r>
            <a:fld id="{C4204591-24BD-A542-B9D5-F8D8A88D2FEE}" type="slidenum">
              <a:rPr lang="en-US" smtClean="0"/>
              <a:pPr/>
              <a:t>14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42331655"/>
      </p:ext>
    </p:extLst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" dur="500"/>
                                        <p:tgtEl>
                                          <p:spTgt spid="2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" dur="5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8" dur="500"/>
                                        <p:tgtEl>
                                          <p:spTgt spid="2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1" dur="500"/>
                                        <p:tgtEl>
                                          <p:spTgt spid="2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2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9" dur="500"/>
                                        <p:tgtEl>
                                          <p:spTgt spid="2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500"/>
                            </p:stCondLst>
                            <p:childTnLst>
                              <p:par>
                                <p:cTn id="31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3" dur="500"/>
                                        <p:tgtEl>
                                          <p:spTgt spid="2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6" dur="500"/>
                                        <p:tgtEl>
                                          <p:spTgt spid="2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2" grpId="0"/>
      <p:bldP spid="77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8CD900-19EC-824C-BF74-AADFBF5A17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8690" y="289325"/>
            <a:ext cx="11393310" cy="894622"/>
          </a:xfrm>
        </p:spPr>
        <p:txBody>
          <a:bodyPr>
            <a:normAutofit/>
          </a:bodyPr>
          <a:lstStyle/>
          <a:p>
            <a:r>
              <a:rPr lang="en-US" sz="4800" dirty="0"/>
              <a:t>A human 3-way handshake protocol</a:t>
            </a:r>
            <a:endParaRPr lang="en-US" sz="4400" b="0" dirty="0"/>
          </a:p>
        </p:txBody>
      </p:sp>
      <p:pic>
        <p:nvPicPr>
          <p:cNvPr id="4" name="Picture 3" descr="A pile of snow&#10;&#10;Description automatically generated">
            <a:extLst>
              <a:ext uri="{FF2B5EF4-FFF2-40B4-BE49-F238E27FC236}">
                <a16:creationId xmlns:a16="http://schemas.microsoft.com/office/drawing/2014/main" id="{E63D2048-06F6-874E-A18A-05CFDA61C6A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50251" y="1530219"/>
            <a:ext cx="8358252" cy="5472528"/>
          </a:xfrm>
          <a:prstGeom prst="rect">
            <a:avLst/>
          </a:prstGeom>
        </p:spPr>
      </p:pic>
      <p:grpSp>
        <p:nvGrpSpPr>
          <p:cNvPr id="9" name="Group 8">
            <a:extLst>
              <a:ext uri="{FF2B5EF4-FFF2-40B4-BE49-F238E27FC236}">
                <a16:creationId xmlns:a16="http://schemas.microsoft.com/office/drawing/2014/main" id="{3F1282CE-CF66-EE4E-B4A8-587BD1E81F39}"/>
              </a:ext>
            </a:extLst>
          </p:cNvPr>
          <p:cNvGrpSpPr/>
          <p:nvPr/>
        </p:nvGrpSpPr>
        <p:grpSpPr>
          <a:xfrm>
            <a:off x="6538586" y="2065751"/>
            <a:ext cx="1730667" cy="612648"/>
            <a:chOff x="6538586" y="2065751"/>
            <a:chExt cx="1730667" cy="612648"/>
          </a:xfrm>
        </p:grpSpPr>
        <p:sp>
          <p:nvSpPr>
            <p:cNvPr id="5" name="Rounded Rectangular Callout 4">
              <a:extLst>
                <a:ext uri="{FF2B5EF4-FFF2-40B4-BE49-F238E27FC236}">
                  <a16:creationId xmlns:a16="http://schemas.microsoft.com/office/drawing/2014/main" id="{3CAF74F1-7DAE-DA49-A56B-F6F58EAC0B3D}"/>
                </a:ext>
              </a:extLst>
            </p:cNvPr>
            <p:cNvSpPr/>
            <p:nvPr/>
          </p:nvSpPr>
          <p:spPr>
            <a:xfrm>
              <a:off x="6551111" y="2065751"/>
              <a:ext cx="1672748" cy="612648"/>
            </a:xfrm>
            <a:prstGeom prst="wedgeRoundRectCallout">
              <a:avLst>
                <a:gd name="adj1" fmla="val 54830"/>
                <a:gd name="adj2" fmla="val 429311"/>
                <a:gd name="adj3" fmla="val 16667"/>
              </a:avLst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1EBBA823-6C58-6A44-A2FF-F652E9B2671F}"/>
                </a:ext>
              </a:extLst>
            </p:cNvPr>
            <p:cNvSpPr txBox="1"/>
            <p:nvPr/>
          </p:nvSpPr>
          <p:spPr>
            <a:xfrm>
              <a:off x="6538586" y="2153433"/>
              <a:ext cx="1730667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1. On belay?</a:t>
              </a:r>
            </a:p>
          </p:txBody>
        </p:sp>
      </p:grpSp>
      <p:sp>
        <p:nvSpPr>
          <p:cNvPr id="7" name="Rectangle 6">
            <a:extLst>
              <a:ext uri="{FF2B5EF4-FFF2-40B4-BE49-F238E27FC236}">
                <a16:creationId xmlns:a16="http://schemas.microsoft.com/office/drawing/2014/main" id="{CB827F8F-A1CF-B74C-ACC4-ECEAAE61D0B0}"/>
              </a:ext>
            </a:extLst>
          </p:cNvPr>
          <p:cNvSpPr/>
          <p:nvPr/>
        </p:nvSpPr>
        <p:spPr>
          <a:xfrm>
            <a:off x="1640908" y="5812076"/>
            <a:ext cx="10459233" cy="127765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305210F9-A841-2C44-B9F0-E355CF305198}"/>
              </a:ext>
            </a:extLst>
          </p:cNvPr>
          <p:cNvGrpSpPr/>
          <p:nvPr/>
        </p:nvGrpSpPr>
        <p:grpSpPr>
          <a:xfrm>
            <a:off x="5814165" y="3280776"/>
            <a:ext cx="1672748" cy="612648"/>
            <a:chOff x="5814165" y="3280776"/>
            <a:chExt cx="1672748" cy="612648"/>
          </a:xfrm>
        </p:grpSpPr>
        <p:sp>
          <p:nvSpPr>
            <p:cNvPr id="78" name="Rounded Rectangular Callout 77">
              <a:extLst>
                <a:ext uri="{FF2B5EF4-FFF2-40B4-BE49-F238E27FC236}">
                  <a16:creationId xmlns:a16="http://schemas.microsoft.com/office/drawing/2014/main" id="{C4B444F3-2C14-474E-8B61-1E282DE03385}"/>
                </a:ext>
              </a:extLst>
            </p:cNvPr>
            <p:cNvSpPr/>
            <p:nvPr/>
          </p:nvSpPr>
          <p:spPr>
            <a:xfrm>
              <a:off x="5814165" y="3280776"/>
              <a:ext cx="1672748" cy="612648"/>
            </a:xfrm>
            <a:prstGeom prst="wedgeRoundRectCallout">
              <a:avLst>
                <a:gd name="adj1" fmla="val -120395"/>
                <a:gd name="adj2" fmla="val -120679"/>
                <a:gd name="adj3" fmla="val 16667"/>
              </a:avLst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79" name="TextBox 78">
              <a:extLst>
                <a:ext uri="{FF2B5EF4-FFF2-40B4-BE49-F238E27FC236}">
                  <a16:creationId xmlns:a16="http://schemas.microsoft.com/office/drawing/2014/main" id="{7B59616D-98BC-2340-969B-E8EFA3D4DA5A}"/>
                </a:ext>
              </a:extLst>
            </p:cNvPr>
            <p:cNvSpPr txBox="1"/>
            <p:nvPr/>
          </p:nvSpPr>
          <p:spPr>
            <a:xfrm>
              <a:off x="5826690" y="3332968"/>
              <a:ext cx="1628074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2. Belay on.</a:t>
              </a:r>
            </a:p>
          </p:txBody>
        </p:sp>
      </p:grpSp>
      <p:grpSp>
        <p:nvGrpSpPr>
          <p:cNvPr id="11" name="Group 10">
            <a:extLst>
              <a:ext uri="{FF2B5EF4-FFF2-40B4-BE49-F238E27FC236}">
                <a16:creationId xmlns:a16="http://schemas.microsoft.com/office/drawing/2014/main" id="{E943AF12-B0EB-4F44-91E7-681492934EEA}"/>
              </a:ext>
            </a:extLst>
          </p:cNvPr>
          <p:cNvGrpSpPr/>
          <p:nvPr/>
        </p:nvGrpSpPr>
        <p:grpSpPr>
          <a:xfrm>
            <a:off x="8321457" y="3646119"/>
            <a:ext cx="1695712" cy="612648"/>
            <a:chOff x="8321457" y="3646119"/>
            <a:chExt cx="1695712" cy="612648"/>
          </a:xfrm>
        </p:grpSpPr>
        <p:sp>
          <p:nvSpPr>
            <p:cNvPr id="80" name="Rounded Rectangular Callout 79">
              <a:extLst>
                <a:ext uri="{FF2B5EF4-FFF2-40B4-BE49-F238E27FC236}">
                  <a16:creationId xmlns:a16="http://schemas.microsoft.com/office/drawing/2014/main" id="{8B23EB90-C1E0-D44A-8B27-62175510872C}"/>
                </a:ext>
              </a:extLst>
            </p:cNvPr>
            <p:cNvSpPr/>
            <p:nvPr/>
          </p:nvSpPr>
          <p:spPr>
            <a:xfrm>
              <a:off x="8344421" y="3646119"/>
              <a:ext cx="1672748" cy="612648"/>
            </a:xfrm>
            <a:prstGeom prst="wedgeRoundRectCallout">
              <a:avLst>
                <a:gd name="adj1" fmla="val -44764"/>
                <a:gd name="adj2" fmla="val 169650"/>
                <a:gd name="adj3" fmla="val 16667"/>
              </a:avLst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81" name="TextBox 80">
              <a:extLst>
                <a:ext uri="{FF2B5EF4-FFF2-40B4-BE49-F238E27FC236}">
                  <a16:creationId xmlns:a16="http://schemas.microsoft.com/office/drawing/2014/main" id="{35F183B7-733D-694A-B964-309D0B0097B1}"/>
                </a:ext>
              </a:extLst>
            </p:cNvPr>
            <p:cNvSpPr txBox="1"/>
            <p:nvPr/>
          </p:nvSpPr>
          <p:spPr>
            <a:xfrm>
              <a:off x="8321457" y="3710836"/>
              <a:ext cx="1651414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3. Climbing.</a:t>
              </a:r>
            </a:p>
          </p:txBody>
        </p:sp>
      </p:grpSp>
      <p:sp>
        <p:nvSpPr>
          <p:cNvPr id="14" name="Slide Number Placeholder 2">
            <a:extLst>
              <a:ext uri="{FF2B5EF4-FFF2-40B4-BE49-F238E27FC236}">
                <a16:creationId xmlns:a16="http://schemas.microsoft.com/office/drawing/2014/main" id="{41298F7A-0643-9F47-8207-6B139EFB88B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19616" y="6443089"/>
            <a:ext cx="2743200" cy="365125"/>
          </a:xfrm>
        </p:spPr>
        <p:txBody>
          <a:bodyPr/>
          <a:lstStyle/>
          <a:p>
            <a:r>
              <a:rPr lang="en-US" dirty="0"/>
              <a:t>Transport Layer: 3-</a:t>
            </a:r>
            <a:fld id="{C4204591-24BD-A542-B9D5-F8D8A88D2FEE}" type="slidenum">
              <a:rPr lang="en-US" smtClean="0"/>
              <a:pPr/>
              <a:t>15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18641852"/>
      </p:ext>
    </p:extLst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8CD900-19EC-824C-BF74-AADFBF5A17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8690" y="289325"/>
            <a:ext cx="11393310" cy="894622"/>
          </a:xfrm>
        </p:spPr>
        <p:txBody>
          <a:bodyPr>
            <a:normAutofit/>
          </a:bodyPr>
          <a:lstStyle/>
          <a:p>
            <a:r>
              <a:rPr lang="en-US" sz="4800" dirty="0"/>
              <a:t>Closing a TCP connection</a:t>
            </a:r>
            <a:endParaRPr lang="en-US" sz="4400" b="0" dirty="0"/>
          </a:p>
        </p:txBody>
      </p:sp>
      <p:sp>
        <p:nvSpPr>
          <p:cNvPr id="47" name="Rectangle 47">
            <a:extLst>
              <a:ext uri="{FF2B5EF4-FFF2-40B4-BE49-F238E27FC236}">
                <a16:creationId xmlns:a16="http://schemas.microsoft.com/office/drawing/2014/main" id="{B20BADCC-1032-9A48-BC43-B4E1275E4EDF}"/>
              </a:ext>
            </a:extLst>
          </p:cNvPr>
          <p:cNvSpPr txBox="1">
            <a:spLocks noChangeArrowheads="1"/>
          </p:cNvSpPr>
          <p:nvPr/>
        </p:nvSpPr>
        <p:spPr>
          <a:xfrm>
            <a:off x="798690" y="1441263"/>
            <a:ext cx="9698318" cy="41862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52425" marR="0" lvl="0" indent="-22225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charset="2"/>
              <a:buChar char="§"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client, server each close their side of connection</a:t>
            </a:r>
          </a:p>
          <a:p>
            <a:pPr marL="695325" marR="0" lvl="1" indent="-231775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Tx/>
              <a:buFont typeface="Arial"/>
              <a:buChar char="•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send TCP segment with FIN bit = 1</a:t>
            </a:r>
          </a:p>
          <a:p>
            <a:pPr marL="352425" marR="0" lvl="0" indent="-22225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charset="2"/>
              <a:buChar char="§"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respond to received FIN with ACK</a:t>
            </a:r>
          </a:p>
          <a:p>
            <a:pPr marL="695325" marR="0" lvl="1" indent="-231775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Tx/>
              <a:buFont typeface="Arial"/>
              <a:buChar char="•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on receiving FIN, ACK can be combined with own FIN</a:t>
            </a:r>
          </a:p>
          <a:p>
            <a:pPr marL="352425" marR="0" lvl="0" indent="-22225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charset="2"/>
              <a:buChar char="§"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simultaneous FIN exchanges can be handled</a:t>
            </a:r>
          </a:p>
        </p:txBody>
      </p:sp>
      <p:sp>
        <p:nvSpPr>
          <p:cNvPr id="4" name="Slide Number Placeholder 2">
            <a:extLst>
              <a:ext uri="{FF2B5EF4-FFF2-40B4-BE49-F238E27FC236}">
                <a16:creationId xmlns:a16="http://schemas.microsoft.com/office/drawing/2014/main" id="{E5549B3B-271C-C14B-9302-4D2CE7B4105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19616" y="6443089"/>
            <a:ext cx="2743200" cy="365125"/>
          </a:xfrm>
        </p:spPr>
        <p:txBody>
          <a:bodyPr/>
          <a:lstStyle/>
          <a:p>
            <a:r>
              <a:rPr lang="en-US" dirty="0"/>
              <a:t>Transport Layer: 3-</a:t>
            </a:r>
            <a:fld id="{C4204591-24BD-A542-B9D5-F8D8A88D2FEE}" type="slidenum">
              <a:rPr lang="en-US" smtClean="0"/>
              <a:pPr/>
              <a:t>16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57671931"/>
      </p:ext>
    </p:extLst>
  </p:cSld>
  <p:clrMapOvr>
    <a:masterClrMapping/>
  </p:clrMapOvr>
  <p:transition spd="med">
    <p:fade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8CD900-19EC-824C-BF74-AADFBF5A17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8691" y="289325"/>
            <a:ext cx="10515600" cy="894622"/>
          </a:xfrm>
        </p:spPr>
        <p:txBody>
          <a:bodyPr/>
          <a:lstStyle/>
          <a:p>
            <a:r>
              <a:rPr lang="en-US" altLang="en-US" dirty="0">
                <a:cs typeface="Calibri" panose="020F0502020204030204" pitchFamily="34" charset="0"/>
              </a:rPr>
              <a:t>Chapter 3: roadmap</a:t>
            </a:r>
            <a:endParaRPr lang="en-US" dirty="0"/>
          </a:p>
        </p:txBody>
      </p:sp>
      <p:sp>
        <p:nvSpPr>
          <p:cNvPr id="9" name="Rectangle 4">
            <a:extLst>
              <a:ext uri="{FF2B5EF4-FFF2-40B4-BE49-F238E27FC236}">
                <a16:creationId xmlns:a16="http://schemas.microsoft.com/office/drawing/2014/main" id="{55AB9D8D-7F05-094B-8DA6-3095A7A7A096}"/>
              </a:ext>
            </a:extLst>
          </p:cNvPr>
          <p:cNvSpPr>
            <a:spLocks noGrp="1" noChangeArrowheads="1"/>
          </p:cNvSpPr>
          <p:nvPr>
            <p:ph sz="half" idx="2"/>
          </p:nvPr>
        </p:nvSpPr>
        <p:spPr>
          <a:xfrm>
            <a:off x="798690" y="1414011"/>
            <a:ext cx="6618109" cy="5029078"/>
          </a:xfrm>
        </p:spPr>
        <p:txBody>
          <a:bodyPr>
            <a:normAutofit/>
          </a:bodyPr>
          <a:lstStyle/>
          <a:p>
            <a:pPr marL="403225" indent="-285750">
              <a:spcBef>
                <a:spcPts val="800"/>
              </a:spcBef>
              <a:buClr>
                <a:schemeClr val="bg1">
                  <a:lumMod val="75000"/>
                </a:schemeClr>
              </a:buClr>
            </a:pPr>
            <a:r>
              <a:rPr lang="en-US" altLang="en-US" sz="3200" dirty="0">
                <a:solidFill>
                  <a:schemeClr val="bg1">
                    <a:lumMod val="75000"/>
                  </a:schemeClr>
                </a:solidFill>
                <a:cs typeface="Calibri" panose="020F0502020204030204" pitchFamily="34" charset="0"/>
              </a:rPr>
              <a:t>Transport-layer services</a:t>
            </a:r>
          </a:p>
          <a:p>
            <a:pPr marL="403225" indent="-285750">
              <a:spcBef>
                <a:spcPts val="800"/>
              </a:spcBef>
              <a:buClr>
                <a:schemeClr val="bg1">
                  <a:lumMod val="75000"/>
                </a:schemeClr>
              </a:buClr>
            </a:pPr>
            <a:r>
              <a:rPr lang="en-US" altLang="en-US" sz="3200" dirty="0">
                <a:solidFill>
                  <a:schemeClr val="bg1">
                    <a:lumMod val="75000"/>
                  </a:schemeClr>
                </a:solidFill>
                <a:cs typeface="Calibri" panose="020F0502020204030204" pitchFamily="34" charset="0"/>
              </a:rPr>
              <a:t>Multiplexing and demultiplexing</a:t>
            </a:r>
          </a:p>
          <a:p>
            <a:pPr marL="403225" indent="-285750">
              <a:spcBef>
                <a:spcPts val="800"/>
              </a:spcBef>
              <a:buClr>
                <a:schemeClr val="bg1">
                  <a:lumMod val="75000"/>
                </a:schemeClr>
              </a:buClr>
            </a:pPr>
            <a:r>
              <a:rPr lang="en-US" altLang="en-US" sz="3200" dirty="0">
                <a:solidFill>
                  <a:schemeClr val="bg1">
                    <a:lumMod val="75000"/>
                  </a:schemeClr>
                </a:solidFill>
                <a:cs typeface="Calibri" panose="020F0502020204030204" pitchFamily="34" charset="0"/>
              </a:rPr>
              <a:t>Connectionless transport: UDP</a:t>
            </a:r>
          </a:p>
          <a:p>
            <a:pPr marL="403225" indent="-285750">
              <a:spcBef>
                <a:spcPts val="800"/>
              </a:spcBef>
              <a:buClr>
                <a:schemeClr val="bg1">
                  <a:lumMod val="75000"/>
                </a:schemeClr>
              </a:buClr>
            </a:pPr>
            <a:r>
              <a:rPr lang="en-US" altLang="en-US" sz="3200" dirty="0">
                <a:solidFill>
                  <a:schemeClr val="bg1">
                    <a:lumMod val="75000"/>
                  </a:schemeClr>
                </a:solidFill>
                <a:cs typeface="Calibri" panose="020F0502020204030204" pitchFamily="34" charset="0"/>
              </a:rPr>
              <a:t>Principles of reliable data transfer </a:t>
            </a:r>
          </a:p>
          <a:p>
            <a:pPr marL="403225" indent="-285750">
              <a:spcBef>
                <a:spcPts val="800"/>
              </a:spcBef>
              <a:buClr>
                <a:schemeClr val="bg1">
                  <a:lumMod val="75000"/>
                </a:schemeClr>
              </a:buClr>
            </a:pPr>
            <a:r>
              <a:rPr lang="en-US" sz="3200" dirty="0">
                <a:solidFill>
                  <a:schemeClr val="bg1">
                    <a:lumMod val="75000"/>
                  </a:schemeClr>
                </a:solidFill>
              </a:rPr>
              <a:t>Connection-oriented transport: TCP</a:t>
            </a:r>
          </a:p>
          <a:p>
            <a:pPr marL="403225" indent="-285750">
              <a:spcBef>
                <a:spcPts val="800"/>
              </a:spcBef>
            </a:pPr>
            <a:r>
              <a:rPr lang="en-US" sz="3200" dirty="0"/>
              <a:t>Principles of congestion control</a:t>
            </a:r>
          </a:p>
          <a:p>
            <a:pPr marL="403225" indent="-285750">
              <a:spcBef>
                <a:spcPts val="800"/>
              </a:spcBef>
              <a:buClr>
                <a:schemeClr val="bg1">
                  <a:lumMod val="75000"/>
                </a:schemeClr>
              </a:buClr>
            </a:pPr>
            <a:r>
              <a:rPr lang="en-US" sz="3200" dirty="0">
                <a:solidFill>
                  <a:schemeClr val="bg1">
                    <a:lumMod val="75000"/>
                  </a:schemeClr>
                </a:solidFill>
              </a:rPr>
              <a:t>TCP congestion control</a:t>
            </a:r>
          </a:p>
          <a:p>
            <a:pPr marL="403225" indent="-285750">
              <a:spcBef>
                <a:spcPts val="800"/>
              </a:spcBef>
              <a:buClr>
                <a:schemeClr val="bg1">
                  <a:lumMod val="75000"/>
                </a:schemeClr>
              </a:buClr>
            </a:pPr>
            <a:r>
              <a:rPr lang="en-US" sz="3200" dirty="0">
                <a:solidFill>
                  <a:schemeClr val="bg1">
                    <a:lumMod val="75000"/>
                  </a:schemeClr>
                </a:solidFill>
              </a:rPr>
              <a:t>Evolution of transport-layer functionality</a:t>
            </a:r>
          </a:p>
          <a:p>
            <a:pPr eaLnBrk="1" hangingPunct="1">
              <a:buFont typeface="Wingdings" panose="05000000000000000000" pitchFamily="2" charset="2"/>
              <a:buNone/>
            </a:pPr>
            <a:endParaRPr lang="en-US" altLang="en-US" sz="2400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2DB81C94-6123-D143-8C6E-7FF67BFA422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r>
              <a:rPr lang="en-US" dirty="0"/>
              <a:t>Transport Layer: 3-</a:t>
            </a:r>
            <a:fld id="{C4204591-24BD-A542-B9D5-F8D8A88D2FEE}" type="slidenum">
              <a:rPr lang="en-US" smtClean="0"/>
              <a:pPr/>
              <a:t>17</a:t>
            </a:fld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C6EDA9F-A4F6-9E48-A741-C2AF8BE224B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4329" y="1293471"/>
            <a:ext cx="3657600" cy="2743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8142295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3">
            <a:extLst>
              <a:ext uri="{FF2B5EF4-FFF2-40B4-BE49-F238E27FC236}">
                <a16:creationId xmlns:a16="http://schemas.microsoft.com/office/drawing/2014/main" id="{61C397FE-1DDC-5444-B79A-714CFC84F37C}"/>
              </a:ext>
            </a:extLst>
          </p:cNvPr>
          <p:cNvSpPr txBox="1">
            <a:spLocks noChangeArrowheads="1"/>
          </p:cNvSpPr>
          <p:nvPr/>
        </p:nvSpPr>
        <p:spPr>
          <a:xfrm>
            <a:off x="721660" y="1411941"/>
            <a:ext cx="10977282" cy="4648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270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pitchFamily="2" charset="2"/>
              <a:buNone/>
              <a:tabLst/>
              <a:defRPr/>
            </a:pPr>
            <a:r>
              <a:rPr kumimoji="0" lang="en-US" alt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Congestion:</a:t>
            </a:r>
            <a:endParaRPr kumimoji="0" lang="en-US" altLang="en-US" sz="2800" b="0" i="0" u="none" strike="noStrike" kern="1200" cap="none" spc="0" normalizeH="0" baseline="0" noProof="0" dirty="0">
              <a:ln>
                <a:noFill/>
              </a:ln>
              <a:solidFill>
                <a:srgbClr val="CC0000"/>
              </a:solidFill>
              <a:effectLst/>
              <a:uLnTx/>
              <a:uFillTx/>
              <a:latin typeface="Calibri" panose="020F0502020204030204"/>
              <a:ea typeface="ＭＳ Ｐゴシック" panose="020B0600070205080204" pitchFamily="34" charset="-128"/>
              <a:cs typeface="+mn-cs"/>
            </a:endParaRPr>
          </a:p>
          <a:p>
            <a:pPr marL="352425" marR="0" lvl="0" indent="-22225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pitchFamily="2" charset="2"/>
              <a:buChar char="§"/>
              <a:tabLst/>
              <a:defRPr/>
            </a:pP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informally: “</a:t>
            </a:r>
            <a:r>
              <a:rPr kumimoji="0" lang="en-US" altLang="ja-JP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too many sources sending too much data too fast for </a:t>
            </a:r>
            <a:r>
              <a:rPr kumimoji="0" lang="en-US" altLang="ja-JP" sz="2800" b="0" i="1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network</a:t>
            </a:r>
            <a:r>
              <a:rPr kumimoji="0" lang="en-US" altLang="ja-JP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 to handle”</a:t>
            </a:r>
          </a:p>
          <a:p>
            <a:pPr marL="352425" marR="0" lvl="0" indent="-22225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pitchFamily="2" charset="2"/>
              <a:buChar char="§"/>
              <a:tabLst/>
              <a:defRPr/>
            </a:pP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manifestations:</a:t>
            </a:r>
          </a:p>
          <a:p>
            <a:pPr marL="695325" marR="0" lvl="1" indent="-231775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long delays (queueing in router buffers)</a:t>
            </a:r>
          </a:p>
          <a:p>
            <a:pPr marL="695325" marR="0" lvl="1" indent="-231775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p</a:t>
            </a:r>
            <a:r>
              <a:rPr kumimoji="0" lang="en-US" altLang="en-US" sz="2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acket</a:t>
            </a: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 loss (buffer overflow at routers)</a:t>
            </a:r>
          </a:p>
          <a:p>
            <a:pPr marL="352425" marR="0" lvl="0" indent="-22225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pitchFamily="2" charset="2"/>
              <a:buChar char="§"/>
              <a:tabLst/>
              <a:defRPr/>
            </a:pPr>
            <a:endParaRPr kumimoji="0" lang="en-US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ACFC6554-1CEB-8346-AF21-152FD0AE2BDD}"/>
              </a:ext>
            </a:extLst>
          </p:cNvPr>
          <p:cNvSpPr txBox="1">
            <a:spLocks noChangeArrowheads="1"/>
          </p:cNvSpPr>
          <p:nvPr/>
        </p:nvSpPr>
        <p:spPr>
          <a:xfrm>
            <a:off x="722672" y="3776599"/>
            <a:ext cx="10977282" cy="101662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270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pitchFamily="2" charset="2"/>
              <a:buNone/>
              <a:tabLst/>
              <a:defRPr/>
            </a:pPr>
            <a:endParaRPr kumimoji="0" lang="en-US" alt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ＭＳ Ｐゴシック" panose="020B0600070205080204" pitchFamily="34" charset="-128"/>
              <a:cs typeface="+mn-cs"/>
            </a:endParaRPr>
          </a:p>
          <a:p>
            <a:pPr marL="352425" marR="0" lvl="0" indent="-22225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pitchFamily="2" charset="2"/>
              <a:buChar char="§"/>
              <a:tabLst/>
              <a:defRPr/>
            </a:pP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different from flow control!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B8CD900-19EC-824C-BF74-AADFBF5A17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3290" y="289325"/>
            <a:ext cx="11393310" cy="894622"/>
          </a:xfrm>
        </p:spPr>
        <p:txBody>
          <a:bodyPr>
            <a:normAutofit/>
          </a:bodyPr>
          <a:lstStyle/>
          <a:p>
            <a:r>
              <a:rPr lang="en-US" sz="4800" dirty="0"/>
              <a:t>Principles of congestion control</a:t>
            </a:r>
            <a:endParaRPr lang="en-US" sz="4400" b="0" dirty="0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F801E622-8D2F-5C40-BD60-438B29523DDB}"/>
              </a:ext>
            </a:extLst>
          </p:cNvPr>
          <p:cNvGrpSpPr/>
          <p:nvPr/>
        </p:nvGrpSpPr>
        <p:grpSpPr>
          <a:xfrm>
            <a:off x="8686805" y="2737463"/>
            <a:ext cx="2772697" cy="2732213"/>
            <a:chOff x="8878529" y="2737463"/>
            <a:chExt cx="2772697" cy="2732213"/>
          </a:xfrm>
        </p:grpSpPr>
        <p:pic>
          <p:nvPicPr>
            <p:cNvPr id="1028" name="Picture 4" descr="Why traffic apps make congestion worse | Berkeley News">
              <a:extLst>
                <a:ext uri="{FF2B5EF4-FFF2-40B4-BE49-F238E27FC236}">
                  <a16:creationId xmlns:a16="http://schemas.microsoft.com/office/drawing/2014/main" id="{5A685C73-1A7D-7448-83D5-182E1DF289AC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878529" y="2737463"/>
              <a:ext cx="2595716" cy="173047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2CEBCDC3-59AA-0043-9771-3FAB71AFCDB3}"/>
                </a:ext>
              </a:extLst>
            </p:cNvPr>
            <p:cNvSpPr txBox="1"/>
            <p:nvPr/>
          </p:nvSpPr>
          <p:spPr>
            <a:xfrm>
              <a:off x="9085007" y="4454013"/>
              <a:ext cx="2566219" cy="101566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congestion control: </a:t>
              </a: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too many senders, sending too fast</a:t>
              </a:r>
            </a:p>
          </p:txBody>
        </p:sp>
      </p:grpSp>
      <p:grpSp>
        <p:nvGrpSpPr>
          <p:cNvPr id="13" name="Group 12">
            <a:extLst>
              <a:ext uri="{FF2B5EF4-FFF2-40B4-BE49-F238E27FC236}">
                <a16:creationId xmlns:a16="http://schemas.microsoft.com/office/drawing/2014/main" id="{440B5036-A83C-3D40-89CC-21D122E3DAA4}"/>
              </a:ext>
            </a:extLst>
          </p:cNvPr>
          <p:cNvGrpSpPr/>
          <p:nvPr/>
        </p:nvGrpSpPr>
        <p:grpSpPr>
          <a:xfrm>
            <a:off x="5737126" y="4424520"/>
            <a:ext cx="5860024" cy="1952948"/>
            <a:chOff x="5869858" y="4586748"/>
            <a:chExt cx="5860024" cy="1952948"/>
          </a:xfrm>
        </p:grpSpPr>
        <p:grpSp>
          <p:nvGrpSpPr>
            <p:cNvPr id="3" name="Group 2">
              <a:extLst>
                <a:ext uri="{FF2B5EF4-FFF2-40B4-BE49-F238E27FC236}">
                  <a16:creationId xmlns:a16="http://schemas.microsoft.com/office/drawing/2014/main" id="{460EE1F0-777A-5549-B373-8500229D882B}"/>
                </a:ext>
              </a:extLst>
            </p:cNvPr>
            <p:cNvGrpSpPr/>
            <p:nvPr/>
          </p:nvGrpSpPr>
          <p:grpSpPr>
            <a:xfrm>
              <a:off x="5869858" y="4586748"/>
              <a:ext cx="2882176" cy="1915023"/>
              <a:chOff x="6998772" y="3064248"/>
              <a:chExt cx="4393223" cy="2995072"/>
            </a:xfrm>
          </p:grpSpPr>
          <p:pic>
            <p:nvPicPr>
              <p:cNvPr id="7" name="Picture 2" descr="Drinking from the Firehose: How VividCortex Compresses its Metrics">
                <a:extLst>
                  <a:ext uri="{FF2B5EF4-FFF2-40B4-BE49-F238E27FC236}">
                    <a16:creationId xmlns:a16="http://schemas.microsoft.com/office/drawing/2014/main" id="{93C006A2-5EEC-1743-AF87-E45D3E90A07F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8373303" y="4248105"/>
                <a:ext cx="3018692" cy="1811215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8" name="Picture 4" descr="Drinking From the Information Firehose">
                <a:extLst>
                  <a:ext uri="{FF2B5EF4-FFF2-40B4-BE49-F238E27FC236}">
                    <a16:creationId xmlns:a16="http://schemas.microsoft.com/office/drawing/2014/main" id="{540A1142-4C15-BA4C-BA82-A4861EB7D46C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5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6998772" y="3064248"/>
                <a:ext cx="2699594" cy="1781732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DB5BA06D-3B74-5348-8D35-1DEBB37E8FA0}"/>
                </a:ext>
              </a:extLst>
            </p:cNvPr>
            <p:cNvSpPr txBox="1"/>
            <p:nvPr/>
          </p:nvSpPr>
          <p:spPr>
            <a:xfrm>
              <a:off x="8794953" y="5801032"/>
              <a:ext cx="2934929" cy="73866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flow control: </a:t>
              </a: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one sender too fast for one receiver</a:t>
              </a:r>
            </a:p>
          </p:txBody>
        </p:sp>
      </p:grpSp>
      <p:sp>
        <p:nvSpPr>
          <p:cNvPr id="12" name="Rectangle 3">
            <a:extLst>
              <a:ext uri="{FF2B5EF4-FFF2-40B4-BE49-F238E27FC236}">
                <a16:creationId xmlns:a16="http://schemas.microsoft.com/office/drawing/2014/main" id="{EAFB275C-622F-0342-A28A-15D9EA67D3AB}"/>
              </a:ext>
            </a:extLst>
          </p:cNvPr>
          <p:cNvSpPr txBox="1">
            <a:spLocks noChangeArrowheads="1"/>
          </p:cNvSpPr>
          <p:nvPr/>
        </p:nvSpPr>
        <p:spPr>
          <a:xfrm>
            <a:off x="727588" y="4852219"/>
            <a:ext cx="4758812" cy="58010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52425" marR="0" lvl="0" indent="-22225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13A3"/>
              </a:buClr>
              <a:buSzTx/>
              <a:buFont typeface="Wingdings" pitchFamily="2" charset="2"/>
              <a:buChar char="§"/>
              <a:tabLst/>
              <a:defRPr/>
            </a:pP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rPr>
              <a:t>a top-10 problem!</a:t>
            </a:r>
          </a:p>
          <a:p>
            <a:pPr marL="352425" marR="0" lvl="0" indent="-22225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pitchFamily="2" charset="2"/>
              <a:buChar char="§"/>
              <a:tabLst/>
              <a:defRPr/>
            </a:pPr>
            <a:endParaRPr kumimoji="0" lang="en-US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14" name="Slide Number Placeholder 2">
            <a:extLst>
              <a:ext uri="{FF2B5EF4-FFF2-40B4-BE49-F238E27FC236}">
                <a16:creationId xmlns:a16="http://schemas.microsoft.com/office/drawing/2014/main" id="{C3383268-A75C-1640-B637-852081D5385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19616" y="6443089"/>
            <a:ext cx="2743200" cy="365125"/>
          </a:xfrm>
        </p:spPr>
        <p:txBody>
          <a:bodyPr/>
          <a:lstStyle/>
          <a:p>
            <a:r>
              <a:rPr lang="en-US" dirty="0"/>
              <a:t>Transport Layer: 3-</a:t>
            </a:r>
            <a:fld id="{C4204591-24BD-A542-B9D5-F8D8A88D2FEE}" type="slidenum">
              <a:rPr lang="en-US" smtClean="0"/>
              <a:pPr/>
              <a:t>18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651343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12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Freeform 3">
            <a:extLst>
              <a:ext uri="{FF2B5EF4-FFF2-40B4-BE49-F238E27FC236}">
                <a16:creationId xmlns:a16="http://schemas.microsoft.com/office/drawing/2014/main" id="{28E26305-1B9C-8A47-B034-2E9BCCD87DED}"/>
              </a:ext>
            </a:extLst>
          </p:cNvPr>
          <p:cNvSpPr>
            <a:spLocks/>
          </p:cNvSpPr>
          <p:nvPr/>
        </p:nvSpPr>
        <p:spPr bwMode="auto">
          <a:xfrm>
            <a:off x="10005476" y="2888415"/>
            <a:ext cx="250825" cy="930275"/>
          </a:xfrm>
          <a:custGeom>
            <a:avLst/>
            <a:gdLst>
              <a:gd name="T0" fmla="*/ 2147483647 w 366"/>
              <a:gd name="T1" fmla="*/ 2147483647 h 1284"/>
              <a:gd name="T2" fmla="*/ 2147483647 w 366"/>
              <a:gd name="T3" fmla="*/ 0 h 1284"/>
              <a:gd name="T4" fmla="*/ 0 w 366"/>
              <a:gd name="T5" fmla="*/ 2147483647 h 1284"/>
              <a:gd name="T6" fmla="*/ 2147483647 w 366"/>
              <a:gd name="T7" fmla="*/ 2147483647 h 1284"/>
              <a:gd name="T8" fmla="*/ 2147483647 w 366"/>
              <a:gd name="T9" fmla="*/ 2147483647 h 1284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366" h="1284">
                <a:moveTo>
                  <a:pt x="366" y="1278"/>
                </a:moveTo>
                <a:lnTo>
                  <a:pt x="12" y="0"/>
                </a:lnTo>
                <a:lnTo>
                  <a:pt x="0" y="1224"/>
                </a:lnTo>
                <a:lnTo>
                  <a:pt x="186" y="1284"/>
                </a:lnTo>
                <a:lnTo>
                  <a:pt x="366" y="1278"/>
                </a:lnTo>
                <a:close/>
              </a:path>
            </a:pathLst>
          </a:custGeom>
          <a:gradFill rotWithShape="1">
            <a:gsLst>
              <a:gs pos="0">
                <a:srgbClr val="B2B2B2"/>
              </a:gs>
              <a:gs pos="100000">
                <a:srgbClr val="FFFFFF"/>
              </a:gs>
            </a:gsLst>
            <a:lin ang="0" scaled="1"/>
          </a:gradFill>
          <a:ln w="9525">
            <a:noFill/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grpSp>
        <p:nvGrpSpPr>
          <p:cNvPr id="403" name="Group 402">
            <a:extLst>
              <a:ext uri="{FF2B5EF4-FFF2-40B4-BE49-F238E27FC236}">
                <a16:creationId xmlns:a16="http://schemas.microsoft.com/office/drawing/2014/main" id="{3138E679-7A6F-3F4C-9CD4-1BC53C242F2F}"/>
              </a:ext>
            </a:extLst>
          </p:cNvPr>
          <p:cNvGrpSpPr/>
          <p:nvPr/>
        </p:nvGrpSpPr>
        <p:grpSpPr>
          <a:xfrm>
            <a:off x="9424984" y="2862877"/>
            <a:ext cx="586768" cy="904023"/>
            <a:chOff x="10910965" y="2513124"/>
            <a:chExt cx="586768" cy="904023"/>
          </a:xfrm>
        </p:grpSpPr>
        <p:sp>
          <p:nvSpPr>
            <p:cNvPr id="404" name="Rectangle 403">
              <a:extLst>
                <a:ext uri="{FF2B5EF4-FFF2-40B4-BE49-F238E27FC236}">
                  <a16:creationId xmlns:a16="http://schemas.microsoft.com/office/drawing/2014/main" id="{59524EB8-FD55-1D48-99F1-D1FB7A8F9D07}"/>
                </a:ext>
              </a:extLst>
            </p:cNvPr>
            <p:cNvSpPr/>
            <p:nvPr/>
          </p:nvSpPr>
          <p:spPr>
            <a:xfrm>
              <a:off x="10916736" y="2513124"/>
              <a:ext cx="574264" cy="904023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</a:ln>
            <a:effectLst>
              <a:outerShdw blurRad="50800" dist="38100" dir="2700000" algn="tl" rotWithShape="0">
                <a:schemeClr val="tx1">
                  <a:alpha val="4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cxnSp>
          <p:nvCxnSpPr>
            <p:cNvPr id="405" name="Straight Connector 404">
              <a:extLst>
                <a:ext uri="{FF2B5EF4-FFF2-40B4-BE49-F238E27FC236}">
                  <a16:creationId xmlns:a16="http://schemas.microsoft.com/office/drawing/2014/main" id="{F1173737-3613-AA43-B1AC-4838A3EDB684}"/>
                </a:ext>
              </a:extLst>
            </p:cNvPr>
            <p:cNvCxnSpPr/>
            <p:nvPr/>
          </p:nvCxnSpPr>
          <p:spPr>
            <a:xfrm>
              <a:off x="10910965" y="2696064"/>
              <a:ext cx="574264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6" name="Straight Connector 405">
              <a:extLst>
                <a:ext uri="{FF2B5EF4-FFF2-40B4-BE49-F238E27FC236}">
                  <a16:creationId xmlns:a16="http://schemas.microsoft.com/office/drawing/2014/main" id="{5C427322-6070-F549-83A0-B70739AD3320}"/>
                </a:ext>
              </a:extLst>
            </p:cNvPr>
            <p:cNvCxnSpPr/>
            <p:nvPr/>
          </p:nvCxnSpPr>
          <p:spPr>
            <a:xfrm>
              <a:off x="10914332" y="2881753"/>
              <a:ext cx="574264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7" name="Straight Connector 406">
              <a:extLst>
                <a:ext uri="{FF2B5EF4-FFF2-40B4-BE49-F238E27FC236}">
                  <a16:creationId xmlns:a16="http://schemas.microsoft.com/office/drawing/2014/main" id="{9463F3C4-F379-1D41-902B-28BB5B0172CF}"/>
                </a:ext>
              </a:extLst>
            </p:cNvPr>
            <p:cNvCxnSpPr/>
            <p:nvPr/>
          </p:nvCxnSpPr>
          <p:spPr>
            <a:xfrm>
              <a:off x="10923469" y="3064677"/>
              <a:ext cx="574264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8" name="Straight Connector 407">
              <a:extLst>
                <a:ext uri="{FF2B5EF4-FFF2-40B4-BE49-F238E27FC236}">
                  <a16:creationId xmlns:a16="http://schemas.microsoft.com/office/drawing/2014/main" id="{34B78D94-0CBB-174E-B3E9-C26DCE4669A5}"/>
                </a:ext>
              </a:extLst>
            </p:cNvPr>
            <p:cNvCxnSpPr/>
            <p:nvPr/>
          </p:nvCxnSpPr>
          <p:spPr>
            <a:xfrm>
              <a:off x="10915293" y="3242073"/>
              <a:ext cx="574264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79" name="Freeform 9">
            <a:extLst>
              <a:ext uri="{FF2B5EF4-FFF2-40B4-BE49-F238E27FC236}">
                <a16:creationId xmlns:a16="http://schemas.microsoft.com/office/drawing/2014/main" id="{5547101E-4A79-584C-9989-5E85D28B6DAA}"/>
              </a:ext>
            </a:extLst>
          </p:cNvPr>
          <p:cNvSpPr>
            <a:spLocks/>
          </p:cNvSpPr>
          <p:nvPr/>
        </p:nvSpPr>
        <p:spPr bwMode="auto">
          <a:xfrm flipH="1">
            <a:off x="5851590" y="1746530"/>
            <a:ext cx="430143" cy="900469"/>
          </a:xfrm>
          <a:custGeom>
            <a:avLst/>
            <a:gdLst>
              <a:gd name="T0" fmla="*/ 2147483647 w 366"/>
              <a:gd name="T1" fmla="*/ 2147483647 h 1284"/>
              <a:gd name="T2" fmla="*/ 2147483647 w 366"/>
              <a:gd name="T3" fmla="*/ 0 h 1284"/>
              <a:gd name="T4" fmla="*/ 0 w 366"/>
              <a:gd name="T5" fmla="*/ 2147483647 h 1284"/>
              <a:gd name="T6" fmla="*/ 2147483647 w 366"/>
              <a:gd name="T7" fmla="*/ 2147483647 h 1284"/>
              <a:gd name="T8" fmla="*/ 2147483647 w 366"/>
              <a:gd name="T9" fmla="*/ 2147483647 h 1284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connsiteX0" fmla="*/ 10401 w 10401"/>
              <a:gd name="connsiteY0" fmla="*/ 9412 h 9459"/>
              <a:gd name="connsiteX1" fmla="*/ 0 w 10401"/>
              <a:gd name="connsiteY1" fmla="*/ 0 h 9459"/>
              <a:gd name="connsiteX2" fmla="*/ 401 w 10401"/>
              <a:gd name="connsiteY2" fmla="*/ 8992 h 9459"/>
              <a:gd name="connsiteX3" fmla="*/ 5483 w 10401"/>
              <a:gd name="connsiteY3" fmla="*/ 9459 h 9459"/>
              <a:gd name="connsiteX4" fmla="*/ 10401 w 10401"/>
              <a:gd name="connsiteY4" fmla="*/ 9412 h 9459"/>
              <a:gd name="connsiteX0" fmla="*/ 14206 w 14206"/>
              <a:gd name="connsiteY0" fmla="*/ 3611 h 10000"/>
              <a:gd name="connsiteX1" fmla="*/ 0 w 14206"/>
              <a:gd name="connsiteY1" fmla="*/ 0 h 10000"/>
              <a:gd name="connsiteX2" fmla="*/ 386 w 14206"/>
              <a:gd name="connsiteY2" fmla="*/ 9506 h 10000"/>
              <a:gd name="connsiteX3" fmla="*/ 5272 w 14206"/>
              <a:gd name="connsiteY3" fmla="*/ 10000 h 10000"/>
              <a:gd name="connsiteX4" fmla="*/ 14206 w 14206"/>
              <a:gd name="connsiteY4" fmla="*/ 3611 h 10000"/>
              <a:gd name="connsiteX0" fmla="*/ 14206 w 16488"/>
              <a:gd name="connsiteY0" fmla="*/ 3611 h 9506"/>
              <a:gd name="connsiteX1" fmla="*/ 0 w 16488"/>
              <a:gd name="connsiteY1" fmla="*/ 0 h 9506"/>
              <a:gd name="connsiteX2" fmla="*/ 386 w 16488"/>
              <a:gd name="connsiteY2" fmla="*/ 9506 h 9506"/>
              <a:gd name="connsiteX3" fmla="*/ 16488 w 16488"/>
              <a:gd name="connsiteY3" fmla="*/ 6207 h 9506"/>
              <a:gd name="connsiteX4" fmla="*/ 14206 w 16488"/>
              <a:gd name="connsiteY4" fmla="*/ 3611 h 9506"/>
              <a:gd name="connsiteX0" fmla="*/ 8616 w 10000"/>
              <a:gd name="connsiteY0" fmla="*/ 3799 h 10765"/>
              <a:gd name="connsiteX1" fmla="*/ 0 w 10000"/>
              <a:gd name="connsiteY1" fmla="*/ 0 h 10765"/>
              <a:gd name="connsiteX2" fmla="*/ 128 w 10000"/>
              <a:gd name="connsiteY2" fmla="*/ 10765 h 10765"/>
              <a:gd name="connsiteX3" fmla="*/ 10000 w 10000"/>
              <a:gd name="connsiteY3" fmla="*/ 6530 h 10765"/>
              <a:gd name="connsiteX4" fmla="*/ 8616 w 10000"/>
              <a:gd name="connsiteY4" fmla="*/ 3799 h 107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000" h="10765">
                <a:moveTo>
                  <a:pt x="8616" y="3799"/>
                </a:moveTo>
                <a:lnTo>
                  <a:pt x="0" y="0"/>
                </a:lnTo>
                <a:cubicBezTo>
                  <a:pt x="78" y="3333"/>
                  <a:pt x="50" y="7432"/>
                  <a:pt x="128" y="10765"/>
                </a:cubicBezTo>
                <a:lnTo>
                  <a:pt x="10000" y="6530"/>
                </a:lnTo>
                <a:lnTo>
                  <a:pt x="8616" y="3799"/>
                </a:lnTo>
                <a:close/>
              </a:path>
            </a:pathLst>
          </a:custGeom>
          <a:gradFill rotWithShape="1">
            <a:gsLst>
              <a:gs pos="0">
                <a:srgbClr val="B2B2B2"/>
              </a:gs>
              <a:gs pos="100000">
                <a:srgbClr val="FFFFFF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DDDDDD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grpSp>
        <p:nvGrpSpPr>
          <p:cNvPr id="352" name="Group 351">
            <a:extLst>
              <a:ext uri="{FF2B5EF4-FFF2-40B4-BE49-F238E27FC236}">
                <a16:creationId xmlns:a16="http://schemas.microsoft.com/office/drawing/2014/main" id="{B6427DD3-BCDC-1D47-B9EA-F052CBEE3779}"/>
              </a:ext>
            </a:extLst>
          </p:cNvPr>
          <p:cNvGrpSpPr/>
          <p:nvPr/>
        </p:nvGrpSpPr>
        <p:grpSpPr>
          <a:xfrm>
            <a:off x="5390758" y="2639189"/>
            <a:ext cx="586768" cy="904023"/>
            <a:chOff x="10910965" y="2513124"/>
            <a:chExt cx="586768" cy="904023"/>
          </a:xfrm>
        </p:grpSpPr>
        <p:sp>
          <p:nvSpPr>
            <p:cNvPr id="353" name="Rectangle 352">
              <a:extLst>
                <a:ext uri="{FF2B5EF4-FFF2-40B4-BE49-F238E27FC236}">
                  <a16:creationId xmlns:a16="http://schemas.microsoft.com/office/drawing/2014/main" id="{334B80B7-DAB2-0C45-A85B-02F9853489C8}"/>
                </a:ext>
              </a:extLst>
            </p:cNvPr>
            <p:cNvSpPr/>
            <p:nvPr/>
          </p:nvSpPr>
          <p:spPr>
            <a:xfrm>
              <a:off x="10916736" y="2513124"/>
              <a:ext cx="574264" cy="904023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</a:ln>
            <a:effectLst>
              <a:outerShdw blurRad="50800" dist="38100" dir="2700000" algn="tl" rotWithShape="0">
                <a:schemeClr val="tx1">
                  <a:alpha val="4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cxnSp>
          <p:nvCxnSpPr>
            <p:cNvPr id="354" name="Straight Connector 353">
              <a:extLst>
                <a:ext uri="{FF2B5EF4-FFF2-40B4-BE49-F238E27FC236}">
                  <a16:creationId xmlns:a16="http://schemas.microsoft.com/office/drawing/2014/main" id="{9B105EEA-CD5C-4D41-AA8D-44A16BCD200E}"/>
                </a:ext>
              </a:extLst>
            </p:cNvPr>
            <p:cNvCxnSpPr/>
            <p:nvPr/>
          </p:nvCxnSpPr>
          <p:spPr>
            <a:xfrm>
              <a:off x="10910965" y="2696064"/>
              <a:ext cx="574264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6" name="Straight Connector 355">
              <a:extLst>
                <a:ext uri="{FF2B5EF4-FFF2-40B4-BE49-F238E27FC236}">
                  <a16:creationId xmlns:a16="http://schemas.microsoft.com/office/drawing/2014/main" id="{300FADAA-FF42-DC4F-B232-CEDC63569590}"/>
                </a:ext>
              </a:extLst>
            </p:cNvPr>
            <p:cNvCxnSpPr/>
            <p:nvPr/>
          </p:nvCxnSpPr>
          <p:spPr>
            <a:xfrm>
              <a:off x="10914332" y="2881753"/>
              <a:ext cx="574264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7" name="Straight Connector 356">
              <a:extLst>
                <a:ext uri="{FF2B5EF4-FFF2-40B4-BE49-F238E27FC236}">
                  <a16:creationId xmlns:a16="http://schemas.microsoft.com/office/drawing/2014/main" id="{96243C39-7124-B447-92F8-07DFDCABC20C}"/>
                </a:ext>
              </a:extLst>
            </p:cNvPr>
            <p:cNvCxnSpPr/>
            <p:nvPr/>
          </p:nvCxnSpPr>
          <p:spPr>
            <a:xfrm>
              <a:off x="10923469" y="3064677"/>
              <a:ext cx="574264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8" name="Straight Connector 357">
              <a:extLst>
                <a:ext uri="{FF2B5EF4-FFF2-40B4-BE49-F238E27FC236}">
                  <a16:creationId xmlns:a16="http://schemas.microsoft.com/office/drawing/2014/main" id="{D2849888-7EC3-EB4C-8BC1-51F7CF36C2D6}"/>
                </a:ext>
              </a:extLst>
            </p:cNvPr>
            <p:cNvCxnSpPr/>
            <p:nvPr/>
          </p:nvCxnSpPr>
          <p:spPr>
            <a:xfrm>
              <a:off x="10915293" y="3242073"/>
              <a:ext cx="574264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96" name="Group 195">
            <a:extLst>
              <a:ext uri="{FF2B5EF4-FFF2-40B4-BE49-F238E27FC236}">
                <a16:creationId xmlns:a16="http://schemas.microsoft.com/office/drawing/2014/main" id="{F01A9AD5-3D29-E044-89AB-2A8A2872A48C}"/>
              </a:ext>
            </a:extLst>
          </p:cNvPr>
          <p:cNvGrpSpPr/>
          <p:nvPr/>
        </p:nvGrpSpPr>
        <p:grpSpPr>
          <a:xfrm>
            <a:off x="6267058" y="1750697"/>
            <a:ext cx="586768" cy="904023"/>
            <a:chOff x="10910965" y="2513124"/>
            <a:chExt cx="586768" cy="904023"/>
          </a:xfrm>
        </p:grpSpPr>
        <p:sp>
          <p:nvSpPr>
            <p:cNvPr id="197" name="Rectangle 196">
              <a:extLst>
                <a:ext uri="{FF2B5EF4-FFF2-40B4-BE49-F238E27FC236}">
                  <a16:creationId xmlns:a16="http://schemas.microsoft.com/office/drawing/2014/main" id="{4FE038A7-CF8F-144F-89E6-58D5113323E4}"/>
                </a:ext>
              </a:extLst>
            </p:cNvPr>
            <p:cNvSpPr/>
            <p:nvPr/>
          </p:nvSpPr>
          <p:spPr>
            <a:xfrm>
              <a:off x="10916736" y="2513124"/>
              <a:ext cx="574264" cy="904023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</a:ln>
            <a:effectLst>
              <a:outerShdw blurRad="50800" dist="38100" dir="2700000" algn="tl" rotWithShape="0">
                <a:schemeClr val="tx1">
                  <a:alpha val="4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cxnSp>
          <p:nvCxnSpPr>
            <p:cNvPr id="198" name="Straight Connector 197">
              <a:extLst>
                <a:ext uri="{FF2B5EF4-FFF2-40B4-BE49-F238E27FC236}">
                  <a16:creationId xmlns:a16="http://schemas.microsoft.com/office/drawing/2014/main" id="{022D2CD4-E115-9446-9F3B-70153BE86FD0}"/>
                </a:ext>
              </a:extLst>
            </p:cNvPr>
            <p:cNvCxnSpPr/>
            <p:nvPr/>
          </p:nvCxnSpPr>
          <p:spPr>
            <a:xfrm>
              <a:off x="10910965" y="2696064"/>
              <a:ext cx="574264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9" name="Straight Connector 198">
              <a:extLst>
                <a:ext uri="{FF2B5EF4-FFF2-40B4-BE49-F238E27FC236}">
                  <a16:creationId xmlns:a16="http://schemas.microsoft.com/office/drawing/2014/main" id="{8DA93D54-B8CD-E944-A9A0-CD19B3D9BEB3}"/>
                </a:ext>
              </a:extLst>
            </p:cNvPr>
            <p:cNvCxnSpPr/>
            <p:nvPr/>
          </p:nvCxnSpPr>
          <p:spPr>
            <a:xfrm>
              <a:off x="10914332" y="2881753"/>
              <a:ext cx="574264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0" name="Straight Connector 199">
              <a:extLst>
                <a:ext uri="{FF2B5EF4-FFF2-40B4-BE49-F238E27FC236}">
                  <a16:creationId xmlns:a16="http://schemas.microsoft.com/office/drawing/2014/main" id="{8C307284-45EC-EF40-B8C6-ACFAE3B84F26}"/>
                </a:ext>
              </a:extLst>
            </p:cNvPr>
            <p:cNvCxnSpPr/>
            <p:nvPr/>
          </p:nvCxnSpPr>
          <p:spPr>
            <a:xfrm>
              <a:off x="10923469" y="3064677"/>
              <a:ext cx="574264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1" name="Straight Connector 200">
              <a:extLst>
                <a:ext uri="{FF2B5EF4-FFF2-40B4-BE49-F238E27FC236}">
                  <a16:creationId xmlns:a16="http://schemas.microsoft.com/office/drawing/2014/main" id="{A5E51FF6-6B9B-CB46-932F-6752F8BC41C5}"/>
                </a:ext>
              </a:extLst>
            </p:cNvPr>
            <p:cNvCxnSpPr/>
            <p:nvPr/>
          </p:nvCxnSpPr>
          <p:spPr>
            <a:xfrm>
              <a:off x="10915293" y="3242073"/>
              <a:ext cx="574264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84" name="Freeform 6">
            <a:extLst>
              <a:ext uri="{FF2B5EF4-FFF2-40B4-BE49-F238E27FC236}">
                <a16:creationId xmlns:a16="http://schemas.microsoft.com/office/drawing/2014/main" id="{48AC5632-6C88-9B4F-8AC4-BA566F7E218B}"/>
              </a:ext>
            </a:extLst>
          </p:cNvPr>
          <p:cNvSpPr>
            <a:spLocks/>
          </p:cNvSpPr>
          <p:nvPr/>
        </p:nvSpPr>
        <p:spPr bwMode="auto">
          <a:xfrm>
            <a:off x="10381714" y="1887018"/>
            <a:ext cx="250825" cy="930275"/>
          </a:xfrm>
          <a:custGeom>
            <a:avLst/>
            <a:gdLst>
              <a:gd name="T0" fmla="*/ 2147483647 w 366"/>
              <a:gd name="T1" fmla="*/ 2147483647 h 1284"/>
              <a:gd name="T2" fmla="*/ 2147483647 w 366"/>
              <a:gd name="T3" fmla="*/ 0 h 1284"/>
              <a:gd name="T4" fmla="*/ 0 w 366"/>
              <a:gd name="T5" fmla="*/ 2147483647 h 1284"/>
              <a:gd name="T6" fmla="*/ 2147483647 w 366"/>
              <a:gd name="T7" fmla="*/ 2147483647 h 1284"/>
              <a:gd name="T8" fmla="*/ 2147483647 w 366"/>
              <a:gd name="T9" fmla="*/ 2147483647 h 1284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366" h="1284">
                <a:moveTo>
                  <a:pt x="366" y="1278"/>
                </a:moveTo>
                <a:lnTo>
                  <a:pt x="12" y="0"/>
                </a:lnTo>
                <a:lnTo>
                  <a:pt x="0" y="1224"/>
                </a:lnTo>
                <a:lnTo>
                  <a:pt x="186" y="1284"/>
                </a:lnTo>
                <a:lnTo>
                  <a:pt x="366" y="1278"/>
                </a:lnTo>
                <a:close/>
              </a:path>
            </a:pathLst>
          </a:custGeom>
          <a:gradFill rotWithShape="1">
            <a:gsLst>
              <a:gs pos="0">
                <a:srgbClr val="B2B2B2"/>
              </a:gs>
              <a:gs pos="100000">
                <a:srgbClr val="FFFFFF"/>
              </a:gs>
            </a:gsLst>
            <a:lin ang="0" scaled="1"/>
          </a:gradFill>
          <a:ln w="9525">
            <a:noFill/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7395260E-0495-5549-B67B-D0932B2922A1}"/>
              </a:ext>
            </a:extLst>
          </p:cNvPr>
          <p:cNvGrpSpPr/>
          <p:nvPr/>
        </p:nvGrpSpPr>
        <p:grpSpPr>
          <a:xfrm>
            <a:off x="9803525" y="1862884"/>
            <a:ext cx="586768" cy="904023"/>
            <a:chOff x="10910965" y="2513124"/>
            <a:chExt cx="586768" cy="904023"/>
          </a:xfrm>
        </p:grpSpPr>
        <p:sp>
          <p:nvSpPr>
            <p:cNvPr id="191" name="Rectangle 190">
              <a:extLst>
                <a:ext uri="{FF2B5EF4-FFF2-40B4-BE49-F238E27FC236}">
                  <a16:creationId xmlns:a16="http://schemas.microsoft.com/office/drawing/2014/main" id="{F9C766A0-70B1-1B4B-AE37-4A6E9AF88F33}"/>
                </a:ext>
              </a:extLst>
            </p:cNvPr>
            <p:cNvSpPr/>
            <p:nvPr/>
          </p:nvSpPr>
          <p:spPr>
            <a:xfrm>
              <a:off x="10916736" y="2513124"/>
              <a:ext cx="574264" cy="904023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</a:ln>
            <a:effectLst>
              <a:outerShdw blurRad="50800" dist="38100" dir="2700000" algn="tl" rotWithShape="0">
                <a:schemeClr val="tx1">
                  <a:alpha val="4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cxnSp>
          <p:nvCxnSpPr>
            <p:cNvPr id="192" name="Straight Connector 191">
              <a:extLst>
                <a:ext uri="{FF2B5EF4-FFF2-40B4-BE49-F238E27FC236}">
                  <a16:creationId xmlns:a16="http://schemas.microsoft.com/office/drawing/2014/main" id="{AC485D2E-710B-7446-BEF0-A9782257832E}"/>
                </a:ext>
              </a:extLst>
            </p:cNvPr>
            <p:cNvCxnSpPr/>
            <p:nvPr/>
          </p:nvCxnSpPr>
          <p:spPr>
            <a:xfrm>
              <a:off x="10910965" y="2696064"/>
              <a:ext cx="574264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3" name="Straight Connector 192">
              <a:extLst>
                <a:ext uri="{FF2B5EF4-FFF2-40B4-BE49-F238E27FC236}">
                  <a16:creationId xmlns:a16="http://schemas.microsoft.com/office/drawing/2014/main" id="{67BF4BF4-4371-1D47-B858-D6B04135BAE0}"/>
                </a:ext>
              </a:extLst>
            </p:cNvPr>
            <p:cNvCxnSpPr/>
            <p:nvPr/>
          </p:nvCxnSpPr>
          <p:spPr>
            <a:xfrm>
              <a:off x="10914332" y="2881753"/>
              <a:ext cx="574264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4" name="Straight Connector 193">
              <a:extLst>
                <a:ext uri="{FF2B5EF4-FFF2-40B4-BE49-F238E27FC236}">
                  <a16:creationId xmlns:a16="http://schemas.microsoft.com/office/drawing/2014/main" id="{02AEE228-C85E-AC45-B2C5-C8182C643EF4}"/>
                </a:ext>
              </a:extLst>
            </p:cNvPr>
            <p:cNvCxnSpPr/>
            <p:nvPr/>
          </p:nvCxnSpPr>
          <p:spPr>
            <a:xfrm>
              <a:off x="10923469" y="3064677"/>
              <a:ext cx="574264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5" name="Straight Connector 194">
              <a:extLst>
                <a:ext uri="{FF2B5EF4-FFF2-40B4-BE49-F238E27FC236}">
                  <a16:creationId xmlns:a16="http://schemas.microsoft.com/office/drawing/2014/main" id="{0353931E-8944-EF4A-9720-7519EA6C48F0}"/>
                </a:ext>
              </a:extLst>
            </p:cNvPr>
            <p:cNvCxnSpPr/>
            <p:nvPr/>
          </p:nvCxnSpPr>
          <p:spPr>
            <a:xfrm>
              <a:off x="10915293" y="3242073"/>
              <a:ext cx="574264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55" name="Group 354">
            <a:extLst>
              <a:ext uri="{FF2B5EF4-FFF2-40B4-BE49-F238E27FC236}">
                <a16:creationId xmlns:a16="http://schemas.microsoft.com/office/drawing/2014/main" id="{88E9FDF2-59AD-0849-94F0-90E7C39F4845}"/>
              </a:ext>
            </a:extLst>
          </p:cNvPr>
          <p:cNvGrpSpPr/>
          <p:nvPr/>
        </p:nvGrpSpPr>
        <p:grpSpPr>
          <a:xfrm>
            <a:off x="7419579" y="2906627"/>
            <a:ext cx="1047677" cy="561649"/>
            <a:chOff x="7493876" y="2774731"/>
            <a:chExt cx="1481958" cy="894622"/>
          </a:xfrm>
        </p:grpSpPr>
        <p:sp>
          <p:nvSpPr>
            <p:cNvPr id="364" name="Freeform 363">
              <a:extLst>
                <a:ext uri="{FF2B5EF4-FFF2-40B4-BE49-F238E27FC236}">
                  <a16:creationId xmlns:a16="http://schemas.microsoft.com/office/drawing/2014/main" id="{43B8EDE0-230C-5542-B921-8F0ABAF1CBD9}"/>
                </a:ext>
              </a:extLst>
            </p:cNvPr>
            <p:cNvSpPr/>
            <p:nvPr/>
          </p:nvSpPr>
          <p:spPr>
            <a:xfrm>
              <a:off x="7493876" y="3084399"/>
              <a:ext cx="1481958" cy="584954"/>
            </a:xfrm>
            <a:custGeom>
              <a:avLst/>
              <a:gdLst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76538 w 8176538"/>
                <a:gd name="connsiteY0" fmla="*/ 0 h 2638097"/>
                <a:gd name="connsiteX1" fmla="*/ 8176538 w 8176538"/>
                <a:gd name="connsiteY1" fmla="*/ 1271752 h 2638097"/>
                <a:gd name="connsiteX2" fmla="*/ 4088015 w 8176538"/>
                <a:gd name="connsiteY2" fmla="*/ 2638097 h 2638097"/>
                <a:gd name="connsiteX3" fmla="*/ 0 w 8176538"/>
                <a:gd name="connsiteY3" fmla="*/ 1269888 h 2638097"/>
                <a:gd name="connsiteX4" fmla="*/ 20511 w 8176538"/>
                <a:gd name="connsiteY4" fmla="*/ 147145 h 2638097"/>
                <a:gd name="connsiteX5" fmla="*/ 4088015 w 8176538"/>
                <a:gd name="connsiteY5" fmla="*/ 1566042 h 2638097"/>
                <a:gd name="connsiteX6" fmla="*/ 8176538 w 8176538"/>
                <a:gd name="connsiteY6" fmla="*/ 0 h 2638097"/>
                <a:gd name="connsiteX0" fmla="*/ 8176538 w 8176538"/>
                <a:gd name="connsiteY0" fmla="*/ 0 h 2772020"/>
                <a:gd name="connsiteX1" fmla="*/ 8176538 w 8176538"/>
                <a:gd name="connsiteY1" fmla="*/ 1271752 h 2772020"/>
                <a:gd name="connsiteX2" fmla="*/ 4099034 w 8176538"/>
                <a:gd name="connsiteY2" fmla="*/ 2772020 h 2772020"/>
                <a:gd name="connsiteX3" fmla="*/ 0 w 8176538"/>
                <a:gd name="connsiteY3" fmla="*/ 1269888 h 2772020"/>
                <a:gd name="connsiteX4" fmla="*/ 20511 w 8176538"/>
                <a:gd name="connsiteY4" fmla="*/ 147145 h 2772020"/>
                <a:gd name="connsiteX5" fmla="*/ 4088015 w 8176538"/>
                <a:gd name="connsiteY5" fmla="*/ 1566042 h 2772020"/>
                <a:gd name="connsiteX6" fmla="*/ 8176538 w 8176538"/>
                <a:gd name="connsiteY6" fmla="*/ 0 h 2772020"/>
                <a:gd name="connsiteX0" fmla="*/ 8176538 w 8176538"/>
                <a:gd name="connsiteY0" fmla="*/ 0 h 2772339"/>
                <a:gd name="connsiteX1" fmla="*/ 8176538 w 8176538"/>
                <a:gd name="connsiteY1" fmla="*/ 1378890 h 2772339"/>
                <a:gd name="connsiteX2" fmla="*/ 4099034 w 8176538"/>
                <a:gd name="connsiteY2" fmla="*/ 2772020 h 2772339"/>
                <a:gd name="connsiteX3" fmla="*/ 0 w 8176538"/>
                <a:gd name="connsiteY3" fmla="*/ 1269888 h 2772339"/>
                <a:gd name="connsiteX4" fmla="*/ 20511 w 8176538"/>
                <a:gd name="connsiteY4" fmla="*/ 147145 h 2772339"/>
                <a:gd name="connsiteX5" fmla="*/ 4088015 w 8176538"/>
                <a:gd name="connsiteY5" fmla="*/ 1566042 h 2772339"/>
                <a:gd name="connsiteX6" fmla="*/ 8176538 w 8176538"/>
                <a:gd name="connsiteY6" fmla="*/ 0 h 2772339"/>
                <a:gd name="connsiteX0" fmla="*/ 8176538 w 8176538"/>
                <a:gd name="connsiteY0" fmla="*/ 0 h 2825888"/>
                <a:gd name="connsiteX1" fmla="*/ 8176538 w 8176538"/>
                <a:gd name="connsiteY1" fmla="*/ 1378890 h 2825888"/>
                <a:gd name="connsiteX2" fmla="*/ 4099034 w 8176538"/>
                <a:gd name="connsiteY2" fmla="*/ 2825590 h 2825888"/>
                <a:gd name="connsiteX3" fmla="*/ 0 w 8176538"/>
                <a:gd name="connsiteY3" fmla="*/ 1269888 h 2825888"/>
                <a:gd name="connsiteX4" fmla="*/ 20511 w 8176538"/>
                <a:gd name="connsiteY4" fmla="*/ 147145 h 2825888"/>
                <a:gd name="connsiteX5" fmla="*/ 4088015 w 8176538"/>
                <a:gd name="connsiteY5" fmla="*/ 1566042 h 2825888"/>
                <a:gd name="connsiteX6" fmla="*/ 8176538 w 8176538"/>
                <a:gd name="connsiteY6" fmla="*/ 0 h 2825888"/>
                <a:gd name="connsiteX0" fmla="*/ 8165518 w 8165518"/>
                <a:gd name="connsiteY0" fmla="*/ 0 h 2825606"/>
                <a:gd name="connsiteX1" fmla="*/ 8165518 w 8165518"/>
                <a:gd name="connsiteY1" fmla="*/ 1378890 h 2825606"/>
                <a:gd name="connsiteX2" fmla="*/ 4088014 w 8165518"/>
                <a:gd name="connsiteY2" fmla="*/ 2825590 h 2825606"/>
                <a:gd name="connsiteX3" fmla="*/ 0 w 8165518"/>
                <a:gd name="connsiteY3" fmla="*/ 1403811 h 2825606"/>
                <a:gd name="connsiteX4" fmla="*/ 9491 w 8165518"/>
                <a:gd name="connsiteY4" fmla="*/ 147145 h 2825606"/>
                <a:gd name="connsiteX5" fmla="*/ 4076995 w 8165518"/>
                <a:gd name="connsiteY5" fmla="*/ 1566042 h 2825606"/>
                <a:gd name="connsiteX6" fmla="*/ 8165518 w 8165518"/>
                <a:gd name="connsiteY6" fmla="*/ 0 h 2825606"/>
                <a:gd name="connsiteX0" fmla="*/ 8165518 w 8165518"/>
                <a:gd name="connsiteY0" fmla="*/ 0 h 2879174"/>
                <a:gd name="connsiteX1" fmla="*/ 8165518 w 8165518"/>
                <a:gd name="connsiteY1" fmla="*/ 1378890 h 2879174"/>
                <a:gd name="connsiteX2" fmla="*/ 4132092 w 8165518"/>
                <a:gd name="connsiteY2" fmla="*/ 2879159 h 2879174"/>
                <a:gd name="connsiteX3" fmla="*/ 0 w 8165518"/>
                <a:gd name="connsiteY3" fmla="*/ 1403811 h 2879174"/>
                <a:gd name="connsiteX4" fmla="*/ 9491 w 8165518"/>
                <a:gd name="connsiteY4" fmla="*/ 147145 h 2879174"/>
                <a:gd name="connsiteX5" fmla="*/ 4076995 w 8165518"/>
                <a:gd name="connsiteY5" fmla="*/ 1566042 h 2879174"/>
                <a:gd name="connsiteX6" fmla="*/ 8165518 w 8165518"/>
                <a:gd name="connsiteY6" fmla="*/ 0 h 2879174"/>
                <a:gd name="connsiteX0" fmla="*/ 8165518 w 8176537"/>
                <a:gd name="connsiteY0" fmla="*/ 0 h 2879410"/>
                <a:gd name="connsiteX1" fmla="*/ 8176537 w 8176537"/>
                <a:gd name="connsiteY1" fmla="*/ 1499420 h 2879410"/>
                <a:gd name="connsiteX2" fmla="*/ 4132092 w 8176537"/>
                <a:gd name="connsiteY2" fmla="*/ 2879159 h 2879410"/>
                <a:gd name="connsiteX3" fmla="*/ 0 w 8176537"/>
                <a:gd name="connsiteY3" fmla="*/ 1403811 h 2879410"/>
                <a:gd name="connsiteX4" fmla="*/ 9491 w 8176537"/>
                <a:gd name="connsiteY4" fmla="*/ 147145 h 2879410"/>
                <a:gd name="connsiteX5" fmla="*/ 4076995 w 8176537"/>
                <a:gd name="connsiteY5" fmla="*/ 1566042 h 2879410"/>
                <a:gd name="connsiteX6" fmla="*/ 8165518 w 8176537"/>
                <a:gd name="connsiteY6" fmla="*/ 0 h 2879410"/>
                <a:gd name="connsiteX0" fmla="*/ 8165518 w 8176537"/>
                <a:gd name="connsiteY0" fmla="*/ 0 h 2879262"/>
                <a:gd name="connsiteX1" fmla="*/ 8176537 w 8176537"/>
                <a:gd name="connsiteY1" fmla="*/ 1499420 h 2879262"/>
                <a:gd name="connsiteX2" fmla="*/ 4132092 w 8176537"/>
                <a:gd name="connsiteY2" fmla="*/ 2879159 h 2879262"/>
                <a:gd name="connsiteX3" fmla="*/ 0 w 8176537"/>
                <a:gd name="connsiteY3" fmla="*/ 1403811 h 2879262"/>
                <a:gd name="connsiteX4" fmla="*/ 9491 w 8176537"/>
                <a:gd name="connsiteY4" fmla="*/ 147145 h 2879262"/>
                <a:gd name="connsiteX5" fmla="*/ 4076995 w 8176537"/>
                <a:gd name="connsiteY5" fmla="*/ 1566042 h 2879262"/>
                <a:gd name="connsiteX6" fmla="*/ 8165518 w 8176537"/>
                <a:gd name="connsiteY6" fmla="*/ 0 h 2879262"/>
                <a:gd name="connsiteX0" fmla="*/ 8165518 w 8176537"/>
                <a:gd name="connsiteY0" fmla="*/ 0 h 2879163"/>
                <a:gd name="connsiteX1" fmla="*/ 8176537 w 8176537"/>
                <a:gd name="connsiteY1" fmla="*/ 1499420 h 2879163"/>
                <a:gd name="connsiteX2" fmla="*/ 4132092 w 8176537"/>
                <a:gd name="connsiteY2" fmla="*/ 2879159 h 2879163"/>
                <a:gd name="connsiteX3" fmla="*/ 0 w 8176537"/>
                <a:gd name="connsiteY3" fmla="*/ 1510948 h 2879163"/>
                <a:gd name="connsiteX4" fmla="*/ 9491 w 8176537"/>
                <a:gd name="connsiteY4" fmla="*/ 147145 h 2879163"/>
                <a:gd name="connsiteX5" fmla="*/ 4076995 w 8176537"/>
                <a:gd name="connsiteY5" fmla="*/ 1566042 h 2879163"/>
                <a:gd name="connsiteX6" fmla="*/ 8165518 w 8176537"/>
                <a:gd name="connsiteY6" fmla="*/ 0 h 2879163"/>
                <a:gd name="connsiteX0" fmla="*/ 8165518 w 8198577"/>
                <a:gd name="connsiteY0" fmla="*/ 0 h 2879451"/>
                <a:gd name="connsiteX1" fmla="*/ 8198577 w 8198577"/>
                <a:gd name="connsiteY1" fmla="*/ 1606558 h 2879451"/>
                <a:gd name="connsiteX2" fmla="*/ 4132092 w 8198577"/>
                <a:gd name="connsiteY2" fmla="*/ 2879159 h 2879451"/>
                <a:gd name="connsiteX3" fmla="*/ 0 w 8198577"/>
                <a:gd name="connsiteY3" fmla="*/ 1510948 h 2879451"/>
                <a:gd name="connsiteX4" fmla="*/ 9491 w 8198577"/>
                <a:gd name="connsiteY4" fmla="*/ 147145 h 2879451"/>
                <a:gd name="connsiteX5" fmla="*/ 4076995 w 8198577"/>
                <a:gd name="connsiteY5" fmla="*/ 1566042 h 2879451"/>
                <a:gd name="connsiteX6" fmla="*/ 8165518 w 8198577"/>
                <a:gd name="connsiteY6" fmla="*/ 0 h 2879451"/>
                <a:gd name="connsiteX0" fmla="*/ 8165518 w 8165518"/>
                <a:gd name="connsiteY0" fmla="*/ 0 h 2880066"/>
                <a:gd name="connsiteX1" fmla="*/ 8165518 w 8165518"/>
                <a:gd name="connsiteY1" fmla="*/ 1673520 h 2880066"/>
                <a:gd name="connsiteX2" fmla="*/ 4132092 w 8165518"/>
                <a:gd name="connsiteY2" fmla="*/ 2879159 h 2880066"/>
                <a:gd name="connsiteX3" fmla="*/ 0 w 8165518"/>
                <a:gd name="connsiteY3" fmla="*/ 1510948 h 2880066"/>
                <a:gd name="connsiteX4" fmla="*/ 9491 w 8165518"/>
                <a:gd name="connsiteY4" fmla="*/ 147145 h 2880066"/>
                <a:gd name="connsiteX5" fmla="*/ 4076995 w 8165518"/>
                <a:gd name="connsiteY5" fmla="*/ 1566042 h 2880066"/>
                <a:gd name="connsiteX6" fmla="*/ 8165518 w 8165518"/>
                <a:gd name="connsiteY6" fmla="*/ 0 h 2880066"/>
                <a:gd name="connsiteX0" fmla="*/ 8156794 w 8156794"/>
                <a:gd name="connsiteY0" fmla="*/ 0 h 2879270"/>
                <a:gd name="connsiteX1" fmla="*/ 8156794 w 8156794"/>
                <a:gd name="connsiteY1" fmla="*/ 1673520 h 2879270"/>
                <a:gd name="connsiteX2" fmla="*/ 4123368 w 8156794"/>
                <a:gd name="connsiteY2" fmla="*/ 2879159 h 2879270"/>
                <a:gd name="connsiteX3" fmla="*/ 2295 w 8156794"/>
                <a:gd name="connsiteY3" fmla="*/ 1618086 h 2879270"/>
                <a:gd name="connsiteX4" fmla="*/ 767 w 8156794"/>
                <a:gd name="connsiteY4" fmla="*/ 147145 h 2879270"/>
                <a:gd name="connsiteX5" fmla="*/ 4068271 w 8156794"/>
                <a:gd name="connsiteY5" fmla="*/ 1566042 h 2879270"/>
                <a:gd name="connsiteX6" fmla="*/ 8156794 w 8156794"/>
                <a:gd name="connsiteY6" fmla="*/ 0 h 287927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20"/>
                <a:gd name="connsiteX1" fmla="*/ 8156794 w 8156794"/>
                <a:gd name="connsiteY1" fmla="*/ 1673520 h 2973020"/>
                <a:gd name="connsiteX2" fmla="*/ 4134388 w 8156794"/>
                <a:gd name="connsiteY2" fmla="*/ 2972904 h 2973020"/>
                <a:gd name="connsiteX3" fmla="*/ 2295 w 8156794"/>
                <a:gd name="connsiteY3" fmla="*/ 1618086 h 2973020"/>
                <a:gd name="connsiteX4" fmla="*/ 767 w 8156794"/>
                <a:gd name="connsiteY4" fmla="*/ 147145 h 2973020"/>
                <a:gd name="connsiteX5" fmla="*/ 4068271 w 8156794"/>
                <a:gd name="connsiteY5" fmla="*/ 1566042 h 2973020"/>
                <a:gd name="connsiteX6" fmla="*/ 8156794 w 8156794"/>
                <a:gd name="connsiteY6" fmla="*/ 0 h 2973020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141"/>
                <a:gd name="connsiteX1" fmla="*/ 8156794 w 8156794"/>
                <a:gd name="connsiteY1" fmla="*/ 1673520 h 2973141"/>
                <a:gd name="connsiteX2" fmla="*/ 4134388 w 8156794"/>
                <a:gd name="connsiteY2" fmla="*/ 2972904 h 2973141"/>
                <a:gd name="connsiteX3" fmla="*/ 2295 w 8156794"/>
                <a:gd name="connsiteY3" fmla="*/ 1618086 h 2973141"/>
                <a:gd name="connsiteX4" fmla="*/ 767 w 8156794"/>
                <a:gd name="connsiteY4" fmla="*/ 147145 h 2973141"/>
                <a:gd name="connsiteX5" fmla="*/ 4068271 w 8156794"/>
                <a:gd name="connsiteY5" fmla="*/ 1566042 h 2973141"/>
                <a:gd name="connsiteX6" fmla="*/ 8156794 w 8156794"/>
                <a:gd name="connsiteY6" fmla="*/ 0 h 2973141"/>
                <a:gd name="connsiteX0" fmla="*/ 8156794 w 8156794"/>
                <a:gd name="connsiteY0" fmla="*/ 0 h 3066827"/>
                <a:gd name="connsiteX1" fmla="*/ 8156794 w 8156794"/>
                <a:gd name="connsiteY1" fmla="*/ 1673520 h 3066827"/>
                <a:gd name="connsiteX2" fmla="*/ 4123353 w 8156794"/>
                <a:gd name="connsiteY2" fmla="*/ 3066650 h 3066827"/>
                <a:gd name="connsiteX3" fmla="*/ 2295 w 8156794"/>
                <a:gd name="connsiteY3" fmla="*/ 1618086 h 3066827"/>
                <a:gd name="connsiteX4" fmla="*/ 767 w 8156794"/>
                <a:gd name="connsiteY4" fmla="*/ 147145 h 3066827"/>
                <a:gd name="connsiteX5" fmla="*/ 4068271 w 8156794"/>
                <a:gd name="connsiteY5" fmla="*/ 1566042 h 3066827"/>
                <a:gd name="connsiteX6" fmla="*/ 8156794 w 8156794"/>
                <a:gd name="connsiteY6" fmla="*/ 0 h 3066827"/>
                <a:gd name="connsiteX0" fmla="*/ 8123689 w 8156794"/>
                <a:gd name="connsiteY0" fmla="*/ 0 h 2999866"/>
                <a:gd name="connsiteX1" fmla="*/ 8156794 w 8156794"/>
                <a:gd name="connsiteY1" fmla="*/ 1606559 h 2999866"/>
                <a:gd name="connsiteX2" fmla="*/ 4123353 w 8156794"/>
                <a:gd name="connsiteY2" fmla="*/ 2999689 h 2999866"/>
                <a:gd name="connsiteX3" fmla="*/ 2295 w 8156794"/>
                <a:gd name="connsiteY3" fmla="*/ 1551125 h 2999866"/>
                <a:gd name="connsiteX4" fmla="*/ 767 w 8156794"/>
                <a:gd name="connsiteY4" fmla="*/ 80184 h 2999866"/>
                <a:gd name="connsiteX5" fmla="*/ 4068271 w 8156794"/>
                <a:gd name="connsiteY5" fmla="*/ 1499081 h 2999866"/>
                <a:gd name="connsiteX6" fmla="*/ 8123689 w 8156794"/>
                <a:gd name="connsiteY6" fmla="*/ 0 h 2999866"/>
                <a:gd name="connsiteX0" fmla="*/ 8167828 w 8167828"/>
                <a:gd name="connsiteY0" fmla="*/ 0 h 3026651"/>
                <a:gd name="connsiteX1" fmla="*/ 8156794 w 8167828"/>
                <a:gd name="connsiteY1" fmla="*/ 1633344 h 3026651"/>
                <a:gd name="connsiteX2" fmla="*/ 4123353 w 8167828"/>
                <a:gd name="connsiteY2" fmla="*/ 3026474 h 3026651"/>
                <a:gd name="connsiteX3" fmla="*/ 2295 w 8167828"/>
                <a:gd name="connsiteY3" fmla="*/ 1577910 h 3026651"/>
                <a:gd name="connsiteX4" fmla="*/ 767 w 8167828"/>
                <a:gd name="connsiteY4" fmla="*/ 106969 h 3026651"/>
                <a:gd name="connsiteX5" fmla="*/ 4068271 w 8167828"/>
                <a:gd name="connsiteY5" fmla="*/ 1525866 h 3026651"/>
                <a:gd name="connsiteX6" fmla="*/ 8167828 w 8167828"/>
                <a:gd name="connsiteY6" fmla="*/ 0 h 3026651"/>
                <a:gd name="connsiteX0" fmla="*/ 8167828 w 8167828"/>
                <a:gd name="connsiteY0" fmla="*/ 0 h 3027228"/>
                <a:gd name="connsiteX1" fmla="*/ 8145760 w 8167828"/>
                <a:gd name="connsiteY1" fmla="*/ 1686913 h 3027228"/>
                <a:gd name="connsiteX2" fmla="*/ 4123353 w 8167828"/>
                <a:gd name="connsiteY2" fmla="*/ 3026474 h 3027228"/>
                <a:gd name="connsiteX3" fmla="*/ 2295 w 8167828"/>
                <a:gd name="connsiteY3" fmla="*/ 1577910 h 3027228"/>
                <a:gd name="connsiteX4" fmla="*/ 767 w 8167828"/>
                <a:gd name="connsiteY4" fmla="*/ 106969 h 3027228"/>
                <a:gd name="connsiteX5" fmla="*/ 4068271 w 8167828"/>
                <a:gd name="connsiteY5" fmla="*/ 1525866 h 3027228"/>
                <a:gd name="connsiteX6" fmla="*/ 8167828 w 8167828"/>
                <a:gd name="connsiteY6" fmla="*/ 0 h 3027228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23689 w 8145760"/>
                <a:gd name="connsiteY0" fmla="*/ 13560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9 w 8145760"/>
                <a:gd name="connsiteY6" fmla="*/ 13560 h 2920259"/>
                <a:gd name="connsiteX0" fmla="*/ 8178863 w 8178863"/>
                <a:gd name="connsiteY0" fmla="*/ 26952 h 2920259"/>
                <a:gd name="connsiteX1" fmla="*/ 8145760 w 8178863"/>
                <a:gd name="connsiteY1" fmla="*/ 1579944 h 2920259"/>
                <a:gd name="connsiteX2" fmla="*/ 4123353 w 8178863"/>
                <a:gd name="connsiteY2" fmla="*/ 2919505 h 2920259"/>
                <a:gd name="connsiteX3" fmla="*/ 2295 w 8178863"/>
                <a:gd name="connsiteY3" fmla="*/ 1470941 h 2920259"/>
                <a:gd name="connsiteX4" fmla="*/ 767 w 8178863"/>
                <a:gd name="connsiteY4" fmla="*/ 0 h 2920259"/>
                <a:gd name="connsiteX5" fmla="*/ 4068271 w 8178863"/>
                <a:gd name="connsiteY5" fmla="*/ 1418897 h 2920259"/>
                <a:gd name="connsiteX6" fmla="*/ 8178863 w 8178863"/>
                <a:gd name="connsiteY6" fmla="*/ 26952 h 2920259"/>
                <a:gd name="connsiteX0" fmla="*/ 8167827 w 8167827"/>
                <a:gd name="connsiteY0" fmla="*/ 40343 h 2920259"/>
                <a:gd name="connsiteX1" fmla="*/ 8145760 w 8167827"/>
                <a:gd name="connsiteY1" fmla="*/ 1579944 h 2920259"/>
                <a:gd name="connsiteX2" fmla="*/ 4123353 w 8167827"/>
                <a:gd name="connsiteY2" fmla="*/ 2919505 h 2920259"/>
                <a:gd name="connsiteX3" fmla="*/ 2295 w 8167827"/>
                <a:gd name="connsiteY3" fmla="*/ 1470941 h 2920259"/>
                <a:gd name="connsiteX4" fmla="*/ 767 w 8167827"/>
                <a:gd name="connsiteY4" fmla="*/ 0 h 2920259"/>
                <a:gd name="connsiteX5" fmla="*/ 4068271 w 8167827"/>
                <a:gd name="connsiteY5" fmla="*/ 1418897 h 2920259"/>
                <a:gd name="connsiteX6" fmla="*/ 8167827 w 8167827"/>
                <a:gd name="connsiteY6" fmla="*/ 40343 h 2920259"/>
                <a:gd name="connsiteX0" fmla="*/ 8123687 w 8145760"/>
                <a:gd name="connsiteY0" fmla="*/ 53735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7 w 8145760"/>
                <a:gd name="connsiteY6" fmla="*/ 53735 h 2920259"/>
                <a:gd name="connsiteX0" fmla="*/ 8161918 w 8161918"/>
                <a:gd name="connsiteY0" fmla="*/ 0 h 2943855"/>
                <a:gd name="connsiteX1" fmla="*/ 8145760 w 8161918"/>
                <a:gd name="connsiteY1" fmla="*/ 1603540 h 2943855"/>
                <a:gd name="connsiteX2" fmla="*/ 4123353 w 8161918"/>
                <a:gd name="connsiteY2" fmla="*/ 2943101 h 2943855"/>
                <a:gd name="connsiteX3" fmla="*/ 2295 w 8161918"/>
                <a:gd name="connsiteY3" fmla="*/ 1494537 h 2943855"/>
                <a:gd name="connsiteX4" fmla="*/ 767 w 8161918"/>
                <a:gd name="connsiteY4" fmla="*/ 23596 h 2943855"/>
                <a:gd name="connsiteX5" fmla="*/ 4068271 w 8161918"/>
                <a:gd name="connsiteY5" fmla="*/ 1442493 h 2943855"/>
                <a:gd name="connsiteX6" fmla="*/ 8161918 w 8161918"/>
                <a:gd name="connsiteY6" fmla="*/ 0 h 2943855"/>
                <a:gd name="connsiteX0" fmla="*/ 8144926 w 8145760"/>
                <a:gd name="connsiteY0" fmla="*/ 43424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44926 w 8145760"/>
                <a:gd name="connsiteY6" fmla="*/ 43424 h 2920259"/>
                <a:gd name="connsiteX0" fmla="*/ 8161918 w 8161918"/>
                <a:gd name="connsiteY0" fmla="*/ 0 h 2959321"/>
                <a:gd name="connsiteX1" fmla="*/ 8145760 w 8161918"/>
                <a:gd name="connsiteY1" fmla="*/ 1619006 h 2959321"/>
                <a:gd name="connsiteX2" fmla="*/ 4123353 w 8161918"/>
                <a:gd name="connsiteY2" fmla="*/ 2958567 h 2959321"/>
                <a:gd name="connsiteX3" fmla="*/ 2295 w 8161918"/>
                <a:gd name="connsiteY3" fmla="*/ 1510003 h 2959321"/>
                <a:gd name="connsiteX4" fmla="*/ 767 w 8161918"/>
                <a:gd name="connsiteY4" fmla="*/ 39062 h 2959321"/>
                <a:gd name="connsiteX5" fmla="*/ 4068271 w 8161918"/>
                <a:gd name="connsiteY5" fmla="*/ 1457959 h 2959321"/>
                <a:gd name="connsiteX6" fmla="*/ 8161918 w 8161918"/>
                <a:gd name="connsiteY6" fmla="*/ 0 h 2959321"/>
                <a:gd name="connsiteX0" fmla="*/ 8161918 w 8162752"/>
                <a:gd name="connsiteY0" fmla="*/ 0 h 2959488"/>
                <a:gd name="connsiteX1" fmla="*/ 8162752 w 8162752"/>
                <a:gd name="connsiteY1" fmla="*/ 1629317 h 2959488"/>
                <a:gd name="connsiteX2" fmla="*/ 4123353 w 8162752"/>
                <a:gd name="connsiteY2" fmla="*/ 2958567 h 2959488"/>
                <a:gd name="connsiteX3" fmla="*/ 2295 w 8162752"/>
                <a:gd name="connsiteY3" fmla="*/ 1510003 h 2959488"/>
                <a:gd name="connsiteX4" fmla="*/ 767 w 8162752"/>
                <a:gd name="connsiteY4" fmla="*/ 39062 h 2959488"/>
                <a:gd name="connsiteX5" fmla="*/ 4068271 w 8162752"/>
                <a:gd name="connsiteY5" fmla="*/ 1457959 h 2959488"/>
                <a:gd name="connsiteX6" fmla="*/ 8161918 w 8162752"/>
                <a:gd name="connsiteY6" fmla="*/ 0 h 2959488"/>
                <a:gd name="connsiteX0" fmla="*/ 8165930 w 8166764"/>
                <a:gd name="connsiteY0" fmla="*/ 7337 h 2966825"/>
                <a:gd name="connsiteX1" fmla="*/ 8166764 w 8166764"/>
                <a:gd name="connsiteY1" fmla="*/ 1636654 h 2966825"/>
                <a:gd name="connsiteX2" fmla="*/ 4127365 w 8166764"/>
                <a:gd name="connsiteY2" fmla="*/ 2965904 h 2966825"/>
                <a:gd name="connsiteX3" fmla="*/ 6307 w 8166764"/>
                <a:gd name="connsiteY3" fmla="*/ 1517340 h 2966825"/>
                <a:gd name="connsiteX4" fmla="*/ 532 w 8166764"/>
                <a:gd name="connsiteY4" fmla="*/ 0 h 2966825"/>
                <a:gd name="connsiteX5" fmla="*/ 4072283 w 8166764"/>
                <a:gd name="connsiteY5" fmla="*/ 1465296 h 2966825"/>
                <a:gd name="connsiteX6" fmla="*/ 8165930 w 8166764"/>
                <a:gd name="connsiteY6" fmla="*/ 7337 h 2966825"/>
                <a:gd name="connsiteX0" fmla="*/ 8168119 w 8168953"/>
                <a:gd name="connsiteY0" fmla="*/ 7337 h 2966682"/>
                <a:gd name="connsiteX1" fmla="*/ 8168953 w 8168953"/>
                <a:gd name="connsiteY1" fmla="*/ 1636654 h 2966682"/>
                <a:gd name="connsiteX2" fmla="*/ 4129554 w 8168953"/>
                <a:gd name="connsiteY2" fmla="*/ 2965904 h 2966682"/>
                <a:gd name="connsiteX3" fmla="*/ 0 w 8168953"/>
                <a:gd name="connsiteY3" fmla="*/ 1527651 h 2966682"/>
                <a:gd name="connsiteX4" fmla="*/ 2721 w 8168953"/>
                <a:gd name="connsiteY4" fmla="*/ 0 h 2966682"/>
                <a:gd name="connsiteX5" fmla="*/ 4074472 w 8168953"/>
                <a:gd name="connsiteY5" fmla="*/ 1465296 h 2966682"/>
                <a:gd name="connsiteX6" fmla="*/ 8168119 w 8168953"/>
                <a:gd name="connsiteY6" fmla="*/ 7337 h 2966682"/>
                <a:gd name="connsiteX0" fmla="*/ 8168119 w 8168953"/>
                <a:gd name="connsiteY0" fmla="*/ 7337 h 3100377"/>
                <a:gd name="connsiteX1" fmla="*/ 8168953 w 8168953"/>
                <a:gd name="connsiteY1" fmla="*/ 1636654 h 3100377"/>
                <a:gd name="connsiteX2" fmla="*/ 4118520 w 8168953"/>
                <a:gd name="connsiteY2" fmla="*/ 3099826 h 3100377"/>
                <a:gd name="connsiteX3" fmla="*/ 0 w 8168953"/>
                <a:gd name="connsiteY3" fmla="*/ 1527651 h 3100377"/>
                <a:gd name="connsiteX4" fmla="*/ 2721 w 8168953"/>
                <a:gd name="connsiteY4" fmla="*/ 0 h 3100377"/>
                <a:gd name="connsiteX5" fmla="*/ 4074472 w 8168953"/>
                <a:gd name="connsiteY5" fmla="*/ 1465296 h 3100377"/>
                <a:gd name="connsiteX6" fmla="*/ 8168119 w 8168953"/>
                <a:gd name="connsiteY6" fmla="*/ 7337 h 3100377"/>
                <a:gd name="connsiteX0" fmla="*/ 8168119 w 8168953"/>
                <a:gd name="connsiteY0" fmla="*/ 7337 h 3100429"/>
                <a:gd name="connsiteX1" fmla="*/ 8168953 w 8168953"/>
                <a:gd name="connsiteY1" fmla="*/ 1636654 h 3100429"/>
                <a:gd name="connsiteX2" fmla="*/ 4118520 w 8168953"/>
                <a:gd name="connsiteY2" fmla="*/ 3099826 h 3100429"/>
                <a:gd name="connsiteX3" fmla="*/ 0 w 8168953"/>
                <a:gd name="connsiteY3" fmla="*/ 1527651 h 3100429"/>
                <a:gd name="connsiteX4" fmla="*/ 2721 w 8168953"/>
                <a:gd name="connsiteY4" fmla="*/ 0 h 3100429"/>
                <a:gd name="connsiteX5" fmla="*/ 4074472 w 8168953"/>
                <a:gd name="connsiteY5" fmla="*/ 1465296 h 3100429"/>
                <a:gd name="connsiteX6" fmla="*/ 8168119 w 8168953"/>
                <a:gd name="connsiteY6" fmla="*/ 7337 h 3100429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166683" h="3099826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bg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                  </a:t>
              </a:r>
            </a:p>
          </p:txBody>
        </p:sp>
        <p:sp>
          <p:nvSpPr>
            <p:cNvPr id="365" name="Oval 364">
              <a:extLst>
                <a:ext uri="{FF2B5EF4-FFF2-40B4-BE49-F238E27FC236}">
                  <a16:creationId xmlns:a16="http://schemas.microsoft.com/office/drawing/2014/main" id="{A0803D89-4B4C-1B4A-BA1C-522F051281CC}"/>
                </a:ext>
              </a:extLst>
            </p:cNvPr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             </a:t>
              </a:r>
            </a:p>
          </p:txBody>
        </p:sp>
        <p:grpSp>
          <p:nvGrpSpPr>
            <p:cNvPr id="366" name="Group 365">
              <a:extLst>
                <a:ext uri="{FF2B5EF4-FFF2-40B4-BE49-F238E27FC236}">
                  <a16:creationId xmlns:a16="http://schemas.microsoft.com/office/drawing/2014/main" id="{1101A5E5-CF40-804C-82BD-E8B63F1BC2AC}"/>
                </a:ext>
              </a:extLst>
            </p:cNvPr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367" name="Freeform 366">
                <a:extLst>
                  <a:ext uri="{FF2B5EF4-FFF2-40B4-BE49-F238E27FC236}">
                    <a16:creationId xmlns:a16="http://schemas.microsoft.com/office/drawing/2014/main" id="{A40BF2E1-9425-BF47-9B1B-8AE2332218C7}"/>
                  </a:ext>
                </a:extLst>
              </p:cNvPr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avLst/>
                <a:gdLst>
                  <a:gd name="connsiteX0" fmla="*/ 3725333 w 4588933"/>
                  <a:gd name="connsiteY0" fmla="*/ 0 h 1049866"/>
                  <a:gd name="connsiteX1" fmla="*/ 4588933 w 4588933"/>
                  <a:gd name="connsiteY1" fmla="*/ 270933 h 1049866"/>
                  <a:gd name="connsiteX2" fmla="*/ 3962400 w 4588933"/>
                  <a:gd name="connsiteY2" fmla="*/ 541866 h 1049866"/>
                  <a:gd name="connsiteX3" fmla="*/ 3742267 w 4588933"/>
                  <a:gd name="connsiteY3" fmla="*/ 457200 h 1049866"/>
                  <a:gd name="connsiteX4" fmla="*/ 2269067 w 4588933"/>
                  <a:gd name="connsiteY4" fmla="*/ 1049866 h 1049866"/>
                  <a:gd name="connsiteX5" fmla="*/ 880533 w 4588933"/>
                  <a:gd name="connsiteY5" fmla="*/ 457200 h 1049866"/>
                  <a:gd name="connsiteX6" fmla="*/ 592667 w 4588933"/>
                  <a:gd name="connsiteY6" fmla="*/ 541866 h 1049866"/>
                  <a:gd name="connsiteX7" fmla="*/ 0 w 4588933"/>
                  <a:gd name="connsiteY7" fmla="*/ 254000 h 1049866"/>
                  <a:gd name="connsiteX8" fmla="*/ 880533 w 4588933"/>
                  <a:gd name="connsiteY8" fmla="*/ 16933 h 1049866"/>
                  <a:gd name="connsiteX9" fmla="*/ 2302933 w 4588933"/>
                  <a:gd name="connsiteY9" fmla="*/ 626533 h 1049866"/>
                  <a:gd name="connsiteX10" fmla="*/ 3725333 w 4588933"/>
                  <a:gd name="connsiteY10" fmla="*/ 0 h 1049866"/>
                  <a:gd name="connsiteX0" fmla="*/ 3725333 w 4641485"/>
                  <a:gd name="connsiteY0" fmla="*/ 0 h 1049866"/>
                  <a:gd name="connsiteX1" fmla="*/ 4641485 w 4641485"/>
                  <a:gd name="connsiteY1" fmla="*/ 239402 h 1049866"/>
                  <a:gd name="connsiteX2" fmla="*/ 3962400 w 4641485"/>
                  <a:gd name="connsiteY2" fmla="*/ 541866 h 1049866"/>
                  <a:gd name="connsiteX3" fmla="*/ 3742267 w 4641485"/>
                  <a:gd name="connsiteY3" fmla="*/ 457200 h 1049866"/>
                  <a:gd name="connsiteX4" fmla="*/ 2269067 w 4641485"/>
                  <a:gd name="connsiteY4" fmla="*/ 1049866 h 1049866"/>
                  <a:gd name="connsiteX5" fmla="*/ 880533 w 4641485"/>
                  <a:gd name="connsiteY5" fmla="*/ 457200 h 1049866"/>
                  <a:gd name="connsiteX6" fmla="*/ 592667 w 4641485"/>
                  <a:gd name="connsiteY6" fmla="*/ 541866 h 1049866"/>
                  <a:gd name="connsiteX7" fmla="*/ 0 w 4641485"/>
                  <a:gd name="connsiteY7" fmla="*/ 254000 h 1049866"/>
                  <a:gd name="connsiteX8" fmla="*/ 880533 w 4641485"/>
                  <a:gd name="connsiteY8" fmla="*/ 16933 h 1049866"/>
                  <a:gd name="connsiteX9" fmla="*/ 2302933 w 4641485"/>
                  <a:gd name="connsiteY9" fmla="*/ 626533 h 1049866"/>
                  <a:gd name="connsiteX10" fmla="*/ 3725333 w 4641485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73798 w 4673016"/>
                  <a:gd name="connsiteY3" fmla="*/ 45720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84308 w 4673016"/>
                  <a:gd name="connsiteY3" fmla="*/ 404648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815839 w 4673016"/>
                  <a:gd name="connsiteY3" fmla="*/ 46771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4673016" h="104986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368" name="Freeform 367">
                <a:extLst>
                  <a:ext uri="{FF2B5EF4-FFF2-40B4-BE49-F238E27FC236}">
                    <a16:creationId xmlns:a16="http://schemas.microsoft.com/office/drawing/2014/main" id="{024B7FE2-D299-5444-BD23-74A1953D9C17}"/>
                  </a:ext>
                </a:extLst>
              </p:cNvPr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avLst/>
                <a:gdLst>
                  <a:gd name="connsiteX0" fmla="*/ 21021 w 1744718"/>
                  <a:gd name="connsiteY0" fmla="*/ 0 h 903890"/>
                  <a:gd name="connsiteX1" fmla="*/ 1744718 w 1744718"/>
                  <a:gd name="connsiteY1" fmla="*/ 693683 h 903890"/>
                  <a:gd name="connsiteX2" fmla="*/ 1145628 w 1744718"/>
                  <a:gd name="connsiteY2" fmla="*/ 903890 h 903890"/>
                  <a:gd name="connsiteX3" fmla="*/ 0 w 1744718"/>
                  <a:gd name="connsiteY3" fmla="*/ 451945 h 903890"/>
                  <a:gd name="connsiteX4" fmla="*/ 21021 w 1744718"/>
                  <a:gd name="connsiteY4" fmla="*/ 0 h 9038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44718" h="903890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369" name="Freeform 368">
                <a:extLst>
                  <a:ext uri="{FF2B5EF4-FFF2-40B4-BE49-F238E27FC236}">
                    <a16:creationId xmlns:a16="http://schemas.microsoft.com/office/drawing/2014/main" id="{51583098-B4D9-DC4A-AED4-1FAEFC9C7D23}"/>
                  </a:ext>
                </a:extLst>
              </p:cNvPr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avLst/>
                <a:gdLst>
                  <a:gd name="connsiteX0" fmla="*/ 1702676 w 1713187"/>
                  <a:gd name="connsiteY0" fmla="*/ 0 h 893380"/>
                  <a:gd name="connsiteX1" fmla="*/ 1713187 w 1713187"/>
                  <a:gd name="connsiteY1" fmla="*/ 472966 h 893380"/>
                  <a:gd name="connsiteX2" fmla="*/ 578069 w 1713187"/>
                  <a:gd name="connsiteY2" fmla="*/ 893380 h 893380"/>
                  <a:gd name="connsiteX3" fmla="*/ 0 w 1713187"/>
                  <a:gd name="connsiteY3" fmla="*/ 693683 h 893380"/>
                  <a:gd name="connsiteX4" fmla="*/ 1702676 w 1713187"/>
                  <a:gd name="connsiteY4" fmla="*/ 0 h 8933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13187" h="893380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370" name="Freeform 369">
                <a:extLst>
                  <a:ext uri="{FF2B5EF4-FFF2-40B4-BE49-F238E27FC236}">
                    <a16:creationId xmlns:a16="http://schemas.microsoft.com/office/drawing/2014/main" id="{4DE1CA49-F338-444B-BB9A-F2991CA7D731}"/>
                  </a:ext>
                </a:extLst>
              </p:cNvPr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avLst/>
                <a:gdLst>
                  <a:gd name="connsiteX0" fmla="*/ 599089 w 4162096"/>
                  <a:gd name="connsiteY0" fmla="*/ 273269 h 1618593"/>
                  <a:gd name="connsiteX1" fmla="*/ 882869 w 4162096"/>
                  <a:gd name="connsiteY1" fmla="*/ 199697 h 1618593"/>
                  <a:gd name="connsiteX2" fmla="*/ 2312276 w 4162096"/>
                  <a:gd name="connsiteY2" fmla="*/ 798786 h 1618593"/>
                  <a:gd name="connsiteX3" fmla="*/ 3794234 w 4162096"/>
                  <a:gd name="connsiteY3" fmla="*/ 199697 h 1618593"/>
                  <a:gd name="connsiteX4" fmla="*/ 4014951 w 4162096"/>
                  <a:gd name="connsiteY4" fmla="*/ 273269 h 1618593"/>
                  <a:gd name="connsiteX5" fmla="*/ 3058510 w 4162096"/>
                  <a:gd name="connsiteY5" fmla="*/ 641131 h 1618593"/>
                  <a:gd name="connsiteX6" fmla="*/ 3026979 w 4162096"/>
                  <a:gd name="connsiteY6" fmla="*/ 1114097 h 1618593"/>
                  <a:gd name="connsiteX7" fmla="*/ 4162096 w 4162096"/>
                  <a:gd name="connsiteY7" fmla="*/ 1545021 h 1618593"/>
                  <a:gd name="connsiteX8" fmla="*/ 3878317 w 4162096"/>
                  <a:gd name="connsiteY8" fmla="*/ 1608083 h 1618593"/>
                  <a:gd name="connsiteX9" fmla="*/ 2301765 w 4162096"/>
                  <a:gd name="connsiteY9" fmla="*/ 945931 h 1618593"/>
                  <a:gd name="connsiteX10" fmla="*/ 693682 w 4162096"/>
                  <a:gd name="connsiteY10" fmla="*/ 1618593 h 1618593"/>
                  <a:gd name="connsiteX11" fmla="*/ 430924 w 4162096"/>
                  <a:gd name="connsiteY11" fmla="*/ 1524000 h 1618593"/>
                  <a:gd name="connsiteX12" fmla="*/ 1576551 w 4162096"/>
                  <a:gd name="connsiteY12" fmla="*/ 1082566 h 1618593"/>
                  <a:gd name="connsiteX13" fmla="*/ 1545020 w 4162096"/>
                  <a:gd name="connsiteY13" fmla="*/ 609600 h 1618593"/>
                  <a:gd name="connsiteX14" fmla="*/ 0 w 4162096"/>
                  <a:gd name="connsiteY14" fmla="*/ 0 h 1618593"/>
                  <a:gd name="connsiteX15" fmla="*/ 872358 w 4162096"/>
                  <a:gd name="connsiteY15" fmla="*/ 210207 h 1618593"/>
                  <a:gd name="connsiteX16" fmla="*/ 872358 w 4162096"/>
                  <a:gd name="connsiteY16" fmla="*/ 210207 h 1618593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15" fmla="*/ 441434 w 3731172"/>
                  <a:gd name="connsiteY15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357351 w 3731172"/>
                  <a:gd name="connsiteY14" fmla="*/ 115613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56137 w 3731172"/>
                  <a:gd name="connsiteY13" fmla="*/ 441434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903890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575034 w 3710151"/>
                  <a:gd name="connsiteY6" fmla="*/ 91440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06565 w 3710151"/>
                  <a:gd name="connsiteY6" fmla="*/ 92491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5151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09858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62012 w 3725019"/>
                  <a:gd name="connsiteY0" fmla="*/ 73572 h 1418896"/>
                  <a:gd name="connsiteX1" fmla="*/ 445792 w 3725019"/>
                  <a:gd name="connsiteY1" fmla="*/ 0 h 1418896"/>
                  <a:gd name="connsiteX2" fmla="*/ 1852896 w 3725019"/>
                  <a:gd name="connsiteY2" fmla="*/ 591655 h 1418896"/>
                  <a:gd name="connsiteX3" fmla="*/ 3357157 w 3725019"/>
                  <a:gd name="connsiteY3" fmla="*/ 0 h 1418896"/>
                  <a:gd name="connsiteX4" fmla="*/ 3577874 w 3725019"/>
                  <a:gd name="connsiteY4" fmla="*/ 73572 h 1418896"/>
                  <a:gd name="connsiteX5" fmla="*/ 2632585 w 3725019"/>
                  <a:gd name="connsiteY5" fmla="*/ 448868 h 1418896"/>
                  <a:gd name="connsiteX6" fmla="*/ 2625150 w 3725019"/>
                  <a:gd name="connsiteY6" fmla="*/ 902607 h 1418896"/>
                  <a:gd name="connsiteX7" fmla="*/ 3725019 w 3725019"/>
                  <a:gd name="connsiteY7" fmla="*/ 1345324 h 1418896"/>
                  <a:gd name="connsiteX8" fmla="*/ 3441240 w 3725019"/>
                  <a:gd name="connsiteY8" fmla="*/ 1408386 h 1418896"/>
                  <a:gd name="connsiteX9" fmla="*/ 1864688 w 3725019"/>
                  <a:gd name="connsiteY9" fmla="*/ 746234 h 1418896"/>
                  <a:gd name="connsiteX10" fmla="*/ 256605 w 3725019"/>
                  <a:gd name="connsiteY10" fmla="*/ 1418896 h 1418896"/>
                  <a:gd name="connsiteX11" fmla="*/ 0 w 3725019"/>
                  <a:gd name="connsiteY11" fmla="*/ 1331097 h 1418896"/>
                  <a:gd name="connsiteX12" fmla="*/ 1113454 w 3725019"/>
                  <a:gd name="connsiteY12" fmla="*/ 903890 h 1418896"/>
                  <a:gd name="connsiteX13" fmla="*/ 1102302 w 3725019"/>
                  <a:gd name="connsiteY13" fmla="*/ 451945 h 1418896"/>
                  <a:gd name="connsiteX14" fmla="*/ 183032 w 3725019"/>
                  <a:gd name="connsiteY14" fmla="*/ 84081 h 1418896"/>
                  <a:gd name="connsiteX15" fmla="*/ 162012 w 3725019"/>
                  <a:gd name="connsiteY15" fmla="*/ 73572 h 14188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725019" h="1418896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3B8CD900-19EC-824C-BF74-AADFBF5A17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8690" y="208643"/>
            <a:ext cx="11393310" cy="894622"/>
          </a:xfrm>
        </p:spPr>
        <p:txBody>
          <a:bodyPr>
            <a:normAutofit/>
          </a:bodyPr>
          <a:lstStyle/>
          <a:p>
            <a:r>
              <a:rPr lang="en-US" sz="4800" dirty="0"/>
              <a:t>Causes/costs of congestion: scenario 1 </a:t>
            </a:r>
            <a:endParaRPr lang="en-US" sz="4400" b="0" dirty="0"/>
          </a:p>
        </p:txBody>
      </p:sp>
      <p:grpSp>
        <p:nvGrpSpPr>
          <p:cNvPr id="180" name="Group 124">
            <a:extLst>
              <a:ext uri="{FF2B5EF4-FFF2-40B4-BE49-F238E27FC236}">
                <a16:creationId xmlns:a16="http://schemas.microsoft.com/office/drawing/2014/main" id="{09EDE4D1-769E-664A-B492-F153D45C56DF}"/>
              </a:ext>
            </a:extLst>
          </p:cNvPr>
          <p:cNvGrpSpPr>
            <a:grpSpLocks/>
          </p:cNvGrpSpPr>
          <p:nvPr/>
        </p:nvGrpSpPr>
        <p:grpSpPr bwMode="auto">
          <a:xfrm>
            <a:off x="5422300" y="2022783"/>
            <a:ext cx="525463" cy="434975"/>
            <a:chOff x="-44" y="1473"/>
            <a:chExt cx="981" cy="1105"/>
          </a:xfrm>
        </p:grpSpPr>
        <p:pic>
          <p:nvPicPr>
            <p:cNvPr id="181" name="Picture 125" descr="desktop_computer_stylized_medium">
              <a:extLst>
                <a:ext uri="{FF2B5EF4-FFF2-40B4-BE49-F238E27FC236}">
                  <a16:creationId xmlns:a16="http://schemas.microsoft.com/office/drawing/2014/main" id="{BCF21B40-E1CC-014D-891D-609787EB1671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82" name="Freeform 126">
              <a:extLst>
                <a:ext uri="{FF2B5EF4-FFF2-40B4-BE49-F238E27FC236}">
                  <a16:creationId xmlns:a16="http://schemas.microsoft.com/office/drawing/2014/main" id="{083D804D-E191-C349-B559-AC9913D588A6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5595 w 356"/>
                <a:gd name="T3" fmla="*/ 341 h 368"/>
                <a:gd name="T4" fmla="*/ 6638 w 356"/>
                <a:gd name="T5" fmla="*/ 7113 h 368"/>
                <a:gd name="T6" fmla="*/ 1463 w 356"/>
                <a:gd name="T7" fmla="*/ 8895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 cmpd="sng">
                  <a:solidFill>
                    <a:schemeClr val="tx1"/>
                  </a:solidFill>
                  <a:prstDash val="solid"/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</p:grpSp>
      <p:sp>
        <p:nvSpPr>
          <p:cNvPr id="185" name="Freeform 12">
            <a:extLst>
              <a:ext uri="{FF2B5EF4-FFF2-40B4-BE49-F238E27FC236}">
                <a16:creationId xmlns:a16="http://schemas.microsoft.com/office/drawing/2014/main" id="{AC913105-44C9-2F4B-B4CF-997DA724B11C}"/>
              </a:ext>
            </a:extLst>
          </p:cNvPr>
          <p:cNvSpPr>
            <a:spLocks/>
          </p:cNvSpPr>
          <p:nvPr/>
        </p:nvSpPr>
        <p:spPr bwMode="auto">
          <a:xfrm flipH="1">
            <a:off x="5146139" y="2637590"/>
            <a:ext cx="250825" cy="930275"/>
          </a:xfrm>
          <a:custGeom>
            <a:avLst/>
            <a:gdLst>
              <a:gd name="T0" fmla="*/ 2147483647 w 366"/>
              <a:gd name="T1" fmla="*/ 2147483647 h 1284"/>
              <a:gd name="T2" fmla="*/ 2147483647 w 366"/>
              <a:gd name="T3" fmla="*/ 0 h 1284"/>
              <a:gd name="T4" fmla="*/ 0 w 366"/>
              <a:gd name="T5" fmla="*/ 2147483647 h 1284"/>
              <a:gd name="T6" fmla="*/ 2147483647 w 366"/>
              <a:gd name="T7" fmla="*/ 2147483647 h 1284"/>
              <a:gd name="T8" fmla="*/ 2147483647 w 366"/>
              <a:gd name="T9" fmla="*/ 2147483647 h 1284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366" h="1284">
                <a:moveTo>
                  <a:pt x="366" y="1278"/>
                </a:moveTo>
                <a:lnTo>
                  <a:pt x="12" y="0"/>
                </a:lnTo>
                <a:lnTo>
                  <a:pt x="0" y="1224"/>
                </a:lnTo>
                <a:lnTo>
                  <a:pt x="186" y="1284"/>
                </a:lnTo>
                <a:lnTo>
                  <a:pt x="366" y="1278"/>
                </a:lnTo>
                <a:close/>
              </a:path>
            </a:pathLst>
          </a:custGeom>
          <a:gradFill rotWithShape="1">
            <a:gsLst>
              <a:gs pos="0">
                <a:srgbClr val="B2B2B2"/>
              </a:gs>
              <a:gs pos="100000">
                <a:srgbClr val="FFFFFF"/>
              </a:gs>
            </a:gsLst>
            <a:lin ang="0" scaled="1"/>
          </a:gradFill>
          <a:ln w="9525">
            <a:noFill/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186" name="Rectangle 15">
            <a:extLst>
              <a:ext uri="{FF2B5EF4-FFF2-40B4-BE49-F238E27FC236}">
                <a16:creationId xmlns:a16="http://schemas.microsoft.com/office/drawing/2014/main" id="{49269DA6-C1BF-794F-9EEA-0EFF8A8D2CA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74261" y="1490147"/>
            <a:ext cx="3792183" cy="3681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284163" indent="-284163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Pct val="100000"/>
              <a:buFont typeface="Wingdings" pitchFamily="2" charset="2"/>
              <a:buChar char="§"/>
              <a:defRPr sz="2800">
                <a:solidFill>
                  <a:schemeClr val="tx1"/>
                </a:solidFill>
                <a:latin typeface="+mn-lt"/>
                <a:ea typeface="ＭＳ Ｐゴシック" charset="0"/>
                <a:cs typeface="ＭＳ Ｐゴシック" charset="0"/>
              </a:defRPr>
            </a:lvl1pPr>
            <a:lvl2pPr marL="687388" indent="-230188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+mn-lt"/>
                <a:ea typeface="ＭＳ Ｐゴシック" charset="0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  <a:ea typeface="ＭＳ Ｐゴシック" charset="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1800">
                <a:solidFill>
                  <a:schemeClr val="tx1"/>
                </a:solidFill>
                <a:latin typeface="Times New Roman" pitchFamily="-109" charset="0"/>
                <a:ea typeface="ＭＳ Ｐゴシック" charset="0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Times New Roman" pitchFamily="-109" charset="0"/>
                <a:ea typeface="ＭＳ Ｐゴシック" charset="0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Times New Roman" pitchFamily="-109" charset="0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Times New Roman" pitchFamily="-109" charset="0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Times New Roman" pitchFamily="-109" charset="0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Times New Roman" pitchFamily="-109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Pct val="100000"/>
              <a:buFont typeface="Wingdings" pitchFamily="2" charset="2"/>
              <a:buNone/>
              <a:tabLst/>
              <a:defRPr/>
            </a:pPr>
            <a:r>
              <a:rPr kumimoji="0" lang="en-US" sz="2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ＭＳ Ｐゴシック" charset="0"/>
                <a:cs typeface="Calibri" panose="020F0502020204030204" pitchFamily="34" charset="0"/>
              </a:rPr>
              <a:t>Simplest scenario:</a:t>
            </a:r>
          </a:p>
          <a:p>
            <a:pPr marL="0" marR="0" lvl="0" indent="0" algn="l" defTabSz="914400" rtl="0" eaLnBrk="0" fontAlgn="base" latinLnBrk="0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Pct val="100000"/>
              <a:buFont typeface="Wingdings" pitchFamily="2" charset="2"/>
              <a:buNone/>
              <a:tabLst/>
              <a:defRPr/>
            </a:pPr>
            <a:endParaRPr kumimoji="0" lang="en-US" sz="2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Gill Sans MT"/>
              <a:ea typeface="ＭＳ Ｐゴシック" charset="0"/>
              <a:cs typeface="+mn-cs"/>
            </a:endParaRPr>
          </a:p>
        </p:txBody>
      </p:sp>
      <p:sp>
        <p:nvSpPr>
          <p:cNvPr id="187" name="Rectangle 16">
            <a:extLst>
              <a:ext uri="{FF2B5EF4-FFF2-40B4-BE49-F238E27FC236}">
                <a16:creationId xmlns:a16="http://schemas.microsoft.com/office/drawing/2014/main" id="{F84F47E9-C6B6-224C-845B-E201FB28603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68327" y="5950805"/>
            <a:ext cx="3297237" cy="7842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284163" indent="-284163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Pct val="100000"/>
              <a:buFont typeface="Wingdings" pitchFamily="2" charset="2"/>
              <a:buChar char="§"/>
              <a:defRPr sz="2800">
                <a:solidFill>
                  <a:schemeClr val="tx1"/>
                </a:solidFill>
                <a:latin typeface="+mn-lt"/>
                <a:ea typeface="ＭＳ Ｐゴシック" charset="0"/>
                <a:cs typeface="ＭＳ Ｐゴシック" charset="0"/>
              </a:defRPr>
            </a:lvl1pPr>
            <a:lvl2pPr marL="687388" indent="-230188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+mn-lt"/>
                <a:ea typeface="ＭＳ Ｐゴシック" charset="0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  <a:ea typeface="ＭＳ Ｐゴシック" charset="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1800">
                <a:solidFill>
                  <a:schemeClr val="tx1"/>
                </a:solidFill>
                <a:latin typeface="Times New Roman" pitchFamily="-109" charset="0"/>
                <a:ea typeface="ＭＳ Ｐゴシック" charset="0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Times New Roman" pitchFamily="-109" charset="0"/>
                <a:ea typeface="ＭＳ Ｐゴシック" charset="0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Times New Roman" pitchFamily="-109" charset="0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Times New Roman" pitchFamily="-109" charset="0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Times New Roman" pitchFamily="-109" charset="0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Times New Roman" pitchFamily="-109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Pct val="100000"/>
              <a:buFont typeface="Wingdings" pitchFamily="2" charset="2"/>
              <a:buNone/>
              <a:tabLst/>
              <a:defRPr/>
            </a:pP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  <a:cs typeface="+mn-cs"/>
              </a:rPr>
              <a:t>maximum per-connection throughput: R/2</a:t>
            </a:r>
          </a:p>
        </p:txBody>
      </p:sp>
      <p:sp>
        <p:nvSpPr>
          <p:cNvPr id="203" name="Line 33">
            <a:extLst>
              <a:ext uri="{FF2B5EF4-FFF2-40B4-BE49-F238E27FC236}">
                <a16:creationId xmlns:a16="http://schemas.microsoft.com/office/drawing/2014/main" id="{A9B30674-B59F-1643-8F90-1D2641E2102B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6308189" y="2770940"/>
            <a:ext cx="923925" cy="866775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212" name="Text Box 42">
            <a:extLst>
              <a:ext uri="{FF2B5EF4-FFF2-40B4-BE49-F238E27FC236}">
                <a16:creationId xmlns:a16="http://schemas.microsoft.com/office/drawing/2014/main" id="{45FD0EC2-A145-DC4A-9A60-DC5E453EC52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236024" y="1757366"/>
            <a:ext cx="913861" cy="242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Host A</a:t>
            </a:r>
            <a:endParaRPr kumimoji="0" lang="en-US" altLang="en-US" sz="4000" b="0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Comic Sans MS" panose="030F0902030302020204" pitchFamily="66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221" name="Text Box 52">
            <a:extLst>
              <a:ext uri="{FF2B5EF4-FFF2-40B4-BE49-F238E27FC236}">
                <a16:creationId xmlns:a16="http://schemas.microsoft.com/office/drawing/2014/main" id="{4BAC9BCC-8A73-B14B-8D28-0C77BB12616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231806" y="3686015"/>
            <a:ext cx="799129" cy="242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13A3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Host B</a:t>
            </a:r>
            <a:endParaRPr kumimoji="0" lang="en-US" altLang="en-US" sz="4000" b="0" i="0" u="none" strike="noStrike" kern="1200" cap="none" spc="0" normalizeH="0" baseline="0" noProof="0" dirty="0">
              <a:ln>
                <a:noFill/>
              </a:ln>
              <a:solidFill>
                <a:srgbClr val="0013A3"/>
              </a:solidFill>
              <a:effectLst/>
              <a:uLnTx/>
              <a:uFillTx/>
              <a:latin typeface="Comic Sans MS" panose="030F0902030302020204" pitchFamily="66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222" name="Line 53">
            <a:extLst>
              <a:ext uri="{FF2B5EF4-FFF2-40B4-BE49-F238E27FC236}">
                <a16:creationId xmlns:a16="http://schemas.microsoft.com/office/drawing/2014/main" id="{8E626A5E-7769-D34B-B652-6F3C2A3740FB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6793964" y="3170990"/>
            <a:ext cx="609600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223" name="Line 54">
            <a:extLst>
              <a:ext uri="{FF2B5EF4-FFF2-40B4-BE49-F238E27FC236}">
                <a16:creationId xmlns:a16="http://schemas.microsoft.com/office/drawing/2014/main" id="{DFB6E6E2-8DA8-C549-8AC1-828F8F828431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8413214" y="3170990"/>
            <a:ext cx="609600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224" name="Line 55">
            <a:extLst>
              <a:ext uri="{FF2B5EF4-FFF2-40B4-BE49-F238E27FC236}">
                <a16:creationId xmlns:a16="http://schemas.microsoft.com/office/drawing/2014/main" id="{66F3E5E4-6136-594F-B2C6-BF81A4932B2E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8537039" y="2770940"/>
            <a:ext cx="923925" cy="866775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225" name="Line 57">
            <a:extLst>
              <a:ext uri="{FF2B5EF4-FFF2-40B4-BE49-F238E27FC236}">
                <a16:creationId xmlns:a16="http://schemas.microsoft.com/office/drawing/2014/main" id="{3D95A033-C14C-3448-9016-0C9E6C4CF3A2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9458935" y="2771087"/>
            <a:ext cx="439738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CB231E2E-E647-0B43-8C18-43AC77EF0F75}"/>
              </a:ext>
            </a:extLst>
          </p:cNvPr>
          <p:cNvGrpSpPr/>
          <p:nvPr/>
        </p:nvGrpSpPr>
        <p:grpSpPr>
          <a:xfrm>
            <a:off x="8616414" y="1265990"/>
            <a:ext cx="1790700" cy="707189"/>
            <a:chOff x="8616414" y="1265990"/>
            <a:chExt cx="1790700" cy="707189"/>
          </a:xfrm>
        </p:grpSpPr>
        <p:sp>
          <p:nvSpPr>
            <p:cNvPr id="243" name="Text Box 75">
              <a:extLst>
                <a:ext uri="{FF2B5EF4-FFF2-40B4-BE49-F238E27FC236}">
                  <a16:creationId xmlns:a16="http://schemas.microsoft.com/office/drawing/2014/main" id="{CE7D4727-1265-8046-9D9E-99C60BC228B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616414" y="1265990"/>
              <a:ext cx="1790700" cy="3667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throughput:</a:t>
              </a:r>
              <a:r>
                <a:rPr kumimoji="0" lang="en-US" alt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Symbol" pitchFamily="2" charset="2"/>
                  <a:ea typeface="ＭＳ Ｐゴシック" panose="020B0600070205080204" pitchFamily="34" charset="-128"/>
                  <a:cs typeface="+mn-cs"/>
                </a:rPr>
                <a:t> </a:t>
              </a:r>
              <a:r>
                <a:rPr kumimoji="0" lang="en-US" alt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srgbClr val="CC0000"/>
                  </a:solidFill>
                  <a:effectLst/>
                  <a:uLnTx/>
                  <a:uFillTx/>
                  <a:latin typeface="Symbol" pitchFamily="2" charset="2"/>
                  <a:ea typeface="ＭＳ Ｐゴシック" panose="020B0600070205080204" pitchFamily="34" charset="-128"/>
                  <a:cs typeface="+mn-cs"/>
                </a:rPr>
                <a:t>l</a:t>
              </a:r>
              <a:r>
                <a:rPr kumimoji="0" lang="en-US" altLang="en-US" sz="24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CC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out</a:t>
              </a:r>
              <a:endPara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Comic Sans MS" panose="030F0902030302020204" pitchFamily="66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244" name="Line 76">
              <a:extLst>
                <a:ext uri="{FF2B5EF4-FFF2-40B4-BE49-F238E27FC236}">
                  <a16:creationId xmlns:a16="http://schemas.microsoft.com/office/drawing/2014/main" id="{C5D66868-B812-9443-B51A-0CEF4AACBD6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9460964" y="1675565"/>
              <a:ext cx="549310" cy="297614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</p:grpSp>
      <p:sp>
        <p:nvSpPr>
          <p:cNvPr id="281" name="Rectangle 121">
            <a:extLst>
              <a:ext uri="{FF2B5EF4-FFF2-40B4-BE49-F238E27FC236}">
                <a16:creationId xmlns:a16="http://schemas.microsoft.com/office/drawing/2014/main" id="{EBE3971E-D5ED-054F-AE0D-069A6E86637C}"/>
              </a:ext>
            </a:extLst>
          </p:cNvPr>
          <p:cNvSpPr>
            <a:spLocks noChangeArrowheads="1"/>
          </p:cNvSpPr>
          <p:nvPr/>
        </p:nvSpPr>
        <p:spPr bwMode="auto">
          <a:xfrm>
            <a:off x="8102651" y="5953953"/>
            <a:ext cx="2605247" cy="7842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Pct val="65000"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  <a:cs typeface="+mn-cs"/>
              </a:rPr>
              <a:t>large delays as arrival rate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ymbol" charset="0"/>
                <a:ea typeface="ＭＳ Ｐゴシック" charset="0"/>
                <a:cs typeface="+mn-cs"/>
              </a:rPr>
              <a:t>l</a:t>
            </a:r>
            <a:r>
              <a:rPr kumimoji="0" lang="en-US" sz="1800" b="0" i="0" u="none" strike="noStrike" kern="1200" cap="none" spc="0" normalizeH="0" baseline="-2500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ill Sans MT" charset="0"/>
                <a:ea typeface="ＭＳ Ｐゴシック" charset="0"/>
                <a:cs typeface="+mn-cs"/>
              </a:rPr>
              <a:t>in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ill Sans MT" charset="0"/>
                <a:ea typeface="ＭＳ Ｐゴシック" charset="0"/>
                <a:cs typeface="+mn-cs"/>
              </a:rPr>
              <a:t> 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  <a:cs typeface="+mn-cs"/>
              </a:rPr>
              <a:t>approaches capacity</a:t>
            </a:r>
          </a:p>
        </p:txBody>
      </p:sp>
      <p:grpSp>
        <p:nvGrpSpPr>
          <p:cNvPr id="282" name="Group 127">
            <a:extLst>
              <a:ext uri="{FF2B5EF4-FFF2-40B4-BE49-F238E27FC236}">
                <a16:creationId xmlns:a16="http://schemas.microsoft.com/office/drawing/2014/main" id="{879C5F16-9AAB-6840-B838-D482AFD339D0}"/>
              </a:ext>
            </a:extLst>
          </p:cNvPr>
          <p:cNvGrpSpPr>
            <a:grpSpLocks/>
          </p:cNvGrpSpPr>
          <p:nvPr/>
        </p:nvGrpSpPr>
        <p:grpSpPr bwMode="auto">
          <a:xfrm>
            <a:off x="10481726" y="2478840"/>
            <a:ext cx="231775" cy="441325"/>
            <a:chOff x="4140" y="429"/>
            <a:chExt cx="1425" cy="2396"/>
          </a:xfrm>
        </p:grpSpPr>
        <p:sp>
          <p:nvSpPr>
            <p:cNvPr id="283" name="Freeform 128">
              <a:extLst>
                <a:ext uri="{FF2B5EF4-FFF2-40B4-BE49-F238E27FC236}">
                  <a16:creationId xmlns:a16="http://schemas.microsoft.com/office/drawing/2014/main" id="{EEE9D070-85E1-B647-B7C8-1DB5376AB2DB}"/>
                </a:ext>
              </a:extLst>
            </p:cNvPr>
            <p:cNvSpPr>
              <a:spLocks/>
            </p:cNvSpPr>
            <p:nvPr/>
          </p:nvSpPr>
          <p:spPr bwMode="auto">
            <a:xfrm>
              <a:off x="5268" y="433"/>
              <a:ext cx="283" cy="2286"/>
            </a:xfrm>
            <a:custGeom>
              <a:avLst/>
              <a:gdLst>
                <a:gd name="T0" fmla="*/ 7 w 354"/>
                <a:gd name="T1" fmla="*/ 0 h 2742"/>
                <a:gd name="T2" fmla="*/ 38 w 354"/>
                <a:gd name="T3" fmla="*/ 55 h 2742"/>
                <a:gd name="T4" fmla="*/ 37 w 354"/>
                <a:gd name="T5" fmla="*/ 425 h 2742"/>
                <a:gd name="T6" fmla="*/ 0 w 354"/>
                <a:gd name="T7" fmla="*/ 445 h 2742"/>
                <a:gd name="T8" fmla="*/ 7 w 354"/>
                <a:gd name="T9" fmla="*/ 0 h 274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4" h="2742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 rotWithShape="1"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284" name="Rectangle 129">
              <a:extLst>
                <a:ext uri="{FF2B5EF4-FFF2-40B4-BE49-F238E27FC236}">
                  <a16:creationId xmlns:a16="http://schemas.microsoft.com/office/drawing/2014/main" id="{E73B241F-DFB6-C64D-BF7F-84EE703171D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08" y="429"/>
              <a:ext cx="1044" cy="2284"/>
            </a:xfrm>
            <a:prstGeom prst="rect">
              <a:avLst/>
            </a:pr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285" name="Freeform 130">
              <a:extLst>
                <a:ext uri="{FF2B5EF4-FFF2-40B4-BE49-F238E27FC236}">
                  <a16:creationId xmlns:a16="http://schemas.microsoft.com/office/drawing/2014/main" id="{64CD10E5-9AA0-9F41-9104-ED6E9D5A2A7B}"/>
                </a:ext>
              </a:extLst>
            </p:cNvPr>
            <p:cNvSpPr>
              <a:spLocks/>
            </p:cNvSpPr>
            <p:nvPr/>
          </p:nvSpPr>
          <p:spPr bwMode="auto">
            <a:xfrm>
              <a:off x="5321" y="570"/>
              <a:ext cx="169" cy="2115"/>
            </a:xfrm>
            <a:custGeom>
              <a:avLst/>
              <a:gdLst>
                <a:gd name="T0" fmla="*/ 2 w 211"/>
                <a:gd name="T1" fmla="*/ 0 h 2537"/>
                <a:gd name="T2" fmla="*/ 23 w 211"/>
                <a:gd name="T3" fmla="*/ 36 h 2537"/>
                <a:gd name="T4" fmla="*/ 2 w 211"/>
                <a:gd name="T5" fmla="*/ 405 h 2537"/>
                <a:gd name="T6" fmla="*/ 2 w 211"/>
                <a:gd name="T7" fmla="*/ 0 h 2537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11" h="2537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 rotWithShape="1"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286" name="Freeform 131">
              <a:extLst>
                <a:ext uri="{FF2B5EF4-FFF2-40B4-BE49-F238E27FC236}">
                  <a16:creationId xmlns:a16="http://schemas.microsoft.com/office/drawing/2014/main" id="{8E369838-B1C5-9B4A-8873-925C9867C0AC}"/>
                </a:ext>
              </a:extLst>
            </p:cNvPr>
            <p:cNvSpPr>
              <a:spLocks/>
            </p:cNvSpPr>
            <p:nvPr/>
          </p:nvSpPr>
          <p:spPr bwMode="auto">
            <a:xfrm>
              <a:off x="5284" y="1640"/>
              <a:ext cx="263" cy="189"/>
            </a:xfrm>
            <a:custGeom>
              <a:avLst/>
              <a:gdLst>
                <a:gd name="T0" fmla="*/ 2 w 328"/>
                <a:gd name="T1" fmla="*/ 0 h 226"/>
                <a:gd name="T2" fmla="*/ 36 w 328"/>
                <a:gd name="T3" fmla="*/ 21 h 226"/>
                <a:gd name="T4" fmla="*/ 36 w 328"/>
                <a:gd name="T5" fmla="*/ 38 h 226"/>
                <a:gd name="T6" fmla="*/ 0 w 328"/>
                <a:gd name="T7" fmla="*/ 16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287" name="Rectangle 132">
              <a:extLst>
                <a:ext uri="{FF2B5EF4-FFF2-40B4-BE49-F238E27FC236}">
                  <a16:creationId xmlns:a16="http://schemas.microsoft.com/office/drawing/2014/main" id="{44FFFEBD-8F73-6E40-B407-310565525D0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08" y="696"/>
              <a:ext cx="595" cy="43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grpSp>
          <p:nvGrpSpPr>
            <p:cNvPr id="288" name="Group 133">
              <a:extLst>
                <a:ext uri="{FF2B5EF4-FFF2-40B4-BE49-F238E27FC236}">
                  <a16:creationId xmlns:a16="http://schemas.microsoft.com/office/drawing/2014/main" id="{6C449BB4-7723-4842-B85A-6CD8ADE6EEF7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49" y="668"/>
              <a:ext cx="581" cy="145"/>
              <a:chOff x="614" y="2568"/>
              <a:chExt cx="725" cy="139"/>
            </a:xfrm>
          </p:grpSpPr>
          <p:sp>
            <p:nvSpPr>
              <p:cNvPr id="313" name="AutoShape 134">
                <a:extLst>
                  <a:ext uri="{FF2B5EF4-FFF2-40B4-BE49-F238E27FC236}">
                    <a16:creationId xmlns:a16="http://schemas.microsoft.com/office/drawing/2014/main" id="{580CA213-4512-FA45-88F9-266D6745944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09" y="2570"/>
                <a:ext cx="731" cy="140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endParaRPr>
              </a:p>
            </p:txBody>
          </p:sp>
          <p:sp>
            <p:nvSpPr>
              <p:cNvPr id="314" name="AutoShape 135">
                <a:extLst>
                  <a:ext uri="{FF2B5EF4-FFF2-40B4-BE49-F238E27FC236}">
                    <a16:creationId xmlns:a16="http://schemas.microsoft.com/office/drawing/2014/main" id="{7BFC849C-499A-0845-9AF3-BC589CDB087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1" y="2587"/>
                <a:ext cx="706" cy="107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endParaRPr>
              </a:p>
            </p:txBody>
          </p:sp>
        </p:grpSp>
        <p:sp>
          <p:nvSpPr>
            <p:cNvPr id="289" name="Rectangle 136">
              <a:extLst>
                <a:ext uri="{FF2B5EF4-FFF2-40B4-BE49-F238E27FC236}">
                  <a16:creationId xmlns:a16="http://schemas.microsoft.com/office/drawing/2014/main" id="{B0208157-D9CE-EF44-A82A-B9CE3EFD6F2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28" y="1015"/>
              <a:ext cx="595" cy="52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grpSp>
          <p:nvGrpSpPr>
            <p:cNvPr id="290" name="Group 137">
              <a:extLst>
                <a:ext uri="{FF2B5EF4-FFF2-40B4-BE49-F238E27FC236}">
                  <a16:creationId xmlns:a16="http://schemas.microsoft.com/office/drawing/2014/main" id="{6411A460-4D2F-6042-B3FA-7877FC08542A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47" y="994"/>
              <a:ext cx="581" cy="134"/>
              <a:chOff x="614" y="2568"/>
              <a:chExt cx="725" cy="139"/>
            </a:xfrm>
          </p:grpSpPr>
          <p:sp>
            <p:nvSpPr>
              <p:cNvPr id="311" name="AutoShape 138">
                <a:extLst>
                  <a:ext uri="{FF2B5EF4-FFF2-40B4-BE49-F238E27FC236}">
                    <a16:creationId xmlns:a16="http://schemas.microsoft.com/office/drawing/2014/main" id="{2528368F-0A05-EE46-8F4D-04BE346F7E3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2" y="2572"/>
                <a:ext cx="731" cy="134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endParaRPr>
              </a:p>
            </p:txBody>
          </p:sp>
          <p:sp>
            <p:nvSpPr>
              <p:cNvPr id="312" name="AutoShape 139">
                <a:extLst>
                  <a:ext uri="{FF2B5EF4-FFF2-40B4-BE49-F238E27FC236}">
                    <a16:creationId xmlns:a16="http://schemas.microsoft.com/office/drawing/2014/main" id="{3B97611D-398F-1A45-996D-38BD9822FA1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4" y="2590"/>
                <a:ext cx="706" cy="98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endParaRPr>
              </a:p>
            </p:txBody>
          </p:sp>
        </p:grpSp>
        <p:sp>
          <p:nvSpPr>
            <p:cNvPr id="291" name="Rectangle 140">
              <a:extLst>
                <a:ext uri="{FF2B5EF4-FFF2-40B4-BE49-F238E27FC236}">
                  <a16:creationId xmlns:a16="http://schemas.microsoft.com/office/drawing/2014/main" id="{4932601C-B73A-F24F-A7F0-F545FC9D85F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18" y="1360"/>
              <a:ext cx="595" cy="43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292" name="Rectangle 141">
              <a:extLst>
                <a:ext uri="{FF2B5EF4-FFF2-40B4-BE49-F238E27FC236}">
                  <a16:creationId xmlns:a16="http://schemas.microsoft.com/office/drawing/2014/main" id="{2E798033-84E0-4046-8123-A3E022BD0D0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28" y="1653"/>
              <a:ext cx="595" cy="52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grpSp>
          <p:nvGrpSpPr>
            <p:cNvPr id="293" name="Group 142">
              <a:extLst>
                <a:ext uri="{FF2B5EF4-FFF2-40B4-BE49-F238E27FC236}">
                  <a16:creationId xmlns:a16="http://schemas.microsoft.com/office/drawing/2014/main" id="{CD337402-4020-0C40-A87E-04755B4A7EFA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35" y="1627"/>
              <a:ext cx="582" cy="151"/>
              <a:chOff x="614" y="2568"/>
              <a:chExt cx="725" cy="139"/>
            </a:xfrm>
          </p:grpSpPr>
          <p:sp>
            <p:nvSpPr>
              <p:cNvPr id="309" name="AutoShape 143">
                <a:extLst>
                  <a:ext uri="{FF2B5EF4-FFF2-40B4-BE49-F238E27FC236}">
                    <a16:creationId xmlns:a16="http://schemas.microsoft.com/office/drawing/2014/main" id="{9BAD2454-875B-1040-9ABC-295C5238C73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4" y="2568"/>
                <a:ext cx="730" cy="198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endParaRPr>
              </a:p>
            </p:txBody>
          </p:sp>
          <p:sp>
            <p:nvSpPr>
              <p:cNvPr id="310" name="AutoShape 144">
                <a:extLst>
                  <a:ext uri="{FF2B5EF4-FFF2-40B4-BE49-F238E27FC236}">
                    <a16:creationId xmlns:a16="http://schemas.microsoft.com/office/drawing/2014/main" id="{811AD1F7-D00A-2044-8EE8-E002D9859C3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7" y="2584"/>
                <a:ext cx="705" cy="111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endParaRPr>
              </a:p>
            </p:txBody>
          </p:sp>
        </p:grpSp>
        <p:sp>
          <p:nvSpPr>
            <p:cNvPr id="294" name="Freeform 145">
              <a:extLst>
                <a:ext uri="{FF2B5EF4-FFF2-40B4-BE49-F238E27FC236}">
                  <a16:creationId xmlns:a16="http://schemas.microsoft.com/office/drawing/2014/main" id="{A082C83D-EAED-5146-8038-BE6D0CD214E0}"/>
                </a:ext>
              </a:extLst>
            </p:cNvPr>
            <p:cNvSpPr>
              <a:spLocks/>
            </p:cNvSpPr>
            <p:nvPr/>
          </p:nvSpPr>
          <p:spPr bwMode="auto">
            <a:xfrm>
              <a:off x="5288" y="1354"/>
              <a:ext cx="263" cy="188"/>
            </a:xfrm>
            <a:custGeom>
              <a:avLst/>
              <a:gdLst>
                <a:gd name="T0" fmla="*/ 2 w 328"/>
                <a:gd name="T1" fmla="*/ 0 h 226"/>
                <a:gd name="T2" fmla="*/ 36 w 328"/>
                <a:gd name="T3" fmla="*/ 20 h 226"/>
                <a:gd name="T4" fmla="*/ 36 w 328"/>
                <a:gd name="T5" fmla="*/ 36 h 226"/>
                <a:gd name="T6" fmla="*/ 0 w 328"/>
                <a:gd name="T7" fmla="*/ 15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grpSp>
          <p:nvGrpSpPr>
            <p:cNvPr id="295" name="Group 146">
              <a:extLst>
                <a:ext uri="{FF2B5EF4-FFF2-40B4-BE49-F238E27FC236}">
                  <a16:creationId xmlns:a16="http://schemas.microsoft.com/office/drawing/2014/main" id="{F3E31BE7-8EE9-F941-912B-D2464A54CE69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39" y="1327"/>
              <a:ext cx="582" cy="139"/>
              <a:chOff x="614" y="2568"/>
              <a:chExt cx="725" cy="139"/>
            </a:xfrm>
          </p:grpSpPr>
          <p:sp>
            <p:nvSpPr>
              <p:cNvPr id="307" name="AutoShape 147">
                <a:extLst>
                  <a:ext uri="{FF2B5EF4-FFF2-40B4-BE49-F238E27FC236}">
                    <a16:creationId xmlns:a16="http://schemas.microsoft.com/office/drawing/2014/main" id="{732FE339-8FD2-B042-A014-EB19D7B6750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09" y="2566"/>
                <a:ext cx="730" cy="138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endParaRPr>
              </a:p>
            </p:txBody>
          </p:sp>
          <p:sp>
            <p:nvSpPr>
              <p:cNvPr id="308" name="AutoShape 148">
                <a:extLst>
                  <a:ext uri="{FF2B5EF4-FFF2-40B4-BE49-F238E27FC236}">
                    <a16:creationId xmlns:a16="http://schemas.microsoft.com/office/drawing/2014/main" id="{DB2D76FA-CDCC-F543-9A55-827409AD12D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2" y="2584"/>
                <a:ext cx="705" cy="103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endParaRPr>
              </a:p>
            </p:txBody>
          </p:sp>
        </p:grpSp>
        <p:sp>
          <p:nvSpPr>
            <p:cNvPr id="296" name="Rectangle 149">
              <a:extLst>
                <a:ext uri="{FF2B5EF4-FFF2-40B4-BE49-F238E27FC236}">
                  <a16:creationId xmlns:a16="http://schemas.microsoft.com/office/drawing/2014/main" id="{4AFD3D79-1011-034D-82FF-36956F3D9F3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53" y="429"/>
              <a:ext cx="68" cy="2293"/>
            </a:xfrm>
            <a:prstGeom prst="rect">
              <a:avLst/>
            </a:prstGeom>
            <a:gradFill rotWithShape="1"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297" name="Freeform 150">
              <a:extLst>
                <a:ext uri="{FF2B5EF4-FFF2-40B4-BE49-F238E27FC236}">
                  <a16:creationId xmlns:a16="http://schemas.microsoft.com/office/drawing/2014/main" id="{52F521AF-DEC9-9748-8982-D368DDC2B6BB}"/>
                </a:ext>
              </a:extLst>
            </p:cNvPr>
            <p:cNvSpPr>
              <a:spLocks/>
            </p:cNvSpPr>
            <p:nvPr/>
          </p:nvSpPr>
          <p:spPr bwMode="auto">
            <a:xfrm>
              <a:off x="5312" y="1007"/>
              <a:ext cx="237" cy="213"/>
            </a:xfrm>
            <a:custGeom>
              <a:avLst/>
              <a:gdLst>
                <a:gd name="T0" fmla="*/ 2 w 296"/>
                <a:gd name="T1" fmla="*/ 0 h 256"/>
                <a:gd name="T2" fmla="*/ 32 w 296"/>
                <a:gd name="T3" fmla="*/ 22 h 256"/>
                <a:gd name="T4" fmla="*/ 32 w 296"/>
                <a:gd name="T5" fmla="*/ 41 h 256"/>
                <a:gd name="T6" fmla="*/ 0 w 296"/>
                <a:gd name="T7" fmla="*/ 15 h 256"/>
                <a:gd name="T8" fmla="*/ 2 w 296"/>
                <a:gd name="T9" fmla="*/ 0 h 25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96" h="25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298" name="Freeform 151">
              <a:extLst>
                <a:ext uri="{FF2B5EF4-FFF2-40B4-BE49-F238E27FC236}">
                  <a16:creationId xmlns:a16="http://schemas.microsoft.com/office/drawing/2014/main" id="{79F218C2-4B51-FB41-BB3E-2CB4FAE1682A}"/>
                </a:ext>
              </a:extLst>
            </p:cNvPr>
            <p:cNvSpPr>
              <a:spLocks/>
            </p:cNvSpPr>
            <p:nvPr/>
          </p:nvSpPr>
          <p:spPr bwMode="auto">
            <a:xfrm>
              <a:off x="5315" y="680"/>
              <a:ext cx="244" cy="240"/>
            </a:xfrm>
            <a:custGeom>
              <a:avLst/>
              <a:gdLst>
                <a:gd name="T0" fmla="*/ 0 w 304"/>
                <a:gd name="T1" fmla="*/ 0 h 288"/>
                <a:gd name="T2" fmla="*/ 34 w 304"/>
                <a:gd name="T3" fmla="*/ 27 h 288"/>
                <a:gd name="T4" fmla="*/ 31 w 304"/>
                <a:gd name="T5" fmla="*/ 48 h 288"/>
                <a:gd name="T6" fmla="*/ 2 w 304"/>
                <a:gd name="T7" fmla="*/ 20 h 288"/>
                <a:gd name="T8" fmla="*/ 0 w 304"/>
                <a:gd name="T9" fmla="*/ 0 h 28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04" h="288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299" name="Oval 152">
              <a:extLst>
                <a:ext uri="{FF2B5EF4-FFF2-40B4-BE49-F238E27FC236}">
                  <a16:creationId xmlns:a16="http://schemas.microsoft.com/office/drawing/2014/main" id="{D16EE320-03FD-2743-B02B-D5E39593FF7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16" y="2610"/>
              <a:ext cx="49" cy="95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300" name="Freeform 153">
              <a:extLst>
                <a:ext uri="{FF2B5EF4-FFF2-40B4-BE49-F238E27FC236}">
                  <a16:creationId xmlns:a16="http://schemas.microsoft.com/office/drawing/2014/main" id="{325E7068-4B41-AE4C-965D-DA302E309038}"/>
                </a:ext>
              </a:extLst>
            </p:cNvPr>
            <p:cNvSpPr>
              <a:spLocks/>
            </p:cNvSpPr>
            <p:nvPr/>
          </p:nvSpPr>
          <p:spPr bwMode="auto">
            <a:xfrm>
              <a:off x="5302" y="2614"/>
              <a:ext cx="245" cy="200"/>
            </a:xfrm>
            <a:custGeom>
              <a:avLst/>
              <a:gdLst>
                <a:gd name="T0" fmla="*/ 0 w 306"/>
                <a:gd name="T1" fmla="*/ 18 h 240"/>
                <a:gd name="T2" fmla="*/ 2 w 306"/>
                <a:gd name="T3" fmla="*/ 40 h 240"/>
                <a:gd name="T4" fmla="*/ 34 w 306"/>
                <a:gd name="T5" fmla="*/ 18 h 240"/>
                <a:gd name="T6" fmla="*/ 32 w 306"/>
                <a:gd name="T7" fmla="*/ 0 h 240"/>
                <a:gd name="T8" fmla="*/ 0 w 306"/>
                <a:gd name="T9" fmla="*/ 18 h 24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06" h="240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01" name="AutoShape 154">
              <a:extLst>
                <a:ext uri="{FF2B5EF4-FFF2-40B4-BE49-F238E27FC236}">
                  <a16:creationId xmlns:a16="http://schemas.microsoft.com/office/drawing/2014/main" id="{1527CD1D-4826-F249-8CC0-8D803950A59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40" y="2678"/>
              <a:ext cx="1201" cy="147"/>
            </a:xfrm>
            <a:prstGeom prst="roundRect">
              <a:avLst>
                <a:gd name="adj" fmla="val 50000"/>
              </a:avLst>
            </a:prstGeom>
            <a:solidFill>
              <a:srgbClr val="DDDDDD"/>
            </a:solidFill>
            <a:ln w="9525">
              <a:solidFill>
                <a:srgbClr val="00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302" name="AutoShape 155">
              <a:extLst>
                <a:ext uri="{FF2B5EF4-FFF2-40B4-BE49-F238E27FC236}">
                  <a16:creationId xmlns:a16="http://schemas.microsoft.com/office/drawing/2014/main" id="{4137A0DF-EEBF-3340-81E2-30FAAE1292F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08" y="2713"/>
              <a:ext cx="1064" cy="78"/>
            </a:xfrm>
            <a:prstGeom prst="roundRect">
              <a:avLst>
                <a:gd name="adj" fmla="val 50000"/>
              </a:avLst>
            </a:prstGeom>
            <a:gradFill rotWithShape="1">
              <a:gsLst>
                <a:gs pos="0">
                  <a:srgbClr val="000000"/>
                </a:gs>
                <a:gs pos="100000">
                  <a:srgbClr val="808080"/>
                </a:gs>
              </a:gsLst>
              <a:lin ang="0" scaled="1"/>
            </a:gradFill>
            <a:ln w="9525">
              <a:solidFill>
                <a:srgbClr val="00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303" name="Oval 156">
              <a:extLst>
                <a:ext uri="{FF2B5EF4-FFF2-40B4-BE49-F238E27FC236}">
                  <a16:creationId xmlns:a16="http://schemas.microsoft.com/office/drawing/2014/main" id="{E1E6F14E-95D9-CC4D-BAB1-1C12B1C1A4A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06" y="2385"/>
              <a:ext cx="156" cy="138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304" name="Oval 157">
              <a:extLst>
                <a:ext uri="{FF2B5EF4-FFF2-40B4-BE49-F238E27FC236}">
                  <a16:creationId xmlns:a16="http://schemas.microsoft.com/office/drawing/2014/main" id="{6F01C793-1A32-CA48-99E6-4C06A214A40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82" y="2385"/>
              <a:ext cx="166" cy="138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Arial" charset="0"/>
              </a:endParaRPr>
            </a:p>
          </p:txBody>
        </p:sp>
        <p:sp>
          <p:nvSpPr>
            <p:cNvPr id="305" name="Oval 158">
              <a:extLst>
                <a:ext uri="{FF2B5EF4-FFF2-40B4-BE49-F238E27FC236}">
                  <a16:creationId xmlns:a16="http://schemas.microsoft.com/office/drawing/2014/main" id="{3B94657D-9B77-1941-9CBF-A2C7591AF42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57" y="2377"/>
              <a:ext cx="166" cy="147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306" name="Rectangle 159">
              <a:extLst>
                <a:ext uri="{FF2B5EF4-FFF2-40B4-BE49-F238E27FC236}">
                  <a16:creationId xmlns:a16="http://schemas.microsoft.com/office/drawing/2014/main" id="{4C98791A-5A95-B940-9F34-EFDEF8150F8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57" y="1834"/>
              <a:ext cx="88" cy="758"/>
            </a:xfrm>
            <a:prstGeom prst="rect">
              <a:avLst/>
            </a:prstGeom>
            <a:solidFill>
              <a:srgbClr val="292929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</p:grpSp>
      <p:grpSp>
        <p:nvGrpSpPr>
          <p:cNvPr id="315" name="Group 160">
            <a:extLst>
              <a:ext uri="{FF2B5EF4-FFF2-40B4-BE49-F238E27FC236}">
                <a16:creationId xmlns:a16="http://schemas.microsoft.com/office/drawing/2014/main" id="{AD8E3A61-2C5A-CC41-9933-891EC27B5015}"/>
              </a:ext>
            </a:extLst>
          </p:cNvPr>
          <p:cNvGrpSpPr>
            <a:grpSpLocks/>
          </p:cNvGrpSpPr>
          <p:nvPr/>
        </p:nvGrpSpPr>
        <p:grpSpPr bwMode="auto">
          <a:xfrm>
            <a:off x="4826257" y="3381692"/>
            <a:ext cx="525463" cy="434975"/>
            <a:chOff x="-44" y="1473"/>
            <a:chExt cx="981" cy="1105"/>
          </a:xfrm>
        </p:grpSpPr>
        <p:pic>
          <p:nvPicPr>
            <p:cNvPr id="316" name="Picture 161" descr="desktop_computer_stylized_medium">
              <a:extLst>
                <a:ext uri="{FF2B5EF4-FFF2-40B4-BE49-F238E27FC236}">
                  <a16:creationId xmlns:a16="http://schemas.microsoft.com/office/drawing/2014/main" id="{01E7AFB7-5DE3-CA4A-A50A-BEADA26B11D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317" name="Freeform 162">
              <a:extLst>
                <a:ext uri="{FF2B5EF4-FFF2-40B4-BE49-F238E27FC236}">
                  <a16:creationId xmlns:a16="http://schemas.microsoft.com/office/drawing/2014/main" id="{4E443E40-A128-4E43-A736-B0C7F3C2A948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5595 w 356"/>
                <a:gd name="T3" fmla="*/ 341 h 368"/>
                <a:gd name="T4" fmla="*/ 6638 w 356"/>
                <a:gd name="T5" fmla="*/ 7113 h 368"/>
                <a:gd name="T6" fmla="*/ 1463 w 356"/>
                <a:gd name="T7" fmla="*/ 8895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 cmpd="sng">
                  <a:solidFill>
                    <a:schemeClr val="tx1"/>
                  </a:solidFill>
                  <a:prstDash val="solid"/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</p:grpSp>
      <p:grpSp>
        <p:nvGrpSpPr>
          <p:cNvPr id="318" name="Group 163">
            <a:extLst>
              <a:ext uri="{FF2B5EF4-FFF2-40B4-BE49-F238E27FC236}">
                <a16:creationId xmlns:a16="http://schemas.microsoft.com/office/drawing/2014/main" id="{C476CE94-C91A-0846-B6B7-05E77113879F}"/>
              </a:ext>
            </a:extLst>
          </p:cNvPr>
          <p:cNvGrpSpPr>
            <a:grpSpLocks/>
          </p:cNvGrpSpPr>
          <p:nvPr/>
        </p:nvGrpSpPr>
        <p:grpSpPr bwMode="auto">
          <a:xfrm>
            <a:off x="10164226" y="3444040"/>
            <a:ext cx="231775" cy="441325"/>
            <a:chOff x="4140" y="429"/>
            <a:chExt cx="1425" cy="2396"/>
          </a:xfrm>
        </p:grpSpPr>
        <p:sp>
          <p:nvSpPr>
            <p:cNvPr id="319" name="Freeform 164">
              <a:extLst>
                <a:ext uri="{FF2B5EF4-FFF2-40B4-BE49-F238E27FC236}">
                  <a16:creationId xmlns:a16="http://schemas.microsoft.com/office/drawing/2014/main" id="{7E23E3E7-6D0C-A747-B7EB-BCB232D5625B}"/>
                </a:ext>
              </a:extLst>
            </p:cNvPr>
            <p:cNvSpPr>
              <a:spLocks/>
            </p:cNvSpPr>
            <p:nvPr/>
          </p:nvSpPr>
          <p:spPr bwMode="auto">
            <a:xfrm>
              <a:off x="5268" y="433"/>
              <a:ext cx="283" cy="2286"/>
            </a:xfrm>
            <a:custGeom>
              <a:avLst/>
              <a:gdLst>
                <a:gd name="T0" fmla="*/ 7 w 354"/>
                <a:gd name="T1" fmla="*/ 0 h 2742"/>
                <a:gd name="T2" fmla="*/ 38 w 354"/>
                <a:gd name="T3" fmla="*/ 55 h 2742"/>
                <a:gd name="T4" fmla="*/ 37 w 354"/>
                <a:gd name="T5" fmla="*/ 425 h 2742"/>
                <a:gd name="T6" fmla="*/ 0 w 354"/>
                <a:gd name="T7" fmla="*/ 445 h 2742"/>
                <a:gd name="T8" fmla="*/ 7 w 354"/>
                <a:gd name="T9" fmla="*/ 0 h 274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4" h="2742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 rotWithShape="1"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20" name="Rectangle 165">
              <a:extLst>
                <a:ext uri="{FF2B5EF4-FFF2-40B4-BE49-F238E27FC236}">
                  <a16:creationId xmlns:a16="http://schemas.microsoft.com/office/drawing/2014/main" id="{814A29A9-35F7-F44A-86DF-9F21E4CCB44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08" y="429"/>
              <a:ext cx="1044" cy="2284"/>
            </a:xfrm>
            <a:prstGeom prst="rect">
              <a:avLst/>
            </a:pr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321" name="Freeform 166">
              <a:extLst>
                <a:ext uri="{FF2B5EF4-FFF2-40B4-BE49-F238E27FC236}">
                  <a16:creationId xmlns:a16="http://schemas.microsoft.com/office/drawing/2014/main" id="{B8E9398E-F70E-104C-BC4B-6FFD09F2BA4D}"/>
                </a:ext>
              </a:extLst>
            </p:cNvPr>
            <p:cNvSpPr>
              <a:spLocks/>
            </p:cNvSpPr>
            <p:nvPr/>
          </p:nvSpPr>
          <p:spPr bwMode="auto">
            <a:xfrm>
              <a:off x="5321" y="570"/>
              <a:ext cx="169" cy="2115"/>
            </a:xfrm>
            <a:custGeom>
              <a:avLst/>
              <a:gdLst>
                <a:gd name="T0" fmla="*/ 2 w 211"/>
                <a:gd name="T1" fmla="*/ 0 h 2537"/>
                <a:gd name="T2" fmla="*/ 23 w 211"/>
                <a:gd name="T3" fmla="*/ 36 h 2537"/>
                <a:gd name="T4" fmla="*/ 2 w 211"/>
                <a:gd name="T5" fmla="*/ 405 h 2537"/>
                <a:gd name="T6" fmla="*/ 2 w 211"/>
                <a:gd name="T7" fmla="*/ 0 h 2537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11" h="2537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 rotWithShape="1"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22" name="Freeform 167">
              <a:extLst>
                <a:ext uri="{FF2B5EF4-FFF2-40B4-BE49-F238E27FC236}">
                  <a16:creationId xmlns:a16="http://schemas.microsoft.com/office/drawing/2014/main" id="{5AC97C88-7A57-AC44-A1DE-BDAB3D1F0E3C}"/>
                </a:ext>
              </a:extLst>
            </p:cNvPr>
            <p:cNvSpPr>
              <a:spLocks/>
            </p:cNvSpPr>
            <p:nvPr/>
          </p:nvSpPr>
          <p:spPr bwMode="auto">
            <a:xfrm>
              <a:off x="5284" y="1640"/>
              <a:ext cx="263" cy="189"/>
            </a:xfrm>
            <a:custGeom>
              <a:avLst/>
              <a:gdLst>
                <a:gd name="T0" fmla="*/ 2 w 328"/>
                <a:gd name="T1" fmla="*/ 0 h 226"/>
                <a:gd name="T2" fmla="*/ 36 w 328"/>
                <a:gd name="T3" fmla="*/ 21 h 226"/>
                <a:gd name="T4" fmla="*/ 36 w 328"/>
                <a:gd name="T5" fmla="*/ 38 h 226"/>
                <a:gd name="T6" fmla="*/ 0 w 328"/>
                <a:gd name="T7" fmla="*/ 16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23" name="Rectangle 168">
              <a:extLst>
                <a:ext uri="{FF2B5EF4-FFF2-40B4-BE49-F238E27FC236}">
                  <a16:creationId xmlns:a16="http://schemas.microsoft.com/office/drawing/2014/main" id="{229AF22C-8CDF-2B47-88DF-3B0B587AB20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08" y="696"/>
              <a:ext cx="595" cy="43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grpSp>
          <p:nvGrpSpPr>
            <p:cNvPr id="324" name="Group 169">
              <a:extLst>
                <a:ext uri="{FF2B5EF4-FFF2-40B4-BE49-F238E27FC236}">
                  <a16:creationId xmlns:a16="http://schemas.microsoft.com/office/drawing/2014/main" id="{0515312F-DE85-5641-B779-E8991ECBE8F8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49" y="668"/>
              <a:ext cx="581" cy="145"/>
              <a:chOff x="614" y="2568"/>
              <a:chExt cx="725" cy="139"/>
            </a:xfrm>
          </p:grpSpPr>
          <p:sp>
            <p:nvSpPr>
              <p:cNvPr id="349" name="AutoShape 170">
                <a:extLst>
                  <a:ext uri="{FF2B5EF4-FFF2-40B4-BE49-F238E27FC236}">
                    <a16:creationId xmlns:a16="http://schemas.microsoft.com/office/drawing/2014/main" id="{1534A008-335A-184E-AD46-396A2FE3719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09" y="2570"/>
                <a:ext cx="731" cy="140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endParaRPr>
              </a:p>
            </p:txBody>
          </p:sp>
          <p:sp>
            <p:nvSpPr>
              <p:cNvPr id="350" name="AutoShape 171">
                <a:extLst>
                  <a:ext uri="{FF2B5EF4-FFF2-40B4-BE49-F238E27FC236}">
                    <a16:creationId xmlns:a16="http://schemas.microsoft.com/office/drawing/2014/main" id="{7B78E6A8-DEDF-8144-B322-E4206C6E43D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1" y="2587"/>
                <a:ext cx="706" cy="107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endParaRPr>
              </a:p>
            </p:txBody>
          </p:sp>
        </p:grpSp>
        <p:sp>
          <p:nvSpPr>
            <p:cNvPr id="325" name="Rectangle 172">
              <a:extLst>
                <a:ext uri="{FF2B5EF4-FFF2-40B4-BE49-F238E27FC236}">
                  <a16:creationId xmlns:a16="http://schemas.microsoft.com/office/drawing/2014/main" id="{41B3D22D-F506-A448-A3D5-682181A47A7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28" y="1015"/>
              <a:ext cx="595" cy="52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grpSp>
          <p:nvGrpSpPr>
            <p:cNvPr id="326" name="Group 173">
              <a:extLst>
                <a:ext uri="{FF2B5EF4-FFF2-40B4-BE49-F238E27FC236}">
                  <a16:creationId xmlns:a16="http://schemas.microsoft.com/office/drawing/2014/main" id="{BAB53084-6436-7444-ACD5-5E7D01263E2B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47" y="994"/>
              <a:ext cx="581" cy="134"/>
              <a:chOff x="614" y="2568"/>
              <a:chExt cx="725" cy="139"/>
            </a:xfrm>
          </p:grpSpPr>
          <p:sp>
            <p:nvSpPr>
              <p:cNvPr id="347" name="AutoShape 174">
                <a:extLst>
                  <a:ext uri="{FF2B5EF4-FFF2-40B4-BE49-F238E27FC236}">
                    <a16:creationId xmlns:a16="http://schemas.microsoft.com/office/drawing/2014/main" id="{0369A39A-40F1-844B-BF97-43EE1A3A2AC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2" y="2572"/>
                <a:ext cx="731" cy="134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endParaRPr>
              </a:p>
            </p:txBody>
          </p:sp>
          <p:sp>
            <p:nvSpPr>
              <p:cNvPr id="348" name="AutoShape 175">
                <a:extLst>
                  <a:ext uri="{FF2B5EF4-FFF2-40B4-BE49-F238E27FC236}">
                    <a16:creationId xmlns:a16="http://schemas.microsoft.com/office/drawing/2014/main" id="{D7484B32-60C3-FA43-A0AA-A0D628003D7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4" y="2590"/>
                <a:ext cx="706" cy="98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endParaRPr>
              </a:p>
            </p:txBody>
          </p:sp>
        </p:grpSp>
        <p:sp>
          <p:nvSpPr>
            <p:cNvPr id="327" name="Rectangle 176">
              <a:extLst>
                <a:ext uri="{FF2B5EF4-FFF2-40B4-BE49-F238E27FC236}">
                  <a16:creationId xmlns:a16="http://schemas.microsoft.com/office/drawing/2014/main" id="{47F75A27-CD31-C143-9419-3EFB2593973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18" y="1360"/>
              <a:ext cx="595" cy="43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328" name="Rectangle 177">
              <a:extLst>
                <a:ext uri="{FF2B5EF4-FFF2-40B4-BE49-F238E27FC236}">
                  <a16:creationId xmlns:a16="http://schemas.microsoft.com/office/drawing/2014/main" id="{EBB2CB62-D2FD-C047-94B4-C2C954564AF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28" y="1653"/>
              <a:ext cx="595" cy="52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grpSp>
          <p:nvGrpSpPr>
            <p:cNvPr id="329" name="Group 178">
              <a:extLst>
                <a:ext uri="{FF2B5EF4-FFF2-40B4-BE49-F238E27FC236}">
                  <a16:creationId xmlns:a16="http://schemas.microsoft.com/office/drawing/2014/main" id="{E30BEF1D-E99C-EF4F-A2DE-968E737192AA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35" y="1627"/>
              <a:ext cx="582" cy="151"/>
              <a:chOff x="614" y="2568"/>
              <a:chExt cx="725" cy="139"/>
            </a:xfrm>
          </p:grpSpPr>
          <p:sp>
            <p:nvSpPr>
              <p:cNvPr id="345" name="AutoShape 179">
                <a:extLst>
                  <a:ext uri="{FF2B5EF4-FFF2-40B4-BE49-F238E27FC236}">
                    <a16:creationId xmlns:a16="http://schemas.microsoft.com/office/drawing/2014/main" id="{F4DDADBC-B242-A44B-A408-F26BF5F8502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4" y="2568"/>
                <a:ext cx="730" cy="198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endParaRPr>
              </a:p>
            </p:txBody>
          </p:sp>
          <p:sp>
            <p:nvSpPr>
              <p:cNvPr id="346" name="AutoShape 180">
                <a:extLst>
                  <a:ext uri="{FF2B5EF4-FFF2-40B4-BE49-F238E27FC236}">
                    <a16:creationId xmlns:a16="http://schemas.microsoft.com/office/drawing/2014/main" id="{44C7D4E7-B87F-0F46-9357-55FA60430CB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7" y="2584"/>
                <a:ext cx="705" cy="111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endParaRPr>
              </a:p>
            </p:txBody>
          </p:sp>
        </p:grpSp>
        <p:sp>
          <p:nvSpPr>
            <p:cNvPr id="330" name="Freeform 181">
              <a:extLst>
                <a:ext uri="{FF2B5EF4-FFF2-40B4-BE49-F238E27FC236}">
                  <a16:creationId xmlns:a16="http://schemas.microsoft.com/office/drawing/2014/main" id="{06EF0D71-8E6B-284F-8EA0-661C363088B6}"/>
                </a:ext>
              </a:extLst>
            </p:cNvPr>
            <p:cNvSpPr>
              <a:spLocks/>
            </p:cNvSpPr>
            <p:nvPr/>
          </p:nvSpPr>
          <p:spPr bwMode="auto">
            <a:xfrm>
              <a:off x="5288" y="1354"/>
              <a:ext cx="263" cy="188"/>
            </a:xfrm>
            <a:custGeom>
              <a:avLst/>
              <a:gdLst>
                <a:gd name="T0" fmla="*/ 2 w 328"/>
                <a:gd name="T1" fmla="*/ 0 h 226"/>
                <a:gd name="T2" fmla="*/ 36 w 328"/>
                <a:gd name="T3" fmla="*/ 20 h 226"/>
                <a:gd name="T4" fmla="*/ 36 w 328"/>
                <a:gd name="T5" fmla="*/ 36 h 226"/>
                <a:gd name="T6" fmla="*/ 0 w 328"/>
                <a:gd name="T7" fmla="*/ 15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grpSp>
          <p:nvGrpSpPr>
            <p:cNvPr id="331" name="Group 182">
              <a:extLst>
                <a:ext uri="{FF2B5EF4-FFF2-40B4-BE49-F238E27FC236}">
                  <a16:creationId xmlns:a16="http://schemas.microsoft.com/office/drawing/2014/main" id="{6A155784-A945-0F47-A39B-31F367A22CCA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39" y="1327"/>
              <a:ext cx="582" cy="139"/>
              <a:chOff x="614" y="2568"/>
              <a:chExt cx="725" cy="139"/>
            </a:xfrm>
          </p:grpSpPr>
          <p:sp>
            <p:nvSpPr>
              <p:cNvPr id="343" name="AutoShape 183">
                <a:extLst>
                  <a:ext uri="{FF2B5EF4-FFF2-40B4-BE49-F238E27FC236}">
                    <a16:creationId xmlns:a16="http://schemas.microsoft.com/office/drawing/2014/main" id="{22B4B462-8B3B-7C4D-A454-5B71818EBC5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09" y="2566"/>
                <a:ext cx="730" cy="138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endParaRPr>
              </a:p>
            </p:txBody>
          </p:sp>
          <p:sp>
            <p:nvSpPr>
              <p:cNvPr id="344" name="AutoShape 184">
                <a:extLst>
                  <a:ext uri="{FF2B5EF4-FFF2-40B4-BE49-F238E27FC236}">
                    <a16:creationId xmlns:a16="http://schemas.microsoft.com/office/drawing/2014/main" id="{409F6314-B504-4546-8602-B7F2622A98D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2" y="2584"/>
                <a:ext cx="705" cy="103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endParaRPr>
              </a:p>
            </p:txBody>
          </p:sp>
        </p:grpSp>
        <p:sp>
          <p:nvSpPr>
            <p:cNvPr id="332" name="Rectangle 185">
              <a:extLst>
                <a:ext uri="{FF2B5EF4-FFF2-40B4-BE49-F238E27FC236}">
                  <a16:creationId xmlns:a16="http://schemas.microsoft.com/office/drawing/2014/main" id="{AF2779F2-42B0-3548-98BC-AAAD4254720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53" y="429"/>
              <a:ext cx="68" cy="2293"/>
            </a:xfrm>
            <a:prstGeom prst="rect">
              <a:avLst/>
            </a:prstGeom>
            <a:gradFill rotWithShape="1"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333" name="Freeform 186">
              <a:extLst>
                <a:ext uri="{FF2B5EF4-FFF2-40B4-BE49-F238E27FC236}">
                  <a16:creationId xmlns:a16="http://schemas.microsoft.com/office/drawing/2014/main" id="{7820BB4F-C7CB-BA4F-BE2B-ACCFBB678F2B}"/>
                </a:ext>
              </a:extLst>
            </p:cNvPr>
            <p:cNvSpPr>
              <a:spLocks/>
            </p:cNvSpPr>
            <p:nvPr/>
          </p:nvSpPr>
          <p:spPr bwMode="auto">
            <a:xfrm>
              <a:off x="5312" y="1007"/>
              <a:ext cx="237" cy="213"/>
            </a:xfrm>
            <a:custGeom>
              <a:avLst/>
              <a:gdLst>
                <a:gd name="T0" fmla="*/ 2 w 296"/>
                <a:gd name="T1" fmla="*/ 0 h 256"/>
                <a:gd name="T2" fmla="*/ 32 w 296"/>
                <a:gd name="T3" fmla="*/ 22 h 256"/>
                <a:gd name="T4" fmla="*/ 32 w 296"/>
                <a:gd name="T5" fmla="*/ 41 h 256"/>
                <a:gd name="T6" fmla="*/ 0 w 296"/>
                <a:gd name="T7" fmla="*/ 15 h 256"/>
                <a:gd name="T8" fmla="*/ 2 w 296"/>
                <a:gd name="T9" fmla="*/ 0 h 25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96" h="25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34" name="Freeform 187">
              <a:extLst>
                <a:ext uri="{FF2B5EF4-FFF2-40B4-BE49-F238E27FC236}">
                  <a16:creationId xmlns:a16="http://schemas.microsoft.com/office/drawing/2014/main" id="{A1A403FF-DEAA-3D46-A5ED-A9AF23D9C5AD}"/>
                </a:ext>
              </a:extLst>
            </p:cNvPr>
            <p:cNvSpPr>
              <a:spLocks/>
            </p:cNvSpPr>
            <p:nvPr/>
          </p:nvSpPr>
          <p:spPr bwMode="auto">
            <a:xfrm>
              <a:off x="5315" y="680"/>
              <a:ext cx="244" cy="240"/>
            </a:xfrm>
            <a:custGeom>
              <a:avLst/>
              <a:gdLst>
                <a:gd name="T0" fmla="*/ 0 w 304"/>
                <a:gd name="T1" fmla="*/ 0 h 288"/>
                <a:gd name="T2" fmla="*/ 34 w 304"/>
                <a:gd name="T3" fmla="*/ 27 h 288"/>
                <a:gd name="T4" fmla="*/ 31 w 304"/>
                <a:gd name="T5" fmla="*/ 48 h 288"/>
                <a:gd name="T6" fmla="*/ 2 w 304"/>
                <a:gd name="T7" fmla="*/ 20 h 288"/>
                <a:gd name="T8" fmla="*/ 0 w 304"/>
                <a:gd name="T9" fmla="*/ 0 h 28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04" h="288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35" name="Oval 188">
              <a:extLst>
                <a:ext uri="{FF2B5EF4-FFF2-40B4-BE49-F238E27FC236}">
                  <a16:creationId xmlns:a16="http://schemas.microsoft.com/office/drawing/2014/main" id="{F39A85A5-F2E7-8645-BCBC-3F68037F827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16" y="2610"/>
              <a:ext cx="49" cy="95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336" name="Freeform 189">
              <a:extLst>
                <a:ext uri="{FF2B5EF4-FFF2-40B4-BE49-F238E27FC236}">
                  <a16:creationId xmlns:a16="http://schemas.microsoft.com/office/drawing/2014/main" id="{0CB2E7B8-94AB-4F40-879D-C205945B4196}"/>
                </a:ext>
              </a:extLst>
            </p:cNvPr>
            <p:cNvSpPr>
              <a:spLocks/>
            </p:cNvSpPr>
            <p:nvPr/>
          </p:nvSpPr>
          <p:spPr bwMode="auto">
            <a:xfrm>
              <a:off x="5302" y="2614"/>
              <a:ext cx="245" cy="200"/>
            </a:xfrm>
            <a:custGeom>
              <a:avLst/>
              <a:gdLst>
                <a:gd name="T0" fmla="*/ 0 w 306"/>
                <a:gd name="T1" fmla="*/ 18 h 240"/>
                <a:gd name="T2" fmla="*/ 2 w 306"/>
                <a:gd name="T3" fmla="*/ 40 h 240"/>
                <a:gd name="T4" fmla="*/ 34 w 306"/>
                <a:gd name="T5" fmla="*/ 18 h 240"/>
                <a:gd name="T6" fmla="*/ 32 w 306"/>
                <a:gd name="T7" fmla="*/ 0 h 240"/>
                <a:gd name="T8" fmla="*/ 0 w 306"/>
                <a:gd name="T9" fmla="*/ 18 h 24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06" h="240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37" name="AutoShape 190">
              <a:extLst>
                <a:ext uri="{FF2B5EF4-FFF2-40B4-BE49-F238E27FC236}">
                  <a16:creationId xmlns:a16="http://schemas.microsoft.com/office/drawing/2014/main" id="{B6C28932-399E-9147-AD60-584710E9C01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40" y="2678"/>
              <a:ext cx="1201" cy="147"/>
            </a:xfrm>
            <a:prstGeom prst="roundRect">
              <a:avLst>
                <a:gd name="adj" fmla="val 50000"/>
              </a:avLst>
            </a:prstGeom>
            <a:solidFill>
              <a:srgbClr val="DDDDDD"/>
            </a:solidFill>
            <a:ln w="9525">
              <a:solidFill>
                <a:srgbClr val="00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338" name="AutoShape 191">
              <a:extLst>
                <a:ext uri="{FF2B5EF4-FFF2-40B4-BE49-F238E27FC236}">
                  <a16:creationId xmlns:a16="http://schemas.microsoft.com/office/drawing/2014/main" id="{F9F7B82B-B598-F440-A518-BFE64EF662D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08" y="2713"/>
              <a:ext cx="1064" cy="78"/>
            </a:xfrm>
            <a:prstGeom prst="roundRect">
              <a:avLst>
                <a:gd name="adj" fmla="val 50000"/>
              </a:avLst>
            </a:prstGeom>
            <a:gradFill rotWithShape="1">
              <a:gsLst>
                <a:gs pos="0">
                  <a:srgbClr val="000000"/>
                </a:gs>
                <a:gs pos="100000">
                  <a:srgbClr val="808080"/>
                </a:gs>
              </a:gsLst>
              <a:lin ang="0" scaled="1"/>
            </a:gradFill>
            <a:ln w="9525">
              <a:solidFill>
                <a:srgbClr val="00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339" name="Oval 192">
              <a:extLst>
                <a:ext uri="{FF2B5EF4-FFF2-40B4-BE49-F238E27FC236}">
                  <a16:creationId xmlns:a16="http://schemas.microsoft.com/office/drawing/2014/main" id="{512A4325-4F66-844C-85B1-4C936DB5251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06" y="2385"/>
              <a:ext cx="156" cy="138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340" name="Oval 193">
              <a:extLst>
                <a:ext uri="{FF2B5EF4-FFF2-40B4-BE49-F238E27FC236}">
                  <a16:creationId xmlns:a16="http://schemas.microsoft.com/office/drawing/2014/main" id="{42DC5D9A-8390-1D4A-A8C1-3C193D975CB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82" y="2385"/>
              <a:ext cx="166" cy="138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Arial" charset="0"/>
              </a:endParaRPr>
            </a:p>
          </p:txBody>
        </p:sp>
        <p:sp>
          <p:nvSpPr>
            <p:cNvPr id="341" name="Oval 194">
              <a:extLst>
                <a:ext uri="{FF2B5EF4-FFF2-40B4-BE49-F238E27FC236}">
                  <a16:creationId xmlns:a16="http://schemas.microsoft.com/office/drawing/2014/main" id="{2D7703BC-D6FE-9D4A-BE5F-ACBE696F02D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57" y="2377"/>
              <a:ext cx="166" cy="147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342" name="Rectangle 195">
              <a:extLst>
                <a:ext uri="{FF2B5EF4-FFF2-40B4-BE49-F238E27FC236}">
                  <a16:creationId xmlns:a16="http://schemas.microsoft.com/office/drawing/2014/main" id="{88471DD5-00EF-B34A-BAA1-AA8AE7CFB11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57" y="1834"/>
              <a:ext cx="88" cy="758"/>
            </a:xfrm>
            <a:prstGeom prst="rect">
              <a:avLst/>
            </a:prstGeom>
            <a:solidFill>
              <a:srgbClr val="292929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</p:grpSp>
      <p:sp>
        <p:nvSpPr>
          <p:cNvPr id="4" name="TextBox 3">
            <a:extLst>
              <a:ext uri="{FF2B5EF4-FFF2-40B4-BE49-F238E27FC236}">
                <a16:creationId xmlns:a16="http://schemas.microsoft.com/office/drawing/2014/main" id="{86280C64-E9DA-2647-B08F-F808595E646B}"/>
              </a:ext>
            </a:extLst>
          </p:cNvPr>
          <p:cNvSpPr txBox="1"/>
          <p:nvPr/>
        </p:nvSpPr>
        <p:spPr>
          <a:xfrm>
            <a:off x="774261" y="4402394"/>
            <a:ext cx="3172735" cy="12557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00050" marR="0" lvl="0" indent="-40005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1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Q: 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What happens as 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  <a:cs typeface="+mn-cs"/>
              </a:rPr>
              <a:t>arrival rate </a:t>
            </a:r>
            <a:r>
              <a:rPr kumimoji="0" lang="en-US" sz="2800" b="0" i="1" u="none" strike="noStrike" kern="1200" cap="none" spc="0" normalizeH="0" baseline="0" noProof="0" dirty="0" err="1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Symbol" charset="0"/>
                <a:ea typeface="ＭＳ Ｐゴシック" charset="0"/>
                <a:cs typeface="+mn-cs"/>
              </a:rPr>
              <a:t>l</a:t>
            </a:r>
            <a:r>
              <a:rPr kumimoji="0" lang="en-US" sz="2800" b="0" i="0" u="none" strike="noStrike" kern="1200" cap="none" spc="0" normalizeH="0" baseline="-25000" noProof="0" dirty="0" err="1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/>
                <a:ea typeface="ＭＳ Ｐゴシック" charset="0"/>
                <a:cs typeface="+mn-cs"/>
              </a:rPr>
              <a:t>in</a:t>
            </a:r>
            <a:r>
              <a:rPr kumimoji="0" lang="en-US" sz="2800" b="0" i="1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Gill Sans MT" charset="0"/>
                <a:ea typeface="ＭＳ Ｐゴシック" charset="0"/>
                <a:cs typeface="+mn-cs"/>
              </a:rPr>
              <a:t> 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  <a:cs typeface="+mn-cs"/>
              </a:rPr>
              <a:t>approaches R/2?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A13DE16E-F5B0-8243-9843-F4026E4132BD}"/>
              </a:ext>
            </a:extLst>
          </p:cNvPr>
          <p:cNvGrpSpPr/>
          <p:nvPr/>
        </p:nvGrpSpPr>
        <p:grpSpPr>
          <a:xfrm>
            <a:off x="4818031" y="1175178"/>
            <a:ext cx="2132013" cy="724224"/>
            <a:chOff x="4818031" y="1175178"/>
            <a:chExt cx="2132013" cy="724224"/>
          </a:xfrm>
        </p:grpSpPr>
        <p:sp>
          <p:nvSpPr>
            <p:cNvPr id="240" name="Oval 72">
              <a:extLst>
                <a:ext uri="{FF2B5EF4-FFF2-40B4-BE49-F238E27FC236}">
                  <a16:creationId xmlns:a16="http://schemas.microsoft.com/office/drawing/2014/main" id="{4B444E41-EF68-F94F-951A-91633B83D5F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584414" y="1808915"/>
              <a:ext cx="92075" cy="90487"/>
            </a:xfrm>
            <a:prstGeom prst="ellipse">
              <a:avLst/>
            </a:prstGeom>
            <a:solidFill>
              <a:srgbClr val="FF0000"/>
            </a:solidFill>
            <a:ln w="9525">
              <a:solidFill>
                <a:srgbClr val="FF0000"/>
              </a:solidFill>
              <a:round/>
              <a:headEnd/>
              <a:tailEnd/>
            </a:ln>
          </p:spPr>
          <p:txBody>
            <a:bodyPr/>
            <a:lstStyle>
              <a:lvl1pPr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242" name="Line 74">
              <a:extLst>
                <a:ext uri="{FF2B5EF4-FFF2-40B4-BE49-F238E27FC236}">
                  <a16:creationId xmlns:a16="http://schemas.microsoft.com/office/drawing/2014/main" id="{5D48EDA9-2F95-5143-AF32-3BAD44F9D60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158964" y="1588252"/>
              <a:ext cx="369887" cy="252413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51" name="Text Box 43">
              <a:extLst>
                <a:ext uri="{FF2B5EF4-FFF2-40B4-BE49-F238E27FC236}">
                  <a16:creationId xmlns:a16="http://schemas.microsoft.com/office/drawing/2014/main" id="{1C99CDFE-9298-BC49-916B-D28FBB57638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818031" y="1175178"/>
              <a:ext cx="2132013" cy="3667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original data: </a:t>
              </a:r>
              <a:r>
                <a:rPr kumimoji="0" lang="en-US" altLang="en-US" sz="2400" b="0" i="0" u="none" strike="noStrike" kern="1200" cap="none" spc="0" normalizeH="0" baseline="0" noProof="0" dirty="0" err="1">
                  <a:ln>
                    <a:noFill/>
                  </a:ln>
                  <a:solidFill>
                    <a:srgbClr val="CC0000"/>
                  </a:solidFill>
                  <a:effectLst/>
                  <a:uLnTx/>
                  <a:uFillTx/>
                  <a:latin typeface="Symbol" pitchFamily="2" charset="2"/>
                  <a:ea typeface="ＭＳ Ｐゴシック" panose="020B0600070205080204" pitchFamily="34" charset="-128"/>
                  <a:cs typeface="+mn-cs"/>
                </a:rPr>
                <a:t>l</a:t>
              </a:r>
              <a:r>
                <a:rPr kumimoji="0" lang="en-US" altLang="en-US" sz="2400" b="0" i="0" u="none" strike="noStrike" kern="1200" cap="none" spc="0" normalizeH="0" baseline="-25000" noProof="0" dirty="0" err="1">
                  <a:ln>
                    <a:noFill/>
                  </a:ln>
                  <a:solidFill>
                    <a:srgbClr val="CC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in</a:t>
              </a:r>
              <a:r>
                <a:rPr kumimoji="0" lang="en-US" altLang="en-US" sz="16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CC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 </a:t>
              </a:r>
              <a:endParaRPr kumimoji="0" lang="en-US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</p:grpSp>
      <p:sp>
        <p:nvSpPr>
          <p:cNvPr id="174" name="Line 57">
            <a:extLst>
              <a:ext uri="{FF2B5EF4-FFF2-40B4-BE49-F238E27FC236}">
                <a16:creationId xmlns:a16="http://schemas.microsoft.com/office/drawing/2014/main" id="{198CECD8-AC19-4441-B07E-D812C1E4B022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8546879" y="3636250"/>
            <a:ext cx="822203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175" name="Line 57">
            <a:extLst>
              <a:ext uri="{FF2B5EF4-FFF2-40B4-BE49-F238E27FC236}">
                <a16:creationId xmlns:a16="http://schemas.microsoft.com/office/drawing/2014/main" id="{E3F52AFD-CA05-E145-A13D-BB73559D50E0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6793108" y="2768743"/>
            <a:ext cx="439738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176" name="Line 57">
            <a:extLst>
              <a:ext uri="{FF2B5EF4-FFF2-40B4-BE49-F238E27FC236}">
                <a16:creationId xmlns:a16="http://schemas.microsoft.com/office/drawing/2014/main" id="{1C06B2BF-A77D-004B-A9F1-4A7417598B7E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5871674" y="3638595"/>
            <a:ext cx="439738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48CA410-A84F-B34C-BD63-41722EE5FAA8}"/>
              </a:ext>
            </a:extLst>
          </p:cNvPr>
          <p:cNvSpPr txBox="1"/>
          <p:nvPr/>
        </p:nvSpPr>
        <p:spPr>
          <a:xfrm>
            <a:off x="8597524" y="2808849"/>
            <a:ext cx="35137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R</a:t>
            </a:r>
          </a:p>
        </p:txBody>
      </p:sp>
      <p:sp>
        <p:nvSpPr>
          <p:cNvPr id="188" name="Rectangle 15">
            <a:extLst>
              <a:ext uri="{FF2B5EF4-FFF2-40B4-BE49-F238E27FC236}">
                <a16:creationId xmlns:a16="http://schemas.microsoft.com/office/drawing/2014/main" id="{623041CF-890D-E145-9016-1967AAC98E0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79177" y="2686311"/>
            <a:ext cx="3792183" cy="4108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284163" indent="-284163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Pct val="100000"/>
              <a:buFont typeface="Wingdings" pitchFamily="2" charset="2"/>
              <a:buChar char="§"/>
              <a:defRPr sz="2800">
                <a:solidFill>
                  <a:schemeClr val="tx1"/>
                </a:solidFill>
                <a:latin typeface="+mn-lt"/>
                <a:ea typeface="ＭＳ Ｐゴシック" charset="0"/>
                <a:cs typeface="ＭＳ Ｐゴシック" charset="0"/>
              </a:defRPr>
            </a:lvl1pPr>
            <a:lvl2pPr marL="687388" indent="-230188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+mn-lt"/>
                <a:ea typeface="ＭＳ Ｐゴシック" charset="0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  <a:ea typeface="ＭＳ Ｐゴシック" charset="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1800">
                <a:solidFill>
                  <a:schemeClr val="tx1"/>
                </a:solidFill>
                <a:latin typeface="Times New Roman" pitchFamily="-109" charset="0"/>
                <a:ea typeface="ＭＳ Ｐゴシック" charset="0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Times New Roman" pitchFamily="-109" charset="0"/>
                <a:ea typeface="ＭＳ Ｐゴシック" charset="0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Times New Roman" pitchFamily="-109" charset="0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Times New Roman" pitchFamily="-109" charset="0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Times New Roman" pitchFamily="-109" charset="0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Times New Roman" pitchFamily="-109" charset="0"/>
              </a:defRPr>
            </a:lvl9pPr>
          </a:lstStyle>
          <a:p>
            <a:pPr marL="223838" marR="0" lvl="0" indent="-223838" algn="l" defTabSz="914400" rtl="0" eaLnBrk="0" fontAlgn="base" latinLnBrk="0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Pct val="100000"/>
              <a:buFont typeface="Wingdings" charset="2"/>
              <a:buChar char="§"/>
              <a:tabLst/>
              <a:defRPr/>
            </a:pP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ＭＳ Ｐゴシック" charset="0"/>
                <a:cs typeface="Calibri" panose="020F0502020204030204" pitchFamily="34" charset="0"/>
              </a:rPr>
              <a:t>two flows</a:t>
            </a:r>
          </a:p>
        </p:txBody>
      </p:sp>
      <p:sp>
        <p:nvSpPr>
          <p:cNvPr id="189" name="Rectangle 15">
            <a:extLst>
              <a:ext uri="{FF2B5EF4-FFF2-40B4-BE49-F238E27FC236}">
                <a16:creationId xmlns:a16="http://schemas.microsoft.com/office/drawing/2014/main" id="{FF1255B8-CBCE-BA42-8BB2-AD361E914F8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73366" y="1908019"/>
            <a:ext cx="4138268" cy="80568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284163" indent="-284163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Pct val="100000"/>
              <a:buFont typeface="Wingdings" pitchFamily="2" charset="2"/>
              <a:buChar char="§"/>
              <a:defRPr sz="2800">
                <a:solidFill>
                  <a:schemeClr val="tx1"/>
                </a:solidFill>
                <a:latin typeface="+mn-lt"/>
                <a:ea typeface="ＭＳ Ｐゴシック" charset="0"/>
                <a:cs typeface="ＭＳ Ｐゴシック" charset="0"/>
              </a:defRPr>
            </a:lvl1pPr>
            <a:lvl2pPr marL="687388" indent="-230188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+mn-lt"/>
                <a:ea typeface="ＭＳ Ｐゴシック" charset="0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  <a:ea typeface="ＭＳ Ｐゴシック" charset="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1800">
                <a:solidFill>
                  <a:schemeClr val="tx1"/>
                </a:solidFill>
                <a:latin typeface="Times New Roman" pitchFamily="-109" charset="0"/>
                <a:ea typeface="ＭＳ Ｐゴシック" charset="0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Times New Roman" pitchFamily="-109" charset="0"/>
                <a:ea typeface="ＭＳ Ｐゴシック" charset="0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Times New Roman" pitchFamily="-109" charset="0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Times New Roman" pitchFamily="-109" charset="0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Times New Roman" pitchFamily="-109" charset="0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Times New Roman" pitchFamily="-109" charset="0"/>
              </a:defRPr>
            </a:lvl9pPr>
          </a:lstStyle>
          <a:p>
            <a:pPr marL="223838" marR="0" lvl="0" indent="-223838" algn="l" defTabSz="914400" rtl="0" eaLnBrk="0" fontAlgn="base" latinLnBrk="0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Pct val="100000"/>
              <a:buFont typeface="Wingdings" charset="2"/>
              <a:buChar char="§"/>
              <a:tabLst/>
              <a:defRPr/>
            </a:pP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ＭＳ Ｐゴシック" charset="0"/>
                <a:cs typeface="Calibri" panose="020F0502020204030204" pitchFamily="34" charset="0"/>
              </a:rPr>
              <a:t>one router, infinite buffers </a:t>
            </a:r>
          </a:p>
          <a:p>
            <a:pPr marL="223838" marR="0" lvl="0" indent="-223838" algn="l" defTabSz="914400" rtl="0" eaLnBrk="0" fontAlgn="base" latinLnBrk="0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Pct val="100000"/>
              <a:buFont typeface="Wingdings" charset="2"/>
              <a:buChar char="§"/>
              <a:tabLst/>
              <a:defRPr/>
            </a:pP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ＭＳ Ｐゴシック" charset="0"/>
                <a:cs typeface="Calibri" panose="020F0502020204030204" pitchFamily="34" charset="0"/>
              </a:rPr>
              <a:t>i</a:t>
            </a:r>
            <a:r>
              <a:rPr kumimoji="0" lang="en-US" sz="24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ＭＳ Ｐゴシック" charset="0"/>
                <a:cs typeface="Calibri" panose="020F0502020204030204" pitchFamily="34" charset="0"/>
              </a:rPr>
              <a:t>nput</a:t>
            </a: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ＭＳ Ｐゴシック" charset="0"/>
                <a:cs typeface="Calibri" panose="020F0502020204030204" pitchFamily="34" charset="0"/>
              </a:rPr>
              <a:t>, output link capacity: R</a:t>
            </a:r>
          </a:p>
          <a:p>
            <a:pPr marL="0" marR="0" lvl="0" indent="0" algn="l" defTabSz="914400" rtl="0" eaLnBrk="0" fontAlgn="base" latinLnBrk="0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Pct val="100000"/>
              <a:buFont typeface="Wingdings" pitchFamily="2" charset="2"/>
              <a:buNone/>
              <a:tabLst/>
              <a:defRPr/>
            </a:pPr>
            <a:endParaRPr kumimoji="0" lang="en-US" sz="2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Gill Sans MT"/>
              <a:ea typeface="ＭＳ Ｐゴシック" charset="0"/>
              <a:cs typeface="+mn-cs"/>
            </a:endParaRPr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9F0A3C67-BB73-4845-B5BC-A5FA51964D18}"/>
              </a:ext>
            </a:extLst>
          </p:cNvPr>
          <p:cNvGrpSpPr/>
          <p:nvPr/>
        </p:nvGrpSpPr>
        <p:grpSpPr>
          <a:xfrm>
            <a:off x="7530790" y="2226427"/>
            <a:ext cx="1563461" cy="1084649"/>
            <a:chOff x="7530790" y="2226427"/>
            <a:chExt cx="1563461" cy="1084649"/>
          </a:xfrm>
        </p:grpSpPr>
        <p:sp>
          <p:nvSpPr>
            <p:cNvPr id="202" name="Text Box 32">
              <a:extLst>
                <a:ext uri="{FF2B5EF4-FFF2-40B4-BE49-F238E27FC236}">
                  <a16:creationId xmlns:a16="http://schemas.microsoft.com/office/drawing/2014/main" id="{67E5732D-E6EC-D241-A9B3-13D2E2E58D9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670264" y="2226427"/>
              <a:ext cx="1423987" cy="395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400" b="1" i="1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infinite</a:t>
              </a:r>
              <a:r>
                <a:rPr kumimoji="0" lang="en-US" alt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 shared output link buffers</a:t>
              </a:r>
            </a:p>
          </p:txBody>
        </p:sp>
        <p:sp>
          <p:nvSpPr>
            <p:cNvPr id="245" name="Line 77">
              <a:extLst>
                <a:ext uri="{FF2B5EF4-FFF2-40B4-BE49-F238E27FC236}">
                  <a16:creationId xmlns:a16="http://schemas.microsoft.com/office/drawing/2014/main" id="{CCE11A70-D909-BE48-AB8A-1428CFD4C558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8308075" y="2647114"/>
              <a:ext cx="238488" cy="375865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grpSp>
          <p:nvGrpSpPr>
            <p:cNvPr id="12" name="Group 11">
              <a:extLst>
                <a:ext uri="{FF2B5EF4-FFF2-40B4-BE49-F238E27FC236}">
                  <a16:creationId xmlns:a16="http://schemas.microsoft.com/office/drawing/2014/main" id="{887BD2B8-6069-9D4C-8D8B-41A687B641F2}"/>
                </a:ext>
              </a:extLst>
            </p:cNvPr>
            <p:cNvGrpSpPr/>
            <p:nvPr/>
          </p:nvGrpSpPr>
          <p:grpSpPr>
            <a:xfrm>
              <a:off x="7530790" y="3050726"/>
              <a:ext cx="899401" cy="260350"/>
              <a:chOff x="10436222" y="4555062"/>
              <a:chExt cx="899401" cy="260350"/>
            </a:xfrm>
          </p:grpSpPr>
          <p:sp>
            <p:nvSpPr>
              <p:cNvPr id="384" name="Rectangle 383">
                <a:extLst>
                  <a:ext uri="{FF2B5EF4-FFF2-40B4-BE49-F238E27FC236}">
                    <a16:creationId xmlns:a16="http://schemas.microsoft.com/office/drawing/2014/main" id="{F30537BA-9247-BC42-BBD7-831810DD3EB0}"/>
                  </a:ext>
                </a:extLst>
              </p:cNvPr>
              <p:cNvSpPr/>
              <p:nvPr/>
            </p:nvSpPr>
            <p:spPr>
              <a:xfrm>
                <a:off x="10442522" y="4559486"/>
                <a:ext cx="891015" cy="254197"/>
              </a:xfrm>
              <a:prstGeom prst="rect">
                <a:avLst/>
              </a:prstGeom>
              <a:gradFill>
                <a:gsLst>
                  <a:gs pos="0">
                    <a:schemeClr val="bg2">
                      <a:lumMod val="50000"/>
                    </a:schemeClr>
                  </a:gs>
                  <a:gs pos="100000">
                    <a:schemeClr val="bg1">
                      <a:lumMod val="85000"/>
                    </a:schemeClr>
                  </a:gs>
                </a:gsLst>
                <a:lin ang="10800000" scaled="0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grpSp>
            <p:nvGrpSpPr>
              <p:cNvPr id="385" name="Group 384">
                <a:extLst>
                  <a:ext uri="{FF2B5EF4-FFF2-40B4-BE49-F238E27FC236}">
                    <a16:creationId xmlns:a16="http://schemas.microsoft.com/office/drawing/2014/main" id="{2CC59C21-286F-834A-ABEB-23215F83C500}"/>
                  </a:ext>
                </a:extLst>
              </p:cNvPr>
              <p:cNvGrpSpPr/>
              <p:nvPr/>
            </p:nvGrpSpPr>
            <p:grpSpPr>
              <a:xfrm>
                <a:off x="10436222" y="4555062"/>
                <a:ext cx="899401" cy="260350"/>
                <a:chOff x="7488023" y="3444875"/>
                <a:chExt cx="947952" cy="260350"/>
              </a:xfrm>
            </p:grpSpPr>
            <p:grpSp>
              <p:nvGrpSpPr>
                <p:cNvPr id="386" name="Group 385">
                  <a:extLst>
                    <a:ext uri="{FF2B5EF4-FFF2-40B4-BE49-F238E27FC236}">
                      <a16:creationId xmlns:a16="http://schemas.microsoft.com/office/drawing/2014/main" id="{36049D02-069F-6C48-8DC5-99C6838DD8A5}"/>
                    </a:ext>
                  </a:extLst>
                </p:cNvPr>
                <p:cNvGrpSpPr/>
                <p:nvPr/>
              </p:nvGrpSpPr>
              <p:grpSpPr>
                <a:xfrm>
                  <a:off x="8025557" y="3487646"/>
                  <a:ext cx="327298" cy="173730"/>
                  <a:chOff x="8094529" y="3437940"/>
                  <a:chExt cx="307888" cy="155752"/>
                </a:xfrm>
              </p:grpSpPr>
              <p:cxnSp>
                <p:nvCxnSpPr>
                  <p:cNvPr id="395" name="Straight Connector 394">
                    <a:extLst>
                      <a:ext uri="{FF2B5EF4-FFF2-40B4-BE49-F238E27FC236}">
                        <a16:creationId xmlns:a16="http://schemas.microsoft.com/office/drawing/2014/main" id="{FF172DB4-2A00-6A46-8A16-C30786F979FB}"/>
                      </a:ext>
                    </a:extLst>
                  </p:cNvPr>
                  <p:cNvCxnSpPr/>
                  <p:nvPr/>
                </p:nvCxnSpPr>
                <p:spPr>
                  <a:xfrm flipV="1">
                    <a:off x="8402417" y="3437940"/>
                    <a:ext cx="0" cy="155752"/>
                  </a:xfrm>
                  <a:prstGeom prst="line">
                    <a:avLst/>
                  </a:prstGeom>
                  <a:ln w="12700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396" name="Straight Connector 395">
                    <a:extLst>
                      <a:ext uri="{FF2B5EF4-FFF2-40B4-BE49-F238E27FC236}">
                        <a16:creationId xmlns:a16="http://schemas.microsoft.com/office/drawing/2014/main" id="{99BF623C-66BC-3245-B197-115199D1F5B3}"/>
                      </a:ext>
                    </a:extLst>
                  </p:cNvPr>
                  <p:cNvCxnSpPr/>
                  <p:nvPr/>
                </p:nvCxnSpPr>
                <p:spPr>
                  <a:xfrm flipV="1">
                    <a:off x="8351102" y="3437940"/>
                    <a:ext cx="0" cy="155752"/>
                  </a:xfrm>
                  <a:prstGeom prst="line">
                    <a:avLst/>
                  </a:prstGeom>
                  <a:ln w="12700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397" name="Straight Connector 396">
                    <a:extLst>
                      <a:ext uri="{FF2B5EF4-FFF2-40B4-BE49-F238E27FC236}">
                        <a16:creationId xmlns:a16="http://schemas.microsoft.com/office/drawing/2014/main" id="{B4CE1C9F-BB23-484E-BA7E-95900D23BB44}"/>
                      </a:ext>
                    </a:extLst>
                  </p:cNvPr>
                  <p:cNvCxnSpPr/>
                  <p:nvPr/>
                </p:nvCxnSpPr>
                <p:spPr>
                  <a:xfrm flipV="1">
                    <a:off x="8299787" y="3437940"/>
                    <a:ext cx="0" cy="155752"/>
                  </a:xfrm>
                  <a:prstGeom prst="line">
                    <a:avLst/>
                  </a:prstGeom>
                  <a:ln w="12700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398" name="Straight Connector 397">
                    <a:extLst>
                      <a:ext uri="{FF2B5EF4-FFF2-40B4-BE49-F238E27FC236}">
                        <a16:creationId xmlns:a16="http://schemas.microsoft.com/office/drawing/2014/main" id="{1B65F295-34D5-B848-A55B-C87742C69F9B}"/>
                      </a:ext>
                    </a:extLst>
                  </p:cNvPr>
                  <p:cNvCxnSpPr/>
                  <p:nvPr/>
                </p:nvCxnSpPr>
                <p:spPr>
                  <a:xfrm flipV="1">
                    <a:off x="8248473" y="3437940"/>
                    <a:ext cx="0" cy="155752"/>
                  </a:xfrm>
                  <a:prstGeom prst="line">
                    <a:avLst/>
                  </a:prstGeom>
                  <a:ln w="12700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399" name="Straight Connector 398">
                    <a:extLst>
                      <a:ext uri="{FF2B5EF4-FFF2-40B4-BE49-F238E27FC236}">
                        <a16:creationId xmlns:a16="http://schemas.microsoft.com/office/drawing/2014/main" id="{E821A5FD-1839-F841-8915-6982EB740723}"/>
                      </a:ext>
                    </a:extLst>
                  </p:cNvPr>
                  <p:cNvCxnSpPr/>
                  <p:nvPr/>
                </p:nvCxnSpPr>
                <p:spPr>
                  <a:xfrm flipV="1">
                    <a:off x="8197158" y="3437940"/>
                    <a:ext cx="0" cy="155752"/>
                  </a:xfrm>
                  <a:prstGeom prst="line">
                    <a:avLst/>
                  </a:prstGeom>
                  <a:ln w="12700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400" name="Straight Connector 399">
                    <a:extLst>
                      <a:ext uri="{FF2B5EF4-FFF2-40B4-BE49-F238E27FC236}">
                        <a16:creationId xmlns:a16="http://schemas.microsoft.com/office/drawing/2014/main" id="{133501AC-7C40-F74E-8B51-CD3FBFBAA6D2}"/>
                      </a:ext>
                    </a:extLst>
                  </p:cNvPr>
                  <p:cNvCxnSpPr/>
                  <p:nvPr/>
                </p:nvCxnSpPr>
                <p:spPr>
                  <a:xfrm flipV="1">
                    <a:off x="8145843" y="3437940"/>
                    <a:ext cx="0" cy="155752"/>
                  </a:xfrm>
                  <a:prstGeom prst="line">
                    <a:avLst/>
                  </a:prstGeom>
                  <a:ln w="12700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401" name="Straight Connector 400">
                    <a:extLst>
                      <a:ext uri="{FF2B5EF4-FFF2-40B4-BE49-F238E27FC236}">
                        <a16:creationId xmlns:a16="http://schemas.microsoft.com/office/drawing/2014/main" id="{37CD78F7-3453-B544-9B8F-FEE9954DB3B9}"/>
                      </a:ext>
                    </a:extLst>
                  </p:cNvPr>
                  <p:cNvCxnSpPr/>
                  <p:nvPr/>
                </p:nvCxnSpPr>
                <p:spPr>
                  <a:xfrm flipV="1">
                    <a:off x="8094529" y="3437940"/>
                    <a:ext cx="0" cy="155752"/>
                  </a:xfrm>
                  <a:prstGeom prst="line">
                    <a:avLst/>
                  </a:prstGeom>
                  <a:ln w="12700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grpSp>
              <p:nvGrpSpPr>
                <p:cNvPr id="387" name="Group 386">
                  <a:extLst>
                    <a:ext uri="{FF2B5EF4-FFF2-40B4-BE49-F238E27FC236}">
                      <a16:creationId xmlns:a16="http://schemas.microsoft.com/office/drawing/2014/main" id="{7B8129D5-9ED3-CA4A-A4D7-8B3E8421EE81}"/>
                    </a:ext>
                  </a:extLst>
                </p:cNvPr>
                <p:cNvGrpSpPr/>
                <p:nvPr/>
              </p:nvGrpSpPr>
              <p:grpSpPr>
                <a:xfrm>
                  <a:off x="7488023" y="3444875"/>
                  <a:ext cx="947952" cy="260350"/>
                  <a:chOff x="8103973" y="3803650"/>
                  <a:chExt cx="947952" cy="260350"/>
                </a:xfrm>
              </p:grpSpPr>
              <p:cxnSp>
                <p:nvCxnSpPr>
                  <p:cNvPr id="392" name="Straight Connector 391">
                    <a:extLst>
                      <a:ext uri="{FF2B5EF4-FFF2-40B4-BE49-F238E27FC236}">
                        <a16:creationId xmlns:a16="http://schemas.microsoft.com/office/drawing/2014/main" id="{872F3490-7E4D-8444-A669-531B26BEEF04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8110664" y="3810000"/>
                    <a:ext cx="941261" cy="0"/>
                  </a:xfrm>
                  <a:prstGeom prst="line">
                    <a:avLst/>
                  </a:prstGeom>
                  <a:ln w="19050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393" name="Straight Connector 392">
                    <a:extLst>
                      <a:ext uri="{FF2B5EF4-FFF2-40B4-BE49-F238E27FC236}">
                        <a16:creationId xmlns:a16="http://schemas.microsoft.com/office/drawing/2014/main" id="{9174BCA4-2936-E040-BF15-8E2726830EA9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8103973" y="4060825"/>
                    <a:ext cx="947952" cy="0"/>
                  </a:xfrm>
                  <a:prstGeom prst="line">
                    <a:avLst/>
                  </a:prstGeom>
                  <a:ln w="19050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394" name="Straight Connector 393">
                    <a:extLst>
                      <a:ext uri="{FF2B5EF4-FFF2-40B4-BE49-F238E27FC236}">
                        <a16:creationId xmlns:a16="http://schemas.microsoft.com/office/drawing/2014/main" id="{F9385773-39F4-2545-BD87-40FD8C9F9C6F}"/>
                      </a:ext>
                    </a:extLst>
                  </p:cNvPr>
                  <p:cNvCxnSpPr/>
                  <p:nvPr/>
                </p:nvCxnSpPr>
                <p:spPr>
                  <a:xfrm>
                    <a:off x="9048750" y="3803650"/>
                    <a:ext cx="0" cy="260350"/>
                  </a:xfrm>
                  <a:prstGeom prst="line">
                    <a:avLst/>
                  </a:prstGeom>
                  <a:ln w="19050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sp>
              <p:nvSpPr>
                <p:cNvPr id="388" name="Oval 387">
                  <a:extLst>
                    <a:ext uri="{FF2B5EF4-FFF2-40B4-BE49-F238E27FC236}">
                      <a16:creationId xmlns:a16="http://schemas.microsoft.com/office/drawing/2014/main" id="{688F0B57-026F-5344-8D43-0487FF117BFF}"/>
                    </a:ext>
                  </a:extLst>
                </p:cNvPr>
                <p:cNvSpPr/>
                <p:nvPr/>
              </p:nvSpPr>
              <p:spPr>
                <a:xfrm>
                  <a:off x="7924800" y="3546475"/>
                  <a:ext cx="57150" cy="57150"/>
                </a:xfrm>
                <a:prstGeom prst="ellipse">
                  <a:avLst/>
                </a:prstGeom>
                <a:solidFill>
                  <a:schemeClr val="bg1">
                    <a:lumMod val="5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  <p:sp>
              <p:nvSpPr>
                <p:cNvPr id="389" name="Oval 388">
                  <a:extLst>
                    <a:ext uri="{FF2B5EF4-FFF2-40B4-BE49-F238E27FC236}">
                      <a16:creationId xmlns:a16="http://schemas.microsoft.com/office/drawing/2014/main" id="{8E4A8AF8-2EE5-E84B-833D-8A787630D598}"/>
                    </a:ext>
                  </a:extLst>
                </p:cNvPr>
                <p:cNvSpPr/>
                <p:nvPr/>
              </p:nvSpPr>
              <p:spPr>
                <a:xfrm>
                  <a:off x="7842250" y="3546475"/>
                  <a:ext cx="57150" cy="57150"/>
                </a:xfrm>
                <a:prstGeom prst="ellipse">
                  <a:avLst/>
                </a:prstGeom>
                <a:solidFill>
                  <a:schemeClr val="bg1">
                    <a:lumMod val="6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  <p:sp>
              <p:nvSpPr>
                <p:cNvPr id="390" name="Oval 389">
                  <a:extLst>
                    <a:ext uri="{FF2B5EF4-FFF2-40B4-BE49-F238E27FC236}">
                      <a16:creationId xmlns:a16="http://schemas.microsoft.com/office/drawing/2014/main" id="{402477F2-C87F-B441-AD74-F56E96984F63}"/>
                    </a:ext>
                  </a:extLst>
                </p:cNvPr>
                <p:cNvSpPr/>
                <p:nvPr/>
              </p:nvSpPr>
              <p:spPr>
                <a:xfrm>
                  <a:off x="7759700" y="3546475"/>
                  <a:ext cx="57150" cy="57150"/>
                </a:xfrm>
                <a:prstGeom prst="ellipse">
                  <a:avLst/>
                </a:prstGeom>
                <a:solidFill>
                  <a:schemeClr val="bg1">
                    <a:lumMod val="7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  <p:sp>
              <p:nvSpPr>
                <p:cNvPr id="391" name="Oval 390">
                  <a:extLst>
                    <a:ext uri="{FF2B5EF4-FFF2-40B4-BE49-F238E27FC236}">
                      <a16:creationId xmlns:a16="http://schemas.microsoft.com/office/drawing/2014/main" id="{F86B5FF7-41EE-5F45-8AAE-5330D16205CB}"/>
                    </a:ext>
                  </a:extLst>
                </p:cNvPr>
                <p:cNvSpPr/>
                <p:nvPr/>
              </p:nvSpPr>
              <p:spPr>
                <a:xfrm>
                  <a:off x="7677150" y="3546475"/>
                  <a:ext cx="57150" cy="57150"/>
                </a:xfrm>
                <a:prstGeom prst="ellipse">
                  <a:avLst/>
                </a:prstGeom>
                <a:solidFill>
                  <a:schemeClr val="bg1">
                    <a:lumMod val="8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</p:grpSp>
        </p:grpSp>
      </p:grpSp>
      <p:sp>
        <p:nvSpPr>
          <p:cNvPr id="259" name="Freeform 91">
            <a:extLst>
              <a:ext uri="{FF2B5EF4-FFF2-40B4-BE49-F238E27FC236}">
                <a16:creationId xmlns:a16="http://schemas.microsoft.com/office/drawing/2014/main" id="{DCEE1836-E089-0E43-AA83-3C4D23A24812}"/>
              </a:ext>
            </a:extLst>
          </p:cNvPr>
          <p:cNvSpPr>
            <a:spLocks/>
          </p:cNvSpPr>
          <p:nvPr/>
        </p:nvSpPr>
        <p:spPr bwMode="auto">
          <a:xfrm>
            <a:off x="6632039" y="1856540"/>
            <a:ext cx="3429000" cy="1276350"/>
          </a:xfrm>
          <a:custGeom>
            <a:avLst/>
            <a:gdLst>
              <a:gd name="T0" fmla="*/ 0 w 2160"/>
              <a:gd name="T1" fmla="*/ 0 h 804"/>
              <a:gd name="T2" fmla="*/ 0 w 2160"/>
              <a:gd name="T3" fmla="*/ 2147483647 h 804"/>
              <a:gd name="T4" fmla="*/ 2147483647 w 2160"/>
              <a:gd name="T5" fmla="*/ 2147483647 h 804"/>
              <a:gd name="T6" fmla="*/ 2147483647 w 2160"/>
              <a:gd name="T7" fmla="*/ 2147483647 h 804"/>
              <a:gd name="T8" fmla="*/ 2147483647 w 2160"/>
              <a:gd name="T9" fmla="*/ 2147483647 h 804"/>
              <a:gd name="T10" fmla="*/ 2147483647 w 2160"/>
              <a:gd name="T11" fmla="*/ 2147483647 h 804"/>
              <a:gd name="T12" fmla="*/ 2147483647 w 2160"/>
              <a:gd name="T13" fmla="*/ 2147483647 h 804"/>
              <a:gd name="T14" fmla="*/ 2147483647 w 2160"/>
              <a:gd name="T15" fmla="*/ 2147483647 h 804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</a:gdLst>
            <a:ahLst/>
            <a:cxnLst>
              <a:cxn ang="T16">
                <a:pos x="T0" y="T1"/>
              </a:cxn>
              <a:cxn ang="T17">
                <a:pos x="T2" y="T3"/>
              </a:cxn>
              <a:cxn ang="T18">
                <a:pos x="T4" y="T5"/>
              </a:cxn>
              <a:cxn ang="T19">
                <a:pos x="T6" y="T7"/>
              </a:cxn>
              <a:cxn ang="T20">
                <a:pos x="T8" y="T9"/>
              </a:cxn>
              <a:cxn ang="T21">
                <a:pos x="T10" y="T11"/>
              </a:cxn>
              <a:cxn ang="T22">
                <a:pos x="T12" y="T13"/>
              </a:cxn>
              <a:cxn ang="T23">
                <a:pos x="T14" y="T15"/>
              </a:cxn>
            </a:cxnLst>
            <a:rect l="0" t="0" r="r" b="b"/>
            <a:pathLst>
              <a:path w="2160" h="804">
                <a:moveTo>
                  <a:pt x="0" y="0"/>
                </a:moveTo>
                <a:lnTo>
                  <a:pt x="0" y="594"/>
                </a:lnTo>
                <a:lnTo>
                  <a:pt x="402" y="600"/>
                </a:lnTo>
                <a:lnTo>
                  <a:pt x="216" y="804"/>
                </a:lnTo>
                <a:lnTo>
                  <a:pt x="1446" y="804"/>
                </a:lnTo>
                <a:lnTo>
                  <a:pt x="1770" y="524"/>
                </a:lnTo>
                <a:lnTo>
                  <a:pt x="2160" y="516"/>
                </a:lnTo>
                <a:lnTo>
                  <a:pt x="2160" y="48"/>
                </a:lnTo>
              </a:path>
            </a:pathLst>
          </a:custGeom>
          <a:noFill/>
          <a:ln w="38100" cmpd="sng">
            <a:solidFill>
              <a:srgbClr val="FF0000"/>
            </a:solidFill>
            <a:round/>
            <a:headEnd type="non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07632497-C7A3-5D43-A16B-0B4F26B7ADF5}"/>
              </a:ext>
            </a:extLst>
          </p:cNvPr>
          <p:cNvGrpSpPr/>
          <p:nvPr/>
        </p:nvGrpSpPr>
        <p:grpSpPr>
          <a:xfrm>
            <a:off x="5641439" y="2685215"/>
            <a:ext cx="4000500" cy="1028700"/>
            <a:chOff x="5641439" y="2685215"/>
            <a:chExt cx="4000500" cy="1028700"/>
          </a:xfrm>
        </p:grpSpPr>
        <p:sp>
          <p:nvSpPr>
            <p:cNvPr id="241" name="Oval 73">
              <a:extLst>
                <a:ext uri="{FF2B5EF4-FFF2-40B4-BE49-F238E27FC236}">
                  <a16:creationId xmlns:a16="http://schemas.microsoft.com/office/drawing/2014/main" id="{ED516131-17AE-C440-B198-2569A5BF225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641439" y="2685215"/>
              <a:ext cx="92075" cy="90487"/>
            </a:xfrm>
            <a:prstGeom prst="ellipse">
              <a:avLst/>
            </a:prstGeom>
            <a:solidFill>
              <a:srgbClr val="0013A3"/>
            </a:solidFill>
            <a:ln w="9525">
              <a:solidFill>
                <a:srgbClr val="0013A3"/>
              </a:solidFill>
              <a:round/>
              <a:headEnd/>
              <a:tailEnd/>
            </a:ln>
          </p:spPr>
          <p:txBody>
            <a:bodyPr/>
            <a:lstStyle>
              <a:lvl1pPr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258" name="Freeform 90">
              <a:extLst>
                <a:ext uri="{FF2B5EF4-FFF2-40B4-BE49-F238E27FC236}">
                  <a16:creationId xmlns:a16="http://schemas.microsoft.com/office/drawing/2014/main" id="{3B8EFAC6-AD78-9046-A67E-7BBA82E667EB}"/>
                </a:ext>
              </a:extLst>
            </p:cNvPr>
            <p:cNvSpPr>
              <a:spLocks/>
            </p:cNvSpPr>
            <p:nvPr/>
          </p:nvSpPr>
          <p:spPr bwMode="auto">
            <a:xfrm>
              <a:off x="5689064" y="2761415"/>
              <a:ext cx="3952875" cy="952500"/>
            </a:xfrm>
            <a:custGeom>
              <a:avLst/>
              <a:gdLst>
                <a:gd name="T0" fmla="*/ 0 w 6225"/>
                <a:gd name="T1" fmla="*/ 0 h 1501"/>
                <a:gd name="T2" fmla="*/ 0 w 6225"/>
                <a:gd name="T3" fmla="*/ 2147483647 h 1501"/>
                <a:gd name="T4" fmla="*/ 2147483647 w 6225"/>
                <a:gd name="T5" fmla="*/ 2147483647 h 1501"/>
                <a:gd name="T6" fmla="*/ 2147483647 w 6225"/>
                <a:gd name="T7" fmla="*/ 2147483647 h 1501"/>
                <a:gd name="T8" fmla="*/ 2147483647 w 6225"/>
                <a:gd name="T9" fmla="*/ 2147483647 h 1501"/>
                <a:gd name="T10" fmla="*/ 2147483647 w 6225"/>
                <a:gd name="T11" fmla="*/ 2147483647 h 1501"/>
                <a:gd name="T12" fmla="*/ 2147483647 w 6225"/>
                <a:gd name="T13" fmla="*/ 2147483647 h 1501"/>
                <a:gd name="T14" fmla="*/ 2147483647 w 6225"/>
                <a:gd name="T15" fmla="*/ 2147483647 h 1501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6225" h="1501">
                  <a:moveTo>
                    <a:pt x="0" y="0"/>
                  </a:moveTo>
                  <a:lnTo>
                    <a:pt x="0" y="1486"/>
                  </a:lnTo>
                  <a:lnTo>
                    <a:pt x="1005" y="1501"/>
                  </a:lnTo>
                  <a:lnTo>
                    <a:pt x="1860" y="706"/>
                  </a:lnTo>
                  <a:lnTo>
                    <a:pt x="5085" y="721"/>
                  </a:lnTo>
                  <a:lnTo>
                    <a:pt x="4305" y="1456"/>
                  </a:lnTo>
                  <a:lnTo>
                    <a:pt x="6225" y="1456"/>
                  </a:lnTo>
                  <a:lnTo>
                    <a:pt x="6220" y="391"/>
                  </a:lnTo>
                </a:path>
              </a:pathLst>
            </a:custGeom>
            <a:noFill/>
            <a:ln w="38100" cmpd="sng">
              <a:solidFill>
                <a:srgbClr val="0013A3"/>
              </a:solidFill>
              <a:round/>
              <a:headEnd type="non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</p:grpSp>
      <p:sp>
        <p:nvSpPr>
          <p:cNvPr id="402" name="TextBox 401">
            <a:extLst>
              <a:ext uri="{FF2B5EF4-FFF2-40B4-BE49-F238E27FC236}">
                <a16:creationId xmlns:a16="http://schemas.microsoft.com/office/drawing/2014/main" id="{4CED69A2-36DA-634D-8A3B-DB1A142EB7BC}"/>
              </a:ext>
            </a:extLst>
          </p:cNvPr>
          <p:cNvSpPr txBox="1"/>
          <p:nvPr/>
        </p:nvSpPr>
        <p:spPr>
          <a:xfrm>
            <a:off x="7077879" y="2843683"/>
            <a:ext cx="35137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R</a:t>
            </a:r>
          </a:p>
        </p:txBody>
      </p:sp>
      <p:sp>
        <p:nvSpPr>
          <p:cNvPr id="409" name="Rectangle 15">
            <a:extLst>
              <a:ext uri="{FF2B5EF4-FFF2-40B4-BE49-F238E27FC236}">
                <a16:creationId xmlns:a16="http://schemas.microsoft.com/office/drawing/2014/main" id="{6315C129-DEF5-A84E-932D-A6743A5F425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9346" y="3074685"/>
            <a:ext cx="3792183" cy="42068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284163" indent="-284163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Pct val="100000"/>
              <a:buFont typeface="Wingdings" pitchFamily="2" charset="2"/>
              <a:buChar char="§"/>
              <a:defRPr sz="2800">
                <a:solidFill>
                  <a:schemeClr val="tx1"/>
                </a:solidFill>
                <a:latin typeface="+mn-lt"/>
                <a:ea typeface="ＭＳ Ｐゴシック" charset="0"/>
                <a:cs typeface="ＭＳ Ｐゴシック" charset="0"/>
              </a:defRPr>
            </a:lvl1pPr>
            <a:lvl2pPr marL="687388" indent="-230188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+mn-lt"/>
                <a:ea typeface="ＭＳ Ｐゴシック" charset="0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  <a:ea typeface="ＭＳ Ｐゴシック" charset="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1800">
                <a:solidFill>
                  <a:schemeClr val="tx1"/>
                </a:solidFill>
                <a:latin typeface="Times New Roman" pitchFamily="-109" charset="0"/>
                <a:ea typeface="ＭＳ Ｐゴシック" charset="0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Times New Roman" pitchFamily="-109" charset="0"/>
                <a:ea typeface="ＭＳ Ｐゴシック" charset="0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Times New Roman" pitchFamily="-109" charset="0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Times New Roman" pitchFamily="-109" charset="0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Times New Roman" pitchFamily="-109" charset="0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Times New Roman" pitchFamily="-109" charset="0"/>
              </a:defRPr>
            </a:lvl9pPr>
          </a:lstStyle>
          <a:p>
            <a:pPr marL="223838" marR="0" lvl="0" indent="-223838" algn="l" defTabSz="914400" rtl="0" eaLnBrk="0" fontAlgn="base" latinLnBrk="0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Pct val="100000"/>
              <a:buFont typeface="Wingdings" charset="2"/>
              <a:buChar char="§"/>
              <a:tabLst/>
              <a:defRPr/>
            </a:pP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ＭＳ Ｐゴシック" charset="0"/>
                <a:cs typeface="Calibri" panose="020F0502020204030204" pitchFamily="34" charset="0"/>
              </a:rPr>
              <a:t>no retransmissions needed</a:t>
            </a:r>
          </a:p>
          <a:p>
            <a:pPr marL="284163" marR="0" lvl="0" indent="-284163" algn="l" defTabSz="914400" rtl="0" eaLnBrk="0" fontAlgn="base" latinLnBrk="0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Pct val="100000"/>
              <a:buFont typeface="Wingdings" charset="2"/>
              <a:buChar char="§"/>
              <a:tabLst/>
              <a:defRPr/>
            </a:pPr>
            <a:endParaRPr kumimoji="0" lang="en-US" sz="2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Gill Sans MT"/>
              <a:ea typeface="ＭＳ Ｐゴシック" charset="0"/>
              <a:cs typeface="+mn-cs"/>
            </a:endParaRP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57176CA8-B553-A348-A420-DCCEB21C31F8}"/>
              </a:ext>
            </a:extLst>
          </p:cNvPr>
          <p:cNvGrpSpPr/>
          <p:nvPr/>
        </p:nvGrpSpPr>
        <p:grpSpPr>
          <a:xfrm>
            <a:off x="7949627" y="4325522"/>
            <a:ext cx="1778901" cy="1635125"/>
            <a:chOff x="7949627" y="4325522"/>
            <a:chExt cx="1778901" cy="1635125"/>
          </a:xfrm>
        </p:grpSpPr>
        <p:sp>
          <p:nvSpPr>
            <p:cNvPr id="273" name="Line 109">
              <a:extLst>
                <a:ext uri="{FF2B5EF4-FFF2-40B4-BE49-F238E27FC236}">
                  <a16:creationId xmlns:a16="http://schemas.microsoft.com/office/drawing/2014/main" id="{9583C00B-D534-084D-8157-1CCEC25D6E7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321896" y="4325522"/>
              <a:ext cx="0" cy="1276350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275" name="Line 111">
              <a:extLst>
                <a:ext uri="{FF2B5EF4-FFF2-40B4-BE49-F238E27FC236}">
                  <a16:creationId xmlns:a16="http://schemas.microsoft.com/office/drawing/2014/main" id="{09BE50B8-B938-304E-AA75-9BE0DD3D3F2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9455371" y="4465222"/>
              <a:ext cx="0" cy="110490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276" name="Freeform 112">
              <a:extLst>
                <a:ext uri="{FF2B5EF4-FFF2-40B4-BE49-F238E27FC236}">
                  <a16:creationId xmlns:a16="http://schemas.microsoft.com/office/drawing/2014/main" id="{B4F837A8-9013-9E4D-BE0A-50904AB16A4C}"/>
                </a:ext>
              </a:extLst>
            </p:cNvPr>
            <p:cNvSpPr>
              <a:spLocks/>
            </p:cNvSpPr>
            <p:nvPr/>
          </p:nvSpPr>
          <p:spPr bwMode="auto">
            <a:xfrm>
              <a:off x="8315546" y="4439822"/>
              <a:ext cx="1106488" cy="1152525"/>
            </a:xfrm>
            <a:custGeom>
              <a:avLst/>
              <a:gdLst>
                <a:gd name="T0" fmla="*/ 0 w 723"/>
                <a:gd name="T1" fmla="*/ 905 h 905"/>
                <a:gd name="T2" fmla="*/ 573 w 723"/>
                <a:gd name="T3" fmla="*/ 732 h 905"/>
                <a:gd name="T4" fmla="*/ 680 w 723"/>
                <a:gd name="T5" fmla="*/ 0 h 905"/>
                <a:gd name="T6" fmla="*/ 0 60000 65536"/>
                <a:gd name="T7" fmla="*/ 0 60000 65536"/>
                <a:gd name="T8" fmla="*/ 0 60000 65536"/>
                <a:gd name="connsiteX0" fmla="*/ 0 w 9642"/>
                <a:gd name="connsiteY0" fmla="*/ 8023 h 8023"/>
                <a:gd name="connsiteX1" fmla="*/ 7925 w 9642"/>
                <a:gd name="connsiteY1" fmla="*/ 6111 h 8023"/>
                <a:gd name="connsiteX2" fmla="*/ 9642 w 9642"/>
                <a:gd name="connsiteY2" fmla="*/ 0 h 8023"/>
                <a:gd name="connsiteX0" fmla="*/ 0 w 10000"/>
                <a:gd name="connsiteY0" fmla="*/ 10000 h 10000"/>
                <a:gd name="connsiteX1" fmla="*/ 8219 w 10000"/>
                <a:gd name="connsiteY1" fmla="*/ 7617 h 10000"/>
                <a:gd name="connsiteX2" fmla="*/ 10000 w 10000"/>
                <a:gd name="connsiteY2" fmla="*/ 0 h 10000"/>
                <a:gd name="connsiteX0" fmla="*/ 0 w 10000"/>
                <a:gd name="connsiteY0" fmla="*/ 10000 h 10000"/>
                <a:gd name="connsiteX1" fmla="*/ 8219 w 10000"/>
                <a:gd name="connsiteY1" fmla="*/ 7617 h 10000"/>
                <a:gd name="connsiteX2" fmla="*/ 10000 w 10000"/>
                <a:gd name="connsiteY2" fmla="*/ 0 h 10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0000" h="10000">
                  <a:moveTo>
                    <a:pt x="0" y="10000"/>
                  </a:moveTo>
                  <a:cubicBezTo>
                    <a:pt x="1363" y="9601"/>
                    <a:pt x="6598" y="9697"/>
                    <a:pt x="8219" y="7617"/>
                  </a:cubicBezTo>
                  <a:cubicBezTo>
                    <a:pt x="9562" y="6715"/>
                    <a:pt x="9861" y="4761"/>
                    <a:pt x="10000" y="0"/>
                  </a:cubicBezTo>
                </a:path>
              </a:pathLst>
            </a:custGeom>
            <a:noFill/>
            <a:ln w="28575" cap="flat" cmpd="sng">
              <a:solidFill>
                <a:srgbClr val="CC0000"/>
              </a:solidFill>
              <a:prstDash val="solid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277" name="Line 114">
              <a:extLst>
                <a:ext uri="{FF2B5EF4-FFF2-40B4-BE49-F238E27FC236}">
                  <a16:creationId xmlns:a16="http://schemas.microsoft.com/office/drawing/2014/main" id="{9E0B5DA0-C463-1949-8C79-0C8EA78D112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9452196" y="5601872"/>
              <a:ext cx="0" cy="92075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278" name="Text Box 116">
              <a:extLst>
                <a:ext uri="{FF2B5EF4-FFF2-40B4-BE49-F238E27FC236}">
                  <a16:creationId xmlns:a16="http://schemas.microsoft.com/office/drawing/2014/main" id="{D507FAE5-0060-B54B-B86B-D3BB4178E53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242646" y="5636797"/>
              <a:ext cx="460375" cy="3048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rPr>
                <a:t>R/2</a:t>
              </a:r>
            </a:p>
          </p:txBody>
        </p:sp>
        <p:sp>
          <p:nvSpPr>
            <p:cNvPr id="279" name="Text Box 117">
              <a:extLst>
                <a:ext uri="{FF2B5EF4-FFF2-40B4-BE49-F238E27FC236}">
                  <a16:creationId xmlns:a16="http://schemas.microsoft.com/office/drawing/2014/main" id="{B15ADD83-E850-F247-A96D-15A9484CF63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 rot="16200000">
              <a:off x="7790083" y="4868447"/>
              <a:ext cx="688975" cy="3698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ea typeface="ＭＳ Ｐゴシック" charset="0"/>
                  <a:cs typeface="+mn-cs"/>
                </a:rPr>
                <a:t>delay</a:t>
              </a:r>
              <a:endParaRPr kumimoji="0" lang="en-US" sz="1800" b="0" i="0" u="none" strike="noStrike" kern="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  <a:cs typeface="+mn-cs"/>
              </a:endParaRPr>
            </a:p>
          </p:txBody>
        </p:sp>
        <p:sp>
          <p:nvSpPr>
            <p:cNvPr id="280" name="Text Box 118">
              <a:extLst>
                <a:ext uri="{FF2B5EF4-FFF2-40B4-BE49-F238E27FC236}">
                  <a16:creationId xmlns:a16="http://schemas.microsoft.com/office/drawing/2014/main" id="{C47E14E2-29C5-9544-AE24-B08ECA63125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720358" y="5563772"/>
              <a:ext cx="452438" cy="39687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ymbol" charset="0"/>
                  <a:ea typeface="ＭＳ Ｐゴシック" charset="0"/>
                  <a:cs typeface="+mn-cs"/>
                </a:rPr>
                <a:t>l</a:t>
              </a:r>
              <a:r>
                <a:rPr kumimoji="0" lang="en-US" sz="2000" b="0" i="0" u="none" strike="noStrike" kern="0" cap="none" spc="0" normalizeH="0" baseline="-2500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+mn-cs"/>
                </a:rPr>
                <a:t>in</a:t>
              </a:r>
            </a:p>
          </p:txBody>
        </p:sp>
        <p:cxnSp>
          <p:nvCxnSpPr>
            <p:cNvPr id="190" name="Straight Connector 189">
              <a:extLst>
                <a:ext uri="{FF2B5EF4-FFF2-40B4-BE49-F238E27FC236}">
                  <a16:creationId xmlns:a16="http://schemas.microsoft.com/office/drawing/2014/main" id="{737FA933-6276-0141-AB98-5F328D89E5E6}"/>
                </a:ext>
              </a:extLst>
            </p:cNvPr>
            <p:cNvCxnSpPr/>
            <p:nvPr/>
          </p:nvCxnSpPr>
          <p:spPr>
            <a:xfrm>
              <a:off x="8312683" y="5594801"/>
              <a:ext cx="1415845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4" name="Oval 13">
            <a:extLst>
              <a:ext uri="{FF2B5EF4-FFF2-40B4-BE49-F238E27FC236}">
                <a16:creationId xmlns:a16="http://schemas.microsoft.com/office/drawing/2014/main" id="{0351EA60-E695-1A49-877E-C777EE27A7EF}"/>
              </a:ext>
            </a:extLst>
          </p:cNvPr>
          <p:cNvSpPr/>
          <p:nvPr/>
        </p:nvSpPr>
        <p:spPr>
          <a:xfrm>
            <a:off x="4764506" y="1106906"/>
            <a:ext cx="1925052" cy="693019"/>
          </a:xfrm>
          <a:prstGeom prst="ellipse">
            <a:avLst/>
          </a:prstGeom>
          <a:noFill/>
          <a:ln w="3175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04" name="Oval 203">
            <a:extLst>
              <a:ext uri="{FF2B5EF4-FFF2-40B4-BE49-F238E27FC236}">
                <a16:creationId xmlns:a16="http://schemas.microsoft.com/office/drawing/2014/main" id="{22D67963-A1D8-D745-B58E-B552013D436E}"/>
              </a:ext>
            </a:extLst>
          </p:cNvPr>
          <p:cNvSpPr/>
          <p:nvPr/>
        </p:nvSpPr>
        <p:spPr>
          <a:xfrm>
            <a:off x="8507129" y="1182304"/>
            <a:ext cx="1925052" cy="693019"/>
          </a:xfrm>
          <a:prstGeom prst="ellipse">
            <a:avLst/>
          </a:prstGeom>
          <a:noFill/>
          <a:ln w="3175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06" name="Text Box 285">
            <a:extLst>
              <a:ext uri="{FF2B5EF4-FFF2-40B4-BE49-F238E27FC236}">
                <a16:creationId xmlns:a16="http://schemas.microsoft.com/office/drawing/2014/main" id="{874908D2-0B9B-5942-9966-8D55C3BC804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534826" y="6135036"/>
            <a:ext cx="815123" cy="51559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rPr>
              <a:t>R/2</a:t>
            </a:r>
          </a:p>
        </p:txBody>
      </p:sp>
      <p:sp>
        <p:nvSpPr>
          <p:cNvPr id="209" name="Line 280">
            <a:extLst>
              <a:ext uri="{FF2B5EF4-FFF2-40B4-BE49-F238E27FC236}">
                <a16:creationId xmlns:a16="http://schemas.microsoft.com/office/drawing/2014/main" id="{BDD1A869-FA53-344E-87A5-92F0D59AB461}"/>
              </a:ext>
            </a:extLst>
          </p:cNvPr>
          <p:cNvSpPr>
            <a:spLocks noChangeShapeType="1"/>
          </p:cNvSpPr>
          <p:nvPr/>
        </p:nvSpPr>
        <p:spPr bwMode="auto">
          <a:xfrm>
            <a:off x="12776717" y="4095473"/>
            <a:ext cx="0" cy="1869027"/>
          </a:xfrm>
          <a:prstGeom prst="line">
            <a:avLst/>
          </a:prstGeom>
          <a:noFill/>
          <a:ln w="12700">
            <a:solidFill>
              <a:schemeClr val="tx1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charset="0"/>
              <a:ea typeface="ＭＳ Ｐゴシック" charset="0"/>
              <a:cs typeface="+mn-cs"/>
            </a:endParaRPr>
          </a:p>
        </p:txBody>
      </p:sp>
      <p:sp>
        <p:nvSpPr>
          <p:cNvPr id="213" name="Line 283">
            <a:extLst>
              <a:ext uri="{FF2B5EF4-FFF2-40B4-BE49-F238E27FC236}">
                <a16:creationId xmlns:a16="http://schemas.microsoft.com/office/drawing/2014/main" id="{09E784F2-EB2F-724D-A761-5ED5A1E01845}"/>
              </a:ext>
            </a:extLst>
          </p:cNvPr>
          <p:cNvSpPr>
            <a:spLocks noChangeShapeType="1"/>
          </p:cNvSpPr>
          <p:nvPr/>
        </p:nvSpPr>
        <p:spPr bwMode="auto">
          <a:xfrm>
            <a:off x="12771096" y="6018207"/>
            <a:ext cx="0" cy="155752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charset="0"/>
              <a:ea typeface="ＭＳ Ｐゴシック" charset="0"/>
              <a:cs typeface="+mn-cs"/>
            </a:endParaRP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A52504F3-DA24-6D4D-AC29-260B2D78E924}"/>
              </a:ext>
            </a:extLst>
          </p:cNvPr>
          <p:cNvGrpSpPr/>
          <p:nvPr/>
        </p:nvGrpSpPr>
        <p:grpSpPr>
          <a:xfrm>
            <a:off x="4643558" y="4257261"/>
            <a:ext cx="2333625" cy="1701800"/>
            <a:chOff x="4643558" y="4257261"/>
            <a:chExt cx="2333625" cy="1701800"/>
          </a:xfrm>
        </p:grpSpPr>
        <p:grpSp>
          <p:nvGrpSpPr>
            <p:cNvPr id="11" name="Group 10">
              <a:extLst>
                <a:ext uri="{FF2B5EF4-FFF2-40B4-BE49-F238E27FC236}">
                  <a16:creationId xmlns:a16="http://schemas.microsoft.com/office/drawing/2014/main" id="{BB9E55DD-22D3-2C4D-96EC-2DA426511E2A}"/>
                </a:ext>
              </a:extLst>
            </p:cNvPr>
            <p:cNvGrpSpPr/>
            <p:nvPr/>
          </p:nvGrpSpPr>
          <p:grpSpPr>
            <a:xfrm>
              <a:off x="4643558" y="4257261"/>
              <a:ext cx="2333625" cy="1701800"/>
              <a:chOff x="4643558" y="4257261"/>
              <a:chExt cx="2333625" cy="1701800"/>
            </a:xfrm>
          </p:grpSpPr>
          <p:sp>
            <p:nvSpPr>
              <p:cNvPr id="261" name="Line 94">
                <a:extLst>
                  <a:ext uri="{FF2B5EF4-FFF2-40B4-BE49-F238E27FC236}">
                    <a16:creationId xmlns:a16="http://schemas.microsoft.com/office/drawing/2014/main" id="{7A0C5916-D5E3-FB42-83B7-2D47DCB343C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5126158" y="4323936"/>
                <a:ext cx="0" cy="1276350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endParaRPr>
              </a:p>
            </p:txBody>
          </p:sp>
          <p:sp>
            <p:nvSpPr>
              <p:cNvPr id="263" name="Line 96">
                <a:extLst>
                  <a:ext uri="{FF2B5EF4-FFF2-40B4-BE49-F238E27FC236}">
                    <a16:creationId xmlns:a16="http://schemas.microsoft.com/office/drawing/2014/main" id="{5174839E-5D4A-B04A-89C3-586EBCDEFCE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6259633" y="4463636"/>
                <a:ext cx="0" cy="1104900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prstDash val="dash"/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endParaRPr>
              </a:p>
            </p:txBody>
          </p:sp>
          <p:sp>
            <p:nvSpPr>
              <p:cNvPr id="264" name="Freeform 97">
                <a:extLst>
                  <a:ext uri="{FF2B5EF4-FFF2-40B4-BE49-F238E27FC236}">
                    <a16:creationId xmlns:a16="http://schemas.microsoft.com/office/drawing/2014/main" id="{EC237386-8658-A949-B8C2-D9BA07511FB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119808" y="4428711"/>
                <a:ext cx="1857375" cy="1162050"/>
              </a:xfrm>
              <a:custGeom>
                <a:avLst/>
                <a:gdLst>
                  <a:gd name="T0" fmla="*/ 0 w 1170"/>
                  <a:gd name="T1" fmla="*/ 732 h 732"/>
                  <a:gd name="T2" fmla="*/ 720 w 1170"/>
                  <a:gd name="T3" fmla="*/ 0 h 732"/>
                  <a:gd name="T4" fmla="*/ 1170 w 1170"/>
                  <a:gd name="T5" fmla="*/ 0 h 732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1170" h="732">
                    <a:moveTo>
                      <a:pt x="0" y="732"/>
                    </a:moveTo>
                    <a:lnTo>
                      <a:pt x="720" y="0"/>
                    </a:lnTo>
                    <a:lnTo>
                      <a:pt x="1170" y="0"/>
                    </a:lnTo>
                  </a:path>
                </a:pathLst>
              </a:custGeom>
              <a:noFill/>
              <a:ln w="28575" cap="flat" cmpd="sng">
                <a:solidFill>
                  <a:srgbClr val="CC0000"/>
                </a:solidFill>
                <a:prstDash val="solid"/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anose="020B060403050404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265" name="Line 98">
                <a:extLst>
                  <a:ext uri="{FF2B5EF4-FFF2-40B4-BE49-F238E27FC236}">
                    <a16:creationId xmlns:a16="http://schemas.microsoft.com/office/drawing/2014/main" id="{72E41F27-B7FB-9D47-A225-27B5355D50C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5043608" y="4428711"/>
                <a:ext cx="79375" cy="0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endParaRPr>
              </a:p>
            </p:txBody>
          </p:sp>
          <p:sp>
            <p:nvSpPr>
              <p:cNvPr id="266" name="Line 99">
                <a:extLst>
                  <a:ext uri="{FF2B5EF4-FFF2-40B4-BE49-F238E27FC236}">
                    <a16:creationId xmlns:a16="http://schemas.microsoft.com/office/drawing/2014/main" id="{AC723AF5-64D6-5040-9235-C2B65B36A5B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6256458" y="5600286"/>
                <a:ext cx="0" cy="92075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endParaRPr>
              </a:p>
            </p:txBody>
          </p:sp>
          <p:sp>
            <p:nvSpPr>
              <p:cNvPr id="267" name="Text Box 100">
                <a:extLst>
                  <a:ext uri="{FF2B5EF4-FFF2-40B4-BE49-F238E27FC236}">
                    <a16:creationId xmlns:a16="http://schemas.microsoft.com/office/drawing/2014/main" id="{B31E33C5-D8FD-9C45-A060-B1987EF562A1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643558" y="4257261"/>
                <a:ext cx="460375" cy="30480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1pPr>
                <a:lvl2pPr marL="742950" indent="-285750"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2pPr>
                <a:lvl3pPr marL="1143000" indent="-228600"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3pPr>
                <a:lvl4pPr marL="1600200" indent="-228600"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4pPr>
                <a:lvl5pPr marL="2057400" indent="-228600"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9pPr>
              </a:lstStyle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4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ahoma" charset="0"/>
                    <a:ea typeface="ＭＳ Ｐゴシック" charset="0"/>
                    <a:cs typeface="+mn-cs"/>
                  </a:rPr>
                  <a:t>R/2</a:t>
                </a:r>
              </a:p>
            </p:txBody>
          </p:sp>
          <p:sp>
            <p:nvSpPr>
              <p:cNvPr id="268" name="Text Box 101">
                <a:extLst>
                  <a:ext uri="{FF2B5EF4-FFF2-40B4-BE49-F238E27FC236}">
                    <a16:creationId xmlns:a16="http://schemas.microsoft.com/office/drawing/2014/main" id="{F97C34ED-44A3-FE4E-8E35-B3DEC9ACCFFB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6046908" y="5635211"/>
                <a:ext cx="460375" cy="30480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1pPr>
                <a:lvl2pPr marL="742950" indent="-285750"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2pPr>
                <a:lvl3pPr marL="1143000" indent="-228600"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3pPr>
                <a:lvl4pPr marL="1600200" indent="-228600"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4pPr>
                <a:lvl5pPr marL="2057400" indent="-228600"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9pPr>
              </a:lstStyle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4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ahoma" charset="0"/>
                    <a:ea typeface="ＭＳ Ｐゴシック" charset="0"/>
                    <a:cs typeface="+mn-cs"/>
                  </a:rPr>
                  <a:t>R/2</a:t>
                </a:r>
              </a:p>
            </p:txBody>
          </p:sp>
          <p:sp>
            <p:nvSpPr>
              <p:cNvPr id="269" name="Text Box 102">
                <a:extLst>
                  <a:ext uri="{FF2B5EF4-FFF2-40B4-BE49-F238E27FC236}">
                    <a16:creationId xmlns:a16="http://schemas.microsoft.com/office/drawing/2014/main" id="{E1DFCD88-D6E7-3549-94E6-D1A194DCF2F8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 rot="16200000">
                <a:off x="4638796" y="4563816"/>
                <a:ext cx="554038" cy="396875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1pPr>
                <a:lvl2pPr marL="742950" indent="-285750"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2pPr>
                <a:lvl3pPr marL="1143000" indent="-228600"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3pPr>
                <a:lvl4pPr marL="1600200" indent="-228600"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4pPr>
                <a:lvl5pPr marL="2057400" indent="-228600"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9pPr>
              </a:lstStyle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Symbol" charset="0"/>
                    <a:ea typeface="ＭＳ Ｐゴシック" charset="0"/>
                    <a:cs typeface="+mn-cs"/>
                  </a:rPr>
                  <a:t>l</a:t>
                </a:r>
                <a:r>
                  <a:rPr kumimoji="0" lang="en-US" sz="2000" b="0" i="0" u="none" strike="noStrike" kern="0" cap="none" spc="0" normalizeH="0" baseline="-2500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  <a:cs typeface="+mn-cs"/>
                  </a:rPr>
                  <a:t>out</a:t>
                </a:r>
              </a:p>
            </p:txBody>
          </p:sp>
          <p:sp>
            <p:nvSpPr>
              <p:cNvPr id="270" name="Text Box 103">
                <a:extLst>
                  <a:ext uri="{FF2B5EF4-FFF2-40B4-BE49-F238E27FC236}">
                    <a16:creationId xmlns:a16="http://schemas.microsoft.com/office/drawing/2014/main" id="{18220D2D-CB70-5348-8CDA-AC8B2AE8FE8C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5524621" y="5562186"/>
                <a:ext cx="452438" cy="396875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1pPr>
                <a:lvl2pPr marL="742950" indent="-285750"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2pPr>
                <a:lvl3pPr marL="1143000" indent="-228600"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3pPr>
                <a:lvl4pPr marL="1600200" indent="-228600"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4pPr>
                <a:lvl5pPr marL="2057400" indent="-228600"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9pPr>
              </a:lstStyle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20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Symbol" charset="0"/>
                    <a:ea typeface="ＭＳ Ｐゴシック" charset="0"/>
                    <a:cs typeface="+mn-cs"/>
                  </a:rPr>
                  <a:t>l</a:t>
                </a:r>
                <a:r>
                  <a:rPr kumimoji="0" lang="en-US" sz="2000" b="0" i="0" u="none" strike="noStrike" kern="0" cap="none" spc="0" normalizeH="0" baseline="-2500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  <a:cs typeface="+mn-cs"/>
                  </a:rPr>
                  <a:t>in</a:t>
                </a:r>
              </a:p>
            </p:txBody>
          </p:sp>
          <p:sp>
            <p:nvSpPr>
              <p:cNvPr id="271" name="Line 106">
                <a:extLst>
                  <a:ext uri="{FF2B5EF4-FFF2-40B4-BE49-F238E27FC236}">
                    <a16:creationId xmlns:a16="http://schemas.microsoft.com/office/drawing/2014/main" id="{319712D7-1AB2-9D4A-B08D-45AD00991EE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5145208" y="4430299"/>
                <a:ext cx="1039813" cy="0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prstDash val="dash"/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endParaRPr>
              </a:p>
            </p:txBody>
          </p:sp>
          <p:cxnSp>
            <p:nvCxnSpPr>
              <p:cNvPr id="7" name="Straight Connector 6">
                <a:extLst>
                  <a:ext uri="{FF2B5EF4-FFF2-40B4-BE49-F238E27FC236}">
                    <a16:creationId xmlns:a16="http://schemas.microsoft.com/office/drawing/2014/main" id="{0272A867-5F31-FC46-A882-A3E999CBA0F0}"/>
                  </a:ext>
                </a:extLst>
              </p:cNvPr>
              <p:cNvCxnSpPr/>
              <p:nvPr/>
            </p:nvCxnSpPr>
            <p:spPr>
              <a:xfrm>
                <a:off x="5119903" y="5598611"/>
                <a:ext cx="1415845" cy="0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218" name="TextBox 217">
              <a:extLst>
                <a:ext uri="{FF2B5EF4-FFF2-40B4-BE49-F238E27FC236}">
                  <a16:creationId xmlns:a16="http://schemas.microsoft.com/office/drawing/2014/main" id="{265B06FE-7752-8942-9D69-AFB2C165CC35}"/>
                </a:ext>
              </a:extLst>
            </p:cNvPr>
            <p:cNvSpPr txBox="1"/>
            <p:nvPr/>
          </p:nvSpPr>
          <p:spPr>
            <a:xfrm rot="16200000">
              <a:off x="4435687" y="5176433"/>
              <a:ext cx="969240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throughput: </a:t>
              </a:r>
            </a:p>
          </p:txBody>
        </p:sp>
      </p:grpSp>
      <p:sp>
        <p:nvSpPr>
          <p:cNvPr id="219" name="Oval 218">
            <a:extLst>
              <a:ext uri="{FF2B5EF4-FFF2-40B4-BE49-F238E27FC236}">
                <a16:creationId xmlns:a16="http://schemas.microsoft.com/office/drawing/2014/main" id="{5CB9F7FD-8167-EF4B-AA1F-EA31EB355CB0}"/>
              </a:ext>
            </a:extLst>
          </p:cNvPr>
          <p:cNvSpPr/>
          <p:nvPr/>
        </p:nvSpPr>
        <p:spPr>
          <a:xfrm>
            <a:off x="12697995" y="3995821"/>
            <a:ext cx="127000" cy="1270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05" name="Slide Number Placeholder 2">
            <a:extLst>
              <a:ext uri="{FF2B5EF4-FFF2-40B4-BE49-F238E27FC236}">
                <a16:creationId xmlns:a16="http://schemas.microsoft.com/office/drawing/2014/main" id="{5938E394-4CEC-1949-BD3E-8B96E096418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19616" y="6443089"/>
            <a:ext cx="2743200" cy="365125"/>
          </a:xfrm>
        </p:spPr>
        <p:txBody>
          <a:bodyPr/>
          <a:lstStyle/>
          <a:p>
            <a:r>
              <a:rPr lang="en-US" dirty="0"/>
              <a:t>Transport Layer: 3-</a:t>
            </a:r>
            <a:fld id="{C4204591-24BD-A542-B9D5-F8D8A88D2FEE}" type="slidenum">
              <a:rPr lang="en-US" smtClean="0"/>
              <a:pPr/>
              <a:t>19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417475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" dur="500"/>
                                        <p:tgtEl>
                                          <p:spTgt spid="4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" dur="500"/>
                                        <p:tgtEl>
                                          <p:spTgt spid="1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1" dur="500"/>
                                        <p:tgtEl>
                                          <p:spTgt spid="1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2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500"/>
                            </p:stCondLst>
                            <p:childTnLst>
                              <p:par>
                                <p:cTn id="31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3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3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9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4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1" dur="500"/>
                                        <p:tgtEl>
                                          <p:spTgt spid="2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9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55" dur="500"/>
                                        <p:tgtEl>
                                          <p:spTgt spid="20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9" dur="500"/>
                                        <p:tgtEl>
                                          <p:spTgt spid="4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4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9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2" dur="500"/>
                                        <p:tgtEl>
                                          <p:spTgt spid="1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80" dur="500"/>
                                        <p:tgtEl>
                                          <p:spTgt spid="2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7" grpId="0"/>
      <p:bldP spid="281" grpId="0"/>
      <p:bldP spid="4" grpId="0"/>
      <p:bldP spid="8" grpId="0"/>
      <p:bldP spid="188" grpId="0"/>
      <p:bldP spid="189" grpId="0"/>
      <p:bldP spid="259" grpId="0" animBg="1"/>
      <p:bldP spid="402" grpId="0"/>
      <p:bldP spid="409" grpId="0"/>
      <p:bldP spid="14" grpId="0" animBg="1"/>
      <p:bldP spid="14" grpId="1" animBg="1"/>
      <p:bldP spid="204" grpId="0" animBg="1"/>
      <p:bldP spid="204" grpId="1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Freeform 3">
            <a:extLst>
              <a:ext uri="{FF2B5EF4-FFF2-40B4-BE49-F238E27FC236}">
                <a16:creationId xmlns:a16="http://schemas.microsoft.com/office/drawing/2014/main" id="{80D23465-6886-5547-A6E1-507D7810B0F6}"/>
              </a:ext>
            </a:extLst>
          </p:cNvPr>
          <p:cNvSpPr>
            <a:spLocks/>
          </p:cNvSpPr>
          <p:nvPr/>
        </p:nvSpPr>
        <p:spPr bwMode="auto">
          <a:xfrm>
            <a:off x="6946976" y="5009814"/>
            <a:ext cx="308091" cy="1217281"/>
          </a:xfrm>
          <a:custGeom>
            <a:avLst/>
            <a:gdLst>
              <a:gd name="T0" fmla="*/ 2147483647 w 366"/>
              <a:gd name="T1" fmla="*/ 2147483647 h 1284"/>
              <a:gd name="T2" fmla="*/ 2147483647 w 366"/>
              <a:gd name="T3" fmla="*/ 0 h 1284"/>
              <a:gd name="T4" fmla="*/ 0 w 366"/>
              <a:gd name="T5" fmla="*/ 2147483647 h 1284"/>
              <a:gd name="T6" fmla="*/ 2147483647 w 366"/>
              <a:gd name="T7" fmla="*/ 2147483647 h 1284"/>
              <a:gd name="T8" fmla="*/ 2147483647 w 366"/>
              <a:gd name="T9" fmla="*/ 2147483647 h 1284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366" h="1284">
                <a:moveTo>
                  <a:pt x="366" y="1278"/>
                </a:moveTo>
                <a:lnTo>
                  <a:pt x="12" y="0"/>
                </a:lnTo>
                <a:lnTo>
                  <a:pt x="0" y="1224"/>
                </a:lnTo>
                <a:lnTo>
                  <a:pt x="186" y="1284"/>
                </a:lnTo>
                <a:lnTo>
                  <a:pt x="366" y="1278"/>
                </a:lnTo>
                <a:close/>
              </a:path>
            </a:pathLst>
          </a:custGeom>
          <a:gradFill rotWithShape="1">
            <a:gsLst>
              <a:gs pos="0">
                <a:srgbClr val="B2B2B2"/>
              </a:gs>
              <a:gs pos="100000">
                <a:srgbClr val="FFFFFF"/>
              </a:gs>
            </a:gsLst>
            <a:lin ang="0" scaled="1"/>
          </a:gradFill>
          <a:ln w="9525">
            <a:solidFill>
              <a:srgbClr val="DDDDDD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grpSp>
        <p:nvGrpSpPr>
          <p:cNvPr id="464" name="Group 463">
            <a:extLst>
              <a:ext uri="{FF2B5EF4-FFF2-40B4-BE49-F238E27FC236}">
                <a16:creationId xmlns:a16="http://schemas.microsoft.com/office/drawing/2014/main" id="{ED623061-0BAD-094E-BE78-B8341568F372}"/>
              </a:ext>
            </a:extLst>
          </p:cNvPr>
          <p:cNvGrpSpPr/>
          <p:nvPr/>
        </p:nvGrpSpPr>
        <p:grpSpPr>
          <a:xfrm>
            <a:off x="6240513" y="5016599"/>
            <a:ext cx="720732" cy="1182930"/>
            <a:chOff x="10910965" y="2513124"/>
            <a:chExt cx="586768" cy="904023"/>
          </a:xfrm>
        </p:grpSpPr>
        <p:sp>
          <p:nvSpPr>
            <p:cNvPr id="465" name="Rectangle 464">
              <a:extLst>
                <a:ext uri="{FF2B5EF4-FFF2-40B4-BE49-F238E27FC236}">
                  <a16:creationId xmlns:a16="http://schemas.microsoft.com/office/drawing/2014/main" id="{FF2C2633-7018-BA41-AB83-B819BB9A45E7}"/>
                </a:ext>
              </a:extLst>
            </p:cNvPr>
            <p:cNvSpPr/>
            <p:nvPr/>
          </p:nvSpPr>
          <p:spPr>
            <a:xfrm>
              <a:off x="10916736" y="2513124"/>
              <a:ext cx="574264" cy="904023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</a:ln>
            <a:effectLst>
              <a:outerShdw blurRad="50800" dist="38100" dir="2700000" algn="tl" rotWithShape="0">
                <a:schemeClr val="tx1">
                  <a:alpha val="4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cxnSp>
          <p:nvCxnSpPr>
            <p:cNvPr id="466" name="Straight Connector 465">
              <a:extLst>
                <a:ext uri="{FF2B5EF4-FFF2-40B4-BE49-F238E27FC236}">
                  <a16:creationId xmlns:a16="http://schemas.microsoft.com/office/drawing/2014/main" id="{302760D7-48DE-8A4B-ACF3-A7CD0B9C6468}"/>
                </a:ext>
              </a:extLst>
            </p:cNvPr>
            <p:cNvCxnSpPr/>
            <p:nvPr/>
          </p:nvCxnSpPr>
          <p:spPr>
            <a:xfrm>
              <a:off x="10910965" y="2696064"/>
              <a:ext cx="574264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7" name="Straight Connector 466">
              <a:extLst>
                <a:ext uri="{FF2B5EF4-FFF2-40B4-BE49-F238E27FC236}">
                  <a16:creationId xmlns:a16="http://schemas.microsoft.com/office/drawing/2014/main" id="{CB159F5A-C0DA-EB4C-A34A-F001D131F1EA}"/>
                </a:ext>
              </a:extLst>
            </p:cNvPr>
            <p:cNvCxnSpPr/>
            <p:nvPr/>
          </p:nvCxnSpPr>
          <p:spPr>
            <a:xfrm>
              <a:off x="10914332" y="2881753"/>
              <a:ext cx="574264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8" name="Straight Connector 467">
              <a:extLst>
                <a:ext uri="{FF2B5EF4-FFF2-40B4-BE49-F238E27FC236}">
                  <a16:creationId xmlns:a16="http://schemas.microsoft.com/office/drawing/2014/main" id="{AD2F7871-F8B6-2849-8DE5-284CB68B59AC}"/>
                </a:ext>
              </a:extLst>
            </p:cNvPr>
            <p:cNvCxnSpPr/>
            <p:nvPr/>
          </p:nvCxnSpPr>
          <p:spPr>
            <a:xfrm>
              <a:off x="10923469" y="3064677"/>
              <a:ext cx="574264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9" name="Straight Connector 468">
              <a:extLst>
                <a:ext uri="{FF2B5EF4-FFF2-40B4-BE49-F238E27FC236}">
                  <a16:creationId xmlns:a16="http://schemas.microsoft.com/office/drawing/2014/main" id="{8AE2A84E-B822-F046-878E-584B56EF1E30}"/>
                </a:ext>
              </a:extLst>
            </p:cNvPr>
            <p:cNvCxnSpPr/>
            <p:nvPr/>
          </p:nvCxnSpPr>
          <p:spPr>
            <a:xfrm>
              <a:off x="10915293" y="3242073"/>
              <a:ext cx="574264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3B8CD900-19EC-824C-BF74-AADFBF5A17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8690" y="208643"/>
            <a:ext cx="11393310" cy="894622"/>
          </a:xfrm>
        </p:spPr>
        <p:txBody>
          <a:bodyPr>
            <a:normAutofit/>
          </a:bodyPr>
          <a:lstStyle/>
          <a:p>
            <a:r>
              <a:rPr lang="en-US" sz="4800" dirty="0"/>
              <a:t>Causes/costs of congestion: scenario 2</a:t>
            </a:r>
            <a:endParaRPr lang="en-US" sz="4400" b="0" dirty="0"/>
          </a:p>
        </p:txBody>
      </p:sp>
      <p:sp>
        <p:nvSpPr>
          <p:cNvPr id="909" name="Rectangle 2">
            <a:extLst>
              <a:ext uri="{FF2B5EF4-FFF2-40B4-BE49-F238E27FC236}">
                <a16:creationId xmlns:a16="http://schemas.microsoft.com/office/drawing/2014/main" id="{D810901F-4456-034F-A011-28193A3B4968}"/>
              </a:ext>
            </a:extLst>
          </p:cNvPr>
          <p:cNvSpPr txBox="1">
            <a:spLocks noChangeArrowheads="1"/>
          </p:cNvSpPr>
          <p:nvPr/>
        </p:nvSpPr>
        <p:spPr>
          <a:xfrm>
            <a:off x="634964" y="1182473"/>
            <a:ext cx="9710831" cy="50263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52425" marR="0" lvl="0" indent="-22225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charset="2"/>
              <a:buChar char="§"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one router, </a:t>
            </a:r>
            <a:r>
              <a:rPr kumimoji="0" lang="en-US" sz="2800" b="0" i="1" u="none" strike="noStrike" kern="1200" cap="none" spc="0" normalizeH="0" baseline="0" noProof="0" dirty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finite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buffers </a:t>
            </a:r>
          </a:p>
          <a:p>
            <a:pPr marL="352425" marR="0" lvl="0" indent="-22225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charset="2"/>
              <a:buChar char="§"/>
              <a:tabLst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352425" marR="0" lvl="0" indent="-22225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charset="2"/>
              <a:buChar char="§"/>
              <a:tabLst/>
              <a:defRPr/>
            </a:pP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352425" marR="0" lvl="0" indent="-22225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charset="2"/>
              <a:buChar char="§"/>
              <a:tabLst/>
              <a:defRPr/>
            </a:pP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2" name="Freeform 9">
            <a:extLst>
              <a:ext uri="{FF2B5EF4-FFF2-40B4-BE49-F238E27FC236}">
                <a16:creationId xmlns:a16="http://schemas.microsoft.com/office/drawing/2014/main" id="{31041B91-E0FC-7E47-86EF-C839592CEEF9}"/>
              </a:ext>
            </a:extLst>
          </p:cNvPr>
          <p:cNvSpPr>
            <a:spLocks/>
          </p:cNvSpPr>
          <p:nvPr/>
        </p:nvSpPr>
        <p:spPr bwMode="auto">
          <a:xfrm flipH="1">
            <a:off x="1844721" y="3515638"/>
            <a:ext cx="528348" cy="1178279"/>
          </a:xfrm>
          <a:custGeom>
            <a:avLst/>
            <a:gdLst>
              <a:gd name="T0" fmla="*/ 2147483647 w 366"/>
              <a:gd name="T1" fmla="*/ 2147483647 h 1284"/>
              <a:gd name="T2" fmla="*/ 2147483647 w 366"/>
              <a:gd name="T3" fmla="*/ 0 h 1284"/>
              <a:gd name="T4" fmla="*/ 0 w 366"/>
              <a:gd name="T5" fmla="*/ 2147483647 h 1284"/>
              <a:gd name="T6" fmla="*/ 2147483647 w 366"/>
              <a:gd name="T7" fmla="*/ 2147483647 h 1284"/>
              <a:gd name="T8" fmla="*/ 2147483647 w 366"/>
              <a:gd name="T9" fmla="*/ 2147483647 h 1284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connsiteX0" fmla="*/ 10401 w 10401"/>
              <a:gd name="connsiteY0" fmla="*/ 9412 h 9459"/>
              <a:gd name="connsiteX1" fmla="*/ 0 w 10401"/>
              <a:gd name="connsiteY1" fmla="*/ 0 h 9459"/>
              <a:gd name="connsiteX2" fmla="*/ 401 w 10401"/>
              <a:gd name="connsiteY2" fmla="*/ 8992 h 9459"/>
              <a:gd name="connsiteX3" fmla="*/ 5483 w 10401"/>
              <a:gd name="connsiteY3" fmla="*/ 9459 h 9459"/>
              <a:gd name="connsiteX4" fmla="*/ 10401 w 10401"/>
              <a:gd name="connsiteY4" fmla="*/ 9412 h 9459"/>
              <a:gd name="connsiteX0" fmla="*/ 14206 w 14206"/>
              <a:gd name="connsiteY0" fmla="*/ 3611 h 10000"/>
              <a:gd name="connsiteX1" fmla="*/ 0 w 14206"/>
              <a:gd name="connsiteY1" fmla="*/ 0 h 10000"/>
              <a:gd name="connsiteX2" fmla="*/ 386 w 14206"/>
              <a:gd name="connsiteY2" fmla="*/ 9506 h 10000"/>
              <a:gd name="connsiteX3" fmla="*/ 5272 w 14206"/>
              <a:gd name="connsiteY3" fmla="*/ 10000 h 10000"/>
              <a:gd name="connsiteX4" fmla="*/ 14206 w 14206"/>
              <a:gd name="connsiteY4" fmla="*/ 3611 h 10000"/>
              <a:gd name="connsiteX0" fmla="*/ 14206 w 16488"/>
              <a:gd name="connsiteY0" fmla="*/ 3611 h 9506"/>
              <a:gd name="connsiteX1" fmla="*/ 0 w 16488"/>
              <a:gd name="connsiteY1" fmla="*/ 0 h 9506"/>
              <a:gd name="connsiteX2" fmla="*/ 386 w 16488"/>
              <a:gd name="connsiteY2" fmla="*/ 9506 h 9506"/>
              <a:gd name="connsiteX3" fmla="*/ 16488 w 16488"/>
              <a:gd name="connsiteY3" fmla="*/ 6207 h 9506"/>
              <a:gd name="connsiteX4" fmla="*/ 14206 w 16488"/>
              <a:gd name="connsiteY4" fmla="*/ 3611 h 9506"/>
              <a:gd name="connsiteX0" fmla="*/ 8616 w 10000"/>
              <a:gd name="connsiteY0" fmla="*/ 3799 h 10765"/>
              <a:gd name="connsiteX1" fmla="*/ 0 w 10000"/>
              <a:gd name="connsiteY1" fmla="*/ 0 h 10765"/>
              <a:gd name="connsiteX2" fmla="*/ 128 w 10000"/>
              <a:gd name="connsiteY2" fmla="*/ 10765 h 10765"/>
              <a:gd name="connsiteX3" fmla="*/ 10000 w 10000"/>
              <a:gd name="connsiteY3" fmla="*/ 6530 h 10765"/>
              <a:gd name="connsiteX4" fmla="*/ 8616 w 10000"/>
              <a:gd name="connsiteY4" fmla="*/ 3799 h 107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000" h="10765">
                <a:moveTo>
                  <a:pt x="8616" y="3799"/>
                </a:moveTo>
                <a:lnTo>
                  <a:pt x="0" y="0"/>
                </a:lnTo>
                <a:cubicBezTo>
                  <a:pt x="78" y="3333"/>
                  <a:pt x="50" y="7432"/>
                  <a:pt x="128" y="10765"/>
                </a:cubicBezTo>
                <a:lnTo>
                  <a:pt x="10000" y="6530"/>
                </a:lnTo>
                <a:lnTo>
                  <a:pt x="8616" y="3799"/>
                </a:lnTo>
                <a:close/>
              </a:path>
            </a:pathLst>
          </a:custGeom>
          <a:gradFill rotWithShape="1">
            <a:gsLst>
              <a:gs pos="0">
                <a:srgbClr val="B2B2B2"/>
              </a:gs>
              <a:gs pos="100000">
                <a:srgbClr val="FFFFFF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DDDDDD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grpSp>
        <p:nvGrpSpPr>
          <p:cNvPr id="153" name="Group 152">
            <a:extLst>
              <a:ext uri="{FF2B5EF4-FFF2-40B4-BE49-F238E27FC236}">
                <a16:creationId xmlns:a16="http://schemas.microsoft.com/office/drawing/2014/main" id="{C664E13D-A71D-7A41-9ED2-950A4602199F}"/>
              </a:ext>
            </a:extLst>
          </p:cNvPr>
          <p:cNvGrpSpPr/>
          <p:nvPr/>
        </p:nvGrpSpPr>
        <p:grpSpPr>
          <a:xfrm>
            <a:off x="1278678" y="4683698"/>
            <a:ext cx="720732" cy="1182930"/>
            <a:chOff x="10910965" y="2513124"/>
            <a:chExt cx="586768" cy="904023"/>
          </a:xfrm>
        </p:grpSpPr>
        <p:sp>
          <p:nvSpPr>
            <p:cNvPr id="292" name="Rectangle 291">
              <a:extLst>
                <a:ext uri="{FF2B5EF4-FFF2-40B4-BE49-F238E27FC236}">
                  <a16:creationId xmlns:a16="http://schemas.microsoft.com/office/drawing/2014/main" id="{E609789D-FAF9-5746-8CD2-A008EE6CECB7}"/>
                </a:ext>
              </a:extLst>
            </p:cNvPr>
            <p:cNvSpPr/>
            <p:nvPr/>
          </p:nvSpPr>
          <p:spPr>
            <a:xfrm>
              <a:off x="10916736" y="2513124"/>
              <a:ext cx="574264" cy="904023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</a:ln>
            <a:effectLst>
              <a:outerShdw blurRad="50800" dist="38100" dir="2700000" algn="tl" rotWithShape="0">
                <a:schemeClr val="tx1">
                  <a:alpha val="4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cxnSp>
          <p:nvCxnSpPr>
            <p:cNvPr id="293" name="Straight Connector 292">
              <a:extLst>
                <a:ext uri="{FF2B5EF4-FFF2-40B4-BE49-F238E27FC236}">
                  <a16:creationId xmlns:a16="http://schemas.microsoft.com/office/drawing/2014/main" id="{6D5231DA-8104-CB44-92A0-570084A4B42E}"/>
                </a:ext>
              </a:extLst>
            </p:cNvPr>
            <p:cNvCxnSpPr/>
            <p:nvPr/>
          </p:nvCxnSpPr>
          <p:spPr>
            <a:xfrm>
              <a:off x="10910965" y="2696064"/>
              <a:ext cx="574264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4" name="Straight Connector 293">
              <a:extLst>
                <a:ext uri="{FF2B5EF4-FFF2-40B4-BE49-F238E27FC236}">
                  <a16:creationId xmlns:a16="http://schemas.microsoft.com/office/drawing/2014/main" id="{76E0EC21-BE7F-C342-9CAD-4288FEF4BFA3}"/>
                </a:ext>
              </a:extLst>
            </p:cNvPr>
            <p:cNvCxnSpPr/>
            <p:nvPr/>
          </p:nvCxnSpPr>
          <p:spPr>
            <a:xfrm>
              <a:off x="10914332" y="2881753"/>
              <a:ext cx="574264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5" name="Straight Connector 294">
              <a:extLst>
                <a:ext uri="{FF2B5EF4-FFF2-40B4-BE49-F238E27FC236}">
                  <a16:creationId xmlns:a16="http://schemas.microsoft.com/office/drawing/2014/main" id="{DF9FAFCD-7CC5-104B-8E70-9A9A226394DD}"/>
                </a:ext>
              </a:extLst>
            </p:cNvPr>
            <p:cNvCxnSpPr/>
            <p:nvPr/>
          </p:nvCxnSpPr>
          <p:spPr>
            <a:xfrm>
              <a:off x="10923469" y="3064677"/>
              <a:ext cx="574264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6" name="Straight Connector 295">
              <a:extLst>
                <a:ext uri="{FF2B5EF4-FFF2-40B4-BE49-F238E27FC236}">
                  <a16:creationId xmlns:a16="http://schemas.microsoft.com/office/drawing/2014/main" id="{C0759462-583F-5148-89B2-CAC38E98E11A}"/>
                </a:ext>
              </a:extLst>
            </p:cNvPr>
            <p:cNvCxnSpPr/>
            <p:nvPr/>
          </p:nvCxnSpPr>
          <p:spPr>
            <a:xfrm>
              <a:off x="10915293" y="3242073"/>
              <a:ext cx="574264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54" name="Group 153">
            <a:extLst>
              <a:ext uri="{FF2B5EF4-FFF2-40B4-BE49-F238E27FC236}">
                <a16:creationId xmlns:a16="http://schemas.microsoft.com/office/drawing/2014/main" id="{818064D3-1463-5B40-A9E3-050E65014C75}"/>
              </a:ext>
            </a:extLst>
          </p:cNvPr>
          <p:cNvGrpSpPr/>
          <p:nvPr/>
        </p:nvGrpSpPr>
        <p:grpSpPr>
          <a:xfrm>
            <a:off x="2355044" y="3521091"/>
            <a:ext cx="720732" cy="1182930"/>
            <a:chOff x="10910965" y="2513124"/>
            <a:chExt cx="586768" cy="904023"/>
          </a:xfrm>
        </p:grpSpPr>
        <p:sp>
          <p:nvSpPr>
            <p:cNvPr id="287" name="Rectangle 286">
              <a:extLst>
                <a:ext uri="{FF2B5EF4-FFF2-40B4-BE49-F238E27FC236}">
                  <a16:creationId xmlns:a16="http://schemas.microsoft.com/office/drawing/2014/main" id="{8D19C0FC-E2FD-B34E-B3FB-BDFF7FD70A37}"/>
                </a:ext>
              </a:extLst>
            </p:cNvPr>
            <p:cNvSpPr/>
            <p:nvPr/>
          </p:nvSpPr>
          <p:spPr>
            <a:xfrm>
              <a:off x="10916736" y="2513124"/>
              <a:ext cx="574264" cy="904023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</a:ln>
            <a:effectLst>
              <a:outerShdw blurRad="50800" dist="38100" dir="2700000" algn="tl" rotWithShape="0">
                <a:schemeClr val="tx1">
                  <a:alpha val="4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cxnSp>
          <p:nvCxnSpPr>
            <p:cNvPr id="288" name="Straight Connector 287">
              <a:extLst>
                <a:ext uri="{FF2B5EF4-FFF2-40B4-BE49-F238E27FC236}">
                  <a16:creationId xmlns:a16="http://schemas.microsoft.com/office/drawing/2014/main" id="{FB7598A7-2ED2-704C-A197-75E68BC404D6}"/>
                </a:ext>
              </a:extLst>
            </p:cNvPr>
            <p:cNvCxnSpPr/>
            <p:nvPr/>
          </p:nvCxnSpPr>
          <p:spPr>
            <a:xfrm>
              <a:off x="10910965" y="2696064"/>
              <a:ext cx="574264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9" name="Straight Connector 288">
              <a:extLst>
                <a:ext uri="{FF2B5EF4-FFF2-40B4-BE49-F238E27FC236}">
                  <a16:creationId xmlns:a16="http://schemas.microsoft.com/office/drawing/2014/main" id="{8240FCF7-9EBB-7C41-8D3A-965DA0A9761C}"/>
                </a:ext>
              </a:extLst>
            </p:cNvPr>
            <p:cNvCxnSpPr/>
            <p:nvPr/>
          </p:nvCxnSpPr>
          <p:spPr>
            <a:xfrm>
              <a:off x="10914332" y="2881753"/>
              <a:ext cx="574264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0" name="Straight Connector 289">
              <a:extLst>
                <a:ext uri="{FF2B5EF4-FFF2-40B4-BE49-F238E27FC236}">
                  <a16:creationId xmlns:a16="http://schemas.microsoft.com/office/drawing/2014/main" id="{0F40B610-359C-5A46-86F3-309280845EC8}"/>
                </a:ext>
              </a:extLst>
            </p:cNvPr>
            <p:cNvCxnSpPr/>
            <p:nvPr/>
          </p:nvCxnSpPr>
          <p:spPr>
            <a:xfrm>
              <a:off x="10923469" y="3064677"/>
              <a:ext cx="574264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1" name="Straight Connector 290">
              <a:extLst>
                <a:ext uri="{FF2B5EF4-FFF2-40B4-BE49-F238E27FC236}">
                  <a16:creationId xmlns:a16="http://schemas.microsoft.com/office/drawing/2014/main" id="{49FA9EB9-49D7-3F4E-9667-CD5C42ECC862}"/>
                </a:ext>
              </a:extLst>
            </p:cNvPr>
            <p:cNvCxnSpPr/>
            <p:nvPr/>
          </p:nvCxnSpPr>
          <p:spPr>
            <a:xfrm>
              <a:off x="10915293" y="3242073"/>
              <a:ext cx="574264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55" name="Freeform 6">
            <a:extLst>
              <a:ext uri="{FF2B5EF4-FFF2-40B4-BE49-F238E27FC236}">
                <a16:creationId xmlns:a16="http://schemas.microsoft.com/office/drawing/2014/main" id="{4DB18098-9AC8-F84F-9EFC-E14F468703DC}"/>
              </a:ext>
            </a:extLst>
          </p:cNvPr>
          <p:cNvSpPr>
            <a:spLocks/>
          </p:cNvSpPr>
          <p:nvPr/>
        </p:nvSpPr>
        <p:spPr bwMode="auto">
          <a:xfrm>
            <a:off x="7409112" y="3699469"/>
            <a:ext cx="308091" cy="1217281"/>
          </a:xfrm>
          <a:custGeom>
            <a:avLst/>
            <a:gdLst>
              <a:gd name="T0" fmla="*/ 2147483647 w 366"/>
              <a:gd name="T1" fmla="*/ 2147483647 h 1284"/>
              <a:gd name="T2" fmla="*/ 2147483647 w 366"/>
              <a:gd name="T3" fmla="*/ 0 h 1284"/>
              <a:gd name="T4" fmla="*/ 0 w 366"/>
              <a:gd name="T5" fmla="*/ 2147483647 h 1284"/>
              <a:gd name="T6" fmla="*/ 2147483647 w 366"/>
              <a:gd name="T7" fmla="*/ 2147483647 h 1284"/>
              <a:gd name="T8" fmla="*/ 2147483647 w 366"/>
              <a:gd name="T9" fmla="*/ 2147483647 h 1284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366" h="1284">
                <a:moveTo>
                  <a:pt x="366" y="1278"/>
                </a:moveTo>
                <a:lnTo>
                  <a:pt x="12" y="0"/>
                </a:lnTo>
                <a:lnTo>
                  <a:pt x="0" y="1224"/>
                </a:lnTo>
                <a:lnTo>
                  <a:pt x="186" y="1284"/>
                </a:lnTo>
                <a:lnTo>
                  <a:pt x="366" y="1278"/>
                </a:lnTo>
                <a:close/>
              </a:path>
            </a:pathLst>
          </a:custGeom>
          <a:gradFill rotWithShape="1">
            <a:gsLst>
              <a:gs pos="0">
                <a:srgbClr val="B2B2B2"/>
              </a:gs>
              <a:gs pos="100000">
                <a:srgbClr val="FFFFFF"/>
              </a:gs>
            </a:gsLst>
            <a:lin ang="0" scaled="1"/>
          </a:gradFill>
          <a:ln w="9525">
            <a:noFill/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grpSp>
        <p:nvGrpSpPr>
          <p:cNvPr id="156" name="Group 155">
            <a:extLst>
              <a:ext uri="{FF2B5EF4-FFF2-40B4-BE49-F238E27FC236}">
                <a16:creationId xmlns:a16="http://schemas.microsoft.com/office/drawing/2014/main" id="{9E49415B-7EB6-4743-B880-41FB066DB4B9}"/>
              </a:ext>
            </a:extLst>
          </p:cNvPr>
          <p:cNvGrpSpPr/>
          <p:nvPr/>
        </p:nvGrpSpPr>
        <p:grpSpPr>
          <a:xfrm>
            <a:off x="6698918" y="3667889"/>
            <a:ext cx="720732" cy="1182930"/>
            <a:chOff x="10910965" y="2513124"/>
            <a:chExt cx="586768" cy="904023"/>
          </a:xfrm>
        </p:grpSpPr>
        <p:sp>
          <p:nvSpPr>
            <p:cNvPr id="282" name="Rectangle 281">
              <a:extLst>
                <a:ext uri="{FF2B5EF4-FFF2-40B4-BE49-F238E27FC236}">
                  <a16:creationId xmlns:a16="http://schemas.microsoft.com/office/drawing/2014/main" id="{0448B2D2-1A62-5C43-9150-A99468BAB68D}"/>
                </a:ext>
              </a:extLst>
            </p:cNvPr>
            <p:cNvSpPr/>
            <p:nvPr/>
          </p:nvSpPr>
          <p:spPr>
            <a:xfrm>
              <a:off x="10916736" y="2513124"/>
              <a:ext cx="574264" cy="904023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</a:ln>
            <a:effectLst>
              <a:outerShdw blurRad="50800" dist="38100" dir="2700000" algn="tl" rotWithShape="0">
                <a:schemeClr val="tx1">
                  <a:alpha val="4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cxnSp>
          <p:nvCxnSpPr>
            <p:cNvPr id="283" name="Straight Connector 282">
              <a:extLst>
                <a:ext uri="{FF2B5EF4-FFF2-40B4-BE49-F238E27FC236}">
                  <a16:creationId xmlns:a16="http://schemas.microsoft.com/office/drawing/2014/main" id="{940DD19D-B2AD-964D-83A9-82488AF7E0ED}"/>
                </a:ext>
              </a:extLst>
            </p:cNvPr>
            <p:cNvCxnSpPr/>
            <p:nvPr/>
          </p:nvCxnSpPr>
          <p:spPr>
            <a:xfrm>
              <a:off x="10910965" y="2696064"/>
              <a:ext cx="574264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4" name="Straight Connector 283">
              <a:extLst>
                <a:ext uri="{FF2B5EF4-FFF2-40B4-BE49-F238E27FC236}">
                  <a16:creationId xmlns:a16="http://schemas.microsoft.com/office/drawing/2014/main" id="{1E98CF7C-ADBA-454F-9236-1C970C41D5B9}"/>
                </a:ext>
              </a:extLst>
            </p:cNvPr>
            <p:cNvCxnSpPr/>
            <p:nvPr/>
          </p:nvCxnSpPr>
          <p:spPr>
            <a:xfrm>
              <a:off x="10914332" y="2881753"/>
              <a:ext cx="574264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5" name="Straight Connector 284">
              <a:extLst>
                <a:ext uri="{FF2B5EF4-FFF2-40B4-BE49-F238E27FC236}">
                  <a16:creationId xmlns:a16="http://schemas.microsoft.com/office/drawing/2014/main" id="{5343C97A-736C-CB4E-A0C3-58EA9178C035}"/>
                </a:ext>
              </a:extLst>
            </p:cNvPr>
            <p:cNvCxnSpPr/>
            <p:nvPr/>
          </p:nvCxnSpPr>
          <p:spPr>
            <a:xfrm>
              <a:off x="10923469" y="3064677"/>
              <a:ext cx="574264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6" name="Straight Connector 285">
              <a:extLst>
                <a:ext uri="{FF2B5EF4-FFF2-40B4-BE49-F238E27FC236}">
                  <a16:creationId xmlns:a16="http://schemas.microsoft.com/office/drawing/2014/main" id="{95638F38-76DF-9646-AF7C-7B73311BC37D}"/>
                </a:ext>
              </a:extLst>
            </p:cNvPr>
            <p:cNvCxnSpPr/>
            <p:nvPr/>
          </p:nvCxnSpPr>
          <p:spPr>
            <a:xfrm>
              <a:off x="10915293" y="3242073"/>
              <a:ext cx="574264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57" name="Group 156">
            <a:extLst>
              <a:ext uri="{FF2B5EF4-FFF2-40B4-BE49-F238E27FC236}">
                <a16:creationId xmlns:a16="http://schemas.microsoft.com/office/drawing/2014/main" id="{E455C231-4F77-2943-A4A7-79D8A6F887B7}"/>
              </a:ext>
            </a:extLst>
          </p:cNvPr>
          <p:cNvGrpSpPr/>
          <p:nvPr/>
        </p:nvGrpSpPr>
        <p:grpSpPr>
          <a:xfrm>
            <a:off x="3770696" y="5033645"/>
            <a:ext cx="1286871" cy="734927"/>
            <a:chOff x="7493876" y="2774731"/>
            <a:chExt cx="1481958" cy="894622"/>
          </a:xfrm>
        </p:grpSpPr>
        <p:sp>
          <p:nvSpPr>
            <p:cNvPr id="275" name="Freeform 274">
              <a:extLst>
                <a:ext uri="{FF2B5EF4-FFF2-40B4-BE49-F238E27FC236}">
                  <a16:creationId xmlns:a16="http://schemas.microsoft.com/office/drawing/2014/main" id="{4D0698D9-69AC-074F-89C8-D8A88994A285}"/>
                </a:ext>
              </a:extLst>
            </p:cNvPr>
            <p:cNvSpPr/>
            <p:nvPr/>
          </p:nvSpPr>
          <p:spPr>
            <a:xfrm>
              <a:off x="7493876" y="3084399"/>
              <a:ext cx="1481958" cy="584954"/>
            </a:xfrm>
            <a:custGeom>
              <a:avLst/>
              <a:gdLst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76538 w 8176538"/>
                <a:gd name="connsiteY0" fmla="*/ 0 h 2638097"/>
                <a:gd name="connsiteX1" fmla="*/ 8176538 w 8176538"/>
                <a:gd name="connsiteY1" fmla="*/ 1271752 h 2638097"/>
                <a:gd name="connsiteX2" fmla="*/ 4088015 w 8176538"/>
                <a:gd name="connsiteY2" fmla="*/ 2638097 h 2638097"/>
                <a:gd name="connsiteX3" fmla="*/ 0 w 8176538"/>
                <a:gd name="connsiteY3" fmla="*/ 1269888 h 2638097"/>
                <a:gd name="connsiteX4" fmla="*/ 20511 w 8176538"/>
                <a:gd name="connsiteY4" fmla="*/ 147145 h 2638097"/>
                <a:gd name="connsiteX5" fmla="*/ 4088015 w 8176538"/>
                <a:gd name="connsiteY5" fmla="*/ 1566042 h 2638097"/>
                <a:gd name="connsiteX6" fmla="*/ 8176538 w 8176538"/>
                <a:gd name="connsiteY6" fmla="*/ 0 h 2638097"/>
                <a:gd name="connsiteX0" fmla="*/ 8176538 w 8176538"/>
                <a:gd name="connsiteY0" fmla="*/ 0 h 2772020"/>
                <a:gd name="connsiteX1" fmla="*/ 8176538 w 8176538"/>
                <a:gd name="connsiteY1" fmla="*/ 1271752 h 2772020"/>
                <a:gd name="connsiteX2" fmla="*/ 4099034 w 8176538"/>
                <a:gd name="connsiteY2" fmla="*/ 2772020 h 2772020"/>
                <a:gd name="connsiteX3" fmla="*/ 0 w 8176538"/>
                <a:gd name="connsiteY3" fmla="*/ 1269888 h 2772020"/>
                <a:gd name="connsiteX4" fmla="*/ 20511 w 8176538"/>
                <a:gd name="connsiteY4" fmla="*/ 147145 h 2772020"/>
                <a:gd name="connsiteX5" fmla="*/ 4088015 w 8176538"/>
                <a:gd name="connsiteY5" fmla="*/ 1566042 h 2772020"/>
                <a:gd name="connsiteX6" fmla="*/ 8176538 w 8176538"/>
                <a:gd name="connsiteY6" fmla="*/ 0 h 2772020"/>
                <a:gd name="connsiteX0" fmla="*/ 8176538 w 8176538"/>
                <a:gd name="connsiteY0" fmla="*/ 0 h 2772339"/>
                <a:gd name="connsiteX1" fmla="*/ 8176538 w 8176538"/>
                <a:gd name="connsiteY1" fmla="*/ 1378890 h 2772339"/>
                <a:gd name="connsiteX2" fmla="*/ 4099034 w 8176538"/>
                <a:gd name="connsiteY2" fmla="*/ 2772020 h 2772339"/>
                <a:gd name="connsiteX3" fmla="*/ 0 w 8176538"/>
                <a:gd name="connsiteY3" fmla="*/ 1269888 h 2772339"/>
                <a:gd name="connsiteX4" fmla="*/ 20511 w 8176538"/>
                <a:gd name="connsiteY4" fmla="*/ 147145 h 2772339"/>
                <a:gd name="connsiteX5" fmla="*/ 4088015 w 8176538"/>
                <a:gd name="connsiteY5" fmla="*/ 1566042 h 2772339"/>
                <a:gd name="connsiteX6" fmla="*/ 8176538 w 8176538"/>
                <a:gd name="connsiteY6" fmla="*/ 0 h 2772339"/>
                <a:gd name="connsiteX0" fmla="*/ 8176538 w 8176538"/>
                <a:gd name="connsiteY0" fmla="*/ 0 h 2825888"/>
                <a:gd name="connsiteX1" fmla="*/ 8176538 w 8176538"/>
                <a:gd name="connsiteY1" fmla="*/ 1378890 h 2825888"/>
                <a:gd name="connsiteX2" fmla="*/ 4099034 w 8176538"/>
                <a:gd name="connsiteY2" fmla="*/ 2825590 h 2825888"/>
                <a:gd name="connsiteX3" fmla="*/ 0 w 8176538"/>
                <a:gd name="connsiteY3" fmla="*/ 1269888 h 2825888"/>
                <a:gd name="connsiteX4" fmla="*/ 20511 w 8176538"/>
                <a:gd name="connsiteY4" fmla="*/ 147145 h 2825888"/>
                <a:gd name="connsiteX5" fmla="*/ 4088015 w 8176538"/>
                <a:gd name="connsiteY5" fmla="*/ 1566042 h 2825888"/>
                <a:gd name="connsiteX6" fmla="*/ 8176538 w 8176538"/>
                <a:gd name="connsiteY6" fmla="*/ 0 h 2825888"/>
                <a:gd name="connsiteX0" fmla="*/ 8165518 w 8165518"/>
                <a:gd name="connsiteY0" fmla="*/ 0 h 2825606"/>
                <a:gd name="connsiteX1" fmla="*/ 8165518 w 8165518"/>
                <a:gd name="connsiteY1" fmla="*/ 1378890 h 2825606"/>
                <a:gd name="connsiteX2" fmla="*/ 4088014 w 8165518"/>
                <a:gd name="connsiteY2" fmla="*/ 2825590 h 2825606"/>
                <a:gd name="connsiteX3" fmla="*/ 0 w 8165518"/>
                <a:gd name="connsiteY3" fmla="*/ 1403811 h 2825606"/>
                <a:gd name="connsiteX4" fmla="*/ 9491 w 8165518"/>
                <a:gd name="connsiteY4" fmla="*/ 147145 h 2825606"/>
                <a:gd name="connsiteX5" fmla="*/ 4076995 w 8165518"/>
                <a:gd name="connsiteY5" fmla="*/ 1566042 h 2825606"/>
                <a:gd name="connsiteX6" fmla="*/ 8165518 w 8165518"/>
                <a:gd name="connsiteY6" fmla="*/ 0 h 2825606"/>
                <a:gd name="connsiteX0" fmla="*/ 8165518 w 8165518"/>
                <a:gd name="connsiteY0" fmla="*/ 0 h 2879174"/>
                <a:gd name="connsiteX1" fmla="*/ 8165518 w 8165518"/>
                <a:gd name="connsiteY1" fmla="*/ 1378890 h 2879174"/>
                <a:gd name="connsiteX2" fmla="*/ 4132092 w 8165518"/>
                <a:gd name="connsiteY2" fmla="*/ 2879159 h 2879174"/>
                <a:gd name="connsiteX3" fmla="*/ 0 w 8165518"/>
                <a:gd name="connsiteY3" fmla="*/ 1403811 h 2879174"/>
                <a:gd name="connsiteX4" fmla="*/ 9491 w 8165518"/>
                <a:gd name="connsiteY4" fmla="*/ 147145 h 2879174"/>
                <a:gd name="connsiteX5" fmla="*/ 4076995 w 8165518"/>
                <a:gd name="connsiteY5" fmla="*/ 1566042 h 2879174"/>
                <a:gd name="connsiteX6" fmla="*/ 8165518 w 8165518"/>
                <a:gd name="connsiteY6" fmla="*/ 0 h 2879174"/>
                <a:gd name="connsiteX0" fmla="*/ 8165518 w 8176537"/>
                <a:gd name="connsiteY0" fmla="*/ 0 h 2879410"/>
                <a:gd name="connsiteX1" fmla="*/ 8176537 w 8176537"/>
                <a:gd name="connsiteY1" fmla="*/ 1499420 h 2879410"/>
                <a:gd name="connsiteX2" fmla="*/ 4132092 w 8176537"/>
                <a:gd name="connsiteY2" fmla="*/ 2879159 h 2879410"/>
                <a:gd name="connsiteX3" fmla="*/ 0 w 8176537"/>
                <a:gd name="connsiteY3" fmla="*/ 1403811 h 2879410"/>
                <a:gd name="connsiteX4" fmla="*/ 9491 w 8176537"/>
                <a:gd name="connsiteY4" fmla="*/ 147145 h 2879410"/>
                <a:gd name="connsiteX5" fmla="*/ 4076995 w 8176537"/>
                <a:gd name="connsiteY5" fmla="*/ 1566042 h 2879410"/>
                <a:gd name="connsiteX6" fmla="*/ 8165518 w 8176537"/>
                <a:gd name="connsiteY6" fmla="*/ 0 h 2879410"/>
                <a:gd name="connsiteX0" fmla="*/ 8165518 w 8176537"/>
                <a:gd name="connsiteY0" fmla="*/ 0 h 2879262"/>
                <a:gd name="connsiteX1" fmla="*/ 8176537 w 8176537"/>
                <a:gd name="connsiteY1" fmla="*/ 1499420 h 2879262"/>
                <a:gd name="connsiteX2" fmla="*/ 4132092 w 8176537"/>
                <a:gd name="connsiteY2" fmla="*/ 2879159 h 2879262"/>
                <a:gd name="connsiteX3" fmla="*/ 0 w 8176537"/>
                <a:gd name="connsiteY3" fmla="*/ 1403811 h 2879262"/>
                <a:gd name="connsiteX4" fmla="*/ 9491 w 8176537"/>
                <a:gd name="connsiteY4" fmla="*/ 147145 h 2879262"/>
                <a:gd name="connsiteX5" fmla="*/ 4076995 w 8176537"/>
                <a:gd name="connsiteY5" fmla="*/ 1566042 h 2879262"/>
                <a:gd name="connsiteX6" fmla="*/ 8165518 w 8176537"/>
                <a:gd name="connsiteY6" fmla="*/ 0 h 2879262"/>
                <a:gd name="connsiteX0" fmla="*/ 8165518 w 8176537"/>
                <a:gd name="connsiteY0" fmla="*/ 0 h 2879163"/>
                <a:gd name="connsiteX1" fmla="*/ 8176537 w 8176537"/>
                <a:gd name="connsiteY1" fmla="*/ 1499420 h 2879163"/>
                <a:gd name="connsiteX2" fmla="*/ 4132092 w 8176537"/>
                <a:gd name="connsiteY2" fmla="*/ 2879159 h 2879163"/>
                <a:gd name="connsiteX3" fmla="*/ 0 w 8176537"/>
                <a:gd name="connsiteY3" fmla="*/ 1510948 h 2879163"/>
                <a:gd name="connsiteX4" fmla="*/ 9491 w 8176537"/>
                <a:gd name="connsiteY4" fmla="*/ 147145 h 2879163"/>
                <a:gd name="connsiteX5" fmla="*/ 4076995 w 8176537"/>
                <a:gd name="connsiteY5" fmla="*/ 1566042 h 2879163"/>
                <a:gd name="connsiteX6" fmla="*/ 8165518 w 8176537"/>
                <a:gd name="connsiteY6" fmla="*/ 0 h 2879163"/>
                <a:gd name="connsiteX0" fmla="*/ 8165518 w 8198577"/>
                <a:gd name="connsiteY0" fmla="*/ 0 h 2879451"/>
                <a:gd name="connsiteX1" fmla="*/ 8198577 w 8198577"/>
                <a:gd name="connsiteY1" fmla="*/ 1606558 h 2879451"/>
                <a:gd name="connsiteX2" fmla="*/ 4132092 w 8198577"/>
                <a:gd name="connsiteY2" fmla="*/ 2879159 h 2879451"/>
                <a:gd name="connsiteX3" fmla="*/ 0 w 8198577"/>
                <a:gd name="connsiteY3" fmla="*/ 1510948 h 2879451"/>
                <a:gd name="connsiteX4" fmla="*/ 9491 w 8198577"/>
                <a:gd name="connsiteY4" fmla="*/ 147145 h 2879451"/>
                <a:gd name="connsiteX5" fmla="*/ 4076995 w 8198577"/>
                <a:gd name="connsiteY5" fmla="*/ 1566042 h 2879451"/>
                <a:gd name="connsiteX6" fmla="*/ 8165518 w 8198577"/>
                <a:gd name="connsiteY6" fmla="*/ 0 h 2879451"/>
                <a:gd name="connsiteX0" fmla="*/ 8165518 w 8165518"/>
                <a:gd name="connsiteY0" fmla="*/ 0 h 2880066"/>
                <a:gd name="connsiteX1" fmla="*/ 8165518 w 8165518"/>
                <a:gd name="connsiteY1" fmla="*/ 1673520 h 2880066"/>
                <a:gd name="connsiteX2" fmla="*/ 4132092 w 8165518"/>
                <a:gd name="connsiteY2" fmla="*/ 2879159 h 2880066"/>
                <a:gd name="connsiteX3" fmla="*/ 0 w 8165518"/>
                <a:gd name="connsiteY3" fmla="*/ 1510948 h 2880066"/>
                <a:gd name="connsiteX4" fmla="*/ 9491 w 8165518"/>
                <a:gd name="connsiteY4" fmla="*/ 147145 h 2880066"/>
                <a:gd name="connsiteX5" fmla="*/ 4076995 w 8165518"/>
                <a:gd name="connsiteY5" fmla="*/ 1566042 h 2880066"/>
                <a:gd name="connsiteX6" fmla="*/ 8165518 w 8165518"/>
                <a:gd name="connsiteY6" fmla="*/ 0 h 2880066"/>
                <a:gd name="connsiteX0" fmla="*/ 8156794 w 8156794"/>
                <a:gd name="connsiteY0" fmla="*/ 0 h 2879270"/>
                <a:gd name="connsiteX1" fmla="*/ 8156794 w 8156794"/>
                <a:gd name="connsiteY1" fmla="*/ 1673520 h 2879270"/>
                <a:gd name="connsiteX2" fmla="*/ 4123368 w 8156794"/>
                <a:gd name="connsiteY2" fmla="*/ 2879159 h 2879270"/>
                <a:gd name="connsiteX3" fmla="*/ 2295 w 8156794"/>
                <a:gd name="connsiteY3" fmla="*/ 1618086 h 2879270"/>
                <a:gd name="connsiteX4" fmla="*/ 767 w 8156794"/>
                <a:gd name="connsiteY4" fmla="*/ 147145 h 2879270"/>
                <a:gd name="connsiteX5" fmla="*/ 4068271 w 8156794"/>
                <a:gd name="connsiteY5" fmla="*/ 1566042 h 2879270"/>
                <a:gd name="connsiteX6" fmla="*/ 8156794 w 8156794"/>
                <a:gd name="connsiteY6" fmla="*/ 0 h 287927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20"/>
                <a:gd name="connsiteX1" fmla="*/ 8156794 w 8156794"/>
                <a:gd name="connsiteY1" fmla="*/ 1673520 h 2973020"/>
                <a:gd name="connsiteX2" fmla="*/ 4134388 w 8156794"/>
                <a:gd name="connsiteY2" fmla="*/ 2972904 h 2973020"/>
                <a:gd name="connsiteX3" fmla="*/ 2295 w 8156794"/>
                <a:gd name="connsiteY3" fmla="*/ 1618086 h 2973020"/>
                <a:gd name="connsiteX4" fmla="*/ 767 w 8156794"/>
                <a:gd name="connsiteY4" fmla="*/ 147145 h 2973020"/>
                <a:gd name="connsiteX5" fmla="*/ 4068271 w 8156794"/>
                <a:gd name="connsiteY5" fmla="*/ 1566042 h 2973020"/>
                <a:gd name="connsiteX6" fmla="*/ 8156794 w 8156794"/>
                <a:gd name="connsiteY6" fmla="*/ 0 h 2973020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141"/>
                <a:gd name="connsiteX1" fmla="*/ 8156794 w 8156794"/>
                <a:gd name="connsiteY1" fmla="*/ 1673520 h 2973141"/>
                <a:gd name="connsiteX2" fmla="*/ 4134388 w 8156794"/>
                <a:gd name="connsiteY2" fmla="*/ 2972904 h 2973141"/>
                <a:gd name="connsiteX3" fmla="*/ 2295 w 8156794"/>
                <a:gd name="connsiteY3" fmla="*/ 1618086 h 2973141"/>
                <a:gd name="connsiteX4" fmla="*/ 767 w 8156794"/>
                <a:gd name="connsiteY4" fmla="*/ 147145 h 2973141"/>
                <a:gd name="connsiteX5" fmla="*/ 4068271 w 8156794"/>
                <a:gd name="connsiteY5" fmla="*/ 1566042 h 2973141"/>
                <a:gd name="connsiteX6" fmla="*/ 8156794 w 8156794"/>
                <a:gd name="connsiteY6" fmla="*/ 0 h 2973141"/>
                <a:gd name="connsiteX0" fmla="*/ 8156794 w 8156794"/>
                <a:gd name="connsiteY0" fmla="*/ 0 h 3066827"/>
                <a:gd name="connsiteX1" fmla="*/ 8156794 w 8156794"/>
                <a:gd name="connsiteY1" fmla="*/ 1673520 h 3066827"/>
                <a:gd name="connsiteX2" fmla="*/ 4123353 w 8156794"/>
                <a:gd name="connsiteY2" fmla="*/ 3066650 h 3066827"/>
                <a:gd name="connsiteX3" fmla="*/ 2295 w 8156794"/>
                <a:gd name="connsiteY3" fmla="*/ 1618086 h 3066827"/>
                <a:gd name="connsiteX4" fmla="*/ 767 w 8156794"/>
                <a:gd name="connsiteY4" fmla="*/ 147145 h 3066827"/>
                <a:gd name="connsiteX5" fmla="*/ 4068271 w 8156794"/>
                <a:gd name="connsiteY5" fmla="*/ 1566042 h 3066827"/>
                <a:gd name="connsiteX6" fmla="*/ 8156794 w 8156794"/>
                <a:gd name="connsiteY6" fmla="*/ 0 h 3066827"/>
                <a:gd name="connsiteX0" fmla="*/ 8123689 w 8156794"/>
                <a:gd name="connsiteY0" fmla="*/ 0 h 2999866"/>
                <a:gd name="connsiteX1" fmla="*/ 8156794 w 8156794"/>
                <a:gd name="connsiteY1" fmla="*/ 1606559 h 2999866"/>
                <a:gd name="connsiteX2" fmla="*/ 4123353 w 8156794"/>
                <a:gd name="connsiteY2" fmla="*/ 2999689 h 2999866"/>
                <a:gd name="connsiteX3" fmla="*/ 2295 w 8156794"/>
                <a:gd name="connsiteY3" fmla="*/ 1551125 h 2999866"/>
                <a:gd name="connsiteX4" fmla="*/ 767 w 8156794"/>
                <a:gd name="connsiteY4" fmla="*/ 80184 h 2999866"/>
                <a:gd name="connsiteX5" fmla="*/ 4068271 w 8156794"/>
                <a:gd name="connsiteY5" fmla="*/ 1499081 h 2999866"/>
                <a:gd name="connsiteX6" fmla="*/ 8123689 w 8156794"/>
                <a:gd name="connsiteY6" fmla="*/ 0 h 2999866"/>
                <a:gd name="connsiteX0" fmla="*/ 8167828 w 8167828"/>
                <a:gd name="connsiteY0" fmla="*/ 0 h 3026651"/>
                <a:gd name="connsiteX1" fmla="*/ 8156794 w 8167828"/>
                <a:gd name="connsiteY1" fmla="*/ 1633344 h 3026651"/>
                <a:gd name="connsiteX2" fmla="*/ 4123353 w 8167828"/>
                <a:gd name="connsiteY2" fmla="*/ 3026474 h 3026651"/>
                <a:gd name="connsiteX3" fmla="*/ 2295 w 8167828"/>
                <a:gd name="connsiteY3" fmla="*/ 1577910 h 3026651"/>
                <a:gd name="connsiteX4" fmla="*/ 767 w 8167828"/>
                <a:gd name="connsiteY4" fmla="*/ 106969 h 3026651"/>
                <a:gd name="connsiteX5" fmla="*/ 4068271 w 8167828"/>
                <a:gd name="connsiteY5" fmla="*/ 1525866 h 3026651"/>
                <a:gd name="connsiteX6" fmla="*/ 8167828 w 8167828"/>
                <a:gd name="connsiteY6" fmla="*/ 0 h 3026651"/>
                <a:gd name="connsiteX0" fmla="*/ 8167828 w 8167828"/>
                <a:gd name="connsiteY0" fmla="*/ 0 h 3027228"/>
                <a:gd name="connsiteX1" fmla="*/ 8145760 w 8167828"/>
                <a:gd name="connsiteY1" fmla="*/ 1686913 h 3027228"/>
                <a:gd name="connsiteX2" fmla="*/ 4123353 w 8167828"/>
                <a:gd name="connsiteY2" fmla="*/ 3026474 h 3027228"/>
                <a:gd name="connsiteX3" fmla="*/ 2295 w 8167828"/>
                <a:gd name="connsiteY3" fmla="*/ 1577910 h 3027228"/>
                <a:gd name="connsiteX4" fmla="*/ 767 w 8167828"/>
                <a:gd name="connsiteY4" fmla="*/ 106969 h 3027228"/>
                <a:gd name="connsiteX5" fmla="*/ 4068271 w 8167828"/>
                <a:gd name="connsiteY5" fmla="*/ 1525866 h 3027228"/>
                <a:gd name="connsiteX6" fmla="*/ 8167828 w 8167828"/>
                <a:gd name="connsiteY6" fmla="*/ 0 h 3027228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23689 w 8145760"/>
                <a:gd name="connsiteY0" fmla="*/ 13560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9 w 8145760"/>
                <a:gd name="connsiteY6" fmla="*/ 13560 h 2920259"/>
                <a:gd name="connsiteX0" fmla="*/ 8178863 w 8178863"/>
                <a:gd name="connsiteY0" fmla="*/ 26952 h 2920259"/>
                <a:gd name="connsiteX1" fmla="*/ 8145760 w 8178863"/>
                <a:gd name="connsiteY1" fmla="*/ 1579944 h 2920259"/>
                <a:gd name="connsiteX2" fmla="*/ 4123353 w 8178863"/>
                <a:gd name="connsiteY2" fmla="*/ 2919505 h 2920259"/>
                <a:gd name="connsiteX3" fmla="*/ 2295 w 8178863"/>
                <a:gd name="connsiteY3" fmla="*/ 1470941 h 2920259"/>
                <a:gd name="connsiteX4" fmla="*/ 767 w 8178863"/>
                <a:gd name="connsiteY4" fmla="*/ 0 h 2920259"/>
                <a:gd name="connsiteX5" fmla="*/ 4068271 w 8178863"/>
                <a:gd name="connsiteY5" fmla="*/ 1418897 h 2920259"/>
                <a:gd name="connsiteX6" fmla="*/ 8178863 w 8178863"/>
                <a:gd name="connsiteY6" fmla="*/ 26952 h 2920259"/>
                <a:gd name="connsiteX0" fmla="*/ 8167827 w 8167827"/>
                <a:gd name="connsiteY0" fmla="*/ 40343 h 2920259"/>
                <a:gd name="connsiteX1" fmla="*/ 8145760 w 8167827"/>
                <a:gd name="connsiteY1" fmla="*/ 1579944 h 2920259"/>
                <a:gd name="connsiteX2" fmla="*/ 4123353 w 8167827"/>
                <a:gd name="connsiteY2" fmla="*/ 2919505 h 2920259"/>
                <a:gd name="connsiteX3" fmla="*/ 2295 w 8167827"/>
                <a:gd name="connsiteY3" fmla="*/ 1470941 h 2920259"/>
                <a:gd name="connsiteX4" fmla="*/ 767 w 8167827"/>
                <a:gd name="connsiteY4" fmla="*/ 0 h 2920259"/>
                <a:gd name="connsiteX5" fmla="*/ 4068271 w 8167827"/>
                <a:gd name="connsiteY5" fmla="*/ 1418897 h 2920259"/>
                <a:gd name="connsiteX6" fmla="*/ 8167827 w 8167827"/>
                <a:gd name="connsiteY6" fmla="*/ 40343 h 2920259"/>
                <a:gd name="connsiteX0" fmla="*/ 8123687 w 8145760"/>
                <a:gd name="connsiteY0" fmla="*/ 53735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7 w 8145760"/>
                <a:gd name="connsiteY6" fmla="*/ 53735 h 2920259"/>
                <a:gd name="connsiteX0" fmla="*/ 8161918 w 8161918"/>
                <a:gd name="connsiteY0" fmla="*/ 0 h 2943855"/>
                <a:gd name="connsiteX1" fmla="*/ 8145760 w 8161918"/>
                <a:gd name="connsiteY1" fmla="*/ 1603540 h 2943855"/>
                <a:gd name="connsiteX2" fmla="*/ 4123353 w 8161918"/>
                <a:gd name="connsiteY2" fmla="*/ 2943101 h 2943855"/>
                <a:gd name="connsiteX3" fmla="*/ 2295 w 8161918"/>
                <a:gd name="connsiteY3" fmla="*/ 1494537 h 2943855"/>
                <a:gd name="connsiteX4" fmla="*/ 767 w 8161918"/>
                <a:gd name="connsiteY4" fmla="*/ 23596 h 2943855"/>
                <a:gd name="connsiteX5" fmla="*/ 4068271 w 8161918"/>
                <a:gd name="connsiteY5" fmla="*/ 1442493 h 2943855"/>
                <a:gd name="connsiteX6" fmla="*/ 8161918 w 8161918"/>
                <a:gd name="connsiteY6" fmla="*/ 0 h 2943855"/>
                <a:gd name="connsiteX0" fmla="*/ 8144926 w 8145760"/>
                <a:gd name="connsiteY0" fmla="*/ 43424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44926 w 8145760"/>
                <a:gd name="connsiteY6" fmla="*/ 43424 h 2920259"/>
                <a:gd name="connsiteX0" fmla="*/ 8161918 w 8161918"/>
                <a:gd name="connsiteY0" fmla="*/ 0 h 2959321"/>
                <a:gd name="connsiteX1" fmla="*/ 8145760 w 8161918"/>
                <a:gd name="connsiteY1" fmla="*/ 1619006 h 2959321"/>
                <a:gd name="connsiteX2" fmla="*/ 4123353 w 8161918"/>
                <a:gd name="connsiteY2" fmla="*/ 2958567 h 2959321"/>
                <a:gd name="connsiteX3" fmla="*/ 2295 w 8161918"/>
                <a:gd name="connsiteY3" fmla="*/ 1510003 h 2959321"/>
                <a:gd name="connsiteX4" fmla="*/ 767 w 8161918"/>
                <a:gd name="connsiteY4" fmla="*/ 39062 h 2959321"/>
                <a:gd name="connsiteX5" fmla="*/ 4068271 w 8161918"/>
                <a:gd name="connsiteY5" fmla="*/ 1457959 h 2959321"/>
                <a:gd name="connsiteX6" fmla="*/ 8161918 w 8161918"/>
                <a:gd name="connsiteY6" fmla="*/ 0 h 2959321"/>
                <a:gd name="connsiteX0" fmla="*/ 8161918 w 8162752"/>
                <a:gd name="connsiteY0" fmla="*/ 0 h 2959488"/>
                <a:gd name="connsiteX1" fmla="*/ 8162752 w 8162752"/>
                <a:gd name="connsiteY1" fmla="*/ 1629317 h 2959488"/>
                <a:gd name="connsiteX2" fmla="*/ 4123353 w 8162752"/>
                <a:gd name="connsiteY2" fmla="*/ 2958567 h 2959488"/>
                <a:gd name="connsiteX3" fmla="*/ 2295 w 8162752"/>
                <a:gd name="connsiteY3" fmla="*/ 1510003 h 2959488"/>
                <a:gd name="connsiteX4" fmla="*/ 767 w 8162752"/>
                <a:gd name="connsiteY4" fmla="*/ 39062 h 2959488"/>
                <a:gd name="connsiteX5" fmla="*/ 4068271 w 8162752"/>
                <a:gd name="connsiteY5" fmla="*/ 1457959 h 2959488"/>
                <a:gd name="connsiteX6" fmla="*/ 8161918 w 8162752"/>
                <a:gd name="connsiteY6" fmla="*/ 0 h 2959488"/>
                <a:gd name="connsiteX0" fmla="*/ 8165930 w 8166764"/>
                <a:gd name="connsiteY0" fmla="*/ 7337 h 2966825"/>
                <a:gd name="connsiteX1" fmla="*/ 8166764 w 8166764"/>
                <a:gd name="connsiteY1" fmla="*/ 1636654 h 2966825"/>
                <a:gd name="connsiteX2" fmla="*/ 4127365 w 8166764"/>
                <a:gd name="connsiteY2" fmla="*/ 2965904 h 2966825"/>
                <a:gd name="connsiteX3" fmla="*/ 6307 w 8166764"/>
                <a:gd name="connsiteY3" fmla="*/ 1517340 h 2966825"/>
                <a:gd name="connsiteX4" fmla="*/ 532 w 8166764"/>
                <a:gd name="connsiteY4" fmla="*/ 0 h 2966825"/>
                <a:gd name="connsiteX5" fmla="*/ 4072283 w 8166764"/>
                <a:gd name="connsiteY5" fmla="*/ 1465296 h 2966825"/>
                <a:gd name="connsiteX6" fmla="*/ 8165930 w 8166764"/>
                <a:gd name="connsiteY6" fmla="*/ 7337 h 2966825"/>
                <a:gd name="connsiteX0" fmla="*/ 8168119 w 8168953"/>
                <a:gd name="connsiteY0" fmla="*/ 7337 h 2966682"/>
                <a:gd name="connsiteX1" fmla="*/ 8168953 w 8168953"/>
                <a:gd name="connsiteY1" fmla="*/ 1636654 h 2966682"/>
                <a:gd name="connsiteX2" fmla="*/ 4129554 w 8168953"/>
                <a:gd name="connsiteY2" fmla="*/ 2965904 h 2966682"/>
                <a:gd name="connsiteX3" fmla="*/ 0 w 8168953"/>
                <a:gd name="connsiteY3" fmla="*/ 1527651 h 2966682"/>
                <a:gd name="connsiteX4" fmla="*/ 2721 w 8168953"/>
                <a:gd name="connsiteY4" fmla="*/ 0 h 2966682"/>
                <a:gd name="connsiteX5" fmla="*/ 4074472 w 8168953"/>
                <a:gd name="connsiteY5" fmla="*/ 1465296 h 2966682"/>
                <a:gd name="connsiteX6" fmla="*/ 8168119 w 8168953"/>
                <a:gd name="connsiteY6" fmla="*/ 7337 h 2966682"/>
                <a:gd name="connsiteX0" fmla="*/ 8168119 w 8168953"/>
                <a:gd name="connsiteY0" fmla="*/ 7337 h 3100377"/>
                <a:gd name="connsiteX1" fmla="*/ 8168953 w 8168953"/>
                <a:gd name="connsiteY1" fmla="*/ 1636654 h 3100377"/>
                <a:gd name="connsiteX2" fmla="*/ 4118520 w 8168953"/>
                <a:gd name="connsiteY2" fmla="*/ 3099826 h 3100377"/>
                <a:gd name="connsiteX3" fmla="*/ 0 w 8168953"/>
                <a:gd name="connsiteY3" fmla="*/ 1527651 h 3100377"/>
                <a:gd name="connsiteX4" fmla="*/ 2721 w 8168953"/>
                <a:gd name="connsiteY4" fmla="*/ 0 h 3100377"/>
                <a:gd name="connsiteX5" fmla="*/ 4074472 w 8168953"/>
                <a:gd name="connsiteY5" fmla="*/ 1465296 h 3100377"/>
                <a:gd name="connsiteX6" fmla="*/ 8168119 w 8168953"/>
                <a:gd name="connsiteY6" fmla="*/ 7337 h 3100377"/>
                <a:gd name="connsiteX0" fmla="*/ 8168119 w 8168953"/>
                <a:gd name="connsiteY0" fmla="*/ 7337 h 3100429"/>
                <a:gd name="connsiteX1" fmla="*/ 8168953 w 8168953"/>
                <a:gd name="connsiteY1" fmla="*/ 1636654 h 3100429"/>
                <a:gd name="connsiteX2" fmla="*/ 4118520 w 8168953"/>
                <a:gd name="connsiteY2" fmla="*/ 3099826 h 3100429"/>
                <a:gd name="connsiteX3" fmla="*/ 0 w 8168953"/>
                <a:gd name="connsiteY3" fmla="*/ 1527651 h 3100429"/>
                <a:gd name="connsiteX4" fmla="*/ 2721 w 8168953"/>
                <a:gd name="connsiteY4" fmla="*/ 0 h 3100429"/>
                <a:gd name="connsiteX5" fmla="*/ 4074472 w 8168953"/>
                <a:gd name="connsiteY5" fmla="*/ 1465296 h 3100429"/>
                <a:gd name="connsiteX6" fmla="*/ 8168119 w 8168953"/>
                <a:gd name="connsiteY6" fmla="*/ 7337 h 3100429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166683" h="3099826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bg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                  </a:t>
              </a:r>
            </a:p>
          </p:txBody>
        </p:sp>
        <p:sp>
          <p:nvSpPr>
            <p:cNvPr id="276" name="Oval 275">
              <a:extLst>
                <a:ext uri="{FF2B5EF4-FFF2-40B4-BE49-F238E27FC236}">
                  <a16:creationId xmlns:a16="http://schemas.microsoft.com/office/drawing/2014/main" id="{59DCF5EE-AB68-B240-BE5F-5203162A964D}"/>
                </a:ext>
              </a:extLst>
            </p:cNvPr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             </a:t>
              </a:r>
            </a:p>
          </p:txBody>
        </p:sp>
        <p:grpSp>
          <p:nvGrpSpPr>
            <p:cNvPr id="277" name="Group 276">
              <a:extLst>
                <a:ext uri="{FF2B5EF4-FFF2-40B4-BE49-F238E27FC236}">
                  <a16:creationId xmlns:a16="http://schemas.microsoft.com/office/drawing/2014/main" id="{170C8D46-5FC3-C145-B11A-7CB2D312B360}"/>
                </a:ext>
              </a:extLst>
            </p:cNvPr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278" name="Freeform 277">
                <a:extLst>
                  <a:ext uri="{FF2B5EF4-FFF2-40B4-BE49-F238E27FC236}">
                    <a16:creationId xmlns:a16="http://schemas.microsoft.com/office/drawing/2014/main" id="{AF04230D-700C-C549-99E0-41EBB2B22DD5}"/>
                  </a:ext>
                </a:extLst>
              </p:cNvPr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avLst/>
                <a:gdLst>
                  <a:gd name="connsiteX0" fmla="*/ 3725333 w 4588933"/>
                  <a:gd name="connsiteY0" fmla="*/ 0 h 1049866"/>
                  <a:gd name="connsiteX1" fmla="*/ 4588933 w 4588933"/>
                  <a:gd name="connsiteY1" fmla="*/ 270933 h 1049866"/>
                  <a:gd name="connsiteX2" fmla="*/ 3962400 w 4588933"/>
                  <a:gd name="connsiteY2" fmla="*/ 541866 h 1049866"/>
                  <a:gd name="connsiteX3" fmla="*/ 3742267 w 4588933"/>
                  <a:gd name="connsiteY3" fmla="*/ 457200 h 1049866"/>
                  <a:gd name="connsiteX4" fmla="*/ 2269067 w 4588933"/>
                  <a:gd name="connsiteY4" fmla="*/ 1049866 h 1049866"/>
                  <a:gd name="connsiteX5" fmla="*/ 880533 w 4588933"/>
                  <a:gd name="connsiteY5" fmla="*/ 457200 h 1049866"/>
                  <a:gd name="connsiteX6" fmla="*/ 592667 w 4588933"/>
                  <a:gd name="connsiteY6" fmla="*/ 541866 h 1049866"/>
                  <a:gd name="connsiteX7" fmla="*/ 0 w 4588933"/>
                  <a:gd name="connsiteY7" fmla="*/ 254000 h 1049866"/>
                  <a:gd name="connsiteX8" fmla="*/ 880533 w 4588933"/>
                  <a:gd name="connsiteY8" fmla="*/ 16933 h 1049866"/>
                  <a:gd name="connsiteX9" fmla="*/ 2302933 w 4588933"/>
                  <a:gd name="connsiteY9" fmla="*/ 626533 h 1049866"/>
                  <a:gd name="connsiteX10" fmla="*/ 3725333 w 4588933"/>
                  <a:gd name="connsiteY10" fmla="*/ 0 h 1049866"/>
                  <a:gd name="connsiteX0" fmla="*/ 3725333 w 4641485"/>
                  <a:gd name="connsiteY0" fmla="*/ 0 h 1049866"/>
                  <a:gd name="connsiteX1" fmla="*/ 4641485 w 4641485"/>
                  <a:gd name="connsiteY1" fmla="*/ 239402 h 1049866"/>
                  <a:gd name="connsiteX2" fmla="*/ 3962400 w 4641485"/>
                  <a:gd name="connsiteY2" fmla="*/ 541866 h 1049866"/>
                  <a:gd name="connsiteX3" fmla="*/ 3742267 w 4641485"/>
                  <a:gd name="connsiteY3" fmla="*/ 457200 h 1049866"/>
                  <a:gd name="connsiteX4" fmla="*/ 2269067 w 4641485"/>
                  <a:gd name="connsiteY4" fmla="*/ 1049866 h 1049866"/>
                  <a:gd name="connsiteX5" fmla="*/ 880533 w 4641485"/>
                  <a:gd name="connsiteY5" fmla="*/ 457200 h 1049866"/>
                  <a:gd name="connsiteX6" fmla="*/ 592667 w 4641485"/>
                  <a:gd name="connsiteY6" fmla="*/ 541866 h 1049866"/>
                  <a:gd name="connsiteX7" fmla="*/ 0 w 4641485"/>
                  <a:gd name="connsiteY7" fmla="*/ 254000 h 1049866"/>
                  <a:gd name="connsiteX8" fmla="*/ 880533 w 4641485"/>
                  <a:gd name="connsiteY8" fmla="*/ 16933 h 1049866"/>
                  <a:gd name="connsiteX9" fmla="*/ 2302933 w 4641485"/>
                  <a:gd name="connsiteY9" fmla="*/ 626533 h 1049866"/>
                  <a:gd name="connsiteX10" fmla="*/ 3725333 w 4641485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73798 w 4673016"/>
                  <a:gd name="connsiteY3" fmla="*/ 45720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84308 w 4673016"/>
                  <a:gd name="connsiteY3" fmla="*/ 404648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815839 w 4673016"/>
                  <a:gd name="connsiteY3" fmla="*/ 46771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4673016" h="104986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79" name="Freeform 278">
                <a:extLst>
                  <a:ext uri="{FF2B5EF4-FFF2-40B4-BE49-F238E27FC236}">
                    <a16:creationId xmlns:a16="http://schemas.microsoft.com/office/drawing/2014/main" id="{4D1E1E76-B8D0-7C4B-9A0D-667DF456C814}"/>
                  </a:ext>
                </a:extLst>
              </p:cNvPr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avLst/>
                <a:gdLst>
                  <a:gd name="connsiteX0" fmla="*/ 21021 w 1744718"/>
                  <a:gd name="connsiteY0" fmla="*/ 0 h 903890"/>
                  <a:gd name="connsiteX1" fmla="*/ 1744718 w 1744718"/>
                  <a:gd name="connsiteY1" fmla="*/ 693683 h 903890"/>
                  <a:gd name="connsiteX2" fmla="*/ 1145628 w 1744718"/>
                  <a:gd name="connsiteY2" fmla="*/ 903890 h 903890"/>
                  <a:gd name="connsiteX3" fmla="*/ 0 w 1744718"/>
                  <a:gd name="connsiteY3" fmla="*/ 451945 h 903890"/>
                  <a:gd name="connsiteX4" fmla="*/ 21021 w 1744718"/>
                  <a:gd name="connsiteY4" fmla="*/ 0 h 9038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44718" h="903890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80" name="Freeform 279">
                <a:extLst>
                  <a:ext uri="{FF2B5EF4-FFF2-40B4-BE49-F238E27FC236}">
                    <a16:creationId xmlns:a16="http://schemas.microsoft.com/office/drawing/2014/main" id="{B9903FEA-8DB2-E54A-AD78-7A6E5A6847E0}"/>
                  </a:ext>
                </a:extLst>
              </p:cNvPr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avLst/>
                <a:gdLst>
                  <a:gd name="connsiteX0" fmla="*/ 1702676 w 1713187"/>
                  <a:gd name="connsiteY0" fmla="*/ 0 h 893380"/>
                  <a:gd name="connsiteX1" fmla="*/ 1713187 w 1713187"/>
                  <a:gd name="connsiteY1" fmla="*/ 472966 h 893380"/>
                  <a:gd name="connsiteX2" fmla="*/ 578069 w 1713187"/>
                  <a:gd name="connsiteY2" fmla="*/ 893380 h 893380"/>
                  <a:gd name="connsiteX3" fmla="*/ 0 w 1713187"/>
                  <a:gd name="connsiteY3" fmla="*/ 693683 h 893380"/>
                  <a:gd name="connsiteX4" fmla="*/ 1702676 w 1713187"/>
                  <a:gd name="connsiteY4" fmla="*/ 0 h 8933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13187" h="893380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81" name="Freeform 280">
                <a:extLst>
                  <a:ext uri="{FF2B5EF4-FFF2-40B4-BE49-F238E27FC236}">
                    <a16:creationId xmlns:a16="http://schemas.microsoft.com/office/drawing/2014/main" id="{B092F8C6-79B6-BC42-B991-7922CC9AB625}"/>
                  </a:ext>
                </a:extLst>
              </p:cNvPr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avLst/>
                <a:gdLst>
                  <a:gd name="connsiteX0" fmla="*/ 599089 w 4162096"/>
                  <a:gd name="connsiteY0" fmla="*/ 273269 h 1618593"/>
                  <a:gd name="connsiteX1" fmla="*/ 882869 w 4162096"/>
                  <a:gd name="connsiteY1" fmla="*/ 199697 h 1618593"/>
                  <a:gd name="connsiteX2" fmla="*/ 2312276 w 4162096"/>
                  <a:gd name="connsiteY2" fmla="*/ 798786 h 1618593"/>
                  <a:gd name="connsiteX3" fmla="*/ 3794234 w 4162096"/>
                  <a:gd name="connsiteY3" fmla="*/ 199697 h 1618593"/>
                  <a:gd name="connsiteX4" fmla="*/ 4014951 w 4162096"/>
                  <a:gd name="connsiteY4" fmla="*/ 273269 h 1618593"/>
                  <a:gd name="connsiteX5" fmla="*/ 3058510 w 4162096"/>
                  <a:gd name="connsiteY5" fmla="*/ 641131 h 1618593"/>
                  <a:gd name="connsiteX6" fmla="*/ 3026979 w 4162096"/>
                  <a:gd name="connsiteY6" fmla="*/ 1114097 h 1618593"/>
                  <a:gd name="connsiteX7" fmla="*/ 4162096 w 4162096"/>
                  <a:gd name="connsiteY7" fmla="*/ 1545021 h 1618593"/>
                  <a:gd name="connsiteX8" fmla="*/ 3878317 w 4162096"/>
                  <a:gd name="connsiteY8" fmla="*/ 1608083 h 1618593"/>
                  <a:gd name="connsiteX9" fmla="*/ 2301765 w 4162096"/>
                  <a:gd name="connsiteY9" fmla="*/ 945931 h 1618593"/>
                  <a:gd name="connsiteX10" fmla="*/ 693682 w 4162096"/>
                  <a:gd name="connsiteY10" fmla="*/ 1618593 h 1618593"/>
                  <a:gd name="connsiteX11" fmla="*/ 430924 w 4162096"/>
                  <a:gd name="connsiteY11" fmla="*/ 1524000 h 1618593"/>
                  <a:gd name="connsiteX12" fmla="*/ 1576551 w 4162096"/>
                  <a:gd name="connsiteY12" fmla="*/ 1082566 h 1618593"/>
                  <a:gd name="connsiteX13" fmla="*/ 1545020 w 4162096"/>
                  <a:gd name="connsiteY13" fmla="*/ 609600 h 1618593"/>
                  <a:gd name="connsiteX14" fmla="*/ 0 w 4162096"/>
                  <a:gd name="connsiteY14" fmla="*/ 0 h 1618593"/>
                  <a:gd name="connsiteX15" fmla="*/ 872358 w 4162096"/>
                  <a:gd name="connsiteY15" fmla="*/ 210207 h 1618593"/>
                  <a:gd name="connsiteX16" fmla="*/ 872358 w 4162096"/>
                  <a:gd name="connsiteY16" fmla="*/ 210207 h 1618593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15" fmla="*/ 441434 w 3731172"/>
                  <a:gd name="connsiteY15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357351 w 3731172"/>
                  <a:gd name="connsiteY14" fmla="*/ 115613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56137 w 3731172"/>
                  <a:gd name="connsiteY13" fmla="*/ 441434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903890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575034 w 3710151"/>
                  <a:gd name="connsiteY6" fmla="*/ 91440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06565 w 3710151"/>
                  <a:gd name="connsiteY6" fmla="*/ 92491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5151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09858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62012 w 3725019"/>
                  <a:gd name="connsiteY0" fmla="*/ 73572 h 1418896"/>
                  <a:gd name="connsiteX1" fmla="*/ 445792 w 3725019"/>
                  <a:gd name="connsiteY1" fmla="*/ 0 h 1418896"/>
                  <a:gd name="connsiteX2" fmla="*/ 1852896 w 3725019"/>
                  <a:gd name="connsiteY2" fmla="*/ 591655 h 1418896"/>
                  <a:gd name="connsiteX3" fmla="*/ 3357157 w 3725019"/>
                  <a:gd name="connsiteY3" fmla="*/ 0 h 1418896"/>
                  <a:gd name="connsiteX4" fmla="*/ 3577874 w 3725019"/>
                  <a:gd name="connsiteY4" fmla="*/ 73572 h 1418896"/>
                  <a:gd name="connsiteX5" fmla="*/ 2632585 w 3725019"/>
                  <a:gd name="connsiteY5" fmla="*/ 448868 h 1418896"/>
                  <a:gd name="connsiteX6" fmla="*/ 2625150 w 3725019"/>
                  <a:gd name="connsiteY6" fmla="*/ 902607 h 1418896"/>
                  <a:gd name="connsiteX7" fmla="*/ 3725019 w 3725019"/>
                  <a:gd name="connsiteY7" fmla="*/ 1345324 h 1418896"/>
                  <a:gd name="connsiteX8" fmla="*/ 3441240 w 3725019"/>
                  <a:gd name="connsiteY8" fmla="*/ 1408386 h 1418896"/>
                  <a:gd name="connsiteX9" fmla="*/ 1864688 w 3725019"/>
                  <a:gd name="connsiteY9" fmla="*/ 746234 h 1418896"/>
                  <a:gd name="connsiteX10" fmla="*/ 256605 w 3725019"/>
                  <a:gd name="connsiteY10" fmla="*/ 1418896 h 1418896"/>
                  <a:gd name="connsiteX11" fmla="*/ 0 w 3725019"/>
                  <a:gd name="connsiteY11" fmla="*/ 1331097 h 1418896"/>
                  <a:gd name="connsiteX12" fmla="*/ 1113454 w 3725019"/>
                  <a:gd name="connsiteY12" fmla="*/ 903890 h 1418896"/>
                  <a:gd name="connsiteX13" fmla="*/ 1102302 w 3725019"/>
                  <a:gd name="connsiteY13" fmla="*/ 451945 h 1418896"/>
                  <a:gd name="connsiteX14" fmla="*/ 183032 w 3725019"/>
                  <a:gd name="connsiteY14" fmla="*/ 84081 h 1418896"/>
                  <a:gd name="connsiteX15" fmla="*/ 162012 w 3725019"/>
                  <a:gd name="connsiteY15" fmla="*/ 73572 h 14188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725019" h="1418896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</p:grpSp>
      <p:grpSp>
        <p:nvGrpSpPr>
          <p:cNvPr id="158" name="Group 124">
            <a:extLst>
              <a:ext uri="{FF2B5EF4-FFF2-40B4-BE49-F238E27FC236}">
                <a16:creationId xmlns:a16="http://schemas.microsoft.com/office/drawing/2014/main" id="{BC5A178C-850C-0546-B828-A97A5F9A9008}"/>
              </a:ext>
            </a:extLst>
          </p:cNvPr>
          <p:cNvGrpSpPr>
            <a:grpSpLocks/>
          </p:cNvGrpSpPr>
          <p:nvPr/>
        </p:nvGrpSpPr>
        <p:grpSpPr bwMode="auto">
          <a:xfrm>
            <a:off x="1317421" y="3877120"/>
            <a:ext cx="645431" cy="569172"/>
            <a:chOff x="-44" y="1473"/>
            <a:chExt cx="981" cy="1105"/>
          </a:xfrm>
        </p:grpSpPr>
        <p:pic>
          <p:nvPicPr>
            <p:cNvPr id="273" name="Picture 125" descr="desktop_computer_stylized_medium">
              <a:extLst>
                <a:ext uri="{FF2B5EF4-FFF2-40B4-BE49-F238E27FC236}">
                  <a16:creationId xmlns:a16="http://schemas.microsoft.com/office/drawing/2014/main" id="{8B5BD8CE-2A84-E846-817A-1550E18BFB74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274" name="Freeform 126">
              <a:extLst>
                <a:ext uri="{FF2B5EF4-FFF2-40B4-BE49-F238E27FC236}">
                  <a16:creationId xmlns:a16="http://schemas.microsoft.com/office/drawing/2014/main" id="{56638146-3603-4B43-8C07-22A53DD29F79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5595 w 356"/>
                <a:gd name="T3" fmla="*/ 341 h 368"/>
                <a:gd name="T4" fmla="*/ 6638 w 356"/>
                <a:gd name="T5" fmla="*/ 7113 h 368"/>
                <a:gd name="T6" fmla="*/ 1463 w 356"/>
                <a:gd name="T7" fmla="*/ 8895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 cmpd="sng">
                  <a:solidFill>
                    <a:schemeClr val="tx1"/>
                  </a:solidFill>
                  <a:prstDash val="solid"/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</p:grpSp>
      <p:sp>
        <p:nvSpPr>
          <p:cNvPr id="160" name="Freeform 12">
            <a:extLst>
              <a:ext uri="{FF2B5EF4-FFF2-40B4-BE49-F238E27FC236}">
                <a16:creationId xmlns:a16="http://schemas.microsoft.com/office/drawing/2014/main" id="{B265A6FF-6F16-644A-A3DA-369A224CF48A}"/>
              </a:ext>
            </a:extLst>
          </p:cNvPr>
          <p:cNvSpPr>
            <a:spLocks/>
          </p:cNvSpPr>
          <p:nvPr/>
        </p:nvSpPr>
        <p:spPr bwMode="auto">
          <a:xfrm flipH="1">
            <a:off x="978210" y="4681606"/>
            <a:ext cx="308091" cy="1217281"/>
          </a:xfrm>
          <a:custGeom>
            <a:avLst/>
            <a:gdLst>
              <a:gd name="T0" fmla="*/ 2147483647 w 366"/>
              <a:gd name="T1" fmla="*/ 2147483647 h 1284"/>
              <a:gd name="T2" fmla="*/ 2147483647 w 366"/>
              <a:gd name="T3" fmla="*/ 0 h 1284"/>
              <a:gd name="T4" fmla="*/ 0 w 366"/>
              <a:gd name="T5" fmla="*/ 2147483647 h 1284"/>
              <a:gd name="T6" fmla="*/ 2147483647 w 366"/>
              <a:gd name="T7" fmla="*/ 2147483647 h 1284"/>
              <a:gd name="T8" fmla="*/ 2147483647 w 366"/>
              <a:gd name="T9" fmla="*/ 2147483647 h 1284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366" h="1284">
                <a:moveTo>
                  <a:pt x="366" y="1278"/>
                </a:moveTo>
                <a:lnTo>
                  <a:pt x="12" y="0"/>
                </a:lnTo>
                <a:lnTo>
                  <a:pt x="0" y="1224"/>
                </a:lnTo>
                <a:lnTo>
                  <a:pt x="186" y="1284"/>
                </a:lnTo>
                <a:lnTo>
                  <a:pt x="366" y="1278"/>
                </a:lnTo>
                <a:close/>
              </a:path>
            </a:pathLst>
          </a:custGeom>
          <a:gradFill rotWithShape="1">
            <a:gsLst>
              <a:gs pos="0">
                <a:srgbClr val="B2B2B2"/>
              </a:gs>
              <a:gs pos="100000">
                <a:srgbClr val="FFFFFF"/>
              </a:gs>
            </a:gsLst>
            <a:lin ang="0" scaled="1"/>
          </a:gradFill>
          <a:ln w="9525">
            <a:noFill/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161" name="Line 33">
            <a:extLst>
              <a:ext uri="{FF2B5EF4-FFF2-40B4-BE49-F238E27FC236}">
                <a16:creationId xmlns:a16="http://schemas.microsoft.com/office/drawing/2014/main" id="{C878E23C-4C42-2D44-B41A-E547E44A04AD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2405566" y="4856096"/>
            <a:ext cx="1134865" cy="113419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162" name="Text Box 42">
            <a:extLst>
              <a:ext uri="{FF2B5EF4-FFF2-40B4-BE49-F238E27FC236}">
                <a16:creationId xmlns:a16="http://schemas.microsoft.com/office/drawing/2014/main" id="{DFAA6AE2-F5C0-4846-83FF-51CD9D3430C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88616" y="3529817"/>
            <a:ext cx="1122503" cy="31782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Host A</a:t>
            </a:r>
            <a:endParaRPr kumimoji="0" lang="en-US" altLang="en-US" sz="4000" b="0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Comic Sans MS" panose="030F0902030302020204" pitchFamily="66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163" name="Text Box 52">
            <a:extLst>
              <a:ext uri="{FF2B5EF4-FFF2-40B4-BE49-F238E27FC236}">
                <a16:creationId xmlns:a16="http://schemas.microsoft.com/office/drawing/2014/main" id="{697CE3BC-08E3-0743-B33B-A06D8A9715A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83435" y="6053488"/>
            <a:ext cx="981577" cy="31782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13A3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Host B</a:t>
            </a:r>
            <a:endParaRPr kumimoji="0" lang="en-US" altLang="en-US" sz="4000" b="0" i="0" u="none" strike="noStrike" kern="1200" cap="none" spc="0" normalizeH="0" baseline="0" noProof="0" dirty="0">
              <a:ln>
                <a:noFill/>
              </a:ln>
              <a:solidFill>
                <a:srgbClr val="0013A3"/>
              </a:solidFill>
              <a:effectLst/>
              <a:uLnTx/>
              <a:uFillTx/>
              <a:latin typeface="Comic Sans MS" panose="030F0902030302020204" pitchFamily="66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164" name="Line 53">
            <a:extLst>
              <a:ext uri="{FF2B5EF4-FFF2-40B4-BE49-F238E27FC236}">
                <a16:creationId xmlns:a16="http://schemas.microsoft.com/office/drawing/2014/main" id="{66A4B303-46B3-9E4D-A4D5-76E145975885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002248" y="5379569"/>
            <a:ext cx="748777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165" name="Line 54">
            <a:extLst>
              <a:ext uri="{FF2B5EF4-FFF2-40B4-BE49-F238E27FC236}">
                <a16:creationId xmlns:a16="http://schemas.microsoft.com/office/drawing/2014/main" id="{17F5C019-D2C3-9C47-8837-56EB26DFF684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4991187" y="5379569"/>
            <a:ext cx="748777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166" name="Line 55">
            <a:extLst>
              <a:ext uri="{FF2B5EF4-FFF2-40B4-BE49-F238E27FC236}">
                <a16:creationId xmlns:a16="http://schemas.microsoft.com/office/drawing/2014/main" id="{5B033825-3CFA-7B48-B2A8-5386F733A453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5143282" y="4856096"/>
            <a:ext cx="1134865" cy="113419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167" name="Line 57">
            <a:extLst>
              <a:ext uri="{FF2B5EF4-FFF2-40B4-BE49-F238E27FC236}">
                <a16:creationId xmlns:a16="http://schemas.microsoft.com/office/drawing/2014/main" id="{6C1DD6E4-4DE9-0F41-BF04-1F6DF97D23BF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6275655" y="4856289"/>
            <a:ext cx="540134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grpSp>
        <p:nvGrpSpPr>
          <p:cNvPr id="173" name="Group 127">
            <a:extLst>
              <a:ext uri="{FF2B5EF4-FFF2-40B4-BE49-F238E27FC236}">
                <a16:creationId xmlns:a16="http://schemas.microsoft.com/office/drawing/2014/main" id="{3808CE02-5C3D-C346-BEE9-B6E121BF954D}"/>
              </a:ext>
            </a:extLst>
          </p:cNvPr>
          <p:cNvGrpSpPr>
            <a:grpSpLocks/>
          </p:cNvGrpSpPr>
          <p:nvPr/>
        </p:nvGrpSpPr>
        <p:grpSpPr bwMode="auto">
          <a:xfrm>
            <a:off x="7531958" y="4473878"/>
            <a:ext cx="284691" cy="577481"/>
            <a:chOff x="4140" y="429"/>
            <a:chExt cx="1425" cy="2396"/>
          </a:xfrm>
        </p:grpSpPr>
        <p:sp>
          <p:nvSpPr>
            <p:cNvPr id="233" name="Freeform 128">
              <a:extLst>
                <a:ext uri="{FF2B5EF4-FFF2-40B4-BE49-F238E27FC236}">
                  <a16:creationId xmlns:a16="http://schemas.microsoft.com/office/drawing/2014/main" id="{811C558B-4215-704B-94D0-E1230464502E}"/>
                </a:ext>
              </a:extLst>
            </p:cNvPr>
            <p:cNvSpPr>
              <a:spLocks/>
            </p:cNvSpPr>
            <p:nvPr/>
          </p:nvSpPr>
          <p:spPr bwMode="auto">
            <a:xfrm>
              <a:off x="5268" y="433"/>
              <a:ext cx="283" cy="2286"/>
            </a:xfrm>
            <a:custGeom>
              <a:avLst/>
              <a:gdLst>
                <a:gd name="T0" fmla="*/ 7 w 354"/>
                <a:gd name="T1" fmla="*/ 0 h 2742"/>
                <a:gd name="T2" fmla="*/ 38 w 354"/>
                <a:gd name="T3" fmla="*/ 55 h 2742"/>
                <a:gd name="T4" fmla="*/ 37 w 354"/>
                <a:gd name="T5" fmla="*/ 425 h 2742"/>
                <a:gd name="T6" fmla="*/ 0 w 354"/>
                <a:gd name="T7" fmla="*/ 445 h 2742"/>
                <a:gd name="T8" fmla="*/ 7 w 354"/>
                <a:gd name="T9" fmla="*/ 0 h 274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4" h="2742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 rotWithShape="1"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234" name="Rectangle 129">
              <a:extLst>
                <a:ext uri="{FF2B5EF4-FFF2-40B4-BE49-F238E27FC236}">
                  <a16:creationId xmlns:a16="http://schemas.microsoft.com/office/drawing/2014/main" id="{83BDE6F4-12C8-254F-99E6-1AC22AB23A6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08" y="429"/>
              <a:ext cx="1044" cy="2284"/>
            </a:xfrm>
            <a:prstGeom prst="rect">
              <a:avLst/>
            </a:pr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235" name="Freeform 130">
              <a:extLst>
                <a:ext uri="{FF2B5EF4-FFF2-40B4-BE49-F238E27FC236}">
                  <a16:creationId xmlns:a16="http://schemas.microsoft.com/office/drawing/2014/main" id="{505E1BFF-3C9F-B243-B5B0-75BB0D03FC89}"/>
                </a:ext>
              </a:extLst>
            </p:cNvPr>
            <p:cNvSpPr>
              <a:spLocks/>
            </p:cNvSpPr>
            <p:nvPr/>
          </p:nvSpPr>
          <p:spPr bwMode="auto">
            <a:xfrm>
              <a:off x="5321" y="570"/>
              <a:ext cx="169" cy="2115"/>
            </a:xfrm>
            <a:custGeom>
              <a:avLst/>
              <a:gdLst>
                <a:gd name="T0" fmla="*/ 2 w 211"/>
                <a:gd name="T1" fmla="*/ 0 h 2537"/>
                <a:gd name="T2" fmla="*/ 23 w 211"/>
                <a:gd name="T3" fmla="*/ 36 h 2537"/>
                <a:gd name="T4" fmla="*/ 2 w 211"/>
                <a:gd name="T5" fmla="*/ 405 h 2537"/>
                <a:gd name="T6" fmla="*/ 2 w 211"/>
                <a:gd name="T7" fmla="*/ 0 h 2537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11" h="2537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 rotWithShape="1"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236" name="Freeform 131">
              <a:extLst>
                <a:ext uri="{FF2B5EF4-FFF2-40B4-BE49-F238E27FC236}">
                  <a16:creationId xmlns:a16="http://schemas.microsoft.com/office/drawing/2014/main" id="{6FA76602-7304-F042-9F0F-79DB3F9AFF9C}"/>
                </a:ext>
              </a:extLst>
            </p:cNvPr>
            <p:cNvSpPr>
              <a:spLocks/>
            </p:cNvSpPr>
            <p:nvPr/>
          </p:nvSpPr>
          <p:spPr bwMode="auto">
            <a:xfrm>
              <a:off x="5284" y="1640"/>
              <a:ext cx="263" cy="189"/>
            </a:xfrm>
            <a:custGeom>
              <a:avLst/>
              <a:gdLst>
                <a:gd name="T0" fmla="*/ 2 w 328"/>
                <a:gd name="T1" fmla="*/ 0 h 226"/>
                <a:gd name="T2" fmla="*/ 36 w 328"/>
                <a:gd name="T3" fmla="*/ 21 h 226"/>
                <a:gd name="T4" fmla="*/ 36 w 328"/>
                <a:gd name="T5" fmla="*/ 38 h 226"/>
                <a:gd name="T6" fmla="*/ 0 w 328"/>
                <a:gd name="T7" fmla="*/ 16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237" name="Rectangle 132">
              <a:extLst>
                <a:ext uri="{FF2B5EF4-FFF2-40B4-BE49-F238E27FC236}">
                  <a16:creationId xmlns:a16="http://schemas.microsoft.com/office/drawing/2014/main" id="{FA53C885-D9E0-A545-8445-B2721091BDB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08" y="696"/>
              <a:ext cx="595" cy="43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grpSp>
          <p:nvGrpSpPr>
            <p:cNvPr id="238" name="Group 133">
              <a:extLst>
                <a:ext uri="{FF2B5EF4-FFF2-40B4-BE49-F238E27FC236}">
                  <a16:creationId xmlns:a16="http://schemas.microsoft.com/office/drawing/2014/main" id="{3A3B6CB5-41F2-664A-A843-912B5DB61A2B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49" y="668"/>
              <a:ext cx="581" cy="145"/>
              <a:chOff x="614" y="2568"/>
              <a:chExt cx="725" cy="139"/>
            </a:xfrm>
          </p:grpSpPr>
          <p:sp>
            <p:nvSpPr>
              <p:cNvPr id="263" name="AutoShape 134">
                <a:extLst>
                  <a:ext uri="{FF2B5EF4-FFF2-40B4-BE49-F238E27FC236}">
                    <a16:creationId xmlns:a16="http://schemas.microsoft.com/office/drawing/2014/main" id="{BC9432EE-0011-9F4F-8687-4173A06D0FE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09" y="2570"/>
                <a:ext cx="731" cy="140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endParaRPr>
              </a:p>
            </p:txBody>
          </p:sp>
          <p:sp>
            <p:nvSpPr>
              <p:cNvPr id="264" name="AutoShape 135">
                <a:extLst>
                  <a:ext uri="{FF2B5EF4-FFF2-40B4-BE49-F238E27FC236}">
                    <a16:creationId xmlns:a16="http://schemas.microsoft.com/office/drawing/2014/main" id="{1850FFB1-810C-5D46-B468-F1377E8B869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1" y="2587"/>
                <a:ext cx="706" cy="107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endParaRPr>
              </a:p>
            </p:txBody>
          </p:sp>
        </p:grpSp>
        <p:sp>
          <p:nvSpPr>
            <p:cNvPr id="239" name="Rectangle 136">
              <a:extLst>
                <a:ext uri="{FF2B5EF4-FFF2-40B4-BE49-F238E27FC236}">
                  <a16:creationId xmlns:a16="http://schemas.microsoft.com/office/drawing/2014/main" id="{E6E1815D-B0B7-C249-B837-587E975BE7D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28" y="1015"/>
              <a:ext cx="595" cy="52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grpSp>
          <p:nvGrpSpPr>
            <p:cNvPr id="240" name="Group 137">
              <a:extLst>
                <a:ext uri="{FF2B5EF4-FFF2-40B4-BE49-F238E27FC236}">
                  <a16:creationId xmlns:a16="http://schemas.microsoft.com/office/drawing/2014/main" id="{7F97E068-6BF9-8149-811C-00184DED144A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47" y="994"/>
              <a:ext cx="581" cy="134"/>
              <a:chOff x="614" y="2568"/>
              <a:chExt cx="725" cy="139"/>
            </a:xfrm>
          </p:grpSpPr>
          <p:sp>
            <p:nvSpPr>
              <p:cNvPr id="261" name="AutoShape 138">
                <a:extLst>
                  <a:ext uri="{FF2B5EF4-FFF2-40B4-BE49-F238E27FC236}">
                    <a16:creationId xmlns:a16="http://schemas.microsoft.com/office/drawing/2014/main" id="{6649A030-733E-DB43-A4BD-D41A8DDFDFB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2" y="2572"/>
                <a:ext cx="731" cy="134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endParaRPr>
              </a:p>
            </p:txBody>
          </p:sp>
          <p:sp>
            <p:nvSpPr>
              <p:cNvPr id="262" name="AutoShape 139">
                <a:extLst>
                  <a:ext uri="{FF2B5EF4-FFF2-40B4-BE49-F238E27FC236}">
                    <a16:creationId xmlns:a16="http://schemas.microsoft.com/office/drawing/2014/main" id="{9E214A48-F0EF-174A-A6D2-127D876264A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4" y="2590"/>
                <a:ext cx="706" cy="98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endParaRPr>
              </a:p>
            </p:txBody>
          </p:sp>
        </p:grpSp>
        <p:sp>
          <p:nvSpPr>
            <p:cNvPr id="241" name="Rectangle 140">
              <a:extLst>
                <a:ext uri="{FF2B5EF4-FFF2-40B4-BE49-F238E27FC236}">
                  <a16:creationId xmlns:a16="http://schemas.microsoft.com/office/drawing/2014/main" id="{F4213574-ABC8-7F43-9C79-6E5C211657F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18" y="1360"/>
              <a:ext cx="595" cy="43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242" name="Rectangle 141">
              <a:extLst>
                <a:ext uri="{FF2B5EF4-FFF2-40B4-BE49-F238E27FC236}">
                  <a16:creationId xmlns:a16="http://schemas.microsoft.com/office/drawing/2014/main" id="{6C7F02A7-1E6B-6744-BB83-50A5FD6692B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28" y="1653"/>
              <a:ext cx="595" cy="52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grpSp>
          <p:nvGrpSpPr>
            <p:cNvPr id="243" name="Group 142">
              <a:extLst>
                <a:ext uri="{FF2B5EF4-FFF2-40B4-BE49-F238E27FC236}">
                  <a16:creationId xmlns:a16="http://schemas.microsoft.com/office/drawing/2014/main" id="{8F919684-30D5-B14A-AB97-B5DFBEF5302D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35" y="1627"/>
              <a:ext cx="582" cy="151"/>
              <a:chOff x="614" y="2568"/>
              <a:chExt cx="725" cy="139"/>
            </a:xfrm>
          </p:grpSpPr>
          <p:sp>
            <p:nvSpPr>
              <p:cNvPr id="259" name="AutoShape 143">
                <a:extLst>
                  <a:ext uri="{FF2B5EF4-FFF2-40B4-BE49-F238E27FC236}">
                    <a16:creationId xmlns:a16="http://schemas.microsoft.com/office/drawing/2014/main" id="{96D6248B-EAAA-2A4D-A4BD-1009D13EBAC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4" y="2568"/>
                <a:ext cx="730" cy="198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endParaRPr>
              </a:p>
            </p:txBody>
          </p:sp>
          <p:sp>
            <p:nvSpPr>
              <p:cNvPr id="260" name="AutoShape 144">
                <a:extLst>
                  <a:ext uri="{FF2B5EF4-FFF2-40B4-BE49-F238E27FC236}">
                    <a16:creationId xmlns:a16="http://schemas.microsoft.com/office/drawing/2014/main" id="{B63C93F6-376E-2F42-8185-8FD1271480A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7" y="2584"/>
                <a:ext cx="705" cy="111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endParaRPr>
              </a:p>
            </p:txBody>
          </p:sp>
        </p:grpSp>
        <p:sp>
          <p:nvSpPr>
            <p:cNvPr id="244" name="Freeform 145">
              <a:extLst>
                <a:ext uri="{FF2B5EF4-FFF2-40B4-BE49-F238E27FC236}">
                  <a16:creationId xmlns:a16="http://schemas.microsoft.com/office/drawing/2014/main" id="{B5A663D7-E6EE-734B-9792-F536336D04E8}"/>
                </a:ext>
              </a:extLst>
            </p:cNvPr>
            <p:cNvSpPr>
              <a:spLocks/>
            </p:cNvSpPr>
            <p:nvPr/>
          </p:nvSpPr>
          <p:spPr bwMode="auto">
            <a:xfrm>
              <a:off x="5288" y="1354"/>
              <a:ext cx="263" cy="188"/>
            </a:xfrm>
            <a:custGeom>
              <a:avLst/>
              <a:gdLst>
                <a:gd name="T0" fmla="*/ 2 w 328"/>
                <a:gd name="T1" fmla="*/ 0 h 226"/>
                <a:gd name="T2" fmla="*/ 36 w 328"/>
                <a:gd name="T3" fmla="*/ 20 h 226"/>
                <a:gd name="T4" fmla="*/ 36 w 328"/>
                <a:gd name="T5" fmla="*/ 36 h 226"/>
                <a:gd name="T6" fmla="*/ 0 w 328"/>
                <a:gd name="T7" fmla="*/ 15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grpSp>
          <p:nvGrpSpPr>
            <p:cNvPr id="245" name="Group 146">
              <a:extLst>
                <a:ext uri="{FF2B5EF4-FFF2-40B4-BE49-F238E27FC236}">
                  <a16:creationId xmlns:a16="http://schemas.microsoft.com/office/drawing/2014/main" id="{C596A713-1C52-A34E-9381-F7F919A695BB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39" y="1327"/>
              <a:ext cx="582" cy="139"/>
              <a:chOff x="614" y="2568"/>
              <a:chExt cx="725" cy="139"/>
            </a:xfrm>
          </p:grpSpPr>
          <p:sp>
            <p:nvSpPr>
              <p:cNvPr id="257" name="AutoShape 147">
                <a:extLst>
                  <a:ext uri="{FF2B5EF4-FFF2-40B4-BE49-F238E27FC236}">
                    <a16:creationId xmlns:a16="http://schemas.microsoft.com/office/drawing/2014/main" id="{A2AF9509-2E9C-F049-A69C-BC151ADB23C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09" y="2566"/>
                <a:ext cx="730" cy="138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endParaRPr>
              </a:p>
            </p:txBody>
          </p:sp>
          <p:sp>
            <p:nvSpPr>
              <p:cNvPr id="258" name="AutoShape 148">
                <a:extLst>
                  <a:ext uri="{FF2B5EF4-FFF2-40B4-BE49-F238E27FC236}">
                    <a16:creationId xmlns:a16="http://schemas.microsoft.com/office/drawing/2014/main" id="{C59B2148-A3C8-0841-87D7-7B5FBFD9C24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2" y="2584"/>
                <a:ext cx="705" cy="103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endParaRPr>
              </a:p>
            </p:txBody>
          </p:sp>
        </p:grpSp>
        <p:sp>
          <p:nvSpPr>
            <p:cNvPr id="246" name="Rectangle 149">
              <a:extLst>
                <a:ext uri="{FF2B5EF4-FFF2-40B4-BE49-F238E27FC236}">
                  <a16:creationId xmlns:a16="http://schemas.microsoft.com/office/drawing/2014/main" id="{B0F127BD-9A3A-EB41-A2E1-7CD4CC52498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53" y="429"/>
              <a:ext cx="68" cy="2293"/>
            </a:xfrm>
            <a:prstGeom prst="rect">
              <a:avLst/>
            </a:prstGeom>
            <a:gradFill rotWithShape="1"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247" name="Freeform 150">
              <a:extLst>
                <a:ext uri="{FF2B5EF4-FFF2-40B4-BE49-F238E27FC236}">
                  <a16:creationId xmlns:a16="http://schemas.microsoft.com/office/drawing/2014/main" id="{3BBBB4B7-56DB-1D43-A6D4-1D492AE15866}"/>
                </a:ext>
              </a:extLst>
            </p:cNvPr>
            <p:cNvSpPr>
              <a:spLocks/>
            </p:cNvSpPr>
            <p:nvPr/>
          </p:nvSpPr>
          <p:spPr bwMode="auto">
            <a:xfrm>
              <a:off x="5312" y="1007"/>
              <a:ext cx="237" cy="213"/>
            </a:xfrm>
            <a:custGeom>
              <a:avLst/>
              <a:gdLst>
                <a:gd name="T0" fmla="*/ 2 w 296"/>
                <a:gd name="T1" fmla="*/ 0 h 256"/>
                <a:gd name="T2" fmla="*/ 32 w 296"/>
                <a:gd name="T3" fmla="*/ 22 h 256"/>
                <a:gd name="T4" fmla="*/ 32 w 296"/>
                <a:gd name="T5" fmla="*/ 41 h 256"/>
                <a:gd name="T6" fmla="*/ 0 w 296"/>
                <a:gd name="T7" fmla="*/ 15 h 256"/>
                <a:gd name="T8" fmla="*/ 2 w 296"/>
                <a:gd name="T9" fmla="*/ 0 h 25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96" h="25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248" name="Freeform 151">
              <a:extLst>
                <a:ext uri="{FF2B5EF4-FFF2-40B4-BE49-F238E27FC236}">
                  <a16:creationId xmlns:a16="http://schemas.microsoft.com/office/drawing/2014/main" id="{591A95E8-6F86-8A42-A0C9-7487B89DA122}"/>
                </a:ext>
              </a:extLst>
            </p:cNvPr>
            <p:cNvSpPr>
              <a:spLocks/>
            </p:cNvSpPr>
            <p:nvPr/>
          </p:nvSpPr>
          <p:spPr bwMode="auto">
            <a:xfrm>
              <a:off x="5315" y="680"/>
              <a:ext cx="244" cy="240"/>
            </a:xfrm>
            <a:custGeom>
              <a:avLst/>
              <a:gdLst>
                <a:gd name="T0" fmla="*/ 0 w 304"/>
                <a:gd name="T1" fmla="*/ 0 h 288"/>
                <a:gd name="T2" fmla="*/ 34 w 304"/>
                <a:gd name="T3" fmla="*/ 27 h 288"/>
                <a:gd name="T4" fmla="*/ 31 w 304"/>
                <a:gd name="T5" fmla="*/ 48 h 288"/>
                <a:gd name="T6" fmla="*/ 2 w 304"/>
                <a:gd name="T7" fmla="*/ 20 h 288"/>
                <a:gd name="T8" fmla="*/ 0 w 304"/>
                <a:gd name="T9" fmla="*/ 0 h 28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04" h="288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249" name="Oval 152">
              <a:extLst>
                <a:ext uri="{FF2B5EF4-FFF2-40B4-BE49-F238E27FC236}">
                  <a16:creationId xmlns:a16="http://schemas.microsoft.com/office/drawing/2014/main" id="{7C866B93-DCBC-7749-9A90-2E6DF2E7A4D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16" y="2610"/>
              <a:ext cx="49" cy="95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250" name="Freeform 153">
              <a:extLst>
                <a:ext uri="{FF2B5EF4-FFF2-40B4-BE49-F238E27FC236}">
                  <a16:creationId xmlns:a16="http://schemas.microsoft.com/office/drawing/2014/main" id="{20096CEE-1D0A-DA4A-B4EA-CE851FB638CA}"/>
                </a:ext>
              </a:extLst>
            </p:cNvPr>
            <p:cNvSpPr>
              <a:spLocks/>
            </p:cNvSpPr>
            <p:nvPr/>
          </p:nvSpPr>
          <p:spPr bwMode="auto">
            <a:xfrm>
              <a:off x="5302" y="2614"/>
              <a:ext cx="245" cy="200"/>
            </a:xfrm>
            <a:custGeom>
              <a:avLst/>
              <a:gdLst>
                <a:gd name="T0" fmla="*/ 0 w 306"/>
                <a:gd name="T1" fmla="*/ 18 h 240"/>
                <a:gd name="T2" fmla="*/ 2 w 306"/>
                <a:gd name="T3" fmla="*/ 40 h 240"/>
                <a:gd name="T4" fmla="*/ 34 w 306"/>
                <a:gd name="T5" fmla="*/ 18 h 240"/>
                <a:gd name="T6" fmla="*/ 32 w 306"/>
                <a:gd name="T7" fmla="*/ 0 h 240"/>
                <a:gd name="T8" fmla="*/ 0 w 306"/>
                <a:gd name="T9" fmla="*/ 18 h 24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06" h="240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251" name="AutoShape 154">
              <a:extLst>
                <a:ext uri="{FF2B5EF4-FFF2-40B4-BE49-F238E27FC236}">
                  <a16:creationId xmlns:a16="http://schemas.microsoft.com/office/drawing/2014/main" id="{800A41D3-8C32-9540-A084-0538BB956EA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40" y="2678"/>
              <a:ext cx="1201" cy="147"/>
            </a:xfrm>
            <a:prstGeom prst="roundRect">
              <a:avLst>
                <a:gd name="adj" fmla="val 50000"/>
              </a:avLst>
            </a:prstGeom>
            <a:solidFill>
              <a:srgbClr val="DDDDDD"/>
            </a:solidFill>
            <a:ln w="9525">
              <a:solidFill>
                <a:srgbClr val="00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252" name="AutoShape 155">
              <a:extLst>
                <a:ext uri="{FF2B5EF4-FFF2-40B4-BE49-F238E27FC236}">
                  <a16:creationId xmlns:a16="http://schemas.microsoft.com/office/drawing/2014/main" id="{67F818BC-2518-4C4C-8597-C941419A472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08" y="2713"/>
              <a:ext cx="1064" cy="78"/>
            </a:xfrm>
            <a:prstGeom prst="roundRect">
              <a:avLst>
                <a:gd name="adj" fmla="val 50000"/>
              </a:avLst>
            </a:prstGeom>
            <a:gradFill rotWithShape="1">
              <a:gsLst>
                <a:gs pos="0">
                  <a:srgbClr val="000000"/>
                </a:gs>
                <a:gs pos="100000">
                  <a:srgbClr val="808080"/>
                </a:gs>
              </a:gsLst>
              <a:lin ang="0" scaled="1"/>
            </a:gradFill>
            <a:ln w="9525">
              <a:solidFill>
                <a:srgbClr val="00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253" name="Oval 156">
              <a:extLst>
                <a:ext uri="{FF2B5EF4-FFF2-40B4-BE49-F238E27FC236}">
                  <a16:creationId xmlns:a16="http://schemas.microsoft.com/office/drawing/2014/main" id="{80D903FF-E73B-D84D-B215-D7FB2AA30BC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06" y="2385"/>
              <a:ext cx="156" cy="138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254" name="Oval 157">
              <a:extLst>
                <a:ext uri="{FF2B5EF4-FFF2-40B4-BE49-F238E27FC236}">
                  <a16:creationId xmlns:a16="http://schemas.microsoft.com/office/drawing/2014/main" id="{CB203238-7D82-C747-B805-A2FDFABD199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82" y="2385"/>
              <a:ext cx="166" cy="138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Arial" charset="0"/>
              </a:endParaRPr>
            </a:p>
          </p:txBody>
        </p:sp>
        <p:sp>
          <p:nvSpPr>
            <p:cNvPr id="255" name="Oval 158">
              <a:extLst>
                <a:ext uri="{FF2B5EF4-FFF2-40B4-BE49-F238E27FC236}">
                  <a16:creationId xmlns:a16="http://schemas.microsoft.com/office/drawing/2014/main" id="{963F0D1E-6FE3-8E42-B74D-4F2947878C5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57" y="2377"/>
              <a:ext cx="166" cy="147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256" name="Rectangle 159">
              <a:extLst>
                <a:ext uri="{FF2B5EF4-FFF2-40B4-BE49-F238E27FC236}">
                  <a16:creationId xmlns:a16="http://schemas.microsoft.com/office/drawing/2014/main" id="{3C003407-E16A-4B46-B1EA-E94247F7467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57" y="1834"/>
              <a:ext cx="88" cy="758"/>
            </a:xfrm>
            <a:prstGeom prst="rect">
              <a:avLst/>
            </a:prstGeom>
            <a:solidFill>
              <a:srgbClr val="292929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</p:grpSp>
      <p:grpSp>
        <p:nvGrpSpPr>
          <p:cNvPr id="174" name="Group 160">
            <a:extLst>
              <a:ext uri="{FF2B5EF4-FFF2-40B4-BE49-F238E27FC236}">
                <a16:creationId xmlns:a16="http://schemas.microsoft.com/office/drawing/2014/main" id="{0F097A1A-2185-F148-8F82-34ABB517D6AE}"/>
              </a:ext>
            </a:extLst>
          </p:cNvPr>
          <p:cNvGrpSpPr>
            <a:grpSpLocks/>
          </p:cNvGrpSpPr>
          <p:nvPr/>
        </p:nvGrpSpPr>
        <p:grpSpPr bwMode="auto">
          <a:xfrm>
            <a:off x="585296" y="5655276"/>
            <a:ext cx="645431" cy="569172"/>
            <a:chOff x="-44" y="1473"/>
            <a:chExt cx="981" cy="1105"/>
          </a:xfrm>
        </p:grpSpPr>
        <p:pic>
          <p:nvPicPr>
            <p:cNvPr id="231" name="Picture 161" descr="desktop_computer_stylized_medium">
              <a:extLst>
                <a:ext uri="{FF2B5EF4-FFF2-40B4-BE49-F238E27FC236}">
                  <a16:creationId xmlns:a16="http://schemas.microsoft.com/office/drawing/2014/main" id="{739E1A58-F96D-1345-AEAE-EA59CB2F600C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232" name="Freeform 162">
              <a:extLst>
                <a:ext uri="{FF2B5EF4-FFF2-40B4-BE49-F238E27FC236}">
                  <a16:creationId xmlns:a16="http://schemas.microsoft.com/office/drawing/2014/main" id="{476098FC-333E-C14D-BD39-044AEB98AEBA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5595 w 356"/>
                <a:gd name="T3" fmla="*/ 341 h 368"/>
                <a:gd name="T4" fmla="*/ 6638 w 356"/>
                <a:gd name="T5" fmla="*/ 7113 h 368"/>
                <a:gd name="T6" fmla="*/ 1463 w 356"/>
                <a:gd name="T7" fmla="*/ 8895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 cmpd="sng">
                  <a:solidFill>
                    <a:schemeClr val="tx1"/>
                  </a:solidFill>
                  <a:prstDash val="solid"/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</p:grpSp>
      <p:grpSp>
        <p:nvGrpSpPr>
          <p:cNvPr id="175" name="Group 163">
            <a:extLst>
              <a:ext uri="{FF2B5EF4-FFF2-40B4-BE49-F238E27FC236}">
                <a16:creationId xmlns:a16="http://schemas.microsoft.com/office/drawing/2014/main" id="{E2EFDB81-0D19-4A48-8538-D27C6B7F7D14}"/>
              </a:ext>
            </a:extLst>
          </p:cNvPr>
          <p:cNvGrpSpPr>
            <a:grpSpLocks/>
          </p:cNvGrpSpPr>
          <p:nvPr/>
        </p:nvGrpSpPr>
        <p:grpSpPr bwMode="auto">
          <a:xfrm>
            <a:off x="7141970" y="5736859"/>
            <a:ext cx="284691" cy="577481"/>
            <a:chOff x="4140" y="429"/>
            <a:chExt cx="1425" cy="2396"/>
          </a:xfrm>
        </p:grpSpPr>
        <p:sp>
          <p:nvSpPr>
            <p:cNvPr id="199" name="Freeform 164">
              <a:extLst>
                <a:ext uri="{FF2B5EF4-FFF2-40B4-BE49-F238E27FC236}">
                  <a16:creationId xmlns:a16="http://schemas.microsoft.com/office/drawing/2014/main" id="{BD6EFF4C-D844-414A-9756-E53717BA4951}"/>
                </a:ext>
              </a:extLst>
            </p:cNvPr>
            <p:cNvSpPr>
              <a:spLocks/>
            </p:cNvSpPr>
            <p:nvPr/>
          </p:nvSpPr>
          <p:spPr bwMode="auto">
            <a:xfrm>
              <a:off x="5268" y="433"/>
              <a:ext cx="283" cy="2286"/>
            </a:xfrm>
            <a:custGeom>
              <a:avLst/>
              <a:gdLst>
                <a:gd name="T0" fmla="*/ 7 w 354"/>
                <a:gd name="T1" fmla="*/ 0 h 2742"/>
                <a:gd name="T2" fmla="*/ 38 w 354"/>
                <a:gd name="T3" fmla="*/ 55 h 2742"/>
                <a:gd name="T4" fmla="*/ 37 w 354"/>
                <a:gd name="T5" fmla="*/ 425 h 2742"/>
                <a:gd name="T6" fmla="*/ 0 w 354"/>
                <a:gd name="T7" fmla="*/ 445 h 2742"/>
                <a:gd name="T8" fmla="*/ 7 w 354"/>
                <a:gd name="T9" fmla="*/ 0 h 274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4" h="2742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 rotWithShape="1"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200" name="Rectangle 165">
              <a:extLst>
                <a:ext uri="{FF2B5EF4-FFF2-40B4-BE49-F238E27FC236}">
                  <a16:creationId xmlns:a16="http://schemas.microsoft.com/office/drawing/2014/main" id="{7CB552E3-C1C5-F942-A2D3-56184702A5A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08" y="429"/>
              <a:ext cx="1044" cy="2284"/>
            </a:xfrm>
            <a:prstGeom prst="rect">
              <a:avLst/>
            </a:pr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201" name="Freeform 166">
              <a:extLst>
                <a:ext uri="{FF2B5EF4-FFF2-40B4-BE49-F238E27FC236}">
                  <a16:creationId xmlns:a16="http://schemas.microsoft.com/office/drawing/2014/main" id="{ADBEFE66-AA30-4B46-A1C5-46CBEA0C1B8B}"/>
                </a:ext>
              </a:extLst>
            </p:cNvPr>
            <p:cNvSpPr>
              <a:spLocks/>
            </p:cNvSpPr>
            <p:nvPr/>
          </p:nvSpPr>
          <p:spPr bwMode="auto">
            <a:xfrm>
              <a:off x="5321" y="570"/>
              <a:ext cx="169" cy="2115"/>
            </a:xfrm>
            <a:custGeom>
              <a:avLst/>
              <a:gdLst>
                <a:gd name="T0" fmla="*/ 2 w 211"/>
                <a:gd name="T1" fmla="*/ 0 h 2537"/>
                <a:gd name="T2" fmla="*/ 23 w 211"/>
                <a:gd name="T3" fmla="*/ 36 h 2537"/>
                <a:gd name="T4" fmla="*/ 2 w 211"/>
                <a:gd name="T5" fmla="*/ 405 h 2537"/>
                <a:gd name="T6" fmla="*/ 2 w 211"/>
                <a:gd name="T7" fmla="*/ 0 h 2537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11" h="2537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 rotWithShape="1"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202" name="Freeform 167">
              <a:extLst>
                <a:ext uri="{FF2B5EF4-FFF2-40B4-BE49-F238E27FC236}">
                  <a16:creationId xmlns:a16="http://schemas.microsoft.com/office/drawing/2014/main" id="{02AE45A3-16A5-2145-B7BC-4400869B56CA}"/>
                </a:ext>
              </a:extLst>
            </p:cNvPr>
            <p:cNvSpPr>
              <a:spLocks/>
            </p:cNvSpPr>
            <p:nvPr/>
          </p:nvSpPr>
          <p:spPr bwMode="auto">
            <a:xfrm>
              <a:off x="5284" y="1640"/>
              <a:ext cx="263" cy="189"/>
            </a:xfrm>
            <a:custGeom>
              <a:avLst/>
              <a:gdLst>
                <a:gd name="T0" fmla="*/ 2 w 328"/>
                <a:gd name="T1" fmla="*/ 0 h 226"/>
                <a:gd name="T2" fmla="*/ 36 w 328"/>
                <a:gd name="T3" fmla="*/ 21 h 226"/>
                <a:gd name="T4" fmla="*/ 36 w 328"/>
                <a:gd name="T5" fmla="*/ 38 h 226"/>
                <a:gd name="T6" fmla="*/ 0 w 328"/>
                <a:gd name="T7" fmla="*/ 16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203" name="Rectangle 168">
              <a:extLst>
                <a:ext uri="{FF2B5EF4-FFF2-40B4-BE49-F238E27FC236}">
                  <a16:creationId xmlns:a16="http://schemas.microsoft.com/office/drawing/2014/main" id="{8CFC0F08-B9F2-1B47-BFD4-FF5DCA08002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08" y="696"/>
              <a:ext cx="595" cy="43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grpSp>
          <p:nvGrpSpPr>
            <p:cNvPr id="204" name="Group 169">
              <a:extLst>
                <a:ext uri="{FF2B5EF4-FFF2-40B4-BE49-F238E27FC236}">
                  <a16:creationId xmlns:a16="http://schemas.microsoft.com/office/drawing/2014/main" id="{13A37EEE-1891-1440-9CC9-602B2446BBA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49" y="668"/>
              <a:ext cx="581" cy="145"/>
              <a:chOff x="614" y="2568"/>
              <a:chExt cx="725" cy="139"/>
            </a:xfrm>
          </p:grpSpPr>
          <p:sp>
            <p:nvSpPr>
              <p:cNvPr id="229" name="AutoShape 170">
                <a:extLst>
                  <a:ext uri="{FF2B5EF4-FFF2-40B4-BE49-F238E27FC236}">
                    <a16:creationId xmlns:a16="http://schemas.microsoft.com/office/drawing/2014/main" id="{0DE9F83D-BA7B-AB43-9A9D-4DC6E78250E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09" y="2570"/>
                <a:ext cx="731" cy="140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endParaRPr>
              </a:p>
            </p:txBody>
          </p:sp>
          <p:sp>
            <p:nvSpPr>
              <p:cNvPr id="230" name="AutoShape 171">
                <a:extLst>
                  <a:ext uri="{FF2B5EF4-FFF2-40B4-BE49-F238E27FC236}">
                    <a16:creationId xmlns:a16="http://schemas.microsoft.com/office/drawing/2014/main" id="{A22C12A6-C6AF-F645-B954-ECC93E01FAD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1" y="2587"/>
                <a:ext cx="706" cy="107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endParaRPr>
              </a:p>
            </p:txBody>
          </p:sp>
        </p:grpSp>
        <p:sp>
          <p:nvSpPr>
            <p:cNvPr id="205" name="Rectangle 172">
              <a:extLst>
                <a:ext uri="{FF2B5EF4-FFF2-40B4-BE49-F238E27FC236}">
                  <a16:creationId xmlns:a16="http://schemas.microsoft.com/office/drawing/2014/main" id="{E3DCF607-14CC-8F49-81D1-A0BB7C7DE34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28" y="1015"/>
              <a:ext cx="595" cy="52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grpSp>
          <p:nvGrpSpPr>
            <p:cNvPr id="206" name="Group 173">
              <a:extLst>
                <a:ext uri="{FF2B5EF4-FFF2-40B4-BE49-F238E27FC236}">
                  <a16:creationId xmlns:a16="http://schemas.microsoft.com/office/drawing/2014/main" id="{86D015C1-5E8B-3F4F-82D3-56E79D5E8284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47" y="994"/>
              <a:ext cx="581" cy="134"/>
              <a:chOff x="614" y="2568"/>
              <a:chExt cx="725" cy="139"/>
            </a:xfrm>
          </p:grpSpPr>
          <p:sp>
            <p:nvSpPr>
              <p:cNvPr id="227" name="AutoShape 174">
                <a:extLst>
                  <a:ext uri="{FF2B5EF4-FFF2-40B4-BE49-F238E27FC236}">
                    <a16:creationId xmlns:a16="http://schemas.microsoft.com/office/drawing/2014/main" id="{48620533-E7B5-AD47-9B24-98B7CD27707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2" y="2572"/>
                <a:ext cx="731" cy="134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endParaRPr>
              </a:p>
            </p:txBody>
          </p:sp>
          <p:sp>
            <p:nvSpPr>
              <p:cNvPr id="228" name="AutoShape 175">
                <a:extLst>
                  <a:ext uri="{FF2B5EF4-FFF2-40B4-BE49-F238E27FC236}">
                    <a16:creationId xmlns:a16="http://schemas.microsoft.com/office/drawing/2014/main" id="{E12148F0-F22A-FE46-8240-0D9581F97CF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4" y="2590"/>
                <a:ext cx="706" cy="98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endParaRPr>
              </a:p>
            </p:txBody>
          </p:sp>
        </p:grpSp>
        <p:sp>
          <p:nvSpPr>
            <p:cNvPr id="207" name="Rectangle 176">
              <a:extLst>
                <a:ext uri="{FF2B5EF4-FFF2-40B4-BE49-F238E27FC236}">
                  <a16:creationId xmlns:a16="http://schemas.microsoft.com/office/drawing/2014/main" id="{9AEDD470-9194-E749-BE81-8C84F342392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18" y="1360"/>
              <a:ext cx="595" cy="43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208" name="Rectangle 177">
              <a:extLst>
                <a:ext uri="{FF2B5EF4-FFF2-40B4-BE49-F238E27FC236}">
                  <a16:creationId xmlns:a16="http://schemas.microsoft.com/office/drawing/2014/main" id="{92944065-57F3-474C-B7C9-8C3EF2246EB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28" y="1653"/>
              <a:ext cx="595" cy="52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grpSp>
          <p:nvGrpSpPr>
            <p:cNvPr id="209" name="Group 178">
              <a:extLst>
                <a:ext uri="{FF2B5EF4-FFF2-40B4-BE49-F238E27FC236}">
                  <a16:creationId xmlns:a16="http://schemas.microsoft.com/office/drawing/2014/main" id="{F21A1F7B-AAFD-0B45-8D20-66719A131603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35" y="1627"/>
              <a:ext cx="582" cy="151"/>
              <a:chOff x="614" y="2568"/>
              <a:chExt cx="725" cy="139"/>
            </a:xfrm>
          </p:grpSpPr>
          <p:sp>
            <p:nvSpPr>
              <p:cNvPr id="225" name="AutoShape 179">
                <a:extLst>
                  <a:ext uri="{FF2B5EF4-FFF2-40B4-BE49-F238E27FC236}">
                    <a16:creationId xmlns:a16="http://schemas.microsoft.com/office/drawing/2014/main" id="{C1DDC539-D8AE-0F41-B3C6-7BDF3D7B6C7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4" y="2568"/>
                <a:ext cx="730" cy="198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endParaRPr>
              </a:p>
            </p:txBody>
          </p:sp>
          <p:sp>
            <p:nvSpPr>
              <p:cNvPr id="226" name="AutoShape 180">
                <a:extLst>
                  <a:ext uri="{FF2B5EF4-FFF2-40B4-BE49-F238E27FC236}">
                    <a16:creationId xmlns:a16="http://schemas.microsoft.com/office/drawing/2014/main" id="{7BE912F4-6A13-C146-872D-5E728DEDB99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7" y="2584"/>
                <a:ext cx="705" cy="111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endParaRPr>
              </a:p>
            </p:txBody>
          </p:sp>
        </p:grpSp>
        <p:sp>
          <p:nvSpPr>
            <p:cNvPr id="210" name="Freeform 181">
              <a:extLst>
                <a:ext uri="{FF2B5EF4-FFF2-40B4-BE49-F238E27FC236}">
                  <a16:creationId xmlns:a16="http://schemas.microsoft.com/office/drawing/2014/main" id="{2D115A2E-4180-8D4D-9CD8-D6CDE2038C77}"/>
                </a:ext>
              </a:extLst>
            </p:cNvPr>
            <p:cNvSpPr>
              <a:spLocks/>
            </p:cNvSpPr>
            <p:nvPr/>
          </p:nvSpPr>
          <p:spPr bwMode="auto">
            <a:xfrm>
              <a:off x="5288" y="1354"/>
              <a:ext cx="263" cy="188"/>
            </a:xfrm>
            <a:custGeom>
              <a:avLst/>
              <a:gdLst>
                <a:gd name="T0" fmla="*/ 2 w 328"/>
                <a:gd name="T1" fmla="*/ 0 h 226"/>
                <a:gd name="T2" fmla="*/ 36 w 328"/>
                <a:gd name="T3" fmla="*/ 20 h 226"/>
                <a:gd name="T4" fmla="*/ 36 w 328"/>
                <a:gd name="T5" fmla="*/ 36 h 226"/>
                <a:gd name="T6" fmla="*/ 0 w 328"/>
                <a:gd name="T7" fmla="*/ 15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grpSp>
          <p:nvGrpSpPr>
            <p:cNvPr id="211" name="Group 182">
              <a:extLst>
                <a:ext uri="{FF2B5EF4-FFF2-40B4-BE49-F238E27FC236}">
                  <a16:creationId xmlns:a16="http://schemas.microsoft.com/office/drawing/2014/main" id="{60622201-2E59-994D-AB7D-72EE5A986908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39" y="1327"/>
              <a:ext cx="582" cy="139"/>
              <a:chOff x="614" y="2568"/>
              <a:chExt cx="725" cy="139"/>
            </a:xfrm>
          </p:grpSpPr>
          <p:sp>
            <p:nvSpPr>
              <p:cNvPr id="223" name="AutoShape 183">
                <a:extLst>
                  <a:ext uri="{FF2B5EF4-FFF2-40B4-BE49-F238E27FC236}">
                    <a16:creationId xmlns:a16="http://schemas.microsoft.com/office/drawing/2014/main" id="{4C230A94-BC0D-F34B-A373-92423746E14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09" y="2566"/>
                <a:ext cx="730" cy="138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endParaRPr>
              </a:p>
            </p:txBody>
          </p:sp>
          <p:sp>
            <p:nvSpPr>
              <p:cNvPr id="224" name="AutoShape 184">
                <a:extLst>
                  <a:ext uri="{FF2B5EF4-FFF2-40B4-BE49-F238E27FC236}">
                    <a16:creationId xmlns:a16="http://schemas.microsoft.com/office/drawing/2014/main" id="{790B5D31-2480-4F41-8E42-1AF6E8FAD50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2" y="2584"/>
                <a:ext cx="705" cy="103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endParaRPr>
              </a:p>
            </p:txBody>
          </p:sp>
        </p:grpSp>
        <p:sp>
          <p:nvSpPr>
            <p:cNvPr id="212" name="Rectangle 185">
              <a:extLst>
                <a:ext uri="{FF2B5EF4-FFF2-40B4-BE49-F238E27FC236}">
                  <a16:creationId xmlns:a16="http://schemas.microsoft.com/office/drawing/2014/main" id="{FDF61F85-9CD0-354B-947A-470245040D5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53" y="429"/>
              <a:ext cx="68" cy="2293"/>
            </a:xfrm>
            <a:prstGeom prst="rect">
              <a:avLst/>
            </a:prstGeom>
            <a:gradFill rotWithShape="1"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213" name="Freeform 186">
              <a:extLst>
                <a:ext uri="{FF2B5EF4-FFF2-40B4-BE49-F238E27FC236}">
                  <a16:creationId xmlns:a16="http://schemas.microsoft.com/office/drawing/2014/main" id="{611684CC-E72C-034A-A61A-6164A0BF8560}"/>
                </a:ext>
              </a:extLst>
            </p:cNvPr>
            <p:cNvSpPr>
              <a:spLocks/>
            </p:cNvSpPr>
            <p:nvPr/>
          </p:nvSpPr>
          <p:spPr bwMode="auto">
            <a:xfrm>
              <a:off x="5312" y="1007"/>
              <a:ext cx="237" cy="213"/>
            </a:xfrm>
            <a:custGeom>
              <a:avLst/>
              <a:gdLst>
                <a:gd name="T0" fmla="*/ 2 w 296"/>
                <a:gd name="T1" fmla="*/ 0 h 256"/>
                <a:gd name="T2" fmla="*/ 32 w 296"/>
                <a:gd name="T3" fmla="*/ 22 h 256"/>
                <a:gd name="T4" fmla="*/ 32 w 296"/>
                <a:gd name="T5" fmla="*/ 41 h 256"/>
                <a:gd name="T6" fmla="*/ 0 w 296"/>
                <a:gd name="T7" fmla="*/ 15 h 256"/>
                <a:gd name="T8" fmla="*/ 2 w 296"/>
                <a:gd name="T9" fmla="*/ 0 h 25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96" h="25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214" name="Freeform 187">
              <a:extLst>
                <a:ext uri="{FF2B5EF4-FFF2-40B4-BE49-F238E27FC236}">
                  <a16:creationId xmlns:a16="http://schemas.microsoft.com/office/drawing/2014/main" id="{DBB964D6-CEE2-3241-BFDA-5DB20E1598DB}"/>
                </a:ext>
              </a:extLst>
            </p:cNvPr>
            <p:cNvSpPr>
              <a:spLocks/>
            </p:cNvSpPr>
            <p:nvPr/>
          </p:nvSpPr>
          <p:spPr bwMode="auto">
            <a:xfrm>
              <a:off x="5315" y="680"/>
              <a:ext cx="244" cy="240"/>
            </a:xfrm>
            <a:custGeom>
              <a:avLst/>
              <a:gdLst>
                <a:gd name="T0" fmla="*/ 0 w 304"/>
                <a:gd name="T1" fmla="*/ 0 h 288"/>
                <a:gd name="T2" fmla="*/ 34 w 304"/>
                <a:gd name="T3" fmla="*/ 27 h 288"/>
                <a:gd name="T4" fmla="*/ 31 w 304"/>
                <a:gd name="T5" fmla="*/ 48 h 288"/>
                <a:gd name="T6" fmla="*/ 2 w 304"/>
                <a:gd name="T7" fmla="*/ 20 h 288"/>
                <a:gd name="T8" fmla="*/ 0 w 304"/>
                <a:gd name="T9" fmla="*/ 0 h 28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04" h="288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215" name="Oval 188">
              <a:extLst>
                <a:ext uri="{FF2B5EF4-FFF2-40B4-BE49-F238E27FC236}">
                  <a16:creationId xmlns:a16="http://schemas.microsoft.com/office/drawing/2014/main" id="{27197FE3-A9C2-EE42-B3C2-C3A9CBF3D28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16" y="2610"/>
              <a:ext cx="49" cy="95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216" name="Freeform 189">
              <a:extLst>
                <a:ext uri="{FF2B5EF4-FFF2-40B4-BE49-F238E27FC236}">
                  <a16:creationId xmlns:a16="http://schemas.microsoft.com/office/drawing/2014/main" id="{F3ED62CF-FC3D-8949-A608-5B7BFE69DAA9}"/>
                </a:ext>
              </a:extLst>
            </p:cNvPr>
            <p:cNvSpPr>
              <a:spLocks/>
            </p:cNvSpPr>
            <p:nvPr/>
          </p:nvSpPr>
          <p:spPr bwMode="auto">
            <a:xfrm>
              <a:off x="5302" y="2614"/>
              <a:ext cx="245" cy="200"/>
            </a:xfrm>
            <a:custGeom>
              <a:avLst/>
              <a:gdLst>
                <a:gd name="T0" fmla="*/ 0 w 306"/>
                <a:gd name="T1" fmla="*/ 18 h 240"/>
                <a:gd name="T2" fmla="*/ 2 w 306"/>
                <a:gd name="T3" fmla="*/ 40 h 240"/>
                <a:gd name="T4" fmla="*/ 34 w 306"/>
                <a:gd name="T5" fmla="*/ 18 h 240"/>
                <a:gd name="T6" fmla="*/ 32 w 306"/>
                <a:gd name="T7" fmla="*/ 0 h 240"/>
                <a:gd name="T8" fmla="*/ 0 w 306"/>
                <a:gd name="T9" fmla="*/ 18 h 24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06" h="240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217" name="AutoShape 190">
              <a:extLst>
                <a:ext uri="{FF2B5EF4-FFF2-40B4-BE49-F238E27FC236}">
                  <a16:creationId xmlns:a16="http://schemas.microsoft.com/office/drawing/2014/main" id="{3091CE7F-A295-6F47-B397-614B62DF0BA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40" y="2678"/>
              <a:ext cx="1201" cy="147"/>
            </a:xfrm>
            <a:prstGeom prst="roundRect">
              <a:avLst>
                <a:gd name="adj" fmla="val 50000"/>
              </a:avLst>
            </a:prstGeom>
            <a:solidFill>
              <a:srgbClr val="DDDDDD"/>
            </a:solidFill>
            <a:ln w="9525">
              <a:solidFill>
                <a:srgbClr val="00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218" name="AutoShape 191">
              <a:extLst>
                <a:ext uri="{FF2B5EF4-FFF2-40B4-BE49-F238E27FC236}">
                  <a16:creationId xmlns:a16="http://schemas.microsoft.com/office/drawing/2014/main" id="{415A0F15-253E-F54D-B178-9525AED1847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08" y="2713"/>
              <a:ext cx="1064" cy="78"/>
            </a:xfrm>
            <a:prstGeom prst="roundRect">
              <a:avLst>
                <a:gd name="adj" fmla="val 50000"/>
              </a:avLst>
            </a:prstGeom>
            <a:gradFill rotWithShape="1">
              <a:gsLst>
                <a:gs pos="0">
                  <a:srgbClr val="000000"/>
                </a:gs>
                <a:gs pos="100000">
                  <a:srgbClr val="808080"/>
                </a:gs>
              </a:gsLst>
              <a:lin ang="0" scaled="1"/>
            </a:gradFill>
            <a:ln w="9525">
              <a:solidFill>
                <a:srgbClr val="00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219" name="Oval 192">
              <a:extLst>
                <a:ext uri="{FF2B5EF4-FFF2-40B4-BE49-F238E27FC236}">
                  <a16:creationId xmlns:a16="http://schemas.microsoft.com/office/drawing/2014/main" id="{C2CD80B7-EEF4-014D-B5A6-EAE8E9D2D83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06" y="2385"/>
              <a:ext cx="156" cy="138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220" name="Oval 193">
              <a:extLst>
                <a:ext uri="{FF2B5EF4-FFF2-40B4-BE49-F238E27FC236}">
                  <a16:creationId xmlns:a16="http://schemas.microsoft.com/office/drawing/2014/main" id="{36F54B23-051A-244E-98BA-0B1F8C40258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82" y="2385"/>
              <a:ext cx="166" cy="138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Arial" charset="0"/>
              </a:endParaRPr>
            </a:p>
          </p:txBody>
        </p:sp>
        <p:sp>
          <p:nvSpPr>
            <p:cNvPr id="221" name="Oval 194">
              <a:extLst>
                <a:ext uri="{FF2B5EF4-FFF2-40B4-BE49-F238E27FC236}">
                  <a16:creationId xmlns:a16="http://schemas.microsoft.com/office/drawing/2014/main" id="{9B7CB66A-4AB2-C249-9259-D8943EEC647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57" y="2377"/>
              <a:ext cx="166" cy="147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222" name="Rectangle 195">
              <a:extLst>
                <a:ext uri="{FF2B5EF4-FFF2-40B4-BE49-F238E27FC236}">
                  <a16:creationId xmlns:a16="http://schemas.microsoft.com/office/drawing/2014/main" id="{99EDA04F-76BC-A24E-994C-040F379BA75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57" y="1834"/>
              <a:ext cx="88" cy="758"/>
            </a:xfrm>
            <a:prstGeom prst="rect">
              <a:avLst/>
            </a:prstGeom>
            <a:solidFill>
              <a:srgbClr val="292929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</p:grpSp>
      <p:sp>
        <p:nvSpPr>
          <p:cNvPr id="178" name="Line 57">
            <a:extLst>
              <a:ext uri="{FF2B5EF4-FFF2-40B4-BE49-F238E27FC236}">
                <a16:creationId xmlns:a16="http://schemas.microsoft.com/office/drawing/2014/main" id="{57E79EDF-A69C-7748-A8F5-A8D11C416955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5155368" y="5988369"/>
            <a:ext cx="1009919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179" name="Line 57">
            <a:extLst>
              <a:ext uri="{FF2B5EF4-FFF2-40B4-BE49-F238E27FC236}">
                <a16:creationId xmlns:a16="http://schemas.microsoft.com/office/drawing/2014/main" id="{F9B908EA-CCC5-9140-968E-E85601F061A8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001196" y="4853221"/>
            <a:ext cx="540134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180" name="Line 57">
            <a:extLst>
              <a:ext uri="{FF2B5EF4-FFF2-40B4-BE49-F238E27FC236}">
                <a16:creationId xmlns:a16="http://schemas.microsoft.com/office/drawing/2014/main" id="{B8DA85AE-A4EF-8949-A171-7D8A32E2383C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1869391" y="5991438"/>
            <a:ext cx="540134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88B36FCA-98F2-334E-B745-8BE5CDDCBFB2}"/>
              </a:ext>
            </a:extLst>
          </p:cNvPr>
          <p:cNvGrpSpPr/>
          <p:nvPr/>
        </p:nvGrpSpPr>
        <p:grpSpPr>
          <a:xfrm>
            <a:off x="2749090" y="3427413"/>
            <a:ext cx="2851610" cy="946150"/>
            <a:chOff x="2749090" y="3427413"/>
            <a:chExt cx="2851610" cy="946150"/>
          </a:xfrm>
        </p:grpSpPr>
        <p:sp>
          <p:nvSpPr>
            <p:cNvPr id="297" name="Text Box 68">
              <a:extLst>
                <a:ext uri="{FF2B5EF4-FFF2-40B4-BE49-F238E27FC236}">
                  <a16:creationId xmlns:a16="http://schemas.microsoft.com/office/drawing/2014/main" id="{A106E788-CB34-784B-A7C6-28841DDC2E4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368675" y="3427413"/>
              <a:ext cx="1881188" cy="4730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2000" b="0" i="0" u="none" strike="noStrike" kern="1200" cap="none" spc="0" normalizeH="0" baseline="0" noProof="0" dirty="0" err="1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Symbol" pitchFamily="2" charset="2"/>
                  <a:ea typeface="ＭＳ Ｐゴシック" panose="020B0600070205080204" pitchFamily="34" charset="-128"/>
                  <a:cs typeface="+mn-cs"/>
                </a:rPr>
                <a:t>l</a:t>
              </a:r>
              <a:r>
                <a:rPr kumimoji="0" lang="en-US" altLang="en-US" sz="2000" b="0" i="0" u="none" strike="noStrike" kern="1200" cap="none" spc="0" normalizeH="0" baseline="-25000" noProof="0" dirty="0" err="1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in</a:t>
              </a:r>
              <a:r>
                <a:rPr kumimoji="0" lang="en-US" altLang="en-US" sz="16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 </a:t>
              </a:r>
              <a:r>
                <a:rPr kumimoji="0" lang="en-US" alt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: original data</a:t>
              </a:r>
              <a:endParaRPr kumimoji="0" lang="en-US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omic Sans MS" panose="030F0902030302020204" pitchFamily="66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298" name="Oval 217">
              <a:extLst>
                <a:ext uri="{FF2B5EF4-FFF2-40B4-BE49-F238E27FC236}">
                  <a16:creationId xmlns:a16="http://schemas.microsoft.com/office/drawing/2014/main" id="{CEE2DA5C-50A0-D742-A105-CCD7EE70973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49090" y="3616325"/>
              <a:ext cx="112712" cy="115888"/>
            </a:xfrm>
            <a:prstGeom prst="ellipse">
              <a:avLst/>
            </a:prstGeom>
            <a:solidFill>
              <a:srgbClr val="FF0000"/>
            </a:solidFill>
            <a:ln w="9525">
              <a:solidFill>
                <a:srgbClr val="FF0000"/>
              </a:solidFill>
              <a:round/>
              <a:headEnd/>
              <a:tailEnd/>
            </a:ln>
          </p:spPr>
          <p:txBody>
            <a:bodyPr/>
            <a:lstStyle>
              <a:lvl1pPr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299" name="Line 229">
              <a:extLst>
                <a:ext uri="{FF2B5EF4-FFF2-40B4-BE49-F238E27FC236}">
                  <a16:creationId xmlns:a16="http://schemas.microsoft.com/office/drawing/2014/main" id="{255225C8-6B39-2541-95EB-F48A1F34AF4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45050" y="3995738"/>
              <a:ext cx="339725" cy="0"/>
            </a:xfrm>
            <a:prstGeom prst="line">
              <a:avLst/>
            </a:prstGeom>
            <a:noFill/>
            <a:ln w="38100">
              <a:solidFill>
                <a:srgbClr val="FFFFFF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00" name="Oval 232">
              <a:extLst>
                <a:ext uri="{FF2B5EF4-FFF2-40B4-BE49-F238E27FC236}">
                  <a16:creationId xmlns:a16="http://schemas.microsoft.com/office/drawing/2014/main" id="{43D2CE91-2B81-EF48-9C07-31413440C1B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49606" y="3849688"/>
              <a:ext cx="112712" cy="115887"/>
            </a:xfrm>
            <a:prstGeom prst="ellipse">
              <a:avLst/>
            </a:prstGeom>
            <a:solidFill>
              <a:srgbClr val="FF0000"/>
            </a:solidFill>
            <a:ln w="9525">
              <a:solidFill>
                <a:srgbClr val="FF0000"/>
              </a:solidFill>
              <a:round/>
              <a:headEnd/>
              <a:tailEnd/>
            </a:ln>
          </p:spPr>
          <p:txBody>
            <a:bodyPr/>
            <a:lstStyle>
              <a:lvl1pPr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01" name="Text Box 233">
              <a:extLst>
                <a:ext uri="{FF2B5EF4-FFF2-40B4-BE49-F238E27FC236}">
                  <a16:creationId xmlns:a16="http://schemas.microsoft.com/office/drawing/2014/main" id="{FE1C66F4-D8DA-494A-9A89-F8E745865FF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251200" y="3756025"/>
              <a:ext cx="2349500" cy="6175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2000" b="0" i="0" u="none" strike="noStrike" kern="1200" cap="none" spc="0" normalizeH="0" baseline="0" noProof="0" dirty="0" err="1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Symbol" pitchFamily="2" charset="2"/>
                  <a:ea typeface="ＭＳ Ｐゴシック" panose="020B0600070205080204" pitchFamily="34" charset="-128"/>
                  <a:cs typeface="+mn-cs"/>
                </a:rPr>
                <a:t>l</a:t>
              </a:r>
              <a:r>
                <a:rPr kumimoji="0" lang="en-US" altLang="en-US" sz="2000" b="0" i="0" u="none" strike="noStrike" kern="1200" cap="none" spc="0" normalizeH="0" baseline="0" noProof="0" dirty="0" err="1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'</a:t>
              </a:r>
              <a:r>
                <a:rPr kumimoji="0" lang="en-US" altLang="en-US" sz="2000" b="0" i="0" u="none" strike="noStrike" kern="1200" cap="none" spc="0" normalizeH="0" baseline="-25000" noProof="0" dirty="0" err="1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in</a:t>
              </a:r>
              <a:r>
                <a:rPr kumimoji="0" lang="en-US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:</a:t>
              </a:r>
              <a:r>
                <a:rPr kumimoji="0" lang="en-US" alt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 </a:t>
              </a:r>
              <a:r>
                <a:rPr kumimoji="0" lang="en-US" alt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original data, </a:t>
              </a:r>
              <a:r>
                <a:rPr kumimoji="0" lang="en-US" altLang="en-US" sz="1600" b="0" i="1" u="none" strike="noStrike" kern="1200" cap="none" spc="0" normalizeH="0" baseline="0" noProof="0" dirty="0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plus</a:t>
              </a:r>
              <a:r>
                <a:rPr kumimoji="0" lang="en-US" alt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 retransmitted data</a:t>
              </a:r>
              <a:endParaRPr kumimoji="0" lang="en-US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omic Sans MS" panose="030F0902030302020204" pitchFamily="66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02" name="Line 234">
              <a:extLst>
                <a:ext uri="{FF2B5EF4-FFF2-40B4-BE49-F238E27FC236}">
                  <a16:creationId xmlns:a16="http://schemas.microsoft.com/office/drawing/2014/main" id="{63AF49C8-A0AA-624A-85D8-166B2AE4973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909888" y="3916363"/>
              <a:ext cx="514350" cy="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 type="triangle" w="med" len="med"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303" name="Line 235">
              <a:extLst>
                <a:ext uri="{FF2B5EF4-FFF2-40B4-BE49-F238E27FC236}">
                  <a16:creationId xmlns:a16="http://schemas.microsoft.com/office/drawing/2014/main" id="{DB362CDB-1FF4-4C41-99F9-FAF1CC7CC70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905125" y="3683000"/>
              <a:ext cx="514350" cy="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 type="triangle" w="med" len="med"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</p:grpSp>
      <p:grpSp>
        <p:nvGrpSpPr>
          <p:cNvPr id="4" name="Group 3">
            <a:extLst>
              <a:ext uri="{FF2B5EF4-FFF2-40B4-BE49-F238E27FC236}">
                <a16:creationId xmlns:a16="http://schemas.microsoft.com/office/drawing/2014/main" id="{9DD48FEE-9456-1B4E-84A7-B3ED91FFE8E0}"/>
              </a:ext>
            </a:extLst>
          </p:cNvPr>
          <p:cNvGrpSpPr/>
          <p:nvPr/>
        </p:nvGrpSpPr>
        <p:grpSpPr>
          <a:xfrm>
            <a:off x="2913490" y="5218953"/>
            <a:ext cx="1938730" cy="1300181"/>
            <a:chOff x="2913490" y="5218953"/>
            <a:chExt cx="1938730" cy="1300181"/>
          </a:xfrm>
        </p:grpSpPr>
        <p:sp>
          <p:nvSpPr>
            <p:cNvPr id="182" name="Text Box 32">
              <a:extLst>
                <a:ext uri="{FF2B5EF4-FFF2-40B4-BE49-F238E27FC236}">
                  <a16:creationId xmlns:a16="http://schemas.microsoft.com/office/drawing/2014/main" id="{CF2B7F29-466D-FC4A-ACE7-BFBF267B0CB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913490" y="6001893"/>
              <a:ext cx="1749096" cy="51724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600" b="1" i="1" u="none" strike="noStrike" kern="1200" cap="none" spc="0" normalizeH="0" baseline="0" noProof="0" dirty="0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finite</a:t>
              </a:r>
              <a:r>
                <a:rPr kumimoji="0" lang="en-US" alt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 shared output link buffers</a:t>
              </a:r>
            </a:p>
          </p:txBody>
        </p:sp>
        <p:sp>
          <p:nvSpPr>
            <p:cNvPr id="184" name="Line 77">
              <a:extLst>
                <a:ext uri="{FF2B5EF4-FFF2-40B4-BE49-F238E27FC236}">
                  <a16:creationId xmlns:a16="http://schemas.microsoft.com/office/drawing/2014/main" id="{7E362826-A3B7-5941-AE9B-A10769F86A4D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292190" y="5608320"/>
              <a:ext cx="295050" cy="508454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grpSp>
          <p:nvGrpSpPr>
            <p:cNvPr id="325" name="Group 324">
              <a:extLst>
                <a:ext uri="{FF2B5EF4-FFF2-40B4-BE49-F238E27FC236}">
                  <a16:creationId xmlns:a16="http://schemas.microsoft.com/office/drawing/2014/main" id="{F6512663-A281-404F-AF8E-A1DB8E5E7ECA}"/>
                </a:ext>
              </a:extLst>
            </p:cNvPr>
            <p:cNvGrpSpPr/>
            <p:nvPr/>
          </p:nvGrpSpPr>
          <p:grpSpPr>
            <a:xfrm>
              <a:off x="4030362" y="5218953"/>
              <a:ext cx="821858" cy="355937"/>
              <a:chOff x="6859123" y="5156933"/>
              <a:chExt cx="456701" cy="226548"/>
            </a:xfrm>
          </p:grpSpPr>
          <p:sp>
            <p:nvSpPr>
              <p:cNvPr id="326" name="Rectangle 325">
                <a:extLst>
                  <a:ext uri="{FF2B5EF4-FFF2-40B4-BE49-F238E27FC236}">
                    <a16:creationId xmlns:a16="http://schemas.microsoft.com/office/drawing/2014/main" id="{115AD671-DB74-444A-B48E-E8BEAB79A7D2}"/>
                  </a:ext>
                </a:extLst>
              </p:cNvPr>
              <p:cNvSpPr/>
              <p:nvPr/>
            </p:nvSpPr>
            <p:spPr>
              <a:xfrm>
                <a:off x="6859123" y="5156933"/>
                <a:ext cx="456701" cy="226548"/>
              </a:xfrm>
              <a:prstGeom prst="rect">
                <a:avLst/>
              </a:prstGeom>
              <a:solidFill>
                <a:srgbClr val="F989B2"/>
              </a:solidFill>
              <a:ln w="22225"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cxnSp>
            <p:nvCxnSpPr>
              <p:cNvPr id="332" name="Straight Connector 331">
                <a:extLst>
                  <a:ext uri="{FF2B5EF4-FFF2-40B4-BE49-F238E27FC236}">
                    <a16:creationId xmlns:a16="http://schemas.microsoft.com/office/drawing/2014/main" id="{99DD12F9-E416-394B-8D63-40D48A708559}"/>
                  </a:ext>
                </a:extLst>
              </p:cNvPr>
              <p:cNvCxnSpPr/>
              <p:nvPr/>
            </p:nvCxnSpPr>
            <p:spPr>
              <a:xfrm flipV="1">
                <a:off x="7249115" y="5189971"/>
                <a:ext cx="0" cy="155752"/>
              </a:xfrm>
              <a:prstGeom prst="line">
                <a:avLst/>
              </a:prstGeom>
              <a:ln w="22225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53" name="Straight Connector 352">
                <a:extLst>
                  <a:ext uri="{FF2B5EF4-FFF2-40B4-BE49-F238E27FC236}">
                    <a16:creationId xmlns:a16="http://schemas.microsoft.com/office/drawing/2014/main" id="{15780100-29B8-5C4F-93B7-5649208D6A95}"/>
                  </a:ext>
                </a:extLst>
              </p:cNvPr>
              <p:cNvCxnSpPr/>
              <p:nvPr/>
            </p:nvCxnSpPr>
            <p:spPr>
              <a:xfrm flipV="1">
                <a:off x="7197800" y="5189971"/>
                <a:ext cx="0" cy="155752"/>
              </a:xfrm>
              <a:prstGeom prst="line">
                <a:avLst/>
              </a:prstGeom>
              <a:ln w="22225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54" name="Straight Connector 353">
                <a:extLst>
                  <a:ext uri="{FF2B5EF4-FFF2-40B4-BE49-F238E27FC236}">
                    <a16:creationId xmlns:a16="http://schemas.microsoft.com/office/drawing/2014/main" id="{202CCE17-CE75-B441-ADA2-F35E98844675}"/>
                  </a:ext>
                </a:extLst>
              </p:cNvPr>
              <p:cNvCxnSpPr/>
              <p:nvPr/>
            </p:nvCxnSpPr>
            <p:spPr>
              <a:xfrm flipV="1">
                <a:off x="7146485" y="5189971"/>
                <a:ext cx="0" cy="155752"/>
              </a:xfrm>
              <a:prstGeom prst="line">
                <a:avLst/>
              </a:prstGeom>
              <a:ln w="22225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56" name="Straight Connector 455">
                <a:extLst>
                  <a:ext uri="{FF2B5EF4-FFF2-40B4-BE49-F238E27FC236}">
                    <a16:creationId xmlns:a16="http://schemas.microsoft.com/office/drawing/2014/main" id="{9471ACA7-44C6-004C-B2C2-7818A49BE16E}"/>
                  </a:ext>
                </a:extLst>
              </p:cNvPr>
              <p:cNvCxnSpPr/>
              <p:nvPr/>
            </p:nvCxnSpPr>
            <p:spPr>
              <a:xfrm flipV="1">
                <a:off x="7095171" y="5189971"/>
                <a:ext cx="0" cy="155752"/>
              </a:xfrm>
              <a:prstGeom prst="line">
                <a:avLst/>
              </a:prstGeom>
              <a:ln w="22225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57" name="Straight Connector 456">
                <a:extLst>
                  <a:ext uri="{FF2B5EF4-FFF2-40B4-BE49-F238E27FC236}">
                    <a16:creationId xmlns:a16="http://schemas.microsoft.com/office/drawing/2014/main" id="{72FD74F9-7342-F046-8132-AF1193BA35CF}"/>
                  </a:ext>
                </a:extLst>
              </p:cNvPr>
              <p:cNvCxnSpPr/>
              <p:nvPr/>
            </p:nvCxnSpPr>
            <p:spPr>
              <a:xfrm flipV="1">
                <a:off x="7043856" y="5189971"/>
                <a:ext cx="0" cy="155752"/>
              </a:xfrm>
              <a:prstGeom prst="line">
                <a:avLst/>
              </a:prstGeom>
              <a:ln w="22225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58" name="Straight Connector 457">
                <a:extLst>
                  <a:ext uri="{FF2B5EF4-FFF2-40B4-BE49-F238E27FC236}">
                    <a16:creationId xmlns:a16="http://schemas.microsoft.com/office/drawing/2014/main" id="{4E5C557C-7FBE-9746-A186-91684629902D}"/>
                  </a:ext>
                </a:extLst>
              </p:cNvPr>
              <p:cNvCxnSpPr/>
              <p:nvPr/>
            </p:nvCxnSpPr>
            <p:spPr>
              <a:xfrm flipV="1">
                <a:off x="6992541" y="5189971"/>
                <a:ext cx="0" cy="155752"/>
              </a:xfrm>
              <a:prstGeom prst="line">
                <a:avLst/>
              </a:prstGeom>
              <a:ln w="22225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59" name="Straight Connector 458">
                <a:extLst>
                  <a:ext uri="{FF2B5EF4-FFF2-40B4-BE49-F238E27FC236}">
                    <a16:creationId xmlns:a16="http://schemas.microsoft.com/office/drawing/2014/main" id="{9B6FEECA-C37C-BB48-B144-6D6274CBC319}"/>
                  </a:ext>
                </a:extLst>
              </p:cNvPr>
              <p:cNvCxnSpPr/>
              <p:nvPr/>
            </p:nvCxnSpPr>
            <p:spPr>
              <a:xfrm flipV="1">
                <a:off x="6941227" y="5189971"/>
                <a:ext cx="0" cy="155752"/>
              </a:xfrm>
              <a:prstGeom prst="line">
                <a:avLst/>
              </a:prstGeom>
              <a:ln w="22225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172" name="Freeform 91">
            <a:extLst>
              <a:ext uri="{FF2B5EF4-FFF2-40B4-BE49-F238E27FC236}">
                <a16:creationId xmlns:a16="http://schemas.microsoft.com/office/drawing/2014/main" id="{A9B480FF-21CF-FC44-9DF0-9C672684A517}"/>
              </a:ext>
            </a:extLst>
          </p:cNvPr>
          <p:cNvSpPr>
            <a:spLocks/>
          </p:cNvSpPr>
          <p:nvPr/>
        </p:nvSpPr>
        <p:spPr bwMode="auto">
          <a:xfrm>
            <a:off x="2803354" y="3659588"/>
            <a:ext cx="4211870" cy="1670126"/>
          </a:xfrm>
          <a:custGeom>
            <a:avLst/>
            <a:gdLst>
              <a:gd name="T0" fmla="*/ 0 w 2160"/>
              <a:gd name="T1" fmla="*/ 0 h 804"/>
              <a:gd name="T2" fmla="*/ 0 w 2160"/>
              <a:gd name="T3" fmla="*/ 2147483647 h 804"/>
              <a:gd name="T4" fmla="*/ 2147483647 w 2160"/>
              <a:gd name="T5" fmla="*/ 2147483647 h 804"/>
              <a:gd name="T6" fmla="*/ 2147483647 w 2160"/>
              <a:gd name="T7" fmla="*/ 2147483647 h 804"/>
              <a:gd name="T8" fmla="*/ 2147483647 w 2160"/>
              <a:gd name="T9" fmla="*/ 2147483647 h 804"/>
              <a:gd name="T10" fmla="*/ 2147483647 w 2160"/>
              <a:gd name="T11" fmla="*/ 2147483647 h 804"/>
              <a:gd name="T12" fmla="*/ 2147483647 w 2160"/>
              <a:gd name="T13" fmla="*/ 2147483647 h 804"/>
              <a:gd name="T14" fmla="*/ 2147483647 w 2160"/>
              <a:gd name="T15" fmla="*/ 2147483647 h 804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</a:gdLst>
            <a:ahLst/>
            <a:cxnLst>
              <a:cxn ang="T16">
                <a:pos x="T0" y="T1"/>
              </a:cxn>
              <a:cxn ang="T17">
                <a:pos x="T2" y="T3"/>
              </a:cxn>
              <a:cxn ang="T18">
                <a:pos x="T4" y="T5"/>
              </a:cxn>
              <a:cxn ang="T19">
                <a:pos x="T6" y="T7"/>
              </a:cxn>
              <a:cxn ang="T20">
                <a:pos x="T8" y="T9"/>
              </a:cxn>
              <a:cxn ang="T21">
                <a:pos x="T10" y="T11"/>
              </a:cxn>
              <a:cxn ang="T22">
                <a:pos x="T12" y="T13"/>
              </a:cxn>
              <a:cxn ang="T23">
                <a:pos x="T14" y="T15"/>
              </a:cxn>
            </a:cxnLst>
            <a:rect l="0" t="0" r="r" b="b"/>
            <a:pathLst>
              <a:path w="2160" h="804">
                <a:moveTo>
                  <a:pt x="0" y="0"/>
                </a:moveTo>
                <a:lnTo>
                  <a:pt x="0" y="594"/>
                </a:lnTo>
                <a:lnTo>
                  <a:pt x="402" y="600"/>
                </a:lnTo>
                <a:lnTo>
                  <a:pt x="216" y="804"/>
                </a:lnTo>
                <a:lnTo>
                  <a:pt x="1446" y="804"/>
                </a:lnTo>
                <a:lnTo>
                  <a:pt x="1770" y="524"/>
                </a:lnTo>
                <a:lnTo>
                  <a:pt x="2160" y="516"/>
                </a:lnTo>
                <a:lnTo>
                  <a:pt x="2160" y="48"/>
                </a:lnTo>
              </a:path>
            </a:pathLst>
          </a:custGeom>
          <a:noFill/>
          <a:ln w="38100" cmpd="sng">
            <a:solidFill>
              <a:srgbClr val="FF0000"/>
            </a:solidFill>
            <a:round/>
            <a:headEnd type="non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grpSp>
        <p:nvGrpSpPr>
          <p:cNvPr id="171" name="Group 170">
            <a:extLst>
              <a:ext uri="{FF2B5EF4-FFF2-40B4-BE49-F238E27FC236}">
                <a16:creationId xmlns:a16="http://schemas.microsoft.com/office/drawing/2014/main" id="{FE72A71E-CC9B-AE4A-AE8F-124BCB210BCD}"/>
              </a:ext>
            </a:extLst>
          </p:cNvPr>
          <p:cNvGrpSpPr/>
          <p:nvPr/>
        </p:nvGrpSpPr>
        <p:grpSpPr>
          <a:xfrm>
            <a:off x="1586591" y="4743924"/>
            <a:ext cx="4913849" cy="1346072"/>
            <a:chOff x="5641439" y="2685215"/>
            <a:chExt cx="4000500" cy="1028700"/>
          </a:xfrm>
        </p:grpSpPr>
        <p:sp>
          <p:nvSpPr>
            <p:cNvPr id="265" name="Oval 73">
              <a:extLst>
                <a:ext uri="{FF2B5EF4-FFF2-40B4-BE49-F238E27FC236}">
                  <a16:creationId xmlns:a16="http://schemas.microsoft.com/office/drawing/2014/main" id="{CBF2A11D-CB4B-5047-8DCE-1CCA81F6020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641439" y="2685215"/>
              <a:ext cx="92075" cy="90487"/>
            </a:xfrm>
            <a:prstGeom prst="ellipse">
              <a:avLst/>
            </a:prstGeom>
            <a:solidFill>
              <a:srgbClr val="0013A3"/>
            </a:solidFill>
            <a:ln w="9525">
              <a:solidFill>
                <a:srgbClr val="0013A3"/>
              </a:solidFill>
              <a:round/>
              <a:headEnd/>
              <a:tailEnd/>
            </a:ln>
          </p:spPr>
          <p:txBody>
            <a:bodyPr/>
            <a:lstStyle>
              <a:lvl1pPr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266" name="Freeform 90">
              <a:extLst>
                <a:ext uri="{FF2B5EF4-FFF2-40B4-BE49-F238E27FC236}">
                  <a16:creationId xmlns:a16="http://schemas.microsoft.com/office/drawing/2014/main" id="{A788A76C-C9BB-D246-93A9-CFA5F5F5A5FF}"/>
                </a:ext>
              </a:extLst>
            </p:cNvPr>
            <p:cNvSpPr>
              <a:spLocks/>
            </p:cNvSpPr>
            <p:nvPr/>
          </p:nvSpPr>
          <p:spPr bwMode="auto">
            <a:xfrm>
              <a:off x="5689064" y="2761415"/>
              <a:ext cx="3952875" cy="952500"/>
            </a:xfrm>
            <a:custGeom>
              <a:avLst/>
              <a:gdLst>
                <a:gd name="T0" fmla="*/ 0 w 6225"/>
                <a:gd name="T1" fmla="*/ 0 h 1501"/>
                <a:gd name="T2" fmla="*/ 0 w 6225"/>
                <a:gd name="T3" fmla="*/ 2147483647 h 1501"/>
                <a:gd name="T4" fmla="*/ 2147483647 w 6225"/>
                <a:gd name="T5" fmla="*/ 2147483647 h 1501"/>
                <a:gd name="T6" fmla="*/ 2147483647 w 6225"/>
                <a:gd name="T7" fmla="*/ 2147483647 h 1501"/>
                <a:gd name="T8" fmla="*/ 2147483647 w 6225"/>
                <a:gd name="T9" fmla="*/ 2147483647 h 1501"/>
                <a:gd name="T10" fmla="*/ 2147483647 w 6225"/>
                <a:gd name="T11" fmla="*/ 2147483647 h 1501"/>
                <a:gd name="T12" fmla="*/ 2147483647 w 6225"/>
                <a:gd name="T13" fmla="*/ 2147483647 h 1501"/>
                <a:gd name="T14" fmla="*/ 2147483647 w 6225"/>
                <a:gd name="T15" fmla="*/ 2147483647 h 1501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6225" h="1501">
                  <a:moveTo>
                    <a:pt x="0" y="0"/>
                  </a:moveTo>
                  <a:lnTo>
                    <a:pt x="0" y="1486"/>
                  </a:lnTo>
                  <a:lnTo>
                    <a:pt x="1005" y="1501"/>
                  </a:lnTo>
                  <a:lnTo>
                    <a:pt x="1860" y="706"/>
                  </a:lnTo>
                  <a:lnTo>
                    <a:pt x="5085" y="721"/>
                  </a:lnTo>
                  <a:lnTo>
                    <a:pt x="4305" y="1456"/>
                  </a:lnTo>
                  <a:lnTo>
                    <a:pt x="6225" y="1456"/>
                  </a:lnTo>
                  <a:lnTo>
                    <a:pt x="6220" y="391"/>
                  </a:lnTo>
                </a:path>
              </a:pathLst>
            </a:custGeom>
            <a:noFill/>
            <a:ln w="38100" cmpd="sng">
              <a:solidFill>
                <a:srgbClr val="0013A3"/>
              </a:solidFill>
              <a:round/>
              <a:headEnd type="non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7A2C2F29-CDE1-7F43-8E31-AA4451365879}"/>
              </a:ext>
            </a:extLst>
          </p:cNvPr>
          <p:cNvGrpSpPr/>
          <p:nvPr/>
        </p:nvGrpSpPr>
        <p:grpSpPr>
          <a:xfrm>
            <a:off x="643673" y="1714605"/>
            <a:ext cx="9710831" cy="1905000"/>
            <a:chOff x="643673" y="1714605"/>
            <a:chExt cx="9710831" cy="1905000"/>
          </a:xfrm>
        </p:grpSpPr>
        <p:grpSp>
          <p:nvGrpSpPr>
            <p:cNvPr id="910" name="Group 237">
              <a:extLst>
                <a:ext uri="{FF2B5EF4-FFF2-40B4-BE49-F238E27FC236}">
                  <a16:creationId xmlns:a16="http://schemas.microsoft.com/office/drawing/2014/main" id="{EC72FC62-B230-A94B-A95E-6B7E5B9B9AA4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7750739" y="2720058"/>
              <a:ext cx="195221" cy="142875"/>
              <a:chOff x="174" y="3986"/>
              <a:chExt cx="51" cy="62"/>
            </a:xfrm>
          </p:grpSpPr>
          <p:sp>
            <p:nvSpPr>
              <p:cNvPr id="911" name="Freeform 238">
                <a:extLst>
                  <a:ext uri="{FF2B5EF4-FFF2-40B4-BE49-F238E27FC236}">
                    <a16:creationId xmlns:a16="http://schemas.microsoft.com/office/drawing/2014/main" id="{8675489A-2D10-4445-84BB-BCD7F29CF98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6" y="3986"/>
                <a:ext cx="49" cy="48"/>
              </a:xfrm>
              <a:custGeom>
                <a:avLst/>
                <a:gdLst>
                  <a:gd name="T0" fmla="*/ 0 w 49"/>
                  <a:gd name="T1" fmla="*/ 0 h 62"/>
                  <a:gd name="T2" fmla="*/ 49 w 49"/>
                  <a:gd name="T3" fmla="*/ 2 h 62"/>
                  <a:gd name="T4" fmla="*/ 4 w 49"/>
                  <a:gd name="T5" fmla="*/ 5 h 62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49" h="62">
                    <a:moveTo>
                      <a:pt x="0" y="0"/>
                    </a:moveTo>
                    <a:lnTo>
                      <a:pt x="49" y="32"/>
                    </a:lnTo>
                    <a:lnTo>
                      <a:pt x="4" y="62"/>
                    </a:lnTo>
                  </a:path>
                </a:pathLst>
              </a:custGeom>
              <a:solidFill>
                <a:schemeClr val="bg1"/>
              </a:solidFill>
              <a:ln w="22225" cap="flat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912" name="Line 239">
                <a:extLst>
                  <a:ext uri="{FF2B5EF4-FFF2-40B4-BE49-F238E27FC236}">
                    <a16:creationId xmlns:a16="http://schemas.microsoft.com/office/drawing/2014/main" id="{6EE2EE7A-D9AA-9444-A38F-5ADDE6E80F7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74" y="4048"/>
                <a:ext cx="46" cy="0"/>
              </a:xfrm>
              <a:prstGeom prst="line">
                <a:avLst/>
              </a:prstGeom>
              <a:noFill/>
              <a:ln w="222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endParaRPr>
              </a:p>
            </p:txBody>
          </p:sp>
        </p:grpSp>
        <p:sp>
          <p:nvSpPr>
            <p:cNvPr id="460" name="Rectangle 2">
              <a:extLst>
                <a:ext uri="{FF2B5EF4-FFF2-40B4-BE49-F238E27FC236}">
                  <a16:creationId xmlns:a16="http://schemas.microsoft.com/office/drawing/2014/main" id="{03320F89-A084-7B49-8A13-3CBCE2696C5C}"/>
                </a:ext>
              </a:extLst>
            </p:cNvPr>
            <p:cNvSpPr txBox="1">
              <a:spLocks noChangeArrowheads="1"/>
            </p:cNvSpPr>
            <p:nvPr/>
          </p:nvSpPr>
          <p:spPr>
            <a:xfrm>
              <a:off x="643673" y="1714605"/>
              <a:ext cx="9710831" cy="1905000"/>
            </a:xfrm>
            <a:prstGeom prst="rect">
              <a:avLst/>
            </a:prstGeom>
          </p:spPr>
          <p:txBody>
            <a:bodyPr vert="horz" lIns="91440" tIns="45720" rIns="91440" bIns="45720" rtlCol="0">
              <a:normAutofit/>
            </a:bodyPr>
            <a:lstStyle>
              <a:lvl1pPr marL="352425" indent="-22225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Clr>
                  <a:srgbClr val="0000A3"/>
                </a:buClr>
                <a:buFont typeface="Wingdings" pitchFamily="2" charset="2"/>
                <a:buChar char="§"/>
                <a:tabLst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95325" indent="-231775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Clr>
                  <a:srgbClr val="0000A8"/>
                </a:buClr>
                <a:buFont typeface="Arial" panose="020B0604020202020204" pitchFamily="34" charset="0"/>
                <a:buChar char="•"/>
                <a:tabLst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352425" marR="0" lvl="0" indent="-222250" algn="l" defTabSz="914400" rtl="0" eaLnBrk="1" fontAlgn="auto" latinLnBrk="0" hangingPunct="1">
                <a:lnSpc>
                  <a:spcPct val="90000"/>
                </a:lnSpc>
                <a:spcBef>
                  <a:spcPts val="1000"/>
                </a:spcBef>
                <a:spcAft>
                  <a:spcPts val="0"/>
                </a:spcAft>
                <a:buClr>
                  <a:srgbClr val="0000A3"/>
                </a:buClr>
                <a:buSzTx/>
                <a:buFont typeface="Wingdings" charset="2"/>
                <a:buChar char="§"/>
                <a:tabLst/>
                <a:defRPr/>
              </a:pPr>
              <a:r>
                <a:rPr kumimoji="0" lang="en-US" sz="2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sender retransmits lost, timed-out packet</a:t>
              </a:r>
            </a:p>
            <a:p>
              <a:pPr marL="695325" marR="0" lvl="1" indent="-231775" algn="l" defTabSz="914400" rtl="0" eaLnBrk="1" fontAlgn="auto" latinLnBrk="0" hangingPunct="1">
                <a:lnSpc>
                  <a:spcPct val="90000"/>
                </a:lnSpc>
                <a:spcBef>
                  <a:spcPts val="500"/>
                </a:spcBef>
                <a:spcAft>
                  <a:spcPts val="0"/>
                </a:spcAft>
                <a:buClr>
                  <a:srgbClr val="0000A8"/>
                </a:buClr>
                <a:buSzTx/>
                <a:buFont typeface="Arial"/>
                <a:buChar char="•"/>
                <a:tabLst/>
                <a:defRPr/>
              </a:pPr>
              <a:r>
                <a:rPr kumimoji="0" 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application-layer input = application-layer output:</a:t>
              </a:r>
              <a:r>
                <a:rPr kumimoji="0" 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Symbol" charset="0"/>
                  <a:ea typeface="+mn-ea"/>
                  <a:cs typeface="+mn-cs"/>
                </a:rPr>
                <a:t> </a:t>
              </a:r>
              <a:r>
                <a:rPr kumimoji="0" lang="en-US" sz="24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Symbol" charset="0"/>
                  <a:ea typeface="+mn-ea"/>
                  <a:cs typeface="+mn-cs"/>
                </a:rPr>
                <a:t>l</a:t>
              </a:r>
              <a:r>
                <a:rPr kumimoji="0" lang="en-US" sz="2400" b="0" i="0" u="none" strike="noStrike" kern="1200" cap="none" spc="0" normalizeH="0" baseline="-2500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charset="0"/>
                  <a:ea typeface="+mn-ea"/>
                  <a:cs typeface="+mn-cs"/>
                </a:rPr>
                <a:t>in</a:t>
              </a:r>
              <a:r>
                <a:rPr kumimoji="0" lang="en-US" sz="2400" b="0" i="0" u="none" strike="noStrike" kern="1200" cap="none" spc="0" normalizeH="0" baseline="-2500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charset="0"/>
                  <a:ea typeface="+mn-ea"/>
                  <a:cs typeface="+mn-cs"/>
                </a:rPr>
                <a:t> </a:t>
              </a:r>
              <a:r>
                <a:rPr kumimoji="0" 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charset="0"/>
                  <a:ea typeface="+mn-ea"/>
                  <a:cs typeface="+mn-cs"/>
                </a:rPr>
                <a:t>= </a:t>
              </a:r>
              <a:r>
                <a:rPr kumimoji="0" 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Symbol" charset="0"/>
                  <a:ea typeface="+mn-ea"/>
                  <a:cs typeface="+mn-cs"/>
                </a:rPr>
                <a:t>l</a:t>
              </a:r>
              <a:r>
                <a:rPr kumimoji="0" lang="en-US" sz="2400" b="0" i="0" u="none" strike="noStrike" kern="1200" cap="none" spc="0" normalizeH="0" baseline="-2500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charset="0"/>
                  <a:ea typeface="+mn-ea"/>
                  <a:cs typeface="+mn-cs"/>
                </a:rPr>
                <a:t>out</a:t>
              </a:r>
            </a:p>
            <a:p>
              <a:pPr marL="695325" marR="0" lvl="1" indent="-231775" algn="l" defTabSz="914400" rtl="0" eaLnBrk="1" fontAlgn="auto" latinLnBrk="0" hangingPunct="1">
                <a:lnSpc>
                  <a:spcPct val="90000"/>
                </a:lnSpc>
                <a:spcBef>
                  <a:spcPts val="500"/>
                </a:spcBef>
                <a:spcAft>
                  <a:spcPts val="0"/>
                </a:spcAft>
                <a:buClr>
                  <a:srgbClr val="0000A8"/>
                </a:buClr>
                <a:buSzTx/>
                <a:buFont typeface="Arial"/>
                <a:buChar char="•"/>
                <a:tabLst/>
                <a:defRPr/>
              </a:pPr>
              <a:r>
                <a:rPr kumimoji="0" 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transport-layer input includes </a:t>
              </a:r>
              <a:r>
                <a:rPr kumimoji="0" lang="en-US" sz="2400" b="0" i="1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retransmissions </a:t>
              </a:r>
              <a:r>
                <a:rPr kumimoji="0" 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:</a:t>
              </a:r>
              <a:r>
                <a:rPr kumimoji="0" 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Symbol" charset="0"/>
                  <a:ea typeface="+mn-ea"/>
                  <a:cs typeface="+mn-cs"/>
                </a:rPr>
                <a:t> </a:t>
              </a:r>
              <a:r>
                <a:rPr kumimoji="0" lang="en-US" sz="24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Symbol" charset="0"/>
                  <a:ea typeface="+mn-ea"/>
                  <a:cs typeface="+mn-cs"/>
                </a:rPr>
                <a:t>l</a:t>
              </a:r>
              <a:r>
                <a:rPr kumimoji="0" lang="en-US" sz="24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’</a:t>
              </a:r>
              <a:r>
                <a:rPr kumimoji="0" lang="en-US" sz="2400" b="0" i="0" u="none" strike="noStrike" kern="1200" cap="none" spc="0" normalizeH="0" baseline="-2500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charset="0"/>
                  <a:ea typeface="+mn-ea"/>
                  <a:cs typeface="+mn-cs"/>
                </a:rPr>
                <a:t>in</a:t>
              </a:r>
              <a:r>
                <a:rPr kumimoji="0" lang="en-US" sz="2400" b="0" i="0" u="none" strike="noStrike" kern="1200" cap="none" spc="0" normalizeH="0" baseline="-2500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charset="0"/>
                  <a:ea typeface="+mn-ea"/>
                  <a:cs typeface="+mn-cs"/>
                </a:rPr>
                <a:t> </a:t>
              </a:r>
              <a:r>
                <a:rPr kumimoji="0" 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charset="0"/>
                  <a:ea typeface="+mn-ea"/>
                  <a:cs typeface="+mn-cs"/>
                </a:rPr>
                <a:t>   </a:t>
              </a:r>
              <a:r>
                <a:rPr kumimoji="0" lang="en-US" sz="24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Symbol" charset="0"/>
                  <a:ea typeface="+mn-ea"/>
                  <a:cs typeface="+mn-cs"/>
                </a:rPr>
                <a:t>l</a:t>
              </a:r>
              <a:r>
                <a:rPr kumimoji="0" lang="en-US" sz="2400" b="0" i="0" u="none" strike="noStrike" kern="1200" cap="none" spc="0" normalizeH="0" baseline="-2500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charset="0"/>
                  <a:ea typeface="+mn-ea"/>
                  <a:cs typeface="+mn-cs"/>
                </a:rPr>
                <a:t>in</a:t>
              </a:r>
              <a:endParaRPr kumimoji="0" lang="en-US" sz="24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  <a:p>
              <a:pPr marL="352425" marR="0" lvl="0" indent="-222250" algn="l" defTabSz="914400" rtl="0" eaLnBrk="1" fontAlgn="auto" latinLnBrk="0" hangingPunct="1">
                <a:lnSpc>
                  <a:spcPct val="90000"/>
                </a:lnSpc>
                <a:spcBef>
                  <a:spcPts val="1000"/>
                </a:spcBef>
                <a:spcAft>
                  <a:spcPts val="0"/>
                </a:spcAft>
                <a:buClr>
                  <a:srgbClr val="0000A3"/>
                </a:buClr>
                <a:buSzTx/>
                <a:buFont typeface="Wingdings" charset="2"/>
                <a:buChar char="§"/>
                <a:tabLst/>
                <a:defRPr/>
              </a:pPr>
              <a:endPara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  <a:p>
              <a:pPr marL="352425" marR="0" lvl="0" indent="-222250" algn="l" defTabSz="914400" rtl="0" eaLnBrk="1" fontAlgn="auto" latinLnBrk="0" hangingPunct="1">
                <a:lnSpc>
                  <a:spcPct val="90000"/>
                </a:lnSpc>
                <a:spcBef>
                  <a:spcPts val="1000"/>
                </a:spcBef>
                <a:spcAft>
                  <a:spcPts val="0"/>
                </a:spcAft>
                <a:buClr>
                  <a:srgbClr val="0000A3"/>
                </a:buClr>
                <a:buSzTx/>
                <a:buFont typeface="Wingdings" charset="2"/>
                <a:buChar char="§"/>
                <a:tabLst/>
                <a:defRPr/>
              </a:pPr>
              <a:endPara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  <a:p>
              <a:pPr marL="352425" marR="0" lvl="0" indent="-222250" algn="l" defTabSz="914400" rtl="0" eaLnBrk="1" fontAlgn="auto" latinLnBrk="0" hangingPunct="1">
                <a:lnSpc>
                  <a:spcPct val="90000"/>
                </a:lnSpc>
                <a:spcBef>
                  <a:spcPts val="1000"/>
                </a:spcBef>
                <a:spcAft>
                  <a:spcPts val="0"/>
                </a:spcAft>
                <a:buClr>
                  <a:srgbClr val="0000A3"/>
                </a:buClr>
                <a:buSzTx/>
                <a:buFont typeface="Wingdings" charset="2"/>
                <a:buChar char="§"/>
                <a:tabLst/>
                <a:defRPr/>
              </a:pPr>
              <a:endPara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grpSp>
        <p:nvGrpSpPr>
          <p:cNvPr id="7" name="Group 6">
            <a:extLst>
              <a:ext uri="{FF2B5EF4-FFF2-40B4-BE49-F238E27FC236}">
                <a16:creationId xmlns:a16="http://schemas.microsoft.com/office/drawing/2014/main" id="{3C232186-DB8B-EE41-ABB8-8C4434E748DD}"/>
              </a:ext>
            </a:extLst>
          </p:cNvPr>
          <p:cNvGrpSpPr/>
          <p:nvPr/>
        </p:nvGrpSpPr>
        <p:grpSpPr>
          <a:xfrm>
            <a:off x="7116763" y="3629025"/>
            <a:ext cx="1057275" cy="473075"/>
            <a:chOff x="7116763" y="3629025"/>
            <a:chExt cx="1057275" cy="473075"/>
          </a:xfrm>
        </p:grpSpPr>
        <p:sp>
          <p:nvSpPr>
            <p:cNvPr id="461" name="Text Box 219">
              <a:extLst>
                <a:ext uri="{FF2B5EF4-FFF2-40B4-BE49-F238E27FC236}">
                  <a16:creationId xmlns:a16="http://schemas.microsoft.com/office/drawing/2014/main" id="{C648AB54-6598-DE46-92A6-D245E6D0B32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583488" y="3629025"/>
              <a:ext cx="590550" cy="4730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2000" b="0" i="0" u="none" strike="noStrike" kern="1200" cap="none" spc="0" normalizeH="0" baseline="0" noProof="0" dirty="0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Symbol" pitchFamily="2" charset="2"/>
                  <a:ea typeface="ＭＳ Ｐゴシック" panose="020B0600070205080204" pitchFamily="34" charset="-128"/>
                  <a:cs typeface="+mn-cs"/>
                </a:rPr>
                <a:t>l</a:t>
              </a:r>
              <a:r>
                <a:rPr kumimoji="0" lang="en-US" altLang="en-US" sz="20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out</a:t>
              </a:r>
              <a:endParaRPr kumimoji="0" lang="en-US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omic Sans MS" panose="030F0902030302020204" pitchFamily="66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462" name="Line 236">
              <a:extLst>
                <a:ext uri="{FF2B5EF4-FFF2-40B4-BE49-F238E27FC236}">
                  <a16:creationId xmlns:a16="http://schemas.microsoft.com/office/drawing/2014/main" id="{1870B461-7B79-EB4C-840A-4B5BE77A4D9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116763" y="3835400"/>
              <a:ext cx="514350" cy="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 type="triangle" w="med" len="med"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</p:grpSp>
      <p:grpSp>
        <p:nvGrpSpPr>
          <p:cNvPr id="5" name="Group 4">
            <a:extLst>
              <a:ext uri="{FF2B5EF4-FFF2-40B4-BE49-F238E27FC236}">
                <a16:creationId xmlns:a16="http://schemas.microsoft.com/office/drawing/2014/main" id="{65560666-FC53-B945-9620-BB2E2AE986CF}"/>
              </a:ext>
            </a:extLst>
          </p:cNvPr>
          <p:cNvGrpSpPr/>
          <p:nvPr/>
        </p:nvGrpSpPr>
        <p:grpSpPr>
          <a:xfrm>
            <a:off x="3289650" y="5336775"/>
            <a:ext cx="2124396" cy="604097"/>
            <a:chOff x="3289650" y="5336775"/>
            <a:chExt cx="2124396" cy="604097"/>
          </a:xfrm>
        </p:grpSpPr>
        <p:sp>
          <p:nvSpPr>
            <p:cNvPr id="181" name="TextBox 180">
              <a:extLst>
                <a:ext uri="{FF2B5EF4-FFF2-40B4-BE49-F238E27FC236}">
                  <a16:creationId xmlns:a16="http://schemas.microsoft.com/office/drawing/2014/main" id="{8372AD6F-EEFC-914F-BE23-DE28BE98C152}"/>
                </a:ext>
              </a:extLst>
            </p:cNvPr>
            <p:cNvSpPr txBox="1"/>
            <p:nvPr/>
          </p:nvSpPr>
          <p:spPr>
            <a:xfrm>
              <a:off x="4982445" y="5336775"/>
              <a:ext cx="431601" cy="60409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R</a:t>
              </a:r>
            </a:p>
          </p:txBody>
        </p:sp>
        <p:sp>
          <p:nvSpPr>
            <p:cNvPr id="463" name="TextBox 462">
              <a:extLst>
                <a:ext uri="{FF2B5EF4-FFF2-40B4-BE49-F238E27FC236}">
                  <a16:creationId xmlns:a16="http://schemas.microsoft.com/office/drawing/2014/main" id="{AECD2E0A-D6E2-2842-934A-3F651325C0C8}"/>
                </a:ext>
              </a:extLst>
            </p:cNvPr>
            <p:cNvSpPr txBox="1"/>
            <p:nvPr/>
          </p:nvSpPr>
          <p:spPr>
            <a:xfrm>
              <a:off x="3289650" y="5351752"/>
              <a:ext cx="351378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R</a:t>
              </a:r>
            </a:p>
          </p:txBody>
        </p:sp>
      </p:grpSp>
      <p:sp>
        <p:nvSpPr>
          <p:cNvPr id="168" name="Slide Number Placeholder 2">
            <a:extLst>
              <a:ext uri="{FF2B5EF4-FFF2-40B4-BE49-F238E27FC236}">
                <a16:creationId xmlns:a16="http://schemas.microsoft.com/office/drawing/2014/main" id="{EDF89B14-4877-B447-9EAB-EAB6735B3B5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19616" y="6443089"/>
            <a:ext cx="2743200" cy="365125"/>
          </a:xfrm>
        </p:spPr>
        <p:txBody>
          <a:bodyPr/>
          <a:lstStyle/>
          <a:p>
            <a:r>
              <a:rPr lang="en-US" dirty="0"/>
              <a:t>Transport Layer: 3-</a:t>
            </a:r>
            <a:fld id="{C4204591-24BD-A542-B9D5-F8D8A88D2FEE}" type="slidenum">
              <a:rPr lang="en-US" smtClean="0"/>
              <a:pPr/>
              <a:t>20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490182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Freeform 3">
            <a:extLst>
              <a:ext uri="{FF2B5EF4-FFF2-40B4-BE49-F238E27FC236}">
                <a16:creationId xmlns:a16="http://schemas.microsoft.com/office/drawing/2014/main" id="{94850343-F164-9342-8172-492C44663F13}"/>
              </a:ext>
            </a:extLst>
          </p:cNvPr>
          <p:cNvSpPr>
            <a:spLocks/>
          </p:cNvSpPr>
          <p:nvPr/>
        </p:nvSpPr>
        <p:spPr bwMode="auto">
          <a:xfrm>
            <a:off x="6946976" y="5009814"/>
            <a:ext cx="308091" cy="1217281"/>
          </a:xfrm>
          <a:custGeom>
            <a:avLst/>
            <a:gdLst>
              <a:gd name="T0" fmla="*/ 2147483647 w 366"/>
              <a:gd name="T1" fmla="*/ 2147483647 h 1284"/>
              <a:gd name="T2" fmla="*/ 2147483647 w 366"/>
              <a:gd name="T3" fmla="*/ 0 h 1284"/>
              <a:gd name="T4" fmla="*/ 0 w 366"/>
              <a:gd name="T5" fmla="*/ 2147483647 h 1284"/>
              <a:gd name="T6" fmla="*/ 2147483647 w 366"/>
              <a:gd name="T7" fmla="*/ 2147483647 h 1284"/>
              <a:gd name="T8" fmla="*/ 2147483647 w 366"/>
              <a:gd name="T9" fmla="*/ 2147483647 h 1284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366" h="1284">
                <a:moveTo>
                  <a:pt x="366" y="1278"/>
                </a:moveTo>
                <a:lnTo>
                  <a:pt x="12" y="0"/>
                </a:lnTo>
                <a:lnTo>
                  <a:pt x="0" y="1224"/>
                </a:lnTo>
                <a:lnTo>
                  <a:pt x="186" y="1284"/>
                </a:lnTo>
                <a:lnTo>
                  <a:pt x="366" y="1278"/>
                </a:lnTo>
                <a:close/>
              </a:path>
            </a:pathLst>
          </a:custGeom>
          <a:gradFill rotWithShape="1">
            <a:gsLst>
              <a:gs pos="0">
                <a:srgbClr val="B2B2B2"/>
              </a:gs>
              <a:gs pos="100000">
                <a:srgbClr val="FFFFFF"/>
              </a:gs>
            </a:gsLst>
            <a:lin ang="0" scaled="1"/>
          </a:gradFill>
          <a:ln w="9525">
            <a:solidFill>
              <a:srgbClr val="DDDDDD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grpSp>
        <p:nvGrpSpPr>
          <p:cNvPr id="469" name="Group 468">
            <a:extLst>
              <a:ext uri="{FF2B5EF4-FFF2-40B4-BE49-F238E27FC236}">
                <a16:creationId xmlns:a16="http://schemas.microsoft.com/office/drawing/2014/main" id="{D7909E55-4569-0948-961D-43068CFC7348}"/>
              </a:ext>
            </a:extLst>
          </p:cNvPr>
          <p:cNvGrpSpPr/>
          <p:nvPr/>
        </p:nvGrpSpPr>
        <p:grpSpPr>
          <a:xfrm>
            <a:off x="6240513" y="5016599"/>
            <a:ext cx="720732" cy="1182930"/>
            <a:chOff x="10910965" y="2513124"/>
            <a:chExt cx="586768" cy="904023"/>
          </a:xfrm>
        </p:grpSpPr>
        <p:sp>
          <p:nvSpPr>
            <p:cNvPr id="470" name="Rectangle 469">
              <a:extLst>
                <a:ext uri="{FF2B5EF4-FFF2-40B4-BE49-F238E27FC236}">
                  <a16:creationId xmlns:a16="http://schemas.microsoft.com/office/drawing/2014/main" id="{78B11350-9794-2342-B562-D5B69F60AC87}"/>
                </a:ext>
              </a:extLst>
            </p:cNvPr>
            <p:cNvSpPr/>
            <p:nvPr/>
          </p:nvSpPr>
          <p:spPr>
            <a:xfrm>
              <a:off x="10916736" y="2513124"/>
              <a:ext cx="574264" cy="904023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</a:ln>
            <a:effectLst>
              <a:outerShdw blurRad="50800" dist="38100" dir="2700000" algn="tl" rotWithShape="0">
                <a:schemeClr val="tx1">
                  <a:alpha val="4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cxnSp>
          <p:nvCxnSpPr>
            <p:cNvPr id="471" name="Straight Connector 470">
              <a:extLst>
                <a:ext uri="{FF2B5EF4-FFF2-40B4-BE49-F238E27FC236}">
                  <a16:creationId xmlns:a16="http://schemas.microsoft.com/office/drawing/2014/main" id="{A2D0AADF-2038-FE4A-BA0E-1A216AAE2643}"/>
                </a:ext>
              </a:extLst>
            </p:cNvPr>
            <p:cNvCxnSpPr/>
            <p:nvPr/>
          </p:nvCxnSpPr>
          <p:spPr>
            <a:xfrm>
              <a:off x="10910965" y="2696064"/>
              <a:ext cx="574264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2" name="Straight Connector 471">
              <a:extLst>
                <a:ext uri="{FF2B5EF4-FFF2-40B4-BE49-F238E27FC236}">
                  <a16:creationId xmlns:a16="http://schemas.microsoft.com/office/drawing/2014/main" id="{8A6F32B7-0022-B245-AE89-E8233E5F30D3}"/>
                </a:ext>
              </a:extLst>
            </p:cNvPr>
            <p:cNvCxnSpPr/>
            <p:nvPr/>
          </p:nvCxnSpPr>
          <p:spPr>
            <a:xfrm>
              <a:off x="10914332" y="2881753"/>
              <a:ext cx="574264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3" name="Straight Connector 472">
              <a:extLst>
                <a:ext uri="{FF2B5EF4-FFF2-40B4-BE49-F238E27FC236}">
                  <a16:creationId xmlns:a16="http://schemas.microsoft.com/office/drawing/2014/main" id="{F3C70DC5-A1ED-2147-9421-DD1A82216451}"/>
                </a:ext>
              </a:extLst>
            </p:cNvPr>
            <p:cNvCxnSpPr/>
            <p:nvPr/>
          </p:nvCxnSpPr>
          <p:spPr>
            <a:xfrm>
              <a:off x="10923469" y="3064677"/>
              <a:ext cx="574264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4" name="Straight Connector 473">
              <a:extLst>
                <a:ext uri="{FF2B5EF4-FFF2-40B4-BE49-F238E27FC236}">
                  <a16:creationId xmlns:a16="http://schemas.microsoft.com/office/drawing/2014/main" id="{DCBAE229-1066-ED4A-BFB7-7DDF8153B5EC}"/>
                </a:ext>
              </a:extLst>
            </p:cNvPr>
            <p:cNvCxnSpPr/>
            <p:nvPr/>
          </p:nvCxnSpPr>
          <p:spPr>
            <a:xfrm>
              <a:off x="10915293" y="3242073"/>
              <a:ext cx="574264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65" name="Freeform 9">
            <a:extLst>
              <a:ext uri="{FF2B5EF4-FFF2-40B4-BE49-F238E27FC236}">
                <a16:creationId xmlns:a16="http://schemas.microsoft.com/office/drawing/2014/main" id="{6FAE0227-588C-3740-BD2A-167D60FE1374}"/>
              </a:ext>
            </a:extLst>
          </p:cNvPr>
          <p:cNvSpPr>
            <a:spLocks/>
          </p:cNvSpPr>
          <p:nvPr/>
        </p:nvSpPr>
        <p:spPr bwMode="auto">
          <a:xfrm flipH="1">
            <a:off x="1844721" y="3515638"/>
            <a:ext cx="528348" cy="1178279"/>
          </a:xfrm>
          <a:custGeom>
            <a:avLst/>
            <a:gdLst>
              <a:gd name="T0" fmla="*/ 2147483647 w 366"/>
              <a:gd name="T1" fmla="*/ 2147483647 h 1284"/>
              <a:gd name="T2" fmla="*/ 2147483647 w 366"/>
              <a:gd name="T3" fmla="*/ 0 h 1284"/>
              <a:gd name="T4" fmla="*/ 0 w 366"/>
              <a:gd name="T5" fmla="*/ 2147483647 h 1284"/>
              <a:gd name="T6" fmla="*/ 2147483647 w 366"/>
              <a:gd name="T7" fmla="*/ 2147483647 h 1284"/>
              <a:gd name="T8" fmla="*/ 2147483647 w 366"/>
              <a:gd name="T9" fmla="*/ 2147483647 h 1284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connsiteX0" fmla="*/ 10401 w 10401"/>
              <a:gd name="connsiteY0" fmla="*/ 9412 h 9459"/>
              <a:gd name="connsiteX1" fmla="*/ 0 w 10401"/>
              <a:gd name="connsiteY1" fmla="*/ 0 h 9459"/>
              <a:gd name="connsiteX2" fmla="*/ 401 w 10401"/>
              <a:gd name="connsiteY2" fmla="*/ 8992 h 9459"/>
              <a:gd name="connsiteX3" fmla="*/ 5483 w 10401"/>
              <a:gd name="connsiteY3" fmla="*/ 9459 h 9459"/>
              <a:gd name="connsiteX4" fmla="*/ 10401 w 10401"/>
              <a:gd name="connsiteY4" fmla="*/ 9412 h 9459"/>
              <a:gd name="connsiteX0" fmla="*/ 14206 w 14206"/>
              <a:gd name="connsiteY0" fmla="*/ 3611 h 10000"/>
              <a:gd name="connsiteX1" fmla="*/ 0 w 14206"/>
              <a:gd name="connsiteY1" fmla="*/ 0 h 10000"/>
              <a:gd name="connsiteX2" fmla="*/ 386 w 14206"/>
              <a:gd name="connsiteY2" fmla="*/ 9506 h 10000"/>
              <a:gd name="connsiteX3" fmla="*/ 5272 w 14206"/>
              <a:gd name="connsiteY3" fmla="*/ 10000 h 10000"/>
              <a:gd name="connsiteX4" fmla="*/ 14206 w 14206"/>
              <a:gd name="connsiteY4" fmla="*/ 3611 h 10000"/>
              <a:gd name="connsiteX0" fmla="*/ 14206 w 16488"/>
              <a:gd name="connsiteY0" fmla="*/ 3611 h 9506"/>
              <a:gd name="connsiteX1" fmla="*/ 0 w 16488"/>
              <a:gd name="connsiteY1" fmla="*/ 0 h 9506"/>
              <a:gd name="connsiteX2" fmla="*/ 386 w 16488"/>
              <a:gd name="connsiteY2" fmla="*/ 9506 h 9506"/>
              <a:gd name="connsiteX3" fmla="*/ 16488 w 16488"/>
              <a:gd name="connsiteY3" fmla="*/ 6207 h 9506"/>
              <a:gd name="connsiteX4" fmla="*/ 14206 w 16488"/>
              <a:gd name="connsiteY4" fmla="*/ 3611 h 9506"/>
              <a:gd name="connsiteX0" fmla="*/ 8616 w 10000"/>
              <a:gd name="connsiteY0" fmla="*/ 3799 h 10765"/>
              <a:gd name="connsiteX1" fmla="*/ 0 w 10000"/>
              <a:gd name="connsiteY1" fmla="*/ 0 h 10765"/>
              <a:gd name="connsiteX2" fmla="*/ 128 w 10000"/>
              <a:gd name="connsiteY2" fmla="*/ 10765 h 10765"/>
              <a:gd name="connsiteX3" fmla="*/ 10000 w 10000"/>
              <a:gd name="connsiteY3" fmla="*/ 6530 h 10765"/>
              <a:gd name="connsiteX4" fmla="*/ 8616 w 10000"/>
              <a:gd name="connsiteY4" fmla="*/ 3799 h 107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000" h="10765">
                <a:moveTo>
                  <a:pt x="8616" y="3799"/>
                </a:moveTo>
                <a:lnTo>
                  <a:pt x="0" y="0"/>
                </a:lnTo>
                <a:cubicBezTo>
                  <a:pt x="78" y="3333"/>
                  <a:pt x="50" y="7432"/>
                  <a:pt x="128" y="10765"/>
                </a:cubicBezTo>
                <a:lnTo>
                  <a:pt x="10000" y="6530"/>
                </a:lnTo>
                <a:lnTo>
                  <a:pt x="8616" y="3799"/>
                </a:lnTo>
                <a:close/>
              </a:path>
            </a:pathLst>
          </a:custGeom>
          <a:gradFill rotWithShape="1">
            <a:gsLst>
              <a:gs pos="0">
                <a:srgbClr val="B2B2B2"/>
              </a:gs>
              <a:gs pos="100000">
                <a:srgbClr val="FFFFFF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DDDDDD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grpSp>
        <p:nvGrpSpPr>
          <p:cNvPr id="166" name="Group 165">
            <a:extLst>
              <a:ext uri="{FF2B5EF4-FFF2-40B4-BE49-F238E27FC236}">
                <a16:creationId xmlns:a16="http://schemas.microsoft.com/office/drawing/2014/main" id="{27FD24CC-8B00-1249-B3EA-B48ED9BD0C16}"/>
              </a:ext>
            </a:extLst>
          </p:cNvPr>
          <p:cNvGrpSpPr/>
          <p:nvPr/>
        </p:nvGrpSpPr>
        <p:grpSpPr>
          <a:xfrm>
            <a:off x="1278678" y="4683698"/>
            <a:ext cx="720732" cy="1182930"/>
            <a:chOff x="10910965" y="2513124"/>
            <a:chExt cx="586768" cy="904023"/>
          </a:xfrm>
        </p:grpSpPr>
        <p:sp>
          <p:nvSpPr>
            <p:cNvPr id="458" name="Rectangle 457">
              <a:extLst>
                <a:ext uri="{FF2B5EF4-FFF2-40B4-BE49-F238E27FC236}">
                  <a16:creationId xmlns:a16="http://schemas.microsoft.com/office/drawing/2014/main" id="{90C923E9-F601-6A4C-8C38-FACF63AC4DA7}"/>
                </a:ext>
              </a:extLst>
            </p:cNvPr>
            <p:cNvSpPr/>
            <p:nvPr/>
          </p:nvSpPr>
          <p:spPr>
            <a:xfrm>
              <a:off x="10916736" y="2513124"/>
              <a:ext cx="574264" cy="904023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</a:ln>
            <a:effectLst>
              <a:outerShdw blurRad="50800" dist="38100" dir="2700000" algn="tl" rotWithShape="0">
                <a:schemeClr val="tx1">
                  <a:alpha val="4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cxnSp>
          <p:nvCxnSpPr>
            <p:cNvPr id="459" name="Straight Connector 458">
              <a:extLst>
                <a:ext uri="{FF2B5EF4-FFF2-40B4-BE49-F238E27FC236}">
                  <a16:creationId xmlns:a16="http://schemas.microsoft.com/office/drawing/2014/main" id="{3B5A7695-AD4A-514E-8995-83287D6880D0}"/>
                </a:ext>
              </a:extLst>
            </p:cNvPr>
            <p:cNvCxnSpPr/>
            <p:nvPr/>
          </p:nvCxnSpPr>
          <p:spPr>
            <a:xfrm>
              <a:off x="10910965" y="2696064"/>
              <a:ext cx="574264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0" name="Straight Connector 459">
              <a:extLst>
                <a:ext uri="{FF2B5EF4-FFF2-40B4-BE49-F238E27FC236}">
                  <a16:creationId xmlns:a16="http://schemas.microsoft.com/office/drawing/2014/main" id="{E21D7D74-8D80-2446-BB07-DFA009FB0353}"/>
                </a:ext>
              </a:extLst>
            </p:cNvPr>
            <p:cNvCxnSpPr/>
            <p:nvPr/>
          </p:nvCxnSpPr>
          <p:spPr>
            <a:xfrm>
              <a:off x="10914332" y="2881753"/>
              <a:ext cx="574264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1" name="Straight Connector 460">
              <a:extLst>
                <a:ext uri="{FF2B5EF4-FFF2-40B4-BE49-F238E27FC236}">
                  <a16:creationId xmlns:a16="http://schemas.microsoft.com/office/drawing/2014/main" id="{863D0752-8B82-6B47-8C73-82CD069862DA}"/>
                </a:ext>
              </a:extLst>
            </p:cNvPr>
            <p:cNvCxnSpPr/>
            <p:nvPr/>
          </p:nvCxnSpPr>
          <p:spPr>
            <a:xfrm>
              <a:off x="10923469" y="3064677"/>
              <a:ext cx="574264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2" name="Straight Connector 461">
              <a:extLst>
                <a:ext uri="{FF2B5EF4-FFF2-40B4-BE49-F238E27FC236}">
                  <a16:creationId xmlns:a16="http://schemas.microsoft.com/office/drawing/2014/main" id="{14D54E01-67AD-BD41-8FC0-3607A456773F}"/>
                </a:ext>
              </a:extLst>
            </p:cNvPr>
            <p:cNvCxnSpPr/>
            <p:nvPr/>
          </p:nvCxnSpPr>
          <p:spPr>
            <a:xfrm>
              <a:off x="10915293" y="3242073"/>
              <a:ext cx="574264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67" name="Group 166">
            <a:extLst>
              <a:ext uri="{FF2B5EF4-FFF2-40B4-BE49-F238E27FC236}">
                <a16:creationId xmlns:a16="http://schemas.microsoft.com/office/drawing/2014/main" id="{BFD7089E-96E8-4D43-B449-4D5C177E9983}"/>
              </a:ext>
            </a:extLst>
          </p:cNvPr>
          <p:cNvGrpSpPr/>
          <p:nvPr/>
        </p:nvGrpSpPr>
        <p:grpSpPr>
          <a:xfrm>
            <a:off x="2355044" y="3521091"/>
            <a:ext cx="720732" cy="1182930"/>
            <a:chOff x="10910965" y="2513124"/>
            <a:chExt cx="586768" cy="904023"/>
          </a:xfrm>
        </p:grpSpPr>
        <p:sp>
          <p:nvSpPr>
            <p:cNvPr id="453" name="Rectangle 452">
              <a:extLst>
                <a:ext uri="{FF2B5EF4-FFF2-40B4-BE49-F238E27FC236}">
                  <a16:creationId xmlns:a16="http://schemas.microsoft.com/office/drawing/2014/main" id="{2B9795D8-DE72-0E4D-B8D0-8A4FE22C6F3F}"/>
                </a:ext>
              </a:extLst>
            </p:cNvPr>
            <p:cNvSpPr/>
            <p:nvPr/>
          </p:nvSpPr>
          <p:spPr>
            <a:xfrm>
              <a:off x="10916736" y="2513124"/>
              <a:ext cx="574264" cy="904023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</a:ln>
            <a:effectLst>
              <a:outerShdw blurRad="50800" dist="38100" dir="2700000" algn="tl" rotWithShape="0">
                <a:schemeClr val="tx1">
                  <a:alpha val="4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cxnSp>
          <p:nvCxnSpPr>
            <p:cNvPr id="454" name="Straight Connector 453">
              <a:extLst>
                <a:ext uri="{FF2B5EF4-FFF2-40B4-BE49-F238E27FC236}">
                  <a16:creationId xmlns:a16="http://schemas.microsoft.com/office/drawing/2014/main" id="{8DBB6C8D-4747-6047-8A27-F09F6A2E11DF}"/>
                </a:ext>
              </a:extLst>
            </p:cNvPr>
            <p:cNvCxnSpPr/>
            <p:nvPr/>
          </p:nvCxnSpPr>
          <p:spPr>
            <a:xfrm>
              <a:off x="10910965" y="2696064"/>
              <a:ext cx="574264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5" name="Straight Connector 454">
              <a:extLst>
                <a:ext uri="{FF2B5EF4-FFF2-40B4-BE49-F238E27FC236}">
                  <a16:creationId xmlns:a16="http://schemas.microsoft.com/office/drawing/2014/main" id="{F78138AC-BB02-AA47-B525-8C0F524F4082}"/>
                </a:ext>
              </a:extLst>
            </p:cNvPr>
            <p:cNvCxnSpPr/>
            <p:nvPr/>
          </p:nvCxnSpPr>
          <p:spPr>
            <a:xfrm>
              <a:off x="10914332" y="2881753"/>
              <a:ext cx="574264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6" name="Straight Connector 455">
              <a:extLst>
                <a:ext uri="{FF2B5EF4-FFF2-40B4-BE49-F238E27FC236}">
                  <a16:creationId xmlns:a16="http://schemas.microsoft.com/office/drawing/2014/main" id="{5263C1CB-C86A-1A4C-904B-C8D95F0C23FC}"/>
                </a:ext>
              </a:extLst>
            </p:cNvPr>
            <p:cNvCxnSpPr/>
            <p:nvPr/>
          </p:nvCxnSpPr>
          <p:spPr>
            <a:xfrm>
              <a:off x="10923469" y="3064677"/>
              <a:ext cx="574264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7" name="Straight Connector 456">
              <a:extLst>
                <a:ext uri="{FF2B5EF4-FFF2-40B4-BE49-F238E27FC236}">
                  <a16:creationId xmlns:a16="http://schemas.microsoft.com/office/drawing/2014/main" id="{2EBC4991-6315-5645-9FFE-52CAD0CCC2F4}"/>
                </a:ext>
              </a:extLst>
            </p:cNvPr>
            <p:cNvCxnSpPr/>
            <p:nvPr/>
          </p:nvCxnSpPr>
          <p:spPr>
            <a:xfrm>
              <a:off x="10915293" y="3242073"/>
              <a:ext cx="574264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68" name="Freeform 6">
            <a:extLst>
              <a:ext uri="{FF2B5EF4-FFF2-40B4-BE49-F238E27FC236}">
                <a16:creationId xmlns:a16="http://schemas.microsoft.com/office/drawing/2014/main" id="{3F104274-9FA2-EA4D-8A30-E52A462F2052}"/>
              </a:ext>
            </a:extLst>
          </p:cNvPr>
          <p:cNvSpPr>
            <a:spLocks/>
          </p:cNvSpPr>
          <p:nvPr/>
        </p:nvSpPr>
        <p:spPr bwMode="auto">
          <a:xfrm>
            <a:off x="7409112" y="3699469"/>
            <a:ext cx="308091" cy="1217281"/>
          </a:xfrm>
          <a:custGeom>
            <a:avLst/>
            <a:gdLst>
              <a:gd name="T0" fmla="*/ 2147483647 w 366"/>
              <a:gd name="T1" fmla="*/ 2147483647 h 1284"/>
              <a:gd name="T2" fmla="*/ 2147483647 w 366"/>
              <a:gd name="T3" fmla="*/ 0 h 1284"/>
              <a:gd name="T4" fmla="*/ 0 w 366"/>
              <a:gd name="T5" fmla="*/ 2147483647 h 1284"/>
              <a:gd name="T6" fmla="*/ 2147483647 w 366"/>
              <a:gd name="T7" fmla="*/ 2147483647 h 1284"/>
              <a:gd name="T8" fmla="*/ 2147483647 w 366"/>
              <a:gd name="T9" fmla="*/ 2147483647 h 1284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366" h="1284">
                <a:moveTo>
                  <a:pt x="366" y="1278"/>
                </a:moveTo>
                <a:lnTo>
                  <a:pt x="12" y="0"/>
                </a:lnTo>
                <a:lnTo>
                  <a:pt x="0" y="1224"/>
                </a:lnTo>
                <a:lnTo>
                  <a:pt x="186" y="1284"/>
                </a:lnTo>
                <a:lnTo>
                  <a:pt x="366" y="1278"/>
                </a:lnTo>
                <a:close/>
              </a:path>
            </a:pathLst>
          </a:custGeom>
          <a:gradFill rotWithShape="1">
            <a:gsLst>
              <a:gs pos="0">
                <a:srgbClr val="B2B2B2"/>
              </a:gs>
              <a:gs pos="100000">
                <a:srgbClr val="FFFFFF"/>
              </a:gs>
            </a:gsLst>
            <a:lin ang="0" scaled="1"/>
          </a:gradFill>
          <a:ln w="9525">
            <a:noFill/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grpSp>
        <p:nvGrpSpPr>
          <p:cNvPr id="169" name="Group 168">
            <a:extLst>
              <a:ext uri="{FF2B5EF4-FFF2-40B4-BE49-F238E27FC236}">
                <a16:creationId xmlns:a16="http://schemas.microsoft.com/office/drawing/2014/main" id="{0C5836F1-F171-8247-9890-0337498997A7}"/>
              </a:ext>
            </a:extLst>
          </p:cNvPr>
          <p:cNvGrpSpPr/>
          <p:nvPr/>
        </p:nvGrpSpPr>
        <p:grpSpPr>
          <a:xfrm>
            <a:off x="6698918" y="3667889"/>
            <a:ext cx="720732" cy="1182930"/>
            <a:chOff x="10910965" y="2513124"/>
            <a:chExt cx="586768" cy="904023"/>
          </a:xfrm>
        </p:grpSpPr>
        <p:sp>
          <p:nvSpPr>
            <p:cNvPr id="448" name="Rectangle 447">
              <a:extLst>
                <a:ext uri="{FF2B5EF4-FFF2-40B4-BE49-F238E27FC236}">
                  <a16:creationId xmlns:a16="http://schemas.microsoft.com/office/drawing/2014/main" id="{C659B83A-9A86-D445-A5DC-64CCDEE48D87}"/>
                </a:ext>
              </a:extLst>
            </p:cNvPr>
            <p:cNvSpPr/>
            <p:nvPr/>
          </p:nvSpPr>
          <p:spPr>
            <a:xfrm>
              <a:off x="10916736" y="2513124"/>
              <a:ext cx="574264" cy="904023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</a:ln>
            <a:effectLst>
              <a:outerShdw blurRad="50800" dist="38100" dir="2700000" algn="tl" rotWithShape="0">
                <a:schemeClr val="tx1">
                  <a:alpha val="4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cxnSp>
          <p:nvCxnSpPr>
            <p:cNvPr id="449" name="Straight Connector 448">
              <a:extLst>
                <a:ext uri="{FF2B5EF4-FFF2-40B4-BE49-F238E27FC236}">
                  <a16:creationId xmlns:a16="http://schemas.microsoft.com/office/drawing/2014/main" id="{6EBE406A-A87A-9E4C-85A9-355AAF8EA23E}"/>
                </a:ext>
              </a:extLst>
            </p:cNvPr>
            <p:cNvCxnSpPr/>
            <p:nvPr/>
          </p:nvCxnSpPr>
          <p:spPr>
            <a:xfrm>
              <a:off x="10910965" y="2696064"/>
              <a:ext cx="574264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0" name="Straight Connector 449">
              <a:extLst>
                <a:ext uri="{FF2B5EF4-FFF2-40B4-BE49-F238E27FC236}">
                  <a16:creationId xmlns:a16="http://schemas.microsoft.com/office/drawing/2014/main" id="{957A93EE-01C8-704A-ACA5-9A2DD1B94367}"/>
                </a:ext>
              </a:extLst>
            </p:cNvPr>
            <p:cNvCxnSpPr/>
            <p:nvPr/>
          </p:nvCxnSpPr>
          <p:spPr>
            <a:xfrm>
              <a:off x="10914332" y="2881753"/>
              <a:ext cx="574264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1" name="Straight Connector 450">
              <a:extLst>
                <a:ext uri="{FF2B5EF4-FFF2-40B4-BE49-F238E27FC236}">
                  <a16:creationId xmlns:a16="http://schemas.microsoft.com/office/drawing/2014/main" id="{39523A07-6615-7940-9047-7059C0F0677B}"/>
                </a:ext>
              </a:extLst>
            </p:cNvPr>
            <p:cNvCxnSpPr/>
            <p:nvPr/>
          </p:nvCxnSpPr>
          <p:spPr>
            <a:xfrm>
              <a:off x="10923469" y="3064677"/>
              <a:ext cx="574264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2" name="Straight Connector 451">
              <a:extLst>
                <a:ext uri="{FF2B5EF4-FFF2-40B4-BE49-F238E27FC236}">
                  <a16:creationId xmlns:a16="http://schemas.microsoft.com/office/drawing/2014/main" id="{6A1A35B4-82C9-A345-8F03-D2DFA4D94CF5}"/>
                </a:ext>
              </a:extLst>
            </p:cNvPr>
            <p:cNvCxnSpPr/>
            <p:nvPr/>
          </p:nvCxnSpPr>
          <p:spPr>
            <a:xfrm>
              <a:off x="10915293" y="3242073"/>
              <a:ext cx="574264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70" name="Group 169">
            <a:extLst>
              <a:ext uri="{FF2B5EF4-FFF2-40B4-BE49-F238E27FC236}">
                <a16:creationId xmlns:a16="http://schemas.microsoft.com/office/drawing/2014/main" id="{44E2CB90-F397-AB48-B9D9-5B9B57BE257D}"/>
              </a:ext>
            </a:extLst>
          </p:cNvPr>
          <p:cNvGrpSpPr/>
          <p:nvPr/>
        </p:nvGrpSpPr>
        <p:grpSpPr>
          <a:xfrm>
            <a:off x="3770696" y="5033645"/>
            <a:ext cx="1286871" cy="734927"/>
            <a:chOff x="7493876" y="2774731"/>
            <a:chExt cx="1481958" cy="894622"/>
          </a:xfrm>
        </p:grpSpPr>
        <p:sp>
          <p:nvSpPr>
            <p:cNvPr id="441" name="Freeform 440">
              <a:extLst>
                <a:ext uri="{FF2B5EF4-FFF2-40B4-BE49-F238E27FC236}">
                  <a16:creationId xmlns:a16="http://schemas.microsoft.com/office/drawing/2014/main" id="{75657808-7F9A-4548-9BE7-735D4EF9B5E6}"/>
                </a:ext>
              </a:extLst>
            </p:cNvPr>
            <p:cNvSpPr/>
            <p:nvPr/>
          </p:nvSpPr>
          <p:spPr>
            <a:xfrm>
              <a:off x="7493876" y="3084399"/>
              <a:ext cx="1481958" cy="584954"/>
            </a:xfrm>
            <a:custGeom>
              <a:avLst/>
              <a:gdLst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76538 w 8176538"/>
                <a:gd name="connsiteY0" fmla="*/ 0 h 2638097"/>
                <a:gd name="connsiteX1" fmla="*/ 8176538 w 8176538"/>
                <a:gd name="connsiteY1" fmla="*/ 1271752 h 2638097"/>
                <a:gd name="connsiteX2" fmla="*/ 4088015 w 8176538"/>
                <a:gd name="connsiteY2" fmla="*/ 2638097 h 2638097"/>
                <a:gd name="connsiteX3" fmla="*/ 0 w 8176538"/>
                <a:gd name="connsiteY3" fmla="*/ 1269888 h 2638097"/>
                <a:gd name="connsiteX4" fmla="*/ 20511 w 8176538"/>
                <a:gd name="connsiteY4" fmla="*/ 147145 h 2638097"/>
                <a:gd name="connsiteX5" fmla="*/ 4088015 w 8176538"/>
                <a:gd name="connsiteY5" fmla="*/ 1566042 h 2638097"/>
                <a:gd name="connsiteX6" fmla="*/ 8176538 w 8176538"/>
                <a:gd name="connsiteY6" fmla="*/ 0 h 2638097"/>
                <a:gd name="connsiteX0" fmla="*/ 8176538 w 8176538"/>
                <a:gd name="connsiteY0" fmla="*/ 0 h 2772020"/>
                <a:gd name="connsiteX1" fmla="*/ 8176538 w 8176538"/>
                <a:gd name="connsiteY1" fmla="*/ 1271752 h 2772020"/>
                <a:gd name="connsiteX2" fmla="*/ 4099034 w 8176538"/>
                <a:gd name="connsiteY2" fmla="*/ 2772020 h 2772020"/>
                <a:gd name="connsiteX3" fmla="*/ 0 w 8176538"/>
                <a:gd name="connsiteY3" fmla="*/ 1269888 h 2772020"/>
                <a:gd name="connsiteX4" fmla="*/ 20511 w 8176538"/>
                <a:gd name="connsiteY4" fmla="*/ 147145 h 2772020"/>
                <a:gd name="connsiteX5" fmla="*/ 4088015 w 8176538"/>
                <a:gd name="connsiteY5" fmla="*/ 1566042 h 2772020"/>
                <a:gd name="connsiteX6" fmla="*/ 8176538 w 8176538"/>
                <a:gd name="connsiteY6" fmla="*/ 0 h 2772020"/>
                <a:gd name="connsiteX0" fmla="*/ 8176538 w 8176538"/>
                <a:gd name="connsiteY0" fmla="*/ 0 h 2772339"/>
                <a:gd name="connsiteX1" fmla="*/ 8176538 w 8176538"/>
                <a:gd name="connsiteY1" fmla="*/ 1378890 h 2772339"/>
                <a:gd name="connsiteX2" fmla="*/ 4099034 w 8176538"/>
                <a:gd name="connsiteY2" fmla="*/ 2772020 h 2772339"/>
                <a:gd name="connsiteX3" fmla="*/ 0 w 8176538"/>
                <a:gd name="connsiteY3" fmla="*/ 1269888 h 2772339"/>
                <a:gd name="connsiteX4" fmla="*/ 20511 w 8176538"/>
                <a:gd name="connsiteY4" fmla="*/ 147145 h 2772339"/>
                <a:gd name="connsiteX5" fmla="*/ 4088015 w 8176538"/>
                <a:gd name="connsiteY5" fmla="*/ 1566042 h 2772339"/>
                <a:gd name="connsiteX6" fmla="*/ 8176538 w 8176538"/>
                <a:gd name="connsiteY6" fmla="*/ 0 h 2772339"/>
                <a:gd name="connsiteX0" fmla="*/ 8176538 w 8176538"/>
                <a:gd name="connsiteY0" fmla="*/ 0 h 2825888"/>
                <a:gd name="connsiteX1" fmla="*/ 8176538 w 8176538"/>
                <a:gd name="connsiteY1" fmla="*/ 1378890 h 2825888"/>
                <a:gd name="connsiteX2" fmla="*/ 4099034 w 8176538"/>
                <a:gd name="connsiteY2" fmla="*/ 2825590 h 2825888"/>
                <a:gd name="connsiteX3" fmla="*/ 0 w 8176538"/>
                <a:gd name="connsiteY3" fmla="*/ 1269888 h 2825888"/>
                <a:gd name="connsiteX4" fmla="*/ 20511 w 8176538"/>
                <a:gd name="connsiteY4" fmla="*/ 147145 h 2825888"/>
                <a:gd name="connsiteX5" fmla="*/ 4088015 w 8176538"/>
                <a:gd name="connsiteY5" fmla="*/ 1566042 h 2825888"/>
                <a:gd name="connsiteX6" fmla="*/ 8176538 w 8176538"/>
                <a:gd name="connsiteY6" fmla="*/ 0 h 2825888"/>
                <a:gd name="connsiteX0" fmla="*/ 8165518 w 8165518"/>
                <a:gd name="connsiteY0" fmla="*/ 0 h 2825606"/>
                <a:gd name="connsiteX1" fmla="*/ 8165518 w 8165518"/>
                <a:gd name="connsiteY1" fmla="*/ 1378890 h 2825606"/>
                <a:gd name="connsiteX2" fmla="*/ 4088014 w 8165518"/>
                <a:gd name="connsiteY2" fmla="*/ 2825590 h 2825606"/>
                <a:gd name="connsiteX3" fmla="*/ 0 w 8165518"/>
                <a:gd name="connsiteY3" fmla="*/ 1403811 h 2825606"/>
                <a:gd name="connsiteX4" fmla="*/ 9491 w 8165518"/>
                <a:gd name="connsiteY4" fmla="*/ 147145 h 2825606"/>
                <a:gd name="connsiteX5" fmla="*/ 4076995 w 8165518"/>
                <a:gd name="connsiteY5" fmla="*/ 1566042 h 2825606"/>
                <a:gd name="connsiteX6" fmla="*/ 8165518 w 8165518"/>
                <a:gd name="connsiteY6" fmla="*/ 0 h 2825606"/>
                <a:gd name="connsiteX0" fmla="*/ 8165518 w 8165518"/>
                <a:gd name="connsiteY0" fmla="*/ 0 h 2879174"/>
                <a:gd name="connsiteX1" fmla="*/ 8165518 w 8165518"/>
                <a:gd name="connsiteY1" fmla="*/ 1378890 h 2879174"/>
                <a:gd name="connsiteX2" fmla="*/ 4132092 w 8165518"/>
                <a:gd name="connsiteY2" fmla="*/ 2879159 h 2879174"/>
                <a:gd name="connsiteX3" fmla="*/ 0 w 8165518"/>
                <a:gd name="connsiteY3" fmla="*/ 1403811 h 2879174"/>
                <a:gd name="connsiteX4" fmla="*/ 9491 w 8165518"/>
                <a:gd name="connsiteY4" fmla="*/ 147145 h 2879174"/>
                <a:gd name="connsiteX5" fmla="*/ 4076995 w 8165518"/>
                <a:gd name="connsiteY5" fmla="*/ 1566042 h 2879174"/>
                <a:gd name="connsiteX6" fmla="*/ 8165518 w 8165518"/>
                <a:gd name="connsiteY6" fmla="*/ 0 h 2879174"/>
                <a:gd name="connsiteX0" fmla="*/ 8165518 w 8176537"/>
                <a:gd name="connsiteY0" fmla="*/ 0 h 2879410"/>
                <a:gd name="connsiteX1" fmla="*/ 8176537 w 8176537"/>
                <a:gd name="connsiteY1" fmla="*/ 1499420 h 2879410"/>
                <a:gd name="connsiteX2" fmla="*/ 4132092 w 8176537"/>
                <a:gd name="connsiteY2" fmla="*/ 2879159 h 2879410"/>
                <a:gd name="connsiteX3" fmla="*/ 0 w 8176537"/>
                <a:gd name="connsiteY3" fmla="*/ 1403811 h 2879410"/>
                <a:gd name="connsiteX4" fmla="*/ 9491 w 8176537"/>
                <a:gd name="connsiteY4" fmla="*/ 147145 h 2879410"/>
                <a:gd name="connsiteX5" fmla="*/ 4076995 w 8176537"/>
                <a:gd name="connsiteY5" fmla="*/ 1566042 h 2879410"/>
                <a:gd name="connsiteX6" fmla="*/ 8165518 w 8176537"/>
                <a:gd name="connsiteY6" fmla="*/ 0 h 2879410"/>
                <a:gd name="connsiteX0" fmla="*/ 8165518 w 8176537"/>
                <a:gd name="connsiteY0" fmla="*/ 0 h 2879262"/>
                <a:gd name="connsiteX1" fmla="*/ 8176537 w 8176537"/>
                <a:gd name="connsiteY1" fmla="*/ 1499420 h 2879262"/>
                <a:gd name="connsiteX2" fmla="*/ 4132092 w 8176537"/>
                <a:gd name="connsiteY2" fmla="*/ 2879159 h 2879262"/>
                <a:gd name="connsiteX3" fmla="*/ 0 w 8176537"/>
                <a:gd name="connsiteY3" fmla="*/ 1403811 h 2879262"/>
                <a:gd name="connsiteX4" fmla="*/ 9491 w 8176537"/>
                <a:gd name="connsiteY4" fmla="*/ 147145 h 2879262"/>
                <a:gd name="connsiteX5" fmla="*/ 4076995 w 8176537"/>
                <a:gd name="connsiteY5" fmla="*/ 1566042 h 2879262"/>
                <a:gd name="connsiteX6" fmla="*/ 8165518 w 8176537"/>
                <a:gd name="connsiteY6" fmla="*/ 0 h 2879262"/>
                <a:gd name="connsiteX0" fmla="*/ 8165518 w 8176537"/>
                <a:gd name="connsiteY0" fmla="*/ 0 h 2879163"/>
                <a:gd name="connsiteX1" fmla="*/ 8176537 w 8176537"/>
                <a:gd name="connsiteY1" fmla="*/ 1499420 h 2879163"/>
                <a:gd name="connsiteX2" fmla="*/ 4132092 w 8176537"/>
                <a:gd name="connsiteY2" fmla="*/ 2879159 h 2879163"/>
                <a:gd name="connsiteX3" fmla="*/ 0 w 8176537"/>
                <a:gd name="connsiteY3" fmla="*/ 1510948 h 2879163"/>
                <a:gd name="connsiteX4" fmla="*/ 9491 w 8176537"/>
                <a:gd name="connsiteY4" fmla="*/ 147145 h 2879163"/>
                <a:gd name="connsiteX5" fmla="*/ 4076995 w 8176537"/>
                <a:gd name="connsiteY5" fmla="*/ 1566042 h 2879163"/>
                <a:gd name="connsiteX6" fmla="*/ 8165518 w 8176537"/>
                <a:gd name="connsiteY6" fmla="*/ 0 h 2879163"/>
                <a:gd name="connsiteX0" fmla="*/ 8165518 w 8198577"/>
                <a:gd name="connsiteY0" fmla="*/ 0 h 2879451"/>
                <a:gd name="connsiteX1" fmla="*/ 8198577 w 8198577"/>
                <a:gd name="connsiteY1" fmla="*/ 1606558 h 2879451"/>
                <a:gd name="connsiteX2" fmla="*/ 4132092 w 8198577"/>
                <a:gd name="connsiteY2" fmla="*/ 2879159 h 2879451"/>
                <a:gd name="connsiteX3" fmla="*/ 0 w 8198577"/>
                <a:gd name="connsiteY3" fmla="*/ 1510948 h 2879451"/>
                <a:gd name="connsiteX4" fmla="*/ 9491 w 8198577"/>
                <a:gd name="connsiteY4" fmla="*/ 147145 h 2879451"/>
                <a:gd name="connsiteX5" fmla="*/ 4076995 w 8198577"/>
                <a:gd name="connsiteY5" fmla="*/ 1566042 h 2879451"/>
                <a:gd name="connsiteX6" fmla="*/ 8165518 w 8198577"/>
                <a:gd name="connsiteY6" fmla="*/ 0 h 2879451"/>
                <a:gd name="connsiteX0" fmla="*/ 8165518 w 8165518"/>
                <a:gd name="connsiteY0" fmla="*/ 0 h 2880066"/>
                <a:gd name="connsiteX1" fmla="*/ 8165518 w 8165518"/>
                <a:gd name="connsiteY1" fmla="*/ 1673520 h 2880066"/>
                <a:gd name="connsiteX2" fmla="*/ 4132092 w 8165518"/>
                <a:gd name="connsiteY2" fmla="*/ 2879159 h 2880066"/>
                <a:gd name="connsiteX3" fmla="*/ 0 w 8165518"/>
                <a:gd name="connsiteY3" fmla="*/ 1510948 h 2880066"/>
                <a:gd name="connsiteX4" fmla="*/ 9491 w 8165518"/>
                <a:gd name="connsiteY4" fmla="*/ 147145 h 2880066"/>
                <a:gd name="connsiteX5" fmla="*/ 4076995 w 8165518"/>
                <a:gd name="connsiteY5" fmla="*/ 1566042 h 2880066"/>
                <a:gd name="connsiteX6" fmla="*/ 8165518 w 8165518"/>
                <a:gd name="connsiteY6" fmla="*/ 0 h 2880066"/>
                <a:gd name="connsiteX0" fmla="*/ 8156794 w 8156794"/>
                <a:gd name="connsiteY0" fmla="*/ 0 h 2879270"/>
                <a:gd name="connsiteX1" fmla="*/ 8156794 w 8156794"/>
                <a:gd name="connsiteY1" fmla="*/ 1673520 h 2879270"/>
                <a:gd name="connsiteX2" fmla="*/ 4123368 w 8156794"/>
                <a:gd name="connsiteY2" fmla="*/ 2879159 h 2879270"/>
                <a:gd name="connsiteX3" fmla="*/ 2295 w 8156794"/>
                <a:gd name="connsiteY3" fmla="*/ 1618086 h 2879270"/>
                <a:gd name="connsiteX4" fmla="*/ 767 w 8156794"/>
                <a:gd name="connsiteY4" fmla="*/ 147145 h 2879270"/>
                <a:gd name="connsiteX5" fmla="*/ 4068271 w 8156794"/>
                <a:gd name="connsiteY5" fmla="*/ 1566042 h 2879270"/>
                <a:gd name="connsiteX6" fmla="*/ 8156794 w 8156794"/>
                <a:gd name="connsiteY6" fmla="*/ 0 h 287927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20"/>
                <a:gd name="connsiteX1" fmla="*/ 8156794 w 8156794"/>
                <a:gd name="connsiteY1" fmla="*/ 1673520 h 2973020"/>
                <a:gd name="connsiteX2" fmla="*/ 4134388 w 8156794"/>
                <a:gd name="connsiteY2" fmla="*/ 2972904 h 2973020"/>
                <a:gd name="connsiteX3" fmla="*/ 2295 w 8156794"/>
                <a:gd name="connsiteY3" fmla="*/ 1618086 h 2973020"/>
                <a:gd name="connsiteX4" fmla="*/ 767 w 8156794"/>
                <a:gd name="connsiteY4" fmla="*/ 147145 h 2973020"/>
                <a:gd name="connsiteX5" fmla="*/ 4068271 w 8156794"/>
                <a:gd name="connsiteY5" fmla="*/ 1566042 h 2973020"/>
                <a:gd name="connsiteX6" fmla="*/ 8156794 w 8156794"/>
                <a:gd name="connsiteY6" fmla="*/ 0 h 2973020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141"/>
                <a:gd name="connsiteX1" fmla="*/ 8156794 w 8156794"/>
                <a:gd name="connsiteY1" fmla="*/ 1673520 h 2973141"/>
                <a:gd name="connsiteX2" fmla="*/ 4134388 w 8156794"/>
                <a:gd name="connsiteY2" fmla="*/ 2972904 h 2973141"/>
                <a:gd name="connsiteX3" fmla="*/ 2295 w 8156794"/>
                <a:gd name="connsiteY3" fmla="*/ 1618086 h 2973141"/>
                <a:gd name="connsiteX4" fmla="*/ 767 w 8156794"/>
                <a:gd name="connsiteY4" fmla="*/ 147145 h 2973141"/>
                <a:gd name="connsiteX5" fmla="*/ 4068271 w 8156794"/>
                <a:gd name="connsiteY5" fmla="*/ 1566042 h 2973141"/>
                <a:gd name="connsiteX6" fmla="*/ 8156794 w 8156794"/>
                <a:gd name="connsiteY6" fmla="*/ 0 h 2973141"/>
                <a:gd name="connsiteX0" fmla="*/ 8156794 w 8156794"/>
                <a:gd name="connsiteY0" fmla="*/ 0 h 3066827"/>
                <a:gd name="connsiteX1" fmla="*/ 8156794 w 8156794"/>
                <a:gd name="connsiteY1" fmla="*/ 1673520 h 3066827"/>
                <a:gd name="connsiteX2" fmla="*/ 4123353 w 8156794"/>
                <a:gd name="connsiteY2" fmla="*/ 3066650 h 3066827"/>
                <a:gd name="connsiteX3" fmla="*/ 2295 w 8156794"/>
                <a:gd name="connsiteY3" fmla="*/ 1618086 h 3066827"/>
                <a:gd name="connsiteX4" fmla="*/ 767 w 8156794"/>
                <a:gd name="connsiteY4" fmla="*/ 147145 h 3066827"/>
                <a:gd name="connsiteX5" fmla="*/ 4068271 w 8156794"/>
                <a:gd name="connsiteY5" fmla="*/ 1566042 h 3066827"/>
                <a:gd name="connsiteX6" fmla="*/ 8156794 w 8156794"/>
                <a:gd name="connsiteY6" fmla="*/ 0 h 3066827"/>
                <a:gd name="connsiteX0" fmla="*/ 8123689 w 8156794"/>
                <a:gd name="connsiteY0" fmla="*/ 0 h 2999866"/>
                <a:gd name="connsiteX1" fmla="*/ 8156794 w 8156794"/>
                <a:gd name="connsiteY1" fmla="*/ 1606559 h 2999866"/>
                <a:gd name="connsiteX2" fmla="*/ 4123353 w 8156794"/>
                <a:gd name="connsiteY2" fmla="*/ 2999689 h 2999866"/>
                <a:gd name="connsiteX3" fmla="*/ 2295 w 8156794"/>
                <a:gd name="connsiteY3" fmla="*/ 1551125 h 2999866"/>
                <a:gd name="connsiteX4" fmla="*/ 767 w 8156794"/>
                <a:gd name="connsiteY4" fmla="*/ 80184 h 2999866"/>
                <a:gd name="connsiteX5" fmla="*/ 4068271 w 8156794"/>
                <a:gd name="connsiteY5" fmla="*/ 1499081 h 2999866"/>
                <a:gd name="connsiteX6" fmla="*/ 8123689 w 8156794"/>
                <a:gd name="connsiteY6" fmla="*/ 0 h 2999866"/>
                <a:gd name="connsiteX0" fmla="*/ 8167828 w 8167828"/>
                <a:gd name="connsiteY0" fmla="*/ 0 h 3026651"/>
                <a:gd name="connsiteX1" fmla="*/ 8156794 w 8167828"/>
                <a:gd name="connsiteY1" fmla="*/ 1633344 h 3026651"/>
                <a:gd name="connsiteX2" fmla="*/ 4123353 w 8167828"/>
                <a:gd name="connsiteY2" fmla="*/ 3026474 h 3026651"/>
                <a:gd name="connsiteX3" fmla="*/ 2295 w 8167828"/>
                <a:gd name="connsiteY3" fmla="*/ 1577910 h 3026651"/>
                <a:gd name="connsiteX4" fmla="*/ 767 w 8167828"/>
                <a:gd name="connsiteY4" fmla="*/ 106969 h 3026651"/>
                <a:gd name="connsiteX5" fmla="*/ 4068271 w 8167828"/>
                <a:gd name="connsiteY5" fmla="*/ 1525866 h 3026651"/>
                <a:gd name="connsiteX6" fmla="*/ 8167828 w 8167828"/>
                <a:gd name="connsiteY6" fmla="*/ 0 h 3026651"/>
                <a:gd name="connsiteX0" fmla="*/ 8167828 w 8167828"/>
                <a:gd name="connsiteY0" fmla="*/ 0 h 3027228"/>
                <a:gd name="connsiteX1" fmla="*/ 8145760 w 8167828"/>
                <a:gd name="connsiteY1" fmla="*/ 1686913 h 3027228"/>
                <a:gd name="connsiteX2" fmla="*/ 4123353 w 8167828"/>
                <a:gd name="connsiteY2" fmla="*/ 3026474 h 3027228"/>
                <a:gd name="connsiteX3" fmla="*/ 2295 w 8167828"/>
                <a:gd name="connsiteY3" fmla="*/ 1577910 h 3027228"/>
                <a:gd name="connsiteX4" fmla="*/ 767 w 8167828"/>
                <a:gd name="connsiteY4" fmla="*/ 106969 h 3027228"/>
                <a:gd name="connsiteX5" fmla="*/ 4068271 w 8167828"/>
                <a:gd name="connsiteY5" fmla="*/ 1525866 h 3027228"/>
                <a:gd name="connsiteX6" fmla="*/ 8167828 w 8167828"/>
                <a:gd name="connsiteY6" fmla="*/ 0 h 3027228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23689 w 8145760"/>
                <a:gd name="connsiteY0" fmla="*/ 13560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9 w 8145760"/>
                <a:gd name="connsiteY6" fmla="*/ 13560 h 2920259"/>
                <a:gd name="connsiteX0" fmla="*/ 8178863 w 8178863"/>
                <a:gd name="connsiteY0" fmla="*/ 26952 h 2920259"/>
                <a:gd name="connsiteX1" fmla="*/ 8145760 w 8178863"/>
                <a:gd name="connsiteY1" fmla="*/ 1579944 h 2920259"/>
                <a:gd name="connsiteX2" fmla="*/ 4123353 w 8178863"/>
                <a:gd name="connsiteY2" fmla="*/ 2919505 h 2920259"/>
                <a:gd name="connsiteX3" fmla="*/ 2295 w 8178863"/>
                <a:gd name="connsiteY3" fmla="*/ 1470941 h 2920259"/>
                <a:gd name="connsiteX4" fmla="*/ 767 w 8178863"/>
                <a:gd name="connsiteY4" fmla="*/ 0 h 2920259"/>
                <a:gd name="connsiteX5" fmla="*/ 4068271 w 8178863"/>
                <a:gd name="connsiteY5" fmla="*/ 1418897 h 2920259"/>
                <a:gd name="connsiteX6" fmla="*/ 8178863 w 8178863"/>
                <a:gd name="connsiteY6" fmla="*/ 26952 h 2920259"/>
                <a:gd name="connsiteX0" fmla="*/ 8167827 w 8167827"/>
                <a:gd name="connsiteY0" fmla="*/ 40343 h 2920259"/>
                <a:gd name="connsiteX1" fmla="*/ 8145760 w 8167827"/>
                <a:gd name="connsiteY1" fmla="*/ 1579944 h 2920259"/>
                <a:gd name="connsiteX2" fmla="*/ 4123353 w 8167827"/>
                <a:gd name="connsiteY2" fmla="*/ 2919505 h 2920259"/>
                <a:gd name="connsiteX3" fmla="*/ 2295 w 8167827"/>
                <a:gd name="connsiteY3" fmla="*/ 1470941 h 2920259"/>
                <a:gd name="connsiteX4" fmla="*/ 767 w 8167827"/>
                <a:gd name="connsiteY4" fmla="*/ 0 h 2920259"/>
                <a:gd name="connsiteX5" fmla="*/ 4068271 w 8167827"/>
                <a:gd name="connsiteY5" fmla="*/ 1418897 h 2920259"/>
                <a:gd name="connsiteX6" fmla="*/ 8167827 w 8167827"/>
                <a:gd name="connsiteY6" fmla="*/ 40343 h 2920259"/>
                <a:gd name="connsiteX0" fmla="*/ 8123687 w 8145760"/>
                <a:gd name="connsiteY0" fmla="*/ 53735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7 w 8145760"/>
                <a:gd name="connsiteY6" fmla="*/ 53735 h 2920259"/>
                <a:gd name="connsiteX0" fmla="*/ 8161918 w 8161918"/>
                <a:gd name="connsiteY0" fmla="*/ 0 h 2943855"/>
                <a:gd name="connsiteX1" fmla="*/ 8145760 w 8161918"/>
                <a:gd name="connsiteY1" fmla="*/ 1603540 h 2943855"/>
                <a:gd name="connsiteX2" fmla="*/ 4123353 w 8161918"/>
                <a:gd name="connsiteY2" fmla="*/ 2943101 h 2943855"/>
                <a:gd name="connsiteX3" fmla="*/ 2295 w 8161918"/>
                <a:gd name="connsiteY3" fmla="*/ 1494537 h 2943855"/>
                <a:gd name="connsiteX4" fmla="*/ 767 w 8161918"/>
                <a:gd name="connsiteY4" fmla="*/ 23596 h 2943855"/>
                <a:gd name="connsiteX5" fmla="*/ 4068271 w 8161918"/>
                <a:gd name="connsiteY5" fmla="*/ 1442493 h 2943855"/>
                <a:gd name="connsiteX6" fmla="*/ 8161918 w 8161918"/>
                <a:gd name="connsiteY6" fmla="*/ 0 h 2943855"/>
                <a:gd name="connsiteX0" fmla="*/ 8144926 w 8145760"/>
                <a:gd name="connsiteY0" fmla="*/ 43424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44926 w 8145760"/>
                <a:gd name="connsiteY6" fmla="*/ 43424 h 2920259"/>
                <a:gd name="connsiteX0" fmla="*/ 8161918 w 8161918"/>
                <a:gd name="connsiteY0" fmla="*/ 0 h 2959321"/>
                <a:gd name="connsiteX1" fmla="*/ 8145760 w 8161918"/>
                <a:gd name="connsiteY1" fmla="*/ 1619006 h 2959321"/>
                <a:gd name="connsiteX2" fmla="*/ 4123353 w 8161918"/>
                <a:gd name="connsiteY2" fmla="*/ 2958567 h 2959321"/>
                <a:gd name="connsiteX3" fmla="*/ 2295 w 8161918"/>
                <a:gd name="connsiteY3" fmla="*/ 1510003 h 2959321"/>
                <a:gd name="connsiteX4" fmla="*/ 767 w 8161918"/>
                <a:gd name="connsiteY4" fmla="*/ 39062 h 2959321"/>
                <a:gd name="connsiteX5" fmla="*/ 4068271 w 8161918"/>
                <a:gd name="connsiteY5" fmla="*/ 1457959 h 2959321"/>
                <a:gd name="connsiteX6" fmla="*/ 8161918 w 8161918"/>
                <a:gd name="connsiteY6" fmla="*/ 0 h 2959321"/>
                <a:gd name="connsiteX0" fmla="*/ 8161918 w 8162752"/>
                <a:gd name="connsiteY0" fmla="*/ 0 h 2959488"/>
                <a:gd name="connsiteX1" fmla="*/ 8162752 w 8162752"/>
                <a:gd name="connsiteY1" fmla="*/ 1629317 h 2959488"/>
                <a:gd name="connsiteX2" fmla="*/ 4123353 w 8162752"/>
                <a:gd name="connsiteY2" fmla="*/ 2958567 h 2959488"/>
                <a:gd name="connsiteX3" fmla="*/ 2295 w 8162752"/>
                <a:gd name="connsiteY3" fmla="*/ 1510003 h 2959488"/>
                <a:gd name="connsiteX4" fmla="*/ 767 w 8162752"/>
                <a:gd name="connsiteY4" fmla="*/ 39062 h 2959488"/>
                <a:gd name="connsiteX5" fmla="*/ 4068271 w 8162752"/>
                <a:gd name="connsiteY5" fmla="*/ 1457959 h 2959488"/>
                <a:gd name="connsiteX6" fmla="*/ 8161918 w 8162752"/>
                <a:gd name="connsiteY6" fmla="*/ 0 h 2959488"/>
                <a:gd name="connsiteX0" fmla="*/ 8165930 w 8166764"/>
                <a:gd name="connsiteY0" fmla="*/ 7337 h 2966825"/>
                <a:gd name="connsiteX1" fmla="*/ 8166764 w 8166764"/>
                <a:gd name="connsiteY1" fmla="*/ 1636654 h 2966825"/>
                <a:gd name="connsiteX2" fmla="*/ 4127365 w 8166764"/>
                <a:gd name="connsiteY2" fmla="*/ 2965904 h 2966825"/>
                <a:gd name="connsiteX3" fmla="*/ 6307 w 8166764"/>
                <a:gd name="connsiteY3" fmla="*/ 1517340 h 2966825"/>
                <a:gd name="connsiteX4" fmla="*/ 532 w 8166764"/>
                <a:gd name="connsiteY4" fmla="*/ 0 h 2966825"/>
                <a:gd name="connsiteX5" fmla="*/ 4072283 w 8166764"/>
                <a:gd name="connsiteY5" fmla="*/ 1465296 h 2966825"/>
                <a:gd name="connsiteX6" fmla="*/ 8165930 w 8166764"/>
                <a:gd name="connsiteY6" fmla="*/ 7337 h 2966825"/>
                <a:gd name="connsiteX0" fmla="*/ 8168119 w 8168953"/>
                <a:gd name="connsiteY0" fmla="*/ 7337 h 2966682"/>
                <a:gd name="connsiteX1" fmla="*/ 8168953 w 8168953"/>
                <a:gd name="connsiteY1" fmla="*/ 1636654 h 2966682"/>
                <a:gd name="connsiteX2" fmla="*/ 4129554 w 8168953"/>
                <a:gd name="connsiteY2" fmla="*/ 2965904 h 2966682"/>
                <a:gd name="connsiteX3" fmla="*/ 0 w 8168953"/>
                <a:gd name="connsiteY3" fmla="*/ 1527651 h 2966682"/>
                <a:gd name="connsiteX4" fmla="*/ 2721 w 8168953"/>
                <a:gd name="connsiteY4" fmla="*/ 0 h 2966682"/>
                <a:gd name="connsiteX5" fmla="*/ 4074472 w 8168953"/>
                <a:gd name="connsiteY5" fmla="*/ 1465296 h 2966682"/>
                <a:gd name="connsiteX6" fmla="*/ 8168119 w 8168953"/>
                <a:gd name="connsiteY6" fmla="*/ 7337 h 2966682"/>
                <a:gd name="connsiteX0" fmla="*/ 8168119 w 8168953"/>
                <a:gd name="connsiteY0" fmla="*/ 7337 h 3100377"/>
                <a:gd name="connsiteX1" fmla="*/ 8168953 w 8168953"/>
                <a:gd name="connsiteY1" fmla="*/ 1636654 h 3100377"/>
                <a:gd name="connsiteX2" fmla="*/ 4118520 w 8168953"/>
                <a:gd name="connsiteY2" fmla="*/ 3099826 h 3100377"/>
                <a:gd name="connsiteX3" fmla="*/ 0 w 8168953"/>
                <a:gd name="connsiteY3" fmla="*/ 1527651 h 3100377"/>
                <a:gd name="connsiteX4" fmla="*/ 2721 w 8168953"/>
                <a:gd name="connsiteY4" fmla="*/ 0 h 3100377"/>
                <a:gd name="connsiteX5" fmla="*/ 4074472 w 8168953"/>
                <a:gd name="connsiteY5" fmla="*/ 1465296 h 3100377"/>
                <a:gd name="connsiteX6" fmla="*/ 8168119 w 8168953"/>
                <a:gd name="connsiteY6" fmla="*/ 7337 h 3100377"/>
                <a:gd name="connsiteX0" fmla="*/ 8168119 w 8168953"/>
                <a:gd name="connsiteY0" fmla="*/ 7337 h 3100429"/>
                <a:gd name="connsiteX1" fmla="*/ 8168953 w 8168953"/>
                <a:gd name="connsiteY1" fmla="*/ 1636654 h 3100429"/>
                <a:gd name="connsiteX2" fmla="*/ 4118520 w 8168953"/>
                <a:gd name="connsiteY2" fmla="*/ 3099826 h 3100429"/>
                <a:gd name="connsiteX3" fmla="*/ 0 w 8168953"/>
                <a:gd name="connsiteY3" fmla="*/ 1527651 h 3100429"/>
                <a:gd name="connsiteX4" fmla="*/ 2721 w 8168953"/>
                <a:gd name="connsiteY4" fmla="*/ 0 h 3100429"/>
                <a:gd name="connsiteX5" fmla="*/ 4074472 w 8168953"/>
                <a:gd name="connsiteY5" fmla="*/ 1465296 h 3100429"/>
                <a:gd name="connsiteX6" fmla="*/ 8168119 w 8168953"/>
                <a:gd name="connsiteY6" fmla="*/ 7337 h 3100429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166683" h="3099826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bg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                  </a:t>
              </a:r>
            </a:p>
          </p:txBody>
        </p:sp>
        <p:sp>
          <p:nvSpPr>
            <p:cNvPr id="442" name="Oval 441">
              <a:extLst>
                <a:ext uri="{FF2B5EF4-FFF2-40B4-BE49-F238E27FC236}">
                  <a16:creationId xmlns:a16="http://schemas.microsoft.com/office/drawing/2014/main" id="{D4514D5D-3874-B943-8C94-3144D5AD3E8D}"/>
                </a:ext>
              </a:extLst>
            </p:cNvPr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             </a:t>
              </a:r>
            </a:p>
          </p:txBody>
        </p:sp>
        <p:grpSp>
          <p:nvGrpSpPr>
            <p:cNvPr id="443" name="Group 442">
              <a:extLst>
                <a:ext uri="{FF2B5EF4-FFF2-40B4-BE49-F238E27FC236}">
                  <a16:creationId xmlns:a16="http://schemas.microsoft.com/office/drawing/2014/main" id="{54922FA6-F0ED-144C-A4FA-75A78D9FC6B7}"/>
                </a:ext>
              </a:extLst>
            </p:cNvPr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444" name="Freeform 443">
                <a:extLst>
                  <a:ext uri="{FF2B5EF4-FFF2-40B4-BE49-F238E27FC236}">
                    <a16:creationId xmlns:a16="http://schemas.microsoft.com/office/drawing/2014/main" id="{707D05DA-BBC6-CB49-A557-5ADC3226F94D}"/>
                  </a:ext>
                </a:extLst>
              </p:cNvPr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avLst/>
                <a:gdLst>
                  <a:gd name="connsiteX0" fmla="*/ 3725333 w 4588933"/>
                  <a:gd name="connsiteY0" fmla="*/ 0 h 1049866"/>
                  <a:gd name="connsiteX1" fmla="*/ 4588933 w 4588933"/>
                  <a:gd name="connsiteY1" fmla="*/ 270933 h 1049866"/>
                  <a:gd name="connsiteX2" fmla="*/ 3962400 w 4588933"/>
                  <a:gd name="connsiteY2" fmla="*/ 541866 h 1049866"/>
                  <a:gd name="connsiteX3" fmla="*/ 3742267 w 4588933"/>
                  <a:gd name="connsiteY3" fmla="*/ 457200 h 1049866"/>
                  <a:gd name="connsiteX4" fmla="*/ 2269067 w 4588933"/>
                  <a:gd name="connsiteY4" fmla="*/ 1049866 h 1049866"/>
                  <a:gd name="connsiteX5" fmla="*/ 880533 w 4588933"/>
                  <a:gd name="connsiteY5" fmla="*/ 457200 h 1049866"/>
                  <a:gd name="connsiteX6" fmla="*/ 592667 w 4588933"/>
                  <a:gd name="connsiteY6" fmla="*/ 541866 h 1049866"/>
                  <a:gd name="connsiteX7" fmla="*/ 0 w 4588933"/>
                  <a:gd name="connsiteY7" fmla="*/ 254000 h 1049866"/>
                  <a:gd name="connsiteX8" fmla="*/ 880533 w 4588933"/>
                  <a:gd name="connsiteY8" fmla="*/ 16933 h 1049866"/>
                  <a:gd name="connsiteX9" fmla="*/ 2302933 w 4588933"/>
                  <a:gd name="connsiteY9" fmla="*/ 626533 h 1049866"/>
                  <a:gd name="connsiteX10" fmla="*/ 3725333 w 4588933"/>
                  <a:gd name="connsiteY10" fmla="*/ 0 h 1049866"/>
                  <a:gd name="connsiteX0" fmla="*/ 3725333 w 4641485"/>
                  <a:gd name="connsiteY0" fmla="*/ 0 h 1049866"/>
                  <a:gd name="connsiteX1" fmla="*/ 4641485 w 4641485"/>
                  <a:gd name="connsiteY1" fmla="*/ 239402 h 1049866"/>
                  <a:gd name="connsiteX2" fmla="*/ 3962400 w 4641485"/>
                  <a:gd name="connsiteY2" fmla="*/ 541866 h 1049866"/>
                  <a:gd name="connsiteX3" fmla="*/ 3742267 w 4641485"/>
                  <a:gd name="connsiteY3" fmla="*/ 457200 h 1049866"/>
                  <a:gd name="connsiteX4" fmla="*/ 2269067 w 4641485"/>
                  <a:gd name="connsiteY4" fmla="*/ 1049866 h 1049866"/>
                  <a:gd name="connsiteX5" fmla="*/ 880533 w 4641485"/>
                  <a:gd name="connsiteY5" fmla="*/ 457200 h 1049866"/>
                  <a:gd name="connsiteX6" fmla="*/ 592667 w 4641485"/>
                  <a:gd name="connsiteY6" fmla="*/ 541866 h 1049866"/>
                  <a:gd name="connsiteX7" fmla="*/ 0 w 4641485"/>
                  <a:gd name="connsiteY7" fmla="*/ 254000 h 1049866"/>
                  <a:gd name="connsiteX8" fmla="*/ 880533 w 4641485"/>
                  <a:gd name="connsiteY8" fmla="*/ 16933 h 1049866"/>
                  <a:gd name="connsiteX9" fmla="*/ 2302933 w 4641485"/>
                  <a:gd name="connsiteY9" fmla="*/ 626533 h 1049866"/>
                  <a:gd name="connsiteX10" fmla="*/ 3725333 w 4641485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73798 w 4673016"/>
                  <a:gd name="connsiteY3" fmla="*/ 45720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84308 w 4673016"/>
                  <a:gd name="connsiteY3" fmla="*/ 404648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815839 w 4673016"/>
                  <a:gd name="connsiteY3" fmla="*/ 46771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4673016" h="104986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445" name="Freeform 444">
                <a:extLst>
                  <a:ext uri="{FF2B5EF4-FFF2-40B4-BE49-F238E27FC236}">
                    <a16:creationId xmlns:a16="http://schemas.microsoft.com/office/drawing/2014/main" id="{4C02C300-6C33-5F4F-839D-3428AD261D5E}"/>
                  </a:ext>
                </a:extLst>
              </p:cNvPr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avLst/>
                <a:gdLst>
                  <a:gd name="connsiteX0" fmla="*/ 21021 w 1744718"/>
                  <a:gd name="connsiteY0" fmla="*/ 0 h 903890"/>
                  <a:gd name="connsiteX1" fmla="*/ 1744718 w 1744718"/>
                  <a:gd name="connsiteY1" fmla="*/ 693683 h 903890"/>
                  <a:gd name="connsiteX2" fmla="*/ 1145628 w 1744718"/>
                  <a:gd name="connsiteY2" fmla="*/ 903890 h 903890"/>
                  <a:gd name="connsiteX3" fmla="*/ 0 w 1744718"/>
                  <a:gd name="connsiteY3" fmla="*/ 451945 h 903890"/>
                  <a:gd name="connsiteX4" fmla="*/ 21021 w 1744718"/>
                  <a:gd name="connsiteY4" fmla="*/ 0 h 9038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44718" h="903890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446" name="Freeform 445">
                <a:extLst>
                  <a:ext uri="{FF2B5EF4-FFF2-40B4-BE49-F238E27FC236}">
                    <a16:creationId xmlns:a16="http://schemas.microsoft.com/office/drawing/2014/main" id="{BC516460-C1B4-3B4A-8BA7-BE2B0D6B211F}"/>
                  </a:ext>
                </a:extLst>
              </p:cNvPr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avLst/>
                <a:gdLst>
                  <a:gd name="connsiteX0" fmla="*/ 1702676 w 1713187"/>
                  <a:gd name="connsiteY0" fmla="*/ 0 h 893380"/>
                  <a:gd name="connsiteX1" fmla="*/ 1713187 w 1713187"/>
                  <a:gd name="connsiteY1" fmla="*/ 472966 h 893380"/>
                  <a:gd name="connsiteX2" fmla="*/ 578069 w 1713187"/>
                  <a:gd name="connsiteY2" fmla="*/ 893380 h 893380"/>
                  <a:gd name="connsiteX3" fmla="*/ 0 w 1713187"/>
                  <a:gd name="connsiteY3" fmla="*/ 693683 h 893380"/>
                  <a:gd name="connsiteX4" fmla="*/ 1702676 w 1713187"/>
                  <a:gd name="connsiteY4" fmla="*/ 0 h 8933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13187" h="893380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447" name="Freeform 446">
                <a:extLst>
                  <a:ext uri="{FF2B5EF4-FFF2-40B4-BE49-F238E27FC236}">
                    <a16:creationId xmlns:a16="http://schemas.microsoft.com/office/drawing/2014/main" id="{26184741-429A-0845-8EDF-E02659947DDD}"/>
                  </a:ext>
                </a:extLst>
              </p:cNvPr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avLst/>
                <a:gdLst>
                  <a:gd name="connsiteX0" fmla="*/ 599089 w 4162096"/>
                  <a:gd name="connsiteY0" fmla="*/ 273269 h 1618593"/>
                  <a:gd name="connsiteX1" fmla="*/ 882869 w 4162096"/>
                  <a:gd name="connsiteY1" fmla="*/ 199697 h 1618593"/>
                  <a:gd name="connsiteX2" fmla="*/ 2312276 w 4162096"/>
                  <a:gd name="connsiteY2" fmla="*/ 798786 h 1618593"/>
                  <a:gd name="connsiteX3" fmla="*/ 3794234 w 4162096"/>
                  <a:gd name="connsiteY3" fmla="*/ 199697 h 1618593"/>
                  <a:gd name="connsiteX4" fmla="*/ 4014951 w 4162096"/>
                  <a:gd name="connsiteY4" fmla="*/ 273269 h 1618593"/>
                  <a:gd name="connsiteX5" fmla="*/ 3058510 w 4162096"/>
                  <a:gd name="connsiteY5" fmla="*/ 641131 h 1618593"/>
                  <a:gd name="connsiteX6" fmla="*/ 3026979 w 4162096"/>
                  <a:gd name="connsiteY6" fmla="*/ 1114097 h 1618593"/>
                  <a:gd name="connsiteX7" fmla="*/ 4162096 w 4162096"/>
                  <a:gd name="connsiteY7" fmla="*/ 1545021 h 1618593"/>
                  <a:gd name="connsiteX8" fmla="*/ 3878317 w 4162096"/>
                  <a:gd name="connsiteY8" fmla="*/ 1608083 h 1618593"/>
                  <a:gd name="connsiteX9" fmla="*/ 2301765 w 4162096"/>
                  <a:gd name="connsiteY9" fmla="*/ 945931 h 1618593"/>
                  <a:gd name="connsiteX10" fmla="*/ 693682 w 4162096"/>
                  <a:gd name="connsiteY10" fmla="*/ 1618593 h 1618593"/>
                  <a:gd name="connsiteX11" fmla="*/ 430924 w 4162096"/>
                  <a:gd name="connsiteY11" fmla="*/ 1524000 h 1618593"/>
                  <a:gd name="connsiteX12" fmla="*/ 1576551 w 4162096"/>
                  <a:gd name="connsiteY12" fmla="*/ 1082566 h 1618593"/>
                  <a:gd name="connsiteX13" fmla="*/ 1545020 w 4162096"/>
                  <a:gd name="connsiteY13" fmla="*/ 609600 h 1618593"/>
                  <a:gd name="connsiteX14" fmla="*/ 0 w 4162096"/>
                  <a:gd name="connsiteY14" fmla="*/ 0 h 1618593"/>
                  <a:gd name="connsiteX15" fmla="*/ 872358 w 4162096"/>
                  <a:gd name="connsiteY15" fmla="*/ 210207 h 1618593"/>
                  <a:gd name="connsiteX16" fmla="*/ 872358 w 4162096"/>
                  <a:gd name="connsiteY16" fmla="*/ 210207 h 1618593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15" fmla="*/ 441434 w 3731172"/>
                  <a:gd name="connsiteY15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357351 w 3731172"/>
                  <a:gd name="connsiteY14" fmla="*/ 115613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56137 w 3731172"/>
                  <a:gd name="connsiteY13" fmla="*/ 441434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903890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575034 w 3710151"/>
                  <a:gd name="connsiteY6" fmla="*/ 91440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06565 w 3710151"/>
                  <a:gd name="connsiteY6" fmla="*/ 92491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5151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09858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62012 w 3725019"/>
                  <a:gd name="connsiteY0" fmla="*/ 73572 h 1418896"/>
                  <a:gd name="connsiteX1" fmla="*/ 445792 w 3725019"/>
                  <a:gd name="connsiteY1" fmla="*/ 0 h 1418896"/>
                  <a:gd name="connsiteX2" fmla="*/ 1852896 w 3725019"/>
                  <a:gd name="connsiteY2" fmla="*/ 591655 h 1418896"/>
                  <a:gd name="connsiteX3" fmla="*/ 3357157 w 3725019"/>
                  <a:gd name="connsiteY3" fmla="*/ 0 h 1418896"/>
                  <a:gd name="connsiteX4" fmla="*/ 3577874 w 3725019"/>
                  <a:gd name="connsiteY4" fmla="*/ 73572 h 1418896"/>
                  <a:gd name="connsiteX5" fmla="*/ 2632585 w 3725019"/>
                  <a:gd name="connsiteY5" fmla="*/ 448868 h 1418896"/>
                  <a:gd name="connsiteX6" fmla="*/ 2625150 w 3725019"/>
                  <a:gd name="connsiteY6" fmla="*/ 902607 h 1418896"/>
                  <a:gd name="connsiteX7" fmla="*/ 3725019 w 3725019"/>
                  <a:gd name="connsiteY7" fmla="*/ 1345324 h 1418896"/>
                  <a:gd name="connsiteX8" fmla="*/ 3441240 w 3725019"/>
                  <a:gd name="connsiteY8" fmla="*/ 1408386 h 1418896"/>
                  <a:gd name="connsiteX9" fmla="*/ 1864688 w 3725019"/>
                  <a:gd name="connsiteY9" fmla="*/ 746234 h 1418896"/>
                  <a:gd name="connsiteX10" fmla="*/ 256605 w 3725019"/>
                  <a:gd name="connsiteY10" fmla="*/ 1418896 h 1418896"/>
                  <a:gd name="connsiteX11" fmla="*/ 0 w 3725019"/>
                  <a:gd name="connsiteY11" fmla="*/ 1331097 h 1418896"/>
                  <a:gd name="connsiteX12" fmla="*/ 1113454 w 3725019"/>
                  <a:gd name="connsiteY12" fmla="*/ 903890 h 1418896"/>
                  <a:gd name="connsiteX13" fmla="*/ 1102302 w 3725019"/>
                  <a:gd name="connsiteY13" fmla="*/ 451945 h 1418896"/>
                  <a:gd name="connsiteX14" fmla="*/ 183032 w 3725019"/>
                  <a:gd name="connsiteY14" fmla="*/ 84081 h 1418896"/>
                  <a:gd name="connsiteX15" fmla="*/ 162012 w 3725019"/>
                  <a:gd name="connsiteY15" fmla="*/ 73572 h 14188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725019" h="1418896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</p:grpSp>
      <p:grpSp>
        <p:nvGrpSpPr>
          <p:cNvPr id="171" name="Group 124">
            <a:extLst>
              <a:ext uri="{FF2B5EF4-FFF2-40B4-BE49-F238E27FC236}">
                <a16:creationId xmlns:a16="http://schemas.microsoft.com/office/drawing/2014/main" id="{928D5C6C-2458-A340-B436-05E659095139}"/>
              </a:ext>
            </a:extLst>
          </p:cNvPr>
          <p:cNvGrpSpPr>
            <a:grpSpLocks/>
          </p:cNvGrpSpPr>
          <p:nvPr/>
        </p:nvGrpSpPr>
        <p:grpSpPr bwMode="auto">
          <a:xfrm>
            <a:off x="1317421" y="3877120"/>
            <a:ext cx="645431" cy="569172"/>
            <a:chOff x="-44" y="1473"/>
            <a:chExt cx="981" cy="1105"/>
          </a:xfrm>
        </p:grpSpPr>
        <p:pic>
          <p:nvPicPr>
            <p:cNvPr id="439" name="Picture 125" descr="desktop_computer_stylized_medium">
              <a:extLst>
                <a:ext uri="{FF2B5EF4-FFF2-40B4-BE49-F238E27FC236}">
                  <a16:creationId xmlns:a16="http://schemas.microsoft.com/office/drawing/2014/main" id="{0FD471B6-3E5D-2949-BD49-9611B77F5EB9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440" name="Freeform 126">
              <a:extLst>
                <a:ext uri="{FF2B5EF4-FFF2-40B4-BE49-F238E27FC236}">
                  <a16:creationId xmlns:a16="http://schemas.microsoft.com/office/drawing/2014/main" id="{DC143BE7-08FC-9746-BAC8-890A432870EB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5595 w 356"/>
                <a:gd name="T3" fmla="*/ 341 h 368"/>
                <a:gd name="T4" fmla="*/ 6638 w 356"/>
                <a:gd name="T5" fmla="*/ 7113 h 368"/>
                <a:gd name="T6" fmla="*/ 1463 w 356"/>
                <a:gd name="T7" fmla="*/ 8895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 cmpd="sng">
                  <a:solidFill>
                    <a:schemeClr val="tx1"/>
                  </a:solidFill>
                  <a:prstDash val="solid"/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</p:grpSp>
      <p:sp>
        <p:nvSpPr>
          <p:cNvPr id="173" name="Freeform 12">
            <a:extLst>
              <a:ext uri="{FF2B5EF4-FFF2-40B4-BE49-F238E27FC236}">
                <a16:creationId xmlns:a16="http://schemas.microsoft.com/office/drawing/2014/main" id="{3498F994-5BD8-E74A-A219-152CBAE8AB41}"/>
              </a:ext>
            </a:extLst>
          </p:cNvPr>
          <p:cNvSpPr>
            <a:spLocks/>
          </p:cNvSpPr>
          <p:nvPr/>
        </p:nvSpPr>
        <p:spPr bwMode="auto">
          <a:xfrm flipH="1">
            <a:off x="978210" y="4681606"/>
            <a:ext cx="308091" cy="1217281"/>
          </a:xfrm>
          <a:custGeom>
            <a:avLst/>
            <a:gdLst>
              <a:gd name="T0" fmla="*/ 2147483647 w 366"/>
              <a:gd name="T1" fmla="*/ 2147483647 h 1284"/>
              <a:gd name="T2" fmla="*/ 2147483647 w 366"/>
              <a:gd name="T3" fmla="*/ 0 h 1284"/>
              <a:gd name="T4" fmla="*/ 0 w 366"/>
              <a:gd name="T5" fmla="*/ 2147483647 h 1284"/>
              <a:gd name="T6" fmla="*/ 2147483647 w 366"/>
              <a:gd name="T7" fmla="*/ 2147483647 h 1284"/>
              <a:gd name="T8" fmla="*/ 2147483647 w 366"/>
              <a:gd name="T9" fmla="*/ 2147483647 h 1284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366" h="1284">
                <a:moveTo>
                  <a:pt x="366" y="1278"/>
                </a:moveTo>
                <a:lnTo>
                  <a:pt x="12" y="0"/>
                </a:lnTo>
                <a:lnTo>
                  <a:pt x="0" y="1224"/>
                </a:lnTo>
                <a:lnTo>
                  <a:pt x="186" y="1284"/>
                </a:lnTo>
                <a:lnTo>
                  <a:pt x="366" y="1278"/>
                </a:lnTo>
                <a:close/>
              </a:path>
            </a:pathLst>
          </a:custGeom>
          <a:gradFill rotWithShape="1">
            <a:gsLst>
              <a:gs pos="0">
                <a:srgbClr val="B2B2B2"/>
              </a:gs>
              <a:gs pos="100000">
                <a:srgbClr val="FFFFFF"/>
              </a:gs>
            </a:gsLst>
            <a:lin ang="0" scaled="1"/>
          </a:gradFill>
          <a:ln w="9525">
            <a:noFill/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174" name="Line 33">
            <a:extLst>
              <a:ext uri="{FF2B5EF4-FFF2-40B4-BE49-F238E27FC236}">
                <a16:creationId xmlns:a16="http://schemas.microsoft.com/office/drawing/2014/main" id="{4EAD0965-6EDE-3044-BDA1-47195A36E4BA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2405566" y="4856096"/>
            <a:ext cx="1134865" cy="113419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175" name="Text Box 42">
            <a:extLst>
              <a:ext uri="{FF2B5EF4-FFF2-40B4-BE49-F238E27FC236}">
                <a16:creationId xmlns:a16="http://schemas.microsoft.com/office/drawing/2014/main" id="{A72787AC-48CD-E748-AFE1-B2DF4BC2F13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88616" y="3529817"/>
            <a:ext cx="1122503" cy="31782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Host A</a:t>
            </a:r>
            <a:endParaRPr kumimoji="0" lang="en-US" altLang="en-US" sz="4000" b="0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Comic Sans MS" panose="030F0902030302020204" pitchFamily="66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176" name="Text Box 52">
            <a:extLst>
              <a:ext uri="{FF2B5EF4-FFF2-40B4-BE49-F238E27FC236}">
                <a16:creationId xmlns:a16="http://schemas.microsoft.com/office/drawing/2014/main" id="{A95B344E-5BB8-1A4C-96D5-1A5CCC9D80C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83435" y="6053488"/>
            <a:ext cx="981577" cy="31782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13A3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Host B</a:t>
            </a:r>
            <a:endParaRPr kumimoji="0" lang="en-US" altLang="en-US" sz="4000" b="0" i="0" u="none" strike="noStrike" kern="1200" cap="none" spc="0" normalizeH="0" baseline="0" noProof="0" dirty="0">
              <a:ln>
                <a:noFill/>
              </a:ln>
              <a:solidFill>
                <a:srgbClr val="0013A3"/>
              </a:solidFill>
              <a:effectLst/>
              <a:uLnTx/>
              <a:uFillTx/>
              <a:latin typeface="Comic Sans MS" panose="030F0902030302020204" pitchFamily="66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218" name="Line 53">
            <a:extLst>
              <a:ext uri="{FF2B5EF4-FFF2-40B4-BE49-F238E27FC236}">
                <a16:creationId xmlns:a16="http://schemas.microsoft.com/office/drawing/2014/main" id="{36BC3461-D266-FC4F-AC75-DCAB735675AE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002248" y="5379569"/>
            <a:ext cx="748777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332" name="Line 54">
            <a:extLst>
              <a:ext uri="{FF2B5EF4-FFF2-40B4-BE49-F238E27FC236}">
                <a16:creationId xmlns:a16="http://schemas.microsoft.com/office/drawing/2014/main" id="{0FD51E39-54E3-FC4B-8438-1DA851F5A221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4991187" y="5379569"/>
            <a:ext cx="748777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333" name="Line 55">
            <a:extLst>
              <a:ext uri="{FF2B5EF4-FFF2-40B4-BE49-F238E27FC236}">
                <a16:creationId xmlns:a16="http://schemas.microsoft.com/office/drawing/2014/main" id="{C7D9A69E-6BD1-3F4C-A4E5-506632A2540D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5143282" y="4856096"/>
            <a:ext cx="1134865" cy="113419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334" name="Line 57">
            <a:extLst>
              <a:ext uri="{FF2B5EF4-FFF2-40B4-BE49-F238E27FC236}">
                <a16:creationId xmlns:a16="http://schemas.microsoft.com/office/drawing/2014/main" id="{6191562F-E046-7846-9AFD-82F26FA47437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6275655" y="4856289"/>
            <a:ext cx="540134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grpSp>
        <p:nvGrpSpPr>
          <p:cNvPr id="336" name="Group 127">
            <a:extLst>
              <a:ext uri="{FF2B5EF4-FFF2-40B4-BE49-F238E27FC236}">
                <a16:creationId xmlns:a16="http://schemas.microsoft.com/office/drawing/2014/main" id="{976B064D-F0CE-FD45-997B-82999C62D57F}"/>
              </a:ext>
            </a:extLst>
          </p:cNvPr>
          <p:cNvGrpSpPr>
            <a:grpSpLocks/>
          </p:cNvGrpSpPr>
          <p:nvPr/>
        </p:nvGrpSpPr>
        <p:grpSpPr bwMode="auto">
          <a:xfrm>
            <a:off x="7531958" y="4473878"/>
            <a:ext cx="284691" cy="577481"/>
            <a:chOff x="4140" y="429"/>
            <a:chExt cx="1425" cy="2396"/>
          </a:xfrm>
        </p:grpSpPr>
        <p:sp>
          <p:nvSpPr>
            <p:cNvPr id="401" name="Freeform 128">
              <a:extLst>
                <a:ext uri="{FF2B5EF4-FFF2-40B4-BE49-F238E27FC236}">
                  <a16:creationId xmlns:a16="http://schemas.microsoft.com/office/drawing/2014/main" id="{CDE4EA92-43F5-C648-9A6C-E9056B53081E}"/>
                </a:ext>
              </a:extLst>
            </p:cNvPr>
            <p:cNvSpPr>
              <a:spLocks/>
            </p:cNvSpPr>
            <p:nvPr/>
          </p:nvSpPr>
          <p:spPr bwMode="auto">
            <a:xfrm>
              <a:off x="5268" y="433"/>
              <a:ext cx="283" cy="2286"/>
            </a:xfrm>
            <a:custGeom>
              <a:avLst/>
              <a:gdLst>
                <a:gd name="T0" fmla="*/ 7 w 354"/>
                <a:gd name="T1" fmla="*/ 0 h 2742"/>
                <a:gd name="T2" fmla="*/ 38 w 354"/>
                <a:gd name="T3" fmla="*/ 55 h 2742"/>
                <a:gd name="T4" fmla="*/ 37 w 354"/>
                <a:gd name="T5" fmla="*/ 425 h 2742"/>
                <a:gd name="T6" fmla="*/ 0 w 354"/>
                <a:gd name="T7" fmla="*/ 445 h 2742"/>
                <a:gd name="T8" fmla="*/ 7 w 354"/>
                <a:gd name="T9" fmla="*/ 0 h 274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4" h="2742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 rotWithShape="1"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402" name="Rectangle 129">
              <a:extLst>
                <a:ext uri="{FF2B5EF4-FFF2-40B4-BE49-F238E27FC236}">
                  <a16:creationId xmlns:a16="http://schemas.microsoft.com/office/drawing/2014/main" id="{AA5B00D6-3312-7844-B058-10026A6BD6D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08" y="429"/>
              <a:ext cx="1044" cy="2284"/>
            </a:xfrm>
            <a:prstGeom prst="rect">
              <a:avLst/>
            </a:pr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403" name="Freeform 130">
              <a:extLst>
                <a:ext uri="{FF2B5EF4-FFF2-40B4-BE49-F238E27FC236}">
                  <a16:creationId xmlns:a16="http://schemas.microsoft.com/office/drawing/2014/main" id="{027D1F88-5C4B-6F4F-B91D-DE0B9249D24C}"/>
                </a:ext>
              </a:extLst>
            </p:cNvPr>
            <p:cNvSpPr>
              <a:spLocks/>
            </p:cNvSpPr>
            <p:nvPr/>
          </p:nvSpPr>
          <p:spPr bwMode="auto">
            <a:xfrm>
              <a:off x="5321" y="570"/>
              <a:ext cx="169" cy="2115"/>
            </a:xfrm>
            <a:custGeom>
              <a:avLst/>
              <a:gdLst>
                <a:gd name="T0" fmla="*/ 2 w 211"/>
                <a:gd name="T1" fmla="*/ 0 h 2537"/>
                <a:gd name="T2" fmla="*/ 23 w 211"/>
                <a:gd name="T3" fmla="*/ 36 h 2537"/>
                <a:gd name="T4" fmla="*/ 2 w 211"/>
                <a:gd name="T5" fmla="*/ 405 h 2537"/>
                <a:gd name="T6" fmla="*/ 2 w 211"/>
                <a:gd name="T7" fmla="*/ 0 h 2537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11" h="2537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 rotWithShape="1"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404" name="Freeform 131">
              <a:extLst>
                <a:ext uri="{FF2B5EF4-FFF2-40B4-BE49-F238E27FC236}">
                  <a16:creationId xmlns:a16="http://schemas.microsoft.com/office/drawing/2014/main" id="{727D8677-A797-794C-AA30-D4400E7BECFA}"/>
                </a:ext>
              </a:extLst>
            </p:cNvPr>
            <p:cNvSpPr>
              <a:spLocks/>
            </p:cNvSpPr>
            <p:nvPr/>
          </p:nvSpPr>
          <p:spPr bwMode="auto">
            <a:xfrm>
              <a:off x="5284" y="1640"/>
              <a:ext cx="263" cy="189"/>
            </a:xfrm>
            <a:custGeom>
              <a:avLst/>
              <a:gdLst>
                <a:gd name="T0" fmla="*/ 2 w 328"/>
                <a:gd name="T1" fmla="*/ 0 h 226"/>
                <a:gd name="T2" fmla="*/ 36 w 328"/>
                <a:gd name="T3" fmla="*/ 21 h 226"/>
                <a:gd name="T4" fmla="*/ 36 w 328"/>
                <a:gd name="T5" fmla="*/ 38 h 226"/>
                <a:gd name="T6" fmla="*/ 0 w 328"/>
                <a:gd name="T7" fmla="*/ 16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405" name="Rectangle 132">
              <a:extLst>
                <a:ext uri="{FF2B5EF4-FFF2-40B4-BE49-F238E27FC236}">
                  <a16:creationId xmlns:a16="http://schemas.microsoft.com/office/drawing/2014/main" id="{EB2FFBCE-C89F-BA45-B3E6-368DBC16E58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08" y="696"/>
              <a:ext cx="595" cy="43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grpSp>
          <p:nvGrpSpPr>
            <p:cNvPr id="406" name="Group 133">
              <a:extLst>
                <a:ext uri="{FF2B5EF4-FFF2-40B4-BE49-F238E27FC236}">
                  <a16:creationId xmlns:a16="http://schemas.microsoft.com/office/drawing/2014/main" id="{D9B4D6C3-55E2-914C-9392-B06DB43BF6A3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49" y="668"/>
              <a:ext cx="581" cy="145"/>
              <a:chOff x="614" y="2568"/>
              <a:chExt cx="725" cy="139"/>
            </a:xfrm>
          </p:grpSpPr>
          <p:sp>
            <p:nvSpPr>
              <p:cNvPr id="431" name="AutoShape 134">
                <a:extLst>
                  <a:ext uri="{FF2B5EF4-FFF2-40B4-BE49-F238E27FC236}">
                    <a16:creationId xmlns:a16="http://schemas.microsoft.com/office/drawing/2014/main" id="{C69DD16D-9B89-454E-86FE-146165B84FB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09" y="2570"/>
                <a:ext cx="731" cy="140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endParaRPr>
              </a:p>
            </p:txBody>
          </p:sp>
          <p:sp>
            <p:nvSpPr>
              <p:cNvPr id="432" name="AutoShape 135">
                <a:extLst>
                  <a:ext uri="{FF2B5EF4-FFF2-40B4-BE49-F238E27FC236}">
                    <a16:creationId xmlns:a16="http://schemas.microsoft.com/office/drawing/2014/main" id="{C5088E43-3534-E14E-B8F5-D6373D3DC00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1" y="2587"/>
                <a:ext cx="706" cy="107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endParaRPr>
              </a:p>
            </p:txBody>
          </p:sp>
        </p:grpSp>
        <p:sp>
          <p:nvSpPr>
            <p:cNvPr id="407" name="Rectangle 136">
              <a:extLst>
                <a:ext uri="{FF2B5EF4-FFF2-40B4-BE49-F238E27FC236}">
                  <a16:creationId xmlns:a16="http://schemas.microsoft.com/office/drawing/2014/main" id="{10AC52A8-0502-8D4A-AC13-7CB92F60C63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28" y="1015"/>
              <a:ext cx="595" cy="52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grpSp>
          <p:nvGrpSpPr>
            <p:cNvPr id="408" name="Group 137">
              <a:extLst>
                <a:ext uri="{FF2B5EF4-FFF2-40B4-BE49-F238E27FC236}">
                  <a16:creationId xmlns:a16="http://schemas.microsoft.com/office/drawing/2014/main" id="{74705E03-7801-7B48-B480-350446C44388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47" y="994"/>
              <a:ext cx="581" cy="134"/>
              <a:chOff x="614" y="2568"/>
              <a:chExt cx="725" cy="139"/>
            </a:xfrm>
          </p:grpSpPr>
          <p:sp>
            <p:nvSpPr>
              <p:cNvPr id="429" name="AutoShape 138">
                <a:extLst>
                  <a:ext uri="{FF2B5EF4-FFF2-40B4-BE49-F238E27FC236}">
                    <a16:creationId xmlns:a16="http://schemas.microsoft.com/office/drawing/2014/main" id="{99F3069A-6DD0-8644-9400-4D75C6E7A8D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2" y="2572"/>
                <a:ext cx="731" cy="134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endParaRPr>
              </a:p>
            </p:txBody>
          </p:sp>
          <p:sp>
            <p:nvSpPr>
              <p:cNvPr id="430" name="AutoShape 139">
                <a:extLst>
                  <a:ext uri="{FF2B5EF4-FFF2-40B4-BE49-F238E27FC236}">
                    <a16:creationId xmlns:a16="http://schemas.microsoft.com/office/drawing/2014/main" id="{5CD3DB9D-6837-A440-8052-1C258BC50C4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4" y="2590"/>
                <a:ext cx="706" cy="98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endParaRPr>
              </a:p>
            </p:txBody>
          </p:sp>
        </p:grpSp>
        <p:sp>
          <p:nvSpPr>
            <p:cNvPr id="409" name="Rectangle 140">
              <a:extLst>
                <a:ext uri="{FF2B5EF4-FFF2-40B4-BE49-F238E27FC236}">
                  <a16:creationId xmlns:a16="http://schemas.microsoft.com/office/drawing/2014/main" id="{5E25305B-0E4D-B64C-986D-5C897080168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18" y="1360"/>
              <a:ext cx="595" cy="43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410" name="Rectangle 141">
              <a:extLst>
                <a:ext uri="{FF2B5EF4-FFF2-40B4-BE49-F238E27FC236}">
                  <a16:creationId xmlns:a16="http://schemas.microsoft.com/office/drawing/2014/main" id="{9BE5A888-367B-F34A-89D6-EDE1723A298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28" y="1653"/>
              <a:ext cx="595" cy="52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grpSp>
          <p:nvGrpSpPr>
            <p:cNvPr id="411" name="Group 142">
              <a:extLst>
                <a:ext uri="{FF2B5EF4-FFF2-40B4-BE49-F238E27FC236}">
                  <a16:creationId xmlns:a16="http://schemas.microsoft.com/office/drawing/2014/main" id="{6A6FAD94-34FC-AE44-83CD-8483AEB15BE4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35" y="1627"/>
              <a:ext cx="582" cy="151"/>
              <a:chOff x="614" y="2568"/>
              <a:chExt cx="725" cy="139"/>
            </a:xfrm>
          </p:grpSpPr>
          <p:sp>
            <p:nvSpPr>
              <p:cNvPr id="427" name="AutoShape 143">
                <a:extLst>
                  <a:ext uri="{FF2B5EF4-FFF2-40B4-BE49-F238E27FC236}">
                    <a16:creationId xmlns:a16="http://schemas.microsoft.com/office/drawing/2014/main" id="{FDB729FC-0BB7-714B-8CB7-04CEB3A7D61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4" y="2568"/>
                <a:ext cx="730" cy="198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endParaRPr>
              </a:p>
            </p:txBody>
          </p:sp>
          <p:sp>
            <p:nvSpPr>
              <p:cNvPr id="428" name="AutoShape 144">
                <a:extLst>
                  <a:ext uri="{FF2B5EF4-FFF2-40B4-BE49-F238E27FC236}">
                    <a16:creationId xmlns:a16="http://schemas.microsoft.com/office/drawing/2014/main" id="{26E1758B-606B-A54A-B37B-4D5B7FB64E9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7" y="2584"/>
                <a:ext cx="705" cy="111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endParaRPr>
              </a:p>
            </p:txBody>
          </p:sp>
        </p:grpSp>
        <p:sp>
          <p:nvSpPr>
            <p:cNvPr id="412" name="Freeform 145">
              <a:extLst>
                <a:ext uri="{FF2B5EF4-FFF2-40B4-BE49-F238E27FC236}">
                  <a16:creationId xmlns:a16="http://schemas.microsoft.com/office/drawing/2014/main" id="{CA66D6F4-6566-2346-AE37-5D469680361C}"/>
                </a:ext>
              </a:extLst>
            </p:cNvPr>
            <p:cNvSpPr>
              <a:spLocks/>
            </p:cNvSpPr>
            <p:nvPr/>
          </p:nvSpPr>
          <p:spPr bwMode="auto">
            <a:xfrm>
              <a:off x="5288" y="1354"/>
              <a:ext cx="263" cy="188"/>
            </a:xfrm>
            <a:custGeom>
              <a:avLst/>
              <a:gdLst>
                <a:gd name="T0" fmla="*/ 2 w 328"/>
                <a:gd name="T1" fmla="*/ 0 h 226"/>
                <a:gd name="T2" fmla="*/ 36 w 328"/>
                <a:gd name="T3" fmla="*/ 20 h 226"/>
                <a:gd name="T4" fmla="*/ 36 w 328"/>
                <a:gd name="T5" fmla="*/ 36 h 226"/>
                <a:gd name="T6" fmla="*/ 0 w 328"/>
                <a:gd name="T7" fmla="*/ 15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grpSp>
          <p:nvGrpSpPr>
            <p:cNvPr id="413" name="Group 146">
              <a:extLst>
                <a:ext uri="{FF2B5EF4-FFF2-40B4-BE49-F238E27FC236}">
                  <a16:creationId xmlns:a16="http://schemas.microsoft.com/office/drawing/2014/main" id="{14E0B7CB-EDF8-5B41-B427-8AD65964DE01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39" y="1327"/>
              <a:ext cx="582" cy="139"/>
              <a:chOff x="614" y="2568"/>
              <a:chExt cx="725" cy="139"/>
            </a:xfrm>
          </p:grpSpPr>
          <p:sp>
            <p:nvSpPr>
              <p:cNvPr id="425" name="AutoShape 147">
                <a:extLst>
                  <a:ext uri="{FF2B5EF4-FFF2-40B4-BE49-F238E27FC236}">
                    <a16:creationId xmlns:a16="http://schemas.microsoft.com/office/drawing/2014/main" id="{467127AD-2CB0-8C45-8018-5848115D91D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09" y="2566"/>
                <a:ext cx="730" cy="138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endParaRPr>
              </a:p>
            </p:txBody>
          </p:sp>
          <p:sp>
            <p:nvSpPr>
              <p:cNvPr id="426" name="AutoShape 148">
                <a:extLst>
                  <a:ext uri="{FF2B5EF4-FFF2-40B4-BE49-F238E27FC236}">
                    <a16:creationId xmlns:a16="http://schemas.microsoft.com/office/drawing/2014/main" id="{0796E888-44D7-9F44-8AFE-FED1CF4EBA8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2" y="2584"/>
                <a:ext cx="705" cy="103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endParaRPr>
              </a:p>
            </p:txBody>
          </p:sp>
        </p:grpSp>
        <p:sp>
          <p:nvSpPr>
            <p:cNvPr id="414" name="Rectangle 149">
              <a:extLst>
                <a:ext uri="{FF2B5EF4-FFF2-40B4-BE49-F238E27FC236}">
                  <a16:creationId xmlns:a16="http://schemas.microsoft.com/office/drawing/2014/main" id="{4E54C520-F74E-674F-A888-F85B55FA577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53" y="429"/>
              <a:ext cx="68" cy="2293"/>
            </a:xfrm>
            <a:prstGeom prst="rect">
              <a:avLst/>
            </a:prstGeom>
            <a:gradFill rotWithShape="1"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415" name="Freeform 150">
              <a:extLst>
                <a:ext uri="{FF2B5EF4-FFF2-40B4-BE49-F238E27FC236}">
                  <a16:creationId xmlns:a16="http://schemas.microsoft.com/office/drawing/2014/main" id="{0B18E885-C455-204F-9F4D-7CADCD00CB7B}"/>
                </a:ext>
              </a:extLst>
            </p:cNvPr>
            <p:cNvSpPr>
              <a:spLocks/>
            </p:cNvSpPr>
            <p:nvPr/>
          </p:nvSpPr>
          <p:spPr bwMode="auto">
            <a:xfrm>
              <a:off x="5312" y="1007"/>
              <a:ext cx="237" cy="213"/>
            </a:xfrm>
            <a:custGeom>
              <a:avLst/>
              <a:gdLst>
                <a:gd name="T0" fmla="*/ 2 w 296"/>
                <a:gd name="T1" fmla="*/ 0 h 256"/>
                <a:gd name="T2" fmla="*/ 32 w 296"/>
                <a:gd name="T3" fmla="*/ 22 h 256"/>
                <a:gd name="T4" fmla="*/ 32 w 296"/>
                <a:gd name="T5" fmla="*/ 41 h 256"/>
                <a:gd name="T6" fmla="*/ 0 w 296"/>
                <a:gd name="T7" fmla="*/ 15 h 256"/>
                <a:gd name="T8" fmla="*/ 2 w 296"/>
                <a:gd name="T9" fmla="*/ 0 h 25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96" h="25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416" name="Freeform 151">
              <a:extLst>
                <a:ext uri="{FF2B5EF4-FFF2-40B4-BE49-F238E27FC236}">
                  <a16:creationId xmlns:a16="http://schemas.microsoft.com/office/drawing/2014/main" id="{2B747C07-7872-A24D-BBEF-F9E8EAAF1EA1}"/>
                </a:ext>
              </a:extLst>
            </p:cNvPr>
            <p:cNvSpPr>
              <a:spLocks/>
            </p:cNvSpPr>
            <p:nvPr/>
          </p:nvSpPr>
          <p:spPr bwMode="auto">
            <a:xfrm>
              <a:off x="5315" y="680"/>
              <a:ext cx="244" cy="240"/>
            </a:xfrm>
            <a:custGeom>
              <a:avLst/>
              <a:gdLst>
                <a:gd name="T0" fmla="*/ 0 w 304"/>
                <a:gd name="T1" fmla="*/ 0 h 288"/>
                <a:gd name="T2" fmla="*/ 34 w 304"/>
                <a:gd name="T3" fmla="*/ 27 h 288"/>
                <a:gd name="T4" fmla="*/ 31 w 304"/>
                <a:gd name="T5" fmla="*/ 48 h 288"/>
                <a:gd name="T6" fmla="*/ 2 w 304"/>
                <a:gd name="T7" fmla="*/ 20 h 288"/>
                <a:gd name="T8" fmla="*/ 0 w 304"/>
                <a:gd name="T9" fmla="*/ 0 h 28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04" h="288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417" name="Oval 152">
              <a:extLst>
                <a:ext uri="{FF2B5EF4-FFF2-40B4-BE49-F238E27FC236}">
                  <a16:creationId xmlns:a16="http://schemas.microsoft.com/office/drawing/2014/main" id="{AD0A4401-053C-AC45-9D2C-65FFC62C798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16" y="2610"/>
              <a:ext cx="49" cy="95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418" name="Freeform 153">
              <a:extLst>
                <a:ext uri="{FF2B5EF4-FFF2-40B4-BE49-F238E27FC236}">
                  <a16:creationId xmlns:a16="http://schemas.microsoft.com/office/drawing/2014/main" id="{89E1D87C-2C15-6646-AFDC-9A1416DDED7C}"/>
                </a:ext>
              </a:extLst>
            </p:cNvPr>
            <p:cNvSpPr>
              <a:spLocks/>
            </p:cNvSpPr>
            <p:nvPr/>
          </p:nvSpPr>
          <p:spPr bwMode="auto">
            <a:xfrm>
              <a:off x="5302" y="2614"/>
              <a:ext cx="245" cy="200"/>
            </a:xfrm>
            <a:custGeom>
              <a:avLst/>
              <a:gdLst>
                <a:gd name="T0" fmla="*/ 0 w 306"/>
                <a:gd name="T1" fmla="*/ 18 h 240"/>
                <a:gd name="T2" fmla="*/ 2 w 306"/>
                <a:gd name="T3" fmla="*/ 40 h 240"/>
                <a:gd name="T4" fmla="*/ 34 w 306"/>
                <a:gd name="T5" fmla="*/ 18 h 240"/>
                <a:gd name="T6" fmla="*/ 32 w 306"/>
                <a:gd name="T7" fmla="*/ 0 h 240"/>
                <a:gd name="T8" fmla="*/ 0 w 306"/>
                <a:gd name="T9" fmla="*/ 18 h 24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06" h="240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419" name="AutoShape 154">
              <a:extLst>
                <a:ext uri="{FF2B5EF4-FFF2-40B4-BE49-F238E27FC236}">
                  <a16:creationId xmlns:a16="http://schemas.microsoft.com/office/drawing/2014/main" id="{66C645BA-D886-044E-8239-D4BE8DA9A6C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40" y="2678"/>
              <a:ext cx="1201" cy="147"/>
            </a:xfrm>
            <a:prstGeom prst="roundRect">
              <a:avLst>
                <a:gd name="adj" fmla="val 50000"/>
              </a:avLst>
            </a:prstGeom>
            <a:solidFill>
              <a:srgbClr val="DDDDDD"/>
            </a:solidFill>
            <a:ln w="9525">
              <a:solidFill>
                <a:srgbClr val="00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420" name="AutoShape 155">
              <a:extLst>
                <a:ext uri="{FF2B5EF4-FFF2-40B4-BE49-F238E27FC236}">
                  <a16:creationId xmlns:a16="http://schemas.microsoft.com/office/drawing/2014/main" id="{5747D9F6-ED38-1747-B38A-3A0F3326F02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08" y="2713"/>
              <a:ext cx="1064" cy="78"/>
            </a:xfrm>
            <a:prstGeom prst="roundRect">
              <a:avLst>
                <a:gd name="adj" fmla="val 50000"/>
              </a:avLst>
            </a:prstGeom>
            <a:gradFill rotWithShape="1">
              <a:gsLst>
                <a:gs pos="0">
                  <a:srgbClr val="000000"/>
                </a:gs>
                <a:gs pos="100000">
                  <a:srgbClr val="808080"/>
                </a:gs>
              </a:gsLst>
              <a:lin ang="0" scaled="1"/>
            </a:gradFill>
            <a:ln w="9525">
              <a:solidFill>
                <a:srgbClr val="00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421" name="Oval 156">
              <a:extLst>
                <a:ext uri="{FF2B5EF4-FFF2-40B4-BE49-F238E27FC236}">
                  <a16:creationId xmlns:a16="http://schemas.microsoft.com/office/drawing/2014/main" id="{0317D36C-EC57-0840-A957-CE85B2AD965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06" y="2385"/>
              <a:ext cx="156" cy="138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422" name="Oval 157">
              <a:extLst>
                <a:ext uri="{FF2B5EF4-FFF2-40B4-BE49-F238E27FC236}">
                  <a16:creationId xmlns:a16="http://schemas.microsoft.com/office/drawing/2014/main" id="{540537FD-C807-3D49-8566-6C4A55E3A42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82" y="2385"/>
              <a:ext cx="166" cy="138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Arial" charset="0"/>
              </a:endParaRPr>
            </a:p>
          </p:txBody>
        </p:sp>
        <p:sp>
          <p:nvSpPr>
            <p:cNvPr id="423" name="Oval 158">
              <a:extLst>
                <a:ext uri="{FF2B5EF4-FFF2-40B4-BE49-F238E27FC236}">
                  <a16:creationId xmlns:a16="http://schemas.microsoft.com/office/drawing/2014/main" id="{23CFD8C3-6E99-8C40-806D-0A745B8363F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57" y="2377"/>
              <a:ext cx="166" cy="147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424" name="Rectangle 159">
              <a:extLst>
                <a:ext uri="{FF2B5EF4-FFF2-40B4-BE49-F238E27FC236}">
                  <a16:creationId xmlns:a16="http://schemas.microsoft.com/office/drawing/2014/main" id="{8A5D6DAA-891A-F544-9751-D8BAAF267EA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57" y="1834"/>
              <a:ext cx="88" cy="758"/>
            </a:xfrm>
            <a:prstGeom prst="rect">
              <a:avLst/>
            </a:prstGeom>
            <a:solidFill>
              <a:srgbClr val="292929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</p:grpSp>
      <p:grpSp>
        <p:nvGrpSpPr>
          <p:cNvPr id="337" name="Group 160">
            <a:extLst>
              <a:ext uri="{FF2B5EF4-FFF2-40B4-BE49-F238E27FC236}">
                <a16:creationId xmlns:a16="http://schemas.microsoft.com/office/drawing/2014/main" id="{4D8A606A-8EFC-7640-A900-5D4C81F03937}"/>
              </a:ext>
            </a:extLst>
          </p:cNvPr>
          <p:cNvGrpSpPr>
            <a:grpSpLocks/>
          </p:cNvGrpSpPr>
          <p:nvPr/>
        </p:nvGrpSpPr>
        <p:grpSpPr bwMode="auto">
          <a:xfrm>
            <a:off x="585296" y="5655276"/>
            <a:ext cx="645431" cy="569172"/>
            <a:chOff x="-44" y="1473"/>
            <a:chExt cx="981" cy="1105"/>
          </a:xfrm>
        </p:grpSpPr>
        <p:pic>
          <p:nvPicPr>
            <p:cNvPr id="399" name="Picture 161" descr="desktop_computer_stylized_medium">
              <a:extLst>
                <a:ext uri="{FF2B5EF4-FFF2-40B4-BE49-F238E27FC236}">
                  <a16:creationId xmlns:a16="http://schemas.microsoft.com/office/drawing/2014/main" id="{F51E3138-EF14-9E48-9BD4-406B983C41B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400" name="Freeform 162">
              <a:extLst>
                <a:ext uri="{FF2B5EF4-FFF2-40B4-BE49-F238E27FC236}">
                  <a16:creationId xmlns:a16="http://schemas.microsoft.com/office/drawing/2014/main" id="{1256EDE8-FC43-7540-94FC-794D24BB662F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5595 w 356"/>
                <a:gd name="T3" fmla="*/ 341 h 368"/>
                <a:gd name="T4" fmla="*/ 6638 w 356"/>
                <a:gd name="T5" fmla="*/ 7113 h 368"/>
                <a:gd name="T6" fmla="*/ 1463 w 356"/>
                <a:gd name="T7" fmla="*/ 8895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 cmpd="sng">
                  <a:solidFill>
                    <a:schemeClr val="tx1"/>
                  </a:solidFill>
                  <a:prstDash val="solid"/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</p:grpSp>
      <p:grpSp>
        <p:nvGrpSpPr>
          <p:cNvPr id="338" name="Group 163">
            <a:extLst>
              <a:ext uri="{FF2B5EF4-FFF2-40B4-BE49-F238E27FC236}">
                <a16:creationId xmlns:a16="http://schemas.microsoft.com/office/drawing/2014/main" id="{0E7884E3-4890-9244-AEB3-FF8C9DC515D6}"/>
              </a:ext>
            </a:extLst>
          </p:cNvPr>
          <p:cNvGrpSpPr>
            <a:grpSpLocks/>
          </p:cNvGrpSpPr>
          <p:nvPr/>
        </p:nvGrpSpPr>
        <p:grpSpPr bwMode="auto">
          <a:xfrm>
            <a:off x="7141970" y="5736859"/>
            <a:ext cx="284691" cy="577481"/>
            <a:chOff x="4140" y="429"/>
            <a:chExt cx="1425" cy="2396"/>
          </a:xfrm>
        </p:grpSpPr>
        <p:sp>
          <p:nvSpPr>
            <p:cNvPr id="367" name="Freeform 164">
              <a:extLst>
                <a:ext uri="{FF2B5EF4-FFF2-40B4-BE49-F238E27FC236}">
                  <a16:creationId xmlns:a16="http://schemas.microsoft.com/office/drawing/2014/main" id="{3564F793-BB5B-2049-A377-2092094C0636}"/>
                </a:ext>
              </a:extLst>
            </p:cNvPr>
            <p:cNvSpPr>
              <a:spLocks/>
            </p:cNvSpPr>
            <p:nvPr/>
          </p:nvSpPr>
          <p:spPr bwMode="auto">
            <a:xfrm>
              <a:off x="5268" y="433"/>
              <a:ext cx="283" cy="2286"/>
            </a:xfrm>
            <a:custGeom>
              <a:avLst/>
              <a:gdLst>
                <a:gd name="T0" fmla="*/ 7 w 354"/>
                <a:gd name="T1" fmla="*/ 0 h 2742"/>
                <a:gd name="T2" fmla="*/ 38 w 354"/>
                <a:gd name="T3" fmla="*/ 55 h 2742"/>
                <a:gd name="T4" fmla="*/ 37 w 354"/>
                <a:gd name="T5" fmla="*/ 425 h 2742"/>
                <a:gd name="T6" fmla="*/ 0 w 354"/>
                <a:gd name="T7" fmla="*/ 445 h 2742"/>
                <a:gd name="T8" fmla="*/ 7 w 354"/>
                <a:gd name="T9" fmla="*/ 0 h 274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4" h="2742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 rotWithShape="1"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68" name="Rectangle 165">
              <a:extLst>
                <a:ext uri="{FF2B5EF4-FFF2-40B4-BE49-F238E27FC236}">
                  <a16:creationId xmlns:a16="http://schemas.microsoft.com/office/drawing/2014/main" id="{EF360F4F-5495-6B4D-B6E0-552EB9DCADC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08" y="429"/>
              <a:ext cx="1044" cy="2284"/>
            </a:xfrm>
            <a:prstGeom prst="rect">
              <a:avLst/>
            </a:pr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369" name="Freeform 166">
              <a:extLst>
                <a:ext uri="{FF2B5EF4-FFF2-40B4-BE49-F238E27FC236}">
                  <a16:creationId xmlns:a16="http://schemas.microsoft.com/office/drawing/2014/main" id="{49576006-660E-9B47-AFBF-364EFC883E60}"/>
                </a:ext>
              </a:extLst>
            </p:cNvPr>
            <p:cNvSpPr>
              <a:spLocks/>
            </p:cNvSpPr>
            <p:nvPr/>
          </p:nvSpPr>
          <p:spPr bwMode="auto">
            <a:xfrm>
              <a:off x="5321" y="570"/>
              <a:ext cx="169" cy="2115"/>
            </a:xfrm>
            <a:custGeom>
              <a:avLst/>
              <a:gdLst>
                <a:gd name="T0" fmla="*/ 2 w 211"/>
                <a:gd name="T1" fmla="*/ 0 h 2537"/>
                <a:gd name="T2" fmla="*/ 23 w 211"/>
                <a:gd name="T3" fmla="*/ 36 h 2537"/>
                <a:gd name="T4" fmla="*/ 2 w 211"/>
                <a:gd name="T5" fmla="*/ 405 h 2537"/>
                <a:gd name="T6" fmla="*/ 2 w 211"/>
                <a:gd name="T7" fmla="*/ 0 h 2537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11" h="2537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 rotWithShape="1"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70" name="Freeform 167">
              <a:extLst>
                <a:ext uri="{FF2B5EF4-FFF2-40B4-BE49-F238E27FC236}">
                  <a16:creationId xmlns:a16="http://schemas.microsoft.com/office/drawing/2014/main" id="{8EB33FC8-E304-CE41-9CD6-0AD73C996C2D}"/>
                </a:ext>
              </a:extLst>
            </p:cNvPr>
            <p:cNvSpPr>
              <a:spLocks/>
            </p:cNvSpPr>
            <p:nvPr/>
          </p:nvSpPr>
          <p:spPr bwMode="auto">
            <a:xfrm>
              <a:off x="5284" y="1640"/>
              <a:ext cx="263" cy="189"/>
            </a:xfrm>
            <a:custGeom>
              <a:avLst/>
              <a:gdLst>
                <a:gd name="T0" fmla="*/ 2 w 328"/>
                <a:gd name="T1" fmla="*/ 0 h 226"/>
                <a:gd name="T2" fmla="*/ 36 w 328"/>
                <a:gd name="T3" fmla="*/ 21 h 226"/>
                <a:gd name="T4" fmla="*/ 36 w 328"/>
                <a:gd name="T5" fmla="*/ 38 h 226"/>
                <a:gd name="T6" fmla="*/ 0 w 328"/>
                <a:gd name="T7" fmla="*/ 16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71" name="Rectangle 168">
              <a:extLst>
                <a:ext uri="{FF2B5EF4-FFF2-40B4-BE49-F238E27FC236}">
                  <a16:creationId xmlns:a16="http://schemas.microsoft.com/office/drawing/2014/main" id="{6C778B32-41A0-8244-BBE2-93B6E176137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08" y="696"/>
              <a:ext cx="595" cy="43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grpSp>
          <p:nvGrpSpPr>
            <p:cNvPr id="372" name="Group 169">
              <a:extLst>
                <a:ext uri="{FF2B5EF4-FFF2-40B4-BE49-F238E27FC236}">
                  <a16:creationId xmlns:a16="http://schemas.microsoft.com/office/drawing/2014/main" id="{7BA4195B-DEBE-4B4C-9882-FED7243E720C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49" y="668"/>
              <a:ext cx="581" cy="145"/>
              <a:chOff x="614" y="2568"/>
              <a:chExt cx="725" cy="139"/>
            </a:xfrm>
          </p:grpSpPr>
          <p:sp>
            <p:nvSpPr>
              <p:cNvPr id="397" name="AutoShape 170">
                <a:extLst>
                  <a:ext uri="{FF2B5EF4-FFF2-40B4-BE49-F238E27FC236}">
                    <a16:creationId xmlns:a16="http://schemas.microsoft.com/office/drawing/2014/main" id="{C3147CE6-9A26-0846-A572-5121F21F6CF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09" y="2570"/>
                <a:ext cx="731" cy="140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endParaRPr>
              </a:p>
            </p:txBody>
          </p:sp>
          <p:sp>
            <p:nvSpPr>
              <p:cNvPr id="398" name="AutoShape 171">
                <a:extLst>
                  <a:ext uri="{FF2B5EF4-FFF2-40B4-BE49-F238E27FC236}">
                    <a16:creationId xmlns:a16="http://schemas.microsoft.com/office/drawing/2014/main" id="{E60D0823-A680-E749-BF37-E473D78B173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1" y="2587"/>
                <a:ext cx="706" cy="107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endParaRPr>
              </a:p>
            </p:txBody>
          </p:sp>
        </p:grpSp>
        <p:sp>
          <p:nvSpPr>
            <p:cNvPr id="373" name="Rectangle 172">
              <a:extLst>
                <a:ext uri="{FF2B5EF4-FFF2-40B4-BE49-F238E27FC236}">
                  <a16:creationId xmlns:a16="http://schemas.microsoft.com/office/drawing/2014/main" id="{FC18395B-F97E-B149-8E05-15194860B04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28" y="1015"/>
              <a:ext cx="595" cy="52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grpSp>
          <p:nvGrpSpPr>
            <p:cNvPr id="374" name="Group 173">
              <a:extLst>
                <a:ext uri="{FF2B5EF4-FFF2-40B4-BE49-F238E27FC236}">
                  <a16:creationId xmlns:a16="http://schemas.microsoft.com/office/drawing/2014/main" id="{2BA003D7-82C2-B445-B5A2-C950E112D3A8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47" y="994"/>
              <a:ext cx="581" cy="134"/>
              <a:chOff x="614" y="2568"/>
              <a:chExt cx="725" cy="139"/>
            </a:xfrm>
          </p:grpSpPr>
          <p:sp>
            <p:nvSpPr>
              <p:cNvPr id="395" name="AutoShape 174">
                <a:extLst>
                  <a:ext uri="{FF2B5EF4-FFF2-40B4-BE49-F238E27FC236}">
                    <a16:creationId xmlns:a16="http://schemas.microsoft.com/office/drawing/2014/main" id="{FAC3334E-F98D-3143-8A22-9FBE215555C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2" y="2572"/>
                <a:ext cx="731" cy="134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endParaRPr>
              </a:p>
            </p:txBody>
          </p:sp>
          <p:sp>
            <p:nvSpPr>
              <p:cNvPr id="396" name="AutoShape 175">
                <a:extLst>
                  <a:ext uri="{FF2B5EF4-FFF2-40B4-BE49-F238E27FC236}">
                    <a16:creationId xmlns:a16="http://schemas.microsoft.com/office/drawing/2014/main" id="{E2C9795D-E16D-BA42-A574-5505AF76453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4" y="2590"/>
                <a:ext cx="706" cy="98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endParaRPr>
              </a:p>
            </p:txBody>
          </p:sp>
        </p:grpSp>
        <p:sp>
          <p:nvSpPr>
            <p:cNvPr id="375" name="Rectangle 176">
              <a:extLst>
                <a:ext uri="{FF2B5EF4-FFF2-40B4-BE49-F238E27FC236}">
                  <a16:creationId xmlns:a16="http://schemas.microsoft.com/office/drawing/2014/main" id="{E8ADCEF9-A7C3-1346-9F35-EAE9DE327CB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18" y="1360"/>
              <a:ext cx="595" cy="43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376" name="Rectangle 177">
              <a:extLst>
                <a:ext uri="{FF2B5EF4-FFF2-40B4-BE49-F238E27FC236}">
                  <a16:creationId xmlns:a16="http://schemas.microsoft.com/office/drawing/2014/main" id="{04D364FF-2C20-5C4D-B865-EF176AD2D2E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28" y="1653"/>
              <a:ext cx="595" cy="52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grpSp>
          <p:nvGrpSpPr>
            <p:cNvPr id="377" name="Group 178">
              <a:extLst>
                <a:ext uri="{FF2B5EF4-FFF2-40B4-BE49-F238E27FC236}">
                  <a16:creationId xmlns:a16="http://schemas.microsoft.com/office/drawing/2014/main" id="{62CBF903-6CC6-274F-B178-5CF7DFE4E8FF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35" y="1627"/>
              <a:ext cx="582" cy="151"/>
              <a:chOff x="614" y="2568"/>
              <a:chExt cx="725" cy="139"/>
            </a:xfrm>
          </p:grpSpPr>
          <p:sp>
            <p:nvSpPr>
              <p:cNvPr id="393" name="AutoShape 179">
                <a:extLst>
                  <a:ext uri="{FF2B5EF4-FFF2-40B4-BE49-F238E27FC236}">
                    <a16:creationId xmlns:a16="http://schemas.microsoft.com/office/drawing/2014/main" id="{204B8DDB-66CE-734E-B5AA-D99AAFCB5D8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4" y="2568"/>
                <a:ext cx="730" cy="198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endParaRPr>
              </a:p>
            </p:txBody>
          </p:sp>
          <p:sp>
            <p:nvSpPr>
              <p:cNvPr id="394" name="AutoShape 180">
                <a:extLst>
                  <a:ext uri="{FF2B5EF4-FFF2-40B4-BE49-F238E27FC236}">
                    <a16:creationId xmlns:a16="http://schemas.microsoft.com/office/drawing/2014/main" id="{1C725834-7BCF-624D-ADAE-62F2539CDD4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7" y="2584"/>
                <a:ext cx="705" cy="111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endParaRPr>
              </a:p>
            </p:txBody>
          </p:sp>
        </p:grpSp>
        <p:sp>
          <p:nvSpPr>
            <p:cNvPr id="378" name="Freeform 181">
              <a:extLst>
                <a:ext uri="{FF2B5EF4-FFF2-40B4-BE49-F238E27FC236}">
                  <a16:creationId xmlns:a16="http://schemas.microsoft.com/office/drawing/2014/main" id="{98340748-8514-DB48-90DD-355362472770}"/>
                </a:ext>
              </a:extLst>
            </p:cNvPr>
            <p:cNvSpPr>
              <a:spLocks/>
            </p:cNvSpPr>
            <p:nvPr/>
          </p:nvSpPr>
          <p:spPr bwMode="auto">
            <a:xfrm>
              <a:off x="5288" y="1354"/>
              <a:ext cx="263" cy="188"/>
            </a:xfrm>
            <a:custGeom>
              <a:avLst/>
              <a:gdLst>
                <a:gd name="T0" fmla="*/ 2 w 328"/>
                <a:gd name="T1" fmla="*/ 0 h 226"/>
                <a:gd name="T2" fmla="*/ 36 w 328"/>
                <a:gd name="T3" fmla="*/ 20 h 226"/>
                <a:gd name="T4" fmla="*/ 36 w 328"/>
                <a:gd name="T5" fmla="*/ 36 h 226"/>
                <a:gd name="T6" fmla="*/ 0 w 328"/>
                <a:gd name="T7" fmla="*/ 15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grpSp>
          <p:nvGrpSpPr>
            <p:cNvPr id="379" name="Group 182">
              <a:extLst>
                <a:ext uri="{FF2B5EF4-FFF2-40B4-BE49-F238E27FC236}">
                  <a16:creationId xmlns:a16="http://schemas.microsoft.com/office/drawing/2014/main" id="{F9562A1A-DA6F-9849-AC85-D69A990FF6C5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39" y="1327"/>
              <a:ext cx="582" cy="139"/>
              <a:chOff x="614" y="2568"/>
              <a:chExt cx="725" cy="139"/>
            </a:xfrm>
          </p:grpSpPr>
          <p:sp>
            <p:nvSpPr>
              <p:cNvPr id="391" name="AutoShape 183">
                <a:extLst>
                  <a:ext uri="{FF2B5EF4-FFF2-40B4-BE49-F238E27FC236}">
                    <a16:creationId xmlns:a16="http://schemas.microsoft.com/office/drawing/2014/main" id="{A670CFDF-AFF7-A547-9CF4-9F926AE4D45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09" y="2566"/>
                <a:ext cx="730" cy="138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endParaRPr>
              </a:p>
            </p:txBody>
          </p:sp>
          <p:sp>
            <p:nvSpPr>
              <p:cNvPr id="392" name="AutoShape 184">
                <a:extLst>
                  <a:ext uri="{FF2B5EF4-FFF2-40B4-BE49-F238E27FC236}">
                    <a16:creationId xmlns:a16="http://schemas.microsoft.com/office/drawing/2014/main" id="{8B989888-AABB-1E49-9382-C06BFA14BDC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2" y="2584"/>
                <a:ext cx="705" cy="103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endParaRPr>
              </a:p>
            </p:txBody>
          </p:sp>
        </p:grpSp>
        <p:sp>
          <p:nvSpPr>
            <p:cNvPr id="380" name="Rectangle 185">
              <a:extLst>
                <a:ext uri="{FF2B5EF4-FFF2-40B4-BE49-F238E27FC236}">
                  <a16:creationId xmlns:a16="http://schemas.microsoft.com/office/drawing/2014/main" id="{BB8DEF06-6B12-6A43-8D15-89B827E3F7B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53" y="429"/>
              <a:ext cx="68" cy="2293"/>
            </a:xfrm>
            <a:prstGeom prst="rect">
              <a:avLst/>
            </a:prstGeom>
            <a:gradFill rotWithShape="1"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381" name="Freeform 186">
              <a:extLst>
                <a:ext uri="{FF2B5EF4-FFF2-40B4-BE49-F238E27FC236}">
                  <a16:creationId xmlns:a16="http://schemas.microsoft.com/office/drawing/2014/main" id="{D46CBF71-1AA1-1848-B7FE-0B5B429E7BF3}"/>
                </a:ext>
              </a:extLst>
            </p:cNvPr>
            <p:cNvSpPr>
              <a:spLocks/>
            </p:cNvSpPr>
            <p:nvPr/>
          </p:nvSpPr>
          <p:spPr bwMode="auto">
            <a:xfrm>
              <a:off x="5312" y="1007"/>
              <a:ext cx="237" cy="213"/>
            </a:xfrm>
            <a:custGeom>
              <a:avLst/>
              <a:gdLst>
                <a:gd name="T0" fmla="*/ 2 w 296"/>
                <a:gd name="T1" fmla="*/ 0 h 256"/>
                <a:gd name="T2" fmla="*/ 32 w 296"/>
                <a:gd name="T3" fmla="*/ 22 h 256"/>
                <a:gd name="T4" fmla="*/ 32 w 296"/>
                <a:gd name="T5" fmla="*/ 41 h 256"/>
                <a:gd name="T6" fmla="*/ 0 w 296"/>
                <a:gd name="T7" fmla="*/ 15 h 256"/>
                <a:gd name="T8" fmla="*/ 2 w 296"/>
                <a:gd name="T9" fmla="*/ 0 h 25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96" h="25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82" name="Freeform 187">
              <a:extLst>
                <a:ext uri="{FF2B5EF4-FFF2-40B4-BE49-F238E27FC236}">
                  <a16:creationId xmlns:a16="http://schemas.microsoft.com/office/drawing/2014/main" id="{E33DBEE9-2A43-1846-9129-67A75C2B41A8}"/>
                </a:ext>
              </a:extLst>
            </p:cNvPr>
            <p:cNvSpPr>
              <a:spLocks/>
            </p:cNvSpPr>
            <p:nvPr/>
          </p:nvSpPr>
          <p:spPr bwMode="auto">
            <a:xfrm>
              <a:off x="5315" y="680"/>
              <a:ext cx="244" cy="240"/>
            </a:xfrm>
            <a:custGeom>
              <a:avLst/>
              <a:gdLst>
                <a:gd name="T0" fmla="*/ 0 w 304"/>
                <a:gd name="T1" fmla="*/ 0 h 288"/>
                <a:gd name="T2" fmla="*/ 34 w 304"/>
                <a:gd name="T3" fmla="*/ 27 h 288"/>
                <a:gd name="T4" fmla="*/ 31 w 304"/>
                <a:gd name="T5" fmla="*/ 48 h 288"/>
                <a:gd name="T6" fmla="*/ 2 w 304"/>
                <a:gd name="T7" fmla="*/ 20 h 288"/>
                <a:gd name="T8" fmla="*/ 0 w 304"/>
                <a:gd name="T9" fmla="*/ 0 h 28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04" h="288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83" name="Oval 188">
              <a:extLst>
                <a:ext uri="{FF2B5EF4-FFF2-40B4-BE49-F238E27FC236}">
                  <a16:creationId xmlns:a16="http://schemas.microsoft.com/office/drawing/2014/main" id="{4184AD3D-A3AA-D744-B0D4-86BC19CF850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16" y="2610"/>
              <a:ext cx="49" cy="95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384" name="Freeform 189">
              <a:extLst>
                <a:ext uri="{FF2B5EF4-FFF2-40B4-BE49-F238E27FC236}">
                  <a16:creationId xmlns:a16="http://schemas.microsoft.com/office/drawing/2014/main" id="{30BD63BA-1E7E-5543-8241-5EE587F00DF3}"/>
                </a:ext>
              </a:extLst>
            </p:cNvPr>
            <p:cNvSpPr>
              <a:spLocks/>
            </p:cNvSpPr>
            <p:nvPr/>
          </p:nvSpPr>
          <p:spPr bwMode="auto">
            <a:xfrm>
              <a:off x="5302" y="2614"/>
              <a:ext cx="245" cy="200"/>
            </a:xfrm>
            <a:custGeom>
              <a:avLst/>
              <a:gdLst>
                <a:gd name="T0" fmla="*/ 0 w 306"/>
                <a:gd name="T1" fmla="*/ 18 h 240"/>
                <a:gd name="T2" fmla="*/ 2 w 306"/>
                <a:gd name="T3" fmla="*/ 40 h 240"/>
                <a:gd name="T4" fmla="*/ 34 w 306"/>
                <a:gd name="T5" fmla="*/ 18 h 240"/>
                <a:gd name="T6" fmla="*/ 32 w 306"/>
                <a:gd name="T7" fmla="*/ 0 h 240"/>
                <a:gd name="T8" fmla="*/ 0 w 306"/>
                <a:gd name="T9" fmla="*/ 18 h 24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06" h="240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85" name="AutoShape 190">
              <a:extLst>
                <a:ext uri="{FF2B5EF4-FFF2-40B4-BE49-F238E27FC236}">
                  <a16:creationId xmlns:a16="http://schemas.microsoft.com/office/drawing/2014/main" id="{221FD49B-FBB4-D44C-A5B9-40C856B448C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40" y="2678"/>
              <a:ext cx="1201" cy="147"/>
            </a:xfrm>
            <a:prstGeom prst="roundRect">
              <a:avLst>
                <a:gd name="adj" fmla="val 50000"/>
              </a:avLst>
            </a:prstGeom>
            <a:solidFill>
              <a:srgbClr val="DDDDDD"/>
            </a:solidFill>
            <a:ln w="9525">
              <a:solidFill>
                <a:srgbClr val="00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386" name="AutoShape 191">
              <a:extLst>
                <a:ext uri="{FF2B5EF4-FFF2-40B4-BE49-F238E27FC236}">
                  <a16:creationId xmlns:a16="http://schemas.microsoft.com/office/drawing/2014/main" id="{E02AA9C5-4176-1C44-A6F0-A95EC32403A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08" y="2713"/>
              <a:ext cx="1064" cy="78"/>
            </a:xfrm>
            <a:prstGeom prst="roundRect">
              <a:avLst>
                <a:gd name="adj" fmla="val 50000"/>
              </a:avLst>
            </a:prstGeom>
            <a:gradFill rotWithShape="1">
              <a:gsLst>
                <a:gs pos="0">
                  <a:srgbClr val="000000"/>
                </a:gs>
                <a:gs pos="100000">
                  <a:srgbClr val="808080"/>
                </a:gs>
              </a:gsLst>
              <a:lin ang="0" scaled="1"/>
            </a:gradFill>
            <a:ln w="9525">
              <a:solidFill>
                <a:srgbClr val="00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387" name="Oval 192">
              <a:extLst>
                <a:ext uri="{FF2B5EF4-FFF2-40B4-BE49-F238E27FC236}">
                  <a16:creationId xmlns:a16="http://schemas.microsoft.com/office/drawing/2014/main" id="{DB848E75-06E4-9845-A916-4E09A522EAB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06" y="2385"/>
              <a:ext cx="156" cy="138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388" name="Oval 193">
              <a:extLst>
                <a:ext uri="{FF2B5EF4-FFF2-40B4-BE49-F238E27FC236}">
                  <a16:creationId xmlns:a16="http://schemas.microsoft.com/office/drawing/2014/main" id="{E1CC4DA0-CE21-7849-ADF5-B8258F6A703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82" y="2385"/>
              <a:ext cx="166" cy="138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Arial" charset="0"/>
              </a:endParaRPr>
            </a:p>
          </p:txBody>
        </p:sp>
        <p:sp>
          <p:nvSpPr>
            <p:cNvPr id="389" name="Oval 194">
              <a:extLst>
                <a:ext uri="{FF2B5EF4-FFF2-40B4-BE49-F238E27FC236}">
                  <a16:creationId xmlns:a16="http://schemas.microsoft.com/office/drawing/2014/main" id="{FB60D991-801A-5D49-A562-F17DB7672BE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57" y="2377"/>
              <a:ext cx="166" cy="147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390" name="Rectangle 195">
              <a:extLst>
                <a:ext uri="{FF2B5EF4-FFF2-40B4-BE49-F238E27FC236}">
                  <a16:creationId xmlns:a16="http://schemas.microsoft.com/office/drawing/2014/main" id="{E71FA6D2-7AE4-AB49-97A1-DC456EBD084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57" y="1834"/>
              <a:ext cx="88" cy="758"/>
            </a:xfrm>
            <a:prstGeom prst="rect">
              <a:avLst/>
            </a:prstGeom>
            <a:solidFill>
              <a:srgbClr val="292929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</p:grpSp>
      <p:sp>
        <p:nvSpPr>
          <p:cNvPr id="339" name="Line 57">
            <a:extLst>
              <a:ext uri="{FF2B5EF4-FFF2-40B4-BE49-F238E27FC236}">
                <a16:creationId xmlns:a16="http://schemas.microsoft.com/office/drawing/2014/main" id="{249CC5AB-AB21-0542-9359-82773A70F7B0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5155368" y="5988369"/>
            <a:ext cx="1009919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340" name="Line 57">
            <a:extLst>
              <a:ext uri="{FF2B5EF4-FFF2-40B4-BE49-F238E27FC236}">
                <a16:creationId xmlns:a16="http://schemas.microsoft.com/office/drawing/2014/main" id="{D195CB72-88E8-C440-A559-6FA4F63B9443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001196" y="4853221"/>
            <a:ext cx="540134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341" name="Line 57">
            <a:extLst>
              <a:ext uri="{FF2B5EF4-FFF2-40B4-BE49-F238E27FC236}">
                <a16:creationId xmlns:a16="http://schemas.microsoft.com/office/drawing/2014/main" id="{4BEB9C9E-14C1-E440-B93B-C474D1D3078F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1869391" y="5991438"/>
            <a:ext cx="540134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grpSp>
        <p:nvGrpSpPr>
          <p:cNvPr id="343" name="Group 342">
            <a:extLst>
              <a:ext uri="{FF2B5EF4-FFF2-40B4-BE49-F238E27FC236}">
                <a16:creationId xmlns:a16="http://schemas.microsoft.com/office/drawing/2014/main" id="{406EC58A-B6EC-4447-9E97-40F524DE60FB}"/>
              </a:ext>
            </a:extLst>
          </p:cNvPr>
          <p:cNvGrpSpPr/>
          <p:nvPr/>
        </p:nvGrpSpPr>
        <p:grpSpPr>
          <a:xfrm>
            <a:off x="2749090" y="3427413"/>
            <a:ext cx="2851610" cy="946150"/>
            <a:chOff x="2749090" y="3427413"/>
            <a:chExt cx="2851610" cy="946150"/>
          </a:xfrm>
        </p:grpSpPr>
        <p:sp>
          <p:nvSpPr>
            <p:cNvPr id="360" name="Text Box 68">
              <a:extLst>
                <a:ext uri="{FF2B5EF4-FFF2-40B4-BE49-F238E27FC236}">
                  <a16:creationId xmlns:a16="http://schemas.microsoft.com/office/drawing/2014/main" id="{FA375BE1-B3E2-C94A-A758-A65780134EA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368675" y="3427413"/>
              <a:ext cx="1881188" cy="4730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2000" b="0" i="0" u="none" strike="noStrike" kern="1200" cap="none" spc="0" normalizeH="0" baseline="0" noProof="0" dirty="0" err="1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Symbol" pitchFamily="2" charset="2"/>
                  <a:ea typeface="ＭＳ Ｐゴシック" panose="020B0600070205080204" pitchFamily="34" charset="-128"/>
                  <a:cs typeface="+mn-cs"/>
                </a:rPr>
                <a:t>l</a:t>
              </a:r>
              <a:r>
                <a:rPr kumimoji="0" lang="en-US" altLang="en-US" sz="2000" b="0" i="0" u="none" strike="noStrike" kern="1200" cap="none" spc="0" normalizeH="0" baseline="-25000" noProof="0" dirty="0" err="1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in</a:t>
              </a:r>
              <a:r>
                <a:rPr kumimoji="0" lang="en-US" altLang="en-US" sz="16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 </a:t>
              </a:r>
              <a:r>
                <a:rPr kumimoji="0" lang="en-US" alt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: original data</a:t>
              </a:r>
              <a:endParaRPr kumimoji="0" lang="en-US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omic Sans MS" panose="030F0902030302020204" pitchFamily="66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61" name="Oval 217">
              <a:extLst>
                <a:ext uri="{FF2B5EF4-FFF2-40B4-BE49-F238E27FC236}">
                  <a16:creationId xmlns:a16="http://schemas.microsoft.com/office/drawing/2014/main" id="{D579EE0C-24C1-7F4B-B6EE-A5D60E6E72F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49090" y="3616325"/>
              <a:ext cx="112712" cy="115888"/>
            </a:xfrm>
            <a:prstGeom prst="ellipse">
              <a:avLst/>
            </a:prstGeom>
            <a:solidFill>
              <a:srgbClr val="FF0000"/>
            </a:solidFill>
            <a:ln w="9525">
              <a:solidFill>
                <a:srgbClr val="FF0000"/>
              </a:solidFill>
              <a:round/>
              <a:headEnd/>
              <a:tailEnd/>
            </a:ln>
          </p:spPr>
          <p:txBody>
            <a:bodyPr/>
            <a:lstStyle>
              <a:lvl1pPr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62" name="Line 229">
              <a:extLst>
                <a:ext uri="{FF2B5EF4-FFF2-40B4-BE49-F238E27FC236}">
                  <a16:creationId xmlns:a16="http://schemas.microsoft.com/office/drawing/2014/main" id="{7DFBE726-798B-1140-8F3C-66C3B37C2B5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45050" y="3995738"/>
              <a:ext cx="339725" cy="0"/>
            </a:xfrm>
            <a:prstGeom prst="line">
              <a:avLst/>
            </a:prstGeom>
            <a:noFill/>
            <a:ln w="38100">
              <a:solidFill>
                <a:srgbClr val="FFFFFF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63" name="Oval 232">
              <a:extLst>
                <a:ext uri="{FF2B5EF4-FFF2-40B4-BE49-F238E27FC236}">
                  <a16:creationId xmlns:a16="http://schemas.microsoft.com/office/drawing/2014/main" id="{41ED5C42-E6DE-0444-B4F1-99DA159ABE9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49606" y="3849688"/>
              <a:ext cx="112712" cy="115887"/>
            </a:xfrm>
            <a:prstGeom prst="ellipse">
              <a:avLst/>
            </a:prstGeom>
            <a:solidFill>
              <a:srgbClr val="FF0000"/>
            </a:solidFill>
            <a:ln w="9525">
              <a:solidFill>
                <a:srgbClr val="FF0000"/>
              </a:solidFill>
              <a:round/>
              <a:headEnd/>
              <a:tailEnd/>
            </a:ln>
          </p:spPr>
          <p:txBody>
            <a:bodyPr/>
            <a:lstStyle>
              <a:lvl1pPr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64" name="Text Box 233">
              <a:extLst>
                <a:ext uri="{FF2B5EF4-FFF2-40B4-BE49-F238E27FC236}">
                  <a16:creationId xmlns:a16="http://schemas.microsoft.com/office/drawing/2014/main" id="{B7139E43-D720-7844-9069-FE79DA74AC3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251200" y="3756025"/>
              <a:ext cx="2349500" cy="6175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2000" b="0" i="0" u="none" strike="noStrike" kern="1200" cap="none" spc="0" normalizeH="0" baseline="0" noProof="0" dirty="0" err="1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Symbol" pitchFamily="2" charset="2"/>
                  <a:ea typeface="ＭＳ Ｐゴシック" panose="020B0600070205080204" pitchFamily="34" charset="-128"/>
                  <a:cs typeface="+mn-cs"/>
                </a:rPr>
                <a:t>l</a:t>
              </a:r>
              <a:r>
                <a:rPr kumimoji="0" lang="en-US" altLang="en-US" sz="2000" b="0" i="0" u="none" strike="noStrike" kern="1200" cap="none" spc="0" normalizeH="0" baseline="0" noProof="0" dirty="0" err="1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'</a:t>
              </a:r>
              <a:r>
                <a:rPr kumimoji="0" lang="en-US" altLang="en-US" sz="2000" b="0" i="0" u="none" strike="noStrike" kern="1200" cap="none" spc="0" normalizeH="0" baseline="-25000" noProof="0" dirty="0" err="1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in</a:t>
              </a:r>
              <a:r>
                <a:rPr kumimoji="0" lang="en-US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:</a:t>
              </a:r>
              <a:r>
                <a:rPr kumimoji="0" lang="en-US" alt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 </a:t>
              </a:r>
              <a:r>
                <a:rPr kumimoji="0" lang="en-US" alt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original data, </a:t>
              </a:r>
              <a:r>
                <a:rPr kumimoji="0" lang="en-US" altLang="en-US" sz="1600" b="0" i="1" u="none" strike="noStrike" kern="1200" cap="none" spc="0" normalizeH="0" baseline="0" noProof="0" dirty="0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plus</a:t>
              </a:r>
              <a:r>
                <a:rPr kumimoji="0" lang="en-US" alt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 retransmitted data</a:t>
              </a:r>
              <a:endParaRPr kumimoji="0" lang="en-US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omic Sans MS" panose="030F0902030302020204" pitchFamily="66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65" name="Line 234">
              <a:extLst>
                <a:ext uri="{FF2B5EF4-FFF2-40B4-BE49-F238E27FC236}">
                  <a16:creationId xmlns:a16="http://schemas.microsoft.com/office/drawing/2014/main" id="{0082E09C-2174-3D43-877E-80509AB6F4D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909888" y="3916363"/>
              <a:ext cx="514350" cy="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 type="triangle" w="med" len="med"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366" name="Line 235">
              <a:extLst>
                <a:ext uri="{FF2B5EF4-FFF2-40B4-BE49-F238E27FC236}">
                  <a16:creationId xmlns:a16="http://schemas.microsoft.com/office/drawing/2014/main" id="{D509C4AE-0768-3A40-9EEC-F41827CED3E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905125" y="3683000"/>
              <a:ext cx="514350" cy="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 type="triangle" w="med" len="med"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</p:grpSp>
      <p:grpSp>
        <p:nvGrpSpPr>
          <p:cNvPr id="344" name="Group 343">
            <a:extLst>
              <a:ext uri="{FF2B5EF4-FFF2-40B4-BE49-F238E27FC236}">
                <a16:creationId xmlns:a16="http://schemas.microsoft.com/office/drawing/2014/main" id="{D2E444DF-6D2A-054F-ACC0-9BC78029DB62}"/>
              </a:ext>
            </a:extLst>
          </p:cNvPr>
          <p:cNvGrpSpPr/>
          <p:nvPr/>
        </p:nvGrpSpPr>
        <p:grpSpPr>
          <a:xfrm>
            <a:off x="2913490" y="5218953"/>
            <a:ext cx="1938730" cy="1300181"/>
            <a:chOff x="2913490" y="5218953"/>
            <a:chExt cx="1938730" cy="1300181"/>
          </a:xfrm>
        </p:grpSpPr>
        <p:sp>
          <p:nvSpPr>
            <p:cNvPr id="349" name="Text Box 32">
              <a:extLst>
                <a:ext uri="{FF2B5EF4-FFF2-40B4-BE49-F238E27FC236}">
                  <a16:creationId xmlns:a16="http://schemas.microsoft.com/office/drawing/2014/main" id="{568EB7D0-7CC1-B447-B931-1708DD0E5DF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913490" y="6001893"/>
              <a:ext cx="1749096" cy="51724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600" b="1" i="1" u="none" strike="noStrike" kern="1200" cap="none" spc="0" normalizeH="0" baseline="0" noProof="0" dirty="0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finite</a:t>
              </a:r>
              <a:r>
                <a:rPr kumimoji="0" lang="en-US" alt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 shared output link buffers</a:t>
              </a:r>
            </a:p>
          </p:txBody>
        </p:sp>
        <p:sp>
          <p:nvSpPr>
            <p:cNvPr id="350" name="Line 77">
              <a:extLst>
                <a:ext uri="{FF2B5EF4-FFF2-40B4-BE49-F238E27FC236}">
                  <a16:creationId xmlns:a16="http://schemas.microsoft.com/office/drawing/2014/main" id="{2609129D-FECD-5541-8755-40B9535EF20B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292190" y="5608320"/>
              <a:ext cx="295050" cy="508454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grpSp>
          <p:nvGrpSpPr>
            <p:cNvPr id="351" name="Group 350">
              <a:extLst>
                <a:ext uri="{FF2B5EF4-FFF2-40B4-BE49-F238E27FC236}">
                  <a16:creationId xmlns:a16="http://schemas.microsoft.com/office/drawing/2014/main" id="{DC9E0C42-D0D0-C642-A75B-D2B504E09F89}"/>
                </a:ext>
              </a:extLst>
            </p:cNvPr>
            <p:cNvGrpSpPr/>
            <p:nvPr/>
          </p:nvGrpSpPr>
          <p:grpSpPr>
            <a:xfrm>
              <a:off x="4030362" y="5218953"/>
              <a:ext cx="821858" cy="355937"/>
              <a:chOff x="6859123" y="5156933"/>
              <a:chExt cx="456701" cy="226548"/>
            </a:xfrm>
          </p:grpSpPr>
          <p:sp>
            <p:nvSpPr>
              <p:cNvPr id="352" name="Rectangle 351">
                <a:extLst>
                  <a:ext uri="{FF2B5EF4-FFF2-40B4-BE49-F238E27FC236}">
                    <a16:creationId xmlns:a16="http://schemas.microsoft.com/office/drawing/2014/main" id="{E85536C7-7667-104C-AC53-1ACBD3293324}"/>
                  </a:ext>
                </a:extLst>
              </p:cNvPr>
              <p:cNvSpPr/>
              <p:nvPr/>
            </p:nvSpPr>
            <p:spPr>
              <a:xfrm>
                <a:off x="6859123" y="5156933"/>
                <a:ext cx="456701" cy="226548"/>
              </a:xfrm>
              <a:prstGeom prst="rect">
                <a:avLst/>
              </a:prstGeom>
              <a:solidFill>
                <a:srgbClr val="F989B2"/>
              </a:solidFill>
              <a:ln w="22225"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cxnSp>
            <p:nvCxnSpPr>
              <p:cNvPr id="353" name="Straight Connector 352">
                <a:extLst>
                  <a:ext uri="{FF2B5EF4-FFF2-40B4-BE49-F238E27FC236}">
                    <a16:creationId xmlns:a16="http://schemas.microsoft.com/office/drawing/2014/main" id="{0F6C01FB-9ABA-2B44-8CD3-912673CE784D}"/>
                  </a:ext>
                </a:extLst>
              </p:cNvPr>
              <p:cNvCxnSpPr/>
              <p:nvPr/>
            </p:nvCxnSpPr>
            <p:spPr>
              <a:xfrm flipV="1">
                <a:off x="7249115" y="5189971"/>
                <a:ext cx="0" cy="155752"/>
              </a:xfrm>
              <a:prstGeom prst="line">
                <a:avLst/>
              </a:prstGeom>
              <a:ln w="22225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54" name="Straight Connector 353">
                <a:extLst>
                  <a:ext uri="{FF2B5EF4-FFF2-40B4-BE49-F238E27FC236}">
                    <a16:creationId xmlns:a16="http://schemas.microsoft.com/office/drawing/2014/main" id="{3479AC20-C321-4140-9DF7-DAE3A82CAFBF}"/>
                  </a:ext>
                </a:extLst>
              </p:cNvPr>
              <p:cNvCxnSpPr/>
              <p:nvPr/>
            </p:nvCxnSpPr>
            <p:spPr>
              <a:xfrm flipV="1">
                <a:off x="7197800" y="5189971"/>
                <a:ext cx="0" cy="155752"/>
              </a:xfrm>
              <a:prstGeom prst="line">
                <a:avLst/>
              </a:prstGeom>
              <a:ln w="22225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55" name="Straight Connector 354">
                <a:extLst>
                  <a:ext uri="{FF2B5EF4-FFF2-40B4-BE49-F238E27FC236}">
                    <a16:creationId xmlns:a16="http://schemas.microsoft.com/office/drawing/2014/main" id="{5D7A5D36-0D51-274E-BD57-89216EE3D0ED}"/>
                  </a:ext>
                </a:extLst>
              </p:cNvPr>
              <p:cNvCxnSpPr/>
              <p:nvPr/>
            </p:nvCxnSpPr>
            <p:spPr>
              <a:xfrm flipV="1">
                <a:off x="7146485" y="5189971"/>
                <a:ext cx="0" cy="155752"/>
              </a:xfrm>
              <a:prstGeom prst="line">
                <a:avLst/>
              </a:prstGeom>
              <a:ln w="22225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56" name="Straight Connector 355">
                <a:extLst>
                  <a:ext uri="{FF2B5EF4-FFF2-40B4-BE49-F238E27FC236}">
                    <a16:creationId xmlns:a16="http://schemas.microsoft.com/office/drawing/2014/main" id="{8C56DC83-453E-884E-88C0-5F16F3D2F239}"/>
                  </a:ext>
                </a:extLst>
              </p:cNvPr>
              <p:cNvCxnSpPr/>
              <p:nvPr/>
            </p:nvCxnSpPr>
            <p:spPr>
              <a:xfrm flipV="1">
                <a:off x="7095171" y="5189971"/>
                <a:ext cx="0" cy="155752"/>
              </a:xfrm>
              <a:prstGeom prst="line">
                <a:avLst/>
              </a:prstGeom>
              <a:ln w="22225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57" name="Straight Connector 356">
                <a:extLst>
                  <a:ext uri="{FF2B5EF4-FFF2-40B4-BE49-F238E27FC236}">
                    <a16:creationId xmlns:a16="http://schemas.microsoft.com/office/drawing/2014/main" id="{F486F91F-497E-4840-99FF-2F6E93438A65}"/>
                  </a:ext>
                </a:extLst>
              </p:cNvPr>
              <p:cNvCxnSpPr/>
              <p:nvPr/>
            </p:nvCxnSpPr>
            <p:spPr>
              <a:xfrm flipV="1">
                <a:off x="7043856" y="5189971"/>
                <a:ext cx="0" cy="155752"/>
              </a:xfrm>
              <a:prstGeom prst="line">
                <a:avLst/>
              </a:prstGeom>
              <a:ln w="22225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58" name="Straight Connector 357">
                <a:extLst>
                  <a:ext uri="{FF2B5EF4-FFF2-40B4-BE49-F238E27FC236}">
                    <a16:creationId xmlns:a16="http://schemas.microsoft.com/office/drawing/2014/main" id="{F367282B-BA64-9F40-80F4-FC127E0FBA3C}"/>
                  </a:ext>
                </a:extLst>
              </p:cNvPr>
              <p:cNvCxnSpPr/>
              <p:nvPr/>
            </p:nvCxnSpPr>
            <p:spPr>
              <a:xfrm flipV="1">
                <a:off x="6992541" y="5189971"/>
                <a:ext cx="0" cy="155752"/>
              </a:xfrm>
              <a:prstGeom prst="line">
                <a:avLst/>
              </a:prstGeom>
              <a:ln w="22225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59" name="Straight Connector 358">
                <a:extLst>
                  <a:ext uri="{FF2B5EF4-FFF2-40B4-BE49-F238E27FC236}">
                    <a16:creationId xmlns:a16="http://schemas.microsoft.com/office/drawing/2014/main" id="{B165A859-F8AA-894A-AA38-F397DF087DF1}"/>
                  </a:ext>
                </a:extLst>
              </p:cNvPr>
              <p:cNvCxnSpPr/>
              <p:nvPr/>
            </p:nvCxnSpPr>
            <p:spPr>
              <a:xfrm flipV="1">
                <a:off x="6941227" y="5189971"/>
                <a:ext cx="0" cy="155752"/>
              </a:xfrm>
              <a:prstGeom prst="line">
                <a:avLst/>
              </a:prstGeom>
              <a:ln w="22225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345" name="Freeform 91">
            <a:extLst>
              <a:ext uri="{FF2B5EF4-FFF2-40B4-BE49-F238E27FC236}">
                <a16:creationId xmlns:a16="http://schemas.microsoft.com/office/drawing/2014/main" id="{FE9A735A-D29D-5048-9B95-09DCFCC19EE5}"/>
              </a:ext>
            </a:extLst>
          </p:cNvPr>
          <p:cNvSpPr>
            <a:spLocks/>
          </p:cNvSpPr>
          <p:nvPr/>
        </p:nvSpPr>
        <p:spPr bwMode="auto">
          <a:xfrm>
            <a:off x="2803354" y="3659588"/>
            <a:ext cx="4211870" cy="1670126"/>
          </a:xfrm>
          <a:custGeom>
            <a:avLst/>
            <a:gdLst>
              <a:gd name="T0" fmla="*/ 0 w 2160"/>
              <a:gd name="T1" fmla="*/ 0 h 804"/>
              <a:gd name="T2" fmla="*/ 0 w 2160"/>
              <a:gd name="T3" fmla="*/ 2147483647 h 804"/>
              <a:gd name="T4" fmla="*/ 2147483647 w 2160"/>
              <a:gd name="T5" fmla="*/ 2147483647 h 804"/>
              <a:gd name="T6" fmla="*/ 2147483647 w 2160"/>
              <a:gd name="T7" fmla="*/ 2147483647 h 804"/>
              <a:gd name="T8" fmla="*/ 2147483647 w 2160"/>
              <a:gd name="T9" fmla="*/ 2147483647 h 804"/>
              <a:gd name="T10" fmla="*/ 2147483647 w 2160"/>
              <a:gd name="T11" fmla="*/ 2147483647 h 804"/>
              <a:gd name="T12" fmla="*/ 2147483647 w 2160"/>
              <a:gd name="T13" fmla="*/ 2147483647 h 804"/>
              <a:gd name="T14" fmla="*/ 2147483647 w 2160"/>
              <a:gd name="T15" fmla="*/ 2147483647 h 804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</a:gdLst>
            <a:ahLst/>
            <a:cxnLst>
              <a:cxn ang="T16">
                <a:pos x="T0" y="T1"/>
              </a:cxn>
              <a:cxn ang="T17">
                <a:pos x="T2" y="T3"/>
              </a:cxn>
              <a:cxn ang="T18">
                <a:pos x="T4" y="T5"/>
              </a:cxn>
              <a:cxn ang="T19">
                <a:pos x="T6" y="T7"/>
              </a:cxn>
              <a:cxn ang="T20">
                <a:pos x="T8" y="T9"/>
              </a:cxn>
              <a:cxn ang="T21">
                <a:pos x="T10" y="T11"/>
              </a:cxn>
              <a:cxn ang="T22">
                <a:pos x="T12" y="T13"/>
              </a:cxn>
              <a:cxn ang="T23">
                <a:pos x="T14" y="T15"/>
              </a:cxn>
            </a:cxnLst>
            <a:rect l="0" t="0" r="r" b="b"/>
            <a:pathLst>
              <a:path w="2160" h="804">
                <a:moveTo>
                  <a:pt x="0" y="0"/>
                </a:moveTo>
                <a:lnTo>
                  <a:pt x="0" y="594"/>
                </a:lnTo>
                <a:lnTo>
                  <a:pt x="402" y="600"/>
                </a:lnTo>
                <a:lnTo>
                  <a:pt x="216" y="804"/>
                </a:lnTo>
                <a:lnTo>
                  <a:pt x="1446" y="804"/>
                </a:lnTo>
                <a:lnTo>
                  <a:pt x="1770" y="524"/>
                </a:lnTo>
                <a:lnTo>
                  <a:pt x="2160" y="516"/>
                </a:lnTo>
                <a:lnTo>
                  <a:pt x="2160" y="48"/>
                </a:lnTo>
              </a:path>
            </a:pathLst>
          </a:custGeom>
          <a:noFill/>
          <a:ln w="38100" cmpd="sng">
            <a:solidFill>
              <a:srgbClr val="FF0000"/>
            </a:solidFill>
            <a:round/>
            <a:headEnd type="non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grpSp>
        <p:nvGrpSpPr>
          <p:cNvPr id="346" name="Group 345">
            <a:extLst>
              <a:ext uri="{FF2B5EF4-FFF2-40B4-BE49-F238E27FC236}">
                <a16:creationId xmlns:a16="http://schemas.microsoft.com/office/drawing/2014/main" id="{D2EA7F33-E890-F044-9EFA-B51D448A85C4}"/>
              </a:ext>
            </a:extLst>
          </p:cNvPr>
          <p:cNvGrpSpPr/>
          <p:nvPr/>
        </p:nvGrpSpPr>
        <p:grpSpPr>
          <a:xfrm>
            <a:off x="1586591" y="4743924"/>
            <a:ext cx="4913849" cy="1346072"/>
            <a:chOff x="5641439" y="2685215"/>
            <a:chExt cx="4000500" cy="1028700"/>
          </a:xfrm>
        </p:grpSpPr>
        <p:sp>
          <p:nvSpPr>
            <p:cNvPr id="347" name="Oval 73">
              <a:extLst>
                <a:ext uri="{FF2B5EF4-FFF2-40B4-BE49-F238E27FC236}">
                  <a16:creationId xmlns:a16="http://schemas.microsoft.com/office/drawing/2014/main" id="{3265C07F-8CC7-8143-AF1A-B97C285AC26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641439" y="2685215"/>
              <a:ext cx="92075" cy="90487"/>
            </a:xfrm>
            <a:prstGeom prst="ellipse">
              <a:avLst/>
            </a:prstGeom>
            <a:solidFill>
              <a:srgbClr val="0013A3"/>
            </a:solidFill>
            <a:ln w="9525">
              <a:solidFill>
                <a:srgbClr val="0013A3"/>
              </a:solidFill>
              <a:round/>
              <a:headEnd/>
              <a:tailEnd/>
            </a:ln>
          </p:spPr>
          <p:txBody>
            <a:bodyPr/>
            <a:lstStyle>
              <a:lvl1pPr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48" name="Freeform 90">
              <a:extLst>
                <a:ext uri="{FF2B5EF4-FFF2-40B4-BE49-F238E27FC236}">
                  <a16:creationId xmlns:a16="http://schemas.microsoft.com/office/drawing/2014/main" id="{342C12D1-D3C0-854C-B5E9-1645E78B3183}"/>
                </a:ext>
              </a:extLst>
            </p:cNvPr>
            <p:cNvSpPr>
              <a:spLocks/>
            </p:cNvSpPr>
            <p:nvPr/>
          </p:nvSpPr>
          <p:spPr bwMode="auto">
            <a:xfrm>
              <a:off x="5689064" y="2761415"/>
              <a:ext cx="3952875" cy="952500"/>
            </a:xfrm>
            <a:custGeom>
              <a:avLst/>
              <a:gdLst>
                <a:gd name="T0" fmla="*/ 0 w 6225"/>
                <a:gd name="T1" fmla="*/ 0 h 1501"/>
                <a:gd name="T2" fmla="*/ 0 w 6225"/>
                <a:gd name="T3" fmla="*/ 2147483647 h 1501"/>
                <a:gd name="T4" fmla="*/ 2147483647 w 6225"/>
                <a:gd name="T5" fmla="*/ 2147483647 h 1501"/>
                <a:gd name="T6" fmla="*/ 2147483647 w 6225"/>
                <a:gd name="T7" fmla="*/ 2147483647 h 1501"/>
                <a:gd name="T8" fmla="*/ 2147483647 w 6225"/>
                <a:gd name="T9" fmla="*/ 2147483647 h 1501"/>
                <a:gd name="T10" fmla="*/ 2147483647 w 6225"/>
                <a:gd name="T11" fmla="*/ 2147483647 h 1501"/>
                <a:gd name="T12" fmla="*/ 2147483647 w 6225"/>
                <a:gd name="T13" fmla="*/ 2147483647 h 1501"/>
                <a:gd name="T14" fmla="*/ 2147483647 w 6225"/>
                <a:gd name="T15" fmla="*/ 2147483647 h 1501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6225" h="1501">
                  <a:moveTo>
                    <a:pt x="0" y="0"/>
                  </a:moveTo>
                  <a:lnTo>
                    <a:pt x="0" y="1486"/>
                  </a:lnTo>
                  <a:lnTo>
                    <a:pt x="1005" y="1501"/>
                  </a:lnTo>
                  <a:lnTo>
                    <a:pt x="1860" y="706"/>
                  </a:lnTo>
                  <a:lnTo>
                    <a:pt x="5085" y="721"/>
                  </a:lnTo>
                  <a:lnTo>
                    <a:pt x="4305" y="1456"/>
                  </a:lnTo>
                  <a:lnTo>
                    <a:pt x="6225" y="1456"/>
                  </a:lnTo>
                  <a:lnTo>
                    <a:pt x="6220" y="391"/>
                  </a:lnTo>
                </a:path>
              </a:pathLst>
            </a:custGeom>
            <a:noFill/>
            <a:ln w="38100" cmpd="sng">
              <a:solidFill>
                <a:srgbClr val="0013A3"/>
              </a:solidFill>
              <a:round/>
              <a:headEnd type="non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3B8CD900-19EC-824C-BF74-AADFBF5A17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8690" y="208643"/>
            <a:ext cx="11393310" cy="894622"/>
          </a:xfrm>
        </p:spPr>
        <p:txBody>
          <a:bodyPr>
            <a:normAutofit/>
          </a:bodyPr>
          <a:lstStyle/>
          <a:p>
            <a:r>
              <a:rPr lang="en-US" sz="4800" dirty="0"/>
              <a:t>Causes/costs of congestion: scenario 2</a:t>
            </a:r>
            <a:endParaRPr lang="en-US" sz="4400" b="0" dirty="0"/>
          </a:p>
        </p:txBody>
      </p:sp>
      <p:sp>
        <p:nvSpPr>
          <p:cNvPr id="215" name="Oval 217">
            <a:extLst>
              <a:ext uri="{FF2B5EF4-FFF2-40B4-BE49-F238E27FC236}">
                <a16:creationId xmlns:a16="http://schemas.microsoft.com/office/drawing/2014/main" id="{E8380F29-F9DD-FD41-A743-32A2D2C0356C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63838" y="3616325"/>
            <a:ext cx="112712" cy="115888"/>
          </a:xfrm>
          <a:prstGeom prst="ellipse">
            <a:avLst/>
          </a:prstGeom>
          <a:solidFill>
            <a:srgbClr val="FF0000"/>
          </a:solidFill>
          <a:ln w="9525">
            <a:solidFill>
              <a:srgbClr val="FF0000"/>
            </a:solidFill>
            <a:round/>
            <a:headEnd/>
            <a:tailEnd/>
          </a:ln>
        </p:spPr>
        <p:txBody>
          <a:bodyPr/>
          <a:lstStyle>
            <a:lvl1pPr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16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230" name="Oval 232">
            <a:extLst>
              <a:ext uri="{FF2B5EF4-FFF2-40B4-BE49-F238E27FC236}">
                <a16:creationId xmlns:a16="http://schemas.microsoft.com/office/drawing/2014/main" id="{6F587E7E-71AC-E54E-91B9-31091ED341D4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63838" y="3849688"/>
            <a:ext cx="112712" cy="115887"/>
          </a:xfrm>
          <a:prstGeom prst="ellipse">
            <a:avLst/>
          </a:prstGeom>
          <a:solidFill>
            <a:srgbClr val="FF0000"/>
          </a:solidFill>
          <a:ln w="9525">
            <a:solidFill>
              <a:srgbClr val="FF0000"/>
            </a:solidFill>
            <a:round/>
            <a:headEnd/>
            <a:tailEnd/>
          </a:ln>
        </p:spPr>
        <p:txBody>
          <a:bodyPr/>
          <a:lstStyle>
            <a:lvl1pPr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16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235" name="Rectangle 241">
            <a:extLst>
              <a:ext uri="{FF2B5EF4-FFF2-40B4-BE49-F238E27FC236}">
                <a16:creationId xmlns:a16="http://schemas.microsoft.com/office/drawing/2014/main" id="{17406B91-ED98-7540-A5E7-482325DFDBB3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11450" y="3590925"/>
            <a:ext cx="244475" cy="155575"/>
          </a:xfrm>
          <a:prstGeom prst="rect">
            <a:avLst/>
          </a:prstGeom>
          <a:solidFill>
            <a:srgbClr val="00CC99"/>
          </a:solidFill>
          <a:ln w="9525">
            <a:solidFill>
              <a:srgbClr val="0066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charset="0"/>
              <a:ea typeface="ＭＳ Ｐゴシック" charset="0"/>
              <a:cs typeface="+mn-cs"/>
            </a:endParaRPr>
          </a:p>
        </p:txBody>
      </p:sp>
      <p:sp>
        <p:nvSpPr>
          <p:cNvPr id="236" name="Rectangle 242">
            <a:extLst>
              <a:ext uri="{FF2B5EF4-FFF2-40B4-BE49-F238E27FC236}">
                <a16:creationId xmlns:a16="http://schemas.microsoft.com/office/drawing/2014/main" id="{16D1BB3A-2730-5542-A67A-DC96F7F3C3A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81250" y="3824288"/>
            <a:ext cx="244475" cy="155575"/>
          </a:xfrm>
          <a:prstGeom prst="rect">
            <a:avLst/>
          </a:prstGeom>
          <a:solidFill>
            <a:srgbClr val="00CC99"/>
          </a:solidFill>
          <a:ln w="9525">
            <a:solidFill>
              <a:srgbClr val="0066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charset="0"/>
              <a:ea typeface="ＭＳ Ｐゴシック" charset="0"/>
              <a:cs typeface="+mn-cs"/>
            </a:endParaRPr>
          </a:p>
        </p:txBody>
      </p:sp>
      <p:sp>
        <p:nvSpPr>
          <p:cNvPr id="237" name="Text Box 243">
            <a:extLst>
              <a:ext uri="{FF2B5EF4-FFF2-40B4-BE49-F238E27FC236}">
                <a16:creationId xmlns:a16="http://schemas.microsoft.com/office/drawing/2014/main" id="{0D22406C-BED1-1A4C-A523-FB8EDCECFC5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57363" y="3714750"/>
            <a:ext cx="612775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rPr>
              <a:t>copy</a:t>
            </a:r>
          </a:p>
        </p:txBody>
      </p:sp>
      <p:sp>
        <p:nvSpPr>
          <p:cNvPr id="238" name="Text Box 259">
            <a:extLst>
              <a:ext uri="{FF2B5EF4-FFF2-40B4-BE49-F238E27FC236}">
                <a16:creationId xmlns:a16="http://schemas.microsoft.com/office/drawing/2014/main" id="{586FFC28-194B-2246-81D3-22BA6BAE93C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722688" y="4738894"/>
            <a:ext cx="1768475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1" u="none" strike="noStrike" kern="1200" cap="none" spc="0" normalizeH="0" baseline="0" noProof="0" dirty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rPr>
              <a:t>free buffer space!</a:t>
            </a:r>
          </a:p>
        </p:txBody>
      </p:sp>
      <p:sp>
        <p:nvSpPr>
          <p:cNvPr id="319" name="Rectangle 3">
            <a:extLst>
              <a:ext uri="{FF2B5EF4-FFF2-40B4-BE49-F238E27FC236}">
                <a16:creationId xmlns:a16="http://schemas.microsoft.com/office/drawing/2014/main" id="{E5E65C79-ACE3-1743-A76E-FFA95B9A44A1}"/>
              </a:ext>
            </a:extLst>
          </p:cNvPr>
          <p:cNvSpPr txBox="1">
            <a:spLocks noChangeArrowheads="1"/>
          </p:cNvSpPr>
          <p:nvPr/>
        </p:nvSpPr>
        <p:spPr>
          <a:xfrm>
            <a:off x="592471" y="1287763"/>
            <a:ext cx="7623176" cy="1430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52425" marR="0" lvl="0" indent="-222250" algn="l" defTabSz="914400" rtl="0" eaLnBrk="1" fontAlgn="auto" latinLnBrk="0" hangingPunct="1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charset="0"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Idealization: 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perfect knowledge</a:t>
            </a:r>
          </a:p>
          <a:p>
            <a:pPr marL="466725" marR="0" lvl="0" indent="-227013" algn="l" defTabSz="914400" rtl="0" eaLnBrk="1" fontAlgn="auto" latinLnBrk="0" hangingPunct="1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charset="2"/>
              <a:buChar char="§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sender sends only when router buffers available </a:t>
            </a:r>
          </a:p>
          <a:p>
            <a:pPr marL="352425" marR="0" lvl="0" indent="-222250" algn="l" defTabSz="914400" rtl="0" eaLnBrk="1" fontAlgn="auto" latinLnBrk="0" hangingPunct="1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charset="2"/>
              <a:buChar char="§"/>
              <a:tabLst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352425" marR="0" lvl="0" indent="-22225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charset="2"/>
              <a:buChar char="§"/>
              <a:tabLst/>
              <a:defRPr/>
            </a:pP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63" name="Text Box 219">
            <a:extLst>
              <a:ext uri="{FF2B5EF4-FFF2-40B4-BE49-F238E27FC236}">
                <a16:creationId xmlns:a16="http://schemas.microsoft.com/office/drawing/2014/main" id="{52831C5B-CB06-DA40-A231-55AF76B6961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583488" y="3629025"/>
            <a:ext cx="590550" cy="473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Symbol" pitchFamily="2" charset="2"/>
                <a:ea typeface="ＭＳ Ｐゴシック" panose="020B0600070205080204" pitchFamily="34" charset="-128"/>
                <a:cs typeface="+mn-cs"/>
              </a:rPr>
              <a:t>l</a:t>
            </a:r>
            <a:r>
              <a:rPr kumimoji="0" lang="en-US" altLang="en-US" sz="2000" b="0" i="0" u="none" strike="noStrike" kern="1200" cap="none" spc="0" normalizeH="0" baseline="-2500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out</a:t>
            </a:r>
            <a:endParaRPr kumimoji="0" lang="en-US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Comic Sans MS" panose="030F0902030302020204" pitchFamily="66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464" name="Line 236">
            <a:extLst>
              <a:ext uri="{FF2B5EF4-FFF2-40B4-BE49-F238E27FC236}">
                <a16:creationId xmlns:a16="http://schemas.microsoft.com/office/drawing/2014/main" id="{AFF1C7E6-124D-294E-B63A-863323A2A9B8}"/>
              </a:ext>
            </a:extLst>
          </p:cNvPr>
          <p:cNvSpPr>
            <a:spLocks noChangeShapeType="1"/>
          </p:cNvSpPr>
          <p:nvPr/>
        </p:nvSpPr>
        <p:spPr bwMode="auto">
          <a:xfrm>
            <a:off x="7116763" y="3835400"/>
            <a:ext cx="514350" cy="0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charset="0"/>
              <a:ea typeface="ＭＳ Ｐゴシック" charset="0"/>
              <a:cs typeface="+mn-cs"/>
            </a:endParaRPr>
          </a:p>
        </p:txBody>
      </p:sp>
      <p:grpSp>
        <p:nvGrpSpPr>
          <p:cNvPr id="466" name="Group 465">
            <a:extLst>
              <a:ext uri="{FF2B5EF4-FFF2-40B4-BE49-F238E27FC236}">
                <a16:creationId xmlns:a16="http://schemas.microsoft.com/office/drawing/2014/main" id="{B447B17F-F2FC-BA4D-B4F5-E4177AE17CB6}"/>
              </a:ext>
            </a:extLst>
          </p:cNvPr>
          <p:cNvGrpSpPr/>
          <p:nvPr/>
        </p:nvGrpSpPr>
        <p:grpSpPr>
          <a:xfrm>
            <a:off x="3289650" y="5336775"/>
            <a:ext cx="2124396" cy="604097"/>
            <a:chOff x="3289650" y="5336775"/>
            <a:chExt cx="2124396" cy="604097"/>
          </a:xfrm>
        </p:grpSpPr>
        <p:sp>
          <p:nvSpPr>
            <p:cNvPr id="467" name="TextBox 466">
              <a:extLst>
                <a:ext uri="{FF2B5EF4-FFF2-40B4-BE49-F238E27FC236}">
                  <a16:creationId xmlns:a16="http://schemas.microsoft.com/office/drawing/2014/main" id="{047AB416-0A13-7F45-9060-405793255F64}"/>
                </a:ext>
              </a:extLst>
            </p:cNvPr>
            <p:cNvSpPr txBox="1"/>
            <p:nvPr/>
          </p:nvSpPr>
          <p:spPr>
            <a:xfrm>
              <a:off x="4982445" y="5336775"/>
              <a:ext cx="431601" cy="60409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R</a:t>
              </a:r>
            </a:p>
          </p:txBody>
        </p:sp>
        <p:sp>
          <p:nvSpPr>
            <p:cNvPr id="468" name="TextBox 467">
              <a:extLst>
                <a:ext uri="{FF2B5EF4-FFF2-40B4-BE49-F238E27FC236}">
                  <a16:creationId xmlns:a16="http://schemas.microsoft.com/office/drawing/2014/main" id="{E0E6E743-A4D4-5C4F-827B-4DB74EAE48CD}"/>
                </a:ext>
              </a:extLst>
            </p:cNvPr>
            <p:cNvSpPr txBox="1"/>
            <p:nvPr/>
          </p:nvSpPr>
          <p:spPr>
            <a:xfrm>
              <a:off x="3289650" y="5351752"/>
              <a:ext cx="351378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R</a:t>
              </a:r>
            </a:p>
          </p:txBody>
        </p:sp>
      </p:grpSp>
      <p:grpSp>
        <p:nvGrpSpPr>
          <p:cNvPr id="10" name="Group 9">
            <a:extLst>
              <a:ext uri="{FF2B5EF4-FFF2-40B4-BE49-F238E27FC236}">
                <a16:creationId xmlns:a16="http://schemas.microsoft.com/office/drawing/2014/main" id="{C52758C3-5717-F349-9801-53D0A9A63540}"/>
              </a:ext>
            </a:extLst>
          </p:cNvPr>
          <p:cNvGrpSpPr/>
          <p:nvPr/>
        </p:nvGrpSpPr>
        <p:grpSpPr>
          <a:xfrm>
            <a:off x="8192434" y="1423967"/>
            <a:ext cx="3184336" cy="2791471"/>
            <a:chOff x="7614918" y="1260338"/>
            <a:chExt cx="3184336" cy="2791471"/>
          </a:xfrm>
        </p:grpSpPr>
        <p:sp>
          <p:nvSpPr>
            <p:cNvPr id="328" name="Text Box 285">
              <a:extLst>
                <a:ext uri="{FF2B5EF4-FFF2-40B4-BE49-F238E27FC236}">
                  <a16:creationId xmlns:a16="http://schemas.microsoft.com/office/drawing/2014/main" id="{6552704E-18C8-1F45-B183-35CF584169C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984131" y="3536215"/>
              <a:ext cx="815123" cy="51559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rPr>
                <a:t>R/2</a:t>
              </a:r>
            </a:p>
          </p:txBody>
        </p:sp>
        <p:sp>
          <p:nvSpPr>
            <p:cNvPr id="330" name="Text Box 287">
              <a:extLst>
                <a:ext uri="{FF2B5EF4-FFF2-40B4-BE49-F238E27FC236}">
                  <a16:creationId xmlns:a16="http://schemas.microsoft.com/office/drawing/2014/main" id="{D3FBF239-D37F-BE46-A593-750EEE535A2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924637" y="3354937"/>
              <a:ext cx="801069" cy="67134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Symbol" charset="0"/>
                  <a:ea typeface="ＭＳ Ｐゴシック" charset="0"/>
                  <a:cs typeface="+mn-cs"/>
                </a:rPr>
                <a:t>l</a:t>
              </a:r>
              <a:r>
                <a:rPr kumimoji="0" lang="en-US" sz="2000" b="0" i="0" u="none" strike="noStrike" kern="1200" cap="none" spc="0" normalizeH="0" baseline="-2500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+mn-cs"/>
                </a:rPr>
                <a:t>in</a:t>
              </a:r>
            </a:p>
          </p:txBody>
        </p:sp>
        <p:sp>
          <p:nvSpPr>
            <p:cNvPr id="321" name="Line 278">
              <a:extLst>
                <a:ext uri="{FF2B5EF4-FFF2-40B4-BE49-F238E27FC236}">
                  <a16:creationId xmlns:a16="http://schemas.microsoft.com/office/drawing/2014/main" id="{8D1C7E69-8607-034F-9010-2F675295D4F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219134" y="1260338"/>
              <a:ext cx="0" cy="2159048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323" name="Line 280">
              <a:extLst>
                <a:ext uri="{FF2B5EF4-FFF2-40B4-BE49-F238E27FC236}">
                  <a16:creationId xmlns:a16="http://schemas.microsoft.com/office/drawing/2014/main" id="{7BEEB8CF-6CB9-6340-9F43-F3E16379CE2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0226022" y="1496652"/>
              <a:ext cx="0" cy="1869027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324" name="Freeform 281">
              <a:extLst>
                <a:ext uri="{FF2B5EF4-FFF2-40B4-BE49-F238E27FC236}">
                  <a16:creationId xmlns:a16="http://schemas.microsoft.com/office/drawing/2014/main" id="{8E4BA303-1A21-0447-B1FD-7D49AEC15714}"/>
                </a:ext>
              </a:extLst>
            </p:cNvPr>
            <p:cNvSpPr>
              <a:spLocks/>
            </p:cNvSpPr>
            <p:nvPr/>
          </p:nvSpPr>
          <p:spPr bwMode="auto">
            <a:xfrm>
              <a:off x="8207891" y="1437573"/>
              <a:ext cx="2023753" cy="1965701"/>
            </a:xfrm>
            <a:custGeom>
              <a:avLst/>
              <a:gdLst>
                <a:gd name="T0" fmla="*/ 0 w 720"/>
                <a:gd name="T1" fmla="*/ 732 h 732"/>
                <a:gd name="T2" fmla="*/ 720 w 720"/>
                <a:gd name="T3" fmla="*/ 0 h 732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720" h="732">
                  <a:moveTo>
                    <a:pt x="0" y="732"/>
                  </a:moveTo>
                  <a:lnTo>
                    <a:pt x="720" y="0"/>
                  </a:lnTo>
                </a:path>
              </a:pathLst>
            </a:custGeom>
            <a:noFill/>
            <a:ln w="28575" cap="flat" cmpd="sng">
              <a:solidFill>
                <a:srgbClr val="CC0000"/>
              </a:solidFill>
              <a:prstDash val="solid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25" name="Line 282">
              <a:extLst>
                <a:ext uri="{FF2B5EF4-FFF2-40B4-BE49-F238E27FC236}">
                  <a16:creationId xmlns:a16="http://schemas.microsoft.com/office/drawing/2014/main" id="{0C4AD16F-1863-314E-9708-694B5FDAA99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072974" y="1437573"/>
              <a:ext cx="140538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326" name="Line 283">
              <a:extLst>
                <a:ext uri="{FF2B5EF4-FFF2-40B4-BE49-F238E27FC236}">
                  <a16:creationId xmlns:a16="http://schemas.microsoft.com/office/drawing/2014/main" id="{9408EF0E-6715-C947-964B-F6520765382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0220401" y="3419386"/>
              <a:ext cx="0" cy="155752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327" name="Text Box 284">
              <a:extLst>
                <a:ext uri="{FF2B5EF4-FFF2-40B4-BE49-F238E27FC236}">
                  <a16:creationId xmlns:a16="http://schemas.microsoft.com/office/drawing/2014/main" id="{DA7FA505-87D5-134C-A7F4-6FFBF2A5BAF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614918" y="1263052"/>
              <a:ext cx="815123" cy="51559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rPr>
                <a:t>R/2</a:t>
              </a:r>
            </a:p>
          </p:txBody>
        </p:sp>
        <p:sp>
          <p:nvSpPr>
            <p:cNvPr id="329" name="Text Box 286">
              <a:extLst>
                <a:ext uri="{FF2B5EF4-FFF2-40B4-BE49-F238E27FC236}">
                  <a16:creationId xmlns:a16="http://schemas.microsoft.com/office/drawing/2014/main" id="{F49DCA20-B1B5-E041-9E16-56DEDA3D0B4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 rot="16200000">
              <a:off x="7645131" y="1392361"/>
              <a:ext cx="937199" cy="7026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Symbol" charset="0"/>
                  <a:ea typeface="ＭＳ Ｐゴシック" charset="0"/>
                  <a:cs typeface="+mn-cs"/>
                </a:rPr>
                <a:t>l</a:t>
              </a:r>
              <a:r>
                <a:rPr kumimoji="0" lang="en-US" sz="2000" b="0" i="0" u="none" strike="noStrike" kern="1200" cap="none" spc="0" normalizeH="0" baseline="-2500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+mn-cs"/>
                </a:rPr>
                <a:t>out</a:t>
              </a:r>
            </a:p>
          </p:txBody>
        </p:sp>
        <p:sp>
          <p:nvSpPr>
            <p:cNvPr id="331" name="Line 288">
              <a:extLst>
                <a:ext uri="{FF2B5EF4-FFF2-40B4-BE49-F238E27FC236}">
                  <a16:creationId xmlns:a16="http://schemas.microsoft.com/office/drawing/2014/main" id="{91CAA45D-D9D4-7D43-8A3C-E896823A07F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252864" y="1440259"/>
              <a:ext cx="1841053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cxnSp>
          <p:nvCxnSpPr>
            <p:cNvPr id="4" name="Straight Connector 3">
              <a:extLst>
                <a:ext uri="{FF2B5EF4-FFF2-40B4-BE49-F238E27FC236}">
                  <a16:creationId xmlns:a16="http://schemas.microsoft.com/office/drawing/2014/main" id="{E424D221-E335-BE44-90B5-F02D72533E0A}"/>
                </a:ext>
              </a:extLst>
            </p:cNvPr>
            <p:cNvCxnSpPr>
              <a:cxnSpLocks/>
            </p:cNvCxnSpPr>
            <p:nvPr/>
          </p:nvCxnSpPr>
          <p:spPr>
            <a:xfrm>
              <a:off x="8229601" y="3397718"/>
              <a:ext cx="2165684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5378D6D1-AFF2-2349-B28A-F078B72C27EA}"/>
                </a:ext>
              </a:extLst>
            </p:cNvPr>
            <p:cNvSpPr txBox="1"/>
            <p:nvPr/>
          </p:nvSpPr>
          <p:spPr>
            <a:xfrm rot="16200000">
              <a:off x="7392763" y="2479458"/>
              <a:ext cx="1234505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throughput: </a:t>
              </a:r>
            </a:p>
          </p:txBody>
        </p:sp>
        <p:sp>
          <p:nvSpPr>
            <p:cNvPr id="8" name="Oval 7">
              <a:extLst>
                <a:ext uri="{FF2B5EF4-FFF2-40B4-BE49-F238E27FC236}">
                  <a16:creationId xmlns:a16="http://schemas.microsoft.com/office/drawing/2014/main" id="{CC0BD9B2-FF07-7748-9C3C-FBC864C16D93}"/>
                </a:ext>
              </a:extLst>
            </p:cNvPr>
            <p:cNvSpPr/>
            <p:nvPr/>
          </p:nvSpPr>
          <p:spPr>
            <a:xfrm>
              <a:off x="10147300" y="1397000"/>
              <a:ext cx="127000" cy="1270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sp>
        <p:nvSpPr>
          <p:cNvPr id="177" name="Slide Number Placeholder 2">
            <a:extLst>
              <a:ext uri="{FF2B5EF4-FFF2-40B4-BE49-F238E27FC236}">
                <a16:creationId xmlns:a16="http://schemas.microsoft.com/office/drawing/2014/main" id="{20FB35DE-567D-2248-A135-547303EA8E6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19616" y="6443089"/>
            <a:ext cx="2743200" cy="365125"/>
          </a:xfrm>
        </p:spPr>
        <p:txBody>
          <a:bodyPr/>
          <a:lstStyle/>
          <a:p>
            <a:r>
              <a:rPr lang="en-US" dirty="0"/>
              <a:t>Transport Layer: 3-</a:t>
            </a:r>
            <a:fld id="{C4204591-24BD-A542-B9D5-F8D8A88D2FEE}" type="slidenum">
              <a:rPr lang="en-US" smtClean="0"/>
              <a:pPr/>
              <a:t>21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450988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42" presetClass="path" presetSubtype="0" accel="50000" decel="5000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0017 0.00255 L -5.55556E-7 0.03542 " pathEditMode="relative" rAng="0" ptsTypes="AA">
                                      <p:cBhvr>
                                        <p:cTn id="10" dur="2000" fill="hold"/>
                                        <p:tgtEl>
                                          <p:spTgt spid="23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1644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2500"/>
                            </p:stCondLst>
                            <p:childTnLst>
                              <p:par>
                                <p:cTn id="12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4" dur="500"/>
                                        <p:tgtEl>
                                          <p:spTgt spid="2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2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3000"/>
                            </p:stCondLst>
                            <p:childTnLst>
                              <p:par>
                                <p:cTn id="19" presetID="0" presetClass="path" presetSubtype="0" accel="50000" decel="50000" fill="hold" grpId="2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1.875E-6 0.03542 L 0.00026 0.17778 L 0.06537 0.17871 L 0.03542 0.24167 L 0.14753 0.24167 " pathEditMode="relative" rAng="0" ptsTypes="AAAAA">
                                      <p:cBhvr>
                                        <p:cTn id="20" dur="2000" fill="hold"/>
                                        <p:tgtEl>
                                          <p:spTgt spid="23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7370" y="10301"/>
                                    </p:animMotion>
                                  </p:childTnLst>
                                </p:cTn>
                              </p:par>
                              <p:par>
                                <p:cTn id="21" presetID="9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22" dur="500"/>
                                        <p:tgtEl>
                                          <p:spTgt spid="23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5000"/>
                            </p:stCondLst>
                            <p:childTnLst>
                              <p:par>
                                <p:cTn id="25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2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5500"/>
                            </p:stCondLst>
                            <p:childTnLst>
                              <p:par>
                                <p:cTn id="29" presetID="0" presetClass="path" presetSubtype="0" accel="50000" decel="50000" fill="hold" grpId="3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14753 0.24167 L 0.17917 0.24167 " pathEditMode="relative" rAng="0" ptsTypes="AA">
                                      <p:cBhvr>
                                        <p:cTn id="30" dur="3000" fill="hold"/>
                                        <p:tgtEl>
                                          <p:spTgt spid="23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576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8500"/>
                            </p:stCondLst>
                            <p:childTnLst>
                              <p:par>
                                <p:cTn id="32" presetID="9" presetClass="exit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33" dur="500"/>
                                        <p:tgtEl>
                                          <p:spTgt spid="23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9000"/>
                            </p:stCondLst>
                            <p:childTnLst>
                              <p:par>
                                <p:cTn id="36" presetID="0" presetClass="path" presetSubtype="0" accel="50000" decel="50000" fill="hold" grpId="4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17917 0.24167 L 0.22526 0.24167 L 0.27005 0.15278 L 0.33347 0.15278 L 0.33177 0.01297 " pathEditMode="relative" rAng="0" ptsTypes="AAAAA">
                                      <p:cBhvr>
                                        <p:cTn id="37" dur="2000" fill="hold"/>
                                        <p:tgtEl>
                                          <p:spTgt spid="23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7708" y="-11435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11000"/>
                            </p:stCondLst>
                            <p:childTnLst>
                              <p:par>
                                <p:cTn id="39" presetID="9" presetClass="exit" presetSubtype="0" fill="hold" grpId="5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40" dur="500"/>
                                        <p:tgtEl>
                                          <p:spTgt spid="23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2" presetID="9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43" dur="500"/>
                                        <p:tgtEl>
                                          <p:spTgt spid="23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9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5" grpId="0" animBg="1"/>
      <p:bldP spid="235" grpId="1" animBg="1"/>
      <p:bldP spid="235" grpId="2" animBg="1"/>
      <p:bldP spid="235" grpId="3" animBg="1"/>
      <p:bldP spid="235" grpId="4" animBg="1"/>
      <p:bldP spid="235" grpId="5" animBg="1"/>
      <p:bldP spid="236" grpId="0" animBg="1"/>
      <p:bldP spid="236" grpId="1" animBg="1"/>
      <p:bldP spid="237" grpId="0"/>
      <p:bldP spid="237" grpId="1"/>
      <p:bldP spid="238" grpId="0"/>
      <p:bldP spid="238" grpId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0" name="Picture 2" descr="garbage_can">
            <a:extLst>
              <a:ext uri="{FF2B5EF4-FFF2-40B4-BE49-F238E27FC236}">
                <a16:creationId xmlns:a16="http://schemas.microsoft.com/office/drawing/2014/main" id="{584AA802-2B1D-9B45-90AF-1F6B78CA927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79913" y="5775325"/>
            <a:ext cx="487362" cy="6492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65" name="Freeform 3">
            <a:extLst>
              <a:ext uri="{FF2B5EF4-FFF2-40B4-BE49-F238E27FC236}">
                <a16:creationId xmlns:a16="http://schemas.microsoft.com/office/drawing/2014/main" id="{56CD104B-8E67-7142-9E50-DB57D15E8A76}"/>
              </a:ext>
            </a:extLst>
          </p:cNvPr>
          <p:cNvSpPr>
            <a:spLocks/>
          </p:cNvSpPr>
          <p:nvPr/>
        </p:nvSpPr>
        <p:spPr bwMode="auto">
          <a:xfrm>
            <a:off x="6946976" y="5009814"/>
            <a:ext cx="308091" cy="1217281"/>
          </a:xfrm>
          <a:custGeom>
            <a:avLst/>
            <a:gdLst>
              <a:gd name="T0" fmla="*/ 2147483647 w 366"/>
              <a:gd name="T1" fmla="*/ 2147483647 h 1284"/>
              <a:gd name="T2" fmla="*/ 2147483647 w 366"/>
              <a:gd name="T3" fmla="*/ 0 h 1284"/>
              <a:gd name="T4" fmla="*/ 0 w 366"/>
              <a:gd name="T5" fmla="*/ 2147483647 h 1284"/>
              <a:gd name="T6" fmla="*/ 2147483647 w 366"/>
              <a:gd name="T7" fmla="*/ 2147483647 h 1284"/>
              <a:gd name="T8" fmla="*/ 2147483647 w 366"/>
              <a:gd name="T9" fmla="*/ 2147483647 h 1284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366" h="1284">
                <a:moveTo>
                  <a:pt x="366" y="1278"/>
                </a:moveTo>
                <a:lnTo>
                  <a:pt x="12" y="0"/>
                </a:lnTo>
                <a:lnTo>
                  <a:pt x="0" y="1224"/>
                </a:lnTo>
                <a:lnTo>
                  <a:pt x="186" y="1284"/>
                </a:lnTo>
                <a:lnTo>
                  <a:pt x="366" y="1278"/>
                </a:lnTo>
                <a:close/>
              </a:path>
            </a:pathLst>
          </a:custGeom>
          <a:gradFill rotWithShape="1">
            <a:gsLst>
              <a:gs pos="0">
                <a:srgbClr val="B2B2B2"/>
              </a:gs>
              <a:gs pos="100000">
                <a:srgbClr val="FFFFFF"/>
              </a:gs>
            </a:gsLst>
            <a:lin ang="0" scaled="1"/>
          </a:gradFill>
          <a:ln w="9525">
            <a:solidFill>
              <a:srgbClr val="DDDDDD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grpSp>
        <p:nvGrpSpPr>
          <p:cNvPr id="447" name="Group 446">
            <a:extLst>
              <a:ext uri="{FF2B5EF4-FFF2-40B4-BE49-F238E27FC236}">
                <a16:creationId xmlns:a16="http://schemas.microsoft.com/office/drawing/2014/main" id="{E3154B3D-EA89-ED49-9BDD-71ADB5CBED52}"/>
              </a:ext>
            </a:extLst>
          </p:cNvPr>
          <p:cNvGrpSpPr/>
          <p:nvPr/>
        </p:nvGrpSpPr>
        <p:grpSpPr>
          <a:xfrm>
            <a:off x="6240513" y="5016599"/>
            <a:ext cx="720732" cy="1182930"/>
            <a:chOff x="10910965" y="2513124"/>
            <a:chExt cx="586768" cy="904023"/>
          </a:xfrm>
        </p:grpSpPr>
        <p:sp>
          <p:nvSpPr>
            <p:cNvPr id="448" name="Rectangle 447">
              <a:extLst>
                <a:ext uri="{FF2B5EF4-FFF2-40B4-BE49-F238E27FC236}">
                  <a16:creationId xmlns:a16="http://schemas.microsoft.com/office/drawing/2014/main" id="{C20196EC-5C9D-244E-A054-231C07CB12EB}"/>
                </a:ext>
              </a:extLst>
            </p:cNvPr>
            <p:cNvSpPr/>
            <p:nvPr/>
          </p:nvSpPr>
          <p:spPr>
            <a:xfrm>
              <a:off x="10916736" y="2513124"/>
              <a:ext cx="574264" cy="904023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</a:ln>
            <a:effectLst>
              <a:outerShdw blurRad="50800" dist="38100" dir="2700000" algn="tl" rotWithShape="0">
                <a:schemeClr val="tx1">
                  <a:alpha val="4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cxnSp>
          <p:nvCxnSpPr>
            <p:cNvPr id="449" name="Straight Connector 448">
              <a:extLst>
                <a:ext uri="{FF2B5EF4-FFF2-40B4-BE49-F238E27FC236}">
                  <a16:creationId xmlns:a16="http://schemas.microsoft.com/office/drawing/2014/main" id="{20DAC0A1-5E9E-9342-8773-AC28BFF1C79E}"/>
                </a:ext>
              </a:extLst>
            </p:cNvPr>
            <p:cNvCxnSpPr/>
            <p:nvPr/>
          </p:nvCxnSpPr>
          <p:spPr>
            <a:xfrm>
              <a:off x="10910965" y="2696064"/>
              <a:ext cx="574264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0" name="Straight Connector 449">
              <a:extLst>
                <a:ext uri="{FF2B5EF4-FFF2-40B4-BE49-F238E27FC236}">
                  <a16:creationId xmlns:a16="http://schemas.microsoft.com/office/drawing/2014/main" id="{B9D8B51B-4873-D441-BBAD-7FC691EBDD5D}"/>
                </a:ext>
              </a:extLst>
            </p:cNvPr>
            <p:cNvCxnSpPr/>
            <p:nvPr/>
          </p:nvCxnSpPr>
          <p:spPr>
            <a:xfrm>
              <a:off x="10914332" y="2881753"/>
              <a:ext cx="574264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1" name="Straight Connector 450">
              <a:extLst>
                <a:ext uri="{FF2B5EF4-FFF2-40B4-BE49-F238E27FC236}">
                  <a16:creationId xmlns:a16="http://schemas.microsoft.com/office/drawing/2014/main" id="{3C668D72-9BBE-1141-800B-852CFD5E6778}"/>
                </a:ext>
              </a:extLst>
            </p:cNvPr>
            <p:cNvCxnSpPr/>
            <p:nvPr/>
          </p:nvCxnSpPr>
          <p:spPr>
            <a:xfrm>
              <a:off x="10923469" y="3064677"/>
              <a:ext cx="574264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2" name="Straight Connector 451">
              <a:extLst>
                <a:ext uri="{FF2B5EF4-FFF2-40B4-BE49-F238E27FC236}">
                  <a16:creationId xmlns:a16="http://schemas.microsoft.com/office/drawing/2014/main" id="{1EAA48DB-862D-C446-8306-33815B191079}"/>
                </a:ext>
              </a:extLst>
            </p:cNvPr>
            <p:cNvCxnSpPr/>
            <p:nvPr/>
          </p:nvCxnSpPr>
          <p:spPr>
            <a:xfrm>
              <a:off x="10915293" y="3242073"/>
              <a:ext cx="574264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53" name="Freeform 9">
            <a:extLst>
              <a:ext uri="{FF2B5EF4-FFF2-40B4-BE49-F238E27FC236}">
                <a16:creationId xmlns:a16="http://schemas.microsoft.com/office/drawing/2014/main" id="{259E0A94-54BE-7245-80CC-030B9BD2E052}"/>
              </a:ext>
            </a:extLst>
          </p:cNvPr>
          <p:cNvSpPr>
            <a:spLocks/>
          </p:cNvSpPr>
          <p:nvPr/>
        </p:nvSpPr>
        <p:spPr bwMode="auto">
          <a:xfrm flipH="1">
            <a:off x="1844721" y="3515638"/>
            <a:ext cx="528348" cy="1178279"/>
          </a:xfrm>
          <a:custGeom>
            <a:avLst/>
            <a:gdLst>
              <a:gd name="T0" fmla="*/ 2147483647 w 366"/>
              <a:gd name="T1" fmla="*/ 2147483647 h 1284"/>
              <a:gd name="T2" fmla="*/ 2147483647 w 366"/>
              <a:gd name="T3" fmla="*/ 0 h 1284"/>
              <a:gd name="T4" fmla="*/ 0 w 366"/>
              <a:gd name="T5" fmla="*/ 2147483647 h 1284"/>
              <a:gd name="T6" fmla="*/ 2147483647 w 366"/>
              <a:gd name="T7" fmla="*/ 2147483647 h 1284"/>
              <a:gd name="T8" fmla="*/ 2147483647 w 366"/>
              <a:gd name="T9" fmla="*/ 2147483647 h 1284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connsiteX0" fmla="*/ 10401 w 10401"/>
              <a:gd name="connsiteY0" fmla="*/ 9412 h 9459"/>
              <a:gd name="connsiteX1" fmla="*/ 0 w 10401"/>
              <a:gd name="connsiteY1" fmla="*/ 0 h 9459"/>
              <a:gd name="connsiteX2" fmla="*/ 401 w 10401"/>
              <a:gd name="connsiteY2" fmla="*/ 8992 h 9459"/>
              <a:gd name="connsiteX3" fmla="*/ 5483 w 10401"/>
              <a:gd name="connsiteY3" fmla="*/ 9459 h 9459"/>
              <a:gd name="connsiteX4" fmla="*/ 10401 w 10401"/>
              <a:gd name="connsiteY4" fmla="*/ 9412 h 9459"/>
              <a:gd name="connsiteX0" fmla="*/ 14206 w 14206"/>
              <a:gd name="connsiteY0" fmla="*/ 3611 h 10000"/>
              <a:gd name="connsiteX1" fmla="*/ 0 w 14206"/>
              <a:gd name="connsiteY1" fmla="*/ 0 h 10000"/>
              <a:gd name="connsiteX2" fmla="*/ 386 w 14206"/>
              <a:gd name="connsiteY2" fmla="*/ 9506 h 10000"/>
              <a:gd name="connsiteX3" fmla="*/ 5272 w 14206"/>
              <a:gd name="connsiteY3" fmla="*/ 10000 h 10000"/>
              <a:gd name="connsiteX4" fmla="*/ 14206 w 14206"/>
              <a:gd name="connsiteY4" fmla="*/ 3611 h 10000"/>
              <a:gd name="connsiteX0" fmla="*/ 14206 w 16488"/>
              <a:gd name="connsiteY0" fmla="*/ 3611 h 9506"/>
              <a:gd name="connsiteX1" fmla="*/ 0 w 16488"/>
              <a:gd name="connsiteY1" fmla="*/ 0 h 9506"/>
              <a:gd name="connsiteX2" fmla="*/ 386 w 16488"/>
              <a:gd name="connsiteY2" fmla="*/ 9506 h 9506"/>
              <a:gd name="connsiteX3" fmla="*/ 16488 w 16488"/>
              <a:gd name="connsiteY3" fmla="*/ 6207 h 9506"/>
              <a:gd name="connsiteX4" fmla="*/ 14206 w 16488"/>
              <a:gd name="connsiteY4" fmla="*/ 3611 h 9506"/>
              <a:gd name="connsiteX0" fmla="*/ 8616 w 10000"/>
              <a:gd name="connsiteY0" fmla="*/ 3799 h 10765"/>
              <a:gd name="connsiteX1" fmla="*/ 0 w 10000"/>
              <a:gd name="connsiteY1" fmla="*/ 0 h 10765"/>
              <a:gd name="connsiteX2" fmla="*/ 128 w 10000"/>
              <a:gd name="connsiteY2" fmla="*/ 10765 h 10765"/>
              <a:gd name="connsiteX3" fmla="*/ 10000 w 10000"/>
              <a:gd name="connsiteY3" fmla="*/ 6530 h 10765"/>
              <a:gd name="connsiteX4" fmla="*/ 8616 w 10000"/>
              <a:gd name="connsiteY4" fmla="*/ 3799 h 107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000" h="10765">
                <a:moveTo>
                  <a:pt x="8616" y="3799"/>
                </a:moveTo>
                <a:lnTo>
                  <a:pt x="0" y="0"/>
                </a:lnTo>
                <a:cubicBezTo>
                  <a:pt x="78" y="3333"/>
                  <a:pt x="50" y="7432"/>
                  <a:pt x="128" y="10765"/>
                </a:cubicBezTo>
                <a:lnTo>
                  <a:pt x="10000" y="6530"/>
                </a:lnTo>
                <a:lnTo>
                  <a:pt x="8616" y="3799"/>
                </a:lnTo>
                <a:close/>
              </a:path>
            </a:pathLst>
          </a:custGeom>
          <a:gradFill rotWithShape="1">
            <a:gsLst>
              <a:gs pos="0">
                <a:srgbClr val="B2B2B2"/>
              </a:gs>
              <a:gs pos="100000">
                <a:srgbClr val="FFFFFF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DDDDDD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grpSp>
        <p:nvGrpSpPr>
          <p:cNvPr id="154" name="Group 153">
            <a:extLst>
              <a:ext uri="{FF2B5EF4-FFF2-40B4-BE49-F238E27FC236}">
                <a16:creationId xmlns:a16="http://schemas.microsoft.com/office/drawing/2014/main" id="{746745B0-4450-AC42-B8BD-FE92C0ADE9D4}"/>
              </a:ext>
            </a:extLst>
          </p:cNvPr>
          <p:cNvGrpSpPr/>
          <p:nvPr/>
        </p:nvGrpSpPr>
        <p:grpSpPr>
          <a:xfrm>
            <a:off x="1278678" y="4683698"/>
            <a:ext cx="720732" cy="1182930"/>
            <a:chOff x="10910965" y="2513124"/>
            <a:chExt cx="586768" cy="904023"/>
          </a:xfrm>
        </p:grpSpPr>
        <p:sp>
          <p:nvSpPr>
            <p:cNvPr id="439" name="Rectangle 438">
              <a:extLst>
                <a:ext uri="{FF2B5EF4-FFF2-40B4-BE49-F238E27FC236}">
                  <a16:creationId xmlns:a16="http://schemas.microsoft.com/office/drawing/2014/main" id="{95C531B4-14C6-CF42-8F62-ECB0746666C0}"/>
                </a:ext>
              </a:extLst>
            </p:cNvPr>
            <p:cNvSpPr/>
            <p:nvPr/>
          </p:nvSpPr>
          <p:spPr>
            <a:xfrm>
              <a:off x="10916736" y="2513124"/>
              <a:ext cx="574264" cy="904023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</a:ln>
            <a:effectLst>
              <a:outerShdw blurRad="50800" dist="38100" dir="2700000" algn="tl" rotWithShape="0">
                <a:schemeClr val="tx1">
                  <a:alpha val="4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cxnSp>
          <p:nvCxnSpPr>
            <p:cNvPr id="440" name="Straight Connector 439">
              <a:extLst>
                <a:ext uri="{FF2B5EF4-FFF2-40B4-BE49-F238E27FC236}">
                  <a16:creationId xmlns:a16="http://schemas.microsoft.com/office/drawing/2014/main" id="{31B59911-BB8F-554E-A3ED-D3BD4296D93A}"/>
                </a:ext>
              </a:extLst>
            </p:cNvPr>
            <p:cNvCxnSpPr/>
            <p:nvPr/>
          </p:nvCxnSpPr>
          <p:spPr>
            <a:xfrm>
              <a:off x="10910965" y="2696064"/>
              <a:ext cx="574264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1" name="Straight Connector 440">
              <a:extLst>
                <a:ext uri="{FF2B5EF4-FFF2-40B4-BE49-F238E27FC236}">
                  <a16:creationId xmlns:a16="http://schemas.microsoft.com/office/drawing/2014/main" id="{7535AE79-BB12-7844-B2DA-41BDECE3CD4A}"/>
                </a:ext>
              </a:extLst>
            </p:cNvPr>
            <p:cNvCxnSpPr/>
            <p:nvPr/>
          </p:nvCxnSpPr>
          <p:spPr>
            <a:xfrm>
              <a:off x="10914332" y="2881753"/>
              <a:ext cx="574264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2" name="Straight Connector 441">
              <a:extLst>
                <a:ext uri="{FF2B5EF4-FFF2-40B4-BE49-F238E27FC236}">
                  <a16:creationId xmlns:a16="http://schemas.microsoft.com/office/drawing/2014/main" id="{0B14C542-C613-7E4B-9B5A-53DE92065BB8}"/>
                </a:ext>
              </a:extLst>
            </p:cNvPr>
            <p:cNvCxnSpPr/>
            <p:nvPr/>
          </p:nvCxnSpPr>
          <p:spPr>
            <a:xfrm>
              <a:off x="10923469" y="3064677"/>
              <a:ext cx="574264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3" name="Straight Connector 442">
              <a:extLst>
                <a:ext uri="{FF2B5EF4-FFF2-40B4-BE49-F238E27FC236}">
                  <a16:creationId xmlns:a16="http://schemas.microsoft.com/office/drawing/2014/main" id="{04BDA539-80EE-F64B-81C9-754C3FD32FF6}"/>
                </a:ext>
              </a:extLst>
            </p:cNvPr>
            <p:cNvCxnSpPr/>
            <p:nvPr/>
          </p:nvCxnSpPr>
          <p:spPr>
            <a:xfrm>
              <a:off x="10915293" y="3242073"/>
              <a:ext cx="574264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55" name="Group 154">
            <a:extLst>
              <a:ext uri="{FF2B5EF4-FFF2-40B4-BE49-F238E27FC236}">
                <a16:creationId xmlns:a16="http://schemas.microsoft.com/office/drawing/2014/main" id="{4879B8F7-8950-1649-8D37-378ECBBFDB62}"/>
              </a:ext>
            </a:extLst>
          </p:cNvPr>
          <p:cNvGrpSpPr/>
          <p:nvPr/>
        </p:nvGrpSpPr>
        <p:grpSpPr>
          <a:xfrm>
            <a:off x="2355044" y="3521091"/>
            <a:ext cx="720732" cy="1182930"/>
            <a:chOff x="10910965" y="2513124"/>
            <a:chExt cx="586768" cy="904023"/>
          </a:xfrm>
        </p:grpSpPr>
        <p:sp>
          <p:nvSpPr>
            <p:cNvPr id="434" name="Rectangle 433">
              <a:extLst>
                <a:ext uri="{FF2B5EF4-FFF2-40B4-BE49-F238E27FC236}">
                  <a16:creationId xmlns:a16="http://schemas.microsoft.com/office/drawing/2014/main" id="{4E1426E7-23EC-AF46-8C8F-112D49CD5E79}"/>
                </a:ext>
              </a:extLst>
            </p:cNvPr>
            <p:cNvSpPr/>
            <p:nvPr/>
          </p:nvSpPr>
          <p:spPr>
            <a:xfrm>
              <a:off x="10916736" y="2513124"/>
              <a:ext cx="574264" cy="904023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</a:ln>
            <a:effectLst>
              <a:outerShdw blurRad="50800" dist="38100" dir="2700000" algn="tl" rotWithShape="0">
                <a:schemeClr val="tx1">
                  <a:alpha val="4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cxnSp>
          <p:nvCxnSpPr>
            <p:cNvPr id="435" name="Straight Connector 434">
              <a:extLst>
                <a:ext uri="{FF2B5EF4-FFF2-40B4-BE49-F238E27FC236}">
                  <a16:creationId xmlns:a16="http://schemas.microsoft.com/office/drawing/2014/main" id="{20090985-59C2-BD4B-855E-827534772F4D}"/>
                </a:ext>
              </a:extLst>
            </p:cNvPr>
            <p:cNvCxnSpPr/>
            <p:nvPr/>
          </p:nvCxnSpPr>
          <p:spPr>
            <a:xfrm>
              <a:off x="10910965" y="2696064"/>
              <a:ext cx="574264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6" name="Straight Connector 435">
              <a:extLst>
                <a:ext uri="{FF2B5EF4-FFF2-40B4-BE49-F238E27FC236}">
                  <a16:creationId xmlns:a16="http://schemas.microsoft.com/office/drawing/2014/main" id="{5F629929-45C7-FC4C-A84E-2FD6FDD93F4C}"/>
                </a:ext>
              </a:extLst>
            </p:cNvPr>
            <p:cNvCxnSpPr/>
            <p:nvPr/>
          </p:nvCxnSpPr>
          <p:spPr>
            <a:xfrm>
              <a:off x="10914332" y="2881753"/>
              <a:ext cx="574264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7" name="Straight Connector 436">
              <a:extLst>
                <a:ext uri="{FF2B5EF4-FFF2-40B4-BE49-F238E27FC236}">
                  <a16:creationId xmlns:a16="http://schemas.microsoft.com/office/drawing/2014/main" id="{B8ED8CF2-A42B-EE49-9744-A4C7F576E88D}"/>
                </a:ext>
              </a:extLst>
            </p:cNvPr>
            <p:cNvCxnSpPr/>
            <p:nvPr/>
          </p:nvCxnSpPr>
          <p:spPr>
            <a:xfrm>
              <a:off x="10923469" y="3064677"/>
              <a:ext cx="574264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8" name="Straight Connector 437">
              <a:extLst>
                <a:ext uri="{FF2B5EF4-FFF2-40B4-BE49-F238E27FC236}">
                  <a16:creationId xmlns:a16="http://schemas.microsoft.com/office/drawing/2014/main" id="{635F92FB-5801-1845-9FAD-2C2BFB027575}"/>
                </a:ext>
              </a:extLst>
            </p:cNvPr>
            <p:cNvCxnSpPr/>
            <p:nvPr/>
          </p:nvCxnSpPr>
          <p:spPr>
            <a:xfrm>
              <a:off x="10915293" y="3242073"/>
              <a:ext cx="574264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61" name="Freeform 6">
            <a:extLst>
              <a:ext uri="{FF2B5EF4-FFF2-40B4-BE49-F238E27FC236}">
                <a16:creationId xmlns:a16="http://schemas.microsoft.com/office/drawing/2014/main" id="{E2AF8D49-A0C7-EC4A-803B-E7B675E9573F}"/>
              </a:ext>
            </a:extLst>
          </p:cNvPr>
          <p:cNvSpPr>
            <a:spLocks/>
          </p:cNvSpPr>
          <p:nvPr/>
        </p:nvSpPr>
        <p:spPr bwMode="auto">
          <a:xfrm>
            <a:off x="7409112" y="3699469"/>
            <a:ext cx="308091" cy="1217281"/>
          </a:xfrm>
          <a:custGeom>
            <a:avLst/>
            <a:gdLst>
              <a:gd name="T0" fmla="*/ 2147483647 w 366"/>
              <a:gd name="T1" fmla="*/ 2147483647 h 1284"/>
              <a:gd name="T2" fmla="*/ 2147483647 w 366"/>
              <a:gd name="T3" fmla="*/ 0 h 1284"/>
              <a:gd name="T4" fmla="*/ 0 w 366"/>
              <a:gd name="T5" fmla="*/ 2147483647 h 1284"/>
              <a:gd name="T6" fmla="*/ 2147483647 w 366"/>
              <a:gd name="T7" fmla="*/ 2147483647 h 1284"/>
              <a:gd name="T8" fmla="*/ 2147483647 w 366"/>
              <a:gd name="T9" fmla="*/ 2147483647 h 1284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366" h="1284">
                <a:moveTo>
                  <a:pt x="366" y="1278"/>
                </a:moveTo>
                <a:lnTo>
                  <a:pt x="12" y="0"/>
                </a:lnTo>
                <a:lnTo>
                  <a:pt x="0" y="1224"/>
                </a:lnTo>
                <a:lnTo>
                  <a:pt x="186" y="1284"/>
                </a:lnTo>
                <a:lnTo>
                  <a:pt x="366" y="1278"/>
                </a:lnTo>
                <a:close/>
              </a:path>
            </a:pathLst>
          </a:custGeom>
          <a:gradFill rotWithShape="1">
            <a:gsLst>
              <a:gs pos="0">
                <a:srgbClr val="B2B2B2"/>
              </a:gs>
              <a:gs pos="100000">
                <a:srgbClr val="FFFFFF"/>
              </a:gs>
            </a:gsLst>
            <a:lin ang="0" scaled="1"/>
          </a:gradFill>
          <a:ln w="9525">
            <a:noFill/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grpSp>
        <p:nvGrpSpPr>
          <p:cNvPr id="162" name="Group 161">
            <a:extLst>
              <a:ext uri="{FF2B5EF4-FFF2-40B4-BE49-F238E27FC236}">
                <a16:creationId xmlns:a16="http://schemas.microsoft.com/office/drawing/2014/main" id="{5C7D5A1E-3514-C947-B273-F2E0678C33D3}"/>
              </a:ext>
            </a:extLst>
          </p:cNvPr>
          <p:cNvGrpSpPr/>
          <p:nvPr/>
        </p:nvGrpSpPr>
        <p:grpSpPr>
          <a:xfrm>
            <a:off x="6698918" y="3667889"/>
            <a:ext cx="720732" cy="1182930"/>
            <a:chOff x="10910965" y="2513124"/>
            <a:chExt cx="586768" cy="904023"/>
          </a:xfrm>
        </p:grpSpPr>
        <p:sp>
          <p:nvSpPr>
            <p:cNvPr id="429" name="Rectangle 428">
              <a:extLst>
                <a:ext uri="{FF2B5EF4-FFF2-40B4-BE49-F238E27FC236}">
                  <a16:creationId xmlns:a16="http://schemas.microsoft.com/office/drawing/2014/main" id="{E1244AFB-0325-244E-A9B8-C17FA4F7C011}"/>
                </a:ext>
              </a:extLst>
            </p:cNvPr>
            <p:cNvSpPr/>
            <p:nvPr/>
          </p:nvSpPr>
          <p:spPr>
            <a:xfrm>
              <a:off x="10916736" y="2513124"/>
              <a:ext cx="574264" cy="904023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</a:ln>
            <a:effectLst>
              <a:outerShdw blurRad="50800" dist="38100" dir="2700000" algn="tl" rotWithShape="0">
                <a:schemeClr val="tx1">
                  <a:alpha val="4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cxnSp>
          <p:nvCxnSpPr>
            <p:cNvPr id="430" name="Straight Connector 429">
              <a:extLst>
                <a:ext uri="{FF2B5EF4-FFF2-40B4-BE49-F238E27FC236}">
                  <a16:creationId xmlns:a16="http://schemas.microsoft.com/office/drawing/2014/main" id="{A4F86619-DC06-F44A-B7E8-F853FF0B8F13}"/>
                </a:ext>
              </a:extLst>
            </p:cNvPr>
            <p:cNvCxnSpPr/>
            <p:nvPr/>
          </p:nvCxnSpPr>
          <p:spPr>
            <a:xfrm>
              <a:off x="10910965" y="2696064"/>
              <a:ext cx="574264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1" name="Straight Connector 430">
              <a:extLst>
                <a:ext uri="{FF2B5EF4-FFF2-40B4-BE49-F238E27FC236}">
                  <a16:creationId xmlns:a16="http://schemas.microsoft.com/office/drawing/2014/main" id="{58D6F3BD-6F9A-CE4C-A9E8-F1527ABCD406}"/>
                </a:ext>
              </a:extLst>
            </p:cNvPr>
            <p:cNvCxnSpPr/>
            <p:nvPr/>
          </p:nvCxnSpPr>
          <p:spPr>
            <a:xfrm>
              <a:off x="10914332" y="2881753"/>
              <a:ext cx="574264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2" name="Straight Connector 431">
              <a:extLst>
                <a:ext uri="{FF2B5EF4-FFF2-40B4-BE49-F238E27FC236}">
                  <a16:creationId xmlns:a16="http://schemas.microsoft.com/office/drawing/2014/main" id="{A7318AF6-6AC3-FD4C-9C9B-6AEF838CD717}"/>
                </a:ext>
              </a:extLst>
            </p:cNvPr>
            <p:cNvCxnSpPr/>
            <p:nvPr/>
          </p:nvCxnSpPr>
          <p:spPr>
            <a:xfrm>
              <a:off x="10923469" y="3064677"/>
              <a:ext cx="574264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3" name="Straight Connector 432">
              <a:extLst>
                <a:ext uri="{FF2B5EF4-FFF2-40B4-BE49-F238E27FC236}">
                  <a16:creationId xmlns:a16="http://schemas.microsoft.com/office/drawing/2014/main" id="{D496FD87-9FA2-E348-8DF6-0A2ED6851CEA}"/>
                </a:ext>
              </a:extLst>
            </p:cNvPr>
            <p:cNvCxnSpPr/>
            <p:nvPr/>
          </p:nvCxnSpPr>
          <p:spPr>
            <a:xfrm>
              <a:off x="10915293" y="3242073"/>
              <a:ext cx="574264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63" name="Group 162">
            <a:extLst>
              <a:ext uri="{FF2B5EF4-FFF2-40B4-BE49-F238E27FC236}">
                <a16:creationId xmlns:a16="http://schemas.microsoft.com/office/drawing/2014/main" id="{357E12A1-9668-9B42-B100-34C1DE0591E4}"/>
              </a:ext>
            </a:extLst>
          </p:cNvPr>
          <p:cNvGrpSpPr/>
          <p:nvPr/>
        </p:nvGrpSpPr>
        <p:grpSpPr>
          <a:xfrm>
            <a:off x="3770696" y="5033645"/>
            <a:ext cx="1286871" cy="734927"/>
            <a:chOff x="7493876" y="2774731"/>
            <a:chExt cx="1481958" cy="894622"/>
          </a:xfrm>
        </p:grpSpPr>
        <p:sp>
          <p:nvSpPr>
            <p:cNvPr id="422" name="Freeform 421">
              <a:extLst>
                <a:ext uri="{FF2B5EF4-FFF2-40B4-BE49-F238E27FC236}">
                  <a16:creationId xmlns:a16="http://schemas.microsoft.com/office/drawing/2014/main" id="{F56C0630-709C-2843-A3DC-28B191A54ABF}"/>
                </a:ext>
              </a:extLst>
            </p:cNvPr>
            <p:cNvSpPr/>
            <p:nvPr/>
          </p:nvSpPr>
          <p:spPr>
            <a:xfrm>
              <a:off x="7493876" y="3084399"/>
              <a:ext cx="1481958" cy="584954"/>
            </a:xfrm>
            <a:custGeom>
              <a:avLst/>
              <a:gdLst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76538 w 8176538"/>
                <a:gd name="connsiteY0" fmla="*/ 0 h 2638097"/>
                <a:gd name="connsiteX1" fmla="*/ 8176538 w 8176538"/>
                <a:gd name="connsiteY1" fmla="*/ 1271752 h 2638097"/>
                <a:gd name="connsiteX2" fmla="*/ 4088015 w 8176538"/>
                <a:gd name="connsiteY2" fmla="*/ 2638097 h 2638097"/>
                <a:gd name="connsiteX3" fmla="*/ 0 w 8176538"/>
                <a:gd name="connsiteY3" fmla="*/ 1269888 h 2638097"/>
                <a:gd name="connsiteX4" fmla="*/ 20511 w 8176538"/>
                <a:gd name="connsiteY4" fmla="*/ 147145 h 2638097"/>
                <a:gd name="connsiteX5" fmla="*/ 4088015 w 8176538"/>
                <a:gd name="connsiteY5" fmla="*/ 1566042 h 2638097"/>
                <a:gd name="connsiteX6" fmla="*/ 8176538 w 8176538"/>
                <a:gd name="connsiteY6" fmla="*/ 0 h 2638097"/>
                <a:gd name="connsiteX0" fmla="*/ 8176538 w 8176538"/>
                <a:gd name="connsiteY0" fmla="*/ 0 h 2772020"/>
                <a:gd name="connsiteX1" fmla="*/ 8176538 w 8176538"/>
                <a:gd name="connsiteY1" fmla="*/ 1271752 h 2772020"/>
                <a:gd name="connsiteX2" fmla="*/ 4099034 w 8176538"/>
                <a:gd name="connsiteY2" fmla="*/ 2772020 h 2772020"/>
                <a:gd name="connsiteX3" fmla="*/ 0 w 8176538"/>
                <a:gd name="connsiteY3" fmla="*/ 1269888 h 2772020"/>
                <a:gd name="connsiteX4" fmla="*/ 20511 w 8176538"/>
                <a:gd name="connsiteY4" fmla="*/ 147145 h 2772020"/>
                <a:gd name="connsiteX5" fmla="*/ 4088015 w 8176538"/>
                <a:gd name="connsiteY5" fmla="*/ 1566042 h 2772020"/>
                <a:gd name="connsiteX6" fmla="*/ 8176538 w 8176538"/>
                <a:gd name="connsiteY6" fmla="*/ 0 h 2772020"/>
                <a:gd name="connsiteX0" fmla="*/ 8176538 w 8176538"/>
                <a:gd name="connsiteY0" fmla="*/ 0 h 2772339"/>
                <a:gd name="connsiteX1" fmla="*/ 8176538 w 8176538"/>
                <a:gd name="connsiteY1" fmla="*/ 1378890 h 2772339"/>
                <a:gd name="connsiteX2" fmla="*/ 4099034 w 8176538"/>
                <a:gd name="connsiteY2" fmla="*/ 2772020 h 2772339"/>
                <a:gd name="connsiteX3" fmla="*/ 0 w 8176538"/>
                <a:gd name="connsiteY3" fmla="*/ 1269888 h 2772339"/>
                <a:gd name="connsiteX4" fmla="*/ 20511 w 8176538"/>
                <a:gd name="connsiteY4" fmla="*/ 147145 h 2772339"/>
                <a:gd name="connsiteX5" fmla="*/ 4088015 w 8176538"/>
                <a:gd name="connsiteY5" fmla="*/ 1566042 h 2772339"/>
                <a:gd name="connsiteX6" fmla="*/ 8176538 w 8176538"/>
                <a:gd name="connsiteY6" fmla="*/ 0 h 2772339"/>
                <a:gd name="connsiteX0" fmla="*/ 8176538 w 8176538"/>
                <a:gd name="connsiteY0" fmla="*/ 0 h 2825888"/>
                <a:gd name="connsiteX1" fmla="*/ 8176538 w 8176538"/>
                <a:gd name="connsiteY1" fmla="*/ 1378890 h 2825888"/>
                <a:gd name="connsiteX2" fmla="*/ 4099034 w 8176538"/>
                <a:gd name="connsiteY2" fmla="*/ 2825590 h 2825888"/>
                <a:gd name="connsiteX3" fmla="*/ 0 w 8176538"/>
                <a:gd name="connsiteY3" fmla="*/ 1269888 h 2825888"/>
                <a:gd name="connsiteX4" fmla="*/ 20511 w 8176538"/>
                <a:gd name="connsiteY4" fmla="*/ 147145 h 2825888"/>
                <a:gd name="connsiteX5" fmla="*/ 4088015 w 8176538"/>
                <a:gd name="connsiteY5" fmla="*/ 1566042 h 2825888"/>
                <a:gd name="connsiteX6" fmla="*/ 8176538 w 8176538"/>
                <a:gd name="connsiteY6" fmla="*/ 0 h 2825888"/>
                <a:gd name="connsiteX0" fmla="*/ 8165518 w 8165518"/>
                <a:gd name="connsiteY0" fmla="*/ 0 h 2825606"/>
                <a:gd name="connsiteX1" fmla="*/ 8165518 w 8165518"/>
                <a:gd name="connsiteY1" fmla="*/ 1378890 h 2825606"/>
                <a:gd name="connsiteX2" fmla="*/ 4088014 w 8165518"/>
                <a:gd name="connsiteY2" fmla="*/ 2825590 h 2825606"/>
                <a:gd name="connsiteX3" fmla="*/ 0 w 8165518"/>
                <a:gd name="connsiteY3" fmla="*/ 1403811 h 2825606"/>
                <a:gd name="connsiteX4" fmla="*/ 9491 w 8165518"/>
                <a:gd name="connsiteY4" fmla="*/ 147145 h 2825606"/>
                <a:gd name="connsiteX5" fmla="*/ 4076995 w 8165518"/>
                <a:gd name="connsiteY5" fmla="*/ 1566042 h 2825606"/>
                <a:gd name="connsiteX6" fmla="*/ 8165518 w 8165518"/>
                <a:gd name="connsiteY6" fmla="*/ 0 h 2825606"/>
                <a:gd name="connsiteX0" fmla="*/ 8165518 w 8165518"/>
                <a:gd name="connsiteY0" fmla="*/ 0 h 2879174"/>
                <a:gd name="connsiteX1" fmla="*/ 8165518 w 8165518"/>
                <a:gd name="connsiteY1" fmla="*/ 1378890 h 2879174"/>
                <a:gd name="connsiteX2" fmla="*/ 4132092 w 8165518"/>
                <a:gd name="connsiteY2" fmla="*/ 2879159 h 2879174"/>
                <a:gd name="connsiteX3" fmla="*/ 0 w 8165518"/>
                <a:gd name="connsiteY3" fmla="*/ 1403811 h 2879174"/>
                <a:gd name="connsiteX4" fmla="*/ 9491 w 8165518"/>
                <a:gd name="connsiteY4" fmla="*/ 147145 h 2879174"/>
                <a:gd name="connsiteX5" fmla="*/ 4076995 w 8165518"/>
                <a:gd name="connsiteY5" fmla="*/ 1566042 h 2879174"/>
                <a:gd name="connsiteX6" fmla="*/ 8165518 w 8165518"/>
                <a:gd name="connsiteY6" fmla="*/ 0 h 2879174"/>
                <a:gd name="connsiteX0" fmla="*/ 8165518 w 8176537"/>
                <a:gd name="connsiteY0" fmla="*/ 0 h 2879410"/>
                <a:gd name="connsiteX1" fmla="*/ 8176537 w 8176537"/>
                <a:gd name="connsiteY1" fmla="*/ 1499420 h 2879410"/>
                <a:gd name="connsiteX2" fmla="*/ 4132092 w 8176537"/>
                <a:gd name="connsiteY2" fmla="*/ 2879159 h 2879410"/>
                <a:gd name="connsiteX3" fmla="*/ 0 w 8176537"/>
                <a:gd name="connsiteY3" fmla="*/ 1403811 h 2879410"/>
                <a:gd name="connsiteX4" fmla="*/ 9491 w 8176537"/>
                <a:gd name="connsiteY4" fmla="*/ 147145 h 2879410"/>
                <a:gd name="connsiteX5" fmla="*/ 4076995 w 8176537"/>
                <a:gd name="connsiteY5" fmla="*/ 1566042 h 2879410"/>
                <a:gd name="connsiteX6" fmla="*/ 8165518 w 8176537"/>
                <a:gd name="connsiteY6" fmla="*/ 0 h 2879410"/>
                <a:gd name="connsiteX0" fmla="*/ 8165518 w 8176537"/>
                <a:gd name="connsiteY0" fmla="*/ 0 h 2879262"/>
                <a:gd name="connsiteX1" fmla="*/ 8176537 w 8176537"/>
                <a:gd name="connsiteY1" fmla="*/ 1499420 h 2879262"/>
                <a:gd name="connsiteX2" fmla="*/ 4132092 w 8176537"/>
                <a:gd name="connsiteY2" fmla="*/ 2879159 h 2879262"/>
                <a:gd name="connsiteX3" fmla="*/ 0 w 8176537"/>
                <a:gd name="connsiteY3" fmla="*/ 1403811 h 2879262"/>
                <a:gd name="connsiteX4" fmla="*/ 9491 w 8176537"/>
                <a:gd name="connsiteY4" fmla="*/ 147145 h 2879262"/>
                <a:gd name="connsiteX5" fmla="*/ 4076995 w 8176537"/>
                <a:gd name="connsiteY5" fmla="*/ 1566042 h 2879262"/>
                <a:gd name="connsiteX6" fmla="*/ 8165518 w 8176537"/>
                <a:gd name="connsiteY6" fmla="*/ 0 h 2879262"/>
                <a:gd name="connsiteX0" fmla="*/ 8165518 w 8176537"/>
                <a:gd name="connsiteY0" fmla="*/ 0 h 2879163"/>
                <a:gd name="connsiteX1" fmla="*/ 8176537 w 8176537"/>
                <a:gd name="connsiteY1" fmla="*/ 1499420 h 2879163"/>
                <a:gd name="connsiteX2" fmla="*/ 4132092 w 8176537"/>
                <a:gd name="connsiteY2" fmla="*/ 2879159 h 2879163"/>
                <a:gd name="connsiteX3" fmla="*/ 0 w 8176537"/>
                <a:gd name="connsiteY3" fmla="*/ 1510948 h 2879163"/>
                <a:gd name="connsiteX4" fmla="*/ 9491 w 8176537"/>
                <a:gd name="connsiteY4" fmla="*/ 147145 h 2879163"/>
                <a:gd name="connsiteX5" fmla="*/ 4076995 w 8176537"/>
                <a:gd name="connsiteY5" fmla="*/ 1566042 h 2879163"/>
                <a:gd name="connsiteX6" fmla="*/ 8165518 w 8176537"/>
                <a:gd name="connsiteY6" fmla="*/ 0 h 2879163"/>
                <a:gd name="connsiteX0" fmla="*/ 8165518 w 8198577"/>
                <a:gd name="connsiteY0" fmla="*/ 0 h 2879451"/>
                <a:gd name="connsiteX1" fmla="*/ 8198577 w 8198577"/>
                <a:gd name="connsiteY1" fmla="*/ 1606558 h 2879451"/>
                <a:gd name="connsiteX2" fmla="*/ 4132092 w 8198577"/>
                <a:gd name="connsiteY2" fmla="*/ 2879159 h 2879451"/>
                <a:gd name="connsiteX3" fmla="*/ 0 w 8198577"/>
                <a:gd name="connsiteY3" fmla="*/ 1510948 h 2879451"/>
                <a:gd name="connsiteX4" fmla="*/ 9491 w 8198577"/>
                <a:gd name="connsiteY4" fmla="*/ 147145 h 2879451"/>
                <a:gd name="connsiteX5" fmla="*/ 4076995 w 8198577"/>
                <a:gd name="connsiteY5" fmla="*/ 1566042 h 2879451"/>
                <a:gd name="connsiteX6" fmla="*/ 8165518 w 8198577"/>
                <a:gd name="connsiteY6" fmla="*/ 0 h 2879451"/>
                <a:gd name="connsiteX0" fmla="*/ 8165518 w 8165518"/>
                <a:gd name="connsiteY0" fmla="*/ 0 h 2880066"/>
                <a:gd name="connsiteX1" fmla="*/ 8165518 w 8165518"/>
                <a:gd name="connsiteY1" fmla="*/ 1673520 h 2880066"/>
                <a:gd name="connsiteX2" fmla="*/ 4132092 w 8165518"/>
                <a:gd name="connsiteY2" fmla="*/ 2879159 h 2880066"/>
                <a:gd name="connsiteX3" fmla="*/ 0 w 8165518"/>
                <a:gd name="connsiteY3" fmla="*/ 1510948 h 2880066"/>
                <a:gd name="connsiteX4" fmla="*/ 9491 w 8165518"/>
                <a:gd name="connsiteY4" fmla="*/ 147145 h 2880066"/>
                <a:gd name="connsiteX5" fmla="*/ 4076995 w 8165518"/>
                <a:gd name="connsiteY5" fmla="*/ 1566042 h 2880066"/>
                <a:gd name="connsiteX6" fmla="*/ 8165518 w 8165518"/>
                <a:gd name="connsiteY6" fmla="*/ 0 h 2880066"/>
                <a:gd name="connsiteX0" fmla="*/ 8156794 w 8156794"/>
                <a:gd name="connsiteY0" fmla="*/ 0 h 2879270"/>
                <a:gd name="connsiteX1" fmla="*/ 8156794 w 8156794"/>
                <a:gd name="connsiteY1" fmla="*/ 1673520 h 2879270"/>
                <a:gd name="connsiteX2" fmla="*/ 4123368 w 8156794"/>
                <a:gd name="connsiteY2" fmla="*/ 2879159 h 2879270"/>
                <a:gd name="connsiteX3" fmla="*/ 2295 w 8156794"/>
                <a:gd name="connsiteY3" fmla="*/ 1618086 h 2879270"/>
                <a:gd name="connsiteX4" fmla="*/ 767 w 8156794"/>
                <a:gd name="connsiteY4" fmla="*/ 147145 h 2879270"/>
                <a:gd name="connsiteX5" fmla="*/ 4068271 w 8156794"/>
                <a:gd name="connsiteY5" fmla="*/ 1566042 h 2879270"/>
                <a:gd name="connsiteX6" fmla="*/ 8156794 w 8156794"/>
                <a:gd name="connsiteY6" fmla="*/ 0 h 287927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20"/>
                <a:gd name="connsiteX1" fmla="*/ 8156794 w 8156794"/>
                <a:gd name="connsiteY1" fmla="*/ 1673520 h 2973020"/>
                <a:gd name="connsiteX2" fmla="*/ 4134388 w 8156794"/>
                <a:gd name="connsiteY2" fmla="*/ 2972904 h 2973020"/>
                <a:gd name="connsiteX3" fmla="*/ 2295 w 8156794"/>
                <a:gd name="connsiteY3" fmla="*/ 1618086 h 2973020"/>
                <a:gd name="connsiteX4" fmla="*/ 767 w 8156794"/>
                <a:gd name="connsiteY4" fmla="*/ 147145 h 2973020"/>
                <a:gd name="connsiteX5" fmla="*/ 4068271 w 8156794"/>
                <a:gd name="connsiteY5" fmla="*/ 1566042 h 2973020"/>
                <a:gd name="connsiteX6" fmla="*/ 8156794 w 8156794"/>
                <a:gd name="connsiteY6" fmla="*/ 0 h 2973020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141"/>
                <a:gd name="connsiteX1" fmla="*/ 8156794 w 8156794"/>
                <a:gd name="connsiteY1" fmla="*/ 1673520 h 2973141"/>
                <a:gd name="connsiteX2" fmla="*/ 4134388 w 8156794"/>
                <a:gd name="connsiteY2" fmla="*/ 2972904 h 2973141"/>
                <a:gd name="connsiteX3" fmla="*/ 2295 w 8156794"/>
                <a:gd name="connsiteY3" fmla="*/ 1618086 h 2973141"/>
                <a:gd name="connsiteX4" fmla="*/ 767 w 8156794"/>
                <a:gd name="connsiteY4" fmla="*/ 147145 h 2973141"/>
                <a:gd name="connsiteX5" fmla="*/ 4068271 w 8156794"/>
                <a:gd name="connsiteY5" fmla="*/ 1566042 h 2973141"/>
                <a:gd name="connsiteX6" fmla="*/ 8156794 w 8156794"/>
                <a:gd name="connsiteY6" fmla="*/ 0 h 2973141"/>
                <a:gd name="connsiteX0" fmla="*/ 8156794 w 8156794"/>
                <a:gd name="connsiteY0" fmla="*/ 0 h 3066827"/>
                <a:gd name="connsiteX1" fmla="*/ 8156794 w 8156794"/>
                <a:gd name="connsiteY1" fmla="*/ 1673520 h 3066827"/>
                <a:gd name="connsiteX2" fmla="*/ 4123353 w 8156794"/>
                <a:gd name="connsiteY2" fmla="*/ 3066650 h 3066827"/>
                <a:gd name="connsiteX3" fmla="*/ 2295 w 8156794"/>
                <a:gd name="connsiteY3" fmla="*/ 1618086 h 3066827"/>
                <a:gd name="connsiteX4" fmla="*/ 767 w 8156794"/>
                <a:gd name="connsiteY4" fmla="*/ 147145 h 3066827"/>
                <a:gd name="connsiteX5" fmla="*/ 4068271 w 8156794"/>
                <a:gd name="connsiteY5" fmla="*/ 1566042 h 3066827"/>
                <a:gd name="connsiteX6" fmla="*/ 8156794 w 8156794"/>
                <a:gd name="connsiteY6" fmla="*/ 0 h 3066827"/>
                <a:gd name="connsiteX0" fmla="*/ 8123689 w 8156794"/>
                <a:gd name="connsiteY0" fmla="*/ 0 h 2999866"/>
                <a:gd name="connsiteX1" fmla="*/ 8156794 w 8156794"/>
                <a:gd name="connsiteY1" fmla="*/ 1606559 h 2999866"/>
                <a:gd name="connsiteX2" fmla="*/ 4123353 w 8156794"/>
                <a:gd name="connsiteY2" fmla="*/ 2999689 h 2999866"/>
                <a:gd name="connsiteX3" fmla="*/ 2295 w 8156794"/>
                <a:gd name="connsiteY3" fmla="*/ 1551125 h 2999866"/>
                <a:gd name="connsiteX4" fmla="*/ 767 w 8156794"/>
                <a:gd name="connsiteY4" fmla="*/ 80184 h 2999866"/>
                <a:gd name="connsiteX5" fmla="*/ 4068271 w 8156794"/>
                <a:gd name="connsiteY5" fmla="*/ 1499081 h 2999866"/>
                <a:gd name="connsiteX6" fmla="*/ 8123689 w 8156794"/>
                <a:gd name="connsiteY6" fmla="*/ 0 h 2999866"/>
                <a:gd name="connsiteX0" fmla="*/ 8167828 w 8167828"/>
                <a:gd name="connsiteY0" fmla="*/ 0 h 3026651"/>
                <a:gd name="connsiteX1" fmla="*/ 8156794 w 8167828"/>
                <a:gd name="connsiteY1" fmla="*/ 1633344 h 3026651"/>
                <a:gd name="connsiteX2" fmla="*/ 4123353 w 8167828"/>
                <a:gd name="connsiteY2" fmla="*/ 3026474 h 3026651"/>
                <a:gd name="connsiteX3" fmla="*/ 2295 w 8167828"/>
                <a:gd name="connsiteY3" fmla="*/ 1577910 h 3026651"/>
                <a:gd name="connsiteX4" fmla="*/ 767 w 8167828"/>
                <a:gd name="connsiteY4" fmla="*/ 106969 h 3026651"/>
                <a:gd name="connsiteX5" fmla="*/ 4068271 w 8167828"/>
                <a:gd name="connsiteY5" fmla="*/ 1525866 h 3026651"/>
                <a:gd name="connsiteX6" fmla="*/ 8167828 w 8167828"/>
                <a:gd name="connsiteY6" fmla="*/ 0 h 3026651"/>
                <a:gd name="connsiteX0" fmla="*/ 8167828 w 8167828"/>
                <a:gd name="connsiteY0" fmla="*/ 0 h 3027228"/>
                <a:gd name="connsiteX1" fmla="*/ 8145760 w 8167828"/>
                <a:gd name="connsiteY1" fmla="*/ 1686913 h 3027228"/>
                <a:gd name="connsiteX2" fmla="*/ 4123353 w 8167828"/>
                <a:gd name="connsiteY2" fmla="*/ 3026474 h 3027228"/>
                <a:gd name="connsiteX3" fmla="*/ 2295 w 8167828"/>
                <a:gd name="connsiteY3" fmla="*/ 1577910 h 3027228"/>
                <a:gd name="connsiteX4" fmla="*/ 767 w 8167828"/>
                <a:gd name="connsiteY4" fmla="*/ 106969 h 3027228"/>
                <a:gd name="connsiteX5" fmla="*/ 4068271 w 8167828"/>
                <a:gd name="connsiteY5" fmla="*/ 1525866 h 3027228"/>
                <a:gd name="connsiteX6" fmla="*/ 8167828 w 8167828"/>
                <a:gd name="connsiteY6" fmla="*/ 0 h 3027228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23689 w 8145760"/>
                <a:gd name="connsiteY0" fmla="*/ 13560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9 w 8145760"/>
                <a:gd name="connsiteY6" fmla="*/ 13560 h 2920259"/>
                <a:gd name="connsiteX0" fmla="*/ 8178863 w 8178863"/>
                <a:gd name="connsiteY0" fmla="*/ 26952 h 2920259"/>
                <a:gd name="connsiteX1" fmla="*/ 8145760 w 8178863"/>
                <a:gd name="connsiteY1" fmla="*/ 1579944 h 2920259"/>
                <a:gd name="connsiteX2" fmla="*/ 4123353 w 8178863"/>
                <a:gd name="connsiteY2" fmla="*/ 2919505 h 2920259"/>
                <a:gd name="connsiteX3" fmla="*/ 2295 w 8178863"/>
                <a:gd name="connsiteY3" fmla="*/ 1470941 h 2920259"/>
                <a:gd name="connsiteX4" fmla="*/ 767 w 8178863"/>
                <a:gd name="connsiteY4" fmla="*/ 0 h 2920259"/>
                <a:gd name="connsiteX5" fmla="*/ 4068271 w 8178863"/>
                <a:gd name="connsiteY5" fmla="*/ 1418897 h 2920259"/>
                <a:gd name="connsiteX6" fmla="*/ 8178863 w 8178863"/>
                <a:gd name="connsiteY6" fmla="*/ 26952 h 2920259"/>
                <a:gd name="connsiteX0" fmla="*/ 8167827 w 8167827"/>
                <a:gd name="connsiteY0" fmla="*/ 40343 h 2920259"/>
                <a:gd name="connsiteX1" fmla="*/ 8145760 w 8167827"/>
                <a:gd name="connsiteY1" fmla="*/ 1579944 h 2920259"/>
                <a:gd name="connsiteX2" fmla="*/ 4123353 w 8167827"/>
                <a:gd name="connsiteY2" fmla="*/ 2919505 h 2920259"/>
                <a:gd name="connsiteX3" fmla="*/ 2295 w 8167827"/>
                <a:gd name="connsiteY3" fmla="*/ 1470941 h 2920259"/>
                <a:gd name="connsiteX4" fmla="*/ 767 w 8167827"/>
                <a:gd name="connsiteY4" fmla="*/ 0 h 2920259"/>
                <a:gd name="connsiteX5" fmla="*/ 4068271 w 8167827"/>
                <a:gd name="connsiteY5" fmla="*/ 1418897 h 2920259"/>
                <a:gd name="connsiteX6" fmla="*/ 8167827 w 8167827"/>
                <a:gd name="connsiteY6" fmla="*/ 40343 h 2920259"/>
                <a:gd name="connsiteX0" fmla="*/ 8123687 w 8145760"/>
                <a:gd name="connsiteY0" fmla="*/ 53735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7 w 8145760"/>
                <a:gd name="connsiteY6" fmla="*/ 53735 h 2920259"/>
                <a:gd name="connsiteX0" fmla="*/ 8161918 w 8161918"/>
                <a:gd name="connsiteY0" fmla="*/ 0 h 2943855"/>
                <a:gd name="connsiteX1" fmla="*/ 8145760 w 8161918"/>
                <a:gd name="connsiteY1" fmla="*/ 1603540 h 2943855"/>
                <a:gd name="connsiteX2" fmla="*/ 4123353 w 8161918"/>
                <a:gd name="connsiteY2" fmla="*/ 2943101 h 2943855"/>
                <a:gd name="connsiteX3" fmla="*/ 2295 w 8161918"/>
                <a:gd name="connsiteY3" fmla="*/ 1494537 h 2943855"/>
                <a:gd name="connsiteX4" fmla="*/ 767 w 8161918"/>
                <a:gd name="connsiteY4" fmla="*/ 23596 h 2943855"/>
                <a:gd name="connsiteX5" fmla="*/ 4068271 w 8161918"/>
                <a:gd name="connsiteY5" fmla="*/ 1442493 h 2943855"/>
                <a:gd name="connsiteX6" fmla="*/ 8161918 w 8161918"/>
                <a:gd name="connsiteY6" fmla="*/ 0 h 2943855"/>
                <a:gd name="connsiteX0" fmla="*/ 8144926 w 8145760"/>
                <a:gd name="connsiteY0" fmla="*/ 43424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44926 w 8145760"/>
                <a:gd name="connsiteY6" fmla="*/ 43424 h 2920259"/>
                <a:gd name="connsiteX0" fmla="*/ 8161918 w 8161918"/>
                <a:gd name="connsiteY0" fmla="*/ 0 h 2959321"/>
                <a:gd name="connsiteX1" fmla="*/ 8145760 w 8161918"/>
                <a:gd name="connsiteY1" fmla="*/ 1619006 h 2959321"/>
                <a:gd name="connsiteX2" fmla="*/ 4123353 w 8161918"/>
                <a:gd name="connsiteY2" fmla="*/ 2958567 h 2959321"/>
                <a:gd name="connsiteX3" fmla="*/ 2295 w 8161918"/>
                <a:gd name="connsiteY3" fmla="*/ 1510003 h 2959321"/>
                <a:gd name="connsiteX4" fmla="*/ 767 w 8161918"/>
                <a:gd name="connsiteY4" fmla="*/ 39062 h 2959321"/>
                <a:gd name="connsiteX5" fmla="*/ 4068271 w 8161918"/>
                <a:gd name="connsiteY5" fmla="*/ 1457959 h 2959321"/>
                <a:gd name="connsiteX6" fmla="*/ 8161918 w 8161918"/>
                <a:gd name="connsiteY6" fmla="*/ 0 h 2959321"/>
                <a:gd name="connsiteX0" fmla="*/ 8161918 w 8162752"/>
                <a:gd name="connsiteY0" fmla="*/ 0 h 2959488"/>
                <a:gd name="connsiteX1" fmla="*/ 8162752 w 8162752"/>
                <a:gd name="connsiteY1" fmla="*/ 1629317 h 2959488"/>
                <a:gd name="connsiteX2" fmla="*/ 4123353 w 8162752"/>
                <a:gd name="connsiteY2" fmla="*/ 2958567 h 2959488"/>
                <a:gd name="connsiteX3" fmla="*/ 2295 w 8162752"/>
                <a:gd name="connsiteY3" fmla="*/ 1510003 h 2959488"/>
                <a:gd name="connsiteX4" fmla="*/ 767 w 8162752"/>
                <a:gd name="connsiteY4" fmla="*/ 39062 h 2959488"/>
                <a:gd name="connsiteX5" fmla="*/ 4068271 w 8162752"/>
                <a:gd name="connsiteY5" fmla="*/ 1457959 h 2959488"/>
                <a:gd name="connsiteX6" fmla="*/ 8161918 w 8162752"/>
                <a:gd name="connsiteY6" fmla="*/ 0 h 2959488"/>
                <a:gd name="connsiteX0" fmla="*/ 8165930 w 8166764"/>
                <a:gd name="connsiteY0" fmla="*/ 7337 h 2966825"/>
                <a:gd name="connsiteX1" fmla="*/ 8166764 w 8166764"/>
                <a:gd name="connsiteY1" fmla="*/ 1636654 h 2966825"/>
                <a:gd name="connsiteX2" fmla="*/ 4127365 w 8166764"/>
                <a:gd name="connsiteY2" fmla="*/ 2965904 h 2966825"/>
                <a:gd name="connsiteX3" fmla="*/ 6307 w 8166764"/>
                <a:gd name="connsiteY3" fmla="*/ 1517340 h 2966825"/>
                <a:gd name="connsiteX4" fmla="*/ 532 w 8166764"/>
                <a:gd name="connsiteY4" fmla="*/ 0 h 2966825"/>
                <a:gd name="connsiteX5" fmla="*/ 4072283 w 8166764"/>
                <a:gd name="connsiteY5" fmla="*/ 1465296 h 2966825"/>
                <a:gd name="connsiteX6" fmla="*/ 8165930 w 8166764"/>
                <a:gd name="connsiteY6" fmla="*/ 7337 h 2966825"/>
                <a:gd name="connsiteX0" fmla="*/ 8168119 w 8168953"/>
                <a:gd name="connsiteY0" fmla="*/ 7337 h 2966682"/>
                <a:gd name="connsiteX1" fmla="*/ 8168953 w 8168953"/>
                <a:gd name="connsiteY1" fmla="*/ 1636654 h 2966682"/>
                <a:gd name="connsiteX2" fmla="*/ 4129554 w 8168953"/>
                <a:gd name="connsiteY2" fmla="*/ 2965904 h 2966682"/>
                <a:gd name="connsiteX3" fmla="*/ 0 w 8168953"/>
                <a:gd name="connsiteY3" fmla="*/ 1527651 h 2966682"/>
                <a:gd name="connsiteX4" fmla="*/ 2721 w 8168953"/>
                <a:gd name="connsiteY4" fmla="*/ 0 h 2966682"/>
                <a:gd name="connsiteX5" fmla="*/ 4074472 w 8168953"/>
                <a:gd name="connsiteY5" fmla="*/ 1465296 h 2966682"/>
                <a:gd name="connsiteX6" fmla="*/ 8168119 w 8168953"/>
                <a:gd name="connsiteY6" fmla="*/ 7337 h 2966682"/>
                <a:gd name="connsiteX0" fmla="*/ 8168119 w 8168953"/>
                <a:gd name="connsiteY0" fmla="*/ 7337 h 3100377"/>
                <a:gd name="connsiteX1" fmla="*/ 8168953 w 8168953"/>
                <a:gd name="connsiteY1" fmla="*/ 1636654 h 3100377"/>
                <a:gd name="connsiteX2" fmla="*/ 4118520 w 8168953"/>
                <a:gd name="connsiteY2" fmla="*/ 3099826 h 3100377"/>
                <a:gd name="connsiteX3" fmla="*/ 0 w 8168953"/>
                <a:gd name="connsiteY3" fmla="*/ 1527651 h 3100377"/>
                <a:gd name="connsiteX4" fmla="*/ 2721 w 8168953"/>
                <a:gd name="connsiteY4" fmla="*/ 0 h 3100377"/>
                <a:gd name="connsiteX5" fmla="*/ 4074472 w 8168953"/>
                <a:gd name="connsiteY5" fmla="*/ 1465296 h 3100377"/>
                <a:gd name="connsiteX6" fmla="*/ 8168119 w 8168953"/>
                <a:gd name="connsiteY6" fmla="*/ 7337 h 3100377"/>
                <a:gd name="connsiteX0" fmla="*/ 8168119 w 8168953"/>
                <a:gd name="connsiteY0" fmla="*/ 7337 h 3100429"/>
                <a:gd name="connsiteX1" fmla="*/ 8168953 w 8168953"/>
                <a:gd name="connsiteY1" fmla="*/ 1636654 h 3100429"/>
                <a:gd name="connsiteX2" fmla="*/ 4118520 w 8168953"/>
                <a:gd name="connsiteY2" fmla="*/ 3099826 h 3100429"/>
                <a:gd name="connsiteX3" fmla="*/ 0 w 8168953"/>
                <a:gd name="connsiteY3" fmla="*/ 1527651 h 3100429"/>
                <a:gd name="connsiteX4" fmla="*/ 2721 w 8168953"/>
                <a:gd name="connsiteY4" fmla="*/ 0 h 3100429"/>
                <a:gd name="connsiteX5" fmla="*/ 4074472 w 8168953"/>
                <a:gd name="connsiteY5" fmla="*/ 1465296 h 3100429"/>
                <a:gd name="connsiteX6" fmla="*/ 8168119 w 8168953"/>
                <a:gd name="connsiteY6" fmla="*/ 7337 h 3100429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166683" h="3099826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bg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                  </a:t>
              </a:r>
            </a:p>
          </p:txBody>
        </p:sp>
        <p:sp>
          <p:nvSpPr>
            <p:cNvPr id="423" name="Oval 422">
              <a:extLst>
                <a:ext uri="{FF2B5EF4-FFF2-40B4-BE49-F238E27FC236}">
                  <a16:creationId xmlns:a16="http://schemas.microsoft.com/office/drawing/2014/main" id="{295F088B-9D9D-964F-AA6D-D5327CE0C3A1}"/>
                </a:ext>
              </a:extLst>
            </p:cNvPr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             </a:t>
              </a:r>
            </a:p>
          </p:txBody>
        </p:sp>
        <p:grpSp>
          <p:nvGrpSpPr>
            <p:cNvPr id="424" name="Group 423">
              <a:extLst>
                <a:ext uri="{FF2B5EF4-FFF2-40B4-BE49-F238E27FC236}">
                  <a16:creationId xmlns:a16="http://schemas.microsoft.com/office/drawing/2014/main" id="{B1CAB28B-358E-AA46-BD50-E34CAAEF8E8D}"/>
                </a:ext>
              </a:extLst>
            </p:cNvPr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425" name="Freeform 424">
                <a:extLst>
                  <a:ext uri="{FF2B5EF4-FFF2-40B4-BE49-F238E27FC236}">
                    <a16:creationId xmlns:a16="http://schemas.microsoft.com/office/drawing/2014/main" id="{01DD581A-A88A-A243-9941-2CA12F31E1D1}"/>
                  </a:ext>
                </a:extLst>
              </p:cNvPr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avLst/>
                <a:gdLst>
                  <a:gd name="connsiteX0" fmla="*/ 3725333 w 4588933"/>
                  <a:gd name="connsiteY0" fmla="*/ 0 h 1049866"/>
                  <a:gd name="connsiteX1" fmla="*/ 4588933 w 4588933"/>
                  <a:gd name="connsiteY1" fmla="*/ 270933 h 1049866"/>
                  <a:gd name="connsiteX2" fmla="*/ 3962400 w 4588933"/>
                  <a:gd name="connsiteY2" fmla="*/ 541866 h 1049866"/>
                  <a:gd name="connsiteX3" fmla="*/ 3742267 w 4588933"/>
                  <a:gd name="connsiteY3" fmla="*/ 457200 h 1049866"/>
                  <a:gd name="connsiteX4" fmla="*/ 2269067 w 4588933"/>
                  <a:gd name="connsiteY4" fmla="*/ 1049866 h 1049866"/>
                  <a:gd name="connsiteX5" fmla="*/ 880533 w 4588933"/>
                  <a:gd name="connsiteY5" fmla="*/ 457200 h 1049866"/>
                  <a:gd name="connsiteX6" fmla="*/ 592667 w 4588933"/>
                  <a:gd name="connsiteY6" fmla="*/ 541866 h 1049866"/>
                  <a:gd name="connsiteX7" fmla="*/ 0 w 4588933"/>
                  <a:gd name="connsiteY7" fmla="*/ 254000 h 1049866"/>
                  <a:gd name="connsiteX8" fmla="*/ 880533 w 4588933"/>
                  <a:gd name="connsiteY8" fmla="*/ 16933 h 1049866"/>
                  <a:gd name="connsiteX9" fmla="*/ 2302933 w 4588933"/>
                  <a:gd name="connsiteY9" fmla="*/ 626533 h 1049866"/>
                  <a:gd name="connsiteX10" fmla="*/ 3725333 w 4588933"/>
                  <a:gd name="connsiteY10" fmla="*/ 0 h 1049866"/>
                  <a:gd name="connsiteX0" fmla="*/ 3725333 w 4641485"/>
                  <a:gd name="connsiteY0" fmla="*/ 0 h 1049866"/>
                  <a:gd name="connsiteX1" fmla="*/ 4641485 w 4641485"/>
                  <a:gd name="connsiteY1" fmla="*/ 239402 h 1049866"/>
                  <a:gd name="connsiteX2" fmla="*/ 3962400 w 4641485"/>
                  <a:gd name="connsiteY2" fmla="*/ 541866 h 1049866"/>
                  <a:gd name="connsiteX3" fmla="*/ 3742267 w 4641485"/>
                  <a:gd name="connsiteY3" fmla="*/ 457200 h 1049866"/>
                  <a:gd name="connsiteX4" fmla="*/ 2269067 w 4641485"/>
                  <a:gd name="connsiteY4" fmla="*/ 1049866 h 1049866"/>
                  <a:gd name="connsiteX5" fmla="*/ 880533 w 4641485"/>
                  <a:gd name="connsiteY5" fmla="*/ 457200 h 1049866"/>
                  <a:gd name="connsiteX6" fmla="*/ 592667 w 4641485"/>
                  <a:gd name="connsiteY6" fmla="*/ 541866 h 1049866"/>
                  <a:gd name="connsiteX7" fmla="*/ 0 w 4641485"/>
                  <a:gd name="connsiteY7" fmla="*/ 254000 h 1049866"/>
                  <a:gd name="connsiteX8" fmla="*/ 880533 w 4641485"/>
                  <a:gd name="connsiteY8" fmla="*/ 16933 h 1049866"/>
                  <a:gd name="connsiteX9" fmla="*/ 2302933 w 4641485"/>
                  <a:gd name="connsiteY9" fmla="*/ 626533 h 1049866"/>
                  <a:gd name="connsiteX10" fmla="*/ 3725333 w 4641485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73798 w 4673016"/>
                  <a:gd name="connsiteY3" fmla="*/ 45720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84308 w 4673016"/>
                  <a:gd name="connsiteY3" fmla="*/ 404648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815839 w 4673016"/>
                  <a:gd name="connsiteY3" fmla="*/ 46771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4673016" h="104986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426" name="Freeform 425">
                <a:extLst>
                  <a:ext uri="{FF2B5EF4-FFF2-40B4-BE49-F238E27FC236}">
                    <a16:creationId xmlns:a16="http://schemas.microsoft.com/office/drawing/2014/main" id="{DC80F0DF-8C07-9F4B-A91E-B69266F157EF}"/>
                  </a:ext>
                </a:extLst>
              </p:cNvPr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avLst/>
                <a:gdLst>
                  <a:gd name="connsiteX0" fmla="*/ 21021 w 1744718"/>
                  <a:gd name="connsiteY0" fmla="*/ 0 h 903890"/>
                  <a:gd name="connsiteX1" fmla="*/ 1744718 w 1744718"/>
                  <a:gd name="connsiteY1" fmla="*/ 693683 h 903890"/>
                  <a:gd name="connsiteX2" fmla="*/ 1145628 w 1744718"/>
                  <a:gd name="connsiteY2" fmla="*/ 903890 h 903890"/>
                  <a:gd name="connsiteX3" fmla="*/ 0 w 1744718"/>
                  <a:gd name="connsiteY3" fmla="*/ 451945 h 903890"/>
                  <a:gd name="connsiteX4" fmla="*/ 21021 w 1744718"/>
                  <a:gd name="connsiteY4" fmla="*/ 0 h 9038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44718" h="903890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427" name="Freeform 426">
                <a:extLst>
                  <a:ext uri="{FF2B5EF4-FFF2-40B4-BE49-F238E27FC236}">
                    <a16:creationId xmlns:a16="http://schemas.microsoft.com/office/drawing/2014/main" id="{F8E66F3B-2637-A747-9C24-85B20184E645}"/>
                  </a:ext>
                </a:extLst>
              </p:cNvPr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avLst/>
                <a:gdLst>
                  <a:gd name="connsiteX0" fmla="*/ 1702676 w 1713187"/>
                  <a:gd name="connsiteY0" fmla="*/ 0 h 893380"/>
                  <a:gd name="connsiteX1" fmla="*/ 1713187 w 1713187"/>
                  <a:gd name="connsiteY1" fmla="*/ 472966 h 893380"/>
                  <a:gd name="connsiteX2" fmla="*/ 578069 w 1713187"/>
                  <a:gd name="connsiteY2" fmla="*/ 893380 h 893380"/>
                  <a:gd name="connsiteX3" fmla="*/ 0 w 1713187"/>
                  <a:gd name="connsiteY3" fmla="*/ 693683 h 893380"/>
                  <a:gd name="connsiteX4" fmla="*/ 1702676 w 1713187"/>
                  <a:gd name="connsiteY4" fmla="*/ 0 h 8933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13187" h="893380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428" name="Freeform 427">
                <a:extLst>
                  <a:ext uri="{FF2B5EF4-FFF2-40B4-BE49-F238E27FC236}">
                    <a16:creationId xmlns:a16="http://schemas.microsoft.com/office/drawing/2014/main" id="{3334DF4C-51D1-1941-B531-C15B374AB0EC}"/>
                  </a:ext>
                </a:extLst>
              </p:cNvPr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avLst/>
                <a:gdLst>
                  <a:gd name="connsiteX0" fmla="*/ 599089 w 4162096"/>
                  <a:gd name="connsiteY0" fmla="*/ 273269 h 1618593"/>
                  <a:gd name="connsiteX1" fmla="*/ 882869 w 4162096"/>
                  <a:gd name="connsiteY1" fmla="*/ 199697 h 1618593"/>
                  <a:gd name="connsiteX2" fmla="*/ 2312276 w 4162096"/>
                  <a:gd name="connsiteY2" fmla="*/ 798786 h 1618593"/>
                  <a:gd name="connsiteX3" fmla="*/ 3794234 w 4162096"/>
                  <a:gd name="connsiteY3" fmla="*/ 199697 h 1618593"/>
                  <a:gd name="connsiteX4" fmla="*/ 4014951 w 4162096"/>
                  <a:gd name="connsiteY4" fmla="*/ 273269 h 1618593"/>
                  <a:gd name="connsiteX5" fmla="*/ 3058510 w 4162096"/>
                  <a:gd name="connsiteY5" fmla="*/ 641131 h 1618593"/>
                  <a:gd name="connsiteX6" fmla="*/ 3026979 w 4162096"/>
                  <a:gd name="connsiteY6" fmla="*/ 1114097 h 1618593"/>
                  <a:gd name="connsiteX7" fmla="*/ 4162096 w 4162096"/>
                  <a:gd name="connsiteY7" fmla="*/ 1545021 h 1618593"/>
                  <a:gd name="connsiteX8" fmla="*/ 3878317 w 4162096"/>
                  <a:gd name="connsiteY8" fmla="*/ 1608083 h 1618593"/>
                  <a:gd name="connsiteX9" fmla="*/ 2301765 w 4162096"/>
                  <a:gd name="connsiteY9" fmla="*/ 945931 h 1618593"/>
                  <a:gd name="connsiteX10" fmla="*/ 693682 w 4162096"/>
                  <a:gd name="connsiteY10" fmla="*/ 1618593 h 1618593"/>
                  <a:gd name="connsiteX11" fmla="*/ 430924 w 4162096"/>
                  <a:gd name="connsiteY11" fmla="*/ 1524000 h 1618593"/>
                  <a:gd name="connsiteX12" fmla="*/ 1576551 w 4162096"/>
                  <a:gd name="connsiteY12" fmla="*/ 1082566 h 1618593"/>
                  <a:gd name="connsiteX13" fmla="*/ 1545020 w 4162096"/>
                  <a:gd name="connsiteY13" fmla="*/ 609600 h 1618593"/>
                  <a:gd name="connsiteX14" fmla="*/ 0 w 4162096"/>
                  <a:gd name="connsiteY14" fmla="*/ 0 h 1618593"/>
                  <a:gd name="connsiteX15" fmla="*/ 872358 w 4162096"/>
                  <a:gd name="connsiteY15" fmla="*/ 210207 h 1618593"/>
                  <a:gd name="connsiteX16" fmla="*/ 872358 w 4162096"/>
                  <a:gd name="connsiteY16" fmla="*/ 210207 h 1618593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15" fmla="*/ 441434 w 3731172"/>
                  <a:gd name="connsiteY15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357351 w 3731172"/>
                  <a:gd name="connsiteY14" fmla="*/ 115613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56137 w 3731172"/>
                  <a:gd name="connsiteY13" fmla="*/ 441434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903890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575034 w 3710151"/>
                  <a:gd name="connsiteY6" fmla="*/ 91440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06565 w 3710151"/>
                  <a:gd name="connsiteY6" fmla="*/ 92491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5151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09858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62012 w 3725019"/>
                  <a:gd name="connsiteY0" fmla="*/ 73572 h 1418896"/>
                  <a:gd name="connsiteX1" fmla="*/ 445792 w 3725019"/>
                  <a:gd name="connsiteY1" fmla="*/ 0 h 1418896"/>
                  <a:gd name="connsiteX2" fmla="*/ 1852896 w 3725019"/>
                  <a:gd name="connsiteY2" fmla="*/ 591655 h 1418896"/>
                  <a:gd name="connsiteX3" fmla="*/ 3357157 w 3725019"/>
                  <a:gd name="connsiteY3" fmla="*/ 0 h 1418896"/>
                  <a:gd name="connsiteX4" fmla="*/ 3577874 w 3725019"/>
                  <a:gd name="connsiteY4" fmla="*/ 73572 h 1418896"/>
                  <a:gd name="connsiteX5" fmla="*/ 2632585 w 3725019"/>
                  <a:gd name="connsiteY5" fmla="*/ 448868 h 1418896"/>
                  <a:gd name="connsiteX6" fmla="*/ 2625150 w 3725019"/>
                  <a:gd name="connsiteY6" fmla="*/ 902607 h 1418896"/>
                  <a:gd name="connsiteX7" fmla="*/ 3725019 w 3725019"/>
                  <a:gd name="connsiteY7" fmla="*/ 1345324 h 1418896"/>
                  <a:gd name="connsiteX8" fmla="*/ 3441240 w 3725019"/>
                  <a:gd name="connsiteY8" fmla="*/ 1408386 h 1418896"/>
                  <a:gd name="connsiteX9" fmla="*/ 1864688 w 3725019"/>
                  <a:gd name="connsiteY9" fmla="*/ 746234 h 1418896"/>
                  <a:gd name="connsiteX10" fmla="*/ 256605 w 3725019"/>
                  <a:gd name="connsiteY10" fmla="*/ 1418896 h 1418896"/>
                  <a:gd name="connsiteX11" fmla="*/ 0 w 3725019"/>
                  <a:gd name="connsiteY11" fmla="*/ 1331097 h 1418896"/>
                  <a:gd name="connsiteX12" fmla="*/ 1113454 w 3725019"/>
                  <a:gd name="connsiteY12" fmla="*/ 903890 h 1418896"/>
                  <a:gd name="connsiteX13" fmla="*/ 1102302 w 3725019"/>
                  <a:gd name="connsiteY13" fmla="*/ 451945 h 1418896"/>
                  <a:gd name="connsiteX14" fmla="*/ 183032 w 3725019"/>
                  <a:gd name="connsiteY14" fmla="*/ 84081 h 1418896"/>
                  <a:gd name="connsiteX15" fmla="*/ 162012 w 3725019"/>
                  <a:gd name="connsiteY15" fmla="*/ 73572 h 14188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725019" h="1418896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</p:grpSp>
      <p:grpSp>
        <p:nvGrpSpPr>
          <p:cNvPr id="164" name="Group 124">
            <a:extLst>
              <a:ext uri="{FF2B5EF4-FFF2-40B4-BE49-F238E27FC236}">
                <a16:creationId xmlns:a16="http://schemas.microsoft.com/office/drawing/2014/main" id="{FC5EB0EE-47AC-FF4C-AF7B-EEF579419908}"/>
              </a:ext>
            </a:extLst>
          </p:cNvPr>
          <p:cNvGrpSpPr>
            <a:grpSpLocks/>
          </p:cNvGrpSpPr>
          <p:nvPr/>
        </p:nvGrpSpPr>
        <p:grpSpPr bwMode="auto">
          <a:xfrm>
            <a:off x="1317421" y="3877120"/>
            <a:ext cx="645431" cy="569172"/>
            <a:chOff x="-44" y="1473"/>
            <a:chExt cx="981" cy="1105"/>
          </a:xfrm>
        </p:grpSpPr>
        <p:pic>
          <p:nvPicPr>
            <p:cNvPr id="420" name="Picture 125" descr="desktop_computer_stylized_medium">
              <a:extLst>
                <a:ext uri="{FF2B5EF4-FFF2-40B4-BE49-F238E27FC236}">
                  <a16:creationId xmlns:a16="http://schemas.microsoft.com/office/drawing/2014/main" id="{DCB34079-A6E3-9D4A-BE16-E82BDFE7BE7A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421" name="Freeform 126">
              <a:extLst>
                <a:ext uri="{FF2B5EF4-FFF2-40B4-BE49-F238E27FC236}">
                  <a16:creationId xmlns:a16="http://schemas.microsoft.com/office/drawing/2014/main" id="{B18A6DB4-0DA7-0441-9809-42625EC3D677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5595 w 356"/>
                <a:gd name="T3" fmla="*/ 341 h 368"/>
                <a:gd name="T4" fmla="*/ 6638 w 356"/>
                <a:gd name="T5" fmla="*/ 7113 h 368"/>
                <a:gd name="T6" fmla="*/ 1463 w 356"/>
                <a:gd name="T7" fmla="*/ 8895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 cmpd="sng">
                  <a:solidFill>
                    <a:schemeClr val="tx1"/>
                  </a:solidFill>
                  <a:prstDash val="solid"/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</p:grpSp>
      <p:sp>
        <p:nvSpPr>
          <p:cNvPr id="166" name="Freeform 12">
            <a:extLst>
              <a:ext uri="{FF2B5EF4-FFF2-40B4-BE49-F238E27FC236}">
                <a16:creationId xmlns:a16="http://schemas.microsoft.com/office/drawing/2014/main" id="{3953C5E3-1C88-7F42-A861-A35744860036}"/>
              </a:ext>
            </a:extLst>
          </p:cNvPr>
          <p:cNvSpPr>
            <a:spLocks/>
          </p:cNvSpPr>
          <p:nvPr/>
        </p:nvSpPr>
        <p:spPr bwMode="auto">
          <a:xfrm flipH="1">
            <a:off x="978210" y="4681606"/>
            <a:ext cx="308091" cy="1217281"/>
          </a:xfrm>
          <a:custGeom>
            <a:avLst/>
            <a:gdLst>
              <a:gd name="T0" fmla="*/ 2147483647 w 366"/>
              <a:gd name="T1" fmla="*/ 2147483647 h 1284"/>
              <a:gd name="T2" fmla="*/ 2147483647 w 366"/>
              <a:gd name="T3" fmla="*/ 0 h 1284"/>
              <a:gd name="T4" fmla="*/ 0 w 366"/>
              <a:gd name="T5" fmla="*/ 2147483647 h 1284"/>
              <a:gd name="T6" fmla="*/ 2147483647 w 366"/>
              <a:gd name="T7" fmla="*/ 2147483647 h 1284"/>
              <a:gd name="T8" fmla="*/ 2147483647 w 366"/>
              <a:gd name="T9" fmla="*/ 2147483647 h 1284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366" h="1284">
                <a:moveTo>
                  <a:pt x="366" y="1278"/>
                </a:moveTo>
                <a:lnTo>
                  <a:pt x="12" y="0"/>
                </a:lnTo>
                <a:lnTo>
                  <a:pt x="0" y="1224"/>
                </a:lnTo>
                <a:lnTo>
                  <a:pt x="186" y="1284"/>
                </a:lnTo>
                <a:lnTo>
                  <a:pt x="366" y="1278"/>
                </a:lnTo>
                <a:close/>
              </a:path>
            </a:pathLst>
          </a:custGeom>
          <a:gradFill rotWithShape="1">
            <a:gsLst>
              <a:gs pos="0">
                <a:srgbClr val="B2B2B2"/>
              </a:gs>
              <a:gs pos="100000">
                <a:srgbClr val="FFFFFF"/>
              </a:gs>
            </a:gsLst>
            <a:lin ang="0" scaled="1"/>
          </a:gradFill>
          <a:ln w="9525">
            <a:noFill/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167" name="Line 33">
            <a:extLst>
              <a:ext uri="{FF2B5EF4-FFF2-40B4-BE49-F238E27FC236}">
                <a16:creationId xmlns:a16="http://schemas.microsoft.com/office/drawing/2014/main" id="{6B880909-138C-864F-A544-21462FBDBD13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2405566" y="4856096"/>
            <a:ext cx="1134865" cy="113419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168" name="Text Box 42">
            <a:extLst>
              <a:ext uri="{FF2B5EF4-FFF2-40B4-BE49-F238E27FC236}">
                <a16:creationId xmlns:a16="http://schemas.microsoft.com/office/drawing/2014/main" id="{C12F884F-8B3B-254B-979E-446A00E57D1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88616" y="3529817"/>
            <a:ext cx="1122503" cy="31782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Host A</a:t>
            </a:r>
            <a:endParaRPr kumimoji="0" lang="en-US" altLang="en-US" sz="4000" b="0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Comic Sans MS" panose="030F0902030302020204" pitchFamily="66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169" name="Text Box 52">
            <a:extLst>
              <a:ext uri="{FF2B5EF4-FFF2-40B4-BE49-F238E27FC236}">
                <a16:creationId xmlns:a16="http://schemas.microsoft.com/office/drawing/2014/main" id="{7B14A372-36AF-7943-B01F-CCDE7A3DF09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83435" y="6053488"/>
            <a:ext cx="981577" cy="31782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13A3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Host B</a:t>
            </a:r>
            <a:endParaRPr kumimoji="0" lang="en-US" altLang="en-US" sz="4000" b="0" i="0" u="none" strike="noStrike" kern="1200" cap="none" spc="0" normalizeH="0" baseline="0" noProof="0" dirty="0">
              <a:ln>
                <a:noFill/>
              </a:ln>
              <a:solidFill>
                <a:srgbClr val="0013A3"/>
              </a:solidFill>
              <a:effectLst/>
              <a:uLnTx/>
              <a:uFillTx/>
              <a:latin typeface="Comic Sans MS" panose="030F0902030302020204" pitchFamily="66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170" name="Line 53">
            <a:extLst>
              <a:ext uri="{FF2B5EF4-FFF2-40B4-BE49-F238E27FC236}">
                <a16:creationId xmlns:a16="http://schemas.microsoft.com/office/drawing/2014/main" id="{E766E562-5368-124F-9601-7FDC89262714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002248" y="5379569"/>
            <a:ext cx="748777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171" name="Line 54">
            <a:extLst>
              <a:ext uri="{FF2B5EF4-FFF2-40B4-BE49-F238E27FC236}">
                <a16:creationId xmlns:a16="http://schemas.microsoft.com/office/drawing/2014/main" id="{5217D62B-C74B-E74F-A167-EAC133435E5A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4991187" y="5379569"/>
            <a:ext cx="748777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172" name="Line 55">
            <a:extLst>
              <a:ext uri="{FF2B5EF4-FFF2-40B4-BE49-F238E27FC236}">
                <a16:creationId xmlns:a16="http://schemas.microsoft.com/office/drawing/2014/main" id="{13864E4D-0C95-B848-9A1E-13BC90244670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5143282" y="4856096"/>
            <a:ext cx="1134865" cy="113419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173" name="Line 57">
            <a:extLst>
              <a:ext uri="{FF2B5EF4-FFF2-40B4-BE49-F238E27FC236}">
                <a16:creationId xmlns:a16="http://schemas.microsoft.com/office/drawing/2014/main" id="{BF96F5E7-6F33-8C4E-8B93-288BD347F4C8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6275655" y="4856289"/>
            <a:ext cx="540134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grpSp>
        <p:nvGrpSpPr>
          <p:cNvPr id="308" name="Group 127">
            <a:extLst>
              <a:ext uri="{FF2B5EF4-FFF2-40B4-BE49-F238E27FC236}">
                <a16:creationId xmlns:a16="http://schemas.microsoft.com/office/drawing/2014/main" id="{5A859FBC-BCA2-C842-8621-8728D6AA737D}"/>
              </a:ext>
            </a:extLst>
          </p:cNvPr>
          <p:cNvGrpSpPr>
            <a:grpSpLocks/>
          </p:cNvGrpSpPr>
          <p:nvPr/>
        </p:nvGrpSpPr>
        <p:grpSpPr bwMode="auto">
          <a:xfrm>
            <a:off x="7531958" y="4473878"/>
            <a:ext cx="284691" cy="577481"/>
            <a:chOff x="4140" y="429"/>
            <a:chExt cx="1425" cy="2396"/>
          </a:xfrm>
        </p:grpSpPr>
        <p:sp>
          <p:nvSpPr>
            <p:cNvPr id="382" name="Freeform 128">
              <a:extLst>
                <a:ext uri="{FF2B5EF4-FFF2-40B4-BE49-F238E27FC236}">
                  <a16:creationId xmlns:a16="http://schemas.microsoft.com/office/drawing/2014/main" id="{53E7DA9C-A2FB-2A47-9F85-7E7A65DE8A50}"/>
                </a:ext>
              </a:extLst>
            </p:cNvPr>
            <p:cNvSpPr>
              <a:spLocks/>
            </p:cNvSpPr>
            <p:nvPr/>
          </p:nvSpPr>
          <p:spPr bwMode="auto">
            <a:xfrm>
              <a:off x="5268" y="433"/>
              <a:ext cx="283" cy="2286"/>
            </a:xfrm>
            <a:custGeom>
              <a:avLst/>
              <a:gdLst>
                <a:gd name="T0" fmla="*/ 7 w 354"/>
                <a:gd name="T1" fmla="*/ 0 h 2742"/>
                <a:gd name="T2" fmla="*/ 38 w 354"/>
                <a:gd name="T3" fmla="*/ 55 h 2742"/>
                <a:gd name="T4" fmla="*/ 37 w 354"/>
                <a:gd name="T5" fmla="*/ 425 h 2742"/>
                <a:gd name="T6" fmla="*/ 0 w 354"/>
                <a:gd name="T7" fmla="*/ 445 h 2742"/>
                <a:gd name="T8" fmla="*/ 7 w 354"/>
                <a:gd name="T9" fmla="*/ 0 h 274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4" h="2742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 rotWithShape="1"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83" name="Rectangle 129">
              <a:extLst>
                <a:ext uri="{FF2B5EF4-FFF2-40B4-BE49-F238E27FC236}">
                  <a16:creationId xmlns:a16="http://schemas.microsoft.com/office/drawing/2014/main" id="{3AF5C3FC-49CB-F149-8EC4-D3CE93FBDCD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08" y="429"/>
              <a:ext cx="1044" cy="2284"/>
            </a:xfrm>
            <a:prstGeom prst="rect">
              <a:avLst/>
            </a:pr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384" name="Freeform 130">
              <a:extLst>
                <a:ext uri="{FF2B5EF4-FFF2-40B4-BE49-F238E27FC236}">
                  <a16:creationId xmlns:a16="http://schemas.microsoft.com/office/drawing/2014/main" id="{7C42DC53-39FF-5A49-8C4F-6C40C63A2CAD}"/>
                </a:ext>
              </a:extLst>
            </p:cNvPr>
            <p:cNvSpPr>
              <a:spLocks/>
            </p:cNvSpPr>
            <p:nvPr/>
          </p:nvSpPr>
          <p:spPr bwMode="auto">
            <a:xfrm>
              <a:off x="5321" y="570"/>
              <a:ext cx="169" cy="2115"/>
            </a:xfrm>
            <a:custGeom>
              <a:avLst/>
              <a:gdLst>
                <a:gd name="T0" fmla="*/ 2 w 211"/>
                <a:gd name="T1" fmla="*/ 0 h 2537"/>
                <a:gd name="T2" fmla="*/ 23 w 211"/>
                <a:gd name="T3" fmla="*/ 36 h 2537"/>
                <a:gd name="T4" fmla="*/ 2 w 211"/>
                <a:gd name="T5" fmla="*/ 405 h 2537"/>
                <a:gd name="T6" fmla="*/ 2 w 211"/>
                <a:gd name="T7" fmla="*/ 0 h 2537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11" h="2537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 rotWithShape="1"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85" name="Freeform 131">
              <a:extLst>
                <a:ext uri="{FF2B5EF4-FFF2-40B4-BE49-F238E27FC236}">
                  <a16:creationId xmlns:a16="http://schemas.microsoft.com/office/drawing/2014/main" id="{904C6061-3C0D-024D-9392-F0BBD56C7B4E}"/>
                </a:ext>
              </a:extLst>
            </p:cNvPr>
            <p:cNvSpPr>
              <a:spLocks/>
            </p:cNvSpPr>
            <p:nvPr/>
          </p:nvSpPr>
          <p:spPr bwMode="auto">
            <a:xfrm>
              <a:off x="5284" y="1640"/>
              <a:ext cx="263" cy="189"/>
            </a:xfrm>
            <a:custGeom>
              <a:avLst/>
              <a:gdLst>
                <a:gd name="T0" fmla="*/ 2 w 328"/>
                <a:gd name="T1" fmla="*/ 0 h 226"/>
                <a:gd name="T2" fmla="*/ 36 w 328"/>
                <a:gd name="T3" fmla="*/ 21 h 226"/>
                <a:gd name="T4" fmla="*/ 36 w 328"/>
                <a:gd name="T5" fmla="*/ 38 h 226"/>
                <a:gd name="T6" fmla="*/ 0 w 328"/>
                <a:gd name="T7" fmla="*/ 16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86" name="Rectangle 132">
              <a:extLst>
                <a:ext uri="{FF2B5EF4-FFF2-40B4-BE49-F238E27FC236}">
                  <a16:creationId xmlns:a16="http://schemas.microsoft.com/office/drawing/2014/main" id="{CBF7762D-B9E1-3F42-8A5B-2FD716C9EFA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08" y="696"/>
              <a:ext cx="595" cy="43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grpSp>
          <p:nvGrpSpPr>
            <p:cNvPr id="387" name="Group 133">
              <a:extLst>
                <a:ext uri="{FF2B5EF4-FFF2-40B4-BE49-F238E27FC236}">
                  <a16:creationId xmlns:a16="http://schemas.microsoft.com/office/drawing/2014/main" id="{37F59F7C-B64B-B948-AF1B-7F3AF0207575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49" y="668"/>
              <a:ext cx="581" cy="145"/>
              <a:chOff x="614" y="2568"/>
              <a:chExt cx="725" cy="139"/>
            </a:xfrm>
          </p:grpSpPr>
          <p:sp>
            <p:nvSpPr>
              <p:cNvPr id="412" name="AutoShape 134">
                <a:extLst>
                  <a:ext uri="{FF2B5EF4-FFF2-40B4-BE49-F238E27FC236}">
                    <a16:creationId xmlns:a16="http://schemas.microsoft.com/office/drawing/2014/main" id="{DC9F766E-CCD1-BE4A-94CB-63A12C7B94D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09" y="2570"/>
                <a:ext cx="731" cy="140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endParaRPr>
              </a:p>
            </p:txBody>
          </p:sp>
          <p:sp>
            <p:nvSpPr>
              <p:cNvPr id="413" name="AutoShape 135">
                <a:extLst>
                  <a:ext uri="{FF2B5EF4-FFF2-40B4-BE49-F238E27FC236}">
                    <a16:creationId xmlns:a16="http://schemas.microsoft.com/office/drawing/2014/main" id="{DD08DC7B-FBF1-C548-A5EC-8949A2770AA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1" y="2587"/>
                <a:ext cx="706" cy="107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endParaRPr>
              </a:p>
            </p:txBody>
          </p:sp>
        </p:grpSp>
        <p:sp>
          <p:nvSpPr>
            <p:cNvPr id="388" name="Rectangle 136">
              <a:extLst>
                <a:ext uri="{FF2B5EF4-FFF2-40B4-BE49-F238E27FC236}">
                  <a16:creationId xmlns:a16="http://schemas.microsoft.com/office/drawing/2014/main" id="{C3C4DB9B-2C11-974B-AE3D-EEE3882C2E5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28" y="1015"/>
              <a:ext cx="595" cy="52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grpSp>
          <p:nvGrpSpPr>
            <p:cNvPr id="389" name="Group 137">
              <a:extLst>
                <a:ext uri="{FF2B5EF4-FFF2-40B4-BE49-F238E27FC236}">
                  <a16:creationId xmlns:a16="http://schemas.microsoft.com/office/drawing/2014/main" id="{EC619C0F-379A-2342-B3D5-485A8C9E4063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47" y="994"/>
              <a:ext cx="581" cy="134"/>
              <a:chOff x="614" y="2568"/>
              <a:chExt cx="725" cy="139"/>
            </a:xfrm>
          </p:grpSpPr>
          <p:sp>
            <p:nvSpPr>
              <p:cNvPr id="410" name="AutoShape 138">
                <a:extLst>
                  <a:ext uri="{FF2B5EF4-FFF2-40B4-BE49-F238E27FC236}">
                    <a16:creationId xmlns:a16="http://schemas.microsoft.com/office/drawing/2014/main" id="{2F03F1AA-B144-6441-82E1-7E7D399D404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2" y="2572"/>
                <a:ext cx="731" cy="134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endParaRPr>
              </a:p>
            </p:txBody>
          </p:sp>
          <p:sp>
            <p:nvSpPr>
              <p:cNvPr id="411" name="AutoShape 139">
                <a:extLst>
                  <a:ext uri="{FF2B5EF4-FFF2-40B4-BE49-F238E27FC236}">
                    <a16:creationId xmlns:a16="http://schemas.microsoft.com/office/drawing/2014/main" id="{F6577811-E5CB-A24A-9C7F-8DD1CEEA402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4" y="2590"/>
                <a:ext cx="706" cy="98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endParaRPr>
              </a:p>
            </p:txBody>
          </p:sp>
        </p:grpSp>
        <p:sp>
          <p:nvSpPr>
            <p:cNvPr id="390" name="Rectangle 140">
              <a:extLst>
                <a:ext uri="{FF2B5EF4-FFF2-40B4-BE49-F238E27FC236}">
                  <a16:creationId xmlns:a16="http://schemas.microsoft.com/office/drawing/2014/main" id="{905394A9-0D77-834D-B74B-528F8F2CC8A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18" y="1360"/>
              <a:ext cx="595" cy="43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391" name="Rectangle 141">
              <a:extLst>
                <a:ext uri="{FF2B5EF4-FFF2-40B4-BE49-F238E27FC236}">
                  <a16:creationId xmlns:a16="http://schemas.microsoft.com/office/drawing/2014/main" id="{54E45B44-7162-414B-951E-CC6695CB2B2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28" y="1653"/>
              <a:ext cx="595" cy="52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grpSp>
          <p:nvGrpSpPr>
            <p:cNvPr id="392" name="Group 142">
              <a:extLst>
                <a:ext uri="{FF2B5EF4-FFF2-40B4-BE49-F238E27FC236}">
                  <a16:creationId xmlns:a16="http://schemas.microsoft.com/office/drawing/2014/main" id="{AD966B92-0483-3941-BD39-3D5F6359C8E3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35" y="1627"/>
              <a:ext cx="582" cy="151"/>
              <a:chOff x="614" y="2568"/>
              <a:chExt cx="725" cy="139"/>
            </a:xfrm>
          </p:grpSpPr>
          <p:sp>
            <p:nvSpPr>
              <p:cNvPr id="408" name="AutoShape 143">
                <a:extLst>
                  <a:ext uri="{FF2B5EF4-FFF2-40B4-BE49-F238E27FC236}">
                    <a16:creationId xmlns:a16="http://schemas.microsoft.com/office/drawing/2014/main" id="{632896F6-0B90-8F4D-96AE-09DA88C7C80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4" y="2568"/>
                <a:ext cx="730" cy="198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endParaRPr>
              </a:p>
            </p:txBody>
          </p:sp>
          <p:sp>
            <p:nvSpPr>
              <p:cNvPr id="409" name="AutoShape 144">
                <a:extLst>
                  <a:ext uri="{FF2B5EF4-FFF2-40B4-BE49-F238E27FC236}">
                    <a16:creationId xmlns:a16="http://schemas.microsoft.com/office/drawing/2014/main" id="{AFD82636-77B9-2B47-8699-D3BF427B33A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7" y="2584"/>
                <a:ext cx="705" cy="111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endParaRPr>
              </a:p>
            </p:txBody>
          </p:sp>
        </p:grpSp>
        <p:sp>
          <p:nvSpPr>
            <p:cNvPr id="393" name="Freeform 145">
              <a:extLst>
                <a:ext uri="{FF2B5EF4-FFF2-40B4-BE49-F238E27FC236}">
                  <a16:creationId xmlns:a16="http://schemas.microsoft.com/office/drawing/2014/main" id="{35166E21-5125-774B-9623-4EF221B04D86}"/>
                </a:ext>
              </a:extLst>
            </p:cNvPr>
            <p:cNvSpPr>
              <a:spLocks/>
            </p:cNvSpPr>
            <p:nvPr/>
          </p:nvSpPr>
          <p:spPr bwMode="auto">
            <a:xfrm>
              <a:off x="5288" y="1354"/>
              <a:ext cx="263" cy="188"/>
            </a:xfrm>
            <a:custGeom>
              <a:avLst/>
              <a:gdLst>
                <a:gd name="T0" fmla="*/ 2 w 328"/>
                <a:gd name="T1" fmla="*/ 0 h 226"/>
                <a:gd name="T2" fmla="*/ 36 w 328"/>
                <a:gd name="T3" fmla="*/ 20 h 226"/>
                <a:gd name="T4" fmla="*/ 36 w 328"/>
                <a:gd name="T5" fmla="*/ 36 h 226"/>
                <a:gd name="T6" fmla="*/ 0 w 328"/>
                <a:gd name="T7" fmla="*/ 15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grpSp>
          <p:nvGrpSpPr>
            <p:cNvPr id="394" name="Group 146">
              <a:extLst>
                <a:ext uri="{FF2B5EF4-FFF2-40B4-BE49-F238E27FC236}">
                  <a16:creationId xmlns:a16="http://schemas.microsoft.com/office/drawing/2014/main" id="{6C8DAE71-3F1C-904C-85C2-214CB59E7094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39" y="1327"/>
              <a:ext cx="582" cy="139"/>
              <a:chOff x="614" y="2568"/>
              <a:chExt cx="725" cy="139"/>
            </a:xfrm>
          </p:grpSpPr>
          <p:sp>
            <p:nvSpPr>
              <p:cNvPr id="406" name="AutoShape 147">
                <a:extLst>
                  <a:ext uri="{FF2B5EF4-FFF2-40B4-BE49-F238E27FC236}">
                    <a16:creationId xmlns:a16="http://schemas.microsoft.com/office/drawing/2014/main" id="{87A402FD-47EE-FD44-AD9E-357434560E1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09" y="2566"/>
                <a:ext cx="730" cy="138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endParaRPr>
              </a:p>
            </p:txBody>
          </p:sp>
          <p:sp>
            <p:nvSpPr>
              <p:cNvPr id="407" name="AutoShape 148">
                <a:extLst>
                  <a:ext uri="{FF2B5EF4-FFF2-40B4-BE49-F238E27FC236}">
                    <a16:creationId xmlns:a16="http://schemas.microsoft.com/office/drawing/2014/main" id="{D38CC5CC-31DB-F84B-B60C-A5487B93F0C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2" y="2584"/>
                <a:ext cx="705" cy="103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endParaRPr>
              </a:p>
            </p:txBody>
          </p:sp>
        </p:grpSp>
        <p:sp>
          <p:nvSpPr>
            <p:cNvPr id="395" name="Rectangle 149">
              <a:extLst>
                <a:ext uri="{FF2B5EF4-FFF2-40B4-BE49-F238E27FC236}">
                  <a16:creationId xmlns:a16="http://schemas.microsoft.com/office/drawing/2014/main" id="{0FDFE2FA-B251-B04D-9A87-9FA1DEE270F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53" y="429"/>
              <a:ext cx="68" cy="2293"/>
            </a:xfrm>
            <a:prstGeom prst="rect">
              <a:avLst/>
            </a:prstGeom>
            <a:gradFill rotWithShape="1"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396" name="Freeform 150">
              <a:extLst>
                <a:ext uri="{FF2B5EF4-FFF2-40B4-BE49-F238E27FC236}">
                  <a16:creationId xmlns:a16="http://schemas.microsoft.com/office/drawing/2014/main" id="{861A3A88-011C-1648-B5E0-F5583D0CB17F}"/>
                </a:ext>
              </a:extLst>
            </p:cNvPr>
            <p:cNvSpPr>
              <a:spLocks/>
            </p:cNvSpPr>
            <p:nvPr/>
          </p:nvSpPr>
          <p:spPr bwMode="auto">
            <a:xfrm>
              <a:off x="5312" y="1007"/>
              <a:ext cx="237" cy="213"/>
            </a:xfrm>
            <a:custGeom>
              <a:avLst/>
              <a:gdLst>
                <a:gd name="T0" fmla="*/ 2 w 296"/>
                <a:gd name="T1" fmla="*/ 0 h 256"/>
                <a:gd name="T2" fmla="*/ 32 w 296"/>
                <a:gd name="T3" fmla="*/ 22 h 256"/>
                <a:gd name="T4" fmla="*/ 32 w 296"/>
                <a:gd name="T5" fmla="*/ 41 h 256"/>
                <a:gd name="T6" fmla="*/ 0 w 296"/>
                <a:gd name="T7" fmla="*/ 15 h 256"/>
                <a:gd name="T8" fmla="*/ 2 w 296"/>
                <a:gd name="T9" fmla="*/ 0 h 25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96" h="25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97" name="Freeform 151">
              <a:extLst>
                <a:ext uri="{FF2B5EF4-FFF2-40B4-BE49-F238E27FC236}">
                  <a16:creationId xmlns:a16="http://schemas.microsoft.com/office/drawing/2014/main" id="{FF9AD10E-0B20-D549-B4F4-E090093215D2}"/>
                </a:ext>
              </a:extLst>
            </p:cNvPr>
            <p:cNvSpPr>
              <a:spLocks/>
            </p:cNvSpPr>
            <p:nvPr/>
          </p:nvSpPr>
          <p:spPr bwMode="auto">
            <a:xfrm>
              <a:off x="5315" y="680"/>
              <a:ext cx="244" cy="240"/>
            </a:xfrm>
            <a:custGeom>
              <a:avLst/>
              <a:gdLst>
                <a:gd name="T0" fmla="*/ 0 w 304"/>
                <a:gd name="T1" fmla="*/ 0 h 288"/>
                <a:gd name="T2" fmla="*/ 34 w 304"/>
                <a:gd name="T3" fmla="*/ 27 h 288"/>
                <a:gd name="T4" fmla="*/ 31 w 304"/>
                <a:gd name="T5" fmla="*/ 48 h 288"/>
                <a:gd name="T6" fmla="*/ 2 w 304"/>
                <a:gd name="T7" fmla="*/ 20 h 288"/>
                <a:gd name="T8" fmla="*/ 0 w 304"/>
                <a:gd name="T9" fmla="*/ 0 h 28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04" h="288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98" name="Oval 152">
              <a:extLst>
                <a:ext uri="{FF2B5EF4-FFF2-40B4-BE49-F238E27FC236}">
                  <a16:creationId xmlns:a16="http://schemas.microsoft.com/office/drawing/2014/main" id="{7FC6D115-11CC-8C42-84FB-F9380DF797E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16" y="2610"/>
              <a:ext cx="49" cy="95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399" name="Freeform 153">
              <a:extLst>
                <a:ext uri="{FF2B5EF4-FFF2-40B4-BE49-F238E27FC236}">
                  <a16:creationId xmlns:a16="http://schemas.microsoft.com/office/drawing/2014/main" id="{FA893A70-E205-C74B-B0B1-F0BE1C5379C6}"/>
                </a:ext>
              </a:extLst>
            </p:cNvPr>
            <p:cNvSpPr>
              <a:spLocks/>
            </p:cNvSpPr>
            <p:nvPr/>
          </p:nvSpPr>
          <p:spPr bwMode="auto">
            <a:xfrm>
              <a:off x="5302" y="2614"/>
              <a:ext cx="245" cy="200"/>
            </a:xfrm>
            <a:custGeom>
              <a:avLst/>
              <a:gdLst>
                <a:gd name="T0" fmla="*/ 0 w 306"/>
                <a:gd name="T1" fmla="*/ 18 h 240"/>
                <a:gd name="T2" fmla="*/ 2 w 306"/>
                <a:gd name="T3" fmla="*/ 40 h 240"/>
                <a:gd name="T4" fmla="*/ 34 w 306"/>
                <a:gd name="T5" fmla="*/ 18 h 240"/>
                <a:gd name="T6" fmla="*/ 32 w 306"/>
                <a:gd name="T7" fmla="*/ 0 h 240"/>
                <a:gd name="T8" fmla="*/ 0 w 306"/>
                <a:gd name="T9" fmla="*/ 18 h 24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06" h="240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400" name="AutoShape 154">
              <a:extLst>
                <a:ext uri="{FF2B5EF4-FFF2-40B4-BE49-F238E27FC236}">
                  <a16:creationId xmlns:a16="http://schemas.microsoft.com/office/drawing/2014/main" id="{CA3DE6E4-EC59-C54E-A06D-302F82AD7F5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40" y="2678"/>
              <a:ext cx="1201" cy="147"/>
            </a:xfrm>
            <a:prstGeom prst="roundRect">
              <a:avLst>
                <a:gd name="adj" fmla="val 50000"/>
              </a:avLst>
            </a:prstGeom>
            <a:solidFill>
              <a:srgbClr val="DDDDDD"/>
            </a:solidFill>
            <a:ln w="9525">
              <a:solidFill>
                <a:srgbClr val="00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401" name="AutoShape 155">
              <a:extLst>
                <a:ext uri="{FF2B5EF4-FFF2-40B4-BE49-F238E27FC236}">
                  <a16:creationId xmlns:a16="http://schemas.microsoft.com/office/drawing/2014/main" id="{D5954570-3A29-A04C-A694-89339B8CA16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08" y="2713"/>
              <a:ext cx="1064" cy="78"/>
            </a:xfrm>
            <a:prstGeom prst="roundRect">
              <a:avLst>
                <a:gd name="adj" fmla="val 50000"/>
              </a:avLst>
            </a:prstGeom>
            <a:gradFill rotWithShape="1">
              <a:gsLst>
                <a:gs pos="0">
                  <a:srgbClr val="000000"/>
                </a:gs>
                <a:gs pos="100000">
                  <a:srgbClr val="808080"/>
                </a:gs>
              </a:gsLst>
              <a:lin ang="0" scaled="1"/>
            </a:gradFill>
            <a:ln w="9525">
              <a:solidFill>
                <a:srgbClr val="00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402" name="Oval 156">
              <a:extLst>
                <a:ext uri="{FF2B5EF4-FFF2-40B4-BE49-F238E27FC236}">
                  <a16:creationId xmlns:a16="http://schemas.microsoft.com/office/drawing/2014/main" id="{6D15A2AA-735B-1540-83A7-0CF4980B6F6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06" y="2385"/>
              <a:ext cx="156" cy="138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403" name="Oval 157">
              <a:extLst>
                <a:ext uri="{FF2B5EF4-FFF2-40B4-BE49-F238E27FC236}">
                  <a16:creationId xmlns:a16="http://schemas.microsoft.com/office/drawing/2014/main" id="{DBA0EFAE-DA9A-C341-9586-349045E9E09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82" y="2385"/>
              <a:ext cx="166" cy="138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Arial" charset="0"/>
              </a:endParaRPr>
            </a:p>
          </p:txBody>
        </p:sp>
        <p:sp>
          <p:nvSpPr>
            <p:cNvPr id="404" name="Oval 158">
              <a:extLst>
                <a:ext uri="{FF2B5EF4-FFF2-40B4-BE49-F238E27FC236}">
                  <a16:creationId xmlns:a16="http://schemas.microsoft.com/office/drawing/2014/main" id="{419BE2D4-504A-B24C-9BA2-88012DDF9C4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57" y="2377"/>
              <a:ext cx="166" cy="147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405" name="Rectangle 159">
              <a:extLst>
                <a:ext uri="{FF2B5EF4-FFF2-40B4-BE49-F238E27FC236}">
                  <a16:creationId xmlns:a16="http://schemas.microsoft.com/office/drawing/2014/main" id="{12323152-8DFE-D54A-8022-8B7157278EB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57" y="1834"/>
              <a:ext cx="88" cy="758"/>
            </a:xfrm>
            <a:prstGeom prst="rect">
              <a:avLst/>
            </a:prstGeom>
            <a:solidFill>
              <a:srgbClr val="292929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</p:grpSp>
      <p:grpSp>
        <p:nvGrpSpPr>
          <p:cNvPr id="317" name="Group 160">
            <a:extLst>
              <a:ext uri="{FF2B5EF4-FFF2-40B4-BE49-F238E27FC236}">
                <a16:creationId xmlns:a16="http://schemas.microsoft.com/office/drawing/2014/main" id="{FA087400-17DC-374A-8B3D-047A843A930C}"/>
              </a:ext>
            </a:extLst>
          </p:cNvPr>
          <p:cNvGrpSpPr>
            <a:grpSpLocks/>
          </p:cNvGrpSpPr>
          <p:nvPr/>
        </p:nvGrpSpPr>
        <p:grpSpPr bwMode="auto">
          <a:xfrm>
            <a:off x="585296" y="5655276"/>
            <a:ext cx="645431" cy="569172"/>
            <a:chOff x="-44" y="1473"/>
            <a:chExt cx="981" cy="1105"/>
          </a:xfrm>
        </p:grpSpPr>
        <p:pic>
          <p:nvPicPr>
            <p:cNvPr id="380" name="Picture 161" descr="desktop_computer_stylized_medium">
              <a:extLst>
                <a:ext uri="{FF2B5EF4-FFF2-40B4-BE49-F238E27FC236}">
                  <a16:creationId xmlns:a16="http://schemas.microsoft.com/office/drawing/2014/main" id="{3EA6EC22-E034-D743-91DD-5D279096F01D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381" name="Freeform 162">
              <a:extLst>
                <a:ext uri="{FF2B5EF4-FFF2-40B4-BE49-F238E27FC236}">
                  <a16:creationId xmlns:a16="http://schemas.microsoft.com/office/drawing/2014/main" id="{3DE644EB-7288-364C-85AD-A0B8C3C27379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5595 w 356"/>
                <a:gd name="T3" fmla="*/ 341 h 368"/>
                <a:gd name="T4" fmla="*/ 6638 w 356"/>
                <a:gd name="T5" fmla="*/ 7113 h 368"/>
                <a:gd name="T6" fmla="*/ 1463 w 356"/>
                <a:gd name="T7" fmla="*/ 8895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 cmpd="sng">
                  <a:solidFill>
                    <a:schemeClr val="tx1"/>
                  </a:solidFill>
                  <a:prstDash val="solid"/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</p:grpSp>
      <p:grpSp>
        <p:nvGrpSpPr>
          <p:cNvPr id="320" name="Group 163">
            <a:extLst>
              <a:ext uri="{FF2B5EF4-FFF2-40B4-BE49-F238E27FC236}">
                <a16:creationId xmlns:a16="http://schemas.microsoft.com/office/drawing/2014/main" id="{C67AA62F-6B41-6E41-82AB-388CDEBE1BF4}"/>
              </a:ext>
            </a:extLst>
          </p:cNvPr>
          <p:cNvGrpSpPr>
            <a:grpSpLocks/>
          </p:cNvGrpSpPr>
          <p:nvPr/>
        </p:nvGrpSpPr>
        <p:grpSpPr bwMode="auto">
          <a:xfrm>
            <a:off x="7141970" y="5736859"/>
            <a:ext cx="284691" cy="577481"/>
            <a:chOff x="4140" y="429"/>
            <a:chExt cx="1425" cy="2396"/>
          </a:xfrm>
        </p:grpSpPr>
        <p:sp>
          <p:nvSpPr>
            <p:cNvPr id="348" name="Freeform 164">
              <a:extLst>
                <a:ext uri="{FF2B5EF4-FFF2-40B4-BE49-F238E27FC236}">
                  <a16:creationId xmlns:a16="http://schemas.microsoft.com/office/drawing/2014/main" id="{D195FCDA-1D6E-A14F-813E-82BA881BA575}"/>
                </a:ext>
              </a:extLst>
            </p:cNvPr>
            <p:cNvSpPr>
              <a:spLocks/>
            </p:cNvSpPr>
            <p:nvPr/>
          </p:nvSpPr>
          <p:spPr bwMode="auto">
            <a:xfrm>
              <a:off x="5268" y="433"/>
              <a:ext cx="283" cy="2286"/>
            </a:xfrm>
            <a:custGeom>
              <a:avLst/>
              <a:gdLst>
                <a:gd name="T0" fmla="*/ 7 w 354"/>
                <a:gd name="T1" fmla="*/ 0 h 2742"/>
                <a:gd name="T2" fmla="*/ 38 w 354"/>
                <a:gd name="T3" fmla="*/ 55 h 2742"/>
                <a:gd name="T4" fmla="*/ 37 w 354"/>
                <a:gd name="T5" fmla="*/ 425 h 2742"/>
                <a:gd name="T6" fmla="*/ 0 w 354"/>
                <a:gd name="T7" fmla="*/ 445 h 2742"/>
                <a:gd name="T8" fmla="*/ 7 w 354"/>
                <a:gd name="T9" fmla="*/ 0 h 274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4" h="2742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 rotWithShape="1"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49" name="Rectangle 165">
              <a:extLst>
                <a:ext uri="{FF2B5EF4-FFF2-40B4-BE49-F238E27FC236}">
                  <a16:creationId xmlns:a16="http://schemas.microsoft.com/office/drawing/2014/main" id="{08336962-E72A-234B-AE02-13BF68CF9D8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08" y="429"/>
              <a:ext cx="1044" cy="2284"/>
            </a:xfrm>
            <a:prstGeom prst="rect">
              <a:avLst/>
            </a:pr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350" name="Freeform 166">
              <a:extLst>
                <a:ext uri="{FF2B5EF4-FFF2-40B4-BE49-F238E27FC236}">
                  <a16:creationId xmlns:a16="http://schemas.microsoft.com/office/drawing/2014/main" id="{9CC8CF3D-B0E5-DF41-A2B1-CB144840173A}"/>
                </a:ext>
              </a:extLst>
            </p:cNvPr>
            <p:cNvSpPr>
              <a:spLocks/>
            </p:cNvSpPr>
            <p:nvPr/>
          </p:nvSpPr>
          <p:spPr bwMode="auto">
            <a:xfrm>
              <a:off x="5321" y="570"/>
              <a:ext cx="169" cy="2115"/>
            </a:xfrm>
            <a:custGeom>
              <a:avLst/>
              <a:gdLst>
                <a:gd name="T0" fmla="*/ 2 w 211"/>
                <a:gd name="T1" fmla="*/ 0 h 2537"/>
                <a:gd name="T2" fmla="*/ 23 w 211"/>
                <a:gd name="T3" fmla="*/ 36 h 2537"/>
                <a:gd name="T4" fmla="*/ 2 w 211"/>
                <a:gd name="T5" fmla="*/ 405 h 2537"/>
                <a:gd name="T6" fmla="*/ 2 w 211"/>
                <a:gd name="T7" fmla="*/ 0 h 2537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11" h="2537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 rotWithShape="1"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51" name="Freeform 167">
              <a:extLst>
                <a:ext uri="{FF2B5EF4-FFF2-40B4-BE49-F238E27FC236}">
                  <a16:creationId xmlns:a16="http://schemas.microsoft.com/office/drawing/2014/main" id="{A62F35DC-6D41-2C46-9982-EC06FA2C340F}"/>
                </a:ext>
              </a:extLst>
            </p:cNvPr>
            <p:cNvSpPr>
              <a:spLocks/>
            </p:cNvSpPr>
            <p:nvPr/>
          </p:nvSpPr>
          <p:spPr bwMode="auto">
            <a:xfrm>
              <a:off x="5284" y="1640"/>
              <a:ext cx="263" cy="189"/>
            </a:xfrm>
            <a:custGeom>
              <a:avLst/>
              <a:gdLst>
                <a:gd name="T0" fmla="*/ 2 w 328"/>
                <a:gd name="T1" fmla="*/ 0 h 226"/>
                <a:gd name="T2" fmla="*/ 36 w 328"/>
                <a:gd name="T3" fmla="*/ 21 h 226"/>
                <a:gd name="T4" fmla="*/ 36 w 328"/>
                <a:gd name="T5" fmla="*/ 38 h 226"/>
                <a:gd name="T6" fmla="*/ 0 w 328"/>
                <a:gd name="T7" fmla="*/ 16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52" name="Rectangle 168">
              <a:extLst>
                <a:ext uri="{FF2B5EF4-FFF2-40B4-BE49-F238E27FC236}">
                  <a16:creationId xmlns:a16="http://schemas.microsoft.com/office/drawing/2014/main" id="{41008D83-EBD9-A042-BDC0-CCFD7F0B7B1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08" y="696"/>
              <a:ext cx="595" cy="43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grpSp>
          <p:nvGrpSpPr>
            <p:cNvPr id="353" name="Group 169">
              <a:extLst>
                <a:ext uri="{FF2B5EF4-FFF2-40B4-BE49-F238E27FC236}">
                  <a16:creationId xmlns:a16="http://schemas.microsoft.com/office/drawing/2014/main" id="{D5C2A6D0-2900-374F-8B47-7CAC43E5EA66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49" y="668"/>
              <a:ext cx="581" cy="145"/>
              <a:chOff x="614" y="2568"/>
              <a:chExt cx="725" cy="139"/>
            </a:xfrm>
          </p:grpSpPr>
          <p:sp>
            <p:nvSpPr>
              <p:cNvPr id="378" name="AutoShape 170">
                <a:extLst>
                  <a:ext uri="{FF2B5EF4-FFF2-40B4-BE49-F238E27FC236}">
                    <a16:creationId xmlns:a16="http://schemas.microsoft.com/office/drawing/2014/main" id="{316161F8-F72E-8842-A7EA-ACD5553EBA2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09" y="2570"/>
                <a:ext cx="731" cy="140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endParaRPr>
              </a:p>
            </p:txBody>
          </p:sp>
          <p:sp>
            <p:nvSpPr>
              <p:cNvPr id="379" name="AutoShape 171">
                <a:extLst>
                  <a:ext uri="{FF2B5EF4-FFF2-40B4-BE49-F238E27FC236}">
                    <a16:creationId xmlns:a16="http://schemas.microsoft.com/office/drawing/2014/main" id="{65D8DF1E-DC5A-4048-8F8A-B22E7446503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1" y="2587"/>
                <a:ext cx="706" cy="107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endParaRPr>
              </a:p>
            </p:txBody>
          </p:sp>
        </p:grpSp>
        <p:sp>
          <p:nvSpPr>
            <p:cNvPr id="354" name="Rectangle 172">
              <a:extLst>
                <a:ext uri="{FF2B5EF4-FFF2-40B4-BE49-F238E27FC236}">
                  <a16:creationId xmlns:a16="http://schemas.microsoft.com/office/drawing/2014/main" id="{F0278590-CB35-2B4C-8960-A8E639AE0BF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28" y="1015"/>
              <a:ext cx="595" cy="52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grpSp>
          <p:nvGrpSpPr>
            <p:cNvPr id="355" name="Group 173">
              <a:extLst>
                <a:ext uri="{FF2B5EF4-FFF2-40B4-BE49-F238E27FC236}">
                  <a16:creationId xmlns:a16="http://schemas.microsoft.com/office/drawing/2014/main" id="{6B7EAD7C-E09C-8C45-93EA-4861697FBBA8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47" y="994"/>
              <a:ext cx="581" cy="134"/>
              <a:chOff x="614" y="2568"/>
              <a:chExt cx="725" cy="139"/>
            </a:xfrm>
          </p:grpSpPr>
          <p:sp>
            <p:nvSpPr>
              <p:cNvPr id="376" name="AutoShape 174">
                <a:extLst>
                  <a:ext uri="{FF2B5EF4-FFF2-40B4-BE49-F238E27FC236}">
                    <a16:creationId xmlns:a16="http://schemas.microsoft.com/office/drawing/2014/main" id="{B100E59C-193E-F74A-9B2F-64705FC8DCC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2" y="2572"/>
                <a:ext cx="731" cy="134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endParaRPr>
              </a:p>
            </p:txBody>
          </p:sp>
          <p:sp>
            <p:nvSpPr>
              <p:cNvPr id="377" name="AutoShape 175">
                <a:extLst>
                  <a:ext uri="{FF2B5EF4-FFF2-40B4-BE49-F238E27FC236}">
                    <a16:creationId xmlns:a16="http://schemas.microsoft.com/office/drawing/2014/main" id="{C5CAF38F-0311-FF44-974E-7B3A277A862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4" y="2590"/>
                <a:ext cx="706" cy="98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endParaRPr>
              </a:p>
            </p:txBody>
          </p:sp>
        </p:grpSp>
        <p:sp>
          <p:nvSpPr>
            <p:cNvPr id="356" name="Rectangle 176">
              <a:extLst>
                <a:ext uri="{FF2B5EF4-FFF2-40B4-BE49-F238E27FC236}">
                  <a16:creationId xmlns:a16="http://schemas.microsoft.com/office/drawing/2014/main" id="{950C602D-D3E9-9D49-95E7-FEAA72A8718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18" y="1360"/>
              <a:ext cx="595" cy="43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357" name="Rectangle 177">
              <a:extLst>
                <a:ext uri="{FF2B5EF4-FFF2-40B4-BE49-F238E27FC236}">
                  <a16:creationId xmlns:a16="http://schemas.microsoft.com/office/drawing/2014/main" id="{08A4D495-7D7A-BC4E-B504-63349FFAAB6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28" y="1653"/>
              <a:ext cx="595" cy="52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grpSp>
          <p:nvGrpSpPr>
            <p:cNvPr id="358" name="Group 178">
              <a:extLst>
                <a:ext uri="{FF2B5EF4-FFF2-40B4-BE49-F238E27FC236}">
                  <a16:creationId xmlns:a16="http://schemas.microsoft.com/office/drawing/2014/main" id="{F305A5C0-33C8-774E-A415-F8DB3638929B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35" y="1627"/>
              <a:ext cx="582" cy="151"/>
              <a:chOff x="614" y="2568"/>
              <a:chExt cx="725" cy="139"/>
            </a:xfrm>
          </p:grpSpPr>
          <p:sp>
            <p:nvSpPr>
              <p:cNvPr id="374" name="AutoShape 179">
                <a:extLst>
                  <a:ext uri="{FF2B5EF4-FFF2-40B4-BE49-F238E27FC236}">
                    <a16:creationId xmlns:a16="http://schemas.microsoft.com/office/drawing/2014/main" id="{1D60B3F0-C96C-CF4F-AE8E-9DFC4AC8DCD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4" y="2568"/>
                <a:ext cx="730" cy="198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endParaRPr>
              </a:p>
            </p:txBody>
          </p:sp>
          <p:sp>
            <p:nvSpPr>
              <p:cNvPr id="375" name="AutoShape 180">
                <a:extLst>
                  <a:ext uri="{FF2B5EF4-FFF2-40B4-BE49-F238E27FC236}">
                    <a16:creationId xmlns:a16="http://schemas.microsoft.com/office/drawing/2014/main" id="{59F17474-B1E9-5A4A-95BC-0FFA152A6A9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7" y="2584"/>
                <a:ext cx="705" cy="111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endParaRPr>
              </a:p>
            </p:txBody>
          </p:sp>
        </p:grpSp>
        <p:sp>
          <p:nvSpPr>
            <p:cNvPr id="359" name="Freeform 181">
              <a:extLst>
                <a:ext uri="{FF2B5EF4-FFF2-40B4-BE49-F238E27FC236}">
                  <a16:creationId xmlns:a16="http://schemas.microsoft.com/office/drawing/2014/main" id="{4D4849DA-5BB5-194F-B347-D9C0FD3BCD18}"/>
                </a:ext>
              </a:extLst>
            </p:cNvPr>
            <p:cNvSpPr>
              <a:spLocks/>
            </p:cNvSpPr>
            <p:nvPr/>
          </p:nvSpPr>
          <p:spPr bwMode="auto">
            <a:xfrm>
              <a:off x="5288" y="1354"/>
              <a:ext cx="263" cy="188"/>
            </a:xfrm>
            <a:custGeom>
              <a:avLst/>
              <a:gdLst>
                <a:gd name="T0" fmla="*/ 2 w 328"/>
                <a:gd name="T1" fmla="*/ 0 h 226"/>
                <a:gd name="T2" fmla="*/ 36 w 328"/>
                <a:gd name="T3" fmla="*/ 20 h 226"/>
                <a:gd name="T4" fmla="*/ 36 w 328"/>
                <a:gd name="T5" fmla="*/ 36 h 226"/>
                <a:gd name="T6" fmla="*/ 0 w 328"/>
                <a:gd name="T7" fmla="*/ 15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grpSp>
          <p:nvGrpSpPr>
            <p:cNvPr id="360" name="Group 182">
              <a:extLst>
                <a:ext uri="{FF2B5EF4-FFF2-40B4-BE49-F238E27FC236}">
                  <a16:creationId xmlns:a16="http://schemas.microsoft.com/office/drawing/2014/main" id="{387B571D-6B5A-D54A-893E-26AE8531647F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39" y="1327"/>
              <a:ext cx="582" cy="139"/>
              <a:chOff x="614" y="2568"/>
              <a:chExt cx="725" cy="139"/>
            </a:xfrm>
          </p:grpSpPr>
          <p:sp>
            <p:nvSpPr>
              <p:cNvPr id="372" name="AutoShape 183">
                <a:extLst>
                  <a:ext uri="{FF2B5EF4-FFF2-40B4-BE49-F238E27FC236}">
                    <a16:creationId xmlns:a16="http://schemas.microsoft.com/office/drawing/2014/main" id="{5B2C6A46-36B9-A645-9C38-687443126F0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09" y="2566"/>
                <a:ext cx="730" cy="138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endParaRPr>
              </a:p>
            </p:txBody>
          </p:sp>
          <p:sp>
            <p:nvSpPr>
              <p:cNvPr id="373" name="AutoShape 184">
                <a:extLst>
                  <a:ext uri="{FF2B5EF4-FFF2-40B4-BE49-F238E27FC236}">
                    <a16:creationId xmlns:a16="http://schemas.microsoft.com/office/drawing/2014/main" id="{02DF9FD3-61E5-B44A-9E31-BCF57F47401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2" y="2584"/>
                <a:ext cx="705" cy="103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endParaRPr>
              </a:p>
            </p:txBody>
          </p:sp>
        </p:grpSp>
        <p:sp>
          <p:nvSpPr>
            <p:cNvPr id="361" name="Rectangle 185">
              <a:extLst>
                <a:ext uri="{FF2B5EF4-FFF2-40B4-BE49-F238E27FC236}">
                  <a16:creationId xmlns:a16="http://schemas.microsoft.com/office/drawing/2014/main" id="{F669C71A-A324-3F42-B2FE-2FE5DA2A8DE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53" y="429"/>
              <a:ext cx="68" cy="2293"/>
            </a:xfrm>
            <a:prstGeom prst="rect">
              <a:avLst/>
            </a:prstGeom>
            <a:gradFill rotWithShape="1"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362" name="Freeform 186">
              <a:extLst>
                <a:ext uri="{FF2B5EF4-FFF2-40B4-BE49-F238E27FC236}">
                  <a16:creationId xmlns:a16="http://schemas.microsoft.com/office/drawing/2014/main" id="{1BE5E4D2-2391-A140-B438-A2BFAB94D309}"/>
                </a:ext>
              </a:extLst>
            </p:cNvPr>
            <p:cNvSpPr>
              <a:spLocks/>
            </p:cNvSpPr>
            <p:nvPr/>
          </p:nvSpPr>
          <p:spPr bwMode="auto">
            <a:xfrm>
              <a:off x="5312" y="1007"/>
              <a:ext cx="237" cy="213"/>
            </a:xfrm>
            <a:custGeom>
              <a:avLst/>
              <a:gdLst>
                <a:gd name="T0" fmla="*/ 2 w 296"/>
                <a:gd name="T1" fmla="*/ 0 h 256"/>
                <a:gd name="T2" fmla="*/ 32 w 296"/>
                <a:gd name="T3" fmla="*/ 22 h 256"/>
                <a:gd name="T4" fmla="*/ 32 w 296"/>
                <a:gd name="T5" fmla="*/ 41 h 256"/>
                <a:gd name="T6" fmla="*/ 0 w 296"/>
                <a:gd name="T7" fmla="*/ 15 h 256"/>
                <a:gd name="T8" fmla="*/ 2 w 296"/>
                <a:gd name="T9" fmla="*/ 0 h 25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96" h="25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63" name="Freeform 187">
              <a:extLst>
                <a:ext uri="{FF2B5EF4-FFF2-40B4-BE49-F238E27FC236}">
                  <a16:creationId xmlns:a16="http://schemas.microsoft.com/office/drawing/2014/main" id="{F61AA69B-2497-BB41-84E6-2379E99BE2CC}"/>
                </a:ext>
              </a:extLst>
            </p:cNvPr>
            <p:cNvSpPr>
              <a:spLocks/>
            </p:cNvSpPr>
            <p:nvPr/>
          </p:nvSpPr>
          <p:spPr bwMode="auto">
            <a:xfrm>
              <a:off x="5315" y="680"/>
              <a:ext cx="244" cy="240"/>
            </a:xfrm>
            <a:custGeom>
              <a:avLst/>
              <a:gdLst>
                <a:gd name="T0" fmla="*/ 0 w 304"/>
                <a:gd name="T1" fmla="*/ 0 h 288"/>
                <a:gd name="T2" fmla="*/ 34 w 304"/>
                <a:gd name="T3" fmla="*/ 27 h 288"/>
                <a:gd name="T4" fmla="*/ 31 w 304"/>
                <a:gd name="T5" fmla="*/ 48 h 288"/>
                <a:gd name="T6" fmla="*/ 2 w 304"/>
                <a:gd name="T7" fmla="*/ 20 h 288"/>
                <a:gd name="T8" fmla="*/ 0 w 304"/>
                <a:gd name="T9" fmla="*/ 0 h 28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04" h="288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64" name="Oval 188">
              <a:extLst>
                <a:ext uri="{FF2B5EF4-FFF2-40B4-BE49-F238E27FC236}">
                  <a16:creationId xmlns:a16="http://schemas.microsoft.com/office/drawing/2014/main" id="{E5FC988D-0562-6D4B-B677-9976C97CCB3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16" y="2610"/>
              <a:ext cx="49" cy="95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365" name="Freeform 189">
              <a:extLst>
                <a:ext uri="{FF2B5EF4-FFF2-40B4-BE49-F238E27FC236}">
                  <a16:creationId xmlns:a16="http://schemas.microsoft.com/office/drawing/2014/main" id="{5F9AF67B-EB16-1940-9E54-CD01DD73DF6E}"/>
                </a:ext>
              </a:extLst>
            </p:cNvPr>
            <p:cNvSpPr>
              <a:spLocks/>
            </p:cNvSpPr>
            <p:nvPr/>
          </p:nvSpPr>
          <p:spPr bwMode="auto">
            <a:xfrm>
              <a:off x="5302" y="2614"/>
              <a:ext cx="245" cy="200"/>
            </a:xfrm>
            <a:custGeom>
              <a:avLst/>
              <a:gdLst>
                <a:gd name="T0" fmla="*/ 0 w 306"/>
                <a:gd name="T1" fmla="*/ 18 h 240"/>
                <a:gd name="T2" fmla="*/ 2 w 306"/>
                <a:gd name="T3" fmla="*/ 40 h 240"/>
                <a:gd name="T4" fmla="*/ 34 w 306"/>
                <a:gd name="T5" fmla="*/ 18 h 240"/>
                <a:gd name="T6" fmla="*/ 32 w 306"/>
                <a:gd name="T7" fmla="*/ 0 h 240"/>
                <a:gd name="T8" fmla="*/ 0 w 306"/>
                <a:gd name="T9" fmla="*/ 18 h 24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06" h="240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66" name="AutoShape 190">
              <a:extLst>
                <a:ext uri="{FF2B5EF4-FFF2-40B4-BE49-F238E27FC236}">
                  <a16:creationId xmlns:a16="http://schemas.microsoft.com/office/drawing/2014/main" id="{425C5A13-F083-B641-AE96-394F4EC8B80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40" y="2678"/>
              <a:ext cx="1201" cy="147"/>
            </a:xfrm>
            <a:prstGeom prst="roundRect">
              <a:avLst>
                <a:gd name="adj" fmla="val 50000"/>
              </a:avLst>
            </a:prstGeom>
            <a:solidFill>
              <a:srgbClr val="DDDDDD"/>
            </a:solidFill>
            <a:ln w="9525">
              <a:solidFill>
                <a:srgbClr val="00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367" name="AutoShape 191">
              <a:extLst>
                <a:ext uri="{FF2B5EF4-FFF2-40B4-BE49-F238E27FC236}">
                  <a16:creationId xmlns:a16="http://schemas.microsoft.com/office/drawing/2014/main" id="{6A53B106-9919-0D42-AB27-C542B277A4D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08" y="2713"/>
              <a:ext cx="1064" cy="78"/>
            </a:xfrm>
            <a:prstGeom prst="roundRect">
              <a:avLst>
                <a:gd name="adj" fmla="val 50000"/>
              </a:avLst>
            </a:prstGeom>
            <a:gradFill rotWithShape="1">
              <a:gsLst>
                <a:gs pos="0">
                  <a:srgbClr val="000000"/>
                </a:gs>
                <a:gs pos="100000">
                  <a:srgbClr val="808080"/>
                </a:gs>
              </a:gsLst>
              <a:lin ang="0" scaled="1"/>
            </a:gradFill>
            <a:ln w="9525">
              <a:solidFill>
                <a:srgbClr val="00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368" name="Oval 192">
              <a:extLst>
                <a:ext uri="{FF2B5EF4-FFF2-40B4-BE49-F238E27FC236}">
                  <a16:creationId xmlns:a16="http://schemas.microsoft.com/office/drawing/2014/main" id="{20C525CE-1753-F641-9DA5-9A348D00FCC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06" y="2385"/>
              <a:ext cx="156" cy="138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369" name="Oval 193">
              <a:extLst>
                <a:ext uri="{FF2B5EF4-FFF2-40B4-BE49-F238E27FC236}">
                  <a16:creationId xmlns:a16="http://schemas.microsoft.com/office/drawing/2014/main" id="{98E2DDA5-BB4C-C44C-94CB-E3E75C14A37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82" y="2385"/>
              <a:ext cx="166" cy="138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Arial" charset="0"/>
              </a:endParaRPr>
            </a:p>
          </p:txBody>
        </p:sp>
        <p:sp>
          <p:nvSpPr>
            <p:cNvPr id="370" name="Oval 194">
              <a:extLst>
                <a:ext uri="{FF2B5EF4-FFF2-40B4-BE49-F238E27FC236}">
                  <a16:creationId xmlns:a16="http://schemas.microsoft.com/office/drawing/2014/main" id="{BE983F88-4E1D-8D4F-BAE7-B4FF6986BCA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57" y="2377"/>
              <a:ext cx="166" cy="147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371" name="Rectangle 195">
              <a:extLst>
                <a:ext uri="{FF2B5EF4-FFF2-40B4-BE49-F238E27FC236}">
                  <a16:creationId xmlns:a16="http://schemas.microsoft.com/office/drawing/2014/main" id="{6517F9BF-0412-704A-8CF4-5197BADDBEC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57" y="1834"/>
              <a:ext cx="88" cy="758"/>
            </a:xfrm>
            <a:prstGeom prst="rect">
              <a:avLst/>
            </a:prstGeom>
            <a:solidFill>
              <a:srgbClr val="292929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</p:grpSp>
      <p:sp>
        <p:nvSpPr>
          <p:cNvPr id="321" name="Line 57">
            <a:extLst>
              <a:ext uri="{FF2B5EF4-FFF2-40B4-BE49-F238E27FC236}">
                <a16:creationId xmlns:a16="http://schemas.microsoft.com/office/drawing/2014/main" id="{68763ED6-942C-0F41-AD7D-01D0E5880E9B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5155368" y="5988369"/>
            <a:ext cx="1009919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322" name="Line 57">
            <a:extLst>
              <a:ext uri="{FF2B5EF4-FFF2-40B4-BE49-F238E27FC236}">
                <a16:creationId xmlns:a16="http://schemas.microsoft.com/office/drawing/2014/main" id="{F860BD77-FEC3-1440-9C5F-412C1944CF71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001196" y="4853221"/>
            <a:ext cx="540134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323" name="Line 57">
            <a:extLst>
              <a:ext uri="{FF2B5EF4-FFF2-40B4-BE49-F238E27FC236}">
                <a16:creationId xmlns:a16="http://schemas.microsoft.com/office/drawing/2014/main" id="{27B00412-D610-DE4A-846E-7A4177E41EB4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1869391" y="5991438"/>
            <a:ext cx="540134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grpSp>
        <p:nvGrpSpPr>
          <p:cNvPr id="324" name="Group 323">
            <a:extLst>
              <a:ext uri="{FF2B5EF4-FFF2-40B4-BE49-F238E27FC236}">
                <a16:creationId xmlns:a16="http://schemas.microsoft.com/office/drawing/2014/main" id="{E8361AD1-D10B-914D-B557-ED00BB81668B}"/>
              </a:ext>
            </a:extLst>
          </p:cNvPr>
          <p:cNvGrpSpPr/>
          <p:nvPr/>
        </p:nvGrpSpPr>
        <p:grpSpPr>
          <a:xfrm>
            <a:off x="2749090" y="3427413"/>
            <a:ext cx="2851610" cy="946150"/>
            <a:chOff x="2749090" y="3427413"/>
            <a:chExt cx="2851610" cy="946150"/>
          </a:xfrm>
        </p:grpSpPr>
        <p:sp>
          <p:nvSpPr>
            <p:cNvPr id="341" name="Text Box 68">
              <a:extLst>
                <a:ext uri="{FF2B5EF4-FFF2-40B4-BE49-F238E27FC236}">
                  <a16:creationId xmlns:a16="http://schemas.microsoft.com/office/drawing/2014/main" id="{3B9B04FF-F305-1B42-B32C-BD98A3457B8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368675" y="3427413"/>
              <a:ext cx="1881188" cy="4730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2000" b="0" i="0" u="none" strike="noStrike" kern="1200" cap="none" spc="0" normalizeH="0" baseline="0" noProof="0" dirty="0" err="1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Symbol" pitchFamily="2" charset="2"/>
                  <a:ea typeface="ＭＳ Ｐゴシック" panose="020B0600070205080204" pitchFamily="34" charset="-128"/>
                  <a:cs typeface="+mn-cs"/>
                </a:rPr>
                <a:t>l</a:t>
              </a:r>
              <a:r>
                <a:rPr kumimoji="0" lang="en-US" altLang="en-US" sz="2000" b="0" i="0" u="none" strike="noStrike" kern="1200" cap="none" spc="0" normalizeH="0" baseline="-25000" noProof="0" dirty="0" err="1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in</a:t>
              </a:r>
              <a:r>
                <a:rPr kumimoji="0" lang="en-US" altLang="en-US" sz="16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 </a:t>
              </a:r>
              <a:r>
                <a:rPr kumimoji="0" lang="en-US" alt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: original data</a:t>
              </a:r>
              <a:endParaRPr kumimoji="0" lang="en-US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omic Sans MS" panose="030F0902030302020204" pitchFamily="66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42" name="Oval 217">
              <a:extLst>
                <a:ext uri="{FF2B5EF4-FFF2-40B4-BE49-F238E27FC236}">
                  <a16:creationId xmlns:a16="http://schemas.microsoft.com/office/drawing/2014/main" id="{EDF2431F-1AB1-4C49-A181-71EBA9C9AEE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49090" y="3616325"/>
              <a:ext cx="112712" cy="115888"/>
            </a:xfrm>
            <a:prstGeom prst="ellipse">
              <a:avLst/>
            </a:prstGeom>
            <a:solidFill>
              <a:srgbClr val="FF0000"/>
            </a:solidFill>
            <a:ln w="9525">
              <a:solidFill>
                <a:srgbClr val="FF0000"/>
              </a:solidFill>
              <a:round/>
              <a:headEnd/>
              <a:tailEnd/>
            </a:ln>
          </p:spPr>
          <p:txBody>
            <a:bodyPr/>
            <a:lstStyle>
              <a:lvl1pPr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43" name="Line 229">
              <a:extLst>
                <a:ext uri="{FF2B5EF4-FFF2-40B4-BE49-F238E27FC236}">
                  <a16:creationId xmlns:a16="http://schemas.microsoft.com/office/drawing/2014/main" id="{B59B3A23-BDBB-ED4B-90A7-F3F3742615C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45050" y="3995738"/>
              <a:ext cx="339725" cy="0"/>
            </a:xfrm>
            <a:prstGeom prst="line">
              <a:avLst/>
            </a:prstGeom>
            <a:noFill/>
            <a:ln w="38100">
              <a:solidFill>
                <a:srgbClr val="FFFFFF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44" name="Oval 232">
              <a:extLst>
                <a:ext uri="{FF2B5EF4-FFF2-40B4-BE49-F238E27FC236}">
                  <a16:creationId xmlns:a16="http://schemas.microsoft.com/office/drawing/2014/main" id="{A0D84490-063F-6249-A3C3-EBD662E3F90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49606" y="3849688"/>
              <a:ext cx="112712" cy="115887"/>
            </a:xfrm>
            <a:prstGeom prst="ellipse">
              <a:avLst/>
            </a:prstGeom>
            <a:solidFill>
              <a:srgbClr val="FF0000"/>
            </a:solidFill>
            <a:ln w="9525">
              <a:solidFill>
                <a:srgbClr val="FF0000"/>
              </a:solidFill>
              <a:round/>
              <a:headEnd/>
              <a:tailEnd/>
            </a:ln>
          </p:spPr>
          <p:txBody>
            <a:bodyPr/>
            <a:lstStyle>
              <a:lvl1pPr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45" name="Text Box 233">
              <a:extLst>
                <a:ext uri="{FF2B5EF4-FFF2-40B4-BE49-F238E27FC236}">
                  <a16:creationId xmlns:a16="http://schemas.microsoft.com/office/drawing/2014/main" id="{8B358585-163D-654F-995A-9C22E22B5CB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251200" y="3756025"/>
              <a:ext cx="2349500" cy="6175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2000" b="0" i="0" u="none" strike="noStrike" kern="1200" cap="none" spc="0" normalizeH="0" baseline="0" noProof="0" dirty="0" err="1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Symbol" pitchFamily="2" charset="2"/>
                  <a:ea typeface="ＭＳ Ｐゴシック" panose="020B0600070205080204" pitchFamily="34" charset="-128"/>
                  <a:cs typeface="+mn-cs"/>
                </a:rPr>
                <a:t>l</a:t>
              </a:r>
              <a:r>
                <a:rPr kumimoji="0" lang="en-US" altLang="en-US" sz="2000" b="0" i="0" u="none" strike="noStrike" kern="1200" cap="none" spc="0" normalizeH="0" baseline="0" noProof="0" dirty="0" err="1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'</a:t>
              </a:r>
              <a:r>
                <a:rPr kumimoji="0" lang="en-US" altLang="en-US" sz="2000" b="0" i="0" u="none" strike="noStrike" kern="1200" cap="none" spc="0" normalizeH="0" baseline="-25000" noProof="0" dirty="0" err="1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in</a:t>
              </a:r>
              <a:r>
                <a:rPr kumimoji="0" lang="en-US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:</a:t>
              </a:r>
              <a:r>
                <a:rPr kumimoji="0" lang="en-US" alt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 </a:t>
              </a:r>
              <a:r>
                <a:rPr kumimoji="0" lang="en-US" alt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original data, </a:t>
              </a:r>
              <a:r>
                <a:rPr kumimoji="0" lang="en-US" altLang="en-US" sz="1600" b="0" i="1" u="none" strike="noStrike" kern="1200" cap="none" spc="0" normalizeH="0" baseline="0" noProof="0" dirty="0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plus</a:t>
              </a:r>
              <a:r>
                <a:rPr kumimoji="0" lang="en-US" alt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 retransmitted data</a:t>
              </a:r>
              <a:endParaRPr kumimoji="0" lang="en-US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omic Sans MS" panose="030F0902030302020204" pitchFamily="66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46" name="Line 234">
              <a:extLst>
                <a:ext uri="{FF2B5EF4-FFF2-40B4-BE49-F238E27FC236}">
                  <a16:creationId xmlns:a16="http://schemas.microsoft.com/office/drawing/2014/main" id="{1E1EF6EB-75EA-3840-81BD-7EFEF385444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909888" y="3916363"/>
              <a:ext cx="514350" cy="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 type="triangle" w="med" len="med"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347" name="Line 235">
              <a:extLst>
                <a:ext uri="{FF2B5EF4-FFF2-40B4-BE49-F238E27FC236}">
                  <a16:creationId xmlns:a16="http://schemas.microsoft.com/office/drawing/2014/main" id="{B9666650-75BE-044C-8E55-D19782D17F0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905125" y="3683000"/>
              <a:ext cx="514350" cy="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 type="triangle" w="med" len="med"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</p:grpSp>
      <p:grpSp>
        <p:nvGrpSpPr>
          <p:cNvPr id="325" name="Group 324">
            <a:extLst>
              <a:ext uri="{FF2B5EF4-FFF2-40B4-BE49-F238E27FC236}">
                <a16:creationId xmlns:a16="http://schemas.microsoft.com/office/drawing/2014/main" id="{E0A0DEBB-1942-DF47-BE8F-4DC1FAAF267D}"/>
              </a:ext>
            </a:extLst>
          </p:cNvPr>
          <p:cNvGrpSpPr/>
          <p:nvPr/>
        </p:nvGrpSpPr>
        <p:grpSpPr>
          <a:xfrm>
            <a:off x="2913490" y="5218953"/>
            <a:ext cx="1938730" cy="1300181"/>
            <a:chOff x="2913490" y="5218953"/>
            <a:chExt cx="1938730" cy="1300181"/>
          </a:xfrm>
        </p:grpSpPr>
        <p:sp>
          <p:nvSpPr>
            <p:cNvPr id="330" name="Text Box 32">
              <a:extLst>
                <a:ext uri="{FF2B5EF4-FFF2-40B4-BE49-F238E27FC236}">
                  <a16:creationId xmlns:a16="http://schemas.microsoft.com/office/drawing/2014/main" id="{2BE67432-4EDA-2144-971A-97E31C21CBF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913490" y="6001893"/>
              <a:ext cx="1749096" cy="51724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600" b="1" i="1" u="none" strike="noStrike" kern="1200" cap="none" spc="0" normalizeH="0" baseline="0" noProof="0" dirty="0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finite</a:t>
              </a:r>
              <a:r>
                <a:rPr kumimoji="0" lang="en-US" alt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 shared output link buffers</a:t>
              </a:r>
            </a:p>
          </p:txBody>
        </p:sp>
        <p:sp>
          <p:nvSpPr>
            <p:cNvPr id="331" name="Line 77">
              <a:extLst>
                <a:ext uri="{FF2B5EF4-FFF2-40B4-BE49-F238E27FC236}">
                  <a16:creationId xmlns:a16="http://schemas.microsoft.com/office/drawing/2014/main" id="{0FD3A7D1-0F64-3E4F-9EFC-3E9B5C3CB4E5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292190" y="5608320"/>
              <a:ext cx="295050" cy="508454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grpSp>
          <p:nvGrpSpPr>
            <p:cNvPr id="332" name="Group 331">
              <a:extLst>
                <a:ext uri="{FF2B5EF4-FFF2-40B4-BE49-F238E27FC236}">
                  <a16:creationId xmlns:a16="http://schemas.microsoft.com/office/drawing/2014/main" id="{129E87F1-D0EC-544C-AAD3-67A4ADC56ED1}"/>
                </a:ext>
              </a:extLst>
            </p:cNvPr>
            <p:cNvGrpSpPr/>
            <p:nvPr/>
          </p:nvGrpSpPr>
          <p:grpSpPr>
            <a:xfrm>
              <a:off x="4030362" y="5218953"/>
              <a:ext cx="821858" cy="355937"/>
              <a:chOff x="6859123" y="5156933"/>
              <a:chExt cx="456701" cy="226548"/>
            </a:xfrm>
          </p:grpSpPr>
          <p:sp>
            <p:nvSpPr>
              <p:cNvPr id="333" name="Rectangle 332">
                <a:extLst>
                  <a:ext uri="{FF2B5EF4-FFF2-40B4-BE49-F238E27FC236}">
                    <a16:creationId xmlns:a16="http://schemas.microsoft.com/office/drawing/2014/main" id="{420EF065-0C5B-3C42-9309-A54EAD48FE41}"/>
                  </a:ext>
                </a:extLst>
              </p:cNvPr>
              <p:cNvSpPr/>
              <p:nvPr/>
            </p:nvSpPr>
            <p:spPr>
              <a:xfrm>
                <a:off x="6859123" y="5156933"/>
                <a:ext cx="456701" cy="226548"/>
              </a:xfrm>
              <a:prstGeom prst="rect">
                <a:avLst/>
              </a:prstGeom>
              <a:solidFill>
                <a:srgbClr val="F989B2"/>
              </a:solidFill>
              <a:ln w="22225"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cxnSp>
            <p:nvCxnSpPr>
              <p:cNvPr id="334" name="Straight Connector 333">
                <a:extLst>
                  <a:ext uri="{FF2B5EF4-FFF2-40B4-BE49-F238E27FC236}">
                    <a16:creationId xmlns:a16="http://schemas.microsoft.com/office/drawing/2014/main" id="{E69DAA66-53B2-484A-8CE4-893106A81F71}"/>
                  </a:ext>
                </a:extLst>
              </p:cNvPr>
              <p:cNvCxnSpPr/>
              <p:nvPr/>
            </p:nvCxnSpPr>
            <p:spPr>
              <a:xfrm flipV="1">
                <a:off x="7249115" y="5189971"/>
                <a:ext cx="0" cy="155752"/>
              </a:xfrm>
              <a:prstGeom prst="line">
                <a:avLst/>
              </a:prstGeom>
              <a:ln w="22225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35" name="Straight Connector 334">
                <a:extLst>
                  <a:ext uri="{FF2B5EF4-FFF2-40B4-BE49-F238E27FC236}">
                    <a16:creationId xmlns:a16="http://schemas.microsoft.com/office/drawing/2014/main" id="{0115558E-B280-5645-9FB4-A4EBF6BE1E2B}"/>
                  </a:ext>
                </a:extLst>
              </p:cNvPr>
              <p:cNvCxnSpPr/>
              <p:nvPr/>
            </p:nvCxnSpPr>
            <p:spPr>
              <a:xfrm flipV="1">
                <a:off x="7197800" y="5189971"/>
                <a:ext cx="0" cy="155752"/>
              </a:xfrm>
              <a:prstGeom prst="line">
                <a:avLst/>
              </a:prstGeom>
              <a:ln w="22225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36" name="Straight Connector 335">
                <a:extLst>
                  <a:ext uri="{FF2B5EF4-FFF2-40B4-BE49-F238E27FC236}">
                    <a16:creationId xmlns:a16="http://schemas.microsoft.com/office/drawing/2014/main" id="{7ED04A48-0229-FC4F-821B-EB6EAD1E0728}"/>
                  </a:ext>
                </a:extLst>
              </p:cNvPr>
              <p:cNvCxnSpPr/>
              <p:nvPr/>
            </p:nvCxnSpPr>
            <p:spPr>
              <a:xfrm flipV="1">
                <a:off x="7146485" y="5189971"/>
                <a:ext cx="0" cy="155752"/>
              </a:xfrm>
              <a:prstGeom prst="line">
                <a:avLst/>
              </a:prstGeom>
              <a:ln w="22225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37" name="Straight Connector 336">
                <a:extLst>
                  <a:ext uri="{FF2B5EF4-FFF2-40B4-BE49-F238E27FC236}">
                    <a16:creationId xmlns:a16="http://schemas.microsoft.com/office/drawing/2014/main" id="{771E9A5B-C688-D540-9A52-AD683DD66EBA}"/>
                  </a:ext>
                </a:extLst>
              </p:cNvPr>
              <p:cNvCxnSpPr/>
              <p:nvPr/>
            </p:nvCxnSpPr>
            <p:spPr>
              <a:xfrm flipV="1">
                <a:off x="7095171" y="5189971"/>
                <a:ext cx="0" cy="155752"/>
              </a:xfrm>
              <a:prstGeom prst="line">
                <a:avLst/>
              </a:prstGeom>
              <a:ln w="22225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38" name="Straight Connector 337">
                <a:extLst>
                  <a:ext uri="{FF2B5EF4-FFF2-40B4-BE49-F238E27FC236}">
                    <a16:creationId xmlns:a16="http://schemas.microsoft.com/office/drawing/2014/main" id="{ED4DD7E1-448A-8143-9791-173C9F59FF70}"/>
                  </a:ext>
                </a:extLst>
              </p:cNvPr>
              <p:cNvCxnSpPr/>
              <p:nvPr/>
            </p:nvCxnSpPr>
            <p:spPr>
              <a:xfrm flipV="1">
                <a:off x="7043856" y="5189971"/>
                <a:ext cx="0" cy="155752"/>
              </a:xfrm>
              <a:prstGeom prst="line">
                <a:avLst/>
              </a:prstGeom>
              <a:ln w="22225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39" name="Straight Connector 338">
                <a:extLst>
                  <a:ext uri="{FF2B5EF4-FFF2-40B4-BE49-F238E27FC236}">
                    <a16:creationId xmlns:a16="http://schemas.microsoft.com/office/drawing/2014/main" id="{F553CB64-B4A4-2C41-8D54-9660CE27A4FE}"/>
                  </a:ext>
                </a:extLst>
              </p:cNvPr>
              <p:cNvCxnSpPr/>
              <p:nvPr/>
            </p:nvCxnSpPr>
            <p:spPr>
              <a:xfrm flipV="1">
                <a:off x="6992541" y="5189971"/>
                <a:ext cx="0" cy="155752"/>
              </a:xfrm>
              <a:prstGeom prst="line">
                <a:avLst/>
              </a:prstGeom>
              <a:ln w="22225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40" name="Straight Connector 339">
                <a:extLst>
                  <a:ext uri="{FF2B5EF4-FFF2-40B4-BE49-F238E27FC236}">
                    <a16:creationId xmlns:a16="http://schemas.microsoft.com/office/drawing/2014/main" id="{C11E0997-AC70-934E-899D-8D26941865C9}"/>
                  </a:ext>
                </a:extLst>
              </p:cNvPr>
              <p:cNvCxnSpPr/>
              <p:nvPr/>
            </p:nvCxnSpPr>
            <p:spPr>
              <a:xfrm flipV="1">
                <a:off x="6941227" y="5189971"/>
                <a:ext cx="0" cy="155752"/>
              </a:xfrm>
              <a:prstGeom prst="line">
                <a:avLst/>
              </a:prstGeom>
              <a:ln w="22225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326" name="Freeform 91">
            <a:extLst>
              <a:ext uri="{FF2B5EF4-FFF2-40B4-BE49-F238E27FC236}">
                <a16:creationId xmlns:a16="http://schemas.microsoft.com/office/drawing/2014/main" id="{2AB634B7-7E1A-2F49-BD94-F471CBAAAB57}"/>
              </a:ext>
            </a:extLst>
          </p:cNvPr>
          <p:cNvSpPr>
            <a:spLocks/>
          </p:cNvSpPr>
          <p:nvPr/>
        </p:nvSpPr>
        <p:spPr bwMode="auto">
          <a:xfrm>
            <a:off x="2803354" y="3659588"/>
            <a:ext cx="4211870" cy="1670126"/>
          </a:xfrm>
          <a:custGeom>
            <a:avLst/>
            <a:gdLst>
              <a:gd name="T0" fmla="*/ 0 w 2160"/>
              <a:gd name="T1" fmla="*/ 0 h 804"/>
              <a:gd name="T2" fmla="*/ 0 w 2160"/>
              <a:gd name="T3" fmla="*/ 2147483647 h 804"/>
              <a:gd name="T4" fmla="*/ 2147483647 w 2160"/>
              <a:gd name="T5" fmla="*/ 2147483647 h 804"/>
              <a:gd name="T6" fmla="*/ 2147483647 w 2160"/>
              <a:gd name="T7" fmla="*/ 2147483647 h 804"/>
              <a:gd name="T8" fmla="*/ 2147483647 w 2160"/>
              <a:gd name="T9" fmla="*/ 2147483647 h 804"/>
              <a:gd name="T10" fmla="*/ 2147483647 w 2160"/>
              <a:gd name="T11" fmla="*/ 2147483647 h 804"/>
              <a:gd name="T12" fmla="*/ 2147483647 w 2160"/>
              <a:gd name="T13" fmla="*/ 2147483647 h 804"/>
              <a:gd name="T14" fmla="*/ 2147483647 w 2160"/>
              <a:gd name="T15" fmla="*/ 2147483647 h 804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</a:gdLst>
            <a:ahLst/>
            <a:cxnLst>
              <a:cxn ang="T16">
                <a:pos x="T0" y="T1"/>
              </a:cxn>
              <a:cxn ang="T17">
                <a:pos x="T2" y="T3"/>
              </a:cxn>
              <a:cxn ang="T18">
                <a:pos x="T4" y="T5"/>
              </a:cxn>
              <a:cxn ang="T19">
                <a:pos x="T6" y="T7"/>
              </a:cxn>
              <a:cxn ang="T20">
                <a:pos x="T8" y="T9"/>
              </a:cxn>
              <a:cxn ang="T21">
                <a:pos x="T10" y="T11"/>
              </a:cxn>
              <a:cxn ang="T22">
                <a:pos x="T12" y="T13"/>
              </a:cxn>
              <a:cxn ang="T23">
                <a:pos x="T14" y="T15"/>
              </a:cxn>
            </a:cxnLst>
            <a:rect l="0" t="0" r="r" b="b"/>
            <a:pathLst>
              <a:path w="2160" h="804">
                <a:moveTo>
                  <a:pt x="0" y="0"/>
                </a:moveTo>
                <a:lnTo>
                  <a:pt x="0" y="594"/>
                </a:lnTo>
                <a:lnTo>
                  <a:pt x="402" y="600"/>
                </a:lnTo>
                <a:lnTo>
                  <a:pt x="216" y="804"/>
                </a:lnTo>
                <a:lnTo>
                  <a:pt x="1446" y="804"/>
                </a:lnTo>
                <a:lnTo>
                  <a:pt x="1770" y="524"/>
                </a:lnTo>
                <a:lnTo>
                  <a:pt x="2160" y="516"/>
                </a:lnTo>
                <a:lnTo>
                  <a:pt x="2160" y="48"/>
                </a:lnTo>
              </a:path>
            </a:pathLst>
          </a:custGeom>
          <a:noFill/>
          <a:ln w="38100" cmpd="sng">
            <a:solidFill>
              <a:srgbClr val="FF0000"/>
            </a:solidFill>
            <a:round/>
            <a:headEnd type="non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grpSp>
        <p:nvGrpSpPr>
          <p:cNvPr id="327" name="Group 326">
            <a:extLst>
              <a:ext uri="{FF2B5EF4-FFF2-40B4-BE49-F238E27FC236}">
                <a16:creationId xmlns:a16="http://schemas.microsoft.com/office/drawing/2014/main" id="{E2437294-F0A6-B64F-9701-980D73E181E5}"/>
              </a:ext>
            </a:extLst>
          </p:cNvPr>
          <p:cNvGrpSpPr/>
          <p:nvPr/>
        </p:nvGrpSpPr>
        <p:grpSpPr>
          <a:xfrm>
            <a:off x="1586591" y="4743924"/>
            <a:ext cx="4913849" cy="1346072"/>
            <a:chOff x="5641439" y="2685215"/>
            <a:chExt cx="4000500" cy="1028700"/>
          </a:xfrm>
        </p:grpSpPr>
        <p:sp>
          <p:nvSpPr>
            <p:cNvPr id="328" name="Oval 73">
              <a:extLst>
                <a:ext uri="{FF2B5EF4-FFF2-40B4-BE49-F238E27FC236}">
                  <a16:creationId xmlns:a16="http://schemas.microsoft.com/office/drawing/2014/main" id="{A5E7C6D8-EF6B-FD4F-B4BF-AB9BD2FC0A3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641439" y="2685215"/>
              <a:ext cx="92075" cy="90487"/>
            </a:xfrm>
            <a:prstGeom prst="ellipse">
              <a:avLst/>
            </a:prstGeom>
            <a:solidFill>
              <a:srgbClr val="0013A3"/>
            </a:solidFill>
            <a:ln w="9525">
              <a:solidFill>
                <a:srgbClr val="0013A3"/>
              </a:solidFill>
              <a:round/>
              <a:headEnd/>
              <a:tailEnd/>
            </a:ln>
          </p:spPr>
          <p:txBody>
            <a:bodyPr/>
            <a:lstStyle>
              <a:lvl1pPr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29" name="Freeform 90">
              <a:extLst>
                <a:ext uri="{FF2B5EF4-FFF2-40B4-BE49-F238E27FC236}">
                  <a16:creationId xmlns:a16="http://schemas.microsoft.com/office/drawing/2014/main" id="{E290CF0B-A025-EA42-80CC-B9295A47390D}"/>
                </a:ext>
              </a:extLst>
            </p:cNvPr>
            <p:cNvSpPr>
              <a:spLocks/>
            </p:cNvSpPr>
            <p:nvPr/>
          </p:nvSpPr>
          <p:spPr bwMode="auto">
            <a:xfrm>
              <a:off x="5689064" y="2761415"/>
              <a:ext cx="3952875" cy="952500"/>
            </a:xfrm>
            <a:custGeom>
              <a:avLst/>
              <a:gdLst>
                <a:gd name="T0" fmla="*/ 0 w 6225"/>
                <a:gd name="T1" fmla="*/ 0 h 1501"/>
                <a:gd name="T2" fmla="*/ 0 w 6225"/>
                <a:gd name="T3" fmla="*/ 2147483647 h 1501"/>
                <a:gd name="T4" fmla="*/ 2147483647 w 6225"/>
                <a:gd name="T5" fmla="*/ 2147483647 h 1501"/>
                <a:gd name="T6" fmla="*/ 2147483647 w 6225"/>
                <a:gd name="T7" fmla="*/ 2147483647 h 1501"/>
                <a:gd name="T8" fmla="*/ 2147483647 w 6225"/>
                <a:gd name="T9" fmla="*/ 2147483647 h 1501"/>
                <a:gd name="T10" fmla="*/ 2147483647 w 6225"/>
                <a:gd name="T11" fmla="*/ 2147483647 h 1501"/>
                <a:gd name="T12" fmla="*/ 2147483647 w 6225"/>
                <a:gd name="T13" fmla="*/ 2147483647 h 1501"/>
                <a:gd name="T14" fmla="*/ 2147483647 w 6225"/>
                <a:gd name="T15" fmla="*/ 2147483647 h 1501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6225" h="1501">
                  <a:moveTo>
                    <a:pt x="0" y="0"/>
                  </a:moveTo>
                  <a:lnTo>
                    <a:pt x="0" y="1486"/>
                  </a:lnTo>
                  <a:lnTo>
                    <a:pt x="1005" y="1501"/>
                  </a:lnTo>
                  <a:lnTo>
                    <a:pt x="1860" y="706"/>
                  </a:lnTo>
                  <a:lnTo>
                    <a:pt x="5085" y="721"/>
                  </a:lnTo>
                  <a:lnTo>
                    <a:pt x="4305" y="1456"/>
                  </a:lnTo>
                  <a:lnTo>
                    <a:pt x="6225" y="1456"/>
                  </a:lnTo>
                  <a:lnTo>
                    <a:pt x="6220" y="391"/>
                  </a:lnTo>
                </a:path>
              </a:pathLst>
            </a:custGeom>
            <a:noFill/>
            <a:ln w="38100" cmpd="sng">
              <a:solidFill>
                <a:srgbClr val="0013A3"/>
              </a:solidFill>
              <a:round/>
              <a:headEnd type="non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</p:grpSp>
      <p:grpSp>
        <p:nvGrpSpPr>
          <p:cNvPr id="444" name="Group 443">
            <a:extLst>
              <a:ext uri="{FF2B5EF4-FFF2-40B4-BE49-F238E27FC236}">
                <a16:creationId xmlns:a16="http://schemas.microsoft.com/office/drawing/2014/main" id="{1EA2D756-F337-784D-91E9-D0329FAA029D}"/>
              </a:ext>
            </a:extLst>
          </p:cNvPr>
          <p:cNvGrpSpPr/>
          <p:nvPr/>
        </p:nvGrpSpPr>
        <p:grpSpPr>
          <a:xfrm>
            <a:off x="3289650" y="5336775"/>
            <a:ext cx="2124396" cy="604097"/>
            <a:chOff x="3289650" y="5336775"/>
            <a:chExt cx="2124396" cy="604097"/>
          </a:xfrm>
        </p:grpSpPr>
        <p:sp>
          <p:nvSpPr>
            <p:cNvPr id="445" name="TextBox 444">
              <a:extLst>
                <a:ext uri="{FF2B5EF4-FFF2-40B4-BE49-F238E27FC236}">
                  <a16:creationId xmlns:a16="http://schemas.microsoft.com/office/drawing/2014/main" id="{1CF86E91-20B2-AA40-ADE7-23C1A4B452F5}"/>
                </a:ext>
              </a:extLst>
            </p:cNvPr>
            <p:cNvSpPr txBox="1"/>
            <p:nvPr/>
          </p:nvSpPr>
          <p:spPr>
            <a:xfrm>
              <a:off x="4982445" y="5336775"/>
              <a:ext cx="431601" cy="60409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R</a:t>
              </a:r>
            </a:p>
          </p:txBody>
        </p:sp>
        <p:sp>
          <p:nvSpPr>
            <p:cNvPr id="446" name="TextBox 445">
              <a:extLst>
                <a:ext uri="{FF2B5EF4-FFF2-40B4-BE49-F238E27FC236}">
                  <a16:creationId xmlns:a16="http://schemas.microsoft.com/office/drawing/2014/main" id="{4B4D0976-F981-B64D-A7D0-EC08D7AD5DE8}"/>
                </a:ext>
              </a:extLst>
            </p:cNvPr>
            <p:cNvSpPr txBox="1"/>
            <p:nvPr/>
          </p:nvSpPr>
          <p:spPr>
            <a:xfrm>
              <a:off x="3289650" y="5351752"/>
              <a:ext cx="351378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R</a:t>
              </a:r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3B8CD900-19EC-824C-BF74-AADFBF5A17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8690" y="208643"/>
            <a:ext cx="11393310" cy="894622"/>
          </a:xfrm>
        </p:spPr>
        <p:txBody>
          <a:bodyPr>
            <a:normAutofit/>
          </a:bodyPr>
          <a:lstStyle/>
          <a:p>
            <a:r>
              <a:rPr lang="en-US" sz="4800" dirty="0"/>
              <a:t>Causes/costs of congestion: scenario 2</a:t>
            </a:r>
            <a:endParaRPr lang="en-US" sz="4400" b="0" dirty="0"/>
          </a:p>
        </p:txBody>
      </p:sp>
      <p:sp>
        <p:nvSpPr>
          <p:cNvPr id="230" name="Rectangle 234">
            <a:extLst>
              <a:ext uri="{FF2B5EF4-FFF2-40B4-BE49-F238E27FC236}">
                <a16:creationId xmlns:a16="http://schemas.microsoft.com/office/drawing/2014/main" id="{6E45144B-BF92-9A47-94FD-F52064FD06E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11450" y="3613150"/>
            <a:ext cx="244475" cy="155575"/>
          </a:xfrm>
          <a:prstGeom prst="rect">
            <a:avLst/>
          </a:prstGeom>
          <a:solidFill>
            <a:srgbClr val="00CC99"/>
          </a:solidFill>
          <a:ln w="9525">
            <a:solidFill>
              <a:srgbClr val="0066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charset="0"/>
              <a:ea typeface="ＭＳ Ｐゴシック" charset="0"/>
              <a:cs typeface="+mn-cs"/>
            </a:endParaRPr>
          </a:p>
        </p:txBody>
      </p:sp>
      <p:sp>
        <p:nvSpPr>
          <p:cNvPr id="231" name="Rectangle 235">
            <a:extLst>
              <a:ext uri="{FF2B5EF4-FFF2-40B4-BE49-F238E27FC236}">
                <a16:creationId xmlns:a16="http://schemas.microsoft.com/office/drawing/2014/main" id="{F4772420-2FB1-314B-A194-38B964C76259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81250" y="3846513"/>
            <a:ext cx="244475" cy="155575"/>
          </a:xfrm>
          <a:prstGeom prst="rect">
            <a:avLst/>
          </a:prstGeom>
          <a:solidFill>
            <a:srgbClr val="00CC99"/>
          </a:solidFill>
          <a:ln w="9525">
            <a:solidFill>
              <a:srgbClr val="0066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charset="0"/>
              <a:ea typeface="ＭＳ Ｐゴシック" charset="0"/>
              <a:cs typeface="+mn-cs"/>
            </a:endParaRPr>
          </a:p>
        </p:txBody>
      </p:sp>
      <p:sp>
        <p:nvSpPr>
          <p:cNvPr id="232" name="Text Box 236">
            <a:extLst>
              <a:ext uri="{FF2B5EF4-FFF2-40B4-BE49-F238E27FC236}">
                <a16:creationId xmlns:a16="http://schemas.microsoft.com/office/drawing/2014/main" id="{11E59F0D-C317-314F-8F6B-B5D0BED054A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57363" y="3736975"/>
            <a:ext cx="612775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rPr>
              <a:t>copy</a:t>
            </a:r>
          </a:p>
        </p:txBody>
      </p:sp>
      <p:sp>
        <p:nvSpPr>
          <p:cNvPr id="233" name="Text Box 237">
            <a:extLst>
              <a:ext uri="{FF2B5EF4-FFF2-40B4-BE49-F238E27FC236}">
                <a16:creationId xmlns:a16="http://schemas.microsoft.com/office/drawing/2014/main" id="{EAD9B395-E752-6A49-A4A1-C7F6E1FAF48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786188" y="4761119"/>
            <a:ext cx="1643062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1" u="none" strike="noStrike" kern="1200" cap="none" spc="0" normalizeH="0" baseline="0" noProof="0" dirty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rPr>
              <a:t>no buffer space!</a:t>
            </a:r>
          </a:p>
        </p:txBody>
      </p:sp>
      <p:sp>
        <p:nvSpPr>
          <p:cNvPr id="318" name="Rectangle 264">
            <a:extLst>
              <a:ext uri="{FF2B5EF4-FFF2-40B4-BE49-F238E27FC236}">
                <a16:creationId xmlns:a16="http://schemas.microsoft.com/office/drawing/2014/main" id="{D09A7464-92EB-C943-B1B0-D7DED6B7F590}"/>
              </a:ext>
            </a:extLst>
          </p:cNvPr>
          <p:cNvSpPr txBox="1">
            <a:spLocks noChangeArrowheads="1"/>
          </p:cNvSpPr>
          <p:nvPr/>
        </p:nvSpPr>
        <p:spPr>
          <a:xfrm>
            <a:off x="600313" y="1223059"/>
            <a:ext cx="5915913" cy="2132179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/>
          </a:bodyPr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52425" marR="0" lvl="0" indent="-22225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charset="0"/>
              <a:buNone/>
              <a:tabLst/>
              <a:defRPr/>
            </a:pPr>
            <a:r>
              <a:rPr kumimoji="0" lang="en-US" sz="3000" b="0" i="0" u="none" strike="noStrike" kern="1200" cap="none" spc="0" normalizeH="0" baseline="0" noProof="0" dirty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Idealization: </a:t>
            </a:r>
            <a:r>
              <a:rPr kumimoji="0" lang="en-US" sz="3000" b="0" i="1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some </a:t>
            </a:r>
            <a:r>
              <a:rPr kumimoji="0" lang="en-US" sz="3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perfect knowledge</a:t>
            </a:r>
          </a:p>
          <a:p>
            <a:pPr marL="457200" marR="0" lvl="0" indent="-2159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pitchFamily="2" charset="2"/>
              <a:buChar char="§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packets can be lost (dropped at router) due  to full buffers</a:t>
            </a:r>
          </a:p>
          <a:p>
            <a:pPr marL="457200" marR="0" lvl="0" indent="-2159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pitchFamily="2" charset="2"/>
              <a:buChar char="§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sender knows when packet has been dropped: only resends if packet </a:t>
            </a:r>
            <a:r>
              <a:rPr kumimoji="0" lang="en-US" sz="24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known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to be lost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6" name="Slide Number Placeholder 2">
            <a:extLst>
              <a:ext uri="{FF2B5EF4-FFF2-40B4-BE49-F238E27FC236}">
                <a16:creationId xmlns:a16="http://schemas.microsoft.com/office/drawing/2014/main" id="{D2612AFA-2896-BE40-9DDD-29726BDC295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19616" y="6443089"/>
            <a:ext cx="2743200" cy="365125"/>
          </a:xfrm>
        </p:spPr>
        <p:txBody>
          <a:bodyPr/>
          <a:lstStyle/>
          <a:p>
            <a:r>
              <a:rPr lang="en-US" dirty="0"/>
              <a:t>Transport Layer: 3-</a:t>
            </a:r>
            <a:fld id="{C4204591-24BD-A542-B9D5-F8D8A88D2FEE}" type="slidenum">
              <a:rPr lang="en-US" smtClean="0"/>
              <a:pPr/>
              <a:t>22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452622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42" presetClass="path" presetSubtype="0" accel="50000" decel="5000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0017 0.00255 L -5.55556E-7 0.03542 " pathEditMode="relative" rAng="0" ptsTypes="AA">
                                      <p:cBhvr>
                                        <p:cTn id="10" dur="2000" fill="hold"/>
                                        <p:tgtEl>
                                          <p:spTgt spid="23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1644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2500"/>
                            </p:stCondLst>
                            <p:childTnLst>
                              <p:par>
                                <p:cTn id="12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4" dur="500"/>
                                        <p:tgtEl>
                                          <p:spTgt spid="2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2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3000"/>
                            </p:stCondLst>
                            <p:childTnLst>
                              <p:par>
                                <p:cTn id="19" presetID="0" presetClass="path" presetSubtype="0" accel="50000" decel="50000" fill="hold" grpId="2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1.875E-6 0.03542 L 0.00026 0.17778 L 0.06328 0.17871 L 0.03451 0.24167 L 0.14323 0.24167 " pathEditMode="relative" rAng="0" ptsTypes="AAAAA">
                                      <p:cBhvr>
                                        <p:cTn id="20" dur="2000" fill="hold"/>
                                        <p:tgtEl>
                                          <p:spTgt spid="23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7161" y="10301"/>
                                    </p:animMotion>
                                  </p:childTnLst>
                                </p:cTn>
                              </p:par>
                              <p:par>
                                <p:cTn id="21" presetID="9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22" dur="500"/>
                                        <p:tgtEl>
                                          <p:spTgt spid="23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5000"/>
                            </p:stCondLst>
                            <p:childTnLst>
                              <p:par>
                                <p:cTn id="25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2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5500"/>
                            </p:stCondLst>
                            <p:childTnLst>
                              <p:par>
                                <p:cTn id="29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1" dur="500"/>
                                        <p:tgtEl>
                                          <p:spTgt spid="1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6000"/>
                            </p:stCondLst>
                            <p:childTnLst>
                              <p:par>
                                <p:cTn id="33" presetID="0" presetClass="path" presetSubtype="0" accel="50000" decel="50000" fill="hold" grpId="3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14323 0.24167 L 0.14544 0.35116 " pathEditMode="relative" rAng="0" ptsTypes="AA">
                                      <p:cBhvr>
                                        <p:cTn id="34" dur="2000" fill="hold"/>
                                        <p:tgtEl>
                                          <p:spTgt spid="23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04" y="5463"/>
                                    </p:animMotion>
                                  </p:childTnLst>
                                </p:cTn>
                              </p:par>
                              <p:par>
                                <p:cTn id="35" presetID="9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36" dur="500"/>
                                        <p:tgtEl>
                                          <p:spTgt spid="23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8000"/>
                            </p:stCondLst>
                            <p:childTnLst>
                              <p:par>
                                <p:cTn id="39" presetID="9" presetClass="exit" presetSubtype="0" fill="hold" grpId="4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40" dur="500"/>
                                        <p:tgtEl>
                                          <p:spTgt spid="23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0" grpId="0" animBg="1"/>
      <p:bldP spid="230" grpId="1" animBg="1"/>
      <p:bldP spid="230" grpId="2" animBg="1"/>
      <p:bldP spid="230" grpId="3" animBg="1"/>
      <p:bldP spid="230" grpId="4" animBg="1"/>
      <p:bldP spid="231" grpId="0" animBg="1"/>
      <p:bldP spid="232" grpId="0"/>
      <p:bldP spid="232" grpId="1"/>
      <p:bldP spid="233" grpId="0"/>
      <p:bldP spid="233" grpId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Freeform 3">
            <a:extLst>
              <a:ext uri="{FF2B5EF4-FFF2-40B4-BE49-F238E27FC236}">
                <a16:creationId xmlns:a16="http://schemas.microsoft.com/office/drawing/2014/main" id="{78DA0B54-F98B-BB46-88B3-CE41F122DE26}"/>
              </a:ext>
            </a:extLst>
          </p:cNvPr>
          <p:cNvSpPr>
            <a:spLocks/>
          </p:cNvSpPr>
          <p:nvPr/>
        </p:nvSpPr>
        <p:spPr bwMode="auto">
          <a:xfrm>
            <a:off x="6946976" y="5009814"/>
            <a:ext cx="308091" cy="1217281"/>
          </a:xfrm>
          <a:custGeom>
            <a:avLst/>
            <a:gdLst>
              <a:gd name="T0" fmla="*/ 2147483647 w 366"/>
              <a:gd name="T1" fmla="*/ 2147483647 h 1284"/>
              <a:gd name="T2" fmla="*/ 2147483647 w 366"/>
              <a:gd name="T3" fmla="*/ 0 h 1284"/>
              <a:gd name="T4" fmla="*/ 0 w 366"/>
              <a:gd name="T5" fmla="*/ 2147483647 h 1284"/>
              <a:gd name="T6" fmla="*/ 2147483647 w 366"/>
              <a:gd name="T7" fmla="*/ 2147483647 h 1284"/>
              <a:gd name="T8" fmla="*/ 2147483647 w 366"/>
              <a:gd name="T9" fmla="*/ 2147483647 h 1284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366" h="1284">
                <a:moveTo>
                  <a:pt x="366" y="1278"/>
                </a:moveTo>
                <a:lnTo>
                  <a:pt x="12" y="0"/>
                </a:lnTo>
                <a:lnTo>
                  <a:pt x="0" y="1224"/>
                </a:lnTo>
                <a:lnTo>
                  <a:pt x="186" y="1284"/>
                </a:lnTo>
                <a:lnTo>
                  <a:pt x="366" y="1278"/>
                </a:lnTo>
                <a:close/>
              </a:path>
            </a:pathLst>
          </a:custGeom>
          <a:gradFill rotWithShape="1">
            <a:gsLst>
              <a:gs pos="0">
                <a:srgbClr val="B2B2B2"/>
              </a:gs>
              <a:gs pos="100000">
                <a:srgbClr val="FFFFFF"/>
              </a:gs>
            </a:gsLst>
            <a:lin ang="0" scaled="1"/>
          </a:gradFill>
          <a:ln w="9525">
            <a:solidFill>
              <a:srgbClr val="DDDDDD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grpSp>
        <p:nvGrpSpPr>
          <p:cNvPr id="474" name="Group 473">
            <a:extLst>
              <a:ext uri="{FF2B5EF4-FFF2-40B4-BE49-F238E27FC236}">
                <a16:creationId xmlns:a16="http://schemas.microsoft.com/office/drawing/2014/main" id="{B7831227-C019-F54D-8486-90C2641B233E}"/>
              </a:ext>
            </a:extLst>
          </p:cNvPr>
          <p:cNvGrpSpPr/>
          <p:nvPr/>
        </p:nvGrpSpPr>
        <p:grpSpPr>
          <a:xfrm>
            <a:off x="6249435" y="5024056"/>
            <a:ext cx="720732" cy="1182930"/>
            <a:chOff x="10910965" y="2513124"/>
            <a:chExt cx="586768" cy="904023"/>
          </a:xfrm>
        </p:grpSpPr>
        <p:sp>
          <p:nvSpPr>
            <p:cNvPr id="475" name="Rectangle 474">
              <a:extLst>
                <a:ext uri="{FF2B5EF4-FFF2-40B4-BE49-F238E27FC236}">
                  <a16:creationId xmlns:a16="http://schemas.microsoft.com/office/drawing/2014/main" id="{1F86B744-C8BE-A248-B391-C1A1E47E0A0D}"/>
                </a:ext>
              </a:extLst>
            </p:cNvPr>
            <p:cNvSpPr/>
            <p:nvPr/>
          </p:nvSpPr>
          <p:spPr>
            <a:xfrm>
              <a:off x="10916736" y="2513124"/>
              <a:ext cx="574264" cy="904023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</a:ln>
            <a:effectLst>
              <a:outerShdw blurRad="50800" dist="38100" dir="2700000" algn="tl" rotWithShape="0">
                <a:schemeClr val="tx1">
                  <a:alpha val="4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cxnSp>
          <p:nvCxnSpPr>
            <p:cNvPr id="476" name="Straight Connector 475">
              <a:extLst>
                <a:ext uri="{FF2B5EF4-FFF2-40B4-BE49-F238E27FC236}">
                  <a16:creationId xmlns:a16="http://schemas.microsoft.com/office/drawing/2014/main" id="{900566A3-5320-FA4C-ABD1-930C515C0C89}"/>
                </a:ext>
              </a:extLst>
            </p:cNvPr>
            <p:cNvCxnSpPr/>
            <p:nvPr/>
          </p:nvCxnSpPr>
          <p:spPr>
            <a:xfrm>
              <a:off x="10910965" y="2696064"/>
              <a:ext cx="574264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7" name="Straight Connector 476">
              <a:extLst>
                <a:ext uri="{FF2B5EF4-FFF2-40B4-BE49-F238E27FC236}">
                  <a16:creationId xmlns:a16="http://schemas.microsoft.com/office/drawing/2014/main" id="{93B54A25-2EFC-2B49-BB5B-BE990ACB6E19}"/>
                </a:ext>
              </a:extLst>
            </p:cNvPr>
            <p:cNvCxnSpPr/>
            <p:nvPr/>
          </p:nvCxnSpPr>
          <p:spPr>
            <a:xfrm>
              <a:off x="10914332" y="2881753"/>
              <a:ext cx="574264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8" name="Straight Connector 477">
              <a:extLst>
                <a:ext uri="{FF2B5EF4-FFF2-40B4-BE49-F238E27FC236}">
                  <a16:creationId xmlns:a16="http://schemas.microsoft.com/office/drawing/2014/main" id="{A6538998-BDBF-DF4C-B2EC-77F281D72F08}"/>
                </a:ext>
              </a:extLst>
            </p:cNvPr>
            <p:cNvCxnSpPr/>
            <p:nvPr/>
          </p:nvCxnSpPr>
          <p:spPr>
            <a:xfrm>
              <a:off x="10923469" y="3064677"/>
              <a:ext cx="574264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9" name="Straight Connector 478">
              <a:extLst>
                <a:ext uri="{FF2B5EF4-FFF2-40B4-BE49-F238E27FC236}">
                  <a16:creationId xmlns:a16="http://schemas.microsoft.com/office/drawing/2014/main" id="{968272CD-399F-264B-A633-827064A7E416}"/>
                </a:ext>
              </a:extLst>
            </p:cNvPr>
            <p:cNvCxnSpPr/>
            <p:nvPr/>
          </p:nvCxnSpPr>
          <p:spPr>
            <a:xfrm>
              <a:off x="10915293" y="3242073"/>
              <a:ext cx="574264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69" name="Freeform 9">
            <a:extLst>
              <a:ext uri="{FF2B5EF4-FFF2-40B4-BE49-F238E27FC236}">
                <a16:creationId xmlns:a16="http://schemas.microsoft.com/office/drawing/2014/main" id="{3605A7CD-486E-374E-857B-A5FED463149A}"/>
              </a:ext>
            </a:extLst>
          </p:cNvPr>
          <p:cNvSpPr>
            <a:spLocks/>
          </p:cNvSpPr>
          <p:nvPr/>
        </p:nvSpPr>
        <p:spPr bwMode="auto">
          <a:xfrm flipH="1">
            <a:off x="1844721" y="3515638"/>
            <a:ext cx="528348" cy="1178279"/>
          </a:xfrm>
          <a:custGeom>
            <a:avLst/>
            <a:gdLst>
              <a:gd name="T0" fmla="*/ 2147483647 w 366"/>
              <a:gd name="T1" fmla="*/ 2147483647 h 1284"/>
              <a:gd name="T2" fmla="*/ 2147483647 w 366"/>
              <a:gd name="T3" fmla="*/ 0 h 1284"/>
              <a:gd name="T4" fmla="*/ 0 w 366"/>
              <a:gd name="T5" fmla="*/ 2147483647 h 1284"/>
              <a:gd name="T6" fmla="*/ 2147483647 w 366"/>
              <a:gd name="T7" fmla="*/ 2147483647 h 1284"/>
              <a:gd name="T8" fmla="*/ 2147483647 w 366"/>
              <a:gd name="T9" fmla="*/ 2147483647 h 1284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connsiteX0" fmla="*/ 10401 w 10401"/>
              <a:gd name="connsiteY0" fmla="*/ 9412 h 9459"/>
              <a:gd name="connsiteX1" fmla="*/ 0 w 10401"/>
              <a:gd name="connsiteY1" fmla="*/ 0 h 9459"/>
              <a:gd name="connsiteX2" fmla="*/ 401 w 10401"/>
              <a:gd name="connsiteY2" fmla="*/ 8992 h 9459"/>
              <a:gd name="connsiteX3" fmla="*/ 5483 w 10401"/>
              <a:gd name="connsiteY3" fmla="*/ 9459 h 9459"/>
              <a:gd name="connsiteX4" fmla="*/ 10401 w 10401"/>
              <a:gd name="connsiteY4" fmla="*/ 9412 h 9459"/>
              <a:gd name="connsiteX0" fmla="*/ 14206 w 14206"/>
              <a:gd name="connsiteY0" fmla="*/ 3611 h 10000"/>
              <a:gd name="connsiteX1" fmla="*/ 0 w 14206"/>
              <a:gd name="connsiteY1" fmla="*/ 0 h 10000"/>
              <a:gd name="connsiteX2" fmla="*/ 386 w 14206"/>
              <a:gd name="connsiteY2" fmla="*/ 9506 h 10000"/>
              <a:gd name="connsiteX3" fmla="*/ 5272 w 14206"/>
              <a:gd name="connsiteY3" fmla="*/ 10000 h 10000"/>
              <a:gd name="connsiteX4" fmla="*/ 14206 w 14206"/>
              <a:gd name="connsiteY4" fmla="*/ 3611 h 10000"/>
              <a:gd name="connsiteX0" fmla="*/ 14206 w 16488"/>
              <a:gd name="connsiteY0" fmla="*/ 3611 h 9506"/>
              <a:gd name="connsiteX1" fmla="*/ 0 w 16488"/>
              <a:gd name="connsiteY1" fmla="*/ 0 h 9506"/>
              <a:gd name="connsiteX2" fmla="*/ 386 w 16488"/>
              <a:gd name="connsiteY2" fmla="*/ 9506 h 9506"/>
              <a:gd name="connsiteX3" fmla="*/ 16488 w 16488"/>
              <a:gd name="connsiteY3" fmla="*/ 6207 h 9506"/>
              <a:gd name="connsiteX4" fmla="*/ 14206 w 16488"/>
              <a:gd name="connsiteY4" fmla="*/ 3611 h 9506"/>
              <a:gd name="connsiteX0" fmla="*/ 8616 w 10000"/>
              <a:gd name="connsiteY0" fmla="*/ 3799 h 10765"/>
              <a:gd name="connsiteX1" fmla="*/ 0 w 10000"/>
              <a:gd name="connsiteY1" fmla="*/ 0 h 10765"/>
              <a:gd name="connsiteX2" fmla="*/ 128 w 10000"/>
              <a:gd name="connsiteY2" fmla="*/ 10765 h 10765"/>
              <a:gd name="connsiteX3" fmla="*/ 10000 w 10000"/>
              <a:gd name="connsiteY3" fmla="*/ 6530 h 10765"/>
              <a:gd name="connsiteX4" fmla="*/ 8616 w 10000"/>
              <a:gd name="connsiteY4" fmla="*/ 3799 h 107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000" h="10765">
                <a:moveTo>
                  <a:pt x="8616" y="3799"/>
                </a:moveTo>
                <a:lnTo>
                  <a:pt x="0" y="0"/>
                </a:lnTo>
                <a:cubicBezTo>
                  <a:pt x="78" y="3333"/>
                  <a:pt x="50" y="7432"/>
                  <a:pt x="128" y="10765"/>
                </a:cubicBezTo>
                <a:lnTo>
                  <a:pt x="10000" y="6530"/>
                </a:lnTo>
                <a:lnTo>
                  <a:pt x="8616" y="3799"/>
                </a:lnTo>
                <a:close/>
              </a:path>
            </a:pathLst>
          </a:custGeom>
          <a:gradFill rotWithShape="1">
            <a:gsLst>
              <a:gs pos="0">
                <a:srgbClr val="B2B2B2"/>
              </a:gs>
              <a:gs pos="100000">
                <a:srgbClr val="FFFFFF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DDDDDD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grpSp>
        <p:nvGrpSpPr>
          <p:cNvPr id="170" name="Group 169">
            <a:extLst>
              <a:ext uri="{FF2B5EF4-FFF2-40B4-BE49-F238E27FC236}">
                <a16:creationId xmlns:a16="http://schemas.microsoft.com/office/drawing/2014/main" id="{6BAE210C-B315-BF49-9E14-832C803385C1}"/>
              </a:ext>
            </a:extLst>
          </p:cNvPr>
          <p:cNvGrpSpPr/>
          <p:nvPr/>
        </p:nvGrpSpPr>
        <p:grpSpPr>
          <a:xfrm>
            <a:off x="1278678" y="4683698"/>
            <a:ext cx="720732" cy="1182930"/>
            <a:chOff x="10910965" y="2513124"/>
            <a:chExt cx="586768" cy="904023"/>
          </a:xfrm>
        </p:grpSpPr>
        <p:sp>
          <p:nvSpPr>
            <p:cNvPr id="466" name="Rectangle 465">
              <a:extLst>
                <a:ext uri="{FF2B5EF4-FFF2-40B4-BE49-F238E27FC236}">
                  <a16:creationId xmlns:a16="http://schemas.microsoft.com/office/drawing/2014/main" id="{782DF269-B22E-124D-A8AB-1B45AC4017FB}"/>
                </a:ext>
              </a:extLst>
            </p:cNvPr>
            <p:cNvSpPr/>
            <p:nvPr/>
          </p:nvSpPr>
          <p:spPr>
            <a:xfrm>
              <a:off x="10916736" y="2513124"/>
              <a:ext cx="574264" cy="904023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</a:ln>
            <a:effectLst>
              <a:outerShdw blurRad="50800" dist="38100" dir="2700000" algn="tl" rotWithShape="0">
                <a:schemeClr val="tx1">
                  <a:alpha val="4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cxnSp>
          <p:nvCxnSpPr>
            <p:cNvPr id="467" name="Straight Connector 466">
              <a:extLst>
                <a:ext uri="{FF2B5EF4-FFF2-40B4-BE49-F238E27FC236}">
                  <a16:creationId xmlns:a16="http://schemas.microsoft.com/office/drawing/2014/main" id="{A7812E96-3B07-D348-AB53-B122DAB4E6B2}"/>
                </a:ext>
              </a:extLst>
            </p:cNvPr>
            <p:cNvCxnSpPr/>
            <p:nvPr/>
          </p:nvCxnSpPr>
          <p:spPr>
            <a:xfrm>
              <a:off x="10910965" y="2696064"/>
              <a:ext cx="574264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8" name="Straight Connector 467">
              <a:extLst>
                <a:ext uri="{FF2B5EF4-FFF2-40B4-BE49-F238E27FC236}">
                  <a16:creationId xmlns:a16="http://schemas.microsoft.com/office/drawing/2014/main" id="{2B399334-1A8E-134C-B4FC-1DADB2572F96}"/>
                </a:ext>
              </a:extLst>
            </p:cNvPr>
            <p:cNvCxnSpPr/>
            <p:nvPr/>
          </p:nvCxnSpPr>
          <p:spPr>
            <a:xfrm>
              <a:off x="10914332" y="2881753"/>
              <a:ext cx="574264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9" name="Straight Connector 468">
              <a:extLst>
                <a:ext uri="{FF2B5EF4-FFF2-40B4-BE49-F238E27FC236}">
                  <a16:creationId xmlns:a16="http://schemas.microsoft.com/office/drawing/2014/main" id="{2A8D4057-50A8-0C4E-B3DB-41EF5AA29419}"/>
                </a:ext>
              </a:extLst>
            </p:cNvPr>
            <p:cNvCxnSpPr/>
            <p:nvPr/>
          </p:nvCxnSpPr>
          <p:spPr>
            <a:xfrm>
              <a:off x="10923469" y="3064677"/>
              <a:ext cx="574264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0" name="Straight Connector 469">
              <a:extLst>
                <a:ext uri="{FF2B5EF4-FFF2-40B4-BE49-F238E27FC236}">
                  <a16:creationId xmlns:a16="http://schemas.microsoft.com/office/drawing/2014/main" id="{303C7848-D36A-834E-9516-64CE78236EDC}"/>
                </a:ext>
              </a:extLst>
            </p:cNvPr>
            <p:cNvCxnSpPr/>
            <p:nvPr/>
          </p:nvCxnSpPr>
          <p:spPr>
            <a:xfrm>
              <a:off x="10915293" y="3242073"/>
              <a:ext cx="574264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71" name="Group 170">
            <a:extLst>
              <a:ext uri="{FF2B5EF4-FFF2-40B4-BE49-F238E27FC236}">
                <a16:creationId xmlns:a16="http://schemas.microsoft.com/office/drawing/2014/main" id="{584477B2-231F-6342-BB1B-FEE6C59ECF52}"/>
              </a:ext>
            </a:extLst>
          </p:cNvPr>
          <p:cNvGrpSpPr/>
          <p:nvPr/>
        </p:nvGrpSpPr>
        <p:grpSpPr>
          <a:xfrm>
            <a:off x="2355044" y="3521091"/>
            <a:ext cx="720732" cy="1182930"/>
            <a:chOff x="10910965" y="2513124"/>
            <a:chExt cx="586768" cy="904023"/>
          </a:xfrm>
        </p:grpSpPr>
        <p:sp>
          <p:nvSpPr>
            <p:cNvPr id="461" name="Rectangle 460">
              <a:extLst>
                <a:ext uri="{FF2B5EF4-FFF2-40B4-BE49-F238E27FC236}">
                  <a16:creationId xmlns:a16="http://schemas.microsoft.com/office/drawing/2014/main" id="{6809513A-96B2-F747-B5DE-AE92732DF736}"/>
                </a:ext>
              </a:extLst>
            </p:cNvPr>
            <p:cNvSpPr/>
            <p:nvPr/>
          </p:nvSpPr>
          <p:spPr>
            <a:xfrm>
              <a:off x="10916736" y="2513124"/>
              <a:ext cx="574264" cy="904023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</a:ln>
            <a:effectLst>
              <a:outerShdw blurRad="50800" dist="38100" dir="2700000" algn="tl" rotWithShape="0">
                <a:schemeClr val="tx1">
                  <a:alpha val="4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cxnSp>
          <p:nvCxnSpPr>
            <p:cNvPr id="462" name="Straight Connector 461">
              <a:extLst>
                <a:ext uri="{FF2B5EF4-FFF2-40B4-BE49-F238E27FC236}">
                  <a16:creationId xmlns:a16="http://schemas.microsoft.com/office/drawing/2014/main" id="{12D921D5-B6BF-A24C-8002-5AB6451D58B6}"/>
                </a:ext>
              </a:extLst>
            </p:cNvPr>
            <p:cNvCxnSpPr/>
            <p:nvPr/>
          </p:nvCxnSpPr>
          <p:spPr>
            <a:xfrm>
              <a:off x="10910965" y="2696064"/>
              <a:ext cx="574264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3" name="Straight Connector 462">
              <a:extLst>
                <a:ext uri="{FF2B5EF4-FFF2-40B4-BE49-F238E27FC236}">
                  <a16:creationId xmlns:a16="http://schemas.microsoft.com/office/drawing/2014/main" id="{8E7AFE4F-E85D-E74E-9028-EA5E47E1FC08}"/>
                </a:ext>
              </a:extLst>
            </p:cNvPr>
            <p:cNvCxnSpPr/>
            <p:nvPr/>
          </p:nvCxnSpPr>
          <p:spPr>
            <a:xfrm>
              <a:off x="10914332" y="2881753"/>
              <a:ext cx="574264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4" name="Straight Connector 463">
              <a:extLst>
                <a:ext uri="{FF2B5EF4-FFF2-40B4-BE49-F238E27FC236}">
                  <a16:creationId xmlns:a16="http://schemas.microsoft.com/office/drawing/2014/main" id="{A7E6CF1A-5E38-FC4A-91EC-B6B52C3CCCC0}"/>
                </a:ext>
              </a:extLst>
            </p:cNvPr>
            <p:cNvCxnSpPr/>
            <p:nvPr/>
          </p:nvCxnSpPr>
          <p:spPr>
            <a:xfrm>
              <a:off x="10923469" y="3064677"/>
              <a:ext cx="574264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5" name="Straight Connector 464">
              <a:extLst>
                <a:ext uri="{FF2B5EF4-FFF2-40B4-BE49-F238E27FC236}">
                  <a16:creationId xmlns:a16="http://schemas.microsoft.com/office/drawing/2014/main" id="{C7013E7D-279D-3441-A1FC-72573517FCAA}"/>
                </a:ext>
              </a:extLst>
            </p:cNvPr>
            <p:cNvCxnSpPr/>
            <p:nvPr/>
          </p:nvCxnSpPr>
          <p:spPr>
            <a:xfrm>
              <a:off x="10915293" y="3242073"/>
              <a:ext cx="574264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72" name="Freeform 6">
            <a:extLst>
              <a:ext uri="{FF2B5EF4-FFF2-40B4-BE49-F238E27FC236}">
                <a16:creationId xmlns:a16="http://schemas.microsoft.com/office/drawing/2014/main" id="{206261C0-C19D-5445-B1A1-7208FAA9D5C0}"/>
              </a:ext>
            </a:extLst>
          </p:cNvPr>
          <p:cNvSpPr>
            <a:spLocks/>
          </p:cNvSpPr>
          <p:nvPr/>
        </p:nvSpPr>
        <p:spPr bwMode="auto">
          <a:xfrm>
            <a:off x="7409112" y="3699469"/>
            <a:ext cx="308091" cy="1217281"/>
          </a:xfrm>
          <a:custGeom>
            <a:avLst/>
            <a:gdLst>
              <a:gd name="T0" fmla="*/ 2147483647 w 366"/>
              <a:gd name="T1" fmla="*/ 2147483647 h 1284"/>
              <a:gd name="T2" fmla="*/ 2147483647 w 366"/>
              <a:gd name="T3" fmla="*/ 0 h 1284"/>
              <a:gd name="T4" fmla="*/ 0 w 366"/>
              <a:gd name="T5" fmla="*/ 2147483647 h 1284"/>
              <a:gd name="T6" fmla="*/ 2147483647 w 366"/>
              <a:gd name="T7" fmla="*/ 2147483647 h 1284"/>
              <a:gd name="T8" fmla="*/ 2147483647 w 366"/>
              <a:gd name="T9" fmla="*/ 2147483647 h 1284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366" h="1284">
                <a:moveTo>
                  <a:pt x="366" y="1278"/>
                </a:moveTo>
                <a:lnTo>
                  <a:pt x="12" y="0"/>
                </a:lnTo>
                <a:lnTo>
                  <a:pt x="0" y="1224"/>
                </a:lnTo>
                <a:lnTo>
                  <a:pt x="186" y="1284"/>
                </a:lnTo>
                <a:lnTo>
                  <a:pt x="366" y="1278"/>
                </a:lnTo>
                <a:close/>
              </a:path>
            </a:pathLst>
          </a:custGeom>
          <a:gradFill rotWithShape="1">
            <a:gsLst>
              <a:gs pos="0">
                <a:srgbClr val="B2B2B2"/>
              </a:gs>
              <a:gs pos="100000">
                <a:srgbClr val="FFFFFF"/>
              </a:gs>
            </a:gsLst>
            <a:lin ang="0" scaled="1"/>
          </a:gradFill>
          <a:ln w="9525">
            <a:noFill/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grpSp>
        <p:nvGrpSpPr>
          <p:cNvPr id="235" name="Group 234">
            <a:extLst>
              <a:ext uri="{FF2B5EF4-FFF2-40B4-BE49-F238E27FC236}">
                <a16:creationId xmlns:a16="http://schemas.microsoft.com/office/drawing/2014/main" id="{2D5D8D25-47D7-4247-93AC-740845C8F29F}"/>
              </a:ext>
            </a:extLst>
          </p:cNvPr>
          <p:cNvGrpSpPr/>
          <p:nvPr/>
        </p:nvGrpSpPr>
        <p:grpSpPr>
          <a:xfrm>
            <a:off x="6698918" y="3667889"/>
            <a:ext cx="720732" cy="1182930"/>
            <a:chOff x="10910965" y="2513124"/>
            <a:chExt cx="586768" cy="904023"/>
          </a:xfrm>
        </p:grpSpPr>
        <p:sp>
          <p:nvSpPr>
            <p:cNvPr id="456" name="Rectangle 455">
              <a:extLst>
                <a:ext uri="{FF2B5EF4-FFF2-40B4-BE49-F238E27FC236}">
                  <a16:creationId xmlns:a16="http://schemas.microsoft.com/office/drawing/2014/main" id="{23DA77B2-BEC2-8945-AF87-82BF78DFEBDC}"/>
                </a:ext>
              </a:extLst>
            </p:cNvPr>
            <p:cNvSpPr/>
            <p:nvPr/>
          </p:nvSpPr>
          <p:spPr>
            <a:xfrm>
              <a:off x="10916736" y="2513124"/>
              <a:ext cx="574264" cy="904023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</a:ln>
            <a:effectLst>
              <a:outerShdw blurRad="50800" dist="38100" dir="2700000" algn="tl" rotWithShape="0">
                <a:schemeClr val="tx1">
                  <a:alpha val="4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cxnSp>
          <p:nvCxnSpPr>
            <p:cNvPr id="457" name="Straight Connector 456">
              <a:extLst>
                <a:ext uri="{FF2B5EF4-FFF2-40B4-BE49-F238E27FC236}">
                  <a16:creationId xmlns:a16="http://schemas.microsoft.com/office/drawing/2014/main" id="{5E0EB13A-C315-4845-B3CA-9996078979F7}"/>
                </a:ext>
              </a:extLst>
            </p:cNvPr>
            <p:cNvCxnSpPr/>
            <p:nvPr/>
          </p:nvCxnSpPr>
          <p:spPr>
            <a:xfrm>
              <a:off x="10910965" y="2696064"/>
              <a:ext cx="574264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8" name="Straight Connector 457">
              <a:extLst>
                <a:ext uri="{FF2B5EF4-FFF2-40B4-BE49-F238E27FC236}">
                  <a16:creationId xmlns:a16="http://schemas.microsoft.com/office/drawing/2014/main" id="{77FF2C2F-77E2-114D-A87A-BE0DC6998087}"/>
                </a:ext>
              </a:extLst>
            </p:cNvPr>
            <p:cNvCxnSpPr/>
            <p:nvPr/>
          </p:nvCxnSpPr>
          <p:spPr>
            <a:xfrm>
              <a:off x="10914332" y="2881753"/>
              <a:ext cx="574264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9" name="Straight Connector 458">
              <a:extLst>
                <a:ext uri="{FF2B5EF4-FFF2-40B4-BE49-F238E27FC236}">
                  <a16:creationId xmlns:a16="http://schemas.microsoft.com/office/drawing/2014/main" id="{215BACD8-AE1A-024C-8113-15D983544269}"/>
                </a:ext>
              </a:extLst>
            </p:cNvPr>
            <p:cNvCxnSpPr/>
            <p:nvPr/>
          </p:nvCxnSpPr>
          <p:spPr>
            <a:xfrm>
              <a:off x="10923469" y="3064677"/>
              <a:ext cx="574264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0" name="Straight Connector 459">
              <a:extLst>
                <a:ext uri="{FF2B5EF4-FFF2-40B4-BE49-F238E27FC236}">
                  <a16:creationId xmlns:a16="http://schemas.microsoft.com/office/drawing/2014/main" id="{4A77BC0A-EA01-7445-AAE0-B8E8936A6672}"/>
                </a:ext>
              </a:extLst>
            </p:cNvPr>
            <p:cNvCxnSpPr/>
            <p:nvPr/>
          </p:nvCxnSpPr>
          <p:spPr>
            <a:xfrm>
              <a:off x="10915293" y="3242073"/>
              <a:ext cx="574264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31" name="Group 330">
            <a:extLst>
              <a:ext uri="{FF2B5EF4-FFF2-40B4-BE49-F238E27FC236}">
                <a16:creationId xmlns:a16="http://schemas.microsoft.com/office/drawing/2014/main" id="{FFA35F8C-504E-E740-B268-F48CB484744A}"/>
              </a:ext>
            </a:extLst>
          </p:cNvPr>
          <p:cNvGrpSpPr/>
          <p:nvPr/>
        </p:nvGrpSpPr>
        <p:grpSpPr>
          <a:xfrm>
            <a:off x="3770696" y="5033645"/>
            <a:ext cx="1286871" cy="734927"/>
            <a:chOff x="7493876" y="2774731"/>
            <a:chExt cx="1481958" cy="894622"/>
          </a:xfrm>
        </p:grpSpPr>
        <p:sp>
          <p:nvSpPr>
            <p:cNvPr id="449" name="Freeform 448">
              <a:extLst>
                <a:ext uri="{FF2B5EF4-FFF2-40B4-BE49-F238E27FC236}">
                  <a16:creationId xmlns:a16="http://schemas.microsoft.com/office/drawing/2014/main" id="{0C5B982F-8D0D-5E4B-A5F4-51D4EACABD77}"/>
                </a:ext>
              </a:extLst>
            </p:cNvPr>
            <p:cNvSpPr/>
            <p:nvPr/>
          </p:nvSpPr>
          <p:spPr>
            <a:xfrm>
              <a:off x="7493876" y="3084399"/>
              <a:ext cx="1481958" cy="584954"/>
            </a:xfrm>
            <a:custGeom>
              <a:avLst/>
              <a:gdLst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76538 w 8176538"/>
                <a:gd name="connsiteY0" fmla="*/ 0 h 2638097"/>
                <a:gd name="connsiteX1" fmla="*/ 8176538 w 8176538"/>
                <a:gd name="connsiteY1" fmla="*/ 1271752 h 2638097"/>
                <a:gd name="connsiteX2" fmla="*/ 4088015 w 8176538"/>
                <a:gd name="connsiteY2" fmla="*/ 2638097 h 2638097"/>
                <a:gd name="connsiteX3" fmla="*/ 0 w 8176538"/>
                <a:gd name="connsiteY3" fmla="*/ 1269888 h 2638097"/>
                <a:gd name="connsiteX4" fmla="*/ 20511 w 8176538"/>
                <a:gd name="connsiteY4" fmla="*/ 147145 h 2638097"/>
                <a:gd name="connsiteX5" fmla="*/ 4088015 w 8176538"/>
                <a:gd name="connsiteY5" fmla="*/ 1566042 h 2638097"/>
                <a:gd name="connsiteX6" fmla="*/ 8176538 w 8176538"/>
                <a:gd name="connsiteY6" fmla="*/ 0 h 2638097"/>
                <a:gd name="connsiteX0" fmla="*/ 8176538 w 8176538"/>
                <a:gd name="connsiteY0" fmla="*/ 0 h 2772020"/>
                <a:gd name="connsiteX1" fmla="*/ 8176538 w 8176538"/>
                <a:gd name="connsiteY1" fmla="*/ 1271752 h 2772020"/>
                <a:gd name="connsiteX2" fmla="*/ 4099034 w 8176538"/>
                <a:gd name="connsiteY2" fmla="*/ 2772020 h 2772020"/>
                <a:gd name="connsiteX3" fmla="*/ 0 w 8176538"/>
                <a:gd name="connsiteY3" fmla="*/ 1269888 h 2772020"/>
                <a:gd name="connsiteX4" fmla="*/ 20511 w 8176538"/>
                <a:gd name="connsiteY4" fmla="*/ 147145 h 2772020"/>
                <a:gd name="connsiteX5" fmla="*/ 4088015 w 8176538"/>
                <a:gd name="connsiteY5" fmla="*/ 1566042 h 2772020"/>
                <a:gd name="connsiteX6" fmla="*/ 8176538 w 8176538"/>
                <a:gd name="connsiteY6" fmla="*/ 0 h 2772020"/>
                <a:gd name="connsiteX0" fmla="*/ 8176538 w 8176538"/>
                <a:gd name="connsiteY0" fmla="*/ 0 h 2772339"/>
                <a:gd name="connsiteX1" fmla="*/ 8176538 w 8176538"/>
                <a:gd name="connsiteY1" fmla="*/ 1378890 h 2772339"/>
                <a:gd name="connsiteX2" fmla="*/ 4099034 w 8176538"/>
                <a:gd name="connsiteY2" fmla="*/ 2772020 h 2772339"/>
                <a:gd name="connsiteX3" fmla="*/ 0 w 8176538"/>
                <a:gd name="connsiteY3" fmla="*/ 1269888 h 2772339"/>
                <a:gd name="connsiteX4" fmla="*/ 20511 w 8176538"/>
                <a:gd name="connsiteY4" fmla="*/ 147145 h 2772339"/>
                <a:gd name="connsiteX5" fmla="*/ 4088015 w 8176538"/>
                <a:gd name="connsiteY5" fmla="*/ 1566042 h 2772339"/>
                <a:gd name="connsiteX6" fmla="*/ 8176538 w 8176538"/>
                <a:gd name="connsiteY6" fmla="*/ 0 h 2772339"/>
                <a:gd name="connsiteX0" fmla="*/ 8176538 w 8176538"/>
                <a:gd name="connsiteY0" fmla="*/ 0 h 2825888"/>
                <a:gd name="connsiteX1" fmla="*/ 8176538 w 8176538"/>
                <a:gd name="connsiteY1" fmla="*/ 1378890 h 2825888"/>
                <a:gd name="connsiteX2" fmla="*/ 4099034 w 8176538"/>
                <a:gd name="connsiteY2" fmla="*/ 2825590 h 2825888"/>
                <a:gd name="connsiteX3" fmla="*/ 0 w 8176538"/>
                <a:gd name="connsiteY3" fmla="*/ 1269888 h 2825888"/>
                <a:gd name="connsiteX4" fmla="*/ 20511 w 8176538"/>
                <a:gd name="connsiteY4" fmla="*/ 147145 h 2825888"/>
                <a:gd name="connsiteX5" fmla="*/ 4088015 w 8176538"/>
                <a:gd name="connsiteY5" fmla="*/ 1566042 h 2825888"/>
                <a:gd name="connsiteX6" fmla="*/ 8176538 w 8176538"/>
                <a:gd name="connsiteY6" fmla="*/ 0 h 2825888"/>
                <a:gd name="connsiteX0" fmla="*/ 8165518 w 8165518"/>
                <a:gd name="connsiteY0" fmla="*/ 0 h 2825606"/>
                <a:gd name="connsiteX1" fmla="*/ 8165518 w 8165518"/>
                <a:gd name="connsiteY1" fmla="*/ 1378890 h 2825606"/>
                <a:gd name="connsiteX2" fmla="*/ 4088014 w 8165518"/>
                <a:gd name="connsiteY2" fmla="*/ 2825590 h 2825606"/>
                <a:gd name="connsiteX3" fmla="*/ 0 w 8165518"/>
                <a:gd name="connsiteY3" fmla="*/ 1403811 h 2825606"/>
                <a:gd name="connsiteX4" fmla="*/ 9491 w 8165518"/>
                <a:gd name="connsiteY4" fmla="*/ 147145 h 2825606"/>
                <a:gd name="connsiteX5" fmla="*/ 4076995 w 8165518"/>
                <a:gd name="connsiteY5" fmla="*/ 1566042 h 2825606"/>
                <a:gd name="connsiteX6" fmla="*/ 8165518 w 8165518"/>
                <a:gd name="connsiteY6" fmla="*/ 0 h 2825606"/>
                <a:gd name="connsiteX0" fmla="*/ 8165518 w 8165518"/>
                <a:gd name="connsiteY0" fmla="*/ 0 h 2879174"/>
                <a:gd name="connsiteX1" fmla="*/ 8165518 w 8165518"/>
                <a:gd name="connsiteY1" fmla="*/ 1378890 h 2879174"/>
                <a:gd name="connsiteX2" fmla="*/ 4132092 w 8165518"/>
                <a:gd name="connsiteY2" fmla="*/ 2879159 h 2879174"/>
                <a:gd name="connsiteX3" fmla="*/ 0 w 8165518"/>
                <a:gd name="connsiteY3" fmla="*/ 1403811 h 2879174"/>
                <a:gd name="connsiteX4" fmla="*/ 9491 w 8165518"/>
                <a:gd name="connsiteY4" fmla="*/ 147145 h 2879174"/>
                <a:gd name="connsiteX5" fmla="*/ 4076995 w 8165518"/>
                <a:gd name="connsiteY5" fmla="*/ 1566042 h 2879174"/>
                <a:gd name="connsiteX6" fmla="*/ 8165518 w 8165518"/>
                <a:gd name="connsiteY6" fmla="*/ 0 h 2879174"/>
                <a:gd name="connsiteX0" fmla="*/ 8165518 w 8176537"/>
                <a:gd name="connsiteY0" fmla="*/ 0 h 2879410"/>
                <a:gd name="connsiteX1" fmla="*/ 8176537 w 8176537"/>
                <a:gd name="connsiteY1" fmla="*/ 1499420 h 2879410"/>
                <a:gd name="connsiteX2" fmla="*/ 4132092 w 8176537"/>
                <a:gd name="connsiteY2" fmla="*/ 2879159 h 2879410"/>
                <a:gd name="connsiteX3" fmla="*/ 0 w 8176537"/>
                <a:gd name="connsiteY3" fmla="*/ 1403811 h 2879410"/>
                <a:gd name="connsiteX4" fmla="*/ 9491 w 8176537"/>
                <a:gd name="connsiteY4" fmla="*/ 147145 h 2879410"/>
                <a:gd name="connsiteX5" fmla="*/ 4076995 w 8176537"/>
                <a:gd name="connsiteY5" fmla="*/ 1566042 h 2879410"/>
                <a:gd name="connsiteX6" fmla="*/ 8165518 w 8176537"/>
                <a:gd name="connsiteY6" fmla="*/ 0 h 2879410"/>
                <a:gd name="connsiteX0" fmla="*/ 8165518 w 8176537"/>
                <a:gd name="connsiteY0" fmla="*/ 0 h 2879262"/>
                <a:gd name="connsiteX1" fmla="*/ 8176537 w 8176537"/>
                <a:gd name="connsiteY1" fmla="*/ 1499420 h 2879262"/>
                <a:gd name="connsiteX2" fmla="*/ 4132092 w 8176537"/>
                <a:gd name="connsiteY2" fmla="*/ 2879159 h 2879262"/>
                <a:gd name="connsiteX3" fmla="*/ 0 w 8176537"/>
                <a:gd name="connsiteY3" fmla="*/ 1403811 h 2879262"/>
                <a:gd name="connsiteX4" fmla="*/ 9491 w 8176537"/>
                <a:gd name="connsiteY4" fmla="*/ 147145 h 2879262"/>
                <a:gd name="connsiteX5" fmla="*/ 4076995 w 8176537"/>
                <a:gd name="connsiteY5" fmla="*/ 1566042 h 2879262"/>
                <a:gd name="connsiteX6" fmla="*/ 8165518 w 8176537"/>
                <a:gd name="connsiteY6" fmla="*/ 0 h 2879262"/>
                <a:gd name="connsiteX0" fmla="*/ 8165518 w 8176537"/>
                <a:gd name="connsiteY0" fmla="*/ 0 h 2879163"/>
                <a:gd name="connsiteX1" fmla="*/ 8176537 w 8176537"/>
                <a:gd name="connsiteY1" fmla="*/ 1499420 h 2879163"/>
                <a:gd name="connsiteX2" fmla="*/ 4132092 w 8176537"/>
                <a:gd name="connsiteY2" fmla="*/ 2879159 h 2879163"/>
                <a:gd name="connsiteX3" fmla="*/ 0 w 8176537"/>
                <a:gd name="connsiteY3" fmla="*/ 1510948 h 2879163"/>
                <a:gd name="connsiteX4" fmla="*/ 9491 w 8176537"/>
                <a:gd name="connsiteY4" fmla="*/ 147145 h 2879163"/>
                <a:gd name="connsiteX5" fmla="*/ 4076995 w 8176537"/>
                <a:gd name="connsiteY5" fmla="*/ 1566042 h 2879163"/>
                <a:gd name="connsiteX6" fmla="*/ 8165518 w 8176537"/>
                <a:gd name="connsiteY6" fmla="*/ 0 h 2879163"/>
                <a:gd name="connsiteX0" fmla="*/ 8165518 w 8198577"/>
                <a:gd name="connsiteY0" fmla="*/ 0 h 2879451"/>
                <a:gd name="connsiteX1" fmla="*/ 8198577 w 8198577"/>
                <a:gd name="connsiteY1" fmla="*/ 1606558 h 2879451"/>
                <a:gd name="connsiteX2" fmla="*/ 4132092 w 8198577"/>
                <a:gd name="connsiteY2" fmla="*/ 2879159 h 2879451"/>
                <a:gd name="connsiteX3" fmla="*/ 0 w 8198577"/>
                <a:gd name="connsiteY3" fmla="*/ 1510948 h 2879451"/>
                <a:gd name="connsiteX4" fmla="*/ 9491 w 8198577"/>
                <a:gd name="connsiteY4" fmla="*/ 147145 h 2879451"/>
                <a:gd name="connsiteX5" fmla="*/ 4076995 w 8198577"/>
                <a:gd name="connsiteY5" fmla="*/ 1566042 h 2879451"/>
                <a:gd name="connsiteX6" fmla="*/ 8165518 w 8198577"/>
                <a:gd name="connsiteY6" fmla="*/ 0 h 2879451"/>
                <a:gd name="connsiteX0" fmla="*/ 8165518 w 8165518"/>
                <a:gd name="connsiteY0" fmla="*/ 0 h 2880066"/>
                <a:gd name="connsiteX1" fmla="*/ 8165518 w 8165518"/>
                <a:gd name="connsiteY1" fmla="*/ 1673520 h 2880066"/>
                <a:gd name="connsiteX2" fmla="*/ 4132092 w 8165518"/>
                <a:gd name="connsiteY2" fmla="*/ 2879159 h 2880066"/>
                <a:gd name="connsiteX3" fmla="*/ 0 w 8165518"/>
                <a:gd name="connsiteY3" fmla="*/ 1510948 h 2880066"/>
                <a:gd name="connsiteX4" fmla="*/ 9491 w 8165518"/>
                <a:gd name="connsiteY4" fmla="*/ 147145 h 2880066"/>
                <a:gd name="connsiteX5" fmla="*/ 4076995 w 8165518"/>
                <a:gd name="connsiteY5" fmla="*/ 1566042 h 2880066"/>
                <a:gd name="connsiteX6" fmla="*/ 8165518 w 8165518"/>
                <a:gd name="connsiteY6" fmla="*/ 0 h 2880066"/>
                <a:gd name="connsiteX0" fmla="*/ 8156794 w 8156794"/>
                <a:gd name="connsiteY0" fmla="*/ 0 h 2879270"/>
                <a:gd name="connsiteX1" fmla="*/ 8156794 w 8156794"/>
                <a:gd name="connsiteY1" fmla="*/ 1673520 h 2879270"/>
                <a:gd name="connsiteX2" fmla="*/ 4123368 w 8156794"/>
                <a:gd name="connsiteY2" fmla="*/ 2879159 h 2879270"/>
                <a:gd name="connsiteX3" fmla="*/ 2295 w 8156794"/>
                <a:gd name="connsiteY3" fmla="*/ 1618086 h 2879270"/>
                <a:gd name="connsiteX4" fmla="*/ 767 w 8156794"/>
                <a:gd name="connsiteY4" fmla="*/ 147145 h 2879270"/>
                <a:gd name="connsiteX5" fmla="*/ 4068271 w 8156794"/>
                <a:gd name="connsiteY5" fmla="*/ 1566042 h 2879270"/>
                <a:gd name="connsiteX6" fmla="*/ 8156794 w 8156794"/>
                <a:gd name="connsiteY6" fmla="*/ 0 h 287927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20"/>
                <a:gd name="connsiteX1" fmla="*/ 8156794 w 8156794"/>
                <a:gd name="connsiteY1" fmla="*/ 1673520 h 2973020"/>
                <a:gd name="connsiteX2" fmla="*/ 4134388 w 8156794"/>
                <a:gd name="connsiteY2" fmla="*/ 2972904 h 2973020"/>
                <a:gd name="connsiteX3" fmla="*/ 2295 w 8156794"/>
                <a:gd name="connsiteY3" fmla="*/ 1618086 h 2973020"/>
                <a:gd name="connsiteX4" fmla="*/ 767 w 8156794"/>
                <a:gd name="connsiteY4" fmla="*/ 147145 h 2973020"/>
                <a:gd name="connsiteX5" fmla="*/ 4068271 w 8156794"/>
                <a:gd name="connsiteY5" fmla="*/ 1566042 h 2973020"/>
                <a:gd name="connsiteX6" fmla="*/ 8156794 w 8156794"/>
                <a:gd name="connsiteY6" fmla="*/ 0 h 2973020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141"/>
                <a:gd name="connsiteX1" fmla="*/ 8156794 w 8156794"/>
                <a:gd name="connsiteY1" fmla="*/ 1673520 h 2973141"/>
                <a:gd name="connsiteX2" fmla="*/ 4134388 w 8156794"/>
                <a:gd name="connsiteY2" fmla="*/ 2972904 h 2973141"/>
                <a:gd name="connsiteX3" fmla="*/ 2295 w 8156794"/>
                <a:gd name="connsiteY3" fmla="*/ 1618086 h 2973141"/>
                <a:gd name="connsiteX4" fmla="*/ 767 w 8156794"/>
                <a:gd name="connsiteY4" fmla="*/ 147145 h 2973141"/>
                <a:gd name="connsiteX5" fmla="*/ 4068271 w 8156794"/>
                <a:gd name="connsiteY5" fmla="*/ 1566042 h 2973141"/>
                <a:gd name="connsiteX6" fmla="*/ 8156794 w 8156794"/>
                <a:gd name="connsiteY6" fmla="*/ 0 h 2973141"/>
                <a:gd name="connsiteX0" fmla="*/ 8156794 w 8156794"/>
                <a:gd name="connsiteY0" fmla="*/ 0 h 3066827"/>
                <a:gd name="connsiteX1" fmla="*/ 8156794 w 8156794"/>
                <a:gd name="connsiteY1" fmla="*/ 1673520 h 3066827"/>
                <a:gd name="connsiteX2" fmla="*/ 4123353 w 8156794"/>
                <a:gd name="connsiteY2" fmla="*/ 3066650 h 3066827"/>
                <a:gd name="connsiteX3" fmla="*/ 2295 w 8156794"/>
                <a:gd name="connsiteY3" fmla="*/ 1618086 h 3066827"/>
                <a:gd name="connsiteX4" fmla="*/ 767 w 8156794"/>
                <a:gd name="connsiteY4" fmla="*/ 147145 h 3066827"/>
                <a:gd name="connsiteX5" fmla="*/ 4068271 w 8156794"/>
                <a:gd name="connsiteY5" fmla="*/ 1566042 h 3066827"/>
                <a:gd name="connsiteX6" fmla="*/ 8156794 w 8156794"/>
                <a:gd name="connsiteY6" fmla="*/ 0 h 3066827"/>
                <a:gd name="connsiteX0" fmla="*/ 8123689 w 8156794"/>
                <a:gd name="connsiteY0" fmla="*/ 0 h 2999866"/>
                <a:gd name="connsiteX1" fmla="*/ 8156794 w 8156794"/>
                <a:gd name="connsiteY1" fmla="*/ 1606559 h 2999866"/>
                <a:gd name="connsiteX2" fmla="*/ 4123353 w 8156794"/>
                <a:gd name="connsiteY2" fmla="*/ 2999689 h 2999866"/>
                <a:gd name="connsiteX3" fmla="*/ 2295 w 8156794"/>
                <a:gd name="connsiteY3" fmla="*/ 1551125 h 2999866"/>
                <a:gd name="connsiteX4" fmla="*/ 767 w 8156794"/>
                <a:gd name="connsiteY4" fmla="*/ 80184 h 2999866"/>
                <a:gd name="connsiteX5" fmla="*/ 4068271 w 8156794"/>
                <a:gd name="connsiteY5" fmla="*/ 1499081 h 2999866"/>
                <a:gd name="connsiteX6" fmla="*/ 8123689 w 8156794"/>
                <a:gd name="connsiteY6" fmla="*/ 0 h 2999866"/>
                <a:gd name="connsiteX0" fmla="*/ 8167828 w 8167828"/>
                <a:gd name="connsiteY0" fmla="*/ 0 h 3026651"/>
                <a:gd name="connsiteX1" fmla="*/ 8156794 w 8167828"/>
                <a:gd name="connsiteY1" fmla="*/ 1633344 h 3026651"/>
                <a:gd name="connsiteX2" fmla="*/ 4123353 w 8167828"/>
                <a:gd name="connsiteY2" fmla="*/ 3026474 h 3026651"/>
                <a:gd name="connsiteX3" fmla="*/ 2295 w 8167828"/>
                <a:gd name="connsiteY3" fmla="*/ 1577910 h 3026651"/>
                <a:gd name="connsiteX4" fmla="*/ 767 w 8167828"/>
                <a:gd name="connsiteY4" fmla="*/ 106969 h 3026651"/>
                <a:gd name="connsiteX5" fmla="*/ 4068271 w 8167828"/>
                <a:gd name="connsiteY5" fmla="*/ 1525866 h 3026651"/>
                <a:gd name="connsiteX6" fmla="*/ 8167828 w 8167828"/>
                <a:gd name="connsiteY6" fmla="*/ 0 h 3026651"/>
                <a:gd name="connsiteX0" fmla="*/ 8167828 w 8167828"/>
                <a:gd name="connsiteY0" fmla="*/ 0 h 3027228"/>
                <a:gd name="connsiteX1" fmla="*/ 8145760 w 8167828"/>
                <a:gd name="connsiteY1" fmla="*/ 1686913 h 3027228"/>
                <a:gd name="connsiteX2" fmla="*/ 4123353 w 8167828"/>
                <a:gd name="connsiteY2" fmla="*/ 3026474 h 3027228"/>
                <a:gd name="connsiteX3" fmla="*/ 2295 w 8167828"/>
                <a:gd name="connsiteY3" fmla="*/ 1577910 h 3027228"/>
                <a:gd name="connsiteX4" fmla="*/ 767 w 8167828"/>
                <a:gd name="connsiteY4" fmla="*/ 106969 h 3027228"/>
                <a:gd name="connsiteX5" fmla="*/ 4068271 w 8167828"/>
                <a:gd name="connsiteY5" fmla="*/ 1525866 h 3027228"/>
                <a:gd name="connsiteX6" fmla="*/ 8167828 w 8167828"/>
                <a:gd name="connsiteY6" fmla="*/ 0 h 3027228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23689 w 8145760"/>
                <a:gd name="connsiteY0" fmla="*/ 13560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9 w 8145760"/>
                <a:gd name="connsiteY6" fmla="*/ 13560 h 2920259"/>
                <a:gd name="connsiteX0" fmla="*/ 8178863 w 8178863"/>
                <a:gd name="connsiteY0" fmla="*/ 26952 h 2920259"/>
                <a:gd name="connsiteX1" fmla="*/ 8145760 w 8178863"/>
                <a:gd name="connsiteY1" fmla="*/ 1579944 h 2920259"/>
                <a:gd name="connsiteX2" fmla="*/ 4123353 w 8178863"/>
                <a:gd name="connsiteY2" fmla="*/ 2919505 h 2920259"/>
                <a:gd name="connsiteX3" fmla="*/ 2295 w 8178863"/>
                <a:gd name="connsiteY3" fmla="*/ 1470941 h 2920259"/>
                <a:gd name="connsiteX4" fmla="*/ 767 w 8178863"/>
                <a:gd name="connsiteY4" fmla="*/ 0 h 2920259"/>
                <a:gd name="connsiteX5" fmla="*/ 4068271 w 8178863"/>
                <a:gd name="connsiteY5" fmla="*/ 1418897 h 2920259"/>
                <a:gd name="connsiteX6" fmla="*/ 8178863 w 8178863"/>
                <a:gd name="connsiteY6" fmla="*/ 26952 h 2920259"/>
                <a:gd name="connsiteX0" fmla="*/ 8167827 w 8167827"/>
                <a:gd name="connsiteY0" fmla="*/ 40343 h 2920259"/>
                <a:gd name="connsiteX1" fmla="*/ 8145760 w 8167827"/>
                <a:gd name="connsiteY1" fmla="*/ 1579944 h 2920259"/>
                <a:gd name="connsiteX2" fmla="*/ 4123353 w 8167827"/>
                <a:gd name="connsiteY2" fmla="*/ 2919505 h 2920259"/>
                <a:gd name="connsiteX3" fmla="*/ 2295 w 8167827"/>
                <a:gd name="connsiteY3" fmla="*/ 1470941 h 2920259"/>
                <a:gd name="connsiteX4" fmla="*/ 767 w 8167827"/>
                <a:gd name="connsiteY4" fmla="*/ 0 h 2920259"/>
                <a:gd name="connsiteX5" fmla="*/ 4068271 w 8167827"/>
                <a:gd name="connsiteY5" fmla="*/ 1418897 h 2920259"/>
                <a:gd name="connsiteX6" fmla="*/ 8167827 w 8167827"/>
                <a:gd name="connsiteY6" fmla="*/ 40343 h 2920259"/>
                <a:gd name="connsiteX0" fmla="*/ 8123687 w 8145760"/>
                <a:gd name="connsiteY0" fmla="*/ 53735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7 w 8145760"/>
                <a:gd name="connsiteY6" fmla="*/ 53735 h 2920259"/>
                <a:gd name="connsiteX0" fmla="*/ 8161918 w 8161918"/>
                <a:gd name="connsiteY0" fmla="*/ 0 h 2943855"/>
                <a:gd name="connsiteX1" fmla="*/ 8145760 w 8161918"/>
                <a:gd name="connsiteY1" fmla="*/ 1603540 h 2943855"/>
                <a:gd name="connsiteX2" fmla="*/ 4123353 w 8161918"/>
                <a:gd name="connsiteY2" fmla="*/ 2943101 h 2943855"/>
                <a:gd name="connsiteX3" fmla="*/ 2295 w 8161918"/>
                <a:gd name="connsiteY3" fmla="*/ 1494537 h 2943855"/>
                <a:gd name="connsiteX4" fmla="*/ 767 w 8161918"/>
                <a:gd name="connsiteY4" fmla="*/ 23596 h 2943855"/>
                <a:gd name="connsiteX5" fmla="*/ 4068271 w 8161918"/>
                <a:gd name="connsiteY5" fmla="*/ 1442493 h 2943855"/>
                <a:gd name="connsiteX6" fmla="*/ 8161918 w 8161918"/>
                <a:gd name="connsiteY6" fmla="*/ 0 h 2943855"/>
                <a:gd name="connsiteX0" fmla="*/ 8144926 w 8145760"/>
                <a:gd name="connsiteY0" fmla="*/ 43424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44926 w 8145760"/>
                <a:gd name="connsiteY6" fmla="*/ 43424 h 2920259"/>
                <a:gd name="connsiteX0" fmla="*/ 8161918 w 8161918"/>
                <a:gd name="connsiteY0" fmla="*/ 0 h 2959321"/>
                <a:gd name="connsiteX1" fmla="*/ 8145760 w 8161918"/>
                <a:gd name="connsiteY1" fmla="*/ 1619006 h 2959321"/>
                <a:gd name="connsiteX2" fmla="*/ 4123353 w 8161918"/>
                <a:gd name="connsiteY2" fmla="*/ 2958567 h 2959321"/>
                <a:gd name="connsiteX3" fmla="*/ 2295 w 8161918"/>
                <a:gd name="connsiteY3" fmla="*/ 1510003 h 2959321"/>
                <a:gd name="connsiteX4" fmla="*/ 767 w 8161918"/>
                <a:gd name="connsiteY4" fmla="*/ 39062 h 2959321"/>
                <a:gd name="connsiteX5" fmla="*/ 4068271 w 8161918"/>
                <a:gd name="connsiteY5" fmla="*/ 1457959 h 2959321"/>
                <a:gd name="connsiteX6" fmla="*/ 8161918 w 8161918"/>
                <a:gd name="connsiteY6" fmla="*/ 0 h 2959321"/>
                <a:gd name="connsiteX0" fmla="*/ 8161918 w 8162752"/>
                <a:gd name="connsiteY0" fmla="*/ 0 h 2959488"/>
                <a:gd name="connsiteX1" fmla="*/ 8162752 w 8162752"/>
                <a:gd name="connsiteY1" fmla="*/ 1629317 h 2959488"/>
                <a:gd name="connsiteX2" fmla="*/ 4123353 w 8162752"/>
                <a:gd name="connsiteY2" fmla="*/ 2958567 h 2959488"/>
                <a:gd name="connsiteX3" fmla="*/ 2295 w 8162752"/>
                <a:gd name="connsiteY3" fmla="*/ 1510003 h 2959488"/>
                <a:gd name="connsiteX4" fmla="*/ 767 w 8162752"/>
                <a:gd name="connsiteY4" fmla="*/ 39062 h 2959488"/>
                <a:gd name="connsiteX5" fmla="*/ 4068271 w 8162752"/>
                <a:gd name="connsiteY5" fmla="*/ 1457959 h 2959488"/>
                <a:gd name="connsiteX6" fmla="*/ 8161918 w 8162752"/>
                <a:gd name="connsiteY6" fmla="*/ 0 h 2959488"/>
                <a:gd name="connsiteX0" fmla="*/ 8165930 w 8166764"/>
                <a:gd name="connsiteY0" fmla="*/ 7337 h 2966825"/>
                <a:gd name="connsiteX1" fmla="*/ 8166764 w 8166764"/>
                <a:gd name="connsiteY1" fmla="*/ 1636654 h 2966825"/>
                <a:gd name="connsiteX2" fmla="*/ 4127365 w 8166764"/>
                <a:gd name="connsiteY2" fmla="*/ 2965904 h 2966825"/>
                <a:gd name="connsiteX3" fmla="*/ 6307 w 8166764"/>
                <a:gd name="connsiteY3" fmla="*/ 1517340 h 2966825"/>
                <a:gd name="connsiteX4" fmla="*/ 532 w 8166764"/>
                <a:gd name="connsiteY4" fmla="*/ 0 h 2966825"/>
                <a:gd name="connsiteX5" fmla="*/ 4072283 w 8166764"/>
                <a:gd name="connsiteY5" fmla="*/ 1465296 h 2966825"/>
                <a:gd name="connsiteX6" fmla="*/ 8165930 w 8166764"/>
                <a:gd name="connsiteY6" fmla="*/ 7337 h 2966825"/>
                <a:gd name="connsiteX0" fmla="*/ 8168119 w 8168953"/>
                <a:gd name="connsiteY0" fmla="*/ 7337 h 2966682"/>
                <a:gd name="connsiteX1" fmla="*/ 8168953 w 8168953"/>
                <a:gd name="connsiteY1" fmla="*/ 1636654 h 2966682"/>
                <a:gd name="connsiteX2" fmla="*/ 4129554 w 8168953"/>
                <a:gd name="connsiteY2" fmla="*/ 2965904 h 2966682"/>
                <a:gd name="connsiteX3" fmla="*/ 0 w 8168953"/>
                <a:gd name="connsiteY3" fmla="*/ 1527651 h 2966682"/>
                <a:gd name="connsiteX4" fmla="*/ 2721 w 8168953"/>
                <a:gd name="connsiteY4" fmla="*/ 0 h 2966682"/>
                <a:gd name="connsiteX5" fmla="*/ 4074472 w 8168953"/>
                <a:gd name="connsiteY5" fmla="*/ 1465296 h 2966682"/>
                <a:gd name="connsiteX6" fmla="*/ 8168119 w 8168953"/>
                <a:gd name="connsiteY6" fmla="*/ 7337 h 2966682"/>
                <a:gd name="connsiteX0" fmla="*/ 8168119 w 8168953"/>
                <a:gd name="connsiteY0" fmla="*/ 7337 h 3100377"/>
                <a:gd name="connsiteX1" fmla="*/ 8168953 w 8168953"/>
                <a:gd name="connsiteY1" fmla="*/ 1636654 h 3100377"/>
                <a:gd name="connsiteX2" fmla="*/ 4118520 w 8168953"/>
                <a:gd name="connsiteY2" fmla="*/ 3099826 h 3100377"/>
                <a:gd name="connsiteX3" fmla="*/ 0 w 8168953"/>
                <a:gd name="connsiteY3" fmla="*/ 1527651 h 3100377"/>
                <a:gd name="connsiteX4" fmla="*/ 2721 w 8168953"/>
                <a:gd name="connsiteY4" fmla="*/ 0 h 3100377"/>
                <a:gd name="connsiteX5" fmla="*/ 4074472 w 8168953"/>
                <a:gd name="connsiteY5" fmla="*/ 1465296 h 3100377"/>
                <a:gd name="connsiteX6" fmla="*/ 8168119 w 8168953"/>
                <a:gd name="connsiteY6" fmla="*/ 7337 h 3100377"/>
                <a:gd name="connsiteX0" fmla="*/ 8168119 w 8168953"/>
                <a:gd name="connsiteY0" fmla="*/ 7337 h 3100429"/>
                <a:gd name="connsiteX1" fmla="*/ 8168953 w 8168953"/>
                <a:gd name="connsiteY1" fmla="*/ 1636654 h 3100429"/>
                <a:gd name="connsiteX2" fmla="*/ 4118520 w 8168953"/>
                <a:gd name="connsiteY2" fmla="*/ 3099826 h 3100429"/>
                <a:gd name="connsiteX3" fmla="*/ 0 w 8168953"/>
                <a:gd name="connsiteY3" fmla="*/ 1527651 h 3100429"/>
                <a:gd name="connsiteX4" fmla="*/ 2721 w 8168953"/>
                <a:gd name="connsiteY4" fmla="*/ 0 h 3100429"/>
                <a:gd name="connsiteX5" fmla="*/ 4074472 w 8168953"/>
                <a:gd name="connsiteY5" fmla="*/ 1465296 h 3100429"/>
                <a:gd name="connsiteX6" fmla="*/ 8168119 w 8168953"/>
                <a:gd name="connsiteY6" fmla="*/ 7337 h 3100429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166683" h="3099826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bg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                  </a:t>
              </a:r>
            </a:p>
          </p:txBody>
        </p:sp>
        <p:sp>
          <p:nvSpPr>
            <p:cNvPr id="450" name="Oval 449">
              <a:extLst>
                <a:ext uri="{FF2B5EF4-FFF2-40B4-BE49-F238E27FC236}">
                  <a16:creationId xmlns:a16="http://schemas.microsoft.com/office/drawing/2014/main" id="{486B86C4-CAB3-2943-9DDD-58492CC73356}"/>
                </a:ext>
              </a:extLst>
            </p:cNvPr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             </a:t>
              </a:r>
            </a:p>
          </p:txBody>
        </p:sp>
        <p:grpSp>
          <p:nvGrpSpPr>
            <p:cNvPr id="451" name="Group 450">
              <a:extLst>
                <a:ext uri="{FF2B5EF4-FFF2-40B4-BE49-F238E27FC236}">
                  <a16:creationId xmlns:a16="http://schemas.microsoft.com/office/drawing/2014/main" id="{2DD189E4-73DE-594A-9971-497300D8C426}"/>
                </a:ext>
              </a:extLst>
            </p:cNvPr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452" name="Freeform 451">
                <a:extLst>
                  <a:ext uri="{FF2B5EF4-FFF2-40B4-BE49-F238E27FC236}">
                    <a16:creationId xmlns:a16="http://schemas.microsoft.com/office/drawing/2014/main" id="{E85CF2D0-3CFC-5E43-B858-03D42C9110A6}"/>
                  </a:ext>
                </a:extLst>
              </p:cNvPr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avLst/>
                <a:gdLst>
                  <a:gd name="connsiteX0" fmla="*/ 3725333 w 4588933"/>
                  <a:gd name="connsiteY0" fmla="*/ 0 h 1049866"/>
                  <a:gd name="connsiteX1" fmla="*/ 4588933 w 4588933"/>
                  <a:gd name="connsiteY1" fmla="*/ 270933 h 1049866"/>
                  <a:gd name="connsiteX2" fmla="*/ 3962400 w 4588933"/>
                  <a:gd name="connsiteY2" fmla="*/ 541866 h 1049866"/>
                  <a:gd name="connsiteX3" fmla="*/ 3742267 w 4588933"/>
                  <a:gd name="connsiteY3" fmla="*/ 457200 h 1049866"/>
                  <a:gd name="connsiteX4" fmla="*/ 2269067 w 4588933"/>
                  <a:gd name="connsiteY4" fmla="*/ 1049866 h 1049866"/>
                  <a:gd name="connsiteX5" fmla="*/ 880533 w 4588933"/>
                  <a:gd name="connsiteY5" fmla="*/ 457200 h 1049866"/>
                  <a:gd name="connsiteX6" fmla="*/ 592667 w 4588933"/>
                  <a:gd name="connsiteY6" fmla="*/ 541866 h 1049866"/>
                  <a:gd name="connsiteX7" fmla="*/ 0 w 4588933"/>
                  <a:gd name="connsiteY7" fmla="*/ 254000 h 1049866"/>
                  <a:gd name="connsiteX8" fmla="*/ 880533 w 4588933"/>
                  <a:gd name="connsiteY8" fmla="*/ 16933 h 1049866"/>
                  <a:gd name="connsiteX9" fmla="*/ 2302933 w 4588933"/>
                  <a:gd name="connsiteY9" fmla="*/ 626533 h 1049866"/>
                  <a:gd name="connsiteX10" fmla="*/ 3725333 w 4588933"/>
                  <a:gd name="connsiteY10" fmla="*/ 0 h 1049866"/>
                  <a:gd name="connsiteX0" fmla="*/ 3725333 w 4641485"/>
                  <a:gd name="connsiteY0" fmla="*/ 0 h 1049866"/>
                  <a:gd name="connsiteX1" fmla="*/ 4641485 w 4641485"/>
                  <a:gd name="connsiteY1" fmla="*/ 239402 h 1049866"/>
                  <a:gd name="connsiteX2" fmla="*/ 3962400 w 4641485"/>
                  <a:gd name="connsiteY2" fmla="*/ 541866 h 1049866"/>
                  <a:gd name="connsiteX3" fmla="*/ 3742267 w 4641485"/>
                  <a:gd name="connsiteY3" fmla="*/ 457200 h 1049866"/>
                  <a:gd name="connsiteX4" fmla="*/ 2269067 w 4641485"/>
                  <a:gd name="connsiteY4" fmla="*/ 1049866 h 1049866"/>
                  <a:gd name="connsiteX5" fmla="*/ 880533 w 4641485"/>
                  <a:gd name="connsiteY5" fmla="*/ 457200 h 1049866"/>
                  <a:gd name="connsiteX6" fmla="*/ 592667 w 4641485"/>
                  <a:gd name="connsiteY6" fmla="*/ 541866 h 1049866"/>
                  <a:gd name="connsiteX7" fmla="*/ 0 w 4641485"/>
                  <a:gd name="connsiteY7" fmla="*/ 254000 h 1049866"/>
                  <a:gd name="connsiteX8" fmla="*/ 880533 w 4641485"/>
                  <a:gd name="connsiteY8" fmla="*/ 16933 h 1049866"/>
                  <a:gd name="connsiteX9" fmla="*/ 2302933 w 4641485"/>
                  <a:gd name="connsiteY9" fmla="*/ 626533 h 1049866"/>
                  <a:gd name="connsiteX10" fmla="*/ 3725333 w 4641485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73798 w 4673016"/>
                  <a:gd name="connsiteY3" fmla="*/ 45720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84308 w 4673016"/>
                  <a:gd name="connsiteY3" fmla="*/ 404648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815839 w 4673016"/>
                  <a:gd name="connsiteY3" fmla="*/ 46771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4673016" h="104986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453" name="Freeform 452">
                <a:extLst>
                  <a:ext uri="{FF2B5EF4-FFF2-40B4-BE49-F238E27FC236}">
                    <a16:creationId xmlns:a16="http://schemas.microsoft.com/office/drawing/2014/main" id="{EC9DAD17-F992-4F48-8267-9058E7CD27FF}"/>
                  </a:ext>
                </a:extLst>
              </p:cNvPr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avLst/>
                <a:gdLst>
                  <a:gd name="connsiteX0" fmla="*/ 21021 w 1744718"/>
                  <a:gd name="connsiteY0" fmla="*/ 0 h 903890"/>
                  <a:gd name="connsiteX1" fmla="*/ 1744718 w 1744718"/>
                  <a:gd name="connsiteY1" fmla="*/ 693683 h 903890"/>
                  <a:gd name="connsiteX2" fmla="*/ 1145628 w 1744718"/>
                  <a:gd name="connsiteY2" fmla="*/ 903890 h 903890"/>
                  <a:gd name="connsiteX3" fmla="*/ 0 w 1744718"/>
                  <a:gd name="connsiteY3" fmla="*/ 451945 h 903890"/>
                  <a:gd name="connsiteX4" fmla="*/ 21021 w 1744718"/>
                  <a:gd name="connsiteY4" fmla="*/ 0 h 9038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44718" h="903890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454" name="Freeform 453">
                <a:extLst>
                  <a:ext uri="{FF2B5EF4-FFF2-40B4-BE49-F238E27FC236}">
                    <a16:creationId xmlns:a16="http://schemas.microsoft.com/office/drawing/2014/main" id="{E710E015-BE76-AE4B-81F6-34C170D71321}"/>
                  </a:ext>
                </a:extLst>
              </p:cNvPr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avLst/>
                <a:gdLst>
                  <a:gd name="connsiteX0" fmla="*/ 1702676 w 1713187"/>
                  <a:gd name="connsiteY0" fmla="*/ 0 h 893380"/>
                  <a:gd name="connsiteX1" fmla="*/ 1713187 w 1713187"/>
                  <a:gd name="connsiteY1" fmla="*/ 472966 h 893380"/>
                  <a:gd name="connsiteX2" fmla="*/ 578069 w 1713187"/>
                  <a:gd name="connsiteY2" fmla="*/ 893380 h 893380"/>
                  <a:gd name="connsiteX3" fmla="*/ 0 w 1713187"/>
                  <a:gd name="connsiteY3" fmla="*/ 693683 h 893380"/>
                  <a:gd name="connsiteX4" fmla="*/ 1702676 w 1713187"/>
                  <a:gd name="connsiteY4" fmla="*/ 0 h 8933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13187" h="893380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455" name="Freeform 454">
                <a:extLst>
                  <a:ext uri="{FF2B5EF4-FFF2-40B4-BE49-F238E27FC236}">
                    <a16:creationId xmlns:a16="http://schemas.microsoft.com/office/drawing/2014/main" id="{E6F85A0B-00CE-6D4F-A4FF-FFB7E1C2F76C}"/>
                  </a:ext>
                </a:extLst>
              </p:cNvPr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avLst/>
                <a:gdLst>
                  <a:gd name="connsiteX0" fmla="*/ 599089 w 4162096"/>
                  <a:gd name="connsiteY0" fmla="*/ 273269 h 1618593"/>
                  <a:gd name="connsiteX1" fmla="*/ 882869 w 4162096"/>
                  <a:gd name="connsiteY1" fmla="*/ 199697 h 1618593"/>
                  <a:gd name="connsiteX2" fmla="*/ 2312276 w 4162096"/>
                  <a:gd name="connsiteY2" fmla="*/ 798786 h 1618593"/>
                  <a:gd name="connsiteX3" fmla="*/ 3794234 w 4162096"/>
                  <a:gd name="connsiteY3" fmla="*/ 199697 h 1618593"/>
                  <a:gd name="connsiteX4" fmla="*/ 4014951 w 4162096"/>
                  <a:gd name="connsiteY4" fmla="*/ 273269 h 1618593"/>
                  <a:gd name="connsiteX5" fmla="*/ 3058510 w 4162096"/>
                  <a:gd name="connsiteY5" fmla="*/ 641131 h 1618593"/>
                  <a:gd name="connsiteX6" fmla="*/ 3026979 w 4162096"/>
                  <a:gd name="connsiteY6" fmla="*/ 1114097 h 1618593"/>
                  <a:gd name="connsiteX7" fmla="*/ 4162096 w 4162096"/>
                  <a:gd name="connsiteY7" fmla="*/ 1545021 h 1618593"/>
                  <a:gd name="connsiteX8" fmla="*/ 3878317 w 4162096"/>
                  <a:gd name="connsiteY8" fmla="*/ 1608083 h 1618593"/>
                  <a:gd name="connsiteX9" fmla="*/ 2301765 w 4162096"/>
                  <a:gd name="connsiteY9" fmla="*/ 945931 h 1618593"/>
                  <a:gd name="connsiteX10" fmla="*/ 693682 w 4162096"/>
                  <a:gd name="connsiteY10" fmla="*/ 1618593 h 1618593"/>
                  <a:gd name="connsiteX11" fmla="*/ 430924 w 4162096"/>
                  <a:gd name="connsiteY11" fmla="*/ 1524000 h 1618593"/>
                  <a:gd name="connsiteX12" fmla="*/ 1576551 w 4162096"/>
                  <a:gd name="connsiteY12" fmla="*/ 1082566 h 1618593"/>
                  <a:gd name="connsiteX13" fmla="*/ 1545020 w 4162096"/>
                  <a:gd name="connsiteY13" fmla="*/ 609600 h 1618593"/>
                  <a:gd name="connsiteX14" fmla="*/ 0 w 4162096"/>
                  <a:gd name="connsiteY14" fmla="*/ 0 h 1618593"/>
                  <a:gd name="connsiteX15" fmla="*/ 872358 w 4162096"/>
                  <a:gd name="connsiteY15" fmla="*/ 210207 h 1618593"/>
                  <a:gd name="connsiteX16" fmla="*/ 872358 w 4162096"/>
                  <a:gd name="connsiteY16" fmla="*/ 210207 h 1618593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15" fmla="*/ 441434 w 3731172"/>
                  <a:gd name="connsiteY15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357351 w 3731172"/>
                  <a:gd name="connsiteY14" fmla="*/ 115613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56137 w 3731172"/>
                  <a:gd name="connsiteY13" fmla="*/ 441434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903890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575034 w 3710151"/>
                  <a:gd name="connsiteY6" fmla="*/ 91440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06565 w 3710151"/>
                  <a:gd name="connsiteY6" fmla="*/ 92491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5151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09858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62012 w 3725019"/>
                  <a:gd name="connsiteY0" fmla="*/ 73572 h 1418896"/>
                  <a:gd name="connsiteX1" fmla="*/ 445792 w 3725019"/>
                  <a:gd name="connsiteY1" fmla="*/ 0 h 1418896"/>
                  <a:gd name="connsiteX2" fmla="*/ 1852896 w 3725019"/>
                  <a:gd name="connsiteY2" fmla="*/ 591655 h 1418896"/>
                  <a:gd name="connsiteX3" fmla="*/ 3357157 w 3725019"/>
                  <a:gd name="connsiteY3" fmla="*/ 0 h 1418896"/>
                  <a:gd name="connsiteX4" fmla="*/ 3577874 w 3725019"/>
                  <a:gd name="connsiteY4" fmla="*/ 73572 h 1418896"/>
                  <a:gd name="connsiteX5" fmla="*/ 2632585 w 3725019"/>
                  <a:gd name="connsiteY5" fmla="*/ 448868 h 1418896"/>
                  <a:gd name="connsiteX6" fmla="*/ 2625150 w 3725019"/>
                  <a:gd name="connsiteY6" fmla="*/ 902607 h 1418896"/>
                  <a:gd name="connsiteX7" fmla="*/ 3725019 w 3725019"/>
                  <a:gd name="connsiteY7" fmla="*/ 1345324 h 1418896"/>
                  <a:gd name="connsiteX8" fmla="*/ 3441240 w 3725019"/>
                  <a:gd name="connsiteY8" fmla="*/ 1408386 h 1418896"/>
                  <a:gd name="connsiteX9" fmla="*/ 1864688 w 3725019"/>
                  <a:gd name="connsiteY9" fmla="*/ 746234 h 1418896"/>
                  <a:gd name="connsiteX10" fmla="*/ 256605 w 3725019"/>
                  <a:gd name="connsiteY10" fmla="*/ 1418896 h 1418896"/>
                  <a:gd name="connsiteX11" fmla="*/ 0 w 3725019"/>
                  <a:gd name="connsiteY11" fmla="*/ 1331097 h 1418896"/>
                  <a:gd name="connsiteX12" fmla="*/ 1113454 w 3725019"/>
                  <a:gd name="connsiteY12" fmla="*/ 903890 h 1418896"/>
                  <a:gd name="connsiteX13" fmla="*/ 1102302 w 3725019"/>
                  <a:gd name="connsiteY13" fmla="*/ 451945 h 1418896"/>
                  <a:gd name="connsiteX14" fmla="*/ 183032 w 3725019"/>
                  <a:gd name="connsiteY14" fmla="*/ 84081 h 1418896"/>
                  <a:gd name="connsiteX15" fmla="*/ 162012 w 3725019"/>
                  <a:gd name="connsiteY15" fmla="*/ 73572 h 14188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725019" h="1418896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</p:grpSp>
      <p:grpSp>
        <p:nvGrpSpPr>
          <p:cNvPr id="334" name="Group 124">
            <a:extLst>
              <a:ext uri="{FF2B5EF4-FFF2-40B4-BE49-F238E27FC236}">
                <a16:creationId xmlns:a16="http://schemas.microsoft.com/office/drawing/2014/main" id="{9BF07229-A6A4-AD45-97F8-02F77949015D}"/>
              </a:ext>
            </a:extLst>
          </p:cNvPr>
          <p:cNvGrpSpPr>
            <a:grpSpLocks/>
          </p:cNvGrpSpPr>
          <p:nvPr/>
        </p:nvGrpSpPr>
        <p:grpSpPr bwMode="auto">
          <a:xfrm>
            <a:off x="1317421" y="3877120"/>
            <a:ext cx="645431" cy="569172"/>
            <a:chOff x="-44" y="1473"/>
            <a:chExt cx="981" cy="1105"/>
          </a:xfrm>
        </p:grpSpPr>
        <p:pic>
          <p:nvPicPr>
            <p:cNvPr id="447" name="Picture 125" descr="desktop_computer_stylized_medium">
              <a:extLst>
                <a:ext uri="{FF2B5EF4-FFF2-40B4-BE49-F238E27FC236}">
                  <a16:creationId xmlns:a16="http://schemas.microsoft.com/office/drawing/2014/main" id="{7307EF69-0AD9-7347-B5CF-13B9A3CE268F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448" name="Freeform 126">
              <a:extLst>
                <a:ext uri="{FF2B5EF4-FFF2-40B4-BE49-F238E27FC236}">
                  <a16:creationId xmlns:a16="http://schemas.microsoft.com/office/drawing/2014/main" id="{70150EB8-302C-104D-A225-CB59DD73AD68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5595 w 356"/>
                <a:gd name="T3" fmla="*/ 341 h 368"/>
                <a:gd name="T4" fmla="*/ 6638 w 356"/>
                <a:gd name="T5" fmla="*/ 7113 h 368"/>
                <a:gd name="T6" fmla="*/ 1463 w 356"/>
                <a:gd name="T7" fmla="*/ 8895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 cmpd="sng">
                  <a:solidFill>
                    <a:schemeClr val="tx1"/>
                  </a:solidFill>
                  <a:prstDash val="solid"/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</p:grpSp>
      <p:sp>
        <p:nvSpPr>
          <p:cNvPr id="336" name="Freeform 12">
            <a:extLst>
              <a:ext uri="{FF2B5EF4-FFF2-40B4-BE49-F238E27FC236}">
                <a16:creationId xmlns:a16="http://schemas.microsoft.com/office/drawing/2014/main" id="{0457B109-DCF7-7B48-990C-188E960DA7E2}"/>
              </a:ext>
            </a:extLst>
          </p:cNvPr>
          <p:cNvSpPr>
            <a:spLocks/>
          </p:cNvSpPr>
          <p:nvPr/>
        </p:nvSpPr>
        <p:spPr bwMode="auto">
          <a:xfrm flipH="1">
            <a:off x="978210" y="4681606"/>
            <a:ext cx="308091" cy="1217281"/>
          </a:xfrm>
          <a:custGeom>
            <a:avLst/>
            <a:gdLst>
              <a:gd name="T0" fmla="*/ 2147483647 w 366"/>
              <a:gd name="T1" fmla="*/ 2147483647 h 1284"/>
              <a:gd name="T2" fmla="*/ 2147483647 w 366"/>
              <a:gd name="T3" fmla="*/ 0 h 1284"/>
              <a:gd name="T4" fmla="*/ 0 w 366"/>
              <a:gd name="T5" fmla="*/ 2147483647 h 1284"/>
              <a:gd name="T6" fmla="*/ 2147483647 w 366"/>
              <a:gd name="T7" fmla="*/ 2147483647 h 1284"/>
              <a:gd name="T8" fmla="*/ 2147483647 w 366"/>
              <a:gd name="T9" fmla="*/ 2147483647 h 1284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366" h="1284">
                <a:moveTo>
                  <a:pt x="366" y="1278"/>
                </a:moveTo>
                <a:lnTo>
                  <a:pt x="12" y="0"/>
                </a:lnTo>
                <a:lnTo>
                  <a:pt x="0" y="1224"/>
                </a:lnTo>
                <a:lnTo>
                  <a:pt x="186" y="1284"/>
                </a:lnTo>
                <a:lnTo>
                  <a:pt x="366" y="1278"/>
                </a:lnTo>
                <a:close/>
              </a:path>
            </a:pathLst>
          </a:custGeom>
          <a:gradFill rotWithShape="1">
            <a:gsLst>
              <a:gs pos="0">
                <a:srgbClr val="B2B2B2"/>
              </a:gs>
              <a:gs pos="100000">
                <a:srgbClr val="FFFFFF"/>
              </a:gs>
            </a:gsLst>
            <a:lin ang="0" scaled="1"/>
          </a:gradFill>
          <a:ln w="9525">
            <a:noFill/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337" name="Line 33">
            <a:extLst>
              <a:ext uri="{FF2B5EF4-FFF2-40B4-BE49-F238E27FC236}">
                <a16:creationId xmlns:a16="http://schemas.microsoft.com/office/drawing/2014/main" id="{378BB6D2-BFAA-E544-BB30-E3BAC64FEF3E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2405566" y="4856096"/>
            <a:ext cx="1134865" cy="113419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338" name="Text Box 42">
            <a:extLst>
              <a:ext uri="{FF2B5EF4-FFF2-40B4-BE49-F238E27FC236}">
                <a16:creationId xmlns:a16="http://schemas.microsoft.com/office/drawing/2014/main" id="{E22D8322-6AC1-024E-A7E0-7FB476A5F28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88616" y="3529817"/>
            <a:ext cx="1122503" cy="31782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Host A</a:t>
            </a:r>
            <a:endParaRPr kumimoji="0" lang="en-US" altLang="en-US" sz="4000" b="0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Comic Sans MS" panose="030F0902030302020204" pitchFamily="66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339" name="Text Box 52">
            <a:extLst>
              <a:ext uri="{FF2B5EF4-FFF2-40B4-BE49-F238E27FC236}">
                <a16:creationId xmlns:a16="http://schemas.microsoft.com/office/drawing/2014/main" id="{C9BA4092-FFBC-344B-B0CD-5F77B5C37F2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83435" y="6053488"/>
            <a:ext cx="981577" cy="31782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13A3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Host B</a:t>
            </a:r>
            <a:endParaRPr kumimoji="0" lang="en-US" altLang="en-US" sz="4000" b="0" i="0" u="none" strike="noStrike" kern="1200" cap="none" spc="0" normalizeH="0" baseline="0" noProof="0" dirty="0">
              <a:ln>
                <a:noFill/>
              </a:ln>
              <a:solidFill>
                <a:srgbClr val="0013A3"/>
              </a:solidFill>
              <a:effectLst/>
              <a:uLnTx/>
              <a:uFillTx/>
              <a:latin typeface="Comic Sans MS" panose="030F0902030302020204" pitchFamily="66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340" name="Line 53">
            <a:extLst>
              <a:ext uri="{FF2B5EF4-FFF2-40B4-BE49-F238E27FC236}">
                <a16:creationId xmlns:a16="http://schemas.microsoft.com/office/drawing/2014/main" id="{D40AEB36-CE2F-6240-A4C3-F1CF224B9976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002248" y="5379569"/>
            <a:ext cx="748777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341" name="Line 54">
            <a:extLst>
              <a:ext uri="{FF2B5EF4-FFF2-40B4-BE49-F238E27FC236}">
                <a16:creationId xmlns:a16="http://schemas.microsoft.com/office/drawing/2014/main" id="{495C95A8-89BF-AD47-9100-5231A4D8B0C2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4991187" y="5379569"/>
            <a:ext cx="748777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342" name="Line 55">
            <a:extLst>
              <a:ext uri="{FF2B5EF4-FFF2-40B4-BE49-F238E27FC236}">
                <a16:creationId xmlns:a16="http://schemas.microsoft.com/office/drawing/2014/main" id="{120B847C-F27F-494F-8014-E8B621196DE4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5143282" y="4856096"/>
            <a:ext cx="1134865" cy="113419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343" name="Line 57">
            <a:extLst>
              <a:ext uri="{FF2B5EF4-FFF2-40B4-BE49-F238E27FC236}">
                <a16:creationId xmlns:a16="http://schemas.microsoft.com/office/drawing/2014/main" id="{960F0352-E2A3-DE4C-9E29-AD02BDE1E663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6275655" y="4856289"/>
            <a:ext cx="540134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grpSp>
        <p:nvGrpSpPr>
          <p:cNvPr id="345" name="Group 127">
            <a:extLst>
              <a:ext uri="{FF2B5EF4-FFF2-40B4-BE49-F238E27FC236}">
                <a16:creationId xmlns:a16="http://schemas.microsoft.com/office/drawing/2014/main" id="{3AD20F85-F9D5-B241-A4C0-83AA3C7AFA1C}"/>
              </a:ext>
            </a:extLst>
          </p:cNvPr>
          <p:cNvGrpSpPr>
            <a:grpSpLocks/>
          </p:cNvGrpSpPr>
          <p:nvPr/>
        </p:nvGrpSpPr>
        <p:grpSpPr bwMode="auto">
          <a:xfrm>
            <a:off x="7531958" y="4473878"/>
            <a:ext cx="284691" cy="577481"/>
            <a:chOff x="4140" y="429"/>
            <a:chExt cx="1425" cy="2396"/>
          </a:xfrm>
        </p:grpSpPr>
        <p:sp>
          <p:nvSpPr>
            <p:cNvPr id="409" name="Freeform 128">
              <a:extLst>
                <a:ext uri="{FF2B5EF4-FFF2-40B4-BE49-F238E27FC236}">
                  <a16:creationId xmlns:a16="http://schemas.microsoft.com/office/drawing/2014/main" id="{0B4C7EC1-ADAA-B244-8CDF-3FEFCFF9F2DF}"/>
                </a:ext>
              </a:extLst>
            </p:cNvPr>
            <p:cNvSpPr>
              <a:spLocks/>
            </p:cNvSpPr>
            <p:nvPr/>
          </p:nvSpPr>
          <p:spPr bwMode="auto">
            <a:xfrm>
              <a:off x="5268" y="433"/>
              <a:ext cx="283" cy="2286"/>
            </a:xfrm>
            <a:custGeom>
              <a:avLst/>
              <a:gdLst>
                <a:gd name="T0" fmla="*/ 7 w 354"/>
                <a:gd name="T1" fmla="*/ 0 h 2742"/>
                <a:gd name="T2" fmla="*/ 38 w 354"/>
                <a:gd name="T3" fmla="*/ 55 h 2742"/>
                <a:gd name="T4" fmla="*/ 37 w 354"/>
                <a:gd name="T5" fmla="*/ 425 h 2742"/>
                <a:gd name="T6" fmla="*/ 0 w 354"/>
                <a:gd name="T7" fmla="*/ 445 h 2742"/>
                <a:gd name="T8" fmla="*/ 7 w 354"/>
                <a:gd name="T9" fmla="*/ 0 h 274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4" h="2742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 rotWithShape="1"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410" name="Rectangle 129">
              <a:extLst>
                <a:ext uri="{FF2B5EF4-FFF2-40B4-BE49-F238E27FC236}">
                  <a16:creationId xmlns:a16="http://schemas.microsoft.com/office/drawing/2014/main" id="{A0FF8C35-B0F8-A74B-9E6E-A21B68AFBDF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08" y="429"/>
              <a:ext cx="1044" cy="2284"/>
            </a:xfrm>
            <a:prstGeom prst="rect">
              <a:avLst/>
            </a:pr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411" name="Freeform 130">
              <a:extLst>
                <a:ext uri="{FF2B5EF4-FFF2-40B4-BE49-F238E27FC236}">
                  <a16:creationId xmlns:a16="http://schemas.microsoft.com/office/drawing/2014/main" id="{B8A6A9CE-AE19-9646-8506-8FABE2397540}"/>
                </a:ext>
              </a:extLst>
            </p:cNvPr>
            <p:cNvSpPr>
              <a:spLocks/>
            </p:cNvSpPr>
            <p:nvPr/>
          </p:nvSpPr>
          <p:spPr bwMode="auto">
            <a:xfrm>
              <a:off x="5321" y="570"/>
              <a:ext cx="169" cy="2115"/>
            </a:xfrm>
            <a:custGeom>
              <a:avLst/>
              <a:gdLst>
                <a:gd name="T0" fmla="*/ 2 w 211"/>
                <a:gd name="T1" fmla="*/ 0 h 2537"/>
                <a:gd name="T2" fmla="*/ 23 w 211"/>
                <a:gd name="T3" fmla="*/ 36 h 2537"/>
                <a:gd name="T4" fmla="*/ 2 w 211"/>
                <a:gd name="T5" fmla="*/ 405 h 2537"/>
                <a:gd name="T6" fmla="*/ 2 w 211"/>
                <a:gd name="T7" fmla="*/ 0 h 2537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11" h="2537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 rotWithShape="1"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412" name="Freeform 131">
              <a:extLst>
                <a:ext uri="{FF2B5EF4-FFF2-40B4-BE49-F238E27FC236}">
                  <a16:creationId xmlns:a16="http://schemas.microsoft.com/office/drawing/2014/main" id="{920D5DF8-F10D-784B-A501-18ADE558747A}"/>
                </a:ext>
              </a:extLst>
            </p:cNvPr>
            <p:cNvSpPr>
              <a:spLocks/>
            </p:cNvSpPr>
            <p:nvPr/>
          </p:nvSpPr>
          <p:spPr bwMode="auto">
            <a:xfrm>
              <a:off x="5284" y="1640"/>
              <a:ext cx="263" cy="189"/>
            </a:xfrm>
            <a:custGeom>
              <a:avLst/>
              <a:gdLst>
                <a:gd name="T0" fmla="*/ 2 w 328"/>
                <a:gd name="T1" fmla="*/ 0 h 226"/>
                <a:gd name="T2" fmla="*/ 36 w 328"/>
                <a:gd name="T3" fmla="*/ 21 h 226"/>
                <a:gd name="T4" fmla="*/ 36 w 328"/>
                <a:gd name="T5" fmla="*/ 38 h 226"/>
                <a:gd name="T6" fmla="*/ 0 w 328"/>
                <a:gd name="T7" fmla="*/ 16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413" name="Rectangle 132">
              <a:extLst>
                <a:ext uri="{FF2B5EF4-FFF2-40B4-BE49-F238E27FC236}">
                  <a16:creationId xmlns:a16="http://schemas.microsoft.com/office/drawing/2014/main" id="{158A36BE-3875-984B-860D-8A0FE0867C2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08" y="696"/>
              <a:ext cx="595" cy="43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grpSp>
          <p:nvGrpSpPr>
            <p:cNvPr id="414" name="Group 133">
              <a:extLst>
                <a:ext uri="{FF2B5EF4-FFF2-40B4-BE49-F238E27FC236}">
                  <a16:creationId xmlns:a16="http://schemas.microsoft.com/office/drawing/2014/main" id="{E5497F18-12AE-964F-A3C6-A90B513556BE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49" y="668"/>
              <a:ext cx="581" cy="145"/>
              <a:chOff x="614" y="2568"/>
              <a:chExt cx="725" cy="139"/>
            </a:xfrm>
          </p:grpSpPr>
          <p:sp>
            <p:nvSpPr>
              <p:cNvPr id="439" name="AutoShape 134">
                <a:extLst>
                  <a:ext uri="{FF2B5EF4-FFF2-40B4-BE49-F238E27FC236}">
                    <a16:creationId xmlns:a16="http://schemas.microsoft.com/office/drawing/2014/main" id="{44D06AC1-BE64-AD44-B78A-06EA0742660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09" y="2570"/>
                <a:ext cx="731" cy="140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endParaRPr>
              </a:p>
            </p:txBody>
          </p:sp>
          <p:sp>
            <p:nvSpPr>
              <p:cNvPr id="440" name="AutoShape 135">
                <a:extLst>
                  <a:ext uri="{FF2B5EF4-FFF2-40B4-BE49-F238E27FC236}">
                    <a16:creationId xmlns:a16="http://schemas.microsoft.com/office/drawing/2014/main" id="{AB2F27B0-5EAD-DE4F-BB61-62C23D5FBC8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1" y="2587"/>
                <a:ext cx="706" cy="107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endParaRPr>
              </a:p>
            </p:txBody>
          </p:sp>
        </p:grpSp>
        <p:sp>
          <p:nvSpPr>
            <p:cNvPr id="415" name="Rectangle 136">
              <a:extLst>
                <a:ext uri="{FF2B5EF4-FFF2-40B4-BE49-F238E27FC236}">
                  <a16:creationId xmlns:a16="http://schemas.microsoft.com/office/drawing/2014/main" id="{497EAA10-56C6-FF48-9B71-8DD4C9104F4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28" y="1015"/>
              <a:ext cx="595" cy="52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grpSp>
          <p:nvGrpSpPr>
            <p:cNvPr id="416" name="Group 137">
              <a:extLst>
                <a:ext uri="{FF2B5EF4-FFF2-40B4-BE49-F238E27FC236}">
                  <a16:creationId xmlns:a16="http://schemas.microsoft.com/office/drawing/2014/main" id="{C3283769-C067-6D49-911F-DE095B9010DC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47" y="994"/>
              <a:ext cx="581" cy="134"/>
              <a:chOff x="614" y="2568"/>
              <a:chExt cx="725" cy="139"/>
            </a:xfrm>
          </p:grpSpPr>
          <p:sp>
            <p:nvSpPr>
              <p:cNvPr id="437" name="AutoShape 138">
                <a:extLst>
                  <a:ext uri="{FF2B5EF4-FFF2-40B4-BE49-F238E27FC236}">
                    <a16:creationId xmlns:a16="http://schemas.microsoft.com/office/drawing/2014/main" id="{AB151B02-EE9D-8247-BD54-A32913D967B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2" y="2572"/>
                <a:ext cx="731" cy="134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endParaRPr>
              </a:p>
            </p:txBody>
          </p:sp>
          <p:sp>
            <p:nvSpPr>
              <p:cNvPr id="438" name="AutoShape 139">
                <a:extLst>
                  <a:ext uri="{FF2B5EF4-FFF2-40B4-BE49-F238E27FC236}">
                    <a16:creationId xmlns:a16="http://schemas.microsoft.com/office/drawing/2014/main" id="{FEF7F223-DA6D-0843-95D8-3849E237504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4" y="2590"/>
                <a:ext cx="706" cy="98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endParaRPr>
              </a:p>
            </p:txBody>
          </p:sp>
        </p:grpSp>
        <p:sp>
          <p:nvSpPr>
            <p:cNvPr id="417" name="Rectangle 140">
              <a:extLst>
                <a:ext uri="{FF2B5EF4-FFF2-40B4-BE49-F238E27FC236}">
                  <a16:creationId xmlns:a16="http://schemas.microsoft.com/office/drawing/2014/main" id="{7E6BEA62-9B73-F64A-AD66-03070B2683C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18" y="1360"/>
              <a:ext cx="595" cy="43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418" name="Rectangle 141">
              <a:extLst>
                <a:ext uri="{FF2B5EF4-FFF2-40B4-BE49-F238E27FC236}">
                  <a16:creationId xmlns:a16="http://schemas.microsoft.com/office/drawing/2014/main" id="{B703598A-F43E-8F44-AA55-32B934E36F7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28" y="1653"/>
              <a:ext cx="595" cy="52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grpSp>
          <p:nvGrpSpPr>
            <p:cNvPr id="419" name="Group 142">
              <a:extLst>
                <a:ext uri="{FF2B5EF4-FFF2-40B4-BE49-F238E27FC236}">
                  <a16:creationId xmlns:a16="http://schemas.microsoft.com/office/drawing/2014/main" id="{37E008B5-DF9F-4741-9481-59DB934698E8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35" y="1627"/>
              <a:ext cx="582" cy="151"/>
              <a:chOff x="614" y="2568"/>
              <a:chExt cx="725" cy="139"/>
            </a:xfrm>
          </p:grpSpPr>
          <p:sp>
            <p:nvSpPr>
              <p:cNvPr id="435" name="AutoShape 143">
                <a:extLst>
                  <a:ext uri="{FF2B5EF4-FFF2-40B4-BE49-F238E27FC236}">
                    <a16:creationId xmlns:a16="http://schemas.microsoft.com/office/drawing/2014/main" id="{4DFCD725-D192-594A-9091-58E3EB174CD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4" y="2568"/>
                <a:ext cx="730" cy="198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endParaRPr>
              </a:p>
            </p:txBody>
          </p:sp>
          <p:sp>
            <p:nvSpPr>
              <p:cNvPr id="436" name="AutoShape 144">
                <a:extLst>
                  <a:ext uri="{FF2B5EF4-FFF2-40B4-BE49-F238E27FC236}">
                    <a16:creationId xmlns:a16="http://schemas.microsoft.com/office/drawing/2014/main" id="{E1E81217-E6F8-7E4C-83BD-39023D5FF17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7" y="2584"/>
                <a:ext cx="705" cy="111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endParaRPr>
              </a:p>
            </p:txBody>
          </p:sp>
        </p:grpSp>
        <p:sp>
          <p:nvSpPr>
            <p:cNvPr id="420" name="Freeform 145">
              <a:extLst>
                <a:ext uri="{FF2B5EF4-FFF2-40B4-BE49-F238E27FC236}">
                  <a16:creationId xmlns:a16="http://schemas.microsoft.com/office/drawing/2014/main" id="{C9C21037-BEFA-DF45-969E-77E95675D29D}"/>
                </a:ext>
              </a:extLst>
            </p:cNvPr>
            <p:cNvSpPr>
              <a:spLocks/>
            </p:cNvSpPr>
            <p:nvPr/>
          </p:nvSpPr>
          <p:spPr bwMode="auto">
            <a:xfrm>
              <a:off x="5288" y="1354"/>
              <a:ext cx="263" cy="188"/>
            </a:xfrm>
            <a:custGeom>
              <a:avLst/>
              <a:gdLst>
                <a:gd name="T0" fmla="*/ 2 w 328"/>
                <a:gd name="T1" fmla="*/ 0 h 226"/>
                <a:gd name="T2" fmla="*/ 36 w 328"/>
                <a:gd name="T3" fmla="*/ 20 h 226"/>
                <a:gd name="T4" fmla="*/ 36 w 328"/>
                <a:gd name="T5" fmla="*/ 36 h 226"/>
                <a:gd name="T6" fmla="*/ 0 w 328"/>
                <a:gd name="T7" fmla="*/ 15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grpSp>
          <p:nvGrpSpPr>
            <p:cNvPr id="421" name="Group 146">
              <a:extLst>
                <a:ext uri="{FF2B5EF4-FFF2-40B4-BE49-F238E27FC236}">
                  <a16:creationId xmlns:a16="http://schemas.microsoft.com/office/drawing/2014/main" id="{8C21E2FB-1E40-4E43-8A6F-A77D3B537718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39" y="1327"/>
              <a:ext cx="582" cy="139"/>
              <a:chOff x="614" y="2568"/>
              <a:chExt cx="725" cy="139"/>
            </a:xfrm>
          </p:grpSpPr>
          <p:sp>
            <p:nvSpPr>
              <p:cNvPr id="433" name="AutoShape 147">
                <a:extLst>
                  <a:ext uri="{FF2B5EF4-FFF2-40B4-BE49-F238E27FC236}">
                    <a16:creationId xmlns:a16="http://schemas.microsoft.com/office/drawing/2014/main" id="{3FB07F3E-B384-BA42-B9DC-3F347F4454A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09" y="2566"/>
                <a:ext cx="730" cy="138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endParaRPr>
              </a:p>
            </p:txBody>
          </p:sp>
          <p:sp>
            <p:nvSpPr>
              <p:cNvPr id="434" name="AutoShape 148">
                <a:extLst>
                  <a:ext uri="{FF2B5EF4-FFF2-40B4-BE49-F238E27FC236}">
                    <a16:creationId xmlns:a16="http://schemas.microsoft.com/office/drawing/2014/main" id="{53CFABFE-9ECC-654C-A26F-077B10C41C5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2" y="2584"/>
                <a:ext cx="705" cy="103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endParaRPr>
              </a:p>
            </p:txBody>
          </p:sp>
        </p:grpSp>
        <p:sp>
          <p:nvSpPr>
            <p:cNvPr id="422" name="Rectangle 149">
              <a:extLst>
                <a:ext uri="{FF2B5EF4-FFF2-40B4-BE49-F238E27FC236}">
                  <a16:creationId xmlns:a16="http://schemas.microsoft.com/office/drawing/2014/main" id="{2ADBFF81-E61D-BD42-A5DA-C6C72A45BA9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53" y="429"/>
              <a:ext cx="68" cy="2293"/>
            </a:xfrm>
            <a:prstGeom prst="rect">
              <a:avLst/>
            </a:prstGeom>
            <a:gradFill rotWithShape="1"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423" name="Freeform 150">
              <a:extLst>
                <a:ext uri="{FF2B5EF4-FFF2-40B4-BE49-F238E27FC236}">
                  <a16:creationId xmlns:a16="http://schemas.microsoft.com/office/drawing/2014/main" id="{B801D18D-12AF-604B-826B-87612B4BE25A}"/>
                </a:ext>
              </a:extLst>
            </p:cNvPr>
            <p:cNvSpPr>
              <a:spLocks/>
            </p:cNvSpPr>
            <p:nvPr/>
          </p:nvSpPr>
          <p:spPr bwMode="auto">
            <a:xfrm>
              <a:off x="5312" y="1007"/>
              <a:ext cx="237" cy="213"/>
            </a:xfrm>
            <a:custGeom>
              <a:avLst/>
              <a:gdLst>
                <a:gd name="T0" fmla="*/ 2 w 296"/>
                <a:gd name="T1" fmla="*/ 0 h 256"/>
                <a:gd name="T2" fmla="*/ 32 w 296"/>
                <a:gd name="T3" fmla="*/ 22 h 256"/>
                <a:gd name="T4" fmla="*/ 32 w 296"/>
                <a:gd name="T5" fmla="*/ 41 h 256"/>
                <a:gd name="T6" fmla="*/ 0 w 296"/>
                <a:gd name="T7" fmla="*/ 15 h 256"/>
                <a:gd name="T8" fmla="*/ 2 w 296"/>
                <a:gd name="T9" fmla="*/ 0 h 25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96" h="25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424" name="Freeform 151">
              <a:extLst>
                <a:ext uri="{FF2B5EF4-FFF2-40B4-BE49-F238E27FC236}">
                  <a16:creationId xmlns:a16="http://schemas.microsoft.com/office/drawing/2014/main" id="{E0D76583-E225-D143-AD69-86F92601178E}"/>
                </a:ext>
              </a:extLst>
            </p:cNvPr>
            <p:cNvSpPr>
              <a:spLocks/>
            </p:cNvSpPr>
            <p:nvPr/>
          </p:nvSpPr>
          <p:spPr bwMode="auto">
            <a:xfrm>
              <a:off x="5315" y="680"/>
              <a:ext cx="244" cy="240"/>
            </a:xfrm>
            <a:custGeom>
              <a:avLst/>
              <a:gdLst>
                <a:gd name="T0" fmla="*/ 0 w 304"/>
                <a:gd name="T1" fmla="*/ 0 h 288"/>
                <a:gd name="T2" fmla="*/ 34 w 304"/>
                <a:gd name="T3" fmla="*/ 27 h 288"/>
                <a:gd name="T4" fmla="*/ 31 w 304"/>
                <a:gd name="T5" fmla="*/ 48 h 288"/>
                <a:gd name="T6" fmla="*/ 2 w 304"/>
                <a:gd name="T7" fmla="*/ 20 h 288"/>
                <a:gd name="T8" fmla="*/ 0 w 304"/>
                <a:gd name="T9" fmla="*/ 0 h 28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04" h="288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425" name="Oval 152">
              <a:extLst>
                <a:ext uri="{FF2B5EF4-FFF2-40B4-BE49-F238E27FC236}">
                  <a16:creationId xmlns:a16="http://schemas.microsoft.com/office/drawing/2014/main" id="{B87BD5BD-84ED-1A45-B304-E70CB33272B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16" y="2610"/>
              <a:ext cx="49" cy="95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426" name="Freeform 153">
              <a:extLst>
                <a:ext uri="{FF2B5EF4-FFF2-40B4-BE49-F238E27FC236}">
                  <a16:creationId xmlns:a16="http://schemas.microsoft.com/office/drawing/2014/main" id="{AC83A214-EE2C-7D46-A95B-93B9ECF97947}"/>
                </a:ext>
              </a:extLst>
            </p:cNvPr>
            <p:cNvSpPr>
              <a:spLocks/>
            </p:cNvSpPr>
            <p:nvPr/>
          </p:nvSpPr>
          <p:spPr bwMode="auto">
            <a:xfrm>
              <a:off x="5302" y="2614"/>
              <a:ext cx="245" cy="200"/>
            </a:xfrm>
            <a:custGeom>
              <a:avLst/>
              <a:gdLst>
                <a:gd name="T0" fmla="*/ 0 w 306"/>
                <a:gd name="T1" fmla="*/ 18 h 240"/>
                <a:gd name="T2" fmla="*/ 2 w 306"/>
                <a:gd name="T3" fmla="*/ 40 h 240"/>
                <a:gd name="T4" fmla="*/ 34 w 306"/>
                <a:gd name="T5" fmla="*/ 18 h 240"/>
                <a:gd name="T6" fmla="*/ 32 w 306"/>
                <a:gd name="T7" fmla="*/ 0 h 240"/>
                <a:gd name="T8" fmla="*/ 0 w 306"/>
                <a:gd name="T9" fmla="*/ 18 h 24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06" h="240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427" name="AutoShape 154">
              <a:extLst>
                <a:ext uri="{FF2B5EF4-FFF2-40B4-BE49-F238E27FC236}">
                  <a16:creationId xmlns:a16="http://schemas.microsoft.com/office/drawing/2014/main" id="{E7B0CC33-9743-9840-8876-CD696FD4644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40" y="2678"/>
              <a:ext cx="1201" cy="147"/>
            </a:xfrm>
            <a:prstGeom prst="roundRect">
              <a:avLst>
                <a:gd name="adj" fmla="val 50000"/>
              </a:avLst>
            </a:prstGeom>
            <a:solidFill>
              <a:srgbClr val="DDDDDD"/>
            </a:solidFill>
            <a:ln w="9525">
              <a:solidFill>
                <a:srgbClr val="00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428" name="AutoShape 155">
              <a:extLst>
                <a:ext uri="{FF2B5EF4-FFF2-40B4-BE49-F238E27FC236}">
                  <a16:creationId xmlns:a16="http://schemas.microsoft.com/office/drawing/2014/main" id="{90FDCD67-DF9D-014D-94A7-D7007323113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08" y="2713"/>
              <a:ext cx="1064" cy="78"/>
            </a:xfrm>
            <a:prstGeom prst="roundRect">
              <a:avLst>
                <a:gd name="adj" fmla="val 50000"/>
              </a:avLst>
            </a:prstGeom>
            <a:gradFill rotWithShape="1">
              <a:gsLst>
                <a:gs pos="0">
                  <a:srgbClr val="000000"/>
                </a:gs>
                <a:gs pos="100000">
                  <a:srgbClr val="808080"/>
                </a:gs>
              </a:gsLst>
              <a:lin ang="0" scaled="1"/>
            </a:gradFill>
            <a:ln w="9525">
              <a:solidFill>
                <a:srgbClr val="00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429" name="Oval 156">
              <a:extLst>
                <a:ext uri="{FF2B5EF4-FFF2-40B4-BE49-F238E27FC236}">
                  <a16:creationId xmlns:a16="http://schemas.microsoft.com/office/drawing/2014/main" id="{B70C62CF-87D8-BD4F-8287-EAFAD6879C9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06" y="2385"/>
              <a:ext cx="156" cy="138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430" name="Oval 157">
              <a:extLst>
                <a:ext uri="{FF2B5EF4-FFF2-40B4-BE49-F238E27FC236}">
                  <a16:creationId xmlns:a16="http://schemas.microsoft.com/office/drawing/2014/main" id="{9CB3EBC8-732C-2243-9992-39D2F18B4FA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82" y="2385"/>
              <a:ext cx="166" cy="138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Arial" charset="0"/>
              </a:endParaRPr>
            </a:p>
          </p:txBody>
        </p:sp>
        <p:sp>
          <p:nvSpPr>
            <p:cNvPr id="431" name="Oval 158">
              <a:extLst>
                <a:ext uri="{FF2B5EF4-FFF2-40B4-BE49-F238E27FC236}">
                  <a16:creationId xmlns:a16="http://schemas.microsoft.com/office/drawing/2014/main" id="{F6C1B254-B4D2-D447-9853-48F46447F66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57" y="2377"/>
              <a:ext cx="166" cy="147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432" name="Rectangle 159">
              <a:extLst>
                <a:ext uri="{FF2B5EF4-FFF2-40B4-BE49-F238E27FC236}">
                  <a16:creationId xmlns:a16="http://schemas.microsoft.com/office/drawing/2014/main" id="{0ACFD0C6-117A-4E4E-ABC4-5883C7B0EF1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57" y="1834"/>
              <a:ext cx="88" cy="758"/>
            </a:xfrm>
            <a:prstGeom prst="rect">
              <a:avLst/>
            </a:prstGeom>
            <a:solidFill>
              <a:srgbClr val="292929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</p:grpSp>
      <p:grpSp>
        <p:nvGrpSpPr>
          <p:cNvPr id="346" name="Group 160">
            <a:extLst>
              <a:ext uri="{FF2B5EF4-FFF2-40B4-BE49-F238E27FC236}">
                <a16:creationId xmlns:a16="http://schemas.microsoft.com/office/drawing/2014/main" id="{C6CE532B-F6A8-1F45-B978-5D94FE3A17B7}"/>
              </a:ext>
            </a:extLst>
          </p:cNvPr>
          <p:cNvGrpSpPr>
            <a:grpSpLocks/>
          </p:cNvGrpSpPr>
          <p:nvPr/>
        </p:nvGrpSpPr>
        <p:grpSpPr bwMode="auto">
          <a:xfrm>
            <a:off x="585296" y="5655276"/>
            <a:ext cx="645431" cy="569172"/>
            <a:chOff x="-44" y="1473"/>
            <a:chExt cx="981" cy="1105"/>
          </a:xfrm>
        </p:grpSpPr>
        <p:pic>
          <p:nvPicPr>
            <p:cNvPr id="407" name="Picture 161" descr="desktop_computer_stylized_medium">
              <a:extLst>
                <a:ext uri="{FF2B5EF4-FFF2-40B4-BE49-F238E27FC236}">
                  <a16:creationId xmlns:a16="http://schemas.microsoft.com/office/drawing/2014/main" id="{3D454C67-648C-464C-9348-5D5073002BFD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408" name="Freeform 162">
              <a:extLst>
                <a:ext uri="{FF2B5EF4-FFF2-40B4-BE49-F238E27FC236}">
                  <a16:creationId xmlns:a16="http://schemas.microsoft.com/office/drawing/2014/main" id="{AF9C0563-4685-1D4B-BCCD-35AFDE3FA6D7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5595 w 356"/>
                <a:gd name="T3" fmla="*/ 341 h 368"/>
                <a:gd name="T4" fmla="*/ 6638 w 356"/>
                <a:gd name="T5" fmla="*/ 7113 h 368"/>
                <a:gd name="T6" fmla="*/ 1463 w 356"/>
                <a:gd name="T7" fmla="*/ 8895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 cmpd="sng">
                  <a:solidFill>
                    <a:schemeClr val="tx1"/>
                  </a:solidFill>
                  <a:prstDash val="solid"/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</p:grpSp>
      <p:grpSp>
        <p:nvGrpSpPr>
          <p:cNvPr id="347" name="Group 163">
            <a:extLst>
              <a:ext uri="{FF2B5EF4-FFF2-40B4-BE49-F238E27FC236}">
                <a16:creationId xmlns:a16="http://schemas.microsoft.com/office/drawing/2014/main" id="{B6D845CD-0E90-2A48-9E39-CEAB78AAF9D3}"/>
              </a:ext>
            </a:extLst>
          </p:cNvPr>
          <p:cNvGrpSpPr>
            <a:grpSpLocks/>
          </p:cNvGrpSpPr>
          <p:nvPr/>
        </p:nvGrpSpPr>
        <p:grpSpPr bwMode="auto">
          <a:xfrm>
            <a:off x="7141970" y="5736859"/>
            <a:ext cx="284691" cy="577481"/>
            <a:chOff x="4140" y="429"/>
            <a:chExt cx="1425" cy="2396"/>
          </a:xfrm>
        </p:grpSpPr>
        <p:sp>
          <p:nvSpPr>
            <p:cNvPr id="375" name="Freeform 164">
              <a:extLst>
                <a:ext uri="{FF2B5EF4-FFF2-40B4-BE49-F238E27FC236}">
                  <a16:creationId xmlns:a16="http://schemas.microsoft.com/office/drawing/2014/main" id="{AC1944D9-AB2D-A840-B696-F06D81AC9CA9}"/>
                </a:ext>
              </a:extLst>
            </p:cNvPr>
            <p:cNvSpPr>
              <a:spLocks/>
            </p:cNvSpPr>
            <p:nvPr/>
          </p:nvSpPr>
          <p:spPr bwMode="auto">
            <a:xfrm>
              <a:off x="5268" y="433"/>
              <a:ext cx="283" cy="2286"/>
            </a:xfrm>
            <a:custGeom>
              <a:avLst/>
              <a:gdLst>
                <a:gd name="T0" fmla="*/ 7 w 354"/>
                <a:gd name="T1" fmla="*/ 0 h 2742"/>
                <a:gd name="T2" fmla="*/ 38 w 354"/>
                <a:gd name="T3" fmla="*/ 55 h 2742"/>
                <a:gd name="T4" fmla="*/ 37 w 354"/>
                <a:gd name="T5" fmla="*/ 425 h 2742"/>
                <a:gd name="T6" fmla="*/ 0 w 354"/>
                <a:gd name="T7" fmla="*/ 445 h 2742"/>
                <a:gd name="T8" fmla="*/ 7 w 354"/>
                <a:gd name="T9" fmla="*/ 0 h 274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4" h="2742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 rotWithShape="1"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76" name="Rectangle 165">
              <a:extLst>
                <a:ext uri="{FF2B5EF4-FFF2-40B4-BE49-F238E27FC236}">
                  <a16:creationId xmlns:a16="http://schemas.microsoft.com/office/drawing/2014/main" id="{FE3F2702-7FD8-D84F-B02B-60338FAC645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08" y="429"/>
              <a:ext cx="1044" cy="2284"/>
            </a:xfrm>
            <a:prstGeom prst="rect">
              <a:avLst/>
            </a:pr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377" name="Freeform 166">
              <a:extLst>
                <a:ext uri="{FF2B5EF4-FFF2-40B4-BE49-F238E27FC236}">
                  <a16:creationId xmlns:a16="http://schemas.microsoft.com/office/drawing/2014/main" id="{AE3945C7-89B6-AE48-8EE1-FAE01D503FEB}"/>
                </a:ext>
              </a:extLst>
            </p:cNvPr>
            <p:cNvSpPr>
              <a:spLocks/>
            </p:cNvSpPr>
            <p:nvPr/>
          </p:nvSpPr>
          <p:spPr bwMode="auto">
            <a:xfrm>
              <a:off x="5321" y="570"/>
              <a:ext cx="169" cy="2115"/>
            </a:xfrm>
            <a:custGeom>
              <a:avLst/>
              <a:gdLst>
                <a:gd name="T0" fmla="*/ 2 w 211"/>
                <a:gd name="T1" fmla="*/ 0 h 2537"/>
                <a:gd name="T2" fmla="*/ 23 w 211"/>
                <a:gd name="T3" fmla="*/ 36 h 2537"/>
                <a:gd name="T4" fmla="*/ 2 w 211"/>
                <a:gd name="T5" fmla="*/ 405 h 2537"/>
                <a:gd name="T6" fmla="*/ 2 w 211"/>
                <a:gd name="T7" fmla="*/ 0 h 2537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11" h="2537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 rotWithShape="1"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78" name="Freeform 167">
              <a:extLst>
                <a:ext uri="{FF2B5EF4-FFF2-40B4-BE49-F238E27FC236}">
                  <a16:creationId xmlns:a16="http://schemas.microsoft.com/office/drawing/2014/main" id="{8B262BBF-D0A1-384E-849C-4C274B7FE56D}"/>
                </a:ext>
              </a:extLst>
            </p:cNvPr>
            <p:cNvSpPr>
              <a:spLocks/>
            </p:cNvSpPr>
            <p:nvPr/>
          </p:nvSpPr>
          <p:spPr bwMode="auto">
            <a:xfrm>
              <a:off x="5284" y="1640"/>
              <a:ext cx="263" cy="189"/>
            </a:xfrm>
            <a:custGeom>
              <a:avLst/>
              <a:gdLst>
                <a:gd name="T0" fmla="*/ 2 w 328"/>
                <a:gd name="T1" fmla="*/ 0 h 226"/>
                <a:gd name="T2" fmla="*/ 36 w 328"/>
                <a:gd name="T3" fmla="*/ 21 h 226"/>
                <a:gd name="T4" fmla="*/ 36 w 328"/>
                <a:gd name="T5" fmla="*/ 38 h 226"/>
                <a:gd name="T6" fmla="*/ 0 w 328"/>
                <a:gd name="T7" fmla="*/ 16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79" name="Rectangle 168">
              <a:extLst>
                <a:ext uri="{FF2B5EF4-FFF2-40B4-BE49-F238E27FC236}">
                  <a16:creationId xmlns:a16="http://schemas.microsoft.com/office/drawing/2014/main" id="{B21054BF-A0F7-5548-9EE7-4534695D12B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08" y="696"/>
              <a:ext cx="595" cy="43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grpSp>
          <p:nvGrpSpPr>
            <p:cNvPr id="380" name="Group 169">
              <a:extLst>
                <a:ext uri="{FF2B5EF4-FFF2-40B4-BE49-F238E27FC236}">
                  <a16:creationId xmlns:a16="http://schemas.microsoft.com/office/drawing/2014/main" id="{2C63B899-F37C-2843-B0E4-6A8FD67FEB3C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49" y="668"/>
              <a:ext cx="581" cy="145"/>
              <a:chOff x="614" y="2568"/>
              <a:chExt cx="725" cy="139"/>
            </a:xfrm>
          </p:grpSpPr>
          <p:sp>
            <p:nvSpPr>
              <p:cNvPr id="405" name="AutoShape 170">
                <a:extLst>
                  <a:ext uri="{FF2B5EF4-FFF2-40B4-BE49-F238E27FC236}">
                    <a16:creationId xmlns:a16="http://schemas.microsoft.com/office/drawing/2014/main" id="{94C05A2E-6617-C343-8F01-95B4E8D0C0A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09" y="2570"/>
                <a:ext cx="731" cy="140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endParaRPr>
              </a:p>
            </p:txBody>
          </p:sp>
          <p:sp>
            <p:nvSpPr>
              <p:cNvPr id="406" name="AutoShape 171">
                <a:extLst>
                  <a:ext uri="{FF2B5EF4-FFF2-40B4-BE49-F238E27FC236}">
                    <a16:creationId xmlns:a16="http://schemas.microsoft.com/office/drawing/2014/main" id="{881D794E-FF34-414B-ABDF-C5EFE314129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1" y="2587"/>
                <a:ext cx="706" cy="107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endParaRPr>
              </a:p>
            </p:txBody>
          </p:sp>
        </p:grpSp>
        <p:sp>
          <p:nvSpPr>
            <p:cNvPr id="381" name="Rectangle 172">
              <a:extLst>
                <a:ext uri="{FF2B5EF4-FFF2-40B4-BE49-F238E27FC236}">
                  <a16:creationId xmlns:a16="http://schemas.microsoft.com/office/drawing/2014/main" id="{1248FF3D-9E05-3A40-AB88-FD1C22C30F0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28" y="1015"/>
              <a:ext cx="595" cy="52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grpSp>
          <p:nvGrpSpPr>
            <p:cNvPr id="382" name="Group 173">
              <a:extLst>
                <a:ext uri="{FF2B5EF4-FFF2-40B4-BE49-F238E27FC236}">
                  <a16:creationId xmlns:a16="http://schemas.microsoft.com/office/drawing/2014/main" id="{AEA37B61-C679-BD4C-946C-0850A830FE28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47" y="994"/>
              <a:ext cx="581" cy="134"/>
              <a:chOff x="614" y="2568"/>
              <a:chExt cx="725" cy="139"/>
            </a:xfrm>
          </p:grpSpPr>
          <p:sp>
            <p:nvSpPr>
              <p:cNvPr id="403" name="AutoShape 174">
                <a:extLst>
                  <a:ext uri="{FF2B5EF4-FFF2-40B4-BE49-F238E27FC236}">
                    <a16:creationId xmlns:a16="http://schemas.microsoft.com/office/drawing/2014/main" id="{E18E671A-3A85-AB40-A9A6-C1676123ED1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2" y="2572"/>
                <a:ext cx="731" cy="134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endParaRPr>
              </a:p>
            </p:txBody>
          </p:sp>
          <p:sp>
            <p:nvSpPr>
              <p:cNvPr id="404" name="AutoShape 175">
                <a:extLst>
                  <a:ext uri="{FF2B5EF4-FFF2-40B4-BE49-F238E27FC236}">
                    <a16:creationId xmlns:a16="http://schemas.microsoft.com/office/drawing/2014/main" id="{091465B3-523F-F74A-848E-134B2B03659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4" y="2590"/>
                <a:ext cx="706" cy="98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endParaRPr>
              </a:p>
            </p:txBody>
          </p:sp>
        </p:grpSp>
        <p:sp>
          <p:nvSpPr>
            <p:cNvPr id="383" name="Rectangle 176">
              <a:extLst>
                <a:ext uri="{FF2B5EF4-FFF2-40B4-BE49-F238E27FC236}">
                  <a16:creationId xmlns:a16="http://schemas.microsoft.com/office/drawing/2014/main" id="{9F161249-61DD-1645-8787-2796E69D452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18" y="1360"/>
              <a:ext cx="595" cy="43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384" name="Rectangle 177">
              <a:extLst>
                <a:ext uri="{FF2B5EF4-FFF2-40B4-BE49-F238E27FC236}">
                  <a16:creationId xmlns:a16="http://schemas.microsoft.com/office/drawing/2014/main" id="{AA505E39-11E3-4D49-96C3-80F10D41D46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28" y="1653"/>
              <a:ext cx="595" cy="52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grpSp>
          <p:nvGrpSpPr>
            <p:cNvPr id="385" name="Group 178">
              <a:extLst>
                <a:ext uri="{FF2B5EF4-FFF2-40B4-BE49-F238E27FC236}">
                  <a16:creationId xmlns:a16="http://schemas.microsoft.com/office/drawing/2014/main" id="{A3C57DB1-4919-604C-A319-3C717B76618C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35" y="1627"/>
              <a:ext cx="582" cy="151"/>
              <a:chOff x="614" y="2568"/>
              <a:chExt cx="725" cy="139"/>
            </a:xfrm>
          </p:grpSpPr>
          <p:sp>
            <p:nvSpPr>
              <p:cNvPr id="401" name="AutoShape 179">
                <a:extLst>
                  <a:ext uri="{FF2B5EF4-FFF2-40B4-BE49-F238E27FC236}">
                    <a16:creationId xmlns:a16="http://schemas.microsoft.com/office/drawing/2014/main" id="{5E8B2822-F633-304D-B3EE-0E72DDC60D6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4" y="2568"/>
                <a:ext cx="730" cy="198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endParaRPr>
              </a:p>
            </p:txBody>
          </p:sp>
          <p:sp>
            <p:nvSpPr>
              <p:cNvPr id="402" name="AutoShape 180">
                <a:extLst>
                  <a:ext uri="{FF2B5EF4-FFF2-40B4-BE49-F238E27FC236}">
                    <a16:creationId xmlns:a16="http://schemas.microsoft.com/office/drawing/2014/main" id="{05C20314-621B-134F-97EA-D4A0DDECDD4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7" y="2584"/>
                <a:ext cx="705" cy="111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endParaRPr>
              </a:p>
            </p:txBody>
          </p:sp>
        </p:grpSp>
        <p:sp>
          <p:nvSpPr>
            <p:cNvPr id="386" name="Freeform 181">
              <a:extLst>
                <a:ext uri="{FF2B5EF4-FFF2-40B4-BE49-F238E27FC236}">
                  <a16:creationId xmlns:a16="http://schemas.microsoft.com/office/drawing/2014/main" id="{BD2DBEB0-3968-0649-BC9B-64EA7317E007}"/>
                </a:ext>
              </a:extLst>
            </p:cNvPr>
            <p:cNvSpPr>
              <a:spLocks/>
            </p:cNvSpPr>
            <p:nvPr/>
          </p:nvSpPr>
          <p:spPr bwMode="auto">
            <a:xfrm>
              <a:off x="5288" y="1354"/>
              <a:ext cx="263" cy="188"/>
            </a:xfrm>
            <a:custGeom>
              <a:avLst/>
              <a:gdLst>
                <a:gd name="T0" fmla="*/ 2 w 328"/>
                <a:gd name="T1" fmla="*/ 0 h 226"/>
                <a:gd name="T2" fmla="*/ 36 w 328"/>
                <a:gd name="T3" fmla="*/ 20 h 226"/>
                <a:gd name="T4" fmla="*/ 36 w 328"/>
                <a:gd name="T5" fmla="*/ 36 h 226"/>
                <a:gd name="T6" fmla="*/ 0 w 328"/>
                <a:gd name="T7" fmla="*/ 15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grpSp>
          <p:nvGrpSpPr>
            <p:cNvPr id="387" name="Group 182">
              <a:extLst>
                <a:ext uri="{FF2B5EF4-FFF2-40B4-BE49-F238E27FC236}">
                  <a16:creationId xmlns:a16="http://schemas.microsoft.com/office/drawing/2014/main" id="{BFC44DA6-F534-CD44-A919-BDA60B793836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39" y="1327"/>
              <a:ext cx="582" cy="139"/>
              <a:chOff x="614" y="2568"/>
              <a:chExt cx="725" cy="139"/>
            </a:xfrm>
          </p:grpSpPr>
          <p:sp>
            <p:nvSpPr>
              <p:cNvPr id="399" name="AutoShape 183">
                <a:extLst>
                  <a:ext uri="{FF2B5EF4-FFF2-40B4-BE49-F238E27FC236}">
                    <a16:creationId xmlns:a16="http://schemas.microsoft.com/office/drawing/2014/main" id="{E60E8D05-3918-B747-A606-FC0E1386C15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09" y="2566"/>
                <a:ext cx="730" cy="138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endParaRPr>
              </a:p>
            </p:txBody>
          </p:sp>
          <p:sp>
            <p:nvSpPr>
              <p:cNvPr id="400" name="AutoShape 184">
                <a:extLst>
                  <a:ext uri="{FF2B5EF4-FFF2-40B4-BE49-F238E27FC236}">
                    <a16:creationId xmlns:a16="http://schemas.microsoft.com/office/drawing/2014/main" id="{8735D17B-A685-3648-8255-F30DD55695A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2" y="2584"/>
                <a:ext cx="705" cy="103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endParaRPr>
              </a:p>
            </p:txBody>
          </p:sp>
        </p:grpSp>
        <p:sp>
          <p:nvSpPr>
            <p:cNvPr id="388" name="Rectangle 185">
              <a:extLst>
                <a:ext uri="{FF2B5EF4-FFF2-40B4-BE49-F238E27FC236}">
                  <a16:creationId xmlns:a16="http://schemas.microsoft.com/office/drawing/2014/main" id="{B66C501C-7D5B-8E4B-B068-5CCE73A0405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53" y="429"/>
              <a:ext cx="68" cy="2293"/>
            </a:xfrm>
            <a:prstGeom prst="rect">
              <a:avLst/>
            </a:prstGeom>
            <a:gradFill rotWithShape="1"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389" name="Freeform 186">
              <a:extLst>
                <a:ext uri="{FF2B5EF4-FFF2-40B4-BE49-F238E27FC236}">
                  <a16:creationId xmlns:a16="http://schemas.microsoft.com/office/drawing/2014/main" id="{33C62712-7A81-4F41-B474-B9218B7AFA0C}"/>
                </a:ext>
              </a:extLst>
            </p:cNvPr>
            <p:cNvSpPr>
              <a:spLocks/>
            </p:cNvSpPr>
            <p:nvPr/>
          </p:nvSpPr>
          <p:spPr bwMode="auto">
            <a:xfrm>
              <a:off x="5312" y="1007"/>
              <a:ext cx="237" cy="213"/>
            </a:xfrm>
            <a:custGeom>
              <a:avLst/>
              <a:gdLst>
                <a:gd name="T0" fmla="*/ 2 w 296"/>
                <a:gd name="T1" fmla="*/ 0 h 256"/>
                <a:gd name="T2" fmla="*/ 32 w 296"/>
                <a:gd name="T3" fmla="*/ 22 h 256"/>
                <a:gd name="T4" fmla="*/ 32 w 296"/>
                <a:gd name="T5" fmla="*/ 41 h 256"/>
                <a:gd name="T6" fmla="*/ 0 w 296"/>
                <a:gd name="T7" fmla="*/ 15 h 256"/>
                <a:gd name="T8" fmla="*/ 2 w 296"/>
                <a:gd name="T9" fmla="*/ 0 h 25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96" h="25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90" name="Freeform 187">
              <a:extLst>
                <a:ext uri="{FF2B5EF4-FFF2-40B4-BE49-F238E27FC236}">
                  <a16:creationId xmlns:a16="http://schemas.microsoft.com/office/drawing/2014/main" id="{E4B6BE7D-DBBB-B44D-A0F9-E40A81D7F435}"/>
                </a:ext>
              </a:extLst>
            </p:cNvPr>
            <p:cNvSpPr>
              <a:spLocks/>
            </p:cNvSpPr>
            <p:nvPr/>
          </p:nvSpPr>
          <p:spPr bwMode="auto">
            <a:xfrm>
              <a:off x="5315" y="680"/>
              <a:ext cx="244" cy="240"/>
            </a:xfrm>
            <a:custGeom>
              <a:avLst/>
              <a:gdLst>
                <a:gd name="T0" fmla="*/ 0 w 304"/>
                <a:gd name="T1" fmla="*/ 0 h 288"/>
                <a:gd name="T2" fmla="*/ 34 w 304"/>
                <a:gd name="T3" fmla="*/ 27 h 288"/>
                <a:gd name="T4" fmla="*/ 31 w 304"/>
                <a:gd name="T5" fmla="*/ 48 h 288"/>
                <a:gd name="T6" fmla="*/ 2 w 304"/>
                <a:gd name="T7" fmla="*/ 20 h 288"/>
                <a:gd name="T8" fmla="*/ 0 w 304"/>
                <a:gd name="T9" fmla="*/ 0 h 28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04" h="288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91" name="Oval 188">
              <a:extLst>
                <a:ext uri="{FF2B5EF4-FFF2-40B4-BE49-F238E27FC236}">
                  <a16:creationId xmlns:a16="http://schemas.microsoft.com/office/drawing/2014/main" id="{6D17DB9A-DA87-3640-89B5-EA939BE73CE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16" y="2610"/>
              <a:ext cx="49" cy="95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392" name="Freeform 189">
              <a:extLst>
                <a:ext uri="{FF2B5EF4-FFF2-40B4-BE49-F238E27FC236}">
                  <a16:creationId xmlns:a16="http://schemas.microsoft.com/office/drawing/2014/main" id="{2DE874C4-BF52-8245-9555-CA025B392D7F}"/>
                </a:ext>
              </a:extLst>
            </p:cNvPr>
            <p:cNvSpPr>
              <a:spLocks/>
            </p:cNvSpPr>
            <p:nvPr/>
          </p:nvSpPr>
          <p:spPr bwMode="auto">
            <a:xfrm>
              <a:off x="5302" y="2614"/>
              <a:ext cx="245" cy="200"/>
            </a:xfrm>
            <a:custGeom>
              <a:avLst/>
              <a:gdLst>
                <a:gd name="T0" fmla="*/ 0 w 306"/>
                <a:gd name="T1" fmla="*/ 18 h 240"/>
                <a:gd name="T2" fmla="*/ 2 w 306"/>
                <a:gd name="T3" fmla="*/ 40 h 240"/>
                <a:gd name="T4" fmla="*/ 34 w 306"/>
                <a:gd name="T5" fmla="*/ 18 h 240"/>
                <a:gd name="T6" fmla="*/ 32 w 306"/>
                <a:gd name="T7" fmla="*/ 0 h 240"/>
                <a:gd name="T8" fmla="*/ 0 w 306"/>
                <a:gd name="T9" fmla="*/ 18 h 24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06" h="240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93" name="AutoShape 190">
              <a:extLst>
                <a:ext uri="{FF2B5EF4-FFF2-40B4-BE49-F238E27FC236}">
                  <a16:creationId xmlns:a16="http://schemas.microsoft.com/office/drawing/2014/main" id="{D15AD96A-57FC-B240-8995-DEDB6B8C42C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40" y="2678"/>
              <a:ext cx="1201" cy="147"/>
            </a:xfrm>
            <a:prstGeom prst="roundRect">
              <a:avLst>
                <a:gd name="adj" fmla="val 50000"/>
              </a:avLst>
            </a:prstGeom>
            <a:solidFill>
              <a:srgbClr val="DDDDDD"/>
            </a:solidFill>
            <a:ln w="9525">
              <a:solidFill>
                <a:srgbClr val="00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394" name="AutoShape 191">
              <a:extLst>
                <a:ext uri="{FF2B5EF4-FFF2-40B4-BE49-F238E27FC236}">
                  <a16:creationId xmlns:a16="http://schemas.microsoft.com/office/drawing/2014/main" id="{9B662CF9-5E9F-EE42-826A-BA11CF39366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08" y="2713"/>
              <a:ext cx="1064" cy="78"/>
            </a:xfrm>
            <a:prstGeom prst="roundRect">
              <a:avLst>
                <a:gd name="adj" fmla="val 50000"/>
              </a:avLst>
            </a:prstGeom>
            <a:gradFill rotWithShape="1">
              <a:gsLst>
                <a:gs pos="0">
                  <a:srgbClr val="000000"/>
                </a:gs>
                <a:gs pos="100000">
                  <a:srgbClr val="808080"/>
                </a:gs>
              </a:gsLst>
              <a:lin ang="0" scaled="1"/>
            </a:gradFill>
            <a:ln w="9525">
              <a:solidFill>
                <a:srgbClr val="00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395" name="Oval 192">
              <a:extLst>
                <a:ext uri="{FF2B5EF4-FFF2-40B4-BE49-F238E27FC236}">
                  <a16:creationId xmlns:a16="http://schemas.microsoft.com/office/drawing/2014/main" id="{F2A6059E-C073-154E-9CDE-85E284A9C1E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06" y="2385"/>
              <a:ext cx="156" cy="138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396" name="Oval 193">
              <a:extLst>
                <a:ext uri="{FF2B5EF4-FFF2-40B4-BE49-F238E27FC236}">
                  <a16:creationId xmlns:a16="http://schemas.microsoft.com/office/drawing/2014/main" id="{55ECAC8A-9EEB-3F47-B474-796C5779F66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82" y="2385"/>
              <a:ext cx="166" cy="138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Arial" charset="0"/>
              </a:endParaRPr>
            </a:p>
          </p:txBody>
        </p:sp>
        <p:sp>
          <p:nvSpPr>
            <p:cNvPr id="397" name="Oval 194">
              <a:extLst>
                <a:ext uri="{FF2B5EF4-FFF2-40B4-BE49-F238E27FC236}">
                  <a16:creationId xmlns:a16="http://schemas.microsoft.com/office/drawing/2014/main" id="{F009E702-300F-2245-8184-904D723ECFB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57" y="2377"/>
              <a:ext cx="166" cy="147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398" name="Rectangle 195">
              <a:extLst>
                <a:ext uri="{FF2B5EF4-FFF2-40B4-BE49-F238E27FC236}">
                  <a16:creationId xmlns:a16="http://schemas.microsoft.com/office/drawing/2014/main" id="{E1220E42-05A2-224A-AF06-8BC12255201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57" y="1834"/>
              <a:ext cx="88" cy="758"/>
            </a:xfrm>
            <a:prstGeom prst="rect">
              <a:avLst/>
            </a:prstGeom>
            <a:solidFill>
              <a:srgbClr val="292929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</p:grpSp>
      <p:sp>
        <p:nvSpPr>
          <p:cNvPr id="348" name="Line 57">
            <a:extLst>
              <a:ext uri="{FF2B5EF4-FFF2-40B4-BE49-F238E27FC236}">
                <a16:creationId xmlns:a16="http://schemas.microsoft.com/office/drawing/2014/main" id="{BE19B1CA-E01A-2D4A-A501-25E01C74D0D9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5155368" y="5988369"/>
            <a:ext cx="1009919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349" name="Line 57">
            <a:extLst>
              <a:ext uri="{FF2B5EF4-FFF2-40B4-BE49-F238E27FC236}">
                <a16:creationId xmlns:a16="http://schemas.microsoft.com/office/drawing/2014/main" id="{CDD86028-5E0B-1E49-A327-7BF095EF01DB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001196" y="4853221"/>
            <a:ext cx="540134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350" name="Line 57">
            <a:extLst>
              <a:ext uri="{FF2B5EF4-FFF2-40B4-BE49-F238E27FC236}">
                <a16:creationId xmlns:a16="http://schemas.microsoft.com/office/drawing/2014/main" id="{456364AC-0294-B946-BA06-B02AD7C1481D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1869391" y="5991438"/>
            <a:ext cx="540134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grpSp>
        <p:nvGrpSpPr>
          <p:cNvPr id="351" name="Group 350">
            <a:extLst>
              <a:ext uri="{FF2B5EF4-FFF2-40B4-BE49-F238E27FC236}">
                <a16:creationId xmlns:a16="http://schemas.microsoft.com/office/drawing/2014/main" id="{7AD5920F-E18F-2E4A-8BAE-ACFA2B9B05A4}"/>
              </a:ext>
            </a:extLst>
          </p:cNvPr>
          <p:cNvGrpSpPr/>
          <p:nvPr/>
        </p:nvGrpSpPr>
        <p:grpSpPr>
          <a:xfrm>
            <a:off x="2749090" y="3427413"/>
            <a:ext cx="2851610" cy="946150"/>
            <a:chOff x="2749090" y="3427413"/>
            <a:chExt cx="2851610" cy="946150"/>
          </a:xfrm>
        </p:grpSpPr>
        <p:sp>
          <p:nvSpPr>
            <p:cNvPr id="368" name="Text Box 68">
              <a:extLst>
                <a:ext uri="{FF2B5EF4-FFF2-40B4-BE49-F238E27FC236}">
                  <a16:creationId xmlns:a16="http://schemas.microsoft.com/office/drawing/2014/main" id="{859A744D-4964-E049-B851-169F4C802B9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368675" y="3427413"/>
              <a:ext cx="1881188" cy="4730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2000" b="0" i="0" u="none" strike="noStrike" kern="1200" cap="none" spc="0" normalizeH="0" baseline="0" noProof="0" dirty="0" err="1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Symbol" pitchFamily="2" charset="2"/>
                  <a:ea typeface="ＭＳ Ｐゴシック" panose="020B0600070205080204" pitchFamily="34" charset="-128"/>
                  <a:cs typeface="+mn-cs"/>
                </a:rPr>
                <a:t>l</a:t>
              </a:r>
              <a:r>
                <a:rPr kumimoji="0" lang="en-US" altLang="en-US" sz="2000" b="0" i="0" u="none" strike="noStrike" kern="1200" cap="none" spc="0" normalizeH="0" baseline="-25000" noProof="0" dirty="0" err="1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in</a:t>
              </a:r>
              <a:r>
                <a:rPr kumimoji="0" lang="en-US" altLang="en-US" sz="16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 </a:t>
              </a:r>
              <a:r>
                <a:rPr kumimoji="0" lang="en-US" alt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: original data</a:t>
              </a:r>
              <a:endParaRPr kumimoji="0" lang="en-US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omic Sans MS" panose="030F0902030302020204" pitchFamily="66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69" name="Oval 217">
              <a:extLst>
                <a:ext uri="{FF2B5EF4-FFF2-40B4-BE49-F238E27FC236}">
                  <a16:creationId xmlns:a16="http://schemas.microsoft.com/office/drawing/2014/main" id="{46259149-BCE0-B941-AA71-927BC7C2EE1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49090" y="3616325"/>
              <a:ext cx="112712" cy="115888"/>
            </a:xfrm>
            <a:prstGeom prst="ellipse">
              <a:avLst/>
            </a:prstGeom>
            <a:solidFill>
              <a:srgbClr val="FF0000"/>
            </a:solidFill>
            <a:ln w="9525">
              <a:solidFill>
                <a:srgbClr val="FF0000"/>
              </a:solidFill>
              <a:round/>
              <a:headEnd/>
              <a:tailEnd/>
            </a:ln>
          </p:spPr>
          <p:txBody>
            <a:bodyPr/>
            <a:lstStyle>
              <a:lvl1pPr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70" name="Line 229">
              <a:extLst>
                <a:ext uri="{FF2B5EF4-FFF2-40B4-BE49-F238E27FC236}">
                  <a16:creationId xmlns:a16="http://schemas.microsoft.com/office/drawing/2014/main" id="{9CBDE0F7-AD5A-7847-A00B-C9BE9408958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45050" y="3995738"/>
              <a:ext cx="339725" cy="0"/>
            </a:xfrm>
            <a:prstGeom prst="line">
              <a:avLst/>
            </a:prstGeom>
            <a:noFill/>
            <a:ln w="38100">
              <a:solidFill>
                <a:srgbClr val="FFFFFF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71" name="Oval 232">
              <a:extLst>
                <a:ext uri="{FF2B5EF4-FFF2-40B4-BE49-F238E27FC236}">
                  <a16:creationId xmlns:a16="http://schemas.microsoft.com/office/drawing/2014/main" id="{50F84776-27DA-5E43-BACA-DB1E8848891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49606" y="3849688"/>
              <a:ext cx="112712" cy="115887"/>
            </a:xfrm>
            <a:prstGeom prst="ellipse">
              <a:avLst/>
            </a:prstGeom>
            <a:solidFill>
              <a:srgbClr val="FF0000"/>
            </a:solidFill>
            <a:ln w="9525">
              <a:solidFill>
                <a:srgbClr val="FF0000"/>
              </a:solidFill>
              <a:round/>
              <a:headEnd/>
              <a:tailEnd/>
            </a:ln>
          </p:spPr>
          <p:txBody>
            <a:bodyPr/>
            <a:lstStyle>
              <a:lvl1pPr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72" name="Text Box 233">
              <a:extLst>
                <a:ext uri="{FF2B5EF4-FFF2-40B4-BE49-F238E27FC236}">
                  <a16:creationId xmlns:a16="http://schemas.microsoft.com/office/drawing/2014/main" id="{CD7720D4-A07A-DB4C-A9C9-DFD5FF905D5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251200" y="3756025"/>
              <a:ext cx="2349500" cy="6175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2000" b="0" i="0" u="none" strike="noStrike" kern="1200" cap="none" spc="0" normalizeH="0" baseline="0" noProof="0" dirty="0" err="1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Symbol" pitchFamily="2" charset="2"/>
                  <a:ea typeface="ＭＳ Ｐゴシック" panose="020B0600070205080204" pitchFamily="34" charset="-128"/>
                  <a:cs typeface="+mn-cs"/>
                </a:rPr>
                <a:t>l</a:t>
              </a:r>
              <a:r>
                <a:rPr kumimoji="0" lang="en-US" altLang="en-US" sz="2000" b="0" i="0" u="none" strike="noStrike" kern="1200" cap="none" spc="0" normalizeH="0" baseline="0" noProof="0" dirty="0" err="1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'</a:t>
              </a:r>
              <a:r>
                <a:rPr kumimoji="0" lang="en-US" altLang="en-US" sz="2000" b="0" i="0" u="none" strike="noStrike" kern="1200" cap="none" spc="0" normalizeH="0" baseline="-25000" noProof="0" dirty="0" err="1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in</a:t>
              </a:r>
              <a:r>
                <a:rPr kumimoji="0" lang="en-US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:</a:t>
              </a:r>
              <a:r>
                <a:rPr kumimoji="0" lang="en-US" alt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 </a:t>
              </a:r>
              <a:r>
                <a:rPr kumimoji="0" lang="en-US" alt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original data, </a:t>
              </a:r>
              <a:r>
                <a:rPr kumimoji="0" lang="en-US" altLang="en-US" sz="1600" b="0" i="1" u="none" strike="noStrike" kern="1200" cap="none" spc="0" normalizeH="0" baseline="0" noProof="0" dirty="0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plus</a:t>
              </a:r>
              <a:r>
                <a:rPr kumimoji="0" lang="en-US" alt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 retransmitted data</a:t>
              </a:r>
              <a:endParaRPr kumimoji="0" lang="en-US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omic Sans MS" panose="030F0902030302020204" pitchFamily="66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73" name="Line 234">
              <a:extLst>
                <a:ext uri="{FF2B5EF4-FFF2-40B4-BE49-F238E27FC236}">
                  <a16:creationId xmlns:a16="http://schemas.microsoft.com/office/drawing/2014/main" id="{E5F71B29-0A2A-964A-BC39-E82168AE5BA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909888" y="3916363"/>
              <a:ext cx="514350" cy="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 type="triangle" w="med" len="med"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374" name="Line 235">
              <a:extLst>
                <a:ext uri="{FF2B5EF4-FFF2-40B4-BE49-F238E27FC236}">
                  <a16:creationId xmlns:a16="http://schemas.microsoft.com/office/drawing/2014/main" id="{2CB87FE3-B426-7646-85C8-A92260133CC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905125" y="3683000"/>
              <a:ext cx="514350" cy="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 type="triangle" w="med" len="med"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</p:grpSp>
      <p:grpSp>
        <p:nvGrpSpPr>
          <p:cNvPr id="352" name="Group 351">
            <a:extLst>
              <a:ext uri="{FF2B5EF4-FFF2-40B4-BE49-F238E27FC236}">
                <a16:creationId xmlns:a16="http://schemas.microsoft.com/office/drawing/2014/main" id="{F6D1D3E8-6407-F347-8471-50418E5DB3B6}"/>
              </a:ext>
            </a:extLst>
          </p:cNvPr>
          <p:cNvGrpSpPr/>
          <p:nvPr/>
        </p:nvGrpSpPr>
        <p:grpSpPr>
          <a:xfrm>
            <a:off x="2913490" y="5218953"/>
            <a:ext cx="1938730" cy="1300181"/>
            <a:chOff x="2913490" y="5218953"/>
            <a:chExt cx="1938730" cy="1300181"/>
          </a:xfrm>
        </p:grpSpPr>
        <p:sp>
          <p:nvSpPr>
            <p:cNvPr id="357" name="Text Box 32">
              <a:extLst>
                <a:ext uri="{FF2B5EF4-FFF2-40B4-BE49-F238E27FC236}">
                  <a16:creationId xmlns:a16="http://schemas.microsoft.com/office/drawing/2014/main" id="{1A4AA4F8-0231-2B46-803C-7155B2F0120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913490" y="6001893"/>
              <a:ext cx="1749096" cy="51724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600" b="1" i="1" u="none" strike="noStrike" kern="1200" cap="none" spc="0" normalizeH="0" baseline="0" noProof="0" dirty="0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finite</a:t>
              </a:r>
              <a:r>
                <a:rPr kumimoji="0" lang="en-US" alt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 shared output link buffers</a:t>
              </a:r>
            </a:p>
          </p:txBody>
        </p:sp>
        <p:sp>
          <p:nvSpPr>
            <p:cNvPr id="358" name="Line 77">
              <a:extLst>
                <a:ext uri="{FF2B5EF4-FFF2-40B4-BE49-F238E27FC236}">
                  <a16:creationId xmlns:a16="http://schemas.microsoft.com/office/drawing/2014/main" id="{89EEFCE7-B693-DF47-A9C3-7974FB2172E2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292190" y="5608320"/>
              <a:ext cx="295050" cy="508454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grpSp>
          <p:nvGrpSpPr>
            <p:cNvPr id="359" name="Group 358">
              <a:extLst>
                <a:ext uri="{FF2B5EF4-FFF2-40B4-BE49-F238E27FC236}">
                  <a16:creationId xmlns:a16="http://schemas.microsoft.com/office/drawing/2014/main" id="{D0C09238-8174-BB4A-8E90-44FDE9970486}"/>
                </a:ext>
              </a:extLst>
            </p:cNvPr>
            <p:cNvGrpSpPr/>
            <p:nvPr/>
          </p:nvGrpSpPr>
          <p:grpSpPr>
            <a:xfrm>
              <a:off x="4030362" y="5218953"/>
              <a:ext cx="821858" cy="355937"/>
              <a:chOff x="6859123" y="5156933"/>
              <a:chExt cx="456701" cy="226548"/>
            </a:xfrm>
          </p:grpSpPr>
          <p:sp>
            <p:nvSpPr>
              <p:cNvPr id="360" name="Rectangle 359">
                <a:extLst>
                  <a:ext uri="{FF2B5EF4-FFF2-40B4-BE49-F238E27FC236}">
                    <a16:creationId xmlns:a16="http://schemas.microsoft.com/office/drawing/2014/main" id="{92A586BF-DE6F-8C4B-AE2F-F0967D2E3721}"/>
                  </a:ext>
                </a:extLst>
              </p:cNvPr>
              <p:cNvSpPr/>
              <p:nvPr/>
            </p:nvSpPr>
            <p:spPr>
              <a:xfrm>
                <a:off x="6859123" y="5156933"/>
                <a:ext cx="456701" cy="226548"/>
              </a:xfrm>
              <a:prstGeom prst="rect">
                <a:avLst/>
              </a:prstGeom>
              <a:solidFill>
                <a:srgbClr val="F989B2"/>
              </a:solidFill>
              <a:ln w="22225"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cxnSp>
            <p:nvCxnSpPr>
              <p:cNvPr id="361" name="Straight Connector 360">
                <a:extLst>
                  <a:ext uri="{FF2B5EF4-FFF2-40B4-BE49-F238E27FC236}">
                    <a16:creationId xmlns:a16="http://schemas.microsoft.com/office/drawing/2014/main" id="{0E592EE8-BB64-8D4B-9345-8DEFE71B26CD}"/>
                  </a:ext>
                </a:extLst>
              </p:cNvPr>
              <p:cNvCxnSpPr/>
              <p:nvPr/>
            </p:nvCxnSpPr>
            <p:spPr>
              <a:xfrm flipV="1">
                <a:off x="7249115" y="5189971"/>
                <a:ext cx="0" cy="155752"/>
              </a:xfrm>
              <a:prstGeom prst="line">
                <a:avLst/>
              </a:prstGeom>
              <a:ln w="22225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62" name="Straight Connector 361">
                <a:extLst>
                  <a:ext uri="{FF2B5EF4-FFF2-40B4-BE49-F238E27FC236}">
                    <a16:creationId xmlns:a16="http://schemas.microsoft.com/office/drawing/2014/main" id="{D5F79093-B2D3-DA49-86C9-324E48C7FA3A}"/>
                  </a:ext>
                </a:extLst>
              </p:cNvPr>
              <p:cNvCxnSpPr/>
              <p:nvPr/>
            </p:nvCxnSpPr>
            <p:spPr>
              <a:xfrm flipV="1">
                <a:off x="7197800" y="5189971"/>
                <a:ext cx="0" cy="155752"/>
              </a:xfrm>
              <a:prstGeom prst="line">
                <a:avLst/>
              </a:prstGeom>
              <a:ln w="22225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63" name="Straight Connector 362">
                <a:extLst>
                  <a:ext uri="{FF2B5EF4-FFF2-40B4-BE49-F238E27FC236}">
                    <a16:creationId xmlns:a16="http://schemas.microsoft.com/office/drawing/2014/main" id="{EE578935-8319-0640-AF1D-F33CFCCD6D7E}"/>
                  </a:ext>
                </a:extLst>
              </p:cNvPr>
              <p:cNvCxnSpPr/>
              <p:nvPr/>
            </p:nvCxnSpPr>
            <p:spPr>
              <a:xfrm flipV="1">
                <a:off x="7146485" y="5189971"/>
                <a:ext cx="0" cy="155752"/>
              </a:xfrm>
              <a:prstGeom prst="line">
                <a:avLst/>
              </a:prstGeom>
              <a:ln w="22225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64" name="Straight Connector 363">
                <a:extLst>
                  <a:ext uri="{FF2B5EF4-FFF2-40B4-BE49-F238E27FC236}">
                    <a16:creationId xmlns:a16="http://schemas.microsoft.com/office/drawing/2014/main" id="{1A169DC6-020D-CF4C-944B-35A60B7E9A3E}"/>
                  </a:ext>
                </a:extLst>
              </p:cNvPr>
              <p:cNvCxnSpPr/>
              <p:nvPr/>
            </p:nvCxnSpPr>
            <p:spPr>
              <a:xfrm flipV="1">
                <a:off x="7095171" y="5189971"/>
                <a:ext cx="0" cy="155752"/>
              </a:xfrm>
              <a:prstGeom prst="line">
                <a:avLst/>
              </a:prstGeom>
              <a:ln w="22225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65" name="Straight Connector 364">
                <a:extLst>
                  <a:ext uri="{FF2B5EF4-FFF2-40B4-BE49-F238E27FC236}">
                    <a16:creationId xmlns:a16="http://schemas.microsoft.com/office/drawing/2014/main" id="{3FE5D615-EDCC-3D44-B201-E215C2A51C14}"/>
                  </a:ext>
                </a:extLst>
              </p:cNvPr>
              <p:cNvCxnSpPr/>
              <p:nvPr/>
            </p:nvCxnSpPr>
            <p:spPr>
              <a:xfrm flipV="1">
                <a:off x="7043856" y="5189971"/>
                <a:ext cx="0" cy="155752"/>
              </a:xfrm>
              <a:prstGeom prst="line">
                <a:avLst/>
              </a:prstGeom>
              <a:ln w="22225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66" name="Straight Connector 365">
                <a:extLst>
                  <a:ext uri="{FF2B5EF4-FFF2-40B4-BE49-F238E27FC236}">
                    <a16:creationId xmlns:a16="http://schemas.microsoft.com/office/drawing/2014/main" id="{F42D5131-B17F-3447-A42A-972810DE3D7C}"/>
                  </a:ext>
                </a:extLst>
              </p:cNvPr>
              <p:cNvCxnSpPr/>
              <p:nvPr/>
            </p:nvCxnSpPr>
            <p:spPr>
              <a:xfrm flipV="1">
                <a:off x="6992541" y="5189971"/>
                <a:ext cx="0" cy="155752"/>
              </a:xfrm>
              <a:prstGeom prst="line">
                <a:avLst/>
              </a:prstGeom>
              <a:ln w="22225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67" name="Straight Connector 366">
                <a:extLst>
                  <a:ext uri="{FF2B5EF4-FFF2-40B4-BE49-F238E27FC236}">
                    <a16:creationId xmlns:a16="http://schemas.microsoft.com/office/drawing/2014/main" id="{B1CCBEF8-F4EA-4348-968D-DFF086EA12A7}"/>
                  </a:ext>
                </a:extLst>
              </p:cNvPr>
              <p:cNvCxnSpPr/>
              <p:nvPr/>
            </p:nvCxnSpPr>
            <p:spPr>
              <a:xfrm flipV="1">
                <a:off x="6941227" y="5189971"/>
                <a:ext cx="0" cy="155752"/>
              </a:xfrm>
              <a:prstGeom prst="line">
                <a:avLst/>
              </a:prstGeom>
              <a:ln w="22225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353" name="Freeform 91">
            <a:extLst>
              <a:ext uri="{FF2B5EF4-FFF2-40B4-BE49-F238E27FC236}">
                <a16:creationId xmlns:a16="http://schemas.microsoft.com/office/drawing/2014/main" id="{74B53B18-9053-AB4D-AAB3-9A2A8C61C05F}"/>
              </a:ext>
            </a:extLst>
          </p:cNvPr>
          <p:cNvSpPr>
            <a:spLocks/>
          </p:cNvSpPr>
          <p:nvPr/>
        </p:nvSpPr>
        <p:spPr bwMode="auto">
          <a:xfrm>
            <a:off x="2803354" y="3659588"/>
            <a:ext cx="4211870" cy="1670126"/>
          </a:xfrm>
          <a:custGeom>
            <a:avLst/>
            <a:gdLst>
              <a:gd name="T0" fmla="*/ 0 w 2160"/>
              <a:gd name="T1" fmla="*/ 0 h 804"/>
              <a:gd name="T2" fmla="*/ 0 w 2160"/>
              <a:gd name="T3" fmla="*/ 2147483647 h 804"/>
              <a:gd name="T4" fmla="*/ 2147483647 w 2160"/>
              <a:gd name="T5" fmla="*/ 2147483647 h 804"/>
              <a:gd name="T6" fmla="*/ 2147483647 w 2160"/>
              <a:gd name="T7" fmla="*/ 2147483647 h 804"/>
              <a:gd name="T8" fmla="*/ 2147483647 w 2160"/>
              <a:gd name="T9" fmla="*/ 2147483647 h 804"/>
              <a:gd name="T10" fmla="*/ 2147483647 w 2160"/>
              <a:gd name="T11" fmla="*/ 2147483647 h 804"/>
              <a:gd name="T12" fmla="*/ 2147483647 w 2160"/>
              <a:gd name="T13" fmla="*/ 2147483647 h 804"/>
              <a:gd name="T14" fmla="*/ 2147483647 w 2160"/>
              <a:gd name="T15" fmla="*/ 2147483647 h 804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</a:gdLst>
            <a:ahLst/>
            <a:cxnLst>
              <a:cxn ang="T16">
                <a:pos x="T0" y="T1"/>
              </a:cxn>
              <a:cxn ang="T17">
                <a:pos x="T2" y="T3"/>
              </a:cxn>
              <a:cxn ang="T18">
                <a:pos x="T4" y="T5"/>
              </a:cxn>
              <a:cxn ang="T19">
                <a:pos x="T6" y="T7"/>
              </a:cxn>
              <a:cxn ang="T20">
                <a:pos x="T8" y="T9"/>
              </a:cxn>
              <a:cxn ang="T21">
                <a:pos x="T10" y="T11"/>
              </a:cxn>
              <a:cxn ang="T22">
                <a:pos x="T12" y="T13"/>
              </a:cxn>
              <a:cxn ang="T23">
                <a:pos x="T14" y="T15"/>
              </a:cxn>
            </a:cxnLst>
            <a:rect l="0" t="0" r="r" b="b"/>
            <a:pathLst>
              <a:path w="2160" h="804">
                <a:moveTo>
                  <a:pt x="0" y="0"/>
                </a:moveTo>
                <a:lnTo>
                  <a:pt x="0" y="594"/>
                </a:lnTo>
                <a:lnTo>
                  <a:pt x="402" y="600"/>
                </a:lnTo>
                <a:lnTo>
                  <a:pt x="216" y="804"/>
                </a:lnTo>
                <a:lnTo>
                  <a:pt x="1446" y="804"/>
                </a:lnTo>
                <a:lnTo>
                  <a:pt x="1770" y="524"/>
                </a:lnTo>
                <a:lnTo>
                  <a:pt x="2160" y="516"/>
                </a:lnTo>
                <a:lnTo>
                  <a:pt x="2160" y="48"/>
                </a:lnTo>
              </a:path>
            </a:pathLst>
          </a:custGeom>
          <a:noFill/>
          <a:ln w="38100" cmpd="sng">
            <a:solidFill>
              <a:srgbClr val="FF0000"/>
            </a:solidFill>
            <a:round/>
            <a:headEnd type="non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grpSp>
        <p:nvGrpSpPr>
          <p:cNvPr id="354" name="Group 353">
            <a:extLst>
              <a:ext uri="{FF2B5EF4-FFF2-40B4-BE49-F238E27FC236}">
                <a16:creationId xmlns:a16="http://schemas.microsoft.com/office/drawing/2014/main" id="{FC27C661-ABA7-0F42-9E2F-25607CCF3F4D}"/>
              </a:ext>
            </a:extLst>
          </p:cNvPr>
          <p:cNvGrpSpPr/>
          <p:nvPr/>
        </p:nvGrpSpPr>
        <p:grpSpPr>
          <a:xfrm>
            <a:off x="1586591" y="4743924"/>
            <a:ext cx="4913849" cy="1346072"/>
            <a:chOff x="5641439" y="2685215"/>
            <a:chExt cx="4000500" cy="1028700"/>
          </a:xfrm>
        </p:grpSpPr>
        <p:sp>
          <p:nvSpPr>
            <p:cNvPr id="355" name="Oval 73">
              <a:extLst>
                <a:ext uri="{FF2B5EF4-FFF2-40B4-BE49-F238E27FC236}">
                  <a16:creationId xmlns:a16="http://schemas.microsoft.com/office/drawing/2014/main" id="{E72E301D-F1BA-6444-B895-0B1F0880352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641439" y="2685215"/>
              <a:ext cx="92075" cy="90487"/>
            </a:xfrm>
            <a:prstGeom prst="ellipse">
              <a:avLst/>
            </a:prstGeom>
            <a:solidFill>
              <a:srgbClr val="0013A3"/>
            </a:solidFill>
            <a:ln w="9525">
              <a:solidFill>
                <a:srgbClr val="0013A3"/>
              </a:solidFill>
              <a:round/>
              <a:headEnd/>
              <a:tailEnd/>
            </a:ln>
          </p:spPr>
          <p:txBody>
            <a:bodyPr/>
            <a:lstStyle>
              <a:lvl1pPr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56" name="Freeform 90">
              <a:extLst>
                <a:ext uri="{FF2B5EF4-FFF2-40B4-BE49-F238E27FC236}">
                  <a16:creationId xmlns:a16="http://schemas.microsoft.com/office/drawing/2014/main" id="{13DADEF9-AF21-FF44-BE17-072235C1AE6F}"/>
                </a:ext>
              </a:extLst>
            </p:cNvPr>
            <p:cNvSpPr>
              <a:spLocks/>
            </p:cNvSpPr>
            <p:nvPr/>
          </p:nvSpPr>
          <p:spPr bwMode="auto">
            <a:xfrm>
              <a:off x="5689064" y="2761415"/>
              <a:ext cx="3952875" cy="952500"/>
            </a:xfrm>
            <a:custGeom>
              <a:avLst/>
              <a:gdLst>
                <a:gd name="T0" fmla="*/ 0 w 6225"/>
                <a:gd name="T1" fmla="*/ 0 h 1501"/>
                <a:gd name="T2" fmla="*/ 0 w 6225"/>
                <a:gd name="T3" fmla="*/ 2147483647 h 1501"/>
                <a:gd name="T4" fmla="*/ 2147483647 w 6225"/>
                <a:gd name="T5" fmla="*/ 2147483647 h 1501"/>
                <a:gd name="T6" fmla="*/ 2147483647 w 6225"/>
                <a:gd name="T7" fmla="*/ 2147483647 h 1501"/>
                <a:gd name="T8" fmla="*/ 2147483647 w 6225"/>
                <a:gd name="T9" fmla="*/ 2147483647 h 1501"/>
                <a:gd name="T10" fmla="*/ 2147483647 w 6225"/>
                <a:gd name="T11" fmla="*/ 2147483647 h 1501"/>
                <a:gd name="T12" fmla="*/ 2147483647 w 6225"/>
                <a:gd name="T13" fmla="*/ 2147483647 h 1501"/>
                <a:gd name="T14" fmla="*/ 2147483647 w 6225"/>
                <a:gd name="T15" fmla="*/ 2147483647 h 1501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6225" h="1501">
                  <a:moveTo>
                    <a:pt x="0" y="0"/>
                  </a:moveTo>
                  <a:lnTo>
                    <a:pt x="0" y="1486"/>
                  </a:lnTo>
                  <a:lnTo>
                    <a:pt x="1005" y="1501"/>
                  </a:lnTo>
                  <a:lnTo>
                    <a:pt x="1860" y="706"/>
                  </a:lnTo>
                  <a:lnTo>
                    <a:pt x="5085" y="721"/>
                  </a:lnTo>
                  <a:lnTo>
                    <a:pt x="4305" y="1456"/>
                  </a:lnTo>
                  <a:lnTo>
                    <a:pt x="6225" y="1456"/>
                  </a:lnTo>
                  <a:lnTo>
                    <a:pt x="6220" y="391"/>
                  </a:lnTo>
                </a:path>
              </a:pathLst>
            </a:custGeom>
            <a:noFill/>
            <a:ln w="38100" cmpd="sng">
              <a:solidFill>
                <a:srgbClr val="0013A3"/>
              </a:solidFill>
              <a:round/>
              <a:headEnd type="non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</p:grpSp>
      <p:grpSp>
        <p:nvGrpSpPr>
          <p:cNvPr id="471" name="Group 470">
            <a:extLst>
              <a:ext uri="{FF2B5EF4-FFF2-40B4-BE49-F238E27FC236}">
                <a16:creationId xmlns:a16="http://schemas.microsoft.com/office/drawing/2014/main" id="{C0C36A94-589E-A54C-A4A3-B52075E06328}"/>
              </a:ext>
            </a:extLst>
          </p:cNvPr>
          <p:cNvGrpSpPr/>
          <p:nvPr/>
        </p:nvGrpSpPr>
        <p:grpSpPr>
          <a:xfrm>
            <a:off x="3289650" y="5336775"/>
            <a:ext cx="2124396" cy="604097"/>
            <a:chOff x="3289650" y="5336775"/>
            <a:chExt cx="2124396" cy="604097"/>
          </a:xfrm>
        </p:grpSpPr>
        <p:sp>
          <p:nvSpPr>
            <p:cNvPr id="472" name="TextBox 471">
              <a:extLst>
                <a:ext uri="{FF2B5EF4-FFF2-40B4-BE49-F238E27FC236}">
                  <a16:creationId xmlns:a16="http://schemas.microsoft.com/office/drawing/2014/main" id="{A9A4B8BA-23AF-5649-A3E6-D2BC9304C809}"/>
                </a:ext>
              </a:extLst>
            </p:cNvPr>
            <p:cNvSpPr txBox="1"/>
            <p:nvPr/>
          </p:nvSpPr>
          <p:spPr>
            <a:xfrm>
              <a:off x="4982445" y="5336775"/>
              <a:ext cx="431601" cy="60409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R</a:t>
              </a:r>
            </a:p>
          </p:txBody>
        </p:sp>
        <p:sp>
          <p:nvSpPr>
            <p:cNvPr id="473" name="TextBox 472">
              <a:extLst>
                <a:ext uri="{FF2B5EF4-FFF2-40B4-BE49-F238E27FC236}">
                  <a16:creationId xmlns:a16="http://schemas.microsoft.com/office/drawing/2014/main" id="{1F06564D-8518-8D42-A177-6D185E9763E0}"/>
                </a:ext>
              </a:extLst>
            </p:cNvPr>
            <p:cNvSpPr txBox="1"/>
            <p:nvPr/>
          </p:nvSpPr>
          <p:spPr>
            <a:xfrm>
              <a:off x="3289650" y="5351752"/>
              <a:ext cx="351378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R</a:t>
              </a:r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3B8CD900-19EC-824C-BF74-AADFBF5A17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8690" y="208643"/>
            <a:ext cx="11393310" cy="894622"/>
          </a:xfrm>
        </p:spPr>
        <p:txBody>
          <a:bodyPr>
            <a:normAutofit/>
          </a:bodyPr>
          <a:lstStyle/>
          <a:p>
            <a:r>
              <a:rPr lang="en-US" sz="4800" dirty="0"/>
              <a:t>Causes/costs of congestion: scenario 2</a:t>
            </a:r>
            <a:endParaRPr lang="en-US" sz="4400" b="0" dirty="0"/>
          </a:p>
        </p:txBody>
      </p:sp>
      <p:sp>
        <p:nvSpPr>
          <p:cNvPr id="229" name="Rectangle 235">
            <a:extLst>
              <a:ext uri="{FF2B5EF4-FFF2-40B4-BE49-F238E27FC236}">
                <a16:creationId xmlns:a16="http://schemas.microsoft.com/office/drawing/2014/main" id="{3A9A156B-19A0-8342-AF04-25615D3C763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81250" y="3846513"/>
            <a:ext cx="244475" cy="155575"/>
          </a:xfrm>
          <a:prstGeom prst="rect">
            <a:avLst/>
          </a:prstGeom>
          <a:solidFill>
            <a:srgbClr val="00CC99"/>
          </a:solidFill>
          <a:ln w="9525">
            <a:solidFill>
              <a:srgbClr val="0066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charset="0"/>
              <a:ea typeface="ＭＳ Ｐゴシック" charset="0"/>
              <a:cs typeface="+mn-cs"/>
            </a:endParaRPr>
          </a:p>
        </p:txBody>
      </p:sp>
      <p:sp>
        <p:nvSpPr>
          <p:cNvPr id="230" name="Text Box 236">
            <a:extLst>
              <a:ext uri="{FF2B5EF4-FFF2-40B4-BE49-F238E27FC236}">
                <a16:creationId xmlns:a16="http://schemas.microsoft.com/office/drawing/2014/main" id="{E294DDA8-9BC1-2C4F-AB17-AAF3914D97A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725863" y="4761119"/>
            <a:ext cx="1768475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1" u="none" strike="noStrike" kern="1200" cap="none" spc="0" normalizeH="0" baseline="0" noProof="0" dirty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rPr>
              <a:t>free buffer space!</a:t>
            </a:r>
          </a:p>
        </p:txBody>
      </p:sp>
      <p:sp>
        <p:nvSpPr>
          <p:cNvPr id="231" name="Rectangle 237">
            <a:extLst>
              <a:ext uri="{FF2B5EF4-FFF2-40B4-BE49-F238E27FC236}">
                <a16:creationId xmlns:a16="http://schemas.microsoft.com/office/drawing/2014/main" id="{360D339D-2CD2-AD42-920B-3E6688F7095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81250" y="3844925"/>
            <a:ext cx="244475" cy="155575"/>
          </a:xfrm>
          <a:prstGeom prst="rect">
            <a:avLst/>
          </a:prstGeom>
          <a:solidFill>
            <a:srgbClr val="00CC99"/>
          </a:solidFill>
          <a:ln w="9525">
            <a:solidFill>
              <a:srgbClr val="0066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charset="0"/>
              <a:ea typeface="ＭＳ Ｐゴシック" charset="0"/>
              <a:cs typeface="+mn-cs"/>
            </a:endParaRPr>
          </a:p>
        </p:txBody>
      </p:sp>
      <p:sp>
        <p:nvSpPr>
          <p:cNvPr id="332" name="Rectangle 264">
            <a:extLst>
              <a:ext uri="{FF2B5EF4-FFF2-40B4-BE49-F238E27FC236}">
                <a16:creationId xmlns:a16="http://schemas.microsoft.com/office/drawing/2014/main" id="{BB519C3C-C510-F944-9E31-54655082190E}"/>
              </a:ext>
            </a:extLst>
          </p:cNvPr>
          <p:cNvSpPr txBox="1">
            <a:spLocks noChangeArrowheads="1"/>
          </p:cNvSpPr>
          <p:nvPr/>
        </p:nvSpPr>
        <p:spPr>
          <a:xfrm>
            <a:off x="600313" y="1223059"/>
            <a:ext cx="5915913" cy="2132179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/>
          </a:bodyPr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52425" marR="0" lvl="0" indent="-22225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charset="0"/>
              <a:buNone/>
              <a:tabLst/>
              <a:defRPr/>
            </a:pPr>
            <a:r>
              <a:rPr kumimoji="0" lang="en-US" sz="3000" b="0" i="0" u="none" strike="noStrike" kern="1200" cap="none" spc="0" normalizeH="0" baseline="0" noProof="0" dirty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Idealization: </a:t>
            </a:r>
            <a:r>
              <a:rPr kumimoji="0" lang="en-US" sz="3000" b="0" i="1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some </a:t>
            </a:r>
            <a:r>
              <a:rPr kumimoji="0" lang="en-US" sz="30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perfect knowledge</a:t>
            </a:r>
          </a:p>
          <a:p>
            <a:pPr marL="457200" marR="0" lvl="0" indent="-2159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pitchFamily="2" charset="2"/>
              <a:buChar char="§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packets can be lost (dropped at router) due  to full buffers</a:t>
            </a:r>
          </a:p>
          <a:p>
            <a:pPr marL="457200" marR="0" lvl="0" indent="-2159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pitchFamily="2" charset="2"/>
              <a:buChar char="§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sender knows when packet has been dropped: only resends if packet </a:t>
            </a:r>
            <a:r>
              <a:rPr kumimoji="0" lang="en-US" sz="24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known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to be lost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1126E605-68BC-EB43-9DDC-7055194378DF}"/>
              </a:ext>
            </a:extLst>
          </p:cNvPr>
          <p:cNvGrpSpPr/>
          <p:nvPr/>
        </p:nvGrpSpPr>
        <p:grpSpPr>
          <a:xfrm>
            <a:off x="10039611" y="1993407"/>
            <a:ext cx="1866837" cy="1277498"/>
            <a:chOff x="10039611" y="1800903"/>
            <a:chExt cx="1866837" cy="1277498"/>
          </a:xfrm>
        </p:grpSpPr>
        <p:sp>
          <p:nvSpPr>
            <p:cNvPr id="174" name="Text Box 252">
              <a:extLst>
                <a:ext uri="{FF2B5EF4-FFF2-40B4-BE49-F238E27FC236}">
                  <a16:creationId xmlns:a16="http://schemas.microsoft.com/office/drawing/2014/main" id="{01A1C74C-CAF4-D343-928F-0A92D0818AB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0188717" y="2099672"/>
              <a:ext cx="1717731" cy="97872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ＭＳ Ｐゴシック" charset="0"/>
                  <a:cs typeface="+mn-cs"/>
                </a:rPr>
                <a:t>when sending at R/2, some packets are needed retransmissions</a:t>
              </a:r>
            </a:p>
          </p:txBody>
        </p:sp>
        <p:sp>
          <p:nvSpPr>
            <p:cNvPr id="175" name="Line 253">
              <a:extLst>
                <a:ext uri="{FF2B5EF4-FFF2-40B4-BE49-F238E27FC236}">
                  <a16:creationId xmlns:a16="http://schemas.microsoft.com/office/drawing/2014/main" id="{08A19883-389A-0744-90AC-A2F43EE860AE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10039611" y="1800903"/>
              <a:ext cx="423050" cy="35515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</p:grpSp>
      <p:grpSp>
        <p:nvGrpSpPr>
          <p:cNvPr id="176" name="Group 175">
            <a:extLst>
              <a:ext uri="{FF2B5EF4-FFF2-40B4-BE49-F238E27FC236}">
                <a16:creationId xmlns:a16="http://schemas.microsoft.com/office/drawing/2014/main" id="{926AA148-B0D7-CC4E-9816-B84A671E16CE}"/>
              </a:ext>
            </a:extLst>
          </p:cNvPr>
          <p:cNvGrpSpPr/>
          <p:nvPr/>
        </p:nvGrpSpPr>
        <p:grpSpPr>
          <a:xfrm>
            <a:off x="7361453" y="1392684"/>
            <a:ext cx="3100386" cy="2791471"/>
            <a:chOff x="10662918" y="1488938"/>
            <a:chExt cx="3100386" cy="2791471"/>
          </a:xfrm>
        </p:grpSpPr>
        <p:sp>
          <p:nvSpPr>
            <p:cNvPr id="177" name="Freeform 245">
              <a:extLst>
                <a:ext uri="{FF2B5EF4-FFF2-40B4-BE49-F238E27FC236}">
                  <a16:creationId xmlns:a16="http://schemas.microsoft.com/office/drawing/2014/main" id="{F3B393A3-F432-5143-B5C5-92241ECA3889}"/>
                </a:ext>
              </a:extLst>
            </p:cNvPr>
            <p:cNvSpPr>
              <a:spLocks/>
            </p:cNvSpPr>
            <p:nvPr/>
          </p:nvSpPr>
          <p:spPr bwMode="auto">
            <a:xfrm>
              <a:off x="11260180" y="2035401"/>
              <a:ext cx="2024019" cy="1604948"/>
            </a:xfrm>
            <a:custGeom>
              <a:avLst/>
              <a:gdLst>
                <a:gd name="T0" fmla="*/ 0 w 1636"/>
                <a:gd name="T1" fmla="*/ 955 h 955"/>
                <a:gd name="T2" fmla="*/ 758 w 1636"/>
                <a:gd name="T3" fmla="*/ 246 h 955"/>
                <a:gd name="T4" fmla="*/ 1636 w 1636"/>
                <a:gd name="T5" fmla="*/ 7 h 955"/>
                <a:gd name="T6" fmla="*/ 0 60000 65536"/>
                <a:gd name="T7" fmla="*/ 0 60000 65536"/>
                <a:gd name="T8" fmla="*/ 0 60000 65536"/>
                <a:gd name="connsiteX0" fmla="*/ 0 w 6072"/>
                <a:gd name="connsiteY0" fmla="*/ 8862 h 8862"/>
                <a:gd name="connsiteX1" fmla="*/ 4633 w 6072"/>
                <a:gd name="connsiteY1" fmla="*/ 1438 h 8862"/>
                <a:gd name="connsiteX2" fmla="*/ 6072 w 6072"/>
                <a:gd name="connsiteY2" fmla="*/ 120 h 8862"/>
                <a:gd name="connsiteX0" fmla="*/ 0 w 10000"/>
                <a:gd name="connsiteY0" fmla="*/ 9865 h 9865"/>
                <a:gd name="connsiteX1" fmla="*/ 7630 w 10000"/>
                <a:gd name="connsiteY1" fmla="*/ 1488 h 9865"/>
                <a:gd name="connsiteX2" fmla="*/ 10000 w 10000"/>
                <a:gd name="connsiteY2" fmla="*/ 0 h 9865"/>
                <a:gd name="connsiteX0" fmla="*/ 0 w 10000"/>
                <a:gd name="connsiteY0" fmla="*/ 10000 h 10000"/>
                <a:gd name="connsiteX1" fmla="*/ 7630 w 10000"/>
                <a:gd name="connsiteY1" fmla="*/ 1508 h 10000"/>
                <a:gd name="connsiteX2" fmla="*/ 10000 w 10000"/>
                <a:gd name="connsiteY2" fmla="*/ 0 h 10000"/>
                <a:gd name="connsiteX0" fmla="*/ 0 w 10000"/>
                <a:gd name="connsiteY0" fmla="*/ 10000 h 10000"/>
                <a:gd name="connsiteX1" fmla="*/ 7630 w 10000"/>
                <a:gd name="connsiteY1" fmla="*/ 1508 h 10000"/>
                <a:gd name="connsiteX2" fmla="*/ 10000 w 10000"/>
                <a:gd name="connsiteY2" fmla="*/ 0 h 10000"/>
                <a:gd name="connsiteX0" fmla="*/ 0 w 10000"/>
                <a:gd name="connsiteY0" fmla="*/ 10000 h 10000"/>
                <a:gd name="connsiteX1" fmla="*/ 7630 w 10000"/>
                <a:gd name="connsiteY1" fmla="*/ 1508 h 10000"/>
                <a:gd name="connsiteX2" fmla="*/ 10000 w 10000"/>
                <a:gd name="connsiteY2" fmla="*/ 0 h 10000"/>
                <a:gd name="connsiteX0" fmla="*/ 0 w 10000"/>
                <a:gd name="connsiteY0" fmla="*/ 10000 h 10000"/>
                <a:gd name="connsiteX1" fmla="*/ 7630 w 10000"/>
                <a:gd name="connsiteY1" fmla="*/ 1508 h 10000"/>
                <a:gd name="connsiteX2" fmla="*/ 10000 w 10000"/>
                <a:gd name="connsiteY2" fmla="*/ 0 h 10000"/>
                <a:gd name="connsiteX0" fmla="*/ 0 w 10000"/>
                <a:gd name="connsiteY0" fmla="*/ 10000 h 10000"/>
                <a:gd name="connsiteX1" fmla="*/ 7233 w 10000"/>
                <a:gd name="connsiteY1" fmla="*/ 1532 h 10000"/>
                <a:gd name="connsiteX2" fmla="*/ 10000 w 10000"/>
                <a:gd name="connsiteY2" fmla="*/ 0 h 10000"/>
                <a:gd name="connsiteX0" fmla="*/ 0 w 10000"/>
                <a:gd name="connsiteY0" fmla="*/ 10000 h 10000"/>
                <a:gd name="connsiteX1" fmla="*/ 7233 w 10000"/>
                <a:gd name="connsiteY1" fmla="*/ 1532 h 10000"/>
                <a:gd name="connsiteX2" fmla="*/ 10000 w 10000"/>
                <a:gd name="connsiteY2" fmla="*/ 0 h 10000"/>
                <a:gd name="connsiteX0" fmla="*/ 0 w 10000"/>
                <a:gd name="connsiteY0" fmla="*/ 10000 h 10000"/>
                <a:gd name="connsiteX1" fmla="*/ 7233 w 10000"/>
                <a:gd name="connsiteY1" fmla="*/ 1532 h 10000"/>
                <a:gd name="connsiteX2" fmla="*/ 10000 w 10000"/>
                <a:gd name="connsiteY2" fmla="*/ 0 h 10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0000" h="10000">
                  <a:moveTo>
                    <a:pt x="0" y="10000"/>
                  </a:moveTo>
                  <a:cubicBezTo>
                    <a:pt x="1268" y="8586"/>
                    <a:pt x="-125" y="9688"/>
                    <a:pt x="7233" y="1532"/>
                  </a:cubicBezTo>
                  <a:cubicBezTo>
                    <a:pt x="7865" y="929"/>
                    <a:pt x="8381" y="338"/>
                    <a:pt x="10000" y="0"/>
                  </a:cubicBezTo>
                </a:path>
              </a:pathLst>
            </a:custGeom>
            <a:noFill/>
            <a:ln w="28575" cmpd="sng">
              <a:solidFill>
                <a:srgbClr val="CC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grpSp>
          <p:nvGrpSpPr>
            <p:cNvPr id="178" name="Group 246">
              <a:extLst>
                <a:ext uri="{FF2B5EF4-FFF2-40B4-BE49-F238E27FC236}">
                  <a16:creationId xmlns:a16="http://schemas.microsoft.com/office/drawing/2014/main" id="{AAE2772B-88A3-794C-B173-B78F63EB26A5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2077700" y="3606746"/>
              <a:ext cx="458788" cy="400051"/>
              <a:chOff x="3583" y="1761"/>
              <a:chExt cx="289" cy="252"/>
            </a:xfrm>
          </p:grpSpPr>
          <p:sp>
            <p:nvSpPr>
              <p:cNvPr id="192" name="Text Box 247">
                <a:extLst>
                  <a:ext uri="{FF2B5EF4-FFF2-40B4-BE49-F238E27FC236}">
                    <a16:creationId xmlns:a16="http://schemas.microsoft.com/office/drawing/2014/main" id="{0CD967AF-AE53-0141-B763-822463304CC6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583" y="1761"/>
                <a:ext cx="289" cy="25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1pPr>
                <a:lvl2pPr marL="742950" indent="-285750"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2pPr>
                <a:lvl3pPr marL="1143000" indent="-228600"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3pPr>
                <a:lvl4pPr marL="1600200" indent="-228600"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4pPr>
                <a:lvl5pPr marL="2057400" indent="-228600"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2000" b="0" i="0" u="none" strike="noStrike" kern="1200" cap="none" spc="0" normalizeH="0" baseline="0" noProof="0" dirty="0" err="1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Symbol" charset="0"/>
                    <a:ea typeface="ＭＳ Ｐゴシック" charset="0"/>
                    <a:cs typeface="Arial" charset="0"/>
                  </a:rPr>
                  <a:t>l</a:t>
                </a:r>
                <a:r>
                  <a:rPr kumimoji="0" lang="en-US" sz="2000" b="0" i="0" u="none" strike="noStrike" kern="1200" cap="none" spc="0" normalizeH="0" baseline="-25000" noProof="0" dirty="0" err="1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  <a:cs typeface="Arial" charset="0"/>
                  </a:rPr>
                  <a:t>in</a:t>
                </a:r>
                <a:endParaRPr kumimoji="0" lang="en-US" sz="2000" b="0" i="0" u="none" strike="noStrike" kern="1200" cap="none" spc="0" normalizeH="0" baseline="-2500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Arial" charset="0"/>
                </a:endParaRPr>
              </a:p>
            </p:txBody>
          </p:sp>
          <p:sp>
            <p:nvSpPr>
              <p:cNvPr id="193" name="Line 248">
                <a:extLst>
                  <a:ext uri="{FF2B5EF4-FFF2-40B4-BE49-F238E27FC236}">
                    <a16:creationId xmlns:a16="http://schemas.microsoft.com/office/drawing/2014/main" id="{8D1623B3-54DC-FF40-A9ED-596362BD7E2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3726" y="1834"/>
                <a:ext cx="24" cy="24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endParaRPr>
              </a:p>
            </p:txBody>
          </p:sp>
        </p:grpSp>
        <p:sp>
          <p:nvSpPr>
            <p:cNvPr id="179" name="Line 278">
              <a:extLst>
                <a:ext uri="{FF2B5EF4-FFF2-40B4-BE49-F238E27FC236}">
                  <a16:creationId xmlns:a16="http://schemas.microsoft.com/office/drawing/2014/main" id="{2DAB427C-45D4-6A41-80B1-CB2A86EFD9C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1267134" y="1488938"/>
              <a:ext cx="0" cy="2159048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180" name="Line 280">
              <a:extLst>
                <a:ext uri="{FF2B5EF4-FFF2-40B4-BE49-F238E27FC236}">
                  <a16:creationId xmlns:a16="http://schemas.microsoft.com/office/drawing/2014/main" id="{76DB589D-7977-134C-A4C6-CBB66786BDA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3274022" y="1725252"/>
              <a:ext cx="0" cy="1869027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181" name="Freeform 281">
              <a:extLst>
                <a:ext uri="{FF2B5EF4-FFF2-40B4-BE49-F238E27FC236}">
                  <a16:creationId xmlns:a16="http://schemas.microsoft.com/office/drawing/2014/main" id="{4582F97F-DEC6-1042-84F8-230A0E725038}"/>
                </a:ext>
              </a:extLst>
            </p:cNvPr>
            <p:cNvSpPr>
              <a:spLocks/>
            </p:cNvSpPr>
            <p:nvPr/>
          </p:nvSpPr>
          <p:spPr bwMode="auto">
            <a:xfrm>
              <a:off x="11255891" y="1666173"/>
              <a:ext cx="2023753" cy="1965701"/>
            </a:xfrm>
            <a:custGeom>
              <a:avLst/>
              <a:gdLst>
                <a:gd name="T0" fmla="*/ 0 w 720"/>
                <a:gd name="T1" fmla="*/ 732 h 732"/>
                <a:gd name="T2" fmla="*/ 720 w 720"/>
                <a:gd name="T3" fmla="*/ 0 h 732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720" h="732">
                  <a:moveTo>
                    <a:pt x="0" y="732"/>
                  </a:moveTo>
                  <a:lnTo>
                    <a:pt x="720" y="0"/>
                  </a:lnTo>
                </a:path>
              </a:pathLst>
            </a:custGeom>
            <a:noFill/>
            <a:ln w="28575" cap="flat" cmpd="sng">
              <a:solidFill>
                <a:schemeClr val="tx1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82" name="Line 282">
              <a:extLst>
                <a:ext uri="{FF2B5EF4-FFF2-40B4-BE49-F238E27FC236}">
                  <a16:creationId xmlns:a16="http://schemas.microsoft.com/office/drawing/2014/main" id="{E27607A2-A55D-1E4E-A7DC-D02F627E862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1120974" y="1666173"/>
              <a:ext cx="140538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183" name="Line 283">
              <a:extLst>
                <a:ext uri="{FF2B5EF4-FFF2-40B4-BE49-F238E27FC236}">
                  <a16:creationId xmlns:a16="http://schemas.microsoft.com/office/drawing/2014/main" id="{8DD37E8C-1915-D049-AB47-171918ED155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3268401" y="3647986"/>
              <a:ext cx="0" cy="155752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184" name="Text Box 284">
              <a:extLst>
                <a:ext uri="{FF2B5EF4-FFF2-40B4-BE49-F238E27FC236}">
                  <a16:creationId xmlns:a16="http://schemas.microsoft.com/office/drawing/2014/main" id="{373B57A0-6A99-7640-8562-A14FEDE2B5C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0662918" y="1491652"/>
              <a:ext cx="815123" cy="51559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rPr>
                <a:t>R/2</a:t>
              </a:r>
            </a:p>
          </p:txBody>
        </p:sp>
        <p:sp>
          <p:nvSpPr>
            <p:cNvPr id="185" name="Text Box 286">
              <a:extLst>
                <a:ext uri="{FF2B5EF4-FFF2-40B4-BE49-F238E27FC236}">
                  <a16:creationId xmlns:a16="http://schemas.microsoft.com/office/drawing/2014/main" id="{A39B50BF-5EFF-0045-ADB3-B4F28E92E69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 rot="16200000">
              <a:off x="10693131" y="1620961"/>
              <a:ext cx="937199" cy="7026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Symbol" charset="0"/>
                  <a:ea typeface="ＭＳ Ｐゴシック" charset="0"/>
                  <a:cs typeface="+mn-cs"/>
                </a:rPr>
                <a:t>l</a:t>
              </a:r>
              <a:r>
                <a:rPr kumimoji="0" lang="en-US" sz="2000" b="0" i="0" u="none" strike="noStrike" kern="1200" cap="none" spc="0" normalizeH="0" baseline="-2500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+mn-cs"/>
                </a:rPr>
                <a:t>out</a:t>
              </a:r>
            </a:p>
          </p:txBody>
        </p:sp>
        <p:sp>
          <p:nvSpPr>
            <p:cNvPr id="186" name="Line 288">
              <a:extLst>
                <a:ext uri="{FF2B5EF4-FFF2-40B4-BE49-F238E27FC236}">
                  <a16:creationId xmlns:a16="http://schemas.microsoft.com/office/drawing/2014/main" id="{55EB893A-4478-7D4E-A2A8-A5437DE0CEF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1300864" y="1668859"/>
              <a:ext cx="1841053" cy="0"/>
            </a:xfrm>
            <a:prstGeom prst="line">
              <a:avLst/>
            </a:prstGeom>
            <a:noFill/>
            <a:ln w="12700">
              <a:solidFill>
                <a:schemeClr val="bg1">
                  <a:lumMod val="75000"/>
                </a:schemeClr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cxnSp>
          <p:nvCxnSpPr>
            <p:cNvPr id="187" name="Straight Connector 186">
              <a:extLst>
                <a:ext uri="{FF2B5EF4-FFF2-40B4-BE49-F238E27FC236}">
                  <a16:creationId xmlns:a16="http://schemas.microsoft.com/office/drawing/2014/main" id="{0D3A43B7-67EB-8149-8177-63ACBDAC09D3}"/>
                </a:ext>
              </a:extLst>
            </p:cNvPr>
            <p:cNvCxnSpPr>
              <a:cxnSpLocks/>
            </p:cNvCxnSpPr>
            <p:nvPr/>
          </p:nvCxnSpPr>
          <p:spPr>
            <a:xfrm>
              <a:off x="11277601" y="3626318"/>
              <a:ext cx="2165684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88" name="TextBox 187">
              <a:extLst>
                <a:ext uri="{FF2B5EF4-FFF2-40B4-BE49-F238E27FC236}">
                  <a16:creationId xmlns:a16="http://schemas.microsoft.com/office/drawing/2014/main" id="{8C6ED6D6-A137-9B42-BF4F-C72EBCC66029}"/>
                </a:ext>
              </a:extLst>
            </p:cNvPr>
            <p:cNvSpPr txBox="1"/>
            <p:nvPr/>
          </p:nvSpPr>
          <p:spPr>
            <a:xfrm rot="16200000">
              <a:off x="10440763" y="2708058"/>
              <a:ext cx="1234505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throughput: </a:t>
              </a:r>
            </a:p>
          </p:txBody>
        </p:sp>
        <p:sp>
          <p:nvSpPr>
            <p:cNvPr id="189" name="Oval 188">
              <a:extLst>
                <a:ext uri="{FF2B5EF4-FFF2-40B4-BE49-F238E27FC236}">
                  <a16:creationId xmlns:a16="http://schemas.microsoft.com/office/drawing/2014/main" id="{A51FB1CF-649B-CC49-BACE-97B8B3CDE942}"/>
                </a:ext>
              </a:extLst>
            </p:cNvPr>
            <p:cNvSpPr/>
            <p:nvPr/>
          </p:nvSpPr>
          <p:spPr>
            <a:xfrm>
              <a:off x="13195300" y="1625600"/>
              <a:ext cx="127000" cy="12700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90" name="Text Box 285">
              <a:extLst>
                <a:ext uri="{FF2B5EF4-FFF2-40B4-BE49-F238E27FC236}">
                  <a16:creationId xmlns:a16="http://schemas.microsoft.com/office/drawing/2014/main" id="{C633E812-6FC0-C24F-B90C-3885051F03C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2948181" y="3764815"/>
              <a:ext cx="815123" cy="51559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rPr>
                <a:t>R/2</a:t>
              </a:r>
            </a:p>
          </p:txBody>
        </p:sp>
        <p:sp>
          <p:nvSpPr>
            <p:cNvPr id="191" name="Oval 190">
              <a:extLst>
                <a:ext uri="{FF2B5EF4-FFF2-40B4-BE49-F238E27FC236}">
                  <a16:creationId xmlns:a16="http://schemas.microsoft.com/office/drawing/2014/main" id="{DB7FD550-F812-2E40-88E3-303D39E6D2EA}"/>
                </a:ext>
              </a:extLst>
            </p:cNvPr>
            <p:cNvSpPr/>
            <p:nvPr/>
          </p:nvSpPr>
          <p:spPr>
            <a:xfrm>
              <a:off x="13213792" y="1978681"/>
              <a:ext cx="127000" cy="1270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94" name="Line 288">
              <a:extLst>
                <a:ext uri="{FF2B5EF4-FFF2-40B4-BE49-F238E27FC236}">
                  <a16:creationId xmlns:a16="http://schemas.microsoft.com/office/drawing/2014/main" id="{D53B1774-03D5-BD4B-9BCD-E50D15DB4A0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1261558" y="2061890"/>
              <a:ext cx="1975007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</p:grpSp>
      <p:sp>
        <p:nvSpPr>
          <p:cNvPr id="10" name="Oval 9">
            <a:extLst>
              <a:ext uri="{FF2B5EF4-FFF2-40B4-BE49-F238E27FC236}">
                <a16:creationId xmlns:a16="http://schemas.microsoft.com/office/drawing/2014/main" id="{9628093C-FFB3-054E-B64A-1E3835241090}"/>
              </a:ext>
            </a:extLst>
          </p:cNvPr>
          <p:cNvSpPr/>
          <p:nvPr/>
        </p:nvSpPr>
        <p:spPr>
          <a:xfrm rot="19191287">
            <a:off x="7883091" y="2781701"/>
            <a:ext cx="1203158" cy="529390"/>
          </a:xfrm>
          <a:prstGeom prst="ellipse">
            <a:avLst/>
          </a:prstGeom>
          <a:noFill/>
          <a:ln w="25400">
            <a:solidFill>
              <a:srgbClr val="0013A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1B6200A7-EAB4-A446-B925-6AAC42752BAA}"/>
              </a:ext>
            </a:extLst>
          </p:cNvPr>
          <p:cNvSpPr/>
          <p:nvPr/>
        </p:nvSpPr>
        <p:spPr>
          <a:xfrm>
            <a:off x="9577137" y="1414913"/>
            <a:ext cx="866274" cy="866274"/>
          </a:xfrm>
          <a:prstGeom prst="ellipse">
            <a:avLst/>
          </a:prstGeom>
          <a:noFill/>
          <a:ln w="28575">
            <a:solidFill>
              <a:srgbClr val="0013A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D654E839-2366-974D-AA53-9D5D4AA79583}"/>
              </a:ext>
            </a:extLst>
          </p:cNvPr>
          <p:cNvGrpSpPr/>
          <p:nvPr/>
        </p:nvGrpSpPr>
        <p:grpSpPr>
          <a:xfrm>
            <a:off x="10048776" y="1568677"/>
            <a:ext cx="1915427" cy="480131"/>
            <a:chOff x="10048776" y="1376173"/>
            <a:chExt cx="1915427" cy="480131"/>
          </a:xfrm>
          <a:solidFill>
            <a:schemeClr val="bg1"/>
          </a:solidFill>
        </p:grpSpPr>
        <p:sp>
          <p:nvSpPr>
            <p:cNvPr id="7" name="Right Brace 6">
              <a:extLst>
                <a:ext uri="{FF2B5EF4-FFF2-40B4-BE49-F238E27FC236}">
                  <a16:creationId xmlns:a16="http://schemas.microsoft.com/office/drawing/2014/main" id="{0A993798-9407-6A45-8986-FB364E5661F1}"/>
                </a:ext>
              </a:extLst>
            </p:cNvPr>
            <p:cNvSpPr/>
            <p:nvPr/>
          </p:nvSpPr>
          <p:spPr>
            <a:xfrm>
              <a:off x="10048776" y="1414914"/>
              <a:ext cx="144379" cy="336885"/>
            </a:xfrm>
            <a:prstGeom prst="rightBrace">
              <a:avLst/>
            </a:prstGeom>
            <a:grpFill/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96" name="Text Box 252">
              <a:extLst>
                <a:ext uri="{FF2B5EF4-FFF2-40B4-BE49-F238E27FC236}">
                  <a16:creationId xmlns:a16="http://schemas.microsoft.com/office/drawing/2014/main" id="{90EEE6E2-B3F9-6740-9FCA-2CF9A84F874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0148612" y="1376173"/>
              <a:ext cx="1815591" cy="480131"/>
            </a:xfrm>
            <a:prstGeom prst="rect">
              <a:avLst/>
            </a:prstGeom>
            <a:grp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ＭＳ Ｐゴシック" charset="0"/>
                  <a:cs typeface="+mn-cs"/>
                </a:rPr>
                <a:t>“wasted” capacity due to retransmissions</a:t>
              </a:r>
            </a:p>
          </p:txBody>
        </p:sp>
      </p:grpSp>
      <p:sp>
        <p:nvSpPr>
          <p:cNvPr id="195" name="Slide Number Placeholder 2">
            <a:extLst>
              <a:ext uri="{FF2B5EF4-FFF2-40B4-BE49-F238E27FC236}">
                <a16:creationId xmlns:a16="http://schemas.microsoft.com/office/drawing/2014/main" id="{D20A324A-9052-8641-896E-6CAFE67008A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19616" y="6443089"/>
            <a:ext cx="2743200" cy="365125"/>
          </a:xfrm>
        </p:spPr>
        <p:txBody>
          <a:bodyPr/>
          <a:lstStyle/>
          <a:p>
            <a:r>
              <a:rPr lang="en-US" dirty="0"/>
              <a:t>Transport Layer: 3-</a:t>
            </a:r>
            <a:fld id="{C4204591-24BD-A542-B9D5-F8D8A88D2FEE}" type="slidenum">
              <a:rPr lang="en-US" smtClean="0"/>
              <a:pPr/>
              <a:t>23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495258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1.45833E-6 -2.22222E-6 L 0.02383 -2.22222E-6 L 0.02383 0.14584 L 0.08542 0.14584 L 0.05716 0.20625 L 0.16237 0.20625 " pathEditMode="relative" rAng="0" ptsTypes="AAAAAA">
                                      <p:cBhvr>
                                        <p:cTn id="6" dur="2000" fill="hold"/>
                                        <p:tgtEl>
                                          <p:spTgt spid="22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8112" y="10301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2000"/>
                            </p:stCondLst>
                            <p:childTnLst>
                              <p:par>
                                <p:cTn id="8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2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2500"/>
                            </p:stCondLst>
                            <p:childTnLst>
                              <p:par>
                                <p:cTn id="12" presetID="0" presetClass="path" presetSubtype="0" accel="50000" decel="5000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16237 0.20625 L 0.19492 0.20648 " pathEditMode="relative" rAng="0" ptsTypes="AA">
                                      <p:cBhvr>
                                        <p:cTn id="13" dur="3000" fill="hold"/>
                                        <p:tgtEl>
                                          <p:spTgt spid="22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628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5500"/>
                            </p:stCondLst>
                            <p:childTnLst>
                              <p:par>
                                <p:cTn id="15" presetID="9" presetClass="exit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16" dur="500"/>
                                        <p:tgtEl>
                                          <p:spTgt spid="23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6000"/>
                            </p:stCondLst>
                            <p:childTnLst>
                              <p:par>
                                <p:cTn id="19" presetID="0" presetClass="path" presetSubtype="0" accel="50000" decel="50000" fill="hold" grpId="2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20625 0.20648 L 0.25221 0.20648 L 0.29661 0.11597 L 0.35755 0.12084 L 0.35755 -0.01111 " pathEditMode="relative" rAng="0" ptsTypes="AAAAA">
                                      <p:cBhvr>
                                        <p:cTn id="20" dur="2000" fill="hold"/>
                                        <p:tgtEl>
                                          <p:spTgt spid="22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7565" y="-1088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8000"/>
                            </p:stCondLst>
                            <p:childTnLst>
                              <p:par>
                                <p:cTn id="22" presetID="9" presetClass="exit" presetSubtype="0" fill="hold" grpId="3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23" dur="500"/>
                                        <p:tgtEl>
                                          <p:spTgt spid="22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9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26" dur="500"/>
                                        <p:tgtEl>
                                          <p:spTgt spid="23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2" dur="500"/>
                                        <p:tgtEl>
                                          <p:spTgt spid="1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9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44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9" grpId="0" animBg="1"/>
      <p:bldP spid="229" grpId="1" animBg="1"/>
      <p:bldP spid="229" grpId="2" animBg="1"/>
      <p:bldP spid="229" grpId="3" animBg="1"/>
      <p:bldP spid="230" grpId="0"/>
      <p:bldP spid="231" grpId="0" animBg="1"/>
      <p:bldP spid="10" grpId="0" animBg="1"/>
      <p:bldP spid="10" grpId="1" animBg="1"/>
      <p:bldP spid="11" grpId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6" name="Freeform 3">
            <a:extLst>
              <a:ext uri="{FF2B5EF4-FFF2-40B4-BE49-F238E27FC236}">
                <a16:creationId xmlns:a16="http://schemas.microsoft.com/office/drawing/2014/main" id="{F3DAD8A0-663C-1646-8A3A-A562D7F6543A}"/>
              </a:ext>
            </a:extLst>
          </p:cNvPr>
          <p:cNvSpPr>
            <a:spLocks/>
          </p:cNvSpPr>
          <p:nvPr/>
        </p:nvSpPr>
        <p:spPr bwMode="auto">
          <a:xfrm>
            <a:off x="6946976" y="5009814"/>
            <a:ext cx="308091" cy="1217281"/>
          </a:xfrm>
          <a:custGeom>
            <a:avLst/>
            <a:gdLst>
              <a:gd name="T0" fmla="*/ 2147483647 w 366"/>
              <a:gd name="T1" fmla="*/ 2147483647 h 1284"/>
              <a:gd name="T2" fmla="*/ 2147483647 w 366"/>
              <a:gd name="T3" fmla="*/ 0 h 1284"/>
              <a:gd name="T4" fmla="*/ 0 w 366"/>
              <a:gd name="T5" fmla="*/ 2147483647 h 1284"/>
              <a:gd name="T6" fmla="*/ 2147483647 w 366"/>
              <a:gd name="T7" fmla="*/ 2147483647 h 1284"/>
              <a:gd name="T8" fmla="*/ 2147483647 w 366"/>
              <a:gd name="T9" fmla="*/ 2147483647 h 1284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366" h="1284">
                <a:moveTo>
                  <a:pt x="366" y="1278"/>
                </a:moveTo>
                <a:lnTo>
                  <a:pt x="12" y="0"/>
                </a:lnTo>
                <a:lnTo>
                  <a:pt x="0" y="1224"/>
                </a:lnTo>
                <a:lnTo>
                  <a:pt x="186" y="1284"/>
                </a:lnTo>
                <a:lnTo>
                  <a:pt x="366" y="1278"/>
                </a:lnTo>
                <a:close/>
              </a:path>
            </a:pathLst>
          </a:custGeom>
          <a:gradFill rotWithShape="1">
            <a:gsLst>
              <a:gs pos="0">
                <a:srgbClr val="B2B2B2"/>
              </a:gs>
              <a:gs pos="100000">
                <a:srgbClr val="FFFFFF"/>
              </a:gs>
            </a:gsLst>
            <a:lin ang="0" scaled="1"/>
          </a:gradFill>
          <a:ln w="9525">
            <a:solidFill>
              <a:srgbClr val="DDDDDD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grpSp>
        <p:nvGrpSpPr>
          <p:cNvPr id="491" name="Group 490">
            <a:extLst>
              <a:ext uri="{FF2B5EF4-FFF2-40B4-BE49-F238E27FC236}">
                <a16:creationId xmlns:a16="http://schemas.microsoft.com/office/drawing/2014/main" id="{83BB7D95-FCAE-9B42-AEAB-D8E35C89434F}"/>
              </a:ext>
            </a:extLst>
          </p:cNvPr>
          <p:cNvGrpSpPr/>
          <p:nvPr/>
        </p:nvGrpSpPr>
        <p:grpSpPr>
          <a:xfrm>
            <a:off x="6249435" y="5024056"/>
            <a:ext cx="720732" cy="1182930"/>
            <a:chOff x="10910965" y="2513124"/>
            <a:chExt cx="586768" cy="904023"/>
          </a:xfrm>
        </p:grpSpPr>
        <p:sp>
          <p:nvSpPr>
            <p:cNvPr id="492" name="Rectangle 491">
              <a:extLst>
                <a:ext uri="{FF2B5EF4-FFF2-40B4-BE49-F238E27FC236}">
                  <a16:creationId xmlns:a16="http://schemas.microsoft.com/office/drawing/2014/main" id="{B166A895-5BC9-2648-8A56-D2E710C6B544}"/>
                </a:ext>
              </a:extLst>
            </p:cNvPr>
            <p:cNvSpPr/>
            <p:nvPr/>
          </p:nvSpPr>
          <p:spPr>
            <a:xfrm>
              <a:off x="10916736" y="2513124"/>
              <a:ext cx="574264" cy="904023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</a:ln>
            <a:effectLst>
              <a:outerShdw blurRad="50800" dist="38100" dir="2700000" algn="tl" rotWithShape="0">
                <a:schemeClr val="tx1">
                  <a:alpha val="4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cxnSp>
          <p:nvCxnSpPr>
            <p:cNvPr id="493" name="Straight Connector 492">
              <a:extLst>
                <a:ext uri="{FF2B5EF4-FFF2-40B4-BE49-F238E27FC236}">
                  <a16:creationId xmlns:a16="http://schemas.microsoft.com/office/drawing/2014/main" id="{1E312B60-1C4E-AD4B-8C4A-4F2EEF657244}"/>
                </a:ext>
              </a:extLst>
            </p:cNvPr>
            <p:cNvCxnSpPr/>
            <p:nvPr/>
          </p:nvCxnSpPr>
          <p:spPr>
            <a:xfrm>
              <a:off x="10910965" y="2696064"/>
              <a:ext cx="574264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4" name="Straight Connector 493">
              <a:extLst>
                <a:ext uri="{FF2B5EF4-FFF2-40B4-BE49-F238E27FC236}">
                  <a16:creationId xmlns:a16="http://schemas.microsoft.com/office/drawing/2014/main" id="{32EBA421-617D-FD48-A968-2D26C923E03D}"/>
                </a:ext>
              </a:extLst>
            </p:cNvPr>
            <p:cNvCxnSpPr/>
            <p:nvPr/>
          </p:nvCxnSpPr>
          <p:spPr>
            <a:xfrm>
              <a:off x="10914332" y="2881753"/>
              <a:ext cx="574264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5" name="Straight Connector 494">
              <a:extLst>
                <a:ext uri="{FF2B5EF4-FFF2-40B4-BE49-F238E27FC236}">
                  <a16:creationId xmlns:a16="http://schemas.microsoft.com/office/drawing/2014/main" id="{A91341A0-C7EC-F148-816F-EABD49A6B590}"/>
                </a:ext>
              </a:extLst>
            </p:cNvPr>
            <p:cNvCxnSpPr/>
            <p:nvPr/>
          </p:nvCxnSpPr>
          <p:spPr>
            <a:xfrm>
              <a:off x="10923469" y="3064677"/>
              <a:ext cx="574264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6" name="Straight Connector 495">
              <a:extLst>
                <a:ext uri="{FF2B5EF4-FFF2-40B4-BE49-F238E27FC236}">
                  <a16:creationId xmlns:a16="http://schemas.microsoft.com/office/drawing/2014/main" id="{D95EE473-EC8C-B946-A371-E70E0010B345}"/>
                </a:ext>
              </a:extLst>
            </p:cNvPr>
            <p:cNvCxnSpPr/>
            <p:nvPr/>
          </p:nvCxnSpPr>
          <p:spPr>
            <a:xfrm>
              <a:off x="10915293" y="3242073"/>
              <a:ext cx="574264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74" name="Freeform 9">
            <a:extLst>
              <a:ext uri="{FF2B5EF4-FFF2-40B4-BE49-F238E27FC236}">
                <a16:creationId xmlns:a16="http://schemas.microsoft.com/office/drawing/2014/main" id="{7BC539C4-03E2-6040-9EE4-38A67D76BDD0}"/>
              </a:ext>
            </a:extLst>
          </p:cNvPr>
          <p:cNvSpPr>
            <a:spLocks/>
          </p:cNvSpPr>
          <p:nvPr/>
        </p:nvSpPr>
        <p:spPr bwMode="auto">
          <a:xfrm flipH="1">
            <a:off x="1844721" y="3515638"/>
            <a:ext cx="528348" cy="1178279"/>
          </a:xfrm>
          <a:custGeom>
            <a:avLst/>
            <a:gdLst>
              <a:gd name="T0" fmla="*/ 2147483647 w 366"/>
              <a:gd name="T1" fmla="*/ 2147483647 h 1284"/>
              <a:gd name="T2" fmla="*/ 2147483647 w 366"/>
              <a:gd name="T3" fmla="*/ 0 h 1284"/>
              <a:gd name="T4" fmla="*/ 0 w 366"/>
              <a:gd name="T5" fmla="*/ 2147483647 h 1284"/>
              <a:gd name="T6" fmla="*/ 2147483647 w 366"/>
              <a:gd name="T7" fmla="*/ 2147483647 h 1284"/>
              <a:gd name="T8" fmla="*/ 2147483647 w 366"/>
              <a:gd name="T9" fmla="*/ 2147483647 h 1284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connsiteX0" fmla="*/ 10401 w 10401"/>
              <a:gd name="connsiteY0" fmla="*/ 9412 h 9459"/>
              <a:gd name="connsiteX1" fmla="*/ 0 w 10401"/>
              <a:gd name="connsiteY1" fmla="*/ 0 h 9459"/>
              <a:gd name="connsiteX2" fmla="*/ 401 w 10401"/>
              <a:gd name="connsiteY2" fmla="*/ 8992 h 9459"/>
              <a:gd name="connsiteX3" fmla="*/ 5483 w 10401"/>
              <a:gd name="connsiteY3" fmla="*/ 9459 h 9459"/>
              <a:gd name="connsiteX4" fmla="*/ 10401 w 10401"/>
              <a:gd name="connsiteY4" fmla="*/ 9412 h 9459"/>
              <a:gd name="connsiteX0" fmla="*/ 14206 w 14206"/>
              <a:gd name="connsiteY0" fmla="*/ 3611 h 10000"/>
              <a:gd name="connsiteX1" fmla="*/ 0 w 14206"/>
              <a:gd name="connsiteY1" fmla="*/ 0 h 10000"/>
              <a:gd name="connsiteX2" fmla="*/ 386 w 14206"/>
              <a:gd name="connsiteY2" fmla="*/ 9506 h 10000"/>
              <a:gd name="connsiteX3" fmla="*/ 5272 w 14206"/>
              <a:gd name="connsiteY3" fmla="*/ 10000 h 10000"/>
              <a:gd name="connsiteX4" fmla="*/ 14206 w 14206"/>
              <a:gd name="connsiteY4" fmla="*/ 3611 h 10000"/>
              <a:gd name="connsiteX0" fmla="*/ 14206 w 16488"/>
              <a:gd name="connsiteY0" fmla="*/ 3611 h 9506"/>
              <a:gd name="connsiteX1" fmla="*/ 0 w 16488"/>
              <a:gd name="connsiteY1" fmla="*/ 0 h 9506"/>
              <a:gd name="connsiteX2" fmla="*/ 386 w 16488"/>
              <a:gd name="connsiteY2" fmla="*/ 9506 h 9506"/>
              <a:gd name="connsiteX3" fmla="*/ 16488 w 16488"/>
              <a:gd name="connsiteY3" fmla="*/ 6207 h 9506"/>
              <a:gd name="connsiteX4" fmla="*/ 14206 w 16488"/>
              <a:gd name="connsiteY4" fmla="*/ 3611 h 9506"/>
              <a:gd name="connsiteX0" fmla="*/ 8616 w 10000"/>
              <a:gd name="connsiteY0" fmla="*/ 3799 h 10765"/>
              <a:gd name="connsiteX1" fmla="*/ 0 w 10000"/>
              <a:gd name="connsiteY1" fmla="*/ 0 h 10765"/>
              <a:gd name="connsiteX2" fmla="*/ 128 w 10000"/>
              <a:gd name="connsiteY2" fmla="*/ 10765 h 10765"/>
              <a:gd name="connsiteX3" fmla="*/ 10000 w 10000"/>
              <a:gd name="connsiteY3" fmla="*/ 6530 h 10765"/>
              <a:gd name="connsiteX4" fmla="*/ 8616 w 10000"/>
              <a:gd name="connsiteY4" fmla="*/ 3799 h 107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000" h="10765">
                <a:moveTo>
                  <a:pt x="8616" y="3799"/>
                </a:moveTo>
                <a:lnTo>
                  <a:pt x="0" y="0"/>
                </a:lnTo>
                <a:cubicBezTo>
                  <a:pt x="78" y="3333"/>
                  <a:pt x="50" y="7432"/>
                  <a:pt x="128" y="10765"/>
                </a:cubicBezTo>
                <a:lnTo>
                  <a:pt x="10000" y="6530"/>
                </a:lnTo>
                <a:lnTo>
                  <a:pt x="8616" y="3799"/>
                </a:lnTo>
                <a:close/>
              </a:path>
            </a:pathLst>
          </a:custGeom>
          <a:gradFill rotWithShape="1">
            <a:gsLst>
              <a:gs pos="0">
                <a:srgbClr val="B2B2B2"/>
              </a:gs>
              <a:gs pos="100000">
                <a:srgbClr val="FFFFFF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DDDDDD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grpSp>
        <p:nvGrpSpPr>
          <p:cNvPr id="175" name="Group 174">
            <a:extLst>
              <a:ext uri="{FF2B5EF4-FFF2-40B4-BE49-F238E27FC236}">
                <a16:creationId xmlns:a16="http://schemas.microsoft.com/office/drawing/2014/main" id="{4BD209F8-EB2A-9F4F-B363-BC938C5DA835}"/>
              </a:ext>
            </a:extLst>
          </p:cNvPr>
          <p:cNvGrpSpPr/>
          <p:nvPr/>
        </p:nvGrpSpPr>
        <p:grpSpPr>
          <a:xfrm>
            <a:off x="1278678" y="4683698"/>
            <a:ext cx="720732" cy="1182930"/>
            <a:chOff x="10910965" y="2513124"/>
            <a:chExt cx="586768" cy="904023"/>
          </a:xfrm>
        </p:grpSpPr>
        <p:sp>
          <p:nvSpPr>
            <p:cNvPr id="477" name="Rectangle 476">
              <a:extLst>
                <a:ext uri="{FF2B5EF4-FFF2-40B4-BE49-F238E27FC236}">
                  <a16:creationId xmlns:a16="http://schemas.microsoft.com/office/drawing/2014/main" id="{BCE8A729-A73C-F54F-A8A9-3733CC70183B}"/>
                </a:ext>
              </a:extLst>
            </p:cNvPr>
            <p:cNvSpPr/>
            <p:nvPr/>
          </p:nvSpPr>
          <p:spPr>
            <a:xfrm>
              <a:off x="10916736" y="2513124"/>
              <a:ext cx="574264" cy="904023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</a:ln>
            <a:effectLst>
              <a:outerShdw blurRad="50800" dist="38100" dir="2700000" algn="tl" rotWithShape="0">
                <a:schemeClr val="tx1">
                  <a:alpha val="4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cxnSp>
          <p:nvCxnSpPr>
            <p:cNvPr id="478" name="Straight Connector 477">
              <a:extLst>
                <a:ext uri="{FF2B5EF4-FFF2-40B4-BE49-F238E27FC236}">
                  <a16:creationId xmlns:a16="http://schemas.microsoft.com/office/drawing/2014/main" id="{2F48DF19-80E3-7F4A-8454-1BEB4B00E166}"/>
                </a:ext>
              </a:extLst>
            </p:cNvPr>
            <p:cNvCxnSpPr/>
            <p:nvPr/>
          </p:nvCxnSpPr>
          <p:spPr>
            <a:xfrm>
              <a:off x="10910965" y="2696064"/>
              <a:ext cx="574264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9" name="Straight Connector 478">
              <a:extLst>
                <a:ext uri="{FF2B5EF4-FFF2-40B4-BE49-F238E27FC236}">
                  <a16:creationId xmlns:a16="http://schemas.microsoft.com/office/drawing/2014/main" id="{8FA6A88D-F9D7-4145-A917-41C2C7FC12A7}"/>
                </a:ext>
              </a:extLst>
            </p:cNvPr>
            <p:cNvCxnSpPr/>
            <p:nvPr/>
          </p:nvCxnSpPr>
          <p:spPr>
            <a:xfrm>
              <a:off x="10914332" y="2881753"/>
              <a:ext cx="574264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0" name="Straight Connector 479">
              <a:extLst>
                <a:ext uri="{FF2B5EF4-FFF2-40B4-BE49-F238E27FC236}">
                  <a16:creationId xmlns:a16="http://schemas.microsoft.com/office/drawing/2014/main" id="{391498D3-135C-F543-A213-6124B95A870F}"/>
                </a:ext>
              </a:extLst>
            </p:cNvPr>
            <p:cNvCxnSpPr/>
            <p:nvPr/>
          </p:nvCxnSpPr>
          <p:spPr>
            <a:xfrm>
              <a:off x="10923469" y="3064677"/>
              <a:ext cx="574264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1" name="Straight Connector 480">
              <a:extLst>
                <a:ext uri="{FF2B5EF4-FFF2-40B4-BE49-F238E27FC236}">
                  <a16:creationId xmlns:a16="http://schemas.microsoft.com/office/drawing/2014/main" id="{F5B7A06C-468D-E74C-97F5-530BC4315BF6}"/>
                </a:ext>
              </a:extLst>
            </p:cNvPr>
            <p:cNvCxnSpPr/>
            <p:nvPr/>
          </p:nvCxnSpPr>
          <p:spPr>
            <a:xfrm>
              <a:off x="10915293" y="3242073"/>
              <a:ext cx="574264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76" name="Group 175">
            <a:extLst>
              <a:ext uri="{FF2B5EF4-FFF2-40B4-BE49-F238E27FC236}">
                <a16:creationId xmlns:a16="http://schemas.microsoft.com/office/drawing/2014/main" id="{B26A6ED3-2CE4-F243-BD5E-0E3D12D1032C}"/>
              </a:ext>
            </a:extLst>
          </p:cNvPr>
          <p:cNvGrpSpPr/>
          <p:nvPr/>
        </p:nvGrpSpPr>
        <p:grpSpPr>
          <a:xfrm>
            <a:off x="2355044" y="3521091"/>
            <a:ext cx="720732" cy="1182930"/>
            <a:chOff x="10910965" y="2513124"/>
            <a:chExt cx="586768" cy="904023"/>
          </a:xfrm>
        </p:grpSpPr>
        <p:sp>
          <p:nvSpPr>
            <p:cNvPr id="472" name="Rectangle 471">
              <a:extLst>
                <a:ext uri="{FF2B5EF4-FFF2-40B4-BE49-F238E27FC236}">
                  <a16:creationId xmlns:a16="http://schemas.microsoft.com/office/drawing/2014/main" id="{E5732A89-DEC6-C04F-8D35-653ED5A74D0D}"/>
                </a:ext>
              </a:extLst>
            </p:cNvPr>
            <p:cNvSpPr/>
            <p:nvPr/>
          </p:nvSpPr>
          <p:spPr>
            <a:xfrm>
              <a:off x="10916736" y="2513124"/>
              <a:ext cx="574264" cy="904023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</a:ln>
            <a:effectLst>
              <a:outerShdw blurRad="50800" dist="38100" dir="2700000" algn="tl" rotWithShape="0">
                <a:schemeClr val="tx1">
                  <a:alpha val="4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cxnSp>
          <p:nvCxnSpPr>
            <p:cNvPr id="473" name="Straight Connector 472">
              <a:extLst>
                <a:ext uri="{FF2B5EF4-FFF2-40B4-BE49-F238E27FC236}">
                  <a16:creationId xmlns:a16="http://schemas.microsoft.com/office/drawing/2014/main" id="{3BA48241-0809-D749-AA95-E5E0009564B5}"/>
                </a:ext>
              </a:extLst>
            </p:cNvPr>
            <p:cNvCxnSpPr/>
            <p:nvPr/>
          </p:nvCxnSpPr>
          <p:spPr>
            <a:xfrm>
              <a:off x="10910965" y="2696064"/>
              <a:ext cx="574264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4" name="Straight Connector 473">
              <a:extLst>
                <a:ext uri="{FF2B5EF4-FFF2-40B4-BE49-F238E27FC236}">
                  <a16:creationId xmlns:a16="http://schemas.microsoft.com/office/drawing/2014/main" id="{4F914E7F-35B8-B84D-9E03-048E2AC52A84}"/>
                </a:ext>
              </a:extLst>
            </p:cNvPr>
            <p:cNvCxnSpPr/>
            <p:nvPr/>
          </p:nvCxnSpPr>
          <p:spPr>
            <a:xfrm>
              <a:off x="10914332" y="2881753"/>
              <a:ext cx="574264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5" name="Straight Connector 474">
              <a:extLst>
                <a:ext uri="{FF2B5EF4-FFF2-40B4-BE49-F238E27FC236}">
                  <a16:creationId xmlns:a16="http://schemas.microsoft.com/office/drawing/2014/main" id="{F059F7DD-38D6-FB44-928C-D70FCB46C69F}"/>
                </a:ext>
              </a:extLst>
            </p:cNvPr>
            <p:cNvCxnSpPr/>
            <p:nvPr/>
          </p:nvCxnSpPr>
          <p:spPr>
            <a:xfrm>
              <a:off x="10923469" y="3064677"/>
              <a:ext cx="574264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6" name="Straight Connector 475">
              <a:extLst>
                <a:ext uri="{FF2B5EF4-FFF2-40B4-BE49-F238E27FC236}">
                  <a16:creationId xmlns:a16="http://schemas.microsoft.com/office/drawing/2014/main" id="{69780329-E6CC-7B44-AD09-CD529A710094}"/>
                </a:ext>
              </a:extLst>
            </p:cNvPr>
            <p:cNvCxnSpPr/>
            <p:nvPr/>
          </p:nvCxnSpPr>
          <p:spPr>
            <a:xfrm>
              <a:off x="10915293" y="3242073"/>
              <a:ext cx="574264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77" name="Freeform 6">
            <a:extLst>
              <a:ext uri="{FF2B5EF4-FFF2-40B4-BE49-F238E27FC236}">
                <a16:creationId xmlns:a16="http://schemas.microsoft.com/office/drawing/2014/main" id="{0A6B0B41-CE88-A847-BDFD-D4C5406DB4FD}"/>
              </a:ext>
            </a:extLst>
          </p:cNvPr>
          <p:cNvSpPr>
            <a:spLocks/>
          </p:cNvSpPr>
          <p:nvPr/>
        </p:nvSpPr>
        <p:spPr bwMode="auto">
          <a:xfrm>
            <a:off x="7409112" y="3699469"/>
            <a:ext cx="308091" cy="1217281"/>
          </a:xfrm>
          <a:custGeom>
            <a:avLst/>
            <a:gdLst>
              <a:gd name="T0" fmla="*/ 2147483647 w 366"/>
              <a:gd name="T1" fmla="*/ 2147483647 h 1284"/>
              <a:gd name="T2" fmla="*/ 2147483647 w 366"/>
              <a:gd name="T3" fmla="*/ 0 h 1284"/>
              <a:gd name="T4" fmla="*/ 0 w 366"/>
              <a:gd name="T5" fmla="*/ 2147483647 h 1284"/>
              <a:gd name="T6" fmla="*/ 2147483647 w 366"/>
              <a:gd name="T7" fmla="*/ 2147483647 h 1284"/>
              <a:gd name="T8" fmla="*/ 2147483647 w 366"/>
              <a:gd name="T9" fmla="*/ 2147483647 h 1284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366" h="1284">
                <a:moveTo>
                  <a:pt x="366" y="1278"/>
                </a:moveTo>
                <a:lnTo>
                  <a:pt x="12" y="0"/>
                </a:lnTo>
                <a:lnTo>
                  <a:pt x="0" y="1224"/>
                </a:lnTo>
                <a:lnTo>
                  <a:pt x="186" y="1284"/>
                </a:lnTo>
                <a:lnTo>
                  <a:pt x="366" y="1278"/>
                </a:lnTo>
                <a:close/>
              </a:path>
            </a:pathLst>
          </a:custGeom>
          <a:gradFill rotWithShape="1">
            <a:gsLst>
              <a:gs pos="0">
                <a:srgbClr val="B2B2B2"/>
              </a:gs>
              <a:gs pos="100000">
                <a:srgbClr val="FFFFFF"/>
              </a:gs>
            </a:gsLst>
            <a:lin ang="0" scaled="1"/>
          </a:gradFill>
          <a:ln w="9525">
            <a:noFill/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grpSp>
        <p:nvGrpSpPr>
          <p:cNvPr id="187" name="Group 186">
            <a:extLst>
              <a:ext uri="{FF2B5EF4-FFF2-40B4-BE49-F238E27FC236}">
                <a16:creationId xmlns:a16="http://schemas.microsoft.com/office/drawing/2014/main" id="{698728B3-54B3-7348-A92A-D46EBCBE40A7}"/>
              </a:ext>
            </a:extLst>
          </p:cNvPr>
          <p:cNvGrpSpPr/>
          <p:nvPr/>
        </p:nvGrpSpPr>
        <p:grpSpPr>
          <a:xfrm>
            <a:off x="6698918" y="3667889"/>
            <a:ext cx="720732" cy="1182930"/>
            <a:chOff x="10910965" y="2513124"/>
            <a:chExt cx="586768" cy="904023"/>
          </a:xfrm>
        </p:grpSpPr>
        <p:sp>
          <p:nvSpPr>
            <p:cNvPr id="467" name="Rectangle 466">
              <a:extLst>
                <a:ext uri="{FF2B5EF4-FFF2-40B4-BE49-F238E27FC236}">
                  <a16:creationId xmlns:a16="http://schemas.microsoft.com/office/drawing/2014/main" id="{993EFA25-A923-104F-AA7A-D1A0A1DFAF09}"/>
                </a:ext>
              </a:extLst>
            </p:cNvPr>
            <p:cNvSpPr/>
            <p:nvPr/>
          </p:nvSpPr>
          <p:spPr>
            <a:xfrm>
              <a:off x="10916736" y="2513124"/>
              <a:ext cx="574264" cy="904023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</a:ln>
            <a:effectLst>
              <a:outerShdw blurRad="50800" dist="38100" dir="2700000" algn="tl" rotWithShape="0">
                <a:schemeClr val="tx1">
                  <a:alpha val="4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cxnSp>
          <p:nvCxnSpPr>
            <p:cNvPr id="468" name="Straight Connector 467">
              <a:extLst>
                <a:ext uri="{FF2B5EF4-FFF2-40B4-BE49-F238E27FC236}">
                  <a16:creationId xmlns:a16="http://schemas.microsoft.com/office/drawing/2014/main" id="{F9FAACE5-7286-8041-B6C5-31BF3B00BC52}"/>
                </a:ext>
              </a:extLst>
            </p:cNvPr>
            <p:cNvCxnSpPr/>
            <p:nvPr/>
          </p:nvCxnSpPr>
          <p:spPr>
            <a:xfrm>
              <a:off x="10910965" y="2696064"/>
              <a:ext cx="574264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9" name="Straight Connector 468">
              <a:extLst>
                <a:ext uri="{FF2B5EF4-FFF2-40B4-BE49-F238E27FC236}">
                  <a16:creationId xmlns:a16="http://schemas.microsoft.com/office/drawing/2014/main" id="{2B9192CF-4A86-234C-A018-E18B6174B23C}"/>
                </a:ext>
              </a:extLst>
            </p:cNvPr>
            <p:cNvCxnSpPr/>
            <p:nvPr/>
          </p:nvCxnSpPr>
          <p:spPr>
            <a:xfrm>
              <a:off x="10914332" y="2881753"/>
              <a:ext cx="574264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0" name="Straight Connector 469">
              <a:extLst>
                <a:ext uri="{FF2B5EF4-FFF2-40B4-BE49-F238E27FC236}">
                  <a16:creationId xmlns:a16="http://schemas.microsoft.com/office/drawing/2014/main" id="{E51604E2-6668-3C47-9339-A57BD00E151C}"/>
                </a:ext>
              </a:extLst>
            </p:cNvPr>
            <p:cNvCxnSpPr/>
            <p:nvPr/>
          </p:nvCxnSpPr>
          <p:spPr>
            <a:xfrm>
              <a:off x="10923469" y="3064677"/>
              <a:ext cx="574264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1" name="Straight Connector 470">
              <a:extLst>
                <a:ext uri="{FF2B5EF4-FFF2-40B4-BE49-F238E27FC236}">
                  <a16:creationId xmlns:a16="http://schemas.microsoft.com/office/drawing/2014/main" id="{1355E105-F22E-4C4E-B4E5-337CC0AC9628}"/>
                </a:ext>
              </a:extLst>
            </p:cNvPr>
            <p:cNvCxnSpPr/>
            <p:nvPr/>
          </p:nvCxnSpPr>
          <p:spPr>
            <a:xfrm>
              <a:off x="10915293" y="3242073"/>
              <a:ext cx="574264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44" name="Group 343">
            <a:extLst>
              <a:ext uri="{FF2B5EF4-FFF2-40B4-BE49-F238E27FC236}">
                <a16:creationId xmlns:a16="http://schemas.microsoft.com/office/drawing/2014/main" id="{98CAF04A-1334-B348-B035-3A982F9BDEB6}"/>
              </a:ext>
            </a:extLst>
          </p:cNvPr>
          <p:cNvGrpSpPr/>
          <p:nvPr/>
        </p:nvGrpSpPr>
        <p:grpSpPr>
          <a:xfrm>
            <a:off x="3770696" y="5033645"/>
            <a:ext cx="1286871" cy="734927"/>
            <a:chOff x="7493876" y="2774731"/>
            <a:chExt cx="1481958" cy="894622"/>
          </a:xfrm>
        </p:grpSpPr>
        <p:sp>
          <p:nvSpPr>
            <p:cNvPr id="460" name="Freeform 459">
              <a:extLst>
                <a:ext uri="{FF2B5EF4-FFF2-40B4-BE49-F238E27FC236}">
                  <a16:creationId xmlns:a16="http://schemas.microsoft.com/office/drawing/2014/main" id="{1CC3E213-0DED-B141-84EE-4148FCBF9577}"/>
                </a:ext>
              </a:extLst>
            </p:cNvPr>
            <p:cNvSpPr/>
            <p:nvPr/>
          </p:nvSpPr>
          <p:spPr>
            <a:xfrm>
              <a:off x="7493876" y="3084399"/>
              <a:ext cx="1481958" cy="584954"/>
            </a:xfrm>
            <a:custGeom>
              <a:avLst/>
              <a:gdLst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76538 w 8176538"/>
                <a:gd name="connsiteY0" fmla="*/ 0 h 2638097"/>
                <a:gd name="connsiteX1" fmla="*/ 8176538 w 8176538"/>
                <a:gd name="connsiteY1" fmla="*/ 1271752 h 2638097"/>
                <a:gd name="connsiteX2" fmla="*/ 4088015 w 8176538"/>
                <a:gd name="connsiteY2" fmla="*/ 2638097 h 2638097"/>
                <a:gd name="connsiteX3" fmla="*/ 0 w 8176538"/>
                <a:gd name="connsiteY3" fmla="*/ 1269888 h 2638097"/>
                <a:gd name="connsiteX4" fmla="*/ 20511 w 8176538"/>
                <a:gd name="connsiteY4" fmla="*/ 147145 h 2638097"/>
                <a:gd name="connsiteX5" fmla="*/ 4088015 w 8176538"/>
                <a:gd name="connsiteY5" fmla="*/ 1566042 h 2638097"/>
                <a:gd name="connsiteX6" fmla="*/ 8176538 w 8176538"/>
                <a:gd name="connsiteY6" fmla="*/ 0 h 2638097"/>
                <a:gd name="connsiteX0" fmla="*/ 8176538 w 8176538"/>
                <a:gd name="connsiteY0" fmla="*/ 0 h 2772020"/>
                <a:gd name="connsiteX1" fmla="*/ 8176538 w 8176538"/>
                <a:gd name="connsiteY1" fmla="*/ 1271752 h 2772020"/>
                <a:gd name="connsiteX2" fmla="*/ 4099034 w 8176538"/>
                <a:gd name="connsiteY2" fmla="*/ 2772020 h 2772020"/>
                <a:gd name="connsiteX3" fmla="*/ 0 w 8176538"/>
                <a:gd name="connsiteY3" fmla="*/ 1269888 h 2772020"/>
                <a:gd name="connsiteX4" fmla="*/ 20511 w 8176538"/>
                <a:gd name="connsiteY4" fmla="*/ 147145 h 2772020"/>
                <a:gd name="connsiteX5" fmla="*/ 4088015 w 8176538"/>
                <a:gd name="connsiteY5" fmla="*/ 1566042 h 2772020"/>
                <a:gd name="connsiteX6" fmla="*/ 8176538 w 8176538"/>
                <a:gd name="connsiteY6" fmla="*/ 0 h 2772020"/>
                <a:gd name="connsiteX0" fmla="*/ 8176538 w 8176538"/>
                <a:gd name="connsiteY0" fmla="*/ 0 h 2772339"/>
                <a:gd name="connsiteX1" fmla="*/ 8176538 w 8176538"/>
                <a:gd name="connsiteY1" fmla="*/ 1378890 h 2772339"/>
                <a:gd name="connsiteX2" fmla="*/ 4099034 w 8176538"/>
                <a:gd name="connsiteY2" fmla="*/ 2772020 h 2772339"/>
                <a:gd name="connsiteX3" fmla="*/ 0 w 8176538"/>
                <a:gd name="connsiteY3" fmla="*/ 1269888 h 2772339"/>
                <a:gd name="connsiteX4" fmla="*/ 20511 w 8176538"/>
                <a:gd name="connsiteY4" fmla="*/ 147145 h 2772339"/>
                <a:gd name="connsiteX5" fmla="*/ 4088015 w 8176538"/>
                <a:gd name="connsiteY5" fmla="*/ 1566042 h 2772339"/>
                <a:gd name="connsiteX6" fmla="*/ 8176538 w 8176538"/>
                <a:gd name="connsiteY6" fmla="*/ 0 h 2772339"/>
                <a:gd name="connsiteX0" fmla="*/ 8176538 w 8176538"/>
                <a:gd name="connsiteY0" fmla="*/ 0 h 2825888"/>
                <a:gd name="connsiteX1" fmla="*/ 8176538 w 8176538"/>
                <a:gd name="connsiteY1" fmla="*/ 1378890 h 2825888"/>
                <a:gd name="connsiteX2" fmla="*/ 4099034 w 8176538"/>
                <a:gd name="connsiteY2" fmla="*/ 2825590 h 2825888"/>
                <a:gd name="connsiteX3" fmla="*/ 0 w 8176538"/>
                <a:gd name="connsiteY3" fmla="*/ 1269888 h 2825888"/>
                <a:gd name="connsiteX4" fmla="*/ 20511 w 8176538"/>
                <a:gd name="connsiteY4" fmla="*/ 147145 h 2825888"/>
                <a:gd name="connsiteX5" fmla="*/ 4088015 w 8176538"/>
                <a:gd name="connsiteY5" fmla="*/ 1566042 h 2825888"/>
                <a:gd name="connsiteX6" fmla="*/ 8176538 w 8176538"/>
                <a:gd name="connsiteY6" fmla="*/ 0 h 2825888"/>
                <a:gd name="connsiteX0" fmla="*/ 8165518 w 8165518"/>
                <a:gd name="connsiteY0" fmla="*/ 0 h 2825606"/>
                <a:gd name="connsiteX1" fmla="*/ 8165518 w 8165518"/>
                <a:gd name="connsiteY1" fmla="*/ 1378890 h 2825606"/>
                <a:gd name="connsiteX2" fmla="*/ 4088014 w 8165518"/>
                <a:gd name="connsiteY2" fmla="*/ 2825590 h 2825606"/>
                <a:gd name="connsiteX3" fmla="*/ 0 w 8165518"/>
                <a:gd name="connsiteY3" fmla="*/ 1403811 h 2825606"/>
                <a:gd name="connsiteX4" fmla="*/ 9491 w 8165518"/>
                <a:gd name="connsiteY4" fmla="*/ 147145 h 2825606"/>
                <a:gd name="connsiteX5" fmla="*/ 4076995 w 8165518"/>
                <a:gd name="connsiteY5" fmla="*/ 1566042 h 2825606"/>
                <a:gd name="connsiteX6" fmla="*/ 8165518 w 8165518"/>
                <a:gd name="connsiteY6" fmla="*/ 0 h 2825606"/>
                <a:gd name="connsiteX0" fmla="*/ 8165518 w 8165518"/>
                <a:gd name="connsiteY0" fmla="*/ 0 h 2879174"/>
                <a:gd name="connsiteX1" fmla="*/ 8165518 w 8165518"/>
                <a:gd name="connsiteY1" fmla="*/ 1378890 h 2879174"/>
                <a:gd name="connsiteX2" fmla="*/ 4132092 w 8165518"/>
                <a:gd name="connsiteY2" fmla="*/ 2879159 h 2879174"/>
                <a:gd name="connsiteX3" fmla="*/ 0 w 8165518"/>
                <a:gd name="connsiteY3" fmla="*/ 1403811 h 2879174"/>
                <a:gd name="connsiteX4" fmla="*/ 9491 w 8165518"/>
                <a:gd name="connsiteY4" fmla="*/ 147145 h 2879174"/>
                <a:gd name="connsiteX5" fmla="*/ 4076995 w 8165518"/>
                <a:gd name="connsiteY5" fmla="*/ 1566042 h 2879174"/>
                <a:gd name="connsiteX6" fmla="*/ 8165518 w 8165518"/>
                <a:gd name="connsiteY6" fmla="*/ 0 h 2879174"/>
                <a:gd name="connsiteX0" fmla="*/ 8165518 w 8176537"/>
                <a:gd name="connsiteY0" fmla="*/ 0 h 2879410"/>
                <a:gd name="connsiteX1" fmla="*/ 8176537 w 8176537"/>
                <a:gd name="connsiteY1" fmla="*/ 1499420 h 2879410"/>
                <a:gd name="connsiteX2" fmla="*/ 4132092 w 8176537"/>
                <a:gd name="connsiteY2" fmla="*/ 2879159 h 2879410"/>
                <a:gd name="connsiteX3" fmla="*/ 0 w 8176537"/>
                <a:gd name="connsiteY3" fmla="*/ 1403811 h 2879410"/>
                <a:gd name="connsiteX4" fmla="*/ 9491 w 8176537"/>
                <a:gd name="connsiteY4" fmla="*/ 147145 h 2879410"/>
                <a:gd name="connsiteX5" fmla="*/ 4076995 w 8176537"/>
                <a:gd name="connsiteY5" fmla="*/ 1566042 h 2879410"/>
                <a:gd name="connsiteX6" fmla="*/ 8165518 w 8176537"/>
                <a:gd name="connsiteY6" fmla="*/ 0 h 2879410"/>
                <a:gd name="connsiteX0" fmla="*/ 8165518 w 8176537"/>
                <a:gd name="connsiteY0" fmla="*/ 0 h 2879262"/>
                <a:gd name="connsiteX1" fmla="*/ 8176537 w 8176537"/>
                <a:gd name="connsiteY1" fmla="*/ 1499420 h 2879262"/>
                <a:gd name="connsiteX2" fmla="*/ 4132092 w 8176537"/>
                <a:gd name="connsiteY2" fmla="*/ 2879159 h 2879262"/>
                <a:gd name="connsiteX3" fmla="*/ 0 w 8176537"/>
                <a:gd name="connsiteY3" fmla="*/ 1403811 h 2879262"/>
                <a:gd name="connsiteX4" fmla="*/ 9491 w 8176537"/>
                <a:gd name="connsiteY4" fmla="*/ 147145 h 2879262"/>
                <a:gd name="connsiteX5" fmla="*/ 4076995 w 8176537"/>
                <a:gd name="connsiteY5" fmla="*/ 1566042 h 2879262"/>
                <a:gd name="connsiteX6" fmla="*/ 8165518 w 8176537"/>
                <a:gd name="connsiteY6" fmla="*/ 0 h 2879262"/>
                <a:gd name="connsiteX0" fmla="*/ 8165518 w 8176537"/>
                <a:gd name="connsiteY0" fmla="*/ 0 h 2879163"/>
                <a:gd name="connsiteX1" fmla="*/ 8176537 w 8176537"/>
                <a:gd name="connsiteY1" fmla="*/ 1499420 h 2879163"/>
                <a:gd name="connsiteX2" fmla="*/ 4132092 w 8176537"/>
                <a:gd name="connsiteY2" fmla="*/ 2879159 h 2879163"/>
                <a:gd name="connsiteX3" fmla="*/ 0 w 8176537"/>
                <a:gd name="connsiteY3" fmla="*/ 1510948 h 2879163"/>
                <a:gd name="connsiteX4" fmla="*/ 9491 w 8176537"/>
                <a:gd name="connsiteY4" fmla="*/ 147145 h 2879163"/>
                <a:gd name="connsiteX5" fmla="*/ 4076995 w 8176537"/>
                <a:gd name="connsiteY5" fmla="*/ 1566042 h 2879163"/>
                <a:gd name="connsiteX6" fmla="*/ 8165518 w 8176537"/>
                <a:gd name="connsiteY6" fmla="*/ 0 h 2879163"/>
                <a:gd name="connsiteX0" fmla="*/ 8165518 w 8198577"/>
                <a:gd name="connsiteY0" fmla="*/ 0 h 2879451"/>
                <a:gd name="connsiteX1" fmla="*/ 8198577 w 8198577"/>
                <a:gd name="connsiteY1" fmla="*/ 1606558 h 2879451"/>
                <a:gd name="connsiteX2" fmla="*/ 4132092 w 8198577"/>
                <a:gd name="connsiteY2" fmla="*/ 2879159 h 2879451"/>
                <a:gd name="connsiteX3" fmla="*/ 0 w 8198577"/>
                <a:gd name="connsiteY3" fmla="*/ 1510948 h 2879451"/>
                <a:gd name="connsiteX4" fmla="*/ 9491 w 8198577"/>
                <a:gd name="connsiteY4" fmla="*/ 147145 h 2879451"/>
                <a:gd name="connsiteX5" fmla="*/ 4076995 w 8198577"/>
                <a:gd name="connsiteY5" fmla="*/ 1566042 h 2879451"/>
                <a:gd name="connsiteX6" fmla="*/ 8165518 w 8198577"/>
                <a:gd name="connsiteY6" fmla="*/ 0 h 2879451"/>
                <a:gd name="connsiteX0" fmla="*/ 8165518 w 8165518"/>
                <a:gd name="connsiteY0" fmla="*/ 0 h 2880066"/>
                <a:gd name="connsiteX1" fmla="*/ 8165518 w 8165518"/>
                <a:gd name="connsiteY1" fmla="*/ 1673520 h 2880066"/>
                <a:gd name="connsiteX2" fmla="*/ 4132092 w 8165518"/>
                <a:gd name="connsiteY2" fmla="*/ 2879159 h 2880066"/>
                <a:gd name="connsiteX3" fmla="*/ 0 w 8165518"/>
                <a:gd name="connsiteY3" fmla="*/ 1510948 h 2880066"/>
                <a:gd name="connsiteX4" fmla="*/ 9491 w 8165518"/>
                <a:gd name="connsiteY4" fmla="*/ 147145 h 2880066"/>
                <a:gd name="connsiteX5" fmla="*/ 4076995 w 8165518"/>
                <a:gd name="connsiteY5" fmla="*/ 1566042 h 2880066"/>
                <a:gd name="connsiteX6" fmla="*/ 8165518 w 8165518"/>
                <a:gd name="connsiteY6" fmla="*/ 0 h 2880066"/>
                <a:gd name="connsiteX0" fmla="*/ 8156794 w 8156794"/>
                <a:gd name="connsiteY0" fmla="*/ 0 h 2879270"/>
                <a:gd name="connsiteX1" fmla="*/ 8156794 w 8156794"/>
                <a:gd name="connsiteY1" fmla="*/ 1673520 h 2879270"/>
                <a:gd name="connsiteX2" fmla="*/ 4123368 w 8156794"/>
                <a:gd name="connsiteY2" fmla="*/ 2879159 h 2879270"/>
                <a:gd name="connsiteX3" fmla="*/ 2295 w 8156794"/>
                <a:gd name="connsiteY3" fmla="*/ 1618086 h 2879270"/>
                <a:gd name="connsiteX4" fmla="*/ 767 w 8156794"/>
                <a:gd name="connsiteY4" fmla="*/ 147145 h 2879270"/>
                <a:gd name="connsiteX5" fmla="*/ 4068271 w 8156794"/>
                <a:gd name="connsiteY5" fmla="*/ 1566042 h 2879270"/>
                <a:gd name="connsiteX6" fmla="*/ 8156794 w 8156794"/>
                <a:gd name="connsiteY6" fmla="*/ 0 h 287927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20"/>
                <a:gd name="connsiteX1" fmla="*/ 8156794 w 8156794"/>
                <a:gd name="connsiteY1" fmla="*/ 1673520 h 2973020"/>
                <a:gd name="connsiteX2" fmla="*/ 4134388 w 8156794"/>
                <a:gd name="connsiteY2" fmla="*/ 2972904 h 2973020"/>
                <a:gd name="connsiteX3" fmla="*/ 2295 w 8156794"/>
                <a:gd name="connsiteY3" fmla="*/ 1618086 h 2973020"/>
                <a:gd name="connsiteX4" fmla="*/ 767 w 8156794"/>
                <a:gd name="connsiteY4" fmla="*/ 147145 h 2973020"/>
                <a:gd name="connsiteX5" fmla="*/ 4068271 w 8156794"/>
                <a:gd name="connsiteY5" fmla="*/ 1566042 h 2973020"/>
                <a:gd name="connsiteX6" fmla="*/ 8156794 w 8156794"/>
                <a:gd name="connsiteY6" fmla="*/ 0 h 2973020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141"/>
                <a:gd name="connsiteX1" fmla="*/ 8156794 w 8156794"/>
                <a:gd name="connsiteY1" fmla="*/ 1673520 h 2973141"/>
                <a:gd name="connsiteX2" fmla="*/ 4134388 w 8156794"/>
                <a:gd name="connsiteY2" fmla="*/ 2972904 h 2973141"/>
                <a:gd name="connsiteX3" fmla="*/ 2295 w 8156794"/>
                <a:gd name="connsiteY3" fmla="*/ 1618086 h 2973141"/>
                <a:gd name="connsiteX4" fmla="*/ 767 w 8156794"/>
                <a:gd name="connsiteY4" fmla="*/ 147145 h 2973141"/>
                <a:gd name="connsiteX5" fmla="*/ 4068271 w 8156794"/>
                <a:gd name="connsiteY5" fmla="*/ 1566042 h 2973141"/>
                <a:gd name="connsiteX6" fmla="*/ 8156794 w 8156794"/>
                <a:gd name="connsiteY6" fmla="*/ 0 h 2973141"/>
                <a:gd name="connsiteX0" fmla="*/ 8156794 w 8156794"/>
                <a:gd name="connsiteY0" fmla="*/ 0 h 3066827"/>
                <a:gd name="connsiteX1" fmla="*/ 8156794 w 8156794"/>
                <a:gd name="connsiteY1" fmla="*/ 1673520 h 3066827"/>
                <a:gd name="connsiteX2" fmla="*/ 4123353 w 8156794"/>
                <a:gd name="connsiteY2" fmla="*/ 3066650 h 3066827"/>
                <a:gd name="connsiteX3" fmla="*/ 2295 w 8156794"/>
                <a:gd name="connsiteY3" fmla="*/ 1618086 h 3066827"/>
                <a:gd name="connsiteX4" fmla="*/ 767 w 8156794"/>
                <a:gd name="connsiteY4" fmla="*/ 147145 h 3066827"/>
                <a:gd name="connsiteX5" fmla="*/ 4068271 w 8156794"/>
                <a:gd name="connsiteY5" fmla="*/ 1566042 h 3066827"/>
                <a:gd name="connsiteX6" fmla="*/ 8156794 w 8156794"/>
                <a:gd name="connsiteY6" fmla="*/ 0 h 3066827"/>
                <a:gd name="connsiteX0" fmla="*/ 8123689 w 8156794"/>
                <a:gd name="connsiteY0" fmla="*/ 0 h 2999866"/>
                <a:gd name="connsiteX1" fmla="*/ 8156794 w 8156794"/>
                <a:gd name="connsiteY1" fmla="*/ 1606559 h 2999866"/>
                <a:gd name="connsiteX2" fmla="*/ 4123353 w 8156794"/>
                <a:gd name="connsiteY2" fmla="*/ 2999689 h 2999866"/>
                <a:gd name="connsiteX3" fmla="*/ 2295 w 8156794"/>
                <a:gd name="connsiteY3" fmla="*/ 1551125 h 2999866"/>
                <a:gd name="connsiteX4" fmla="*/ 767 w 8156794"/>
                <a:gd name="connsiteY4" fmla="*/ 80184 h 2999866"/>
                <a:gd name="connsiteX5" fmla="*/ 4068271 w 8156794"/>
                <a:gd name="connsiteY5" fmla="*/ 1499081 h 2999866"/>
                <a:gd name="connsiteX6" fmla="*/ 8123689 w 8156794"/>
                <a:gd name="connsiteY6" fmla="*/ 0 h 2999866"/>
                <a:gd name="connsiteX0" fmla="*/ 8167828 w 8167828"/>
                <a:gd name="connsiteY0" fmla="*/ 0 h 3026651"/>
                <a:gd name="connsiteX1" fmla="*/ 8156794 w 8167828"/>
                <a:gd name="connsiteY1" fmla="*/ 1633344 h 3026651"/>
                <a:gd name="connsiteX2" fmla="*/ 4123353 w 8167828"/>
                <a:gd name="connsiteY2" fmla="*/ 3026474 h 3026651"/>
                <a:gd name="connsiteX3" fmla="*/ 2295 w 8167828"/>
                <a:gd name="connsiteY3" fmla="*/ 1577910 h 3026651"/>
                <a:gd name="connsiteX4" fmla="*/ 767 w 8167828"/>
                <a:gd name="connsiteY4" fmla="*/ 106969 h 3026651"/>
                <a:gd name="connsiteX5" fmla="*/ 4068271 w 8167828"/>
                <a:gd name="connsiteY5" fmla="*/ 1525866 h 3026651"/>
                <a:gd name="connsiteX6" fmla="*/ 8167828 w 8167828"/>
                <a:gd name="connsiteY6" fmla="*/ 0 h 3026651"/>
                <a:gd name="connsiteX0" fmla="*/ 8167828 w 8167828"/>
                <a:gd name="connsiteY0" fmla="*/ 0 h 3027228"/>
                <a:gd name="connsiteX1" fmla="*/ 8145760 w 8167828"/>
                <a:gd name="connsiteY1" fmla="*/ 1686913 h 3027228"/>
                <a:gd name="connsiteX2" fmla="*/ 4123353 w 8167828"/>
                <a:gd name="connsiteY2" fmla="*/ 3026474 h 3027228"/>
                <a:gd name="connsiteX3" fmla="*/ 2295 w 8167828"/>
                <a:gd name="connsiteY3" fmla="*/ 1577910 h 3027228"/>
                <a:gd name="connsiteX4" fmla="*/ 767 w 8167828"/>
                <a:gd name="connsiteY4" fmla="*/ 106969 h 3027228"/>
                <a:gd name="connsiteX5" fmla="*/ 4068271 w 8167828"/>
                <a:gd name="connsiteY5" fmla="*/ 1525866 h 3027228"/>
                <a:gd name="connsiteX6" fmla="*/ 8167828 w 8167828"/>
                <a:gd name="connsiteY6" fmla="*/ 0 h 3027228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23689 w 8145760"/>
                <a:gd name="connsiteY0" fmla="*/ 13560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9 w 8145760"/>
                <a:gd name="connsiteY6" fmla="*/ 13560 h 2920259"/>
                <a:gd name="connsiteX0" fmla="*/ 8178863 w 8178863"/>
                <a:gd name="connsiteY0" fmla="*/ 26952 h 2920259"/>
                <a:gd name="connsiteX1" fmla="*/ 8145760 w 8178863"/>
                <a:gd name="connsiteY1" fmla="*/ 1579944 h 2920259"/>
                <a:gd name="connsiteX2" fmla="*/ 4123353 w 8178863"/>
                <a:gd name="connsiteY2" fmla="*/ 2919505 h 2920259"/>
                <a:gd name="connsiteX3" fmla="*/ 2295 w 8178863"/>
                <a:gd name="connsiteY3" fmla="*/ 1470941 h 2920259"/>
                <a:gd name="connsiteX4" fmla="*/ 767 w 8178863"/>
                <a:gd name="connsiteY4" fmla="*/ 0 h 2920259"/>
                <a:gd name="connsiteX5" fmla="*/ 4068271 w 8178863"/>
                <a:gd name="connsiteY5" fmla="*/ 1418897 h 2920259"/>
                <a:gd name="connsiteX6" fmla="*/ 8178863 w 8178863"/>
                <a:gd name="connsiteY6" fmla="*/ 26952 h 2920259"/>
                <a:gd name="connsiteX0" fmla="*/ 8167827 w 8167827"/>
                <a:gd name="connsiteY0" fmla="*/ 40343 h 2920259"/>
                <a:gd name="connsiteX1" fmla="*/ 8145760 w 8167827"/>
                <a:gd name="connsiteY1" fmla="*/ 1579944 h 2920259"/>
                <a:gd name="connsiteX2" fmla="*/ 4123353 w 8167827"/>
                <a:gd name="connsiteY2" fmla="*/ 2919505 h 2920259"/>
                <a:gd name="connsiteX3" fmla="*/ 2295 w 8167827"/>
                <a:gd name="connsiteY3" fmla="*/ 1470941 h 2920259"/>
                <a:gd name="connsiteX4" fmla="*/ 767 w 8167827"/>
                <a:gd name="connsiteY4" fmla="*/ 0 h 2920259"/>
                <a:gd name="connsiteX5" fmla="*/ 4068271 w 8167827"/>
                <a:gd name="connsiteY5" fmla="*/ 1418897 h 2920259"/>
                <a:gd name="connsiteX6" fmla="*/ 8167827 w 8167827"/>
                <a:gd name="connsiteY6" fmla="*/ 40343 h 2920259"/>
                <a:gd name="connsiteX0" fmla="*/ 8123687 w 8145760"/>
                <a:gd name="connsiteY0" fmla="*/ 53735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7 w 8145760"/>
                <a:gd name="connsiteY6" fmla="*/ 53735 h 2920259"/>
                <a:gd name="connsiteX0" fmla="*/ 8161918 w 8161918"/>
                <a:gd name="connsiteY0" fmla="*/ 0 h 2943855"/>
                <a:gd name="connsiteX1" fmla="*/ 8145760 w 8161918"/>
                <a:gd name="connsiteY1" fmla="*/ 1603540 h 2943855"/>
                <a:gd name="connsiteX2" fmla="*/ 4123353 w 8161918"/>
                <a:gd name="connsiteY2" fmla="*/ 2943101 h 2943855"/>
                <a:gd name="connsiteX3" fmla="*/ 2295 w 8161918"/>
                <a:gd name="connsiteY3" fmla="*/ 1494537 h 2943855"/>
                <a:gd name="connsiteX4" fmla="*/ 767 w 8161918"/>
                <a:gd name="connsiteY4" fmla="*/ 23596 h 2943855"/>
                <a:gd name="connsiteX5" fmla="*/ 4068271 w 8161918"/>
                <a:gd name="connsiteY5" fmla="*/ 1442493 h 2943855"/>
                <a:gd name="connsiteX6" fmla="*/ 8161918 w 8161918"/>
                <a:gd name="connsiteY6" fmla="*/ 0 h 2943855"/>
                <a:gd name="connsiteX0" fmla="*/ 8144926 w 8145760"/>
                <a:gd name="connsiteY0" fmla="*/ 43424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44926 w 8145760"/>
                <a:gd name="connsiteY6" fmla="*/ 43424 h 2920259"/>
                <a:gd name="connsiteX0" fmla="*/ 8161918 w 8161918"/>
                <a:gd name="connsiteY0" fmla="*/ 0 h 2959321"/>
                <a:gd name="connsiteX1" fmla="*/ 8145760 w 8161918"/>
                <a:gd name="connsiteY1" fmla="*/ 1619006 h 2959321"/>
                <a:gd name="connsiteX2" fmla="*/ 4123353 w 8161918"/>
                <a:gd name="connsiteY2" fmla="*/ 2958567 h 2959321"/>
                <a:gd name="connsiteX3" fmla="*/ 2295 w 8161918"/>
                <a:gd name="connsiteY3" fmla="*/ 1510003 h 2959321"/>
                <a:gd name="connsiteX4" fmla="*/ 767 w 8161918"/>
                <a:gd name="connsiteY4" fmla="*/ 39062 h 2959321"/>
                <a:gd name="connsiteX5" fmla="*/ 4068271 w 8161918"/>
                <a:gd name="connsiteY5" fmla="*/ 1457959 h 2959321"/>
                <a:gd name="connsiteX6" fmla="*/ 8161918 w 8161918"/>
                <a:gd name="connsiteY6" fmla="*/ 0 h 2959321"/>
                <a:gd name="connsiteX0" fmla="*/ 8161918 w 8162752"/>
                <a:gd name="connsiteY0" fmla="*/ 0 h 2959488"/>
                <a:gd name="connsiteX1" fmla="*/ 8162752 w 8162752"/>
                <a:gd name="connsiteY1" fmla="*/ 1629317 h 2959488"/>
                <a:gd name="connsiteX2" fmla="*/ 4123353 w 8162752"/>
                <a:gd name="connsiteY2" fmla="*/ 2958567 h 2959488"/>
                <a:gd name="connsiteX3" fmla="*/ 2295 w 8162752"/>
                <a:gd name="connsiteY3" fmla="*/ 1510003 h 2959488"/>
                <a:gd name="connsiteX4" fmla="*/ 767 w 8162752"/>
                <a:gd name="connsiteY4" fmla="*/ 39062 h 2959488"/>
                <a:gd name="connsiteX5" fmla="*/ 4068271 w 8162752"/>
                <a:gd name="connsiteY5" fmla="*/ 1457959 h 2959488"/>
                <a:gd name="connsiteX6" fmla="*/ 8161918 w 8162752"/>
                <a:gd name="connsiteY6" fmla="*/ 0 h 2959488"/>
                <a:gd name="connsiteX0" fmla="*/ 8165930 w 8166764"/>
                <a:gd name="connsiteY0" fmla="*/ 7337 h 2966825"/>
                <a:gd name="connsiteX1" fmla="*/ 8166764 w 8166764"/>
                <a:gd name="connsiteY1" fmla="*/ 1636654 h 2966825"/>
                <a:gd name="connsiteX2" fmla="*/ 4127365 w 8166764"/>
                <a:gd name="connsiteY2" fmla="*/ 2965904 h 2966825"/>
                <a:gd name="connsiteX3" fmla="*/ 6307 w 8166764"/>
                <a:gd name="connsiteY3" fmla="*/ 1517340 h 2966825"/>
                <a:gd name="connsiteX4" fmla="*/ 532 w 8166764"/>
                <a:gd name="connsiteY4" fmla="*/ 0 h 2966825"/>
                <a:gd name="connsiteX5" fmla="*/ 4072283 w 8166764"/>
                <a:gd name="connsiteY5" fmla="*/ 1465296 h 2966825"/>
                <a:gd name="connsiteX6" fmla="*/ 8165930 w 8166764"/>
                <a:gd name="connsiteY6" fmla="*/ 7337 h 2966825"/>
                <a:gd name="connsiteX0" fmla="*/ 8168119 w 8168953"/>
                <a:gd name="connsiteY0" fmla="*/ 7337 h 2966682"/>
                <a:gd name="connsiteX1" fmla="*/ 8168953 w 8168953"/>
                <a:gd name="connsiteY1" fmla="*/ 1636654 h 2966682"/>
                <a:gd name="connsiteX2" fmla="*/ 4129554 w 8168953"/>
                <a:gd name="connsiteY2" fmla="*/ 2965904 h 2966682"/>
                <a:gd name="connsiteX3" fmla="*/ 0 w 8168953"/>
                <a:gd name="connsiteY3" fmla="*/ 1527651 h 2966682"/>
                <a:gd name="connsiteX4" fmla="*/ 2721 w 8168953"/>
                <a:gd name="connsiteY4" fmla="*/ 0 h 2966682"/>
                <a:gd name="connsiteX5" fmla="*/ 4074472 w 8168953"/>
                <a:gd name="connsiteY5" fmla="*/ 1465296 h 2966682"/>
                <a:gd name="connsiteX6" fmla="*/ 8168119 w 8168953"/>
                <a:gd name="connsiteY6" fmla="*/ 7337 h 2966682"/>
                <a:gd name="connsiteX0" fmla="*/ 8168119 w 8168953"/>
                <a:gd name="connsiteY0" fmla="*/ 7337 h 3100377"/>
                <a:gd name="connsiteX1" fmla="*/ 8168953 w 8168953"/>
                <a:gd name="connsiteY1" fmla="*/ 1636654 h 3100377"/>
                <a:gd name="connsiteX2" fmla="*/ 4118520 w 8168953"/>
                <a:gd name="connsiteY2" fmla="*/ 3099826 h 3100377"/>
                <a:gd name="connsiteX3" fmla="*/ 0 w 8168953"/>
                <a:gd name="connsiteY3" fmla="*/ 1527651 h 3100377"/>
                <a:gd name="connsiteX4" fmla="*/ 2721 w 8168953"/>
                <a:gd name="connsiteY4" fmla="*/ 0 h 3100377"/>
                <a:gd name="connsiteX5" fmla="*/ 4074472 w 8168953"/>
                <a:gd name="connsiteY5" fmla="*/ 1465296 h 3100377"/>
                <a:gd name="connsiteX6" fmla="*/ 8168119 w 8168953"/>
                <a:gd name="connsiteY6" fmla="*/ 7337 h 3100377"/>
                <a:gd name="connsiteX0" fmla="*/ 8168119 w 8168953"/>
                <a:gd name="connsiteY0" fmla="*/ 7337 h 3100429"/>
                <a:gd name="connsiteX1" fmla="*/ 8168953 w 8168953"/>
                <a:gd name="connsiteY1" fmla="*/ 1636654 h 3100429"/>
                <a:gd name="connsiteX2" fmla="*/ 4118520 w 8168953"/>
                <a:gd name="connsiteY2" fmla="*/ 3099826 h 3100429"/>
                <a:gd name="connsiteX3" fmla="*/ 0 w 8168953"/>
                <a:gd name="connsiteY3" fmla="*/ 1527651 h 3100429"/>
                <a:gd name="connsiteX4" fmla="*/ 2721 w 8168953"/>
                <a:gd name="connsiteY4" fmla="*/ 0 h 3100429"/>
                <a:gd name="connsiteX5" fmla="*/ 4074472 w 8168953"/>
                <a:gd name="connsiteY5" fmla="*/ 1465296 h 3100429"/>
                <a:gd name="connsiteX6" fmla="*/ 8168119 w 8168953"/>
                <a:gd name="connsiteY6" fmla="*/ 7337 h 3100429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166683" h="3099826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bg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                  </a:t>
              </a:r>
            </a:p>
          </p:txBody>
        </p:sp>
        <p:sp>
          <p:nvSpPr>
            <p:cNvPr id="461" name="Oval 460">
              <a:extLst>
                <a:ext uri="{FF2B5EF4-FFF2-40B4-BE49-F238E27FC236}">
                  <a16:creationId xmlns:a16="http://schemas.microsoft.com/office/drawing/2014/main" id="{873B81E7-2D3F-7C4E-BD26-C74207A647E6}"/>
                </a:ext>
              </a:extLst>
            </p:cNvPr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             </a:t>
              </a:r>
            </a:p>
          </p:txBody>
        </p:sp>
        <p:grpSp>
          <p:nvGrpSpPr>
            <p:cNvPr id="462" name="Group 461">
              <a:extLst>
                <a:ext uri="{FF2B5EF4-FFF2-40B4-BE49-F238E27FC236}">
                  <a16:creationId xmlns:a16="http://schemas.microsoft.com/office/drawing/2014/main" id="{6BE5949F-B050-EB4B-B822-E35D4247EEC2}"/>
                </a:ext>
              </a:extLst>
            </p:cNvPr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463" name="Freeform 462">
                <a:extLst>
                  <a:ext uri="{FF2B5EF4-FFF2-40B4-BE49-F238E27FC236}">
                    <a16:creationId xmlns:a16="http://schemas.microsoft.com/office/drawing/2014/main" id="{2AD53E5B-C2A7-B44B-BE8C-CE15460DCEB8}"/>
                  </a:ext>
                </a:extLst>
              </p:cNvPr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avLst/>
                <a:gdLst>
                  <a:gd name="connsiteX0" fmla="*/ 3725333 w 4588933"/>
                  <a:gd name="connsiteY0" fmla="*/ 0 h 1049866"/>
                  <a:gd name="connsiteX1" fmla="*/ 4588933 w 4588933"/>
                  <a:gd name="connsiteY1" fmla="*/ 270933 h 1049866"/>
                  <a:gd name="connsiteX2" fmla="*/ 3962400 w 4588933"/>
                  <a:gd name="connsiteY2" fmla="*/ 541866 h 1049866"/>
                  <a:gd name="connsiteX3" fmla="*/ 3742267 w 4588933"/>
                  <a:gd name="connsiteY3" fmla="*/ 457200 h 1049866"/>
                  <a:gd name="connsiteX4" fmla="*/ 2269067 w 4588933"/>
                  <a:gd name="connsiteY4" fmla="*/ 1049866 h 1049866"/>
                  <a:gd name="connsiteX5" fmla="*/ 880533 w 4588933"/>
                  <a:gd name="connsiteY5" fmla="*/ 457200 h 1049866"/>
                  <a:gd name="connsiteX6" fmla="*/ 592667 w 4588933"/>
                  <a:gd name="connsiteY6" fmla="*/ 541866 h 1049866"/>
                  <a:gd name="connsiteX7" fmla="*/ 0 w 4588933"/>
                  <a:gd name="connsiteY7" fmla="*/ 254000 h 1049866"/>
                  <a:gd name="connsiteX8" fmla="*/ 880533 w 4588933"/>
                  <a:gd name="connsiteY8" fmla="*/ 16933 h 1049866"/>
                  <a:gd name="connsiteX9" fmla="*/ 2302933 w 4588933"/>
                  <a:gd name="connsiteY9" fmla="*/ 626533 h 1049866"/>
                  <a:gd name="connsiteX10" fmla="*/ 3725333 w 4588933"/>
                  <a:gd name="connsiteY10" fmla="*/ 0 h 1049866"/>
                  <a:gd name="connsiteX0" fmla="*/ 3725333 w 4641485"/>
                  <a:gd name="connsiteY0" fmla="*/ 0 h 1049866"/>
                  <a:gd name="connsiteX1" fmla="*/ 4641485 w 4641485"/>
                  <a:gd name="connsiteY1" fmla="*/ 239402 h 1049866"/>
                  <a:gd name="connsiteX2" fmla="*/ 3962400 w 4641485"/>
                  <a:gd name="connsiteY2" fmla="*/ 541866 h 1049866"/>
                  <a:gd name="connsiteX3" fmla="*/ 3742267 w 4641485"/>
                  <a:gd name="connsiteY3" fmla="*/ 457200 h 1049866"/>
                  <a:gd name="connsiteX4" fmla="*/ 2269067 w 4641485"/>
                  <a:gd name="connsiteY4" fmla="*/ 1049866 h 1049866"/>
                  <a:gd name="connsiteX5" fmla="*/ 880533 w 4641485"/>
                  <a:gd name="connsiteY5" fmla="*/ 457200 h 1049866"/>
                  <a:gd name="connsiteX6" fmla="*/ 592667 w 4641485"/>
                  <a:gd name="connsiteY6" fmla="*/ 541866 h 1049866"/>
                  <a:gd name="connsiteX7" fmla="*/ 0 w 4641485"/>
                  <a:gd name="connsiteY7" fmla="*/ 254000 h 1049866"/>
                  <a:gd name="connsiteX8" fmla="*/ 880533 w 4641485"/>
                  <a:gd name="connsiteY8" fmla="*/ 16933 h 1049866"/>
                  <a:gd name="connsiteX9" fmla="*/ 2302933 w 4641485"/>
                  <a:gd name="connsiteY9" fmla="*/ 626533 h 1049866"/>
                  <a:gd name="connsiteX10" fmla="*/ 3725333 w 4641485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73798 w 4673016"/>
                  <a:gd name="connsiteY3" fmla="*/ 45720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84308 w 4673016"/>
                  <a:gd name="connsiteY3" fmla="*/ 404648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815839 w 4673016"/>
                  <a:gd name="connsiteY3" fmla="*/ 46771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4673016" h="104986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464" name="Freeform 463">
                <a:extLst>
                  <a:ext uri="{FF2B5EF4-FFF2-40B4-BE49-F238E27FC236}">
                    <a16:creationId xmlns:a16="http://schemas.microsoft.com/office/drawing/2014/main" id="{D8E482E0-784D-9147-8920-C673267B1F7F}"/>
                  </a:ext>
                </a:extLst>
              </p:cNvPr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avLst/>
                <a:gdLst>
                  <a:gd name="connsiteX0" fmla="*/ 21021 w 1744718"/>
                  <a:gd name="connsiteY0" fmla="*/ 0 h 903890"/>
                  <a:gd name="connsiteX1" fmla="*/ 1744718 w 1744718"/>
                  <a:gd name="connsiteY1" fmla="*/ 693683 h 903890"/>
                  <a:gd name="connsiteX2" fmla="*/ 1145628 w 1744718"/>
                  <a:gd name="connsiteY2" fmla="*/ 903890 h 903890"/>
                  <a:gd name="connsiteX3" fmla="*/ 0 w 1744718"/>
                  <a:gd name="connsiteY3" fmla="*/ 451945 h 903890"/>
                  <a:gd name="connsiteX4" fmla="*/ 21021 w 1744718"/>
                  <a:gd name="connsiteY4" fmla="*/ 0 h 9038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44718" h="903890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465" name="Freeform 464">
                <a:extLst>
                  <a:ext uri="{FF2B5EF4-FFF2-40B4-BE49-F238E27FC236}">
                    <a16:creationId xmlns:a16="http://schemas.microsoft.com/office/drawing/2014/main" id="{C0849211-2B58-F142-A8CE-1BF8EAE92079}"/>
                  </a:ext>
                </a:extLst>
              </p:cNvPr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avLst/>
                <a:gdLst>
                  <a:gd name="connsiteX0" fmla="*/ 1702676 w 1713187"/>
                  <a:gd name="connsiteY0" fmla="*/ 0 h 893380"/>
                  <a:gd name="connsiteX1" fmla="*/ 1713187 w 1713187"/>
                  <a:gd name="connsiteY1" fmla="*/ 472966 h 893380"/>
                  <a:gd name="connsiteX2" fmla="*/ 578069 w 1713187"/>
                  <a:gd name="connsiteY2" fmla="*/ 893380 h 893380"/>
                  <a:gd name="connsiteX3" fmla="*/ 0 w 1713187"/>
                  <a:gd name="connsiteY3" fmla="*/ 693683 h 893380"/>
                  <a:gd name="connsiteX4" fmla="*/ 1702676 w 1713187"/>
                  <a:gd name="connsiteY4" fmla="*/ 0 h 8933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13187" h="893380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466" name="Freeform 465">
                <a:extLst>
                  <a:ext uri="{FF2B5EF4-FFF2-40B4-BE49-F238E27FC236}">
                    <a16:creationId xmlns:a16="http://schemas.microsoft.com/office/drawing/2014/main" id="{5A3A8A9F-4FBE-BD43-8E9E-03C5075F771D}"/>
                  </a:ext>
                </a:extLst>
              </p:cNvPr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avLst/>
                <a:gdLst>
                  <a:gd name="connsiteX0" fmla="*/ 599089 w 4162096"/>
                  <a:gd name="connsiteY0" fmla="*/ 273269 h 1618593"/>
                  <a:gd name="connsiteX1" fmla="*/ 882869 w 4162096"/>
                  <a:gd name="connsiteY1" fmla="*/ 199697 h 1618593"/>
                  <a:gd name="connsiteX2" fmla="*/ 2312276 w 4162096"/>
                  <a:gd name="connsiteY2" fmla="*/ 798786 h 1618593"/>
                  <a:gd name="connsiteX3" fmla="*/ 3794234 w 4162096"/>
                  <a:gd name="connsiteY3" fmla="*/ 199697 h 1618593"/>
                  <a:gd name="connsiteX4" fmla="*/ 4014951 w 4162096"/>
                  <a:gd name="connsiteY4" fmla="*/ 273269 h 1618593"/>
                  <a:gd name="connsiteX5" fmla="*/ 3058510 w 4162096"/>
                  <a:gd name="connsiteY5" fmla="*/ 641131 h 1618593"/>
                  <a:gd name="connsiteX6" fmla="*/ 3026979 w 4162096"/>
                  <a:gd name="connsiteY6" fmla="*/ 1114097 h 1618593"/>
                  <a:gd name="connsiteX7" fmla="*/ 4162096 w 4162096"/>
                  <a:gd name="connsiteY7" fmla="*/ 1545021 h 1618593"/>
                  <a:gd name="connsiteX8" fmla="*/ 3878317 w 4162096"/>
                  <a:gd name="connsiteY8" fmla="*/ 1608083 h 1618593"/>
                  <a:gd name="connsiteX9" fmla="*/ 2301765 w 4162096"/>
                  <a:gd name="connsiteY9" fmla="*/ 945931 h 1618593"/>
                  <a:gd name="connsiteX10" fmla="*/ 693682 w 4162096"/>
                  <a:gd name="connsiteY10" fmla="*/ 1618593 h 1618593"/>
                  <a:gd name="connsiteX11" fmla="*/ 430924 w 4162096"/>
                  <a:gd name="connsiteY11" fmla="*/ 1524000 h 1618593"/>
                  <a:gd name="connsiteX12" fmla="*/ 1576551 w 4162096"/>
                  <a:gd name="connsiteY12" fmla="*/ 1082566 h 1618593"/>
                  <a:gd name="connsiteX13" fmla="*/ 1545020 w 4162096"/>
                  <a:gd name="connsiteY13" fmla="*/ 609600 h 1618593"/>
                  <a:gd name="connsiteX14" fmla="*/ 0 w 4162096"/>
                  <a:gd name="connsiteY14" fmla="*/ 0 h 1618593"/>
                  <a:gd name="connsiteX15" fmla="*/ 872358 w 4162096"/>
                  <a:gd name="connsiteY15" fmla="*/ 210207 h 1618593"/>
                  <a:gd name="connsiteX16" fmla="*/ 872358 w 4162096"/>
                  <a:gd name="connsiteY16" fmla="*/ 210207 h 1618593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15" fmla="*/ 441434 w 3731172"/>
                  <a:gd name="connsiteY15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357351 w 3731172"/>
                  <a:gd name="connsiteY14" fmla="*/ 115613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56137 w 3731172"/>
                  <a:gd name="connsiteY13" fmla="*/ 441434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903890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575034 w 3710151"/>
                  <a:gd name="connsiteY6" fmla="*/ 91440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06565 w 3710151"/>
                  <a:gd name="connsiteY6" fmla="*/ 92491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5151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09858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62012 w 3725019"/>
                  <a:gd name="connsiteY0" fmla="*/ 73572 h 1418896"/>
                  <a:gd name="connsiteX1" fmla="*/ 445792 w 3725019"/>
                  <a:gd name="connsiteY1" fmla="*/ 0 h 1418896"/>
                  <a:gd name="connsiteX2" fmla="*/ 1852896 w 3725019"/>
                  <a:gd name="connsiteY2" fmla="*/ 591655 h 1418896"/>
                  <a:gd name="connsiteX3" fmla="*/ 3357157 w 3725019"/>
                  <a:gd name="connsiteY3" fmla="*/ 0 h 1418896"/>
                  <a:gd name="connsiteX4" fmla="*/ 3577874 w 3725019"/>
                  <a:gd name="connsiteY4" fmla="*/ 73572 h 1418896"/>
                  <a:gd name="connsiteX5" fmla="*/ 2632585 w 3725019"/>
                  <a:gd name="connsiteY5" fmla="*/ 448868 h 1418896"/>
                  <a:gd name="connsiteX6" fmla="*/ 2625150 w 3725019"/>
                  <a:gd name="connsiteY6" fmla="*/ 902607 h 1418896"/>
                  <a:gd name="connsiteX7" fmla="*/ 3725019 w 3725019"/>
                  <a:gd name="connsiteY7" fmla="*/ 1345324 h 1418896"/>
                  <a:gd name="connsiteX8" fmla="*/ 3441240 w 3725019"/>
                  <a:gd name="connsiteY8" fmla="*/ 1408386 h 1418896"/>
                  <a:gd name="connsiteX9" fmla="*/ 1864688 w 3725019"/>
                  <a:gd name="connsiteY9" fmla="*/ 746234 h 1418896"/>
                  <a:gd name="connsiteX10" fmla="*/ 256605 w 3725019"/>
                  <a:gd name="connsiteY10" fmla="*/ 1418896 h 1418896"/>
                  <a:gd name="connsiteX11" fmla="*/ 0 w 3725019"/>
                  <a:gd name="connsiteY11" fmla="*/ 1331097 h 1418896"/>
                  <a:gd name="connsiteX12" fmla="*/ 1113454 w 3725019"/>
                  <a:gd name="connsiteY12" fmla="*/ 903890 h 1418896"/>
                  <a:gd name="connsiteX13" fmla="*/ 1102302 w 3725019"/>
                  <a:gd name="connsiteY13" fmla="*/ 451945 h 1418896"/>
                  <a:gd name="connsiteX14" fmla="*/ 183032 w 3725019"/>
                  <a:gd name="connsiteY14" fmla="*/ 84081 h 1418896"/>
                  <a:gd name="connsiteX15" fmla="*/ 162012 w 3725019"/>
                  <a:gd name="connsiteY15" fmla="*/ 73572 h 14188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725019" h="1418896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</p:grpSp>
      <p:grpSp>
        <p:nvGrpSpPr>
          <p:cNvPr id="345" name="Group 124">
            <a:extLst>
              <a:ext uri="{FF2B5EF4-FFF2-40B4-BE49-F238E27FC236}">
                <a16:creationId xmlns:a16="http://schemas.microsoft.com/office/drawing/2014/main" id="{1875CC16-4D82-EC4B-A27F-8C5523CDCA1C}"/>
              </a:ext>
            </a:extLst>
          </p:cNvPr>
          <p:cNvGrpSpPr>
            <a:grpSpLocks/>
          </p:cNvGrpSpPr>
          <p:nvPr/>
        </p:nvGrpSpPr>
        <p:grpSpPr bwMode="auto">
          <a:xfrm>
            <a:off x="1317421" y="3877120"/>
            <a:ext cx="645431" cy="569172"/>
            <a:chOff x="-44" y="1473"/>
            <a:chExt cx="981" cy="1105"/>
          </a:xfrm>
        </p:grpSpPr>
        <p:pic>
          <p:nvPicPr>
            <p:cNvPr id="458" name="Picture 125" descr="desktop_computer_stylized_medium">
              <a:extLst>
                <a:ext uri="{FF2B5EF4-FFF2-40B4-BE49-F238E27FC236}">
                  <a16:creationId xmlns:a16="http://schemas.microsoft.com/office/drawing/2014/main" id="{06C4FF17-B894-F64E-B8E9-009E2F935BC7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459" name="Freeform 126">
              <a:extLst>
                <a:ext uri="{FF2B5EF4-FFF2-40B4-BE49-F238E27FC236}">
                  <a16:creationId xmlns:a16="http://schemas.microsoft.com/office/drawing/2014/main" id="{2B78B566-3D03-D044-A615-5F2E69BA2D51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5595 w 356"/>
                <a:gd name="T3" fmla="*/ 341 h 368"/>
                <a:gd name="T4" fmla="*/ 6638 w 356"/>
                <a:gd name="T5" fmla="*/ 7113 h 368"/>
                <a:gd name="T6" fmla="*/ 1463 w 356"/>
                <a:gd name="T7" fmla="*/ 8895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 cmpd="sng">
                  <a:solidFill>
                    <a:schemeClr val="tx1"/>
                  </a:solidFill>
                  <a:prstDash val="solid"/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</p:grpSp>
      <p:sp>
        <p:nvSpPr>
          <p:cNvPr id="347" name="Freeform 12">
            <a:extLst>
              <a:ext uri="{FF2B5EF4-FFF2-40B4-BE49-F238E27FC236}">
                <a16:creationId xmlns:a16="http://schemas.microsoft.com/office/drawing/2014/main" id="{B3DEE67E-0295-1C42-877B-3030DF5CC3A0}"/>
              </a:ext>
            </a:extLst>
          </p:cNvPr>
          <p:cNvSpPr>
            <a:spLocks/>
          </p:cNvSpPr>
          <p:nvPr/>
        </p:nvSpPr>
        <p:spPr bwMode="auto">
          <a:xfrm flipH="1">
            <a:off x="978210" y="4681606"/>
            <a:ext cx="308091" cy="1217281"/>
          </a:xfrm>
          <a:custGeom>
            <a:avLst/>
            <a:gdLst>
              <a:gd name="T0" fmla="*/ 2147483647 w 366"/>
              <a:gd name="T1" fmla="*/ 2147483647 h 1284"/>
              <a:gd name="T2" fmla="*/ 2147483647 w 366"/>
              <a:gd name="T3" fmla="*/ 0 h 1284"/>
              <a:gd name="T4" fmla="*/ 0 w 366"/>
              <a:gd name="T5" fmla="*/ 2147483647 h 1284"/>
              <a:gd name="T6" fmla="*/ 2147483647 w 366"/>
              <a:gd name="T7" fmla="*/ 2147483647 h 1284"/>
              <a:gd name="T8" fmla="*/ 2147483647 w 366"/>
              <a:gd name="T9" fmla="*/ 2147483647 h 1284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366" h="1284">
                <a:moveTo>
                  <a:pt x="366" y="1278"/>
                </a:moveTo>
                <a:lnTo>
                  <a:pt x="12" y="0"/>
                </a:lnTo>
                <a:lnTo>
                  <a:pt x="0" y="1224"/>
                </a:lnTo>
                <a:lnTo>
                  <a:pt x="186" y="1284"/>
                </a:lnTo>
                <a:lnTo>
                  <a:pt x="366" y="1278"/>
                </a:lnTo>
                <a:close/>
              </a:path>
            </a:pathLst>
          </a:custGeom>
          <a:gradFill rotWithShape="1">
            <a:gsLst>
              <a:gs pos="0">
                <a:srgbClr val="B2B2B2"/>
              </a:gs>
              <a:gs pos="100000">
                <a:srgbClr val="FFFFFF"/>
              </a:gs>
            </a:gsLst>
            <a:lin ang="0" scaled="1"/>
          </a:gradFill>
          <a:ln w="9525">
            <a:noFill/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348" name="Line 33">
            <a:extLst>
              <a:ext uri="{FF2B5EF4-FFF2-40B4-BE49-F238E27FC236}">
                <a16:creationId xmlns:a16="http://schemas.microsoft.com/office/drawing/2014/main" id="{EB4F5429-B362-3445-AEC3-247C13D4C69F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2405566" y="4856096"/>
            <a:ext cx="1134865" cy="113419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349" name="Text Box 42">
            <a:extLst>
              <a:ext uri="{FF2B5EF4-FFF2-40B4-BE49-F238E27FC236}">
                <a16:creationId xmlns:a16="http://schemas.microsoft.com/office/drawing/2014/main" id="{71EABF9B-1A6B-F746-87A6-59211399E59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88616" y="3529817"/>
            <a:ext cx="1122503" cy="31782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Host A</a:t>
            </a:r>
            <a:endParaRPr kumimoji="0" lang="en-US" altLang="en-US" sz="4000" b="0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Comic Sans MS" panose="030F0902030302020204" pitchFamily="66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350" name="Text Box 52">
            <a:extLst>
              <a:ext uri="{FF2B5EF4-FFF2-40B4-BE49-F238E27FC236}">
                <a16:creationId xmlns:a16="http://schemas.microsoft.com/office/drawing/2014/main" id="{E952F158-8C87-2743-A654-CB43702CF48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83435" y="6053488"/>
            <a:ext cx="981577" cy="31782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13A3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Host B</a:t>
            </a:r>
            <a:endParaRPr kumimoji="0" lang="en-US" altLang="en-US" sz="4000" b="0" i="0" u="none" strike="noStrike" kern="1200" cap="none" spc="0" normalizeH="0" baseline="0" noProof="0" dirty="0">
              <a:ln>
                <a:noFill/>
              </a:ln>
              <a:solidFill>
                <a:srgbClr val="0013A3"/>
              </a:solidFill>
              <a:effectLst/>
              <a:uLnTx/>
              <a:uFillTx/>
              <a:latin typeface="Comic Sans MS" panose="030F0902030302020204" pitchFamily="66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351" name="Line 53">
            <a:extLst>
              <a:ext uri="{FF2B5EF4-FFF2-40B4-BE49-F238E27FC236}">
                <a16:creationId xmlns:a16="http://schemas.microsoft.com/office/drawing/2014/main" id="{75256407-96DE-9F48-98B8-5BBEA93EFEC0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002248" y="5379569"/>
            <a:ext cx="748777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352" name="Line 54">
            <a:extLst>
              <a:ext uri="{FF2B5EF4-FFF2-40B4-BE49-F238E27FC236}">
                <a16:creationId xmlns:a16="http://schemas.microsoft.com/office/drawing/2014/main" id="{468D4135-22FF-CA48-B7FE-0A8C463F08E4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4991187" y="5379569"/>
            <a:ext cx="748777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353" name="Line 55">
            <a:extLst>
              <a:ext uri="{FF2B5EF4-FFF2-40B4-BE49-F238E27FC236}">
                <a16:creationId xmlns:a16="http://schemas.microsoft.com/office/drawing/2014/main" id="{BBD1E308-9528-154A-A531-46348FA3DF78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5143282" y="4856096"/>
            <a:ext cx="1134865" cy="113419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354" name="Line 57">
            <a:extLst>
              <a:ext uri="{FF2B5EF4-FFF2-40B4-BE49-F238E27FC236}">
                <a16:creationId xmlns:a16="http://schemas.microsoft.com/office/drawing/2014/main" id="{ED09B7CD-707F-824A-951E-3DF44B158743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6275655" y="4856289"/>
            <a:ext cx="540134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grpSp>
        <p:nvGrpSpPr>
          <p:cNvPr id="356" name="Group 127">
            <a:extLst>
              <a:ext uri="{FF2B5EF4-FFF2-40B4-BE49-F238E27FC236}">
                <a16:creationId xmlns:a16="http://schemas.microsoft.com/office/drawing/2014/main" id="{F053E5CE-83C8-B44F-BB41-24ACED3C1F54}"/>
              </a:ext>
            </a:extLst>
          </p:cNvPr>
          <p:cNvGrpSpPr>
            <a:grpSpLocks/>
          </p:cNvGrpSpPr>
          <p:nvPr/>
        </p:nvGrpSpPr>
        <p:grpSpPr bwMode="auto">
          <a:xfrm>
            <a:off x="7531958" y="4473878"/>
            <a:ext cx="284691" cy="577481"/>
            <a:chOff x="4140" y="429"/>
            <a:chExt cx="1425" cy="2396"/>
          </a:xfrm>
        </p:grpSpPr>
        <p:sp>
          <p:nvSpPr>
            <p:cNvPr id="420" name="Freeform 128">
              <a:extLst>
                <a:ext uri="{FF2B5EF4-FFF2-40B4-BE49-F238E27FC236}">
                  <a16:creationId xmlns:a16="http://schemas.microsoft.com/office/drawing/2014/main" id="{0C38C29E-82D9-DE4D-B34F-6E1B0F29E950}"/>
                </a:ext>
              </a:extLst>
            </p:cNvPr>
            <p:cNvSpPr>
              <a:spLocks/>
            </p:cNvSpPr>
            <p:nvPr/>
          </p:nvSpPr>
          <p:spPr bwMode="auto">
            <a:xfrm>
              <a:off x="5268" y="433"/>
              <a:ext cx="283" cy="2286"/>
            </a:xfrm>
            <a:custGeom>
              <a:avLst/>
              <a:gdLst>
                <a:gd name="T0" fmla="*/ 7 w 354"/>
                <a:gd name="T1" fmla="*/ 0 h 2742"/>
                <a:gd name="T2" fmla="*/ 38 w 354"/>
                <a:gd name="T3" fmla="*/ 55 h 2742"/>
                <a:gd name="T4" fmla="*/ 37 w 354"/>
                <a:gd name="T5" fmla="*/ 425 h 2742"/>
                <a:gd name="T6" fmla="*/ 0 w 354"/>
                <a:gd name="T7" fmla="*/ 445 h 2742"/>
                <a:gd name="T8" fmla="*/ 7 w 354"/>
                <a:gd name="T9" fmla="*/ 0 h 274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4" h="2742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 rotWithShape="1"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421" name="Rectangle 129">
              <a:extLst>
                <a:ext uri="{FF2B5EF4-FFF2-40B4-BE49-F238E27FC236}">
                  <a16:creationId xmlns:a16="http://schemas.microsoft.com/office/drawing/2014/main" id="{68008099-7DA3-DC4F-9848-B28E0757C8A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08" y="429"/>
              <a:ext cx="1044" cy="2284"/>
            </a:xfrm>
            <a:prstGeom prst="rect">
              <a:avLst/>
            </a:pr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422" name="Freeform 130">
              <a:extLst>
                <a:ext uri="{FF2B5EF4-FFF2-40B4-BE49-F238E27FC236}">
                  <a16:creationId xmlns:a16="http://schemas.microsoft.com/office/drawing/2014/main" id="{EE836601-014E-A34E-BA49-8C6B48990CC7}"/>
                </a:ext>
              </a:extLst>
            </p:cNvPr>
            <p:cNvSpPr>
              <a:spLocks/>
            </p:cNvSpPr>
            <p:nvPr/>
          </p:nvSpPr>
          <p:spPr bwMode="auto">
            <a:xfrm>
              <a:off x="5321" y="570"/>
              <a:ext cx="169" cy="2115"/>
            </a:xfrm>
            <a:custGeom>
              <a:avLst/>
              <a:gdLst>
                <a:gd name="T0" fmla="*/ 2 w 211"/>
                <a:gd name="T1" fmla="*/ 0 h 2537"/>
                <a:gd name="T2" fmla="*/ 23 w 211"/>
                <a:gd name="T3" fmla="*/ 36 h 2537"/>
                <a:gd name="T4" fmla="*/ 2 w 211"/>
                <a:gd name="T5" fmla="*/ 405 h 2537"/>
                <a:gd name="T6" fmla="*/ 2 w 211"/>
                <a:gd name="T7" fmla="*/ 0 h 2537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11" h="2537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 rotWithShape="1"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423" name="Freeform 131">
              <a:extLst>
                <a:ext uri="{FF2B5EF4-FFF2-40B4-BE49-F238E27FC236}">
                  <a16:creationId xmlns:a16="http://schemas.microsoft.com/office/drawing/2014/main" id="{196DB8E5-D7EB-FE4F-8E87-CF4500523516}"/>
                </a:ext>
              </a:extLst>
            </p:cNvPr>
            <p:cNvSpPr>
              <a:spLocks/>
            </p:cNvSpPr>
            <p:nvPr/>
          </p:nvSpPr>
          <p:spPr bwMode="auto">
            <a:xfrm>
              <a:off x="5284" y="1640"/>
              <a:ext cx="263" cy="189"/>
            </a:xfrm>
            <a:custGeom>
              <a:avLst/>
              <a:gdLst>
                <a:gd name="T0" fmla="*/ 2 w 328"/>
                <a:gd name="T1" fmla="*/ 0 h 226"/>
                <a:gd name="T2" fmla="*/ 36 w 328"/>
                <a:gd name="T3" fmla="*/ 21 h 226"/>
                <a:gd name="T4" fmla="*/ 36 w 328"/>
                <a:gd name="T5" fmla="*/ 38 h 226"/>
                <a:gd name="T6" fmla="*/ 0 w 328"/>
                <a:gd name="T7" fmla="*/ 16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424" name="Rectangle 132">
              <a:extLst>
                <a:ext uri="{FF2B5EF4-FFF2-40B4-BE49-F238E27FC236}">
                  <a16:creationId xmlns:a16="http://schemas.microsoft.com/office/drawing/2014/main" id="{A36AF25C-36F4-8C41-BBF3-7179E440A69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08" y="696"/>
              <a:ext cx="595" cy="43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grpSp>
          <p:nvGrpSpPr>
            <p:cNvPr id="425" name="Group 133">
              <a:extLst>
                <a:ext uri="{FF2B5EF4-FFF2-40B4-BE49-F238E27FC236}">
                  <a16:creationId xmlns:a16="http://schemas.microsoft.com/office/drawing/2014/main" id="{91FC7106-BBE3-6342-AEDC-BB075E2A4F40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49" y="668"/>
              <a:ext cx="581" cy="145"/>
              <a:chOff x="614" y="2568"/>
              <a:chExt cx="725" cy="139"/>
            </a:xfrm>
          </p:grpSpPr>
          <p:sp>
            <p:nvSpPr>
              <p:cNvPr id="450" name="AutoShape 134">
                <a:extLst>
                  <a:ext uri="{FF2B5EF4-FFF2-40B4-BE49-F238E27FC236}">
                    <a16:creationId xmlns:a16="http://schemas.microsoft.com/office/drawing/2014/main" id="{B78B2B71-C293-E74B-A8B2-FA48F8A21AA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09" y="2570"/>
                <a:ext cx="731" cy="140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endParaRPr>
              </a:p>
            </p:txBody>
          </p:sp>
          <p:sp>
            <p:nvSpPr>
              <p:cNvPr id="451" name="AutoShape 135">
                <a:extLst>
                  <a:ext uri="{FF2B5EF4-FFF2-40B4-BE49-F238E27FC236}">
                    <a16:creationId xmlns:a16="http://schemas.microsoft.com/office/drawing/2014/main" id="{B93FE048-8D2E-184B-938F-A023FE6CC24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1" y="2587"/>
                <a:ext cx="706" cy="107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endParaRPr>
              </a:p>
            </p:txBody>
          </p:sp>
        </p:grpSp>
        <p:sp>
          <p:nvSpPr>
            <p:cNvPr id="426" name="Rectangle 136">
              <a:extLst>
                <a:ext uri="{FF2B5EF4-FFF2-40B4-BE49-F238E27FC236}">
                  <a16:creationId xmlns:a16="http://schemas.microsoft.com/office/drawing/2014/main" id="{1BE92891-13BB-1942-AF26-7547F5E896F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28" y="1015"/>
              <a:ext cx="595" cy="52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grpSp>
          <p:nvGrpSpPr>
            <p:cNvPr id="427" name="Group 137">
              <a:extLst>
                <a:ext uri="{FF2B5EF4-FFF2-40B4-BE49-F238E27FC236}">
                  <a16:creationId xmlns:a16="http://schemas.microsoft.com/office/drawing/2014/main" id="{B146C1A0-0498-3742-B869-C11FC5A9B4D9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47" y="994"/>
              <a:ext cx="581" cy="134"/>
              <a:chOff x="614" y="2568"/>
              <a:chExt cx="725" cy="139"/>
            </a:xfrm>
          </p:grpSpPr>
          <p:sp>
            <p:nvSpPr>
              <p:cNvPr id="448" name="AutoShape 138">
                <a:extLst>
                  <a:ext uri="{FF2B5EF4-FFF2-40B4-BE49-F238E27FC236}">
                    <a16:creationId xmlns:a16="http://schemas.microsoft.com/office/drawing/2014/main" id="{6D8DAB10-D332-E443-B0C8-6926120D7EA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2" y="2572"/>
                <a:ext cx="731" cy="134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endParaRPr>
              </a:p>
            </p:txBody>
          </p:sp>
          <p:sp>
            <p:nvSpPr>
              <p:cNvPr id="449" name="AutoShape 139">
                <a:extLst>
                  <a:ext uri="{FF2B5EF4-FFF2-40B4-BE49-F238E27FC236}">
                    <a16:creationId xmlns:a16="http://schemas.microsoft.com/office/drawing/2014/main" id="{10A758BC-CA4A-4941-B3B1-013DFD754CC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4" y="2590"/>
                <a:ext cx="706" cy="98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endParaRPr>
              </a:p>
            </p:txBody>
          </p:sp>
        </p:grpSp>
        <p:sp>
          <p:nvSpPr>
            <p:cNvPr id="428" name="Rectangle 140">
              <a:extLst>
                <a:ext uri="{FF2B5EF4-FFF2-40B4-BE49-F238E27FC236}">
                  <a16:creationId xmlns:a16="http://schemas.microsoft.com/office/drawing/2014/main" id="{72D726F8-E1D6-6540-B8C3-5DC6D289ACF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18" y="1360"/>
              <a:ext cx="595" cy="43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429" name="Rectangle 141">
              <a:extLst>
                <a:ext uri="{FF2B5EF4-FFF2-40B4-BE49-F238E27FC236}">
                  <a16:creationId xmlns:a16="http://schemas.microsoft.com/office/drawing/2014/main" id="{A62C6415-93B4-6540-B726-6DC1170DF01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28" y="1653"/>
              <a:ext cx="595" cy="52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grpSp>
          <p:nvGrpSpPr>
            <p:cNvPr id="430" name="Group 142">
              <a:extLst>
                <a:ext uri="{FF2B5EF4-FFF2-40B4-BE49-F238E27FC236}">
                  <a16:creationId xmlns:a16="http://schemas.microsoft.com/office/drawing/2014/main" id="{E2133AAA-F115-D84C-A2BB-27266E35F2E4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35" y="1627"/>
              <a:ext cx="582" cy="151"/>
              <a:chOff x="614" y="2568"/>
              <a:chExt cx="725" cy="139"/>
            </a:xfrm>
          </p:grpSpPr>
          <p:sp>
            <p:nvSpPr>
              <p:cNvPr id="446" name="AutoShape 143">
                <a:extLst>
                  <a:ext uri="{FF2B5EF4-FFF2-40B4-BE49-F238E27FC236}">
                    <a16:creationId xmlns:a16="http://schemas.microsoft.com/office/drawing/2014/main" id="{2E174869-B2BC-4A45-B3FD-9330A289DD4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4" y="2568"/>
                <a:ext cx="730" cy="198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endParaRPr>
              </a:p>
            </p:txBody>
          </p:sp>
          <p:sp>
            <p:nvSpPr>
              <p:cNvPr id="447" name="AutoShape 144">
                <a:extLst>
                  <a:ext uri="{FF2B5EF4-FFF2-40B4-BE49-F238E27FC236}">
                    <a16:creationId xmlns:a16="http://schemas.microsoft.com/office/drawing/2014/main" id="{865B98B3-39D4-1340-8796-962A54421EB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7" y="2584"/>
                <a:ext cx="705" cy="111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endParaRPr>
              </a:p>
            </p:txBody>
          </p:sp>
        </p:grpSp>
        <p:sp>
          <p:nvSpPr>
            <p:cNvPr id="431" name="Freeform 145">
              <a:extLst>
                <a:ext uri="{FF2B5EF4-FFF2-40B4-BE49-F238E27FC236}">
                  <a16:creationId xmlns:a16="http://schemas.microsoft.com/office/drawing/2014/main" id="{519C0B54-898C-9845-915D-7A5F4E93D83D}"/>
                </a:ext>
              </a:extLst>
            </p:cNvPr>
            <p:cNvSpPr>
              <a:spLocks/>
            </p:cNvSpPr>
            <p:nvPr/>
          </p:nvSpPr>
          <p:spPr bwMode="auto">
            <a:xfrm>
              <a:off x="5288" y="1354"/>
              <a:ext cx="263" cy="188"/>
            </a:xfrm>
            <a:custGeom>
              <a:avLst/>
              <a:gdLst>
                <a:gd name="T0" fmla="*/ 2 w 328"/>
                <a:gd name="T1" fmla="*/ 0 h 226"/>
                <a:gd name="T2" fmla="*/ 36 w 328"/>
                <a:gd name="T3" fmla="*/ 20 h 226"/>
                <a:gd name="T4" fmla="*/ 36 w 328"/>
                <a:gd name="T5" fmla="*/ 36 h 226"/>
                <a:gd name="T6" fmla="*/ 0 w 328"/>
                <a:gd name="T7" fmla="*/ 15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grpSp>
          <p:nvGrpSpPr>
            <p:cNvPr id="432" name="Group 146">
              <a:extLst>
                <a:ext uri="{FF2B5EF4-FFF2-40B4-BE49-F238E27FC236}">
                  <a16:creationId xmlns:a16="http://schemas.microsoft.com/office/drawing/2014/main" id="{8CDD4409-D107-D44E-A6F3-3F54C9F344EA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39" y="1327"/>
              <a:ext cx="582" cy="139"/>
              <a:chOff x="614" y="2568"/>
              <a:chExt cx="725" cy="139"/>
            </a:xfrm>
          </p:grpSpPr>
          <p:sp>
            <p:nvSpPr>
              <p:cNvPr id="444" name="AutoShape 147">
                <a:extLst>
                  <a:ext uri="{FF2B5EF4-FFF2-40B4-BE49-F238E27FC236}">
                    <a16:creationId xmlns:a16="http://schemas.microsoft.com/office/drawing/2014/main" id="{55B72EBE-4A58-CF48-BD56-76B6F6022AB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09" y="2566"/>
                <a:ext cx="730" cy="138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endParaRPr>
              </a:p>
            </p:txBody>
          </p:sp>
          <p:sp>
            <p:nvSpPr>
              <p:cNvPr id="445" name="AutoShape 148">
                <a:extLst>
                  <a:ext uri="{FF2B5EF4-FFF2-40B4-BE49-F238E27FC236}">
                    <a16:creationId xmlns:a16="http://schemas.microsoft.com/office/drawing/2014/main" id="{AEF43A66-7669-AC44-AF01-1D8B6CB77F4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2" y="2584"/>
                <a:ext cx="705" cy="103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endParaRPr>
              </a:p>
            </p:txBody>
          </p:sp>
        </p:grpSp>
        <p:sp>
          <p:nvSpPr>
            <p:cNvPr id="433" name="Rectangle 149">
              <a:extLst>
                <a:ext uri="{FF2B5EF4-FFF2-40B4-BE49-F238E27FC236}">
                  <a16:creationId xmlns:a16="http://schemas.microsoft.com/office/drawing/2014/main" id="{48DA1B94-09C2-1840-B8EC-113BE8C8345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53" y="429"/>
              <a:ext cx="68" cy="2293"/>
            </a:xfrm>
            <a:prstGeom prst="rect">
              <a:avLst/>
            </a:prstGeom>
            <a:gradFill rotWithShape="1"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434" name="Freeform 150">
              <a:extLst>
                <a:ext uri="{FF2B5EF4-FFF2-40B4-BE49-F238E27FC236}">
                  <a16:creationId xmlns:a16="http://schemas.microsoft.com/office/drawing/2014/main" id="{E90CC519-FF6C-A642-B4B0-C0D5E7E7F8DF}"/>
                </a:ext>
              </a:extLst>
            </p:cNvPr>
            <p:cNvSpPr>
              <a:spLocks/>
            </p:cNvSpPr>
            <p:nvPr/>
          </p:nvSpPr>
          <p:spPr bwMode="auto">
            <a:xfrm>
              <a:off x="5312" y="1007"/>
              <a:ext cx="237" cy="213"/>
            </a:xfrm>
            <a:custGeom>
              <a:avLst/>
              <a:gdLst>
                <a:gd name="T0" fmla="*/ 2 w 296"/>
                <a:gd name="T1" fmla="*/ 0 h 256"/>
                <a:gd name="T2" fmla="*/ 32 w 296"/>
                <a:gd name="T3" fmla="*/ 22 h 256"/>
                <a:gd name="T4" fmla="*/ 32 w 296"/>
                <a:gd name="T5" fmla="*/ 41 h 256"/>
                <a:gd name="T6" fmla="*/ 0 w 296"/>
                <a:gd name="T7" fmla="*/ 15 h 256"/>
                <a:gd name="T8" fmla="*/ 2 w 296"/>
                <a:gd name="T9" fmla="*/ 0 h 25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96" h="25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435" name="Freeform 151">
              <a:extLst>
                <a:ext uri="{FF2B5EF4-FFF2-40B4-BE49-F238E27FC236}">
                  <a16:creationId xmlns:a16="http://schemas.microsoft.com/office/drawing/2014/main" id="{4FD498C9-45E2-9A44-833E-DF1718373526}"/>
                </a:ext>
              </a:extLst>
            </p:cNvPr>
            <p:cNvSpPr>
              <a:spLocks/>
            </p:cNvSpPr>
            <p:nvPr/>
          </p:nvSpPr>
          <p:spPr bwMode="auto">
            <a:xfrm>
              <a:off x="5315" y="680"/>
              <a:ext cx="244" cy="240"/>
            </a:xfrm>
            <a:custGeom>
              <a:avLst/>
              <a:gdLst>
                <a:gd name="T0" fmla="*/ 0 w 304"/>
                <a:gd name="T1" fmla="*/ 0 h 288"/>
                <a:gd name="T2" fmla="*/ 34 w 304"/>
                <a:gd name="T3" fmla="*/ 27 h 288"/>
                <a:gd name="T4" fmla="*/ 31 w 304"/>
                <a:gd name="T5" fmla="*/ 48 h 288"/>
                <a:gd name="T6" fmla="*/ 2 w 304"/>
                <a:gd name="T7" fmla="*/ 20 h 288"/>
                <a:gd name="T8" fmla="*/ 0 w 304"/>
                <a:gd name="T9" fmla="*/ 0 h 28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04" h="288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436" name="Oval 152">
              <a:extLst>
                <a:ext uri="{FF2B5EF4-FFF2-40B4-BE49-F238E27FC236}">
                  <a16:creationId xmlns:a16="http://schemas.microsoft.com/office/drawing/2014/main" id="{094B9650-E8E9-8049-A250-639ED23B64E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16" y="2610"/>
              <a:ext cx="49" cy="95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437" name="Freeform 153">
              <a:extLst>
                <a:ext uri="{FF2B5EF4-FFF2-40B4-BE49-F238E27FC236}">
                  <a16:creationId xmlns:a16="http://schemas.microsoft.com/office/drawing/2014/main" id="{CC772392-E262-1B4C-934A-C2274B74B3D1}"/>
                </a:ext>
              </a:extLst>
            </p:cNvPr>
            <p:cNvSpPr>
              <a:spLocks/>
            </p:cNvSpPr>
            <p:nvPr/>
          </p:nvSpPr>
          <p:spPr bwMode="auto">
            <a:xfrm>
              <a:off x="5302" y="2614"/>
              <a:ext cx="245" cy="200"/>
            </a:xfrm>
            <a:custGeom>
              <a:avLst/>
              <a:gdLst>
                <a:gd name="T0" fmla="*/ 0 w 306"/>
                <a:gd name="T1" fmla="*/ 18 h 240"/>
                <a:gd name="T2" fmla="*/ 2 w 306"/>
                <a:gd name="T3" fmla="*/ 40 h 240"/>
                <a:gd name="T4" fmla="*/ 34 w 306"/>
                <a:gd name="T5" fmla="*/ 18 h 240"/>
                <a:gd name="T6" fmla="*/ 32 w 306"/>
                <a:gd name="T7" fmla="*/ 0 h 240"/>
                <a:gd name="T8" fmla="*/ 0 w 306"/>
                <a:gd name="T9" fmla="*/ 18 h 24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06" h="240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438" name="AutoShape 154">
              <a:extLst>
                <a:ext uri="{FF2B5EF4-FFF2-40B4-BE49-F238E27FC236}">
                  <a16:creationId xmlns:a16="http://schemas.microsoft.com/office/drawing/2014/main" id="{A847FBEF-BCEF-144E-A9B4-6D4EC2B327A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40" y="2678"/>
              <a:ext cx="1201" cy="147"/>
            </a:xfrm>
            <a:prstGeom prst="roundRect">
              <a:avLst>
                <a:gd name="adj" fmla="val 50000"/>
              </a:avLst>
            </a:prstGeom>
            <a:solidFill>
              <a:srgbClr val="DDDDDD"/>
            </a:solidFill>
            <a:ln w="9525">
              <a:solidFill>
                <a:srgbClr val="00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439" name="AutoShape 155">
              <a:extLst>
                <a:ext uri="{FF2B5EF4-FFF2-40B4-BE49-F238E27FC236}">
                  <a16:creationId xmlns:a16="http://schemas.microsoft.com/office/drawing/2014/main" id="{77E42DB7-A005-9743-82D9-584F8FF4139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08" y="2713"/>
              <a:ext cx="1064" cy="78"/>
            </a:xfrm>
            <a:prstGeom prst="roundRect">
              <a:avLst>
                <a:gd name="adj" fmla="val 50000"/>
              </a:avLst>
            </a:prstGeom>
            <a:gradFill rotWithShape="1">
              <a:gsLst>
                <a:gs pos="0">
                  <a:srgbClr val="000000"/>
                </a:gs>
                <a:gs pos="100000">
                  <a:srgbClr val="808080"/>
                </a:gs>
              </a:gsLst>
              <a:lin ang="0" scaled="1"/>
            </a:gradFill>
            <a:ln w="9525">
              <a:solidFill>
                <a:srgbClr val="00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440" name="Oval 156">
              <a:extLst>
                <a:ext uri="{FF2B5EF4-FFF2-40B4-BE49-F238E27FC236}">
                  <a16:creationId xmlns:a16="http://schemas.microsoft.com/office/drawing/2014/main" id="{727589AB-7983-4642-ABB0-1373C86DB54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06" y="2385"/>
              <a:ext cx="156" cy="138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441" name="Oval 157">
              <a:extLst>
                <a:ext uri="{FF2B5EF4-FFF2-40B4-BE49-F238E27FC236}">
                  <a16:creationId xmlns:a16="http://schemas.microsoft.com/office/drawing/2014/main" id="{0E294EC3-D225-AC47-9069-5C4C2296B7D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82" y="2385"/>
              <a:ext cx="166" cy="138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Arial" charset="0"/>
              </a:endParaRPr>
            </a:p>
          </p:txBody>
        </p:sp>
        <p:sp>
          <p:nvSpPr>
            <p:cNvPr id="442" name="Oval 158">
              <a:extLst>
                <a:ext uri="{FF2B5EF4-FFF2-40B4-BE49-F238E27FC236}">
                  <a16:creationId xmlns:a16="http://schemas.microsoft.com/office/drawing/2014/main" id="{91CEEFA5-1DF7-3243-BA43-EEF99F14823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57" y="2377"/>
              <a:ext cx="166" cy="147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443" name="Rectangle 159">
              <a:extLst>
                <a:ext uri="{FF2B5EF4-FFF2-40B4-BE49-F238E27FC236}">
                  <a16:creationId xmlns:a16="http://schemas.microsoft.com/office/drawing/2014/main" id="{1F261A4A-7DA6-3F43-A166-B036ABB1FED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57" y="1834"/>
              <a:ext cx="88" cy="758"/>
            </a:xfrm>
            <a:prstGeom prst="rect">
              <a:avLst/>
            </a:prstGeom>
            <a:solidFill>
              <a:srgbClr val="292929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</p:grpSp>
      <p:grpSp>
        <p:nvGrpSpPr>
          <p:cNvPr id="357" name="Group 160">
            <a:extLst>
              <a:ext uri="{FF2B5EF4-FFF2-40B4-BE49-F238E27FC236}">
                <a16:creationId xmlns:a16="http://schemas.microsoft.com/office/drawing/2014/main" id="{FC5CD3E0-8F4C-A247-BF27-2828EA8EA48E}"/>
              </a:ext>
            </a:extLst>
          </p:cNvPr>
          <p:cNvGrpSpPr>
            <a:grpSpLocks/>
          </p:cNvGrpSpPr>
          <p:nvPr/>
        </p:nvGrpSpPr>
        <p:grpSpPr bwMode="auto">
          <a:xfrm>
            <a:off x="585296" y="5655276"/>
            <a:ext cx="645431" cy="569172"/>
            <a:chOff x="-44" y="1473"/>
            <a:chExt cx="981" cy="1105"/>
          </a:xfrm>
        </p:grpSpPr>
        <p:pic>
          <p:nvPicPr>
            <p:cNvPr id="418" name="Picture 161" descr="desktop_computer_stylized_medium">
              <a:extLst>
                <a:ext uri="{FF2B5EF4-FFF2-40B4-BE49-F238E27FC236}">
                  <a16:creationId xmlns:a16="http://schemas.microsoft.com/office/drawing/2014/main" id="{6E92F66C-6B76-EE47-BDD2-F1129D17EFE7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419" name="Freeform 162">
              <a:extLst>
                <a:ext uri="{FF2B5EF4-FFF2-40B4-BE49-F238E27FC236}">
                  <a16:creationId xmlns:a16="http://schemas.microsoft.com/office/drawing/2014/main" id="{6E619406-BD3D-804E-84E7-04C656A88C80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5595 w 356"/>
                <a:gd name="T3" fmla="*/ 341 h 368"/>
                <a:gd name="T4" fmla="*/ 6638 w 356"/>
                <a:gd name="T5" fmla="*/ 7113 h 368"/>
                <a:gd name="T6" fmla="*/ 1463 w 356"/>
                <a:gd name="T7" fmla="*/ 8895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 cmpd="sng">
                  <a:solidFill>
                    <a:schemeClr val="tx1"/>
                  </a:solidFill>
                  <a:prstDash val="solid"/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</p:grpSp>
      <p:grpSp>
        <p:nvGrpSpPr>
          <p:cNvPr id="358" name="Group 163">
            <a:extLst>
              <a:ext uri="{FF2B5EF4-FFF2-40B4-BE49-F238E27FC236}">
                <a16:creationId xmlns:a16="http://schemas.microsoft.com/office/drawing/2014/main" id="{E1C5F9CD-6CD9-E043-8A6F-A2FE02A80733}"/>
              </a:ext>
            </a:extLst>
          </p:cNvPr>
          <p:cNvGrpSpPr>
            <a:grpSpLocks/>
          </p:cNvGrpSpPr>
          <p:nvPr/>
        </p:nvGrpSpPr>
        <p:grpSpPr bwMode="auto">
          <a:xfrm>
            <a:off x="7141970" y="5736859"/>
            <a:ext cx="284691" cy="577481"/>
            <a:chOff x="4140" y="429"/>
            <a:chExt cx="1425" cy="2396"/>
          </a:xfrm>
        </p:grpSpPr>
        <p:sp>
          <p:nvSpPr>
            <p:cNvPr id="386" name="Freeform 164">
              <a:extLst>
                <a:ext uri="{FF2B5EF4-FFF2-40B4-BE49-F238E27FC236}">
                  <a16:creationId xmlns:a16="http://schemas.microsoft.com/office/drawing/2014/main" id="{6CA1ADCB-BF30-864D-9F00-26EE89960734}"/>
                </a:ext>
              </a:extLst>
            </p:cNvPr>
            <p:cNvSpPr>
              <a:spLocks/>
            </p:cNvSpPr>
            <p:nvPr/>
          </p:nvSpPr>
          <p:spPr bwMode="auto">
            <a:xfrm>
              <a:off x="5268" y="433"/>
              <a:ext cx="283" cy="2286"/>
            </a:xfrm>
            <a:custGeom>
              <a:avLst/>
              <a:gdLst>
                <a:gd name="T0" fmla="*/ 7 w 354"/>
                <a:gd name="T1" fmla="*/ 0 h 2742"/>
                <a:gd name="T2" fmla="*/ 38 w 354"/>
                <a:gd name="T3" fmla="*/ 55 h 2742"/>
                <a:gd name="T4" fmla="*/ 37 w 354"/>
                <a:gd name="T5" fmla="*/ 425 h 2742"/>
                <a:gd name="T6" fmla="*/ 0 w 354"/>
                <a:gd name="T7" fmla="*/ 445 h 2742"/>
                <a:gd name="T8" fmla="*/ 7 w 354"/>
                <a:gd name="T9" fmla="*/ 0 h 274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4" h="2742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 rotWithShape="1"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87" name="Rectangle 165">
              <a:extLst>
                <a:ext uri="{FF2B5EF4-FFF2-40B4-BE49-F238E27FC236}">
                  <a16:creationId xmlns:a16="http://schemas.microsoft.com/office/drawing/2014/main" id="{84113A57-FEA3-A245-ADC3-1C98EE6B604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08" y="429"/>
              <a:ext cx="1044" cy="2284"/>
            </a:xfrm>
            <a:prstGeom prst="rect">
              <a:avLst/>
            </a:pr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388" name="Freeform 166">
              <a:extLst>
                <a:ext uri="{FF2B5EF4-FFF2-40B4-BE49-F238E27FC236}">
                  <a16:creationId xmlns:a16="http://schemas.microsoft.com/office/drawing/2014/main" id="{17DDF599-C8B9-ED49-A878-2E9E9C14F252}"/>
                </a:ext>
              </a:extLst>
            </p:cNvPr>
            <p:cNvSpPr>
              <a:spLocks/>
            </p:cNvSpPr>
            <p:nvPr/>
          </p:nvSpPr>
          <p:spPr bwMode="auto">
            <a:xfrm>
              <a:off x="5321" y="570"/>
              <a:ext cx="169" cy="2115"/>
            </a:xfrm>
            <a:custGeom>
              <a:avLst/>
              <a:gdLst>
                <a:gd name="T0" fmla="*/ 2 w 211"/>
                <a:gd name="T1" fmla="*/ 0 h 2537"/>
                <a:gd name="T2" fmla="*/ 23 w 211"/>
                <a:gd name="T3" fmla="*/ 36 h 2537"/>
                <a:gd name="T4" fmla="*/ 2 w 211"/>
                <a:gd name="T5" fmla="*/ 405 h 2537"/>
                <a:gd name="T6" fmla="*/ 2 w 211"/>
                <a:gd name="T7" fmla="*/ 0 h 2537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11" h="2537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 rotWithShape="1"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89" name="Freeform 167">
              <a:extLst>
                <a:ext uri="{FF2B5EF4-FFF2-40B4-BE49-F238E27FC236}">
                  <a16:creationId xmlns:a16="http://schemas.microsoft.com/office/drawing/2014/main" id="{D79F5A9D-B30C-E04E-814D-CEF62D45B0E4}"/>
                </a:ext>
              </a:extLst>
            </p:cNvPr>
            <p:cNvSpPr>
              <a:spLocks/>
            </p:cNvSpPr>
            <p:nvPr/>
          </p:nvSpPr>
          <p:spPr bwMode="auto">
            <a:xfrm>
              <a:off x="5284" y="1640"/>
              <a:ext cx="263" cy="189"/>
            </a:xfrm>
            <a:custGeom>
              <a:avLst/>
              <a:gdLst>
                <a:gd name="T0" fmla="*/ 2 w 328"/>
                <a:gd name="T1" fmla="*/ 0 h 226"/>
                <a:gd name="T2" fmla="*/ 36 w 328"/>
                <a:gd name="T3" fmla="*/ 21 h 226"/>
                <a:gd name="T4" fmla="*/ 36 w 328"/>
                <a:gd name="T5" fmla="*/ 38 h 226"/>
                <a:gd name="T6" fmla="*/ 0 w 328"/>
                <a:gd name="T7" fmla="*/ 16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90" name="Rectangle 168">
              <a:extLst>
                <a:ext uri="{FF2B5EF4-FFF2-40B4-BE49-F238E27FC236}">
                  <a16:creationId xmlns:a16="http://schemas.microsoft.com/office/drawing/2014/main" id="{E4257EA1-363B-2845-8C9B-7FA15C50A60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08" y="696"/>
              <a:ext cx="595" cy="43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grpSp>
          <p:nvGrpSpPr>
            <p:cNvPr id="391" name="Group 169">
              <a:extLst>
                <a:ext uri="{FF2B5EF4-FFF2-40B4-BE49-F238E27FC236}">
                  <a16:creationId xmlns:a16="http://schemas.microsoft.com/office/drawing/2014/main" id="{5E2C0E7D-06A7-264F-887D-F219437D11A5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49" y="668"/>
              <a:ext cx="581" cy="145"/>
              <a:chOff x="614" y="2568"/>
              <a:chExt cx="725" cy="139"/>
            </a:xfrm>
          </p:grpSpPr>
          <p:sp>
            <p:nvSpPr>
              <p:cNvPr id="416" name="AutoShape 170">
                <a:extLst>
                  <a:ext uri="{FF2B5EF4-FFF2-40B4-BE49-F238E27FC236}">
                    <a16:creationId xmlns:a16="http://schemas.microsoft.com/office/drawing/2014/main" id="{A967F0FF-1A5B-524B-93E6-F5241976BB9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09" y="2570"/>
                <a:ext cx="731" cy="140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endParaRPr>
              </a:p>
            </p:txBody>
          </p:sp>
          <p:sp>
            <p:nvSpPr>
              <p:cNvPr id="417" name="AutoShape 171">
                <a:extLst>
                  <a:ext uri="{FF2B5EF4-FFF2-40B4-BE49-F238E27FC236}">
                    <a16:creationId xmlns:a16="http://schemas.microsoft.com/office/drawing/2014/main" id="{47E42211-0EB4-8846-9356-8025F0B0AFD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1" y="2587"/>
                <a:ext cx="706" cy="107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endParaRPr>
              </a:p>
            </p:txBody>
          </p:sp>
        </p:grpSp>
        <p:sp>
          <p:nvSpPr>
            <p:cNvPr id="392" name="Rectangle 172">
              <a:extLst>
                <a:ext uri="{FF2B5EF4-FFF2-40B4-BE49-F238E27FC236}">
                  <a16:creationId xmlns:a16="http://schemas.microsoft.com/office/drawing/2014/main" id="{A253ECB5-E810-654A-8AEA-B06E7E8BD7F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28" y="1015"/>
              <a:ext cx="595" cy="52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grpSp>
          <p:nvGrpSpPr>
            <p:cNvPr id="393" name="Group 173">
              <a:extLst>
                <a:ext uri="{FF2B5EF4-FFF2-40B4-BE49-F238E27FC236}">
                  <a16:creationId xmlns:a16="http://schemas.microsoft.com/office/drawing/2014/main" id="{8ABBF0A2-79C7-3843-AEF7-0B108A1A9DBD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47" y="994"/>
              <a:ext cx="581" cy="134"/>
              <a:chOff x="614" y="2568"/>
              <a:chExt cx="725" cy="139"/>
            </a:xfrm>
          </p:grpSpPr>
          <p:sp>
            <p:nvSpPr>
              <p:cNvPr id="414" name="AutoShape 174">
                <a:extLst>
                  <a:ext uri="{FF2B5EF4-FFF2-40B4-BE49-F238E27FC236}">
                    <a16:creationId xmlns:a16="http://schemas.microsoft.com/office/drawing/2014/main" id="{0D6185E6-D51D-A544-8C9F-6CF31ACD065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2" y="2572"/>
                <a:ext cx="731" cy="134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endParaRPr>
              </a:p>
            </p:txBody>
          </p:sp>
          <p:sp>
            <p:nvSpPr>
              <p:cNvPr id="415" name="AutoShape 175">
                <a:extLst>
                  <a:ext uri="{FF2B5EF4-FFF2-40B4-BE49-F238E27FC236}">
                    <a16:creationId xmlns:a16="http://schemas.microsoft.com/office/drawing/2014/main" id="{45C49FBD-4799-3440-BE93-ED432BA5548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4" y="2590"/>
                <a:ext cx="706" cy="98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endParaRPr>
              </a:p>
            </p:txBody>
          </p:sp>
        </p:grpSp>
        <p:sp>
          <p:nvSpPr>
            <p:cNvPr id="394" name="Rectangle 176">
              <a:extLst>
                <a:ext uri="{FF2B5EF4-FFF2-40B4-BE49-F238E27FC236}">
                  <a16:creationId xmlns:a16="http://schemas.microsoft.com/office/drawing/2014/main" id="{62DDF460-8AF3-FF41-B885-D46ADE63CCE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18" y="1360"/>
              <a:ext cx="595" cy="43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395" name="Rectangle 177">
              <a:extLst>
                <a:ext uri="{FF2B5EF4-FFF2-40B4-BE49-F238E27FC236}">
                  <a16:creationId xmlns:a16="http://schemas.microsoft.com/office/drawing/2014/main" id="{C24947D6-AADC-9A47-95C8-7A2CCE910DB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28" y="1653"/>
              <a:ext cx="595" cy="52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grpSp>
          <p:nvGrpSpPr>
            <p:cNvPr id="396" name="Group 178">
              <a:extLst>
                <a:ext uri="{FF2B5EF4-FFF2-40B4-BE49-F238E27FC236}">
                  <a16:creationId xmlns:a16="http://schemas.microsoft.com/office/drawing/2014/main" id="{51A2B0F1-DE5B-9C44-A881-C4B542B6B50A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35" y="1627"/>
              <a:ext cx="582" cy="151"/>
              <a:chOff x="614" y="2568"/>
              <a:chExt cx="725" cy="139"/>
            </a:xfrm>
          </p:grpSpPr>
          <p:sp>
            <p:nvSpPr>
              <p:cNvPr id="412" name="AutoShape 179">
                <a:extLst>
                  <a:ext uri="{FF2B5EF4-FFF2-40B4-BE49-F238E27FC236}">
                    <a16:creationId xmlns:a16="http://schemas.microsoft.com/office/drawing/2014/main" id="{FF26D077-4EA3-2342-837F-8A5D5BE9840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4" y="2568"/>
                <a:ext cx="730" cy="198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endParaRPr>
              </a:p>
            </p:txBody>
          </p:sp>
          <p:sp>
            <p:nvSpPr>
              <p:cNvPr id="413" name="AutoShape 180">
                <a:extLst>
                  <a:ext uri="{FF2B5EF4-FFF2-40B4-BE49-F238E27FC236}">
                    <a16:creationId xmlns:a16="http://schemas.microsoft.com/office/drawing/2014/main" id="{6938491D-ACC4-D247-A174-ED9E6395592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7" y="2584"/>
                <a:ext cx="705" cy="111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endParaRPr>
              </a:p>
            </p:txBody>
          </p:sp>
        </p:grpSp>
        <p:sp>
          <p:nvSpPr>
            <p:cNvPr id="397" name="Freeform 181">
              <a:extLst>
                <a:ext uri="{FF2B5EF4-FFF2-40B4-BE49-F238E27FC236}">
                  <a16:creationId xmlns:a16="http://schemas.microsoft.com/office/drawing/2014/main" id="{8347DBD3-007C-5347-8074-BC4893481902}"/>
                </a:ext>
              </a:extLst>
            </p:cNvPr>
            <p:cNvSpPr>
              <a:spLocks/>
            </p:cNvSpPr>
            <p:nvPr/>
          </p:nvSpPr>
          <p:spPr bwMode="auto">
            <a:xfrm>
              <a:off x="5288" y="1354"/>
              <a:ext cx="263" cy="188"/>
            </a:xfrm>
            <a:custGeom>
              <a:avLst/>
              <a:gdLst>
                <a:gd name="T0" fmla="*/ 2 w 328"/>
                <a:gd name="T1" fmla="*/ 0 h 226"/>
                <a:gd name="T2" fmla="*/ 36 w 328"/>
                <a:gd name="T3" fmla="*/ 20 h 226"/>
                <a:gd name="T4" fmla="*/ 36 w 328"/>
                <a:gd name="T5" fmla="*/ 36 h 226"/>
                <a:gd name="T6" fmla="*/ 0 w 328"/>
                <a:gd name="T7" fmla="*/ 15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grpSp>
          <p:nvGrpSpPr>
            <p:cNvPr id="398" name="Group 182">
              <a:extLst>
                <a:ext uri="{FF2B5EF4-FFF2-40B4-BE49-F238E27FC236}">
                  <a16:creationId xmlns:a16="http://schemas.microsoft.com/office/drawing/2014/main" id="{97B09700-0634-FF4D-98CD-FC999C9A388E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39" y="1327"/>
              <a:ext cx="582" cy="139"/>
              <a:chOff x="614" y="2568"/>
              <a:chExt cx="725" cy="139"/>
            </a:xfrm>
          </p:grpSpPr>
          <p:sp>
            <p:nvSpPr>
              <p:cNvPr id="410" name="AutoShape 183">
                <a:extLst>
                  <a:ext uri="{FF2B5EF4-FFF2-40B4-BE49-F238E27FC236}">
                    <a16:creationId xmlns:a16="http://schemas.microsoft.com/office/drawing/2014/main" id="{CAE14D82-2E48-404E-B50D-02636745A8F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09" y="2566"/>
                <a:ext cx="730" cy="138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endParaRPr>
              </a:p>
            </p:txBody>
          </p:sp>
          <p:sp>
            <p:nvSpPr>
              <p:cNvPr id="411" name="AutoShape 184">
                <a:extLst>
                  <a:ext uri="{FF2B5EF4-FFF2-40B4-BE49-F238E27FC236}">
                    <a16:creationId xmlns:a16="http://schemas.microsoft.com/office/drawing/2014/main" id="{51BBC259-2416-1447-ADC8-FFADEB6DBB8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2" y="2584"/>
                <a:ext cx="705" cy="103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endParaRPr>
              </a:p>
            </p:txBody>
          </p:sp>
        </p:grpSp>
        <p:sp>
          <p:nvSpPr>
            <p:cNvPr id="399" name="Rectangle 185">
              <a:extLst>
                <a:ext uri="{FF2B5EF4-FFF2-40B4-BE49-F238E27FC236}">
                  <a16:creationId xmlns:a16="http://schemas.microsoft.com/office/drawing/2014/main" id="{1064C0C2-840D-B947-9570-7D79A80EF58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53" y="429"/>
              <a:ext cx="68" cy="2293"/>
            </a:xfrm>
            <a:prstGeom prst="rect">
              <a:avLst/>
            </a:prstGeom>
            <a:gradFill rotWithShape="1"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400" name="Freeform 186">
              <a:extLst>
                <a:ext uri="{FF2B5EF4-FFF2-40B4-BE49-F238E27FC236}">
                  <a16:creationId xmlns:a16="http://schemas.microsoft.com/office/drawing/2014/main" id="{B6468F87-96EF-784A-B97A-D7EA2DEA79DD}"/>
                </a:ext>
              </a:extLst>
            </p:cNvPr>
            <p:cNvSpPr>
              <a:spLocks/>
            </p:cNvSpPr>
            <p:nvPr/>
          </p:nvSpPr>
          <p:spPr bwMode="auto">
            <a:xfrm>
              <a:off x="5312" y="1007"/>
              <a:ext cx="237" cy="213"/>
            </a:xfrm>
            <a:custGeom>
              <a:avLst/>
              <a:gdLst>
                <a:gd name="T0" fmla="*/ 2 w 296"/>
                <a:gd name="T1" fmla="*/ 0 h 256"/>
                <a:gd name="T2" fmla="*/ 32 w 296"/>
                <a:gd name="T3" fmla="*/ 22 h 256"/>
                <a:gd name="T4" fmla="*/ 32 w 296"/>
                <a:gd name="T5" fmla="*/ 41 h 256"/>
                <a:gd name="T6" fmla="*/ 0 w 296"/>
                <a:gd name="T7" fmla="*/ 15 h 256"/>
                <a:gd name="T8" fmla="*/ 2 w 296"/>
                <a:gd name="T9" fmla="*/ 0 h 25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96" h="25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401" name="Freeform 187">
              <a:extLst>
                <a:ext uri="{FF2B5EF4-FFF2-40B4-BE49-F238E27FC236}">
                  <a16:creationId xmlns:a16="http://schemas.microsoft.com/office/drawing/2014/main" id="{F24072E3-E21E-3D47-83FF-6B5B3B036830}"/>
                </a:ext>
              </a:extLst>
            </p:cNvPr>
            <p:cNvSpPr>
              <a:spLocks/>
            </p:cNvSpPr>
            <p:nvPr/>
          </p:nvSpPr>
          <p:spPr bwMode="auto">
            <a:xfrm>
              <a:off x="5315" y="680"/>
              <a:ext cx="244" cy="240"/>
            </a:xfrm>
            <a:custGeom>
              <a:avLst/>
              <a:gdLst>
                <a:gd name="T0" fmla="*/ 0 w 304"/>
                <a:gd name="T1" fmla="*/ 0 h 288"/>
                <a:gd name="T2" fmla="*/ 34 w 304"/>
                <a:gd name="T3" fmla="*/ 27 h 288"/>
                <a:gd name="T4" fmla="*/ 31 w 304"/>
                <a:gd name="T5" fmla="*/ 48 h 288"/>
                <a:gd name="T6" fmla="*/ 2 w 304"/>
                <a:gd name="T7" fmla="*/ 20 h 288"/>
                <a:gd name="T8" fmla="*/ 0 w 304"/>
                <a:gd name="T9" fmla="*/ 0 h 28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04" h="288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402" name="Oval 188">
              <a:extLst>
                <a:ext uri="{FF2B5EF4-FFF2-40B4-BE49-F238E27FC236}">
                  <a16:creationId xmlns:a16="http://schemas.microsoft.com/office/drawing/2014/main" id="{C2FDEF67-F14F-2A4C-A3BF-0529D843B8F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16" y="2610"/>
              <a:ext cx="49" cy="95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403" name="Freeform 189">
              <a:extLst>
                <a:ext uri="{FF2B5EF4-FFF2-40B4-BE49-F238E27FC236}">
                  <a16:creationId xmlns:a16="http://schemas.microsoft.com/office/drawing/2014/main" id="{E396FECC-6A5D-DA40-A4D0-B93DFA225851}"/>
                </a:ext>
              </a:extLst>
            </p:cNvPr>
            <p:cNvSpPr>
              <a:spLocks/>
            </p:cNvSpPr>
            <p:nvPr/>
          </p:nvSpPr>
          <p:spPr bwMode="auto">
            <a:xfrm>
              <a:off x="5302" y="2614"/>
              <a:ext cx="245" cy="200"/>
            </a:xfrm>
            <a:custGeom>
              <a:avLst/>
              <a:gdLst>
                <a:gd name="T0" fmla="*/ 0 w 306"/>
                <a:gd name="T1" fmla="*/ 18 h 240"/>
                <a:gd name="T2" fmla="*/ 2 w 306"/>
                <a:gd name="T3" fmla="*/ 40 h 240"/>
                <a:gd name="T4" fmla="*/ 34 w 306"/>
                <a:gd name="T5" fmla="*/ 18 h 240"/>
                <a:gd name="T6" fmla="*/ 32 w 306"/>
                <a:gd name="T7" fmla="*/ 0 h 240"/>
                <a:gd name="T8" fmla="*/ 0 w 306"/>
                <a:gd name="T9" fmla="*/ 18 h 24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06" h="240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404" name="AutoShape 190">
              <a:extLst>
                <a:ext uri="{FF2B5EF4-FFF2-40B4-BE49-F238E27FC236}">
                  <a16:creationId xmlns:a16="http://schemas.microsoft.com/office/drawing/2014/main" id="{AF73C4B3-874F-8945-8C8A-3D07D6B2FDB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40" y="2678"/>
              <a:ext cx="1201" cy="147"/>
            </a:xfrm>
            <a:prstGeom prst="roundRect">
              <a:avLst>
                <a:gd name="adj" fmla="val 50000"/>
              </a:avLst>
            </a:prstGeom>
            <a:solidFill>
              <a:srgbClr val="DDDDDD"/>
            </a:solidFill>
            <a:ln w="9525">
              <a:solidFill>
                <a:srgbClr val="00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405" name="AutoShape 191">
              <a:extLst>
                <a:ext uri="{FF2B5EF4-FFF2-40B4-BE49-F238E27FC236}">
                  <a16:creationId xmlns:a16="http://schemas.microsoft.com/office/drawing/2014/main" id="{7B3616E9-0E1D-0F4A-B64E-333A0E782AE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08" y="2713"/>
              <a:ext cx="1064" cy="78"/>
            </a:xfrm>
            <a:prstGeom prst="roundRect">
              <a:avLst>
                <a:gd name="adj" fmla="val 50000"/>
              </a:avLst>
            </a:prstGeom>
            <a:gradFill rotWithShape="1">
              <a:gsLst>
                <a:gs pos="0">
                  <a:srgbClr val="000000"/>
                </a:gs>
                <a:gs pos="100000">
                  <a:srgbClr val="808080"/>
                </a:gs>
              </a:gsLst>
              <a:lin ang="0" scaled="1"/>
            </a:gradFill>
            <a:ln w="9525">
              <a:solidFill>
                <a:srgbClr val="00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406" name="Oval 192">
              <a:extLst>
                <a:ext uri="{FF2B5EF4-FFF2-40B4-BE49-F238E27FC236}">
                  <a16:creationId xmlns:a16="http://schemas.microsoft.com/office/drawing/2014/main" id="{B6D080BF-90A6-B144-BB0F-B017C8FC32D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06" y="2385"/>
              <a:ext cx="156" cy="138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407" name="Oval 193">
              <a:extLst>
                <a:ext uri="{FF2B5EF4-FFF2-40B4-BE49-F238E27FC236}">
                  <a16:creationId xmlns:a16="http://schemas.microsoft.com/office/drawing/2014/main" id="{476EDDEF-CE6F-4042-81DC-768C18CD64B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82" y="2385"/>
              <a:ext cx="166" cy="138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Arial" charset="0"/>
              </a:endParaRPr>
            </a:p>
          </p:txBody>
        </p:sp>
        <p:sp>
          <p:nvSpPr>
            <p:cNvPr id="408" name="Oval 194">
              <a:extLst>
                <a:ext uri="{FF2B5EF4-FFF2-40B4-BE49-F238E27FC236}">
                  <a16:creationId xmlns:a16="http://schemas.microsoft.com/office/drawing/2014/main" id="{D38E2869-2274-384D-8E48-0AED4D69634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57" y="2377"/>
              <a:ext cx="166" cy="147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409" name="Rectangle 195">
              <a:extLst>
                <a:ext uri="{FF2B5EF4-FFF2-40B4-BE49-F238E27FC236}">
                  <a16:creationId xmlns:a16="http://schemas.microsoft.com/office/drawing/2014/main" id="{E207AF41-FA65-C248-905D-7770F218B04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57" y="1834"/>
              <a:ext cx="88" cy="758"/>
            </a:xfrm>
            <a:prstGeom prst="rect">
              <a:avLst/>
            </a:prstGeom>
            <a:solidFill>
              <a:srgbClr val="292929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</p:grpSp>
      <p:sp>
        <p:nvSpPr>
          <p:cNvPr id="359" name="Line 57">
            <a:extLst>
              <a:ext uri="{FF2B5EF4-FFF2-40B4-BE49-F238E27FC236}">
                <a16:creationId xmlns:a16="http://schemas.microsoft.com/office/drawing/2014/main" id="{63DE0F1D-A9CF-3B47-9DBF-096FE0F6708D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5155368" y="5988369"/>
            <a:ext cx="1009919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360" name="Line 57">
            <a:extLst>
              <a:ext uri="{FF2B5EF4-FFF2-40B4-BE49-F238E27FC236}">
                <a16:creationId xmlns:a16="http://schemas.microsoft.com/office/drawing/2014/main" id="{46D01C7A-CEF1-E346-AF5D-2CCF20987B53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001196" y="4853221"/>
            <a:ext cx="540134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361" name="Line 57">
            <a:extLst>
              <a:ext uri="{FF2B5EF4-FFF2-40B4-BE49-F238E27FC236}">
                <a16:creationId xmlns:a16="http://schemas.microsoft.com/office/drawing/2014/main" id="{FC5AF6D5-FBFA-504B-A634-B5D18FA55859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1869391" y="5991438"/>
            <a:ext cx="540134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grpSp>
        <p:nvGrpSpPr>
          <p:cNvPr id="362" name="Group 361">
            <a:extLst>
              <a:ext uri="{FF2B5EF4-FFF2-40B4-BE49-F238E27FC236}">
                <a16:creationId xmlns:a16="http://schemas.microsoft.com/office/drawing/2014/main" id="{A8476EBE-514C-F24A-9934-50A3E251CCB0}"/>
              </a:ext>
            </a:extLst>
          </p:cNvPr>
          <p:cNvGrpSpPr/>
          <p:nvPr/>
        </p:nvGrpSpPr>
        <p:grpSpPr>
          <a:xfrm>
            <a:off x="2749090" y="3427413"/>
            <a:ext cx="2851610" cy="946150"/>
            <a:chOff x="2749090" y="3427413"/>
            <a:chExt cx="2851610" cy="946150"/>
          </a:xfrm>
        </p:grpSpPr>
        <p:sp>
          <p:nvSpPr>
            <p:cNvPr id="379" name="Text Box 68">
              <a:extLst>
                <a:ext uri="{FF2B5EF4-FFF2-40B4-BE49-F238E27FC236}">
                  <a16:creationId xmlns:a16="http://schemas.microsoft.com/office/drawing/2014/main" id="{8AF39E71-B088-4C43-899B-2F5F1867554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368675" y="3427413"/>
              <a:ext cx="1881188" cy="4730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2000" b="0" i="0" u="none" strike="noStrike" kern="1200" cap="none" spc="0" normalizeH="0" baseline="0" noProof="0" dirty="0" err="1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Symbol" pitchFamily="2" charset="2"/>
                  <a:ea typeface="ＭＳ Ｐゴシック" panose="020B0600070205080204" pitchFamily="34" charset="-128"/>
                  <a:cs typeface="+mn-cs"/>
                </a:rPr>
                <a:t>l</a:t>
              </a:r>
              <a:r>
                <a:rPr kumimoji="0" lang="en-US" altLang="en-US" sz="2000" b="0" i="0" u="none" strike="noStrike" kern="1200" cap="none" spc="0" normalizeH="0" baseline="-25000" noProof="0" dirty="0" err="1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in</a:t>
              </a:r>
              <a:r>
                <a:rPr kumimoji="0" lang="en-US" altLang="en-US" sz="16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 </a:t>
              </a:r>
              <a:r>
                <a:rPr kumimoji="0" lang="en-US" alt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: original data</a:t>
              </a:r>
              <a:endParaRPr kumimoji="0" lang="en-US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omic Sans MS" panose="030F0902030302020204" pitchFamily="66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80" name="Oval 217">
              <a:extLst>
                <a:ext uri="{FF2B5EF4-FFF2-40B4-BE49-F238E27FC236}">
                  <a16:creationId xmlns:a16="http://schemas.microsoft.com/office/drawing/2014/main" id="{11DE1202-9705-C244-9A3F-E44B4A0C0C5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49090" y="3616325"/>
              <a:ext cx="112712" cy="115888"/>
            </a:xfrm>
            <a:prstGeom prst="ellipse">
              <a:avLst/>
            </a:prstGeom>
            <a:solidFill>
              <a:srgbClr val="FF0000"/>
            </a:solidFill>
            <a:ln w="9525">
              <a:solidFill>
                <a:srgbClr val="FF0000"/>
              </a:solidFill>
              <a:round/>
              <a:headEnd/>
              <a:tailEnd/>
            </a:ln>
          </p:spPr>
          <p:txBody>
            <a:bodyPr/>
            <a:lstStyle>
              <a:lvl1pPr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81" name="Line 229">
              <a:extLst>
                <a:ext uri="{FF2B5EF4-FFF2-40B4-BE49-F238E27FC236}">
                  <a16:creationId xmlns:a16="http://schemas.microsoft.com/office/drawing/2014/main" id="{429846E6-D021-D048-B531-E1D9B4772D1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45050" y="3995738"/>
              <a:ext cx="339725" cy="0"/>
            </a:xfrm>
            <a:prstGeom prst="line">
              <a:avLst/>
            </a:prstGeom>
            <a:noFill/>
            <a:ln w="38100">
              <a:solidFill>
                <a:srgbClr val="FFFFFF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82" name="Oval 232">
              <a:extLst>
                <a:ext uri="{FF2B5EF4-FFF2-40B4-BE49-F238E27FC236}">
                  <a16:creationId xmlns:a16="http://schemas.microsoft.com/office/drawing/2014/main" id="{C1A4B9C1-E455-364D-9F70-13A0F3F4D36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49606" y="3849688"/>
              <a:ext cx="112712" cy="115887"/>
            </a:xfrm>
            <a:prstGeom prst="ellipse">
              <a:avLst/>
            </a:prstGeom>
            <a:solidFill>
              <a:srgbClr val="FF0000"/>
            </a:solidFill>
            <a:ln w="9525">
              <a:solidFill>
                <a:srgbClr val="FF0000"/>
              </a:solidFill>
              <a:round/>
              <a:headEnd/>
              <a:tailEnd/>
            </a:ln>
          </p:spPr>
          <p:txBody>
            <a:bodyPr/>
            <a:lstStyle>
              <a:lvl1pPr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83" name="Text Box 233">
              <a:extLst>
                <a:ext uri="{FF2B5EF4-FFF2-40B4-BE49-F238E27FC236}">
                  <a16:creationId xmlns:a16="http://schemas.microsoft.com/office/drawing/2014/main" id="{580E2367-A745-E345-BB8F-41D6212780A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251200" y="3756025"/>
              <a:ext cx="2349500" cy="6175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2000" b="0" i="0" u="none" strike="noStrike" kern="1200" cap="none" spc="0" normalizeH="0" baseline="0" noProof="0" dirty="0" err="1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Symbol" pitchFamily="2" charset="2"/>
                  <a:ea typeface="ＭＳ Ｐゴシック" panose="020B0600070205080204" pitchFamily="34" charset="-128"/>
                  <a:cs typeface="+mn-cs"/>
                </a:rPr>
                <a:t>l</a:t>
              </a:r>
              <a:r>
                <a:rPr kumimoji="0" lang="en-US" altLang="en-US" sz="2000" b="0" i="0" u="none" strike="noStrike" kern="1200" cap="none" spc="0" normalizeH="0" baseline="0" noProof="0" dirty="0" err="1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'</a:t>
              </a:r>
              <a:r>
                <a:rPr kumimoji="0" lang="en-US" altLang="en-US" sz="2000" b="0" i="0" u="none" strike="noStrike" kern="1200" cap="none" spc="0" normalizeH="0" baseline="-25000" noProof="0" dirty="0" err="1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in</a:t>
              </a:r>
              <a:r>
                <a:rPr kumimoji="0" lang="en-US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:</a:t>
              </a:r>
              <a:r>
                <a:rPr kumimoji="0" lang="en-US" alt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 </a:t>
              </a:r>
              <a:r>
                <a:rPr kumimoji="0" lang="en-US" alt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original data, </a:t>
              </a:r>
              <a:r>
                <a:rPr kumimoji="0" lang="en-US" altLang="en-US" sz="1600" b="0" i="1" u="none" strike="noStrike" kern="1200" cap="none" spc="0" normalizeH="0" baseline="0" noProof="0" dirty="0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plus</a:t>
              </a:r>
              <a:r>
                <a:rPr kumimoji="0" lang="en-US" alt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 retransmitted data</a:t>
              </a:r>
              <a:endParaRPr kumimoji="0" lang="en-US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omic Sans MS" panose="030F0902030302020204" pitchFamily="66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84" name="Line 234">
              <a:extLst>
                <a:ext uri="{FF2B5EF4-FFF2-40B4-BE49-F238E27FC236}">
                  <a16:creationId xmlns:a16="http://schemas.microsoft.com/office/drawing/2014/main" id="{461900DA-408C-DE4C-AE3A-7C59E17053E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909888" y="3916363"/>
              <a:ext cx="514350" cy="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 type="triangle" w="med" len="med"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385" name="Line 235">
              <a:extLst>
                <a:ext uri="{FF2B5EF4-FFF2-40B4-BE49-F238E27FC236}">
                  <a16:creationId xmlns:a16="http://schemas.microsoft.com/office/drawing/2014/main" id="{9AE41AE9-2E2C-A94C-8563-FA0EF6DB249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905125" y="3683000"/>
              <a:ext cx="514350" cy="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 type="triangle" w="med" len="med"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</p:grpSp>
      <p:grpSp>
        <p:nvGrpSpPr>
          <p:cNvPr id="363" name="Group 362">
            <a:extLst>
              <a:ext uri="{FF2B5EF4-FFF2-40B4-BE49-F238E27FC236}">
                <a16:creationId xmlns:a16="http://schemas.microsoft.com/office/drawing/2014/main" id="{EF024339-16A9-2940-84AC-8D5FD6D530DC}"/>
              </a:ext>
            </a:extLst>
          </p:cNvPr>
          <p:cNvGrpSpPr/>
          <p:nvPr/>
        </p:nvGrpSpPr>
        <p:grpSpPr>
          <a:xfrm>
            <a:off x="2913490" y="5218953"/>
            <a:ext cx="1938730" cy="1300181"/>
            <a:chOff x="2913490" y="5218953"/>
            <a:chExt cx="1938730" cy="1300181"/>
          </a:xfrm>
        </p:grpSpPr>
        <p:sp>
          <p:nvSpPr>
            <p:cNvPr id="368" name="Text Box 32">
              <a:extLst>
                <a:ext uri="{FF2B5EF4-FFF2-40B4-BE49-F238E27FC236}">
                  <a16:creationId xmlns:a16="http://schemas.microsoft.com/office/drawing/2014/main" id="{5AAD3E18-5D61-9A4F-A8C6-DA15D5F6E8C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913490" y="6001893"/>
              <a:ext cx="1749096" cy="51724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600" b="1" i="1" u="none" strike="noStrike" kern="1200" cap="none" spc="0" normalizeH="0" baseline="0" noProof="0" dirty="0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finite</a:t>
              </a:r>
              <a:r>
                <a:rPr kumimoji="0" lang="en-US" alt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 shared output link buffers</a:t>
              </a:r>
            </a:p>
          </p:txBody>
        </p:sp>
        <p:sp>
          <p:nvSpPr>
            <p:cNvPr id="369" name="Line 77">
              <a:extLst>
                <a:ext uri="{FF2B5EF4-FFF2-40B4-BE49-F238E27FC236}">
                  <a16:creationId xmlns:a16="http://schemas.microsoft.com/office/drawing/2014/main" id="{9C4905E3-CC67-3F4F-9F6E-3576D662FE1F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292190" y="5608320"/>
              <a:ext cx="295050" cy="508454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grpSp>
          <p:nvGrpSpPr>
            <p:cNvPr id="370" name="Group 369">
              <a:extLst>
                <a:ext uri="{FF2B5EF4-FFF2-40B4-BE49-F238E27FC236}">
                  <a16:creationId xmlns:a16="http://schemas.microsoft.com/office/drawing/2014/main" id="{642EEE98-D955-2645-BCEA-6CFA28F8CF58}"/>
                </a:ext>
              </a:extLst>
            </p:cNvPr>
            <p:cNvGrpSpPr/>
            <p:nvPr/>
          </p:nvGrpSpPr>
          <p:grpSpPr>
            <a:xfrm>
              <a:off x="4030362" y="5218953"/>
              <a:ext cx="821858" cy="355937"/>
              <a:chOff x="6859123" y="5156933"/>
              <a:chExt cx="456701" cy="226548"/>
            </a:xfrm>
          </p:grpSpPr>
          <p:sp>
            <p:nvSpPr>
              <p:cNvPr id="371" name="Rectangle 370">
                <a:extLst>
                  <a:ext uri="{FF2B5EF4-FFF2-40B4-BE49-F238E27FC236}">
                    <a16:creationId xmlns:a16="http://schemas.microsoft.com/office/drawing/2014/main" id="{BF29C153-2860-A047-B353-EB834110B516}"/>
                  </a:ext>
                </a:extLst>
              </p:cNvPr>
              <p:cNvSpPr/>
              <p:nvPr/>
            </p:nvSpPr>
            <p:spPr>
              <a:xfrm>
                <a:off x="6859123" y="5156933"/>
                <a:ext cx="456701" cy="226548"/>
              </a:xfrm>
              <a:prstGeom prst="rect">
                <a:avLst/>
              </a:prstGeom>
              <a:solidFill>
                <a:srgbClr val="F989B2"/>
              </a:solidFill>
              <a:ln w="22225"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cxnSp>
            <p:nvCxnSpPr>
              <p:cNvPr id="372" name="Straight Connector 371">
                <a:extLst>
                  <a:ext uri="{FF2B5EF4-FFF2-40B4-BE49-F238E27FC236}">
                    <a16:creationId xmlns:a16="http://schemas.microsoft.com/office/drawing/2014/main" id="{0F94F15C-CB01-2343-8BA9-D6A7A5F3E921}"/>
                  </a:ext>
                </a:extLst>
              </p:cNvPr>
              <p:cNvCxnSpPr/>
              <p:nvPr/>
            </p:nvCxnSpPr>
            <p:spPr>
              <a:xfrm flipV="1">
                <a:off x="7249115" y="5189971"/>
                <a:ext cx="0" cy="155752"/>
              </a:xfrm>
              <a:prstGeom prst="line">
                <a:avLst/>
              </a:prstGeom>
              <a:ln w="22225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73" name="Straight Connector 372">
                <a:extLst>
                  <a:ext uri="{FF2B5EF4-FFF2-40B4-BE49-F238E27FC236}">
                    <a16:creationId xmlns:a16="http://schemas.microsoft.com/office/drawing/2014/main" id="{13BCDCB2-682E-8A47-B5AA-751DCC383167}"/>
                  </a:ext>
                </a:extLst>
              </p:cNvPr>
              <p:cNvCxnSpPr/>
              <p:nvPr/>
            </p:nvCxnSpPr>
            <p:spPr>
              <a:xfrm flipV="1">
                <a:off x="7197800" y="5189971"/>
                <a:ext cx="0" cy="155752"/>
              </a:xfrm>
              <a:prstGeom prst="line">
                <a:avLst/>
              </a:prstGeom>
              <a:ln w="22225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74" name="Straight Connector 373">
                <a:extLst>
                  <a:ext uri="{FF2B5EF4-FFF2-40B4-BE49-F238E27FC236}">
                    <a16:creationId xmlns:a16="http://schemas.microsoft.com/office/drawing/2014/main" id="{4EC6D7F8-6E55-114F-BBD8-DF2048FBDBD4}"/>
                  </a:ext>
                </a:extLst>
              </p:cNvPr>
              <p:cNvCxnSpPr/>
              <p:nvPr/>
            </p:nvCxnSpPr>
            <p:spPr>
              <a:xfrm flipV="1">
                <a:off x="7146485" y="5189971"/>
                <a:ext cx="0" cy="155752"/>
              </a:xfrm>
              <a:prstGeom prst="line">
                <a:avLst/>
              </a:prstGeom>
              <a:ln w="22225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75" name="Straight Connector 374">
                <a:extLst>
                  <a:ext uri="{FF2B5EF4-FFF2-40B4-BE49-F238E27FC236}">
                    <a16:creationId xmlns:a16="http://schemas.microsoft.com/office/drawing/2014/main" id="{0DA34588-6E4E-E843-9815-D17EF78C07C8}"/>
                  </a:ext>
                </a:extLst>
              </p:cNvPr>
              <p:cNvCxnSpPr/>
              <p:nvPr/>
            </p:nvCxnSpPr>
            <p:spPr>
              <a:xfrm flipV="1">
                <a:off x="7095171" y="5189971"/>
                <a:ext cx="0" cy="155752"/>
              </a:xfrm>
              <a:prstGeom prst="line">
                <a:avLst/>
              </a:prstGeom>
              <a:ln w="22225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76" name="Straight Connector 375">
                <a:extLst>
                  <a:ext uri="{FF2B5EF4-FFF2-40B4-BE49-F238E27FC236}">
                    <a16:creationId xmlns:a16="http://schemas.microsoft.com/office/drawing/2014/main" id="{EDC81EAA-11E7-204C-B32D-EF46B8EA0474}"/>
                  </a:ext>
                </a:extLst>
              </p:cNvPr>
              <p:cNvCxnSpPr/>
              <p:nvPr/>
            </p:nvCxnSpPr>
            <p:spPr>
              <a:xfrm flipV="1">
                <a:off x="7043856" y="5189971"/>
                <a:ext cx="0" cy="155752"/>
              </a:xfrm>
              <a:prstGeom prst="line">
                <a:avLst/>
              </a:prstGeom>
              <a:ln w="22225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77" name="Straight Connector 376">
                <a:extLst>
                  <a:ext uri="{FF2B5EF4-FFF2-40B4-BE49-F238E27FC236}">
                    <a16:creationId xmlns:a16="http://schemas.microsoft.com/office/drawing/2014/main" id="{BB2D8E63-0217-464C-AF6F-C583D47A94FB}"/>
                  </a:ext>
                </a:extLst>
              </p:cNvPr>
              <p:cNvCxnSpPr/>
              <p:nvPr/>
            </p:nvCxnSpPr>
            <p:spPr>
              <a:xfrm flipV="1">
                <a:off x="6992541" y="5189971"/>
                <a:ext cx="0" cy="155752"/>
              </a:xfrm>
              <a:prstGeom prst="line">
                <a:avLst/>
              </a:prstGeom>
              <a:ln w="22225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78" name="Straight Connector 377">
                <a:extLst>
                  <a:ext uri="{FF2B5EF4-FFF2-40B4-BE49-F238E27FC236}">
                    <a16:creationId xmlns:a16="http://schemas.microsoft.com/office/drawing/2014/main" id="{1DC8A4E4-9140-9846-AE4D-F6F7180594C0}"/>
                  </a:ext>
                </a:extLst>
              </p:cNvPr>
              <p:cNvCxnSpPr/>
              <p:nvPr/>
            </p:nvCxnSpPr>
            <p:spPr>
              <a:xfrm flipV="1">
                <a:off x="6941227" y="5189971"/>
                <a:ext cx="0" cy="155752"/>
              </a:xfrm>
              <a:prstGeom prst="line">
                <a:avLst/>
              </a:prstGeom>
              <a:ln w="22225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364" name="Freeform 91">
            <a:extLst>
              <a:ext uri="{FF2B5EF4-FFF2-40B4-BE49-F238E27FC236}">
                <a16:creationId xmlns:a16="http://schemas.microsoft.com/office/drawing/2014/main" id="{6A998D77-E674-4C42-8116-BFA762D73522}"/>
              </a:ext>
            </a:extLst>
          </p:cNvPr>
          <p:cNvSpPr>
            <a:spLocks/>
          </p:cNvSpPr>
          <p:nvPr/>
        </p:nvSpPr>
        <p:spPr bwMode="auto">
          <a:xfrm>
            <a:off x="2803354" y="3659588"/>
            <a:ext cx="4211870" cy="1670126"/>
          </a:xfrm>
          <a:custGeom>
            <a:avLst/>
            <a:gdLst>
              <a:gd name="T0" fmla="*/ 0 w 2160"/>
              <a:gd name="T1" fmla="*/ 0 h 804"/>
              <a:gd name="T2" fmla="*/ 0 w 2160"/>
              <a:gd name="T3" fmla="*/ 2147483647 h 804"/>
              <a:gd name="T4" fmla="*/ 2147483647 w 2160"/>
              <a:gd name="T5" fmla="*/ 2147483647 h 804"/>
              <a:gd name="T6" fmla="*/ 2147483647 w 2160"/>
              <a:gd name="T7" fmla="*/ 2147483647 h 804"/>
              <a:gd name="T8" fmla="*/ 2147483647 w 2160"/>
              <a:gd name="T9" fmla="*/ 2147483647 h 804"/>
              <a:gd name="T10" fmla="*/ 2147483647 w 2160"/>
              <a:gd name="T11" fmla="*/ 2147483647 h 804"/>
              <a:gd name="T12" fmla="*/ 2147483647 w 2160"/>
              <a:gd name="T13" fmla="*/ 2147483647 h 804"/>
              <a:gd name="T14" fmla="*/ 2147483647 w 2160"/>
              <a:gd name="T15" fmla="*/ 2147483647 h 804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</a:gdLst>
            <a:ahLst/>
            <a:cxnLst>
              <a:cxn ang="T16">
                <a:pos x="T0" y="T1"/>
              </a:cxn>
              <a:cxn ang="T17">
                <a:pos x="T2" y="T3"/>
              </a:cxn>
              <a:cxn ang="T18">
                <a:pos x="T4" y="T5"/>
              </a:cxn>
              <a:cxn ang="T19">
                <a:pos x="T6" y="T7"/>
              </a:cxn>
              <a:cxn ang="T20">
                <a:pos x="T8" y="T9"/>
              </a:cxn>
              <a:cxn ang="T21">
                <a:pos x="T10" y="T11"/>
              </a:cxn>
              <a:cxn ang="T22">
                <a:pos x="T12" y="T13"/>
              </a:cxn>
              <a:cxn ang="T23">
                <a:pos x="T14" y="T15"/>
              </a:cxn>
            </a:cxnLst>
            <a:rect l="0" t="0" r="r" b="b"/>
            <a:pathLst>
              <a:path w="2160" h="804">
                <a:moveTo>
                  <a:pt x="0" y="0"/>
                </a:moveTo>
                <a:lnTo>
                  <a:pt x="0" y="594"/>
                </a:lnTo>
                <a:lnTo>
                  <a:pt x="402" y="600"/>
                </a:lnTo>
                <a:lnTo>
                  <a:pt x="216" y="804"/>
                </a:lnTo>
                <a:lnTo>
                  <a:pt x="1446" y="804"/>
                </a:lnTo>
                <a:lnTo>
                  <a:pt x="1770" y="524"/>
                </a:lnTo>
                <a:lnTo>
                  <a:pt x="2160" y="516"/>
                </a:lnTo>
                <a:lnTo>
                  <a:pt x="2160" y="48"/>
                </a:lnTo>
              </a:path>
            </a:pathLst>
          </a:custGeom>
          <a:noFill/>
          <a:ln w="38100" cmpd="sng">
            <a:solidFill>
              <a:srgbClr val="FF0000"/>
            </a:solidFill>
            <a:round/>
            <a:headEnd type="non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grpSp>
        <p:nvGrpSpPr>
          <p:cNvPr id="365" name="Group 364">
            <a:extLst>
              <a:ext uri="{FF2B5EF4-FFF2-40B4-BE49-F238E27FC236}">
                <a16:creationId xmlns:a16="http://schemas.microsoft.com/office/drawing/2014/main" id="{7181676C-F21F-FA45-B687-4F604B6D6AB0}"/>
              </a:ext>
            </a:extLst>
          </p:cNvPr>
          <p:cNvGrpSpPr/>
          <p:nvPr/>
        </p:nvGrpSpPr>
        <p:grpSpPr>
          <a:xfrm>
            <a:off x="1586591" y="4743924"/>
            <a:ext cx="4913849" cy="1346072"/>
            <a:chOff x="5641439" y="2685215"/>
            <a:chExt cx="4000500" cy="1028700"/>
          </a:xfrm>
        </p:grpSpPr>
        <p:sp>
          <p:nvSpPr>
            <p:cNvPr id="366" name="Oval 73">
              <a:extLst>
                <a:ext uri="{FF2B5EF4-FFF2-40B4-BE49-F238E27FC236}">
                  <a16:creationId xmlns:a16="http://schemas.microsoft.com/office/drawing/2014/main" id="{35053334-4D7F-4847-80B3-6F40D7B23AB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641439" y="2685215"/>
              <a:ext cx="92075" cy="90487"/>
            </a:xfrm>
            <a:prstGeom prst="ellipse">
              <a:avLst/>
            </a:prstGeom>
            <a:solidFill>
              <a:srgbClr val="0013A3"/>
            </a:solidFill>
            <a:ln w="9525">
              <a:solidFill>
                <a:srgbClr val="0013A3"/>
              </a:solidFill>
              <a:round/>
              <a:headEnd/>
              <a:tailEnd/>
            </a:ln>
          </p:spPr>
          <p:txBody>
            <a:bodyPr/>
            <a:lstStyle>
              <a:lvl1pPr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67" name="Freeform 90">
              <a:extLst>
                <a:ext uri="{FF2B5EF4-FFF2-40B4-BE49-F238E27FC236}">
                  <a16:creationId xmlns:a16="http://schemas.microsoft.com/office/drawing/2014/main" id="{95104C9F-4620-634A-B9AC-1FD27521ED0A}"/>
                </a:ext>
              </a:extLst>
            </p:cNvPr>
            <p:cNvSpPr>
              <a:spLocks/>
            </p:cNvSpPr>
            <p:nvPr/>
          </p:nvSpPr>
          <p:spPr bwMode="auto">
            <a:xfrm>
              <a:off x="5689064" y="2761415"/>
              <a:ext cx="3952875" cy="952500"/>
            </a:xfrm>
            <a:custGeom>
              <a:avLst/>
              <a:gdLst>
                <a:gd name="T0" fmla="*/ 0 w 6225"/>
                <a:gd name="T1" fmla="*/ 0 h 1501"/>
                <a:gd name="T2" fmla="*/ 0 w 6225"/>
                <a:gd name="T3" fmla="*/ 2147483647 h 1501"/>
                <a:gd name="T4" fmla="*/ 2147483647 w 6225"/>
                <a:gd name="T5" fmla="*/ 2147483647 h 1501"/>
                <a:gd name="T6" fmla="*/ 2147483647 w 6225"/>
                <a:gd name="T7" fmla="*/ 2147483647 h 1501"/>
                <a:gd name="T8" fmla="*/ 2147483647 w 6225"/>
                <a:gd name="T9" fmla="*/ 2147483647 h 1501"/>
                <a:gd name="T10" fmla="*/ 2147483647 w 6225"/>
                <a:gd name="T11" fmla="*/ 2147483647 h 1501"/>
                <a:gd name="T12" fmla="*/ 2147483647 w 6225"/>
                <a:gd name="T13" fmla="*/ 2147483647 h 1501"/>
                <a:gd name="T14" fmla="*/ 2147483647 w 6225"/>
                <a:gd name="T15" fmla="*/ 2147483647 h 1501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6225" h="1501">
                  <a:moveTo>
                    <a:pt x="0" y="0"/>
                  </a:moveTo>
                  <a:lnTo>
                    <a:pt x="0" y="1486"/>
                  </a:lnTo>
                  <a:lnTo>
                    <a:pt x="1005" y="1501"/>
                  </a:lnTo>
                  <a:lnTo>
                    <a:pt x="1860" y="706"/>
                  </a:lnTo>
                  <a:lnTo>
                    <a:pt x="5085" y="721"/>
                  </a:lnTo>
                  <a:lnTo>
                    <a:pt x="4305" y="1456"/>
                  </a:lnTo>
                  <a:lnTo>
                    <a:pt x="6225" y="1456"/>
                  </a:lnTo>
                  <a:lnTo>
                    <a:pt x="6220" y="391"/>
                  </a:lnTo>
                </a:path>
              </a:pathLst>
            </a:custGeom>
            <a:noFill/>
            <a:ln w="38100" cmpd="sng">
              <a:solidFill>
                <a:srgbClr val="0013A3"/>
              </a:solidFill>
              <a:round/>
              <a:headEnd type="non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</p:grpSp>
      <p:grpSp>
        <p:nvGrpSpPr>
          <p:cNvPr id="482" name="Group 481">
            <a:extLst>
              <a:ext uri="{FF2B5EF4-FFF2-40B4-BE49-F238E27FC236}">
                <a16:creationId xmlns:a16="http://schemas.microsoft.com/office/drawing/2014/main" id="{5013778A-FC3E-6147-B237-2E421A578596}"/>
              </a:ext>
            </a:extLst>
          </p:cNvPr>
          <p:cNvGrpSpPr/>
          <p:nvPr/>
        </p:nvGrpSpPr>
        <p:grpSpPr>
          <a:xfrm>
            <a:off x="3289650" y="5336775"/>
            <a:ext cx="2124396" cy="604097"/>
            <a:chOff x="3289650" y="5336775"/>
            <a:chExt cx="2124396" cy="604097"/>
          </a:xfrm>
        </p:grpSpPr>
        <p:sp>
          <p:nvSpPr>
            <p:cNvPr id="483" name="TextBox 482">
              <a:extLst>
                <a:ext uri="{FF2B5EF4-FFF2-40B4-BE49-F238E27FC236}">
                  <a16:creationId xmlns:a16="http://schemas.microsoft.com/office/drawing/2014/main" id="{79802D0E-17EA-E149-8E57-45B459B30699}"/>
                </a:ext>
              </a:extLst>
            </p:cNvPr>
            <p:cNvSpPr txBox="1"/>
            <p:nvPr/>
          </p:nvSpPr>
          <p:spPr>
            <a:xfrm>
              <a:off x="4982445" y="5336775"/>
              <a:ext cx="431601" cy="60409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R</a:t>
              </a:r>
            </a:p>
          </p:txBody>
        </p:sp>
        <p:sp>
          <p:nvSpPr>
            <p:cNvPr id="484" name="TextBox 483">
              <a:extLst>
                <a:ext uri="{FF2B5EF4-FFF2-40B4-BE49-F238E27FC236}">
                  <a16:creationId xmlns:a16="http://schemas.microsoft.com/office/drawing/2014/main" id="{18161CA6-5140-A442-9496-A8022DF846CA}"/>
                </a:ext>
              </a:extLst>
            </p:cNvPr>
            <p:cNvSpPr txBox="1"/>
            <p:nvPr/>
          </p:nvSpPr>
          <p:spPr>
            <a:xfrm>
              <a:off x="3289650" y="5351752"/>
              <a:ext cx="351378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R</a:t>
              </a:r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3B8CD900-19EC-824C-BF74-AADFBF5A17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8690" y="208643"/>
            <a:ext cx="11393310" cy="894622"/>
          </a:xfrm>
        </p:spPr>
        <p:txBody>
          <a:bodyPr>
            <a:normAutofit/>
          </a:bodyPr>
          <a:lstStyle/>
          <a:p>
            <a:r>
              <a:rPr lang="en-US" sz="4800" dirty="0"/>
              <a:t>Causes/costs of congestion: scenario 2</a:t>
            </a:r>
            <a:endParaRPr lang="en-US" sz="4400" b="0" dirty="0"/>
          </a:p>
        </p:txBody>
      </p:sp>
      <p:sp>
        <p:nvSpPr>
          <p:cNvPr id="179" name="Line 17">
            <a:extLst>
              <a:ext uri="{FF2B5EF4-FFF2-40B4-BE49-F238E27FC236}">
                <a16:creationId xmlns:a16="http://schemas.microsoft.com/office/drawing/2014/main" id="{D36515D0-132A-8F4C-B7B9-1155DF48878C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021013" y="4878388"/>
            <a:ext cx="538162" cy="1587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216" name="Oval 215">
            <a:extLst>
              <a:ext uri="{FF2B5EF4-FFF2-40B4-BE49-F238E27FC236}">
                <a16:creationId xmlns:a16="http://schemas.microsoft.com/office/drawing/2014/main" id="{1C4268F0-E551-D24B-9519-6A260937A6C3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63838" y="3638550"/>
            <a:ext cx="112712" cy="115888"/>
          </a:xfrm>
          <a:prstGeom prst="ellipse">
            <a:avLst/>
          </a:prstGeom>
          <a:solidFill>
            <a:srgbClr val="FF0000"/>
          </a:solidFill>
          <a:ln w="9525">
            <a:solidFill>
              <a:srgbClr val="FF0000"/>
            </a:solidFill>
            <a:round/>
            <a:headEnd/>
            <a:tailEnd/>
          </a:ln>
        </p:spPr>
        <p:txBody>
          <a:bodyPr/>
          <a:lstStyle>
            <a:lvl1pPr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16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229" name="Freeform 228">
            <a:extLst>
              <a:ext uri="{FF2B5EF4-FFF2-40B4-BE49-F238E27FC236}">
                <a16:creationId xmlns:a16="http://schemas.microsoft.com/office/drawing/2014/main" id="{63D52C34-ADA8-824F-BFD8-D4746FEC885A}"/>
              </a:ext>
            </a:extLst>
          </p:cNvPr>
          <p:cNvSpPr>
            <a:spLocks/>
          </p:cNvSpPr>
          <p:nvPr/>
        </p:nvSpPr>
        <p:spPr bwMode="auto">
          <a:xfrm>
            <a:off x="2822575" y="3698875"/>
            <a:ext cx="4210050" cy="1646238"/>
          </a:xfrm>
          <a:custGeom>
            <a:avLst/>
            <a:gdLst>
              <a:gd name="T0" fmla="*/ 0 w 5400"/>
              <a:gd name="T1" fmla="*/ 0 h 2010"/>
              <a:gd name="T2" fmla="*/ 0 w 5400"/>
              <a:gd name="T3" fmla="*/ 2147483647 h 2010"/>
              <a:gd name="T4" fmla="*/ 2147483647 w 5400"/>
              <a:gd name="T5" fmla="*/ 2147483647 h 2010"/>
              <a:gd name="T6" fmla="*/ 2147483647 w 5400"/>
              <a:gd name="T7" fmla="*/ 2147483647 h 2010"/>
              <a:gd name="T8" fmla="*/ 2147483647 w 5400"/>
              <a:gd name="T9" fmla="*/ 2147483647 h 2010"/>
              <a:gd name="T10" fmla="*/ 2147483647 w 5400"/>
              <a:gd name="T11" fmla="*/ 2147483647 h 2010"/>
              <a:gd name="T12" fmla="*/ 2147483647 w 5400"/>
              <a:gd name="T13" fmla="*/ 2147483647 h 2010"/>
              <a:gd name="T14" fmla="*/ 2147483647 w 5400"/>
              <a:gd name="T15" fmla="*/ 2147483647 h 2010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</a:gdLst>
            <a:ahLst/>
            <a:cxnLst>
              <a:cxn ang="T16">
                <a:pos x="T0" y="T1"/>
              </a:cxn>
              <a:cxn ang="T17">
                <a:pos x="T2" y="T3"/>
              </a:cxn>
              <a:cxn ang="T18">
                <a:pos x="T4" y="T5"/>
              </a:cxn>
              <a:cxn ang="T19">
                <a:pos x="T6" y="T7"/>
              </a:cxn>
              <a:cxn ang="T20">
                <a:pos x="T8" y="T9"/>
              </a:cxn>
              <a:cxn ang="T21">
                <a:pos x="T10" y="T11"/>
              </a:cxn>
              <a:cxn ang="T22">
                <a:pos x="T12" y="T13"/>
              </a:cxn>
              <a:cxn ang="T23">
                <a:pos x="T14" y="T15"/>
              </a:cxn>
            </a:cxnLst>
            <a:rect l="0" t="0" r="r" b="b"/>
            <a:pathLst>
              <a:path w="5400" h="2010">
                <a:moveTo>
                  <a:pt x="0" y="0"/>
                </a:moveTo>
                <a:lnTo>
                  <a:pt x="0" y="1485"/>
                </a:lnTo>
                <a:lnTo>
                  <a:pt x="1005" y="1500"/>
                </a:lnTo>
                <a:lnTo>
                  <a:pt x="540" y="2010"/>
                </a:lnTo>
                <a:lnTo>
                  <a:pt x="3615" y="2010"/>
                </a:lnTo>
                <a:lnTo>
                  <a:pt x="4350" y="1275"/>
                </a:lnTo>
                <a:lnTo>
                  <a:pt x="5400" y="1290"/>
                </a:lnTo>
                <a:lnTo>
                  <a:pt x="5400" y="120"/>
                </a:lnTo>
              </a:path>
            </a:pathLst>
          </a:custGeom>
          <a:noFill/>
          <a:ln w="38100" cmpd="sng">
            <a:solidFill>
              <a:srgbClr val="FF0000"/>
            </a:solidFill>
            <a:round/>
            <a:headEnd type="non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230" name="Oval 229">
            <a:extLst>
              <a:ext uri="{FF2B5EF4-FFF2-40B4-BE49-F238E27FC236}">
                <a16:creationId xmlns:a16="http://schemas.microsoft.com/office/drawing/2014/main" id="{2699F953-20DB-2F48-91B4-9336D6A63ABD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63838" y="3871913"/>
            <a:ext cx="112712" cy="115887"/>
          </a:xfrm>
          <a:prstGeom prst="ellipse">
            <a:avLst/>
          </a:prstGeom>
          <a:solidFill>
            <a:srgbClr val="FF0000"/>
          </a:solidFill>
          <a:ln w="9525">
            <a:solidFill>
              <a:srgbClr val="FF0000"/>
            </a:solidFill>
            <a:round/>
            <a:headEnd/>
            <a:tailEnd/>
          </a:ln>
        </p:spPr>
        <p:txBody>
          <a:bodyPr/>
          <a:lstStyle>
            <a:lvl1pPr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16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235" name="Rectangle 234">
            <a:extLst>
              <a:ext uri="{FF2B5EF4-FFF2-40B4-BE49-F238E27FC236}">
                <a16:creationId xmlns:a16="http://schemas.microsoft.com/office/drawing/2014/main" id="{52CAA5BF-C505-6847-BAF8-A75587362EE3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11450" y="3613150"/>
            <a:ext cx="244475" cy="155575"/>
          </a:xfrm>
          <a:prstGeom prst="rect">
            <a:avLst/>
          </a:prstGeom>
          <a:solidFill>
            <a:srgbClr val="00CC99"/>
          </a:solidFill>
          <a:ln w="9525">
            <a:solidFill>
              <a:srgbClr val="0066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charset="0"/>
              <a:ea typeface="ＭＳ Ｐゴシック" charset="0"/>
              <a:cs typeface="+mn-cs"/>
            </a:endParaRPr>
          </a:p>
        </p:txBody>
      </p:sp>
      <p:sp>
        <p:nvSpPr>
          <p:cNvPr id="236" name="Rectangle 235">
            <a:extLst>
              <a:ext uri="{FF2B5EF4-FFF2-40B4-BE49-F238E27FC236}">
                <a16:creationId xmlns:a16="http://schemas.microsoft.com/office/drawing/2014/main" id="{6EBFCC57-DC97-C441-897D-9E4916F1E725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81250" y="3846513"/>
            <a:ext cx="244475" cy="155575"/>
          </a:xfrm>
          <a:prstGeom prst="rect">
            <a:avLst/>
          </a:prstGeom>
          <a:solidFill>
            <a:srgbClr val="00CC99"/>
          </a:solidFill>
          <a:ln w="9525">
            <a:solidFill>
              <a:srgbClr val="0066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charset="0"/>
              <a:ea typeface="ＭＳ Ｐゴシック" charset="0"/>
              <a:cs typeface="+mn-cs"/>
            </a:endParaRPr>
          </a:p>
        </p:txBody>
      </p:sp>
      <p:sp>
        <p:nvSpPr>
          <p:cNvPr id="237" name="Text Box 236">
            <a:extLst>
              <a:ext uri="{FF2B5EF4-FFF2-40B4-BE49-F238E27FC236}">
                <a16:creationId xmlns:a16="http://schemas.microsoft.com/office/drawing/2014/main" id="{2385057C-CC2A-904D-B477-1A4E091EC57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57363" y="3736975"/>
            <a:ext cx="612775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rPr>
              <a:t>copy</a:t>
            </a:r>
          </a:p>
        </p:txBody>
      </p:sp>
      <p:grpSp>
        <p:nvGrpSpPr>
          <p:cNvPr id="239" name="Group 240">
            <a:extLst>
              <a:ext uri="{FF2B5EF4-FFF2-40B4-BE49-F238E27FC236}">
                <a16:creationId xmlns:a16="http://schemas.microsoft.com/office/drawing/2014/main" id="{3C099EA3-4C76-8E43-A8FA-DA69E23B587D}"/>
              </a:ext>
            </a:extLst>
          </p:cNvPr>
          <p:cNvGrpSpPr>
            <a:grpSpLocks/>
          </p:cNvGrpSpPr>
          <p:nvPr/>
        </p:nvGrpSpPr>
        <p:grpSpPr bwMode="auto">
          <a:xfrm>
            <a:off x="1376363" y="3300413"/>
            <a:ext cx="947737" cy="869950"/>
            <a:chOff x="3283" y="2142"/>
            <a:chExt cx="597" cy="548"/>
          </a:xfrm>
        </p:grpSpPr>
        <p:grpSp>
          <p:nvGrpSpPr>
            <p:cNvPr id="240" name="Group 241">
              <a:extLst>
                <a:ext uri="{FF2B5EF4-FFF2-40B4-BE49-F238E27FC236}">
                  <a16:creationId xmlns:a16="http://schemas.microsoft.com/office/drawing/2014/main" id="{B0C67642-FA77-3248-BB94-4C12B33DABEB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283" y="2387"/>
              <a:ext cx="597" cy="303"/>
              <a:chOff x="990" y="4570"/>
              <a:chExt cx="597" cy="380"/>
            </a:xfrm>
          </p:grpSpPr>
          <p:pic>
            <p:nvPicPr>
              <p:cNvPr id="243" name="Picture 242">
                <a:extLst>
                  <a:ext uri="{FF2B5EF4-FFF2-40B4-BE49-F238E27FC236}">
                    <a16:creationId xmlns:a16="http://schemas.microsoft.com/office/drawing/2014/main" id="{67A85C0C-4A8A-6B47-B09B-B8DCC27068BA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990" y="4570"/>
                <a:ext cx="597" cy="38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</p:pic>
          <p:sp>
            <p:nvSpPr>
              <p:cNvPr id="244" name="Rectangle 243">
                <a:extLst>
                  <a:ext uri="{FF2B5EF4-FFF2-40B4-BE49-F238E27FC236}">
                    <a16:creationId xmlns:a16="http://schemas.microsoft.com/office/drawing/2014/main" id="{1BE93BC6-21EB-E345-A354-EC1A31A9313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4" y="4679"/>
                <a:ext cx="360" cy="148"/>
              </a:xfrm>
              <a:prstGeom prst="rect">
                <a:avLst/>
              </a:prstGeom>
              <a:solidFill>
                <a:srgbClr val="FFFF00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endParaRPr>
              </a:p>
            </p:txBody>
          </p:sp>
        </p:grpSp>
        <p:sp>
          <p:nvSpPr>
            <p:cNvPr id="241" name="Text Box 244">
              <a:extLst>
                <a:ext uri="{FF2B5EF4-FFF2-40B4-BE49-F238E27FC236}">
                  <a16:creationId xmlns:a16="http://schemas.microsoft.com/office/drawing/2014/main" id="{057976BB-0F9A-9941-9597-91496E327B0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343" y="2461"/>
              <a:ext cx="479" cy="1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8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1" i="1" u="none" strike="noStrike" kern="1200" cap="none" spc="0" normalizeH="0" baseline="0" noProof="0" dirty="0">
                  <a:ln>
                    <a:noFill/>
                  </a:ln>
                  <a:solidFill>
                    <a:srgbClr val="3333CC"/>
                  </a:solidFill>
                  <a:effectLst/>
                  <a:uLnTx/>
                  <a:uFillTx/>
                  <a:latin typeface="Comic Sans MS" charset="0"/>
                  <a:ea typeface="ＭＳ Ｐゴシック" charset="0"/>
                  <a:cs typeface="+mn-cs"/>
                </a:rPr>
                <a:t>timeout</a:t>
              </a:r>
            </a:p>
          </p:txBody>
        </p:sp>
        <p:pic>
          <p:nvPicPr>
            <p:cNvPr id="242" name="Picture 245">
              <a:extLst>
                <a:ext uri="{FF2B5EF4-FFF2-40B4-BE49-F238E27FC236}">
                  <a16:creationId xmlns:a16="http://schemas.microsoft.com/office/drawing/2014/main" id="{18023B91-60B5-4147-A0EC-197B454FEC30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3419" y="2142"/>
              <a:ext cx="262" cy="24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</p:pic>
      </p:grpSp>
      <p:sp>
        <p:nvSpPr>
          <p:cNvPr id="342" name="Rectangle 281">
            <a:extLst>
              <a:ext uri="{FF2B5EF4-FFF2-40B4-BE49-F238E27FC236}">
                <a16:creationId xmlns:a16="http://schemas.microsoft.com/office/drawing/2014/main" id="{3D39CBCD-019A-0349-BB68-948FE706EC0C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8350" y="1252512"/>
            <a:ext cx="5939840" cy="208745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marL="342900" marR="0" lvl="0" indent="-342900" algn="l" defTabSz="914400" rtl="0" eaLnBrk="1" fontAlgn="auto" latinLnBrk="0" hangingPunct="1">
              <a:lnSpc>
                <a:spcPct val="85000"/>
              </a:lnSpc>
              <a:spcBef>
                <a:spcPct val="20000"/>
              </a:spcBef>
              <a:spcAft>
                <a:spcPts val="0"/>
              </a:spcAft>
              <a:buClr>
                <a:srgbClr val="000099"/>
              </a:buClr>
              <a:buSzPct val="65000"/>
              <a:buFont typeface="Wingdings" charset="0"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  <a:cs typeface="+mn-cs"/>
              </a:rPr>
              <a:t>Realistic scenario: </a:t>
            </a:r>
            <a:r>
              <a:rPr kumimoji="0" lang="en-US" sz="2800" b="0" i="1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  <a:cs typeface="+mn-cs"/>
              </a:rPr>
              <a:t>un-needed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  <a:cs typeface="+mn-cs"/>
              </a:rPr>
              <a:t> </a:t>
            </a:r>
            <a:r>
              <a:rPr kumimoji="0" lang="en-US" sz="2800" b="0" i="1" u="none" strike="noStrike" kern="1200" cap="none" spc="0" normalizeH="0" baseline="0" noProof="0" dirty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  <a:cs typeface="+mn-cs"/>
              </a:rPr>
              <a:t>duplicates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ＭＳ Ｐゴシック" charset="0"/>
              <a:cs typeface="+mn-cs"/>
            </a:endParaRPr>
          </a:p>
          <a:p>
            <a:pPr marL="292100" marR="0" lvl="0" indent="-241300" algn="l" defTabSz="914400" rtl="0" eaLnBrk="1" fontAlgn="auto" latinLnBrk="0" hangingPunct="1">
              <a:lnSpc>
                <a:spcPct val="85000"/>
              </a:lnSpc>
              <a:spcBef>
                <a:spcPct val="20000"/>
              </a:spcBef>
              <a:spcAft>
                <a:spcPts val="0"/>
              </a:spcAft>
              <a:buClr>
                <a:srgbClr val="000099"/>
              </a:buClr>
              <a:buSzPct val="100000"/>
              <a:buFont typeface="Wingdings" charset="2"/>
              <a:buChar char="§"/>
              <a:tabLst/>
              <a:defRPr/>
            </a:pPr>
            <a:r>
              <a: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  <a:cs typeface="+mn-cs"/>
              </a:rPr>
              <a:t>packets can be lost, dropped at router due  to full buffers – requiring retransmissions</a:t>
            </a:r>
          </a:p>
          <a:p>
            <a:pPr marL="292100" marR="0" lvl="0" indent="-241300" algn="l" defTabSz="914400" rtl="0" eaLnBrk="1" fontAlgn="auto" latinLnBrk="0" hangingPunct="1">
              <a:lnSpc>
                <a:spcPct val="85000"/>
              </a:lnSpc>
              <a:spcBef>
                <a:spcPct val="20000"/>
              </a:spcBef>
              <a:spcAft>
                <a:spcPts val="0"/>
              </a:spcAft>
              <a:buClr>
                <a:srgbClr val="000099"/>
              </a:buClr>
              <a:buSzPct val="100000"/>
              <a:buFont typeface="Wingdings" charset="2"/>
              <a:buChar char="§"/>
              <a:tabLst/>
              <a:defRPr/>
            </a:pPr>
            <a:r>
              <a: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  <a:cs typeface="+mn-cs"/>
              </a:rPr>
              <a:t>but sender times can time out prematurely, sending </a:t>
            </a:r>
            <a:r>
              <a:rPr kumimoji="0" lang="en-US" sz="2200" b="0" i="1" u="none" strike="noStrike" kern="1200" cap="none" spc="0" normalizeH="0" baseline="0" noProof="0" dirty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  <a:cs typeface="+mn-cs"/>
              </a:rPr>
              <a:t>two</a:t>
            </a:r>
            <a:r>
              <a:rPr kumimoji="0" lang="en-US" sz="22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  <a:cs typeface="+mn-cs"/>
              </a:rPr>
              <a:t> </a:t>
            </a:r>
            <a:r>
              <a: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  <a:cs typeface="+mn-cs"/>
              </a:rPr>
              <a:t>copies, </a:t>
            </a:r>
            <a:r>
              <a:rPr kumimoji="0" lang="en-US" sz="2200" b="0" i="1" u="none" strike="noStrike" kern="1200" cap="none" spc="0" normalizeH="0" baseline="0" noProof="0" dirty="0">
                <a:ln>
                  <a:noFill/>
                </a:ln>
                <a:solidFill>
                  <a:srgbClr val="0013A3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  <a:cs typeface="+mn-cs"/>
              </a:rPr>
              <a:t>both</a:t>
            </a:r>
            <a:r>
              <a: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  <a:cs typeface="+mn-cs"/>
              </a:rPr>
              <a:t> of which are delivered</a:t>
            </a:r>
          </a:p>
          <a:p>
            <a:pPr marL="342900" marR="0" lvl="0" indent="-342900" algn="l" defTabSz="914400" rtl="0" eaLnBrk="1" fontAlgn="auto" latinLnBrk="0" hangingPunct="1">
              <a:lnSpc>
                <a:spcPct val="85000"/>
              </a:lnSpc>
              <a:spcBef>
                <a:spcPct val="20000"/>
              </a:spcBef>
              <a:spcAft>
                <a:spcPts val="0"/>
              </a:spcAft>
              <a:buClr>
                <a:srgbClr val="000099"/>
              </a:buClr>
              <a:buSzPct val="65000"/>
              <a:buFont typeface="Wingdings" charset="0"/>
              <a:buChar char="v"/>
              <a:tabLst/>
              <a:defRPr/>
            </a:pP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ill Sans MT" charset="0"/>
              <a:ea typeface="ＭＳ Ｐゴシック" charset="0"/>
              <a:cs typeface="+mn-cs"/>
            </a:endParaRPr>
          </a:p>
        </p:txBody>
      </p:sp>
      <p:sp>
        <p:nvSpPr>
          <p:cNvPr id="238" name="Text Box 237">
            <a:extLst>
              <a:ext uri="{FF2B5EF4-FFF2-40B4-BE49-F238E27FC236}">
                <a16:creationId xmlns:a16="http://schemas.microsoft.com/office/drawing/2014/main" id="{147D48B6-6F9D-A040-89CB-089EAC406DE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724275" y="4761119"/>
            <a:ext cx="1768475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1" u="none" strike="noStrike" kern="1200" cap="none" spc="0" normalizeH="0" baseline="0" noProof="0" dirty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rPr>
              <a:t>free buffer space!</a:t>
            </a: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567624B7-6B20-F845-9C41-4CC182257E49}"/>
              </a:ext>
            </a:extLst>
          </p:cNvPr>
          <p:cNvGrpSpPr/>
          <p:nvPr/>
        </p:nvGrpSpPr>
        <p:grpSpPr>
          <a:xfrm>
            <a:off x="10022277" y="2256302"/>
            <a:ext cx="2018927" cy="1905034"/>
            <a:chOff x="10022277" y="2034920"/>
            <a:chExt cx="2018927" cy="1905034"/>
          </a:xfrm>
        </p:grpSpPr>
        <p:sp>
          <p:nvSpPr>
            <p:cNvPr id="198" name="Text Box 259">
              <a:extLst>
                <a:ext uri="{FF2B5EF4-FFF2-40B4-BE49-F238E27FC236}">
                  <a16:creationId xmlns:a16="http://schemas.microsoft.com/office/drawing/2014/main" id="{9EDD7432-CD42-3343-A35C-16F063B6C25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0241280" y="2339516"/>
              <a:ext cx="1799924" cy="160043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+mn-cs"/>
                </a:rPr>
                <a:t>when sending at R/2, some packets are retransmissions, including needed and </a:t>
              </a:r>
              <a:r>
                <a:rPr kumimoji="0" lang="en-US" sz="1400" b="0" i="1" u="none" strike="noStrike" kern="1200" cap="none" spc="0" normalizeH="0" baseline="0" noProof="0" dirty="0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+mn-cs"/>
                </a:rPr>
                <a:t>un-needed</a:t>
              </a:r>
              <a:r>
                <a:rPr kumimoji="0" 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+mn-cs"/>
                </a:rPr>
                <a:t> duplicates, that are delivered!</a:t>
              </a:r>
            </a:p>
          </p:txBody>
        </p:sp>
        <p:sp>
          <p:nvSpPr>
            <p:cNvPr id="202" name="Line 253">
              <a:extLst>
                <a:ext uri="{FF2B5EF4-FFF2-40B4-BE49-F238E27FC236}">
                  <a16:creationId xmlns:a16="http://schemas.microsoft.com/office/drawing/2014/main" id="{D5AB995F-B247-6F4B-BEAE-3191BFB3D4E9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10022277" y="2034920"/>
              <a:ext cx="423050" cy="35515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BEA05CA9-3FA3-BF4C-A8E9-55EEC0008877}"/>
              </a:ext>
            </a:extLst>
          </p:cNvPr>
          <p:cNvGrpSpPr/>
          <p:nvPr/>
        </p:nvGrpSpPr>
        <p:grpSpPr>
          <a:xfrm>
            <a:off x="10040109" y="1751513"/>
            <a:ext cx="1904433" cy="674031"/>
            <a:chOff x="10040109" y="1530131"/>
            <a:chExt cx="1904433" cy="674031"/>
          </a:xfrm>
        </p:grpSpPr>
        <p:sp>
          <p:nvSpPr>
            <p:cNvPr id="224" name="Text Box 252">
              <a:extLst>
                <a:ext uri="{FF2B5EF4-FFF2-40B4-BE49-F238E27FC236}">
                  <a16:creationId xmlns:a16="http://schemas.microsoft.com/office/drawing/2014/main" id="{14DBF64B-0F2A-564A-8608-15D68B07DB0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0128951" y="1530131"/>
              <a:ext cx="1815591" cy="6740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ＭＳ Ｐゴシック" charset="0"/>
                  <a:cs typeface="+mn-cs"/>
                </a:rPr>
                <a:t>“wasted” capacity due to un-needed retransmissions</a:t>
              </a:r>
            </a:p>
          </p:txBody>
        </p:sp>
        <p:sp>
          <p:nvSpPr>
            <p:cNvPr id="225" name="Right Brace 224">
              <a:extLst>
                <a:ext uri="{FF2B5EF4-FFF2-40B4-BE49-F238E27FC236}">
                  <a16:creationId xmlns:a16="http://schemas.microsoft.com/office/drawing/2014/main" id="{2533B29F-81E1-3C4A-A26B-AFF9EC5694E3}"/>
                </a:ext>
              </a:extLst>
            </p:cNvPr>
            <p:cNvSpPr/>
            <p:nvPr/>
          </p:nvSpPr>
          <p:spPr>
            <a:xfrm>
              <a:off x="10040109" y="1765940"/>
              <a:ext cx="144379" cy="223205"/>
            </a:xfrm>
            <a:prstGeom prst="rightBrac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grpSp>
        <p:nvGrpSpPr>
          <p:cNvPr id="8" name="Group 7">
            <a:extLst>
              <a:ext uri="{FF2B5EF4-FFF2-40B4-BE49-F238E27FC236}">
                <a16:creationId xmlns:a16="http://schemas.microsoft.com/office/drawing/2014/main" id="{12B126A1-4A79-F34D-A071-BDA969124FB9}"/>
              </a:ext>
            </a:extLst>
          </p:cNvPr>
          <p:cNvGrpSpPr/>
          <p:nvPr/>
        </p:nvGrpSpPr>
        <p:grpSpPr>
          <a:xfrm>
            <a:off x="7361453" y="1421562"/>
            <a:ext cx="3100386" cy="2791471"/>
            <a:chOff x="7361453" y="1200180"/>
            <a:chExt cx="3100386" cy="2791471"/>
          </a:xfrm>
        </p:grpSpPr>
        <p:sp>
          <p:nvSpPr>
            <p:cNvPr id="204" name="Freeform 245">
              <a:extLst>
                <a:ext uri="{FF2B5EF4-FFF2-40B4-BE49-F238E27FC236}">
                  <a16:creationId xmlns:a16="http://schemas.microsoft.com/office/drawing/2014/main" id="{B3460BD7-A5F9-BE49-9E86-1F8442B74C7E}"/>
                </a:ext>
              </a:extLst>
            </p:cNvPr>
            <p:cNvSpPr>
              <a:spLocks/>
            </p:cNvSpPr>
            <p:nvPr/>
          </p:nvSpPr>
          <p:spPr bwMode="auto">
            <a:xfrm>
              <a:off x="7958715" y="1967477"/>
              <a:ext cx="2024019" cy="1384114"/>
            </a:xfrm>
            <a:custGeom>
              <a:avLst/>
              <a:gdLst>
                <a:gd name="T0" fmla="*/ 0 w 1636"/>
                <a:gd name="T1" fmla="*/ 955 h 955"/>
                <a:gd name="T2" fmla="*/ 758 w 1636"/>
                <a:gd name="T3" fmla="*/ 246 h 955"/>
                <a:gd name="T4" fmla="*/ 1636 w 1636"/>
                <a:gd name="T5" fmla="*/ 7 h 955"/>
                <a:gd name="T6" fmla="*/ 0 60000 65536"/>
                <a:gd name="T7" fmla="*/ 0 60000 65536"/>
                <a:gd name="T8" fmla="*/ 0 60000 65536"/>
                <a:gd name="connsiteX0" fmla="*/ 0 w 6072"/>
                <a:gd name="connsiteY0" fmla="*/ 8862 h 8862"/>
                <a:gd name="connsiteX1" fmla="*/ 4633 w 6072"/>
                <a:gd name="connsiteY1" fmla="*/ 1438 h 8862"/>
                <a:gd name="connsiteX2" fmla="*/ 6072 w 6072"/>
                <a:gd name="connsiteY2" fmla="*/ 120 h 8862"/>
                <a:gd name="connsiteX0" fmla="*/ 0 w 10000"/>
                <a:gd name="connsiteY0" fmla="*/ 9865 h 9865"/>
                <a:gd name="connsiteX1" fmla="*/ 7630 w 10000"/>
                <a:gd name="connsiteY1" fmla="*/ 1488 h 9865"/>
                <a:gd name="connsiteX2" fmla="*/ 10000 w 10000"/>
                <a:gd name="connsiteY2" fmla="*/ 0 h 9865"/>
                <a:gd name="connsiteX0" fmla="*/ 0 w 10000"/>
                <a:gd name="connsiteY0" fmla="*/ 10000 h 10000"/>
                <a:gd name="connsiteX1" fmla="*/ 7630 w 10000"/>
                <a:gd name="connsiteY1" fmla="*/ 1508 h 10000"/>
                <a:gd name="connsiteX2" fmla="*/ 10000 w 10000"/>
                <a:gd name="connsiteY2" fmla="*/ 0 h 10000"/>
                <a:gd name="connsiteX0" fmla="*/ 0 w 10000"/>
                <a:gd name="connsiteY0" fmla="*/ 10000 h 10000"/>
                <a:gd name="connsiteX1" fmla="*/ 7630 w 10000"/>
                <a:gd name="connsiteY1" fmla="*/ 1508 h 10000"/>
                <a:gd name="connsiteX2" fmla="*/ 10000 w 10000"/>
                <a:gd name="connsiteY2" fmla="*/ 0 h 10000"/>
                <a:gd name="connsiteX0" fmla="*/ 0 w 10000"/>
                <a:gd name="connsiteY0" fmla="*/ 10000 h 10000"/>
                <a:gd name="connsiteX1" fmla="*/ 7630 w 10000"/>
                <a:gd name="connsiteY1" fmla="*/ 1508 h 10000"/>
                <a:gd name="connsiteX2" fmla="*/ 10000 w 10000"/>
                <a:gd name="connsiteY2" fmla="*/ 0 h 10000"/>
                <a:gd name="connsiteX0" fmla="*/ 0 w 10000"/>
                <a:gd name="connsiteY0" fmla="*/ 10000 h 10000"/>
                <a:gd name="connsiteX1" fmla="*/ 7630 w 10000"/>
                <a:gd name="connsiteY1" fmla="*/ 1508 h 10000"/>
                <a:gd name="connsiteX2" fmla="*/ 10000 w 10000"/>
                <a:gd name="connsiteY2" fmla="*/ 0 h 10000"/>
                <a:gd name="connsiteX0" fmla="*/ 0 w 10000"/>
                <a:gd name="connsiteY0" fmla="*/ 10000 h 10000"/>
                <a:gd name="connsiteX1" fmla="*/ 7233 w 10000"/>
                <a:gd name="connsiteY1" fmla="*/ 1532 h 10000"/>
                <a:gd name="connsiteX2" fmla="*/ 10000 w 10000"/>
                <a:gd name="connsiteY2" fmla="*/ 0 h 10000"/>
                <a:gd name="connsiteX0" fmla="*/ 0 w 10000"/>
                <a:gd name="connsiteY0" fmla="*/ 10000 h 10000"/>
                <a:gd name="connsiteX1" fmla="*/ 7233 w 10000"/>
                <a:gd name="connsiteY1" fmla="*/ 1532 h 10000"/>
                <a:gd name="connsiteX2" fmla="*/ 10000 w 10000"/>
                <a:gd name="connsiteY2" fmla="*/ 0 h 10000"/>
                <a:gd name="connsiteX0" fmla="*/ 0 w 10000"/>
                <a:gd name="connsiteY0" fmla="*/ 10000 h 10000"/>
                <a:gd name="connsiteX1" fmla="*/ 7233 w 10000"/>
                <a:gd name="connsiteY1" fmla="*/ 1532 h 10000"/>
                <a:gd name="connsiteX2" fmla="*/ 10000 w 10000"/>
                <a:gd name="connsiteY2" fmla="*/ 0 h 10000"/>
                <a:gd name="connsiteX0" fmla="*/ 0 w 10000"/>
                <a:gd name="connsiteY0" fmla="*/ 10000 h 10000"/>
                <a:gd name="connsiteX1" fmla="*/ 6900 w 10000"/>
                <a:gd name="connsiteY1" fmla="*/ 753 h 10000"/>
                <a:gd name="connsiteX2" fmla="*/ 10000 w 10000"/>
                <a:gd name="connsiteY2" fmla="*/ 0 h 10000"/>
                <a:gd name="connsiteX0" fmla="*/ 0 w 10000"/>
                <a:gd name="connsiteY0" fmla="*/ 10000 h 10000"/>
                <a:gd name="connsiteX1" fmla="*/ 6900 w 10000"/>
                <a:gd name="connsiteY1" fmla="*/ 753 h 10000"/>
                <a:gd name="connsiteX2" fmla="*/ 10000 w 10000"/>
                <a:gd name="connsiteY2" fmla="*/ 0 h 10000"/>
                <a:gd name="connsiteX0" fmla="*/ 0 w 10000"/>
                <a:gd name="connsiteY0" fmla="*/ 10000 h 10000"/>
                <a:gd name="connsiteX1" fmla="*/ 6900 w 10000"/>
                <a:gd name="connsiteY1" fmla="*/ 753 h 10000"/>
                <a:gd name="connsiteX2" fmla="*/ 10000 w 10000"/>
                <a:gd name="connsiteY2" fmla="*/ 0 h 10000"/>
                <a:gd name="connsiteX0" fmla="*/ 0 w 10000"/>
                <a:gd name="connsiteY0" fmla="*/ 10000 h 10000"/>
                <a:gd name="connsiteX1" fmla="*/ 6900 w 10000"/>
                <a:gd name="connsiteY1" fmla="*/ 753 h 10000"/>
                <a:gd name="connsiteX2" fmla="*/ 10000 w 10000"/>
                <a:gd name="connsiteY2" fmla="*/ 0 h 10000"/>
                <a:gd name="connsiteX0" fmla="*/ 0 w 10000"/>
                <a:gd name="connsiteY0" fmla="*/ 10000 h 10000"/>
                <a:gd name="connsiteX1" fmla="*/ 6900 w 10000"/>
                <a:gd name="connsiteY1" fmla="*/ 753 h 10000"/>
                <a:gd name="connsiteX2" fmla="*/ 10000 w 10000"/>
                <a:gd name="connsiteY2" fmla="*/ 0 h 10000"/>
                <a:gd name="connsiteX0" fmla="*/ 0 w 10000"/>
                <a:gd name="connsiteY0" fmla="*/ 10000 h 10000"/>
                <a:gd name="connsiteX1" fmla="*/ 6536 w 10000"/>
                <a:gd name="connsiteY1" fmla="*/ 1223 h 10000"/>
                <a:gd name="connsiteX2" fmla="*/ 10000 w 10000"/>
                <a:gd name="connsiteY2" fmla="*/ 0 h 10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0000" h="10000">
                  <a:moveTo>
                    <a:pt x="0" y="10000"/>
                  </a:moveTo>
                  <a:cubicBezTo>
                    <a:pt x="1268" y="8586"/>
                    <a:pt x="4789" y="3077"/>
                    <a:pt x="6536" y="1223"/>
                  </a:cubicBezTo>
                  <a:cubicBezTo>
                    <a:pt x="7406" y="549"/>
                    <a:pt x="8333" y="126"/>
                    <a:pt x="10000" y="0"/>
                  </a:cubicBezTo>
                </a:path>
              </a:pathLst>
            </a:custGeom>
            <a:noFill/>
            <a:ln w="28575" cmpd="sng">
              <a:solidFill>
                <a:srgbClr val="CC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grpSp>
          <p:nvGrpSpPr>
            <p:cNvPr id="205" name="Group 246">
              <a:extLst>
                <a:ext uri="{FF2B5EF4-FFF2-40B4-BE49-F238E27FC236}">
                  <a16:creationId xmlns:a16="http://schemas.microsoft.com/office/drawing/2014/main" id="{5E08E7AA-3C32-114D-AB01-2054FE7FF68F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8776235" y="3317988"/>
              <a:ext cx="458788" cy="400051"/>
              <a:chOff x="3583" y="1761"/>
              <a:chExt cx="289" cy="252"/>
            </a:xfrm>
          </p:grpSpPr>
          <p:sp>
            <p:nvSpPr>
              <p:cNvPr id="221" name="Text Box 247">
                <a:extLst>
                  <a:ext uri="{FF2B5EF4-FFF2-40B4-BE49-F238E27FC236}">
                    <a16:creationId xmlns:a16="http://schemas.microsoft.com/office/drawing/2014/main" id="{1B32B252-D75C-EE47-9DF7-3388AC1F3230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583" y="1761"/>
                <a:ext cx="289" cy="25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1pPr>
                <a:lvl2pPr marL="742950" indent="-285750"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2pPr>
                <a:lvl3pPr marL="1143000" indent="-228600"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3pPr>
                <a:lvl4pPr marL="1600200" indent="-228600"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4pPr>
                <a:lvl5pPr marL="2057400" indent="-228600"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2000" b="0" i="0" u="none" strike="noStrike" kern="1200" cap="none" spc="0" normalizeH="0" baseline="0" noProof="0" dirty="0" err="1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Symbol" charset="0"/>
                    <a:ea typeface="ＭＳ Ｐゴシック" charset="0"/>
                    <a:cs typeface="Arial" charset="0"/>
                  </a:rPr>
                  <a:t>l</a:t>
                </a:r>
                <a:r>
                  <a:rPr kumimoji="0" lang="en-US" sz="2000" b="0" i="0" u="none" strike="noStrike" kern="1200" cap="none" spc="0" normalizeH="0" baseline="-25000" noProof="0" dirty="0" err="1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  <a:cs typeface="Arial" charset="0"/>
                  </a:rPr>
                  <a:t>in</a:t>
                </a:r>
                <a:endParaRPr kumimoji="0" lang="en-US" sz="2000" b="0" i="0" u="none" strike="noStrike" kern="1200" cap="none" spc="0" normalizeH="0" baseline="-2500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Arial" charset="0"/>
                </a:endParaRPr>
              </a:p>
            </p:txBody>
          </p:sp>
          <p:sp>
            <p:nvSpPr>
              <p:cNvPr id="222" name="Line 248">
                <a:extLst>
                  <a:ext uri="{FF2B5EF4-FFF2-40B4-BE49-F238E27FC236}">
                    <a16:creationId xmlns:a16="http://schemas.microsoft.com/office/drawing/2014/main" id="{069831FC-8BE0-BA42-967D-6C06BFB9853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3726" y="1834"/>
                <a:ext cx="24" cy="24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endParaRPr>
              </a:p>
            </p:txBody>
          </p:sp>
        </p:grpSp>
        <p:sp>
          <p:nvSpPr>
            <p:cNvPr id="206" name="Line 278">
              <a:extLst>
                <a:ext uri="{FF2B5EF4-FFF2-40B4-BE49-F238E27FC236}">
                  <a16:creationId xmlns:a16="http://schemas.microsoft.com/office/drawing/2014/main" id="{79D305B3-2BB2-D449-B462-DEAABA8BAFC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965669" y="1200180"/>
              <a:ext cx="0" cy="2159048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207" name="Line 280">
              <a:extLst>
                <a:ext uri="{FF2B5EF4-FFF2-40B4-BE49-F238E27FC236}">
                  <a16:creationId xmlns:a16="http://schemas.microsoft.com/office/drawing/2014/main" id="{06048882-9574-FC44-B8CF-F1DAC2D7047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9972557" y="1436494"/>
              <a:ext cx="0" cy="1869027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208" name="Freeform 281">
              <a:extLst>
                <a:ext uri="{FF2B5EF4-FFF2-40B4-BE49-F238E27FC236}">
                  <a16:creationId xmlns:a16="http://schemas.microsoft.com/office/drawing/2014/main" id="{BF1363B2-F686-8742-8291-A19A05138F45}"/>
                </a:ext>
              </a:extLst>
            </p:cNvPr>
            <p:cNvSpPr>
              <a:spLocks/>
            </p:cNvSpPr>
            <p:nvPr/>
          </p:nvSpPr>
          <p:spPr bwMode="auto">
            <a:xfrm>
              <a:off x="7954426" y="1377415"/>
              <a:ext cx="2023753" cy="1965701"/>
            </a:xfrm>
            <a:custGeom>
              <a:avLst/>
              <a:gdLst>
                <a:gd name="T0" fmla="*/ 0 w 720"/>
                <a:gd name="T1" fmla="*/ 732 h 732"/>
                <a:gd name="T2" fmla="*/ 720 w 720"/>
                <a:gd name="T3" fmla="*/ 0 h 732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720" h="732">
                  <a:moveTo>
                    <a:pt x="0" y="732"/>
                  </a:moveTo>
                  <a:lnTo>
                    <a:pt x="720" y="0"/>
                  </a:lnTo>
                </a:path>
              </a:pathLst>
            </a:custGeom>
            <a:noFill/>
            <a:ln w="28575" cap="flat" cmpd="sng">
              <a:solidFill>
                <a:schemeClr val="tx1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09" name="Line 282">
              <a:extLst>
                <a:ext uri="{FF2B5EF4-FFF2-40B4-BE49-F238E27FC236}">
                  <a16:creationId xmlns:a16="http://schemas.microsoft.com/office/drawing/2014/main" id="{F026FEA1-5290-6345-BCE2-778BE3958BA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819509" y="1377415"/>
              <a:ext cx="140538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210" name="Line 283">
              <a:extLst>
                <a:ext uri="{FF2B5EF4-FFF2-40B4-BE49-F238E27FC236}">
                  <a16:creationId xmlns:a16="http://schemas.microsoft.com/office/drawing/2014/main" id="{6915514F-CA67-4B49-A03C-EFE57672B7F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9966936" y="3359228"/>
              <a:ext cx="0" cy="155752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211" name="Text Box 284">
              <a:extLst>
                <a:ext uri="{FF2B5EF4-FFF2-40B4-BE49-F238E27FC236}">
                  <a16:creationId xmlns:a16="http://schemas.microsoft.com/office/drawing/2014/main" id="{28C1A511-7077-0445-8960-2561706C38B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361453" y="1202894"/>
              <a:ext cx="815123" cy="51559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rPr>
                <a:t>R/2</a:t>
              </a:r>
            </a:p>
          </p:txBody>
        </p:sp>
        <p:sp>
          <p:nvSpPr>
            <p:cNvPr id="212" name="Text Box 286">
              <a:extLst>
                <a:ext uri="{FF2B5EF4-FFF2-40B4-BE49-F238E27FC236}">
                  <a16:creationId xmlns:a16="http://schemas.microsoft.com/office/drawing/2014/main" id="{4E3E2B16-E915-2341-A1DD-6D63A903AE3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 rot="16200000">
              <a:off x="7391666" y="1332203"/>
              <a:ext cx="937199" cy="7026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Symbol" charset="0"/>
                  <a:ea typeface="ＭＳ Ｐゴシック" charset="0"/>
                  <a:cs typeface="+mn-cs"/>
                </a:rPr>
                <a:t>l</a:t>
              </a:r>
              <a:r>
                <a:rPr kumimoji="0" lang="en-US" sz="2000" b="0" i="0" u="none" strike="noStrike" kern="1200" cap="none" spc="0" normalizeH="0" baseline="-2500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+mn-cs"/>
                </a:rPr>
                <a:t>out</a:t>
              </a:r>
            </a:p>
          </p:txBody>
        </p:sp>
        <p:sp>
          <p:nvSpPr>
            <p:cNvPr id="213" name="Line 288">
              <a:extLst>
                <a:ext uri="{FF2B5EF4-FFF2-40B4-BE49-F238E27FC236}">
                  <a16:creationId xmlns:a16="http://schemas.microsoft.com/office/drawing/2014/main" id="{3DD586CE-CDF2-2743-B1D7-9277A7808AE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999399" y="1380101"/>
              <a:ext cx="1841053" cy="0"/>
            </a:xfrm>
            <a:prstGeom prst="line">
              <a:avLst/>
            </a:prstGeom>
            <a:noFill/>
            <a:ln w="12700">
              <a:solidFill>
                <a:schemeClr val="bg1">
                  <a:lumMod val="75000"/>
                </a:schemeClr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cxnSp>
          <p:nvCxnSpPr>
            <p:cNvPr id="214" name="Straight Connector 213">
              <a:extLst>
                <a:ext uri="{FF2B5EF4-FFF2-40B4-BE49-F238E27FC236}">
                  <a16:creationId xmlns:a16="http://schemas.microsoft.com/office/drawing/2014/main" id="{E3464261-F9AD-6F4C-A531-9BA3554E8509}"/>
                </a:ext>
              </a:extLst>
            </p:cNvPr>
            <p:cNvCxnSpPr>
              <a:cxnSpLocks/>
            </p:cNvCxnSpPr>
            <p:nvPr/>
          </p:nvCxnSpPr>
          <p:spPr>
            <a:xfrm>
              <a:off x="7976136" y="3337560"/>
              <a:ext cx="2165684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15" name="TextBox 214">
              <a:extLst>
                <a:ext uri="{FF2B5EF4-FFF2-40B4-BE49-F238E27FC236}">
                  <a16:creationId xmlns:a16="http://schemas.microsoft.com/office/drawing/2014/main" id="{9848139A-43C0-0442-A722-9A7D460705EC}"/>
                </a:ext>
              </a:extLst>
            </p:cNvPr>
            <p:cNvSpPr txBox="1"/>
            <p:nvPr/>
          </p:nvSpPr>
          <p:spPr>
            <a:xfrm rot="16200000">
              <a:off x="7139298" y="2419300"/>
              <a:ext cx="1234505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throughput: </a:t>
              </a:r>
            </a:p>
          </p:txBody>
        </p:sp>
        <p:sp>
          <p:nvSpPr>
            <p:cNvPr id="217" name="Oval 216">
              <a:extLst>
                <a:ext uri="{FF2B5EF4-FFF2-40B4-BE49-F238E27FC236}">
                  <a16:creationId xmlns:a16="http://schemas.microsoft.com/office/drawing/2014/main" id="{8833EE11-7254-0440-A469-F4B411A23097}"/>
                </a:ext>
              </a:extLst>
            </p:cNvPr>
            <p:cNvSpPr/>
            <p:nvPr/>
          </p:nvSpPr>
          <p:spPr>
            <a:xfrm>
              <a:off x="9893835" y="1336842"/>
              <a:ext cx="127000" cy="12700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218" name="Text Box 285">
              <a:extLst>
                <a:ext uri="{FF2B5EF4-FFF2-40B4-BE49-F238E27FC236}">
                  <a16:creationId xmlns:a16="http://schemas.microsoft.com/office/drawing/2014/main" id="{A6A2982E-D69C-954A-AC9A-D8235E843BA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646716" y="3476057"/>
              <a:ext cx="815123" cy="51559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rPr>
                <a:t>R/2</a:t>
              </a:r>
            </a:p>
          </p:txBody>
        </p:sp>
        <p:sp>
          <p:nvSpPr>
            <p:cNvPr id="219" name="Oval 218">
              <a:extLst>
                <a:ext uri="{FF2B5EF4-FFF2-40B4-BE49-F238E27FC236}">
                  <a16:creationId xmlns:a16="http://schemas.microsoft.com/office/drawing/2014/main" id="{25F13CA3-6FA8-E041-9F3C-DDDB5B06C49D}"/>
                </a:ext>
              </a:extLst>
            </p:cNvPr>
            <p:cNvSpPr/>
            <p:nvPr/>
          </p:nvSpPr>
          <p:spPr>
            <a:xfrm>
              <a:off x="9912327" y="1689923"/>
              <a:ext cx="127000" cy="12700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220" name="Line 288">
              <a:extLst>
                <a:ext uri="{FF2B5EF4-FFF2-40B4-BE49-F238E27FC236}">
                  <a16:creationId xmlns:a16="http://schemas.microsoft.com/office/drawing/2014/main" id="{B5526BBD-BE65-A44F-AFCC-B97E4A3E4C6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960093" y="1773132"/>
              <a:ext cx="1975007" cy="0"/>
            </a:xfrm>
            <a:prstGeom prst="line">
              <a:avLst/>
            </a:prstGeom>
            <a:noFill/>
            <a:ln w="12700">
              <a:solidFill>
                <a:schemeClr val="bg1">
                  <a:lumMod val="75000"/>
                </a:schemeClr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226" name="Oval 225">
              <a:extLst>
                <a:ext uri="{FF2B5EF4-FFF2-40B4-BE49-F238E27FC236}">
                  <a16:creationId xmlns:a16="http://schemas.microsoft.com/office/drawing/2014/main" id="{64497D25-845D-1D48-B421-413BFD02AFEB}"/>
                </a:ext>
              </a:extLst>
            </p:cNvPr>
            <p:cNvSpPr/>
            <p:nvPr/>
          </p:nvSpPr>
          <p:spPr>
            <a:xfrm>
              <a:off x="9908716" y="1920329"/>
              <a:ext cx="127000" cy="1270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227" name="Line 288">
              <a:extLst>
                <a:ext uri="{FF2B5EF4-FFF2-40B4-BE49-F238E27FC236}">
                  <a16:creationId xmlns:a16="http://schemas.microsoft.com/office/drawing/2014/main" id="{32428ACB-96BC-1046-A240-3A7DD1957B6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995485" y="1986203"/>
              <a:ext cx="1975007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</p:grpSp>
      <p:sp>
        <p:nvSpPr>
          <p:cNvPr id="190" name="Slide Number Placeholder 2">
            <a:extLst>
              <a:ext uri="{FF2B5EF4-FFF2-40B4-BE49-F238E27FC236}">
                <a16:creationId xmlns:a16="http://schemas.microsoft.com/office/drawing/2014/main" id="{78C896B7-6A68-6749-AF49-8349F653C91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19616" y="6443089"/>
            <a:ext cx="2743200" cy="365125"/>
          </a:xfrm>
        </p:spPr>
        <p:txBody>
          <a:bodyPr/>
          <a:lstStyle/>
          <a:p>
            <a:r>
              <a:rPr lang="en-US" dirty="0"/>
              <a:t>Transport Layer: 3-</a:t>
            </a:r>
            <a:fld id="{C4204591-24BD-A542-B9D5-F8D8A88D2FEE}" type="slidenum">
              <a:rPr lang="en-US" smtClean="0"/>
              <a:pPr/>
              <a:t>24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573954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42" presetClass="path" presetSubtype="0" accel="50000" decel="5000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0017 0.00255 L -5.55556E-7 0.03542 " pathEditMode="relative" rAng="0" ptsTypes="AA">
                                      <p:cBhvr>
                                        <p:cTn id="10" dur="2000" fill="hold"/>
                                        <p:tgtEl>
                                          <p:spTgt spid="23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1644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2500"/>
                            </p:stCondLst>
                            <p:childTnLst>
                              <p:par>
                                <p:cTn id="12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4" dur="500"/>
                                        <p:tgtEl>
                                          <p:spTgt spid="2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2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3000"/>
                            </p:stCondLst>
                            <p:childTnLst>
                              <p:par>
                                <p:cTn id="19" presetID="0" presetClass="path" presetSubtype="0" accel="50000" decel="50000" fill="hold" grpId="2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1.875E-6 0.03542 L 0.00039 0.17732 L 0.06446 0.17825 L 0.03503 0.24121 L 0.14544 0.24121 " pathEditMode="relative" rAng="0" ptsTypes="AAAAA">
                                      <p:cBhvr>
                                        <p:cTn id="20" dur="2000" fill="hold"/>
                                        <p:tgtEl>
                                          <p:spTgt spid="23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7266" y="10278"/>
                                    </p:animMotion>
                                  </p:childTnLst>
                                </p:cTn>
                              </p:par>
                              <p:par>
                                <p:cTn id="21" presetID="9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22" dur="500"/>
                                        <p:tgtEl>
                                          <p:spTgt spid="23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5000"/>
                            </p:stCondLst>
                            <p:childTnLst>
                              <p:par>
                                <p:cTn id="25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2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5500"/>
                            </p:stCondLst>
                            <p:childTnLst>
                              <p:par>
                                <p:cTn id="29" presetID="0" presetClass="path" presetSubtype="0" accel="50000" decel="50000" fill="hold" grpId="3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14544 0.24121 L 0.16641 0.24121 " pathEditMode="relative" rAng="0" ptsTypes="AA">
                                      <p:cBhvr>
                                        <p:cTn id="30" dur="3000" fill="hold"/>
                                        <p:tgtEl>
                                          <p:spTgt spid="23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042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8500"/>
                            </p:stCondLst>
                            <p:childTnLst>
                              <p:par>
                                <p:cTn id="32" presetID="0" presetClass="path" presetSubtype="0" accel="50000" decel="50000" fill="hold" grpId="4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18086 0.24051 L 0.23542 0.24051 L 0.26641 0.18125 " pathEditMode="relative" rAng="0" ptsTypes="AAA">
                                      <p:cBhvr>
                                        <p:cTn id="33" dur="2000" fill="hold"/>
                                        <p:tgtEl>
                                          <p:spTgt spid="23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4271" y="-2963"/>
                                    </p:animMotion>
                                  </p:childTnLst>
                                </p:cTn>
                              </p:par>
                              <p:par>
                                <p:cTn id="34" presetID="9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35" dur="500"/>
                                        <p:tgtEl>
                                          <p:spTgt spid="23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10500"/>
                            </p:stCondLst>
                            <p:childTnLst>
                              <p:par>
                                <p:cTn id="38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0" dur="500"/>
                                        <p:tgtEl>
                                          <p:spTgt spid="2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11000"/>
                            </p:stCondLst>
                            <p:childTnLst>
                              <p:par>
                                <p:cTn id="42" presetID="0" presetClass="path" presetSubtype="0" accel="50000" decel="50000" fill="hold" grpId="5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26641 0.18125 L 0.2806 0.15348 L 0.33229 0.15348 L 0.33138 0.0169 " pathEditMode="relative" rAng="0" ptsTypes="AAAA">
                                      <p:cBhvr>
                                        <p:cTn id="43" dur="2000" fill="hold"/>
                                        <p:tgtEl>
                                          <p:spTgt spid="23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3294" y="-8218"/>
                                    </p:animMotion>
                                  </p:childTnLst>
                                </p:cTn>
                              </p:par>
                              <p:par>
                                <p:cTn id="44" presetID="9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45" dur="500"/>
                                        <p:tgtEl>
                                          <p:spTgt spid="23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0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1.45833E-6 -2.22222E-6 L 0.02565 -2.22222E-6 L 0.02734 0.14306 L 0.08476 0.14468 L 0.06094 0.20648 L 0.24844 0.20648 L 0.297 0.1169 L 0.35989 0.11852 L 0.35989 -0.01805 " pathEditMode="relative" rAng="0" ptsTypes="AAAAAAAAA">
                                      <p:cBhvr>
                                        <p:cTn id="48" dur="2000" fill="hold"/>
                                        <p:tgtEl>
                                          <p:spTgt spid="23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7995" y="9421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>
                            <p:stCondLst>
                              <p:cond delay="13000"/>
                            </p:stCondLst>
                            <p:childTnLst>
                              <p:par>
                                <p:cTn id="50" presetID="9" presetClass="exit" presetSubtype="0" fill="hold" grpId="6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51" dur="500"/>
                                        <p:tgtEl>
                                          <p:spTgt spid="23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5" grpId="0" animBg="1"/>
      <p:bldP spid="235" grpId="1" animBg="1"/>
      <p:bldP spid="235" grpId="2" animBg="1"/>
      <p:bldP spid="235" grpId="3" animBg="1"/>
      <p:bldP spid="235" grpId="4" animBg="1"/>
      <p:bldP spid="235" grpId="5" animBg="1"/>
      <p:bldP spid="235" grpId="6" animBg="1"/>
      <p:bldP spid="236" grpId="0" animBg="1"/>
      <p:bldP spid="236" grpId="1" animBg="1"/>
      <p:bldP spid="237" grpId="0"/>
      <p:bldP spid="237" grpId="1"/>
      <p:bldP spid="238" grpId="0"/>
      <p:bldP spid="238" grpId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8CD900-19EC-824C-BF74-AADFBF5A17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8690" y="208643"/>
            <a:ext cx="11393310" cy="894622"/>
          </a:xfrm>
        </p:spPr>
        <p:txBody>
          <a:bodyPr>
            <a:normAutofit/>
          </a:bodyPr>
          <a:lstStyle/>
          <a:p>
            <a:r>
              <a:rPr lang="en-US" sz="4800" dirty="0"/>
              <a:t>Causes/costs of congestion: scenario 2</a:t>
            </a:r>
            <a:endParaRPr lang="en-US" sz="4400" b="0" dirty="0"/>
          </a:p>
        </p:txBody>
      </p:sp>
      <p:sp>
        <p:nvSpPr>
          <p:cNvPr id="173" name="Rectangle 261">
            <a:extLst>
              <a:ext uri="{FF2B5EF4-FFF2-40B4-BE49-F238E27FC236}">
                <a16:creationId xmlns:a16="http://schemas.microsoft.com/office/drawing/2014/main" id="{6AE69D83-2632-D345-B492-5CABD223039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74555" y="3993105"/>
            <a:ext cx="9386733" cy="215936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>
            <a:lvl1pPr marL="342900" indent="-3429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1pPr>
            <a:lvl2pPr marL="6858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 marL="342900" marR="0" lvl="0" indent="-342900" algn="l" defTabSz="914400" rtl="0" eaLnBrk="1" fontAlgn="auto" latinLnBrk="0" hangingPunct="1">
              <a:lnSpc>
                <a:spcPct val="85000"/>
              </a:lnSpc>
              <a:spcBef>
                <a:spcPct val="20000"/>
              </a:spcBef>
              <a:spcAft>
                <a:spcPts val="0"/>
              </a:spcAft>
              <a:buClr>
                <a:srgbClr val="000099"/>
              </a:buClr>
              <a:buSzPct val="65000"/>
              <a:buFont typeface="Wingdings" pitchFamily="2" charset="2"/>
              <a:buNone/>
              <a:tabLst/>
              <a:defRPr/>
            </a:pPr>
            <a:r>
              <a:rPr kumimoji="0" lang="en-US" altLang="ja-JP" sz="2800" b="0" i="0" u="none" strike="noStrike" kern="1200" cap="none" spc="0" normalizeH="0" baseline="0" noProof="0" dirty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rPr>
              <a:t>“costs” of congestion:</a:t>
            </a:r>
            <a:r>
              <a:rPr kumimoji="0" lang="en-US" altLang="ja-JP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rPr>
              <a:t> </a:t>
            </a:r>
          </a:p>
          <a:p>
            <a:pPr marL="342900" marR="0" lvl="0" indent="-342900" algn="l" defTabSz="914400" rtl="0" eaLnBrk="1" fontAlgn="auto" latinLnBrk="0" hangingPunct="1">
              <a:lnSpc>
                <a:spcPct val="85000"/>
              </a:lnSpc>
              <a:spcBef>
                <a:spcPct val="20000"/>
              </a:spcBef>
              <a:spcAft>
                <a:spcPts val="0"/>
              </a:spcAft>
              <a:buClr>
                <a:srgbClr val="000099"/>
              </a:buClr>
              <a:buSzPct val="100000"/>
              <a:buFont typeface="Wingdings" pitchFamily="2" charset="2"/>
              <a:buChar char="§"/>
              <a:tabLst/>
              <a:defRPr/>
            </a:pP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rPr>
              <a:t>more work (retransmission) for given receiver </a:t>
            </a:r>
            <a:r>
              <a:rPr kumimoji="0" lang="en-US" altLang="ja-JP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rPr>
              <a:t>throughput</a:t>
            </a:r>
          </a:p>
          <a:p>
            <a:pPr marL="342900" marR="0" lvl="0" indent="-342900" algn="l" defTabSz="914400" rtl="0" eaLnBrk="1" fontAlgn="auto" latinLnBrk="0" hangingPunct="1">
              <a:lnSpc>
                <a:spcPct val="85000"/>
              </a:lnSpc>
              <a:spcBef>
                <a:spcPct val="20000"/>
              </a:spcBef>
              <a:spcAft>
                <a:spcPts val="0"/>
              </a:spcAft>
              <a:buClr>
                <a:srgbClr val="000099"/>
              </a:buClr>
              <a:buSzPct val="100000"/>
              <a:buFont typeface="Wingdings" pitchFamily="2" charset="2"/>
              <a:buChar char="§"/>
              <a:tabLst/>
              <a:defRPr/>
            </a:pP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rPr>
              <a:t>unneeded retransmissions: link carries multiple copies of a packet</a:t>
            </a:r>
          </a:p>
          <a:p>
            <a:pPr marL="685800" marR="0" lvl="1" indent="-228600" algn="l" defTabSz="914400" rtl="0" eaLnBrk="1" fontAlgn="auto" latinLnBrk="0" hangingPunct="1">
              <a:lnSpc>
                <a:spcPct val="85000"/>
              </a:lnSpc>
              <a:spcBef>
                <a:spcPct val="20000"/>
              </a:spcBef>
              <a:spcAft>
                <a:spcPts val="0"/>
              </a:spcAft>
              <a:buClr>
                <a:srgbClr val="000099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rPr>
              <a:t>decreasing maximum achievable throughput</a:t>
            </a:r>
          </a:p>
          <a:p>
            <a:pPr marL="342900" marR="0" lvl="0" indent="-342900" algn="l" defTabSz="914400" rtl="0" eaLnBrk="1" fontAlgn="auto" latinLnBrk="0" hangingPunct="1">
              <a:lnSpc>
                <a:spcPct val="85000"/>
              </a:lnSpc>
              <a:spcBef>
                <a:spcPct val="20000"/>
              </a:spcBef>
              <a:spcAft>
                <a:spcPts val="0"/>
              </a:spcAft>
              <a:buClr>
                <a:srgbClr val="000099"/>
              </a:buClr>
              <a:buSzPct val="65000"/>
              <a:buFont typeface="Wingdings" pitchFamily="2" charset="2"/>
              <a:buChar char="v"/>
              <a:tabLst/>
              <a:defRPr/>
            </a:pPr>
            <a:endParaRPr kumimoji="0" lang="en-US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ill Sans MT" panose="020B0502020104020203" pitchFamily="34" charset="77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40" name="Rectangle 281">
            <a:extLst>
              <a:ext uri="{FF2B5EF4-FFF2-40B4-BE49-F238E27FC236}">
                <a16:creationId xmlns:a16="http://schemas.microsoft.com/office/drawing/2014/main" id="{7AF2D119-126F-014B-83AA-56B122F05B2E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8350" y="1252512"/>
            <a:ext cx="5939840" cy="208745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marL="342900" marR="0" lvl="0" indent="-342900" algn="l" defTabSz="914400" rtl="0" eaLnBrk="1" fontAlgn="auto" latinLnBrk="0" hangingPunct="1">
              <a:lnSpc>
                <a:spcPct val="85000"/>
              </a:lnSpc>
              <a:spcBef>
                <a:spcPct val="20000"/>
              </a:spcBef>
              <a:spcAft>
                <a:spcPts val="0"/>
              </a:spcAft>
              <a:buClr>
                <a:srgbClr val="000099"/>
              </a:buClr>
              <a:buSzPct val="65000"/>
              <a:buFont typeface="Wingdings" charset="0"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  <a:cs typeface="+mn-cs"/>
              </a:rPr>
              <a:t>Realistic scenario: </a:t>
            </a:r>
            <a:r>
              <a:rPr kumimoji="0" lang="en-US" sz="2800" b="0" i="1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  <a:cs typeface="+mn-cs"/>
              </a:rPr>
              <a:t>un-needed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  <a:cs typeface="+mn-cs"/>
              </a:rPr>
              <a:t> </a:t>
            </a:r>
            <a:r>
              <a:rPr kumimoji="0" lang="en-US" sz="2800" b="0" i="1" u="none" strike="noStrike" kern="1200" cap="none" spc="0" normalizeH="0" baseline="0" noProof="0" dirty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  <a:cs typeface="+mn-cs"/>
              </a:rPr>
              <a:t>duplicates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ＭＳ Ｐゴシック" charset="0"/>
              <a:cs typeface="+mn-cs"/>
            </a:endParaRPr>
          </a:p>
          <a:p>
            <a:pPr marL="292100" marR="0" lvl="0" indent="-241300" algn="l" defTabSz="914400" rtl="0" eaLnBrk="1" fontAlgn="auto" latinLnBrk="0" hangingPunct="1">
              <a:lnSpc>
                <a:spcPct val="85000"/>
              </a:lnSpc>
              <a:spcBef>
                <a:spcPct val="20000"/>
              </a:spcBef>
              <a:spcAft>
                <a:spcPts val="0"/>
              </a:spcAft>
              <a:buClr>
                <a:srgbClr val="000099"/>
              </a:buClr>
              <a:buSzPct val="100000"/>
              <a:buFont typeface="Wingdings" charset="2"/>
              <a:buChar char="§"/>
              <a:tabLst/>
              <a:defRPr/>
            </a:pPr>
            <a:r>
              <a: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  <a:cs typeface="+mn-cs"/>
              </a:rPr>
              <a:t>packets can be lost, dropped at router due  to full buffers – requiring retransmissions</a:t>
            </a:r>
          </a:p>
          <a:p>
            <a:pPr marL="292100" marR="0" lvl="0" indent="-241300" algn="l" defTabSz="914400" rtl="0" eaLnBrk="1" fontAlgn="auto" latinLnBrk="0" hangingPunct="1">
              <a:lnSpc>
                <a:spcPct val="85000"/>
              </a:lnSpc>
              <a:spcBef>
                <a:spcPct val="20000"/>
              </a:spcBef>
              <a:spcAft>
                <a:spcPts val="0"/>
              </a:spcAft>
              <a:buClr>
                <a:srgbClr val="000099"/>
              </a:buClr>
              <a:buSzPct val="100000"/>
              <a:buFont typeface="Wingdings" charset="2"/>
              <a:buChar char="§"/>
              <a:tabLst/>
              <a:defRPr/>
            </a:pPr>
            <a:r>
              <a: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  <a:cs typeface="+mn-cs"/>
              </a:rPr>
              <a:t>but sender times can time out prematurely, sending </a:t>
            </a:r>
            <a:r>
              <a:rPr kumimoji="0" lang="en-US" sz="2200" b="0" i="1" u="none" strike="noStrike" kern="1200" cap="none" spc="0" normalizeH="0" baseline="0" noProof="0" dirty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  <a:cs typeface="+mn-cs"/>
              </a:rPr>
              <a:t>two</a:t>
            </a:r>
            <a:r>
              <a:rPr kumimoji="0" lang="en-US" sz="22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  <a:cs typeface="+mn-cs"/>
              </a:rPr>
              <a:t> </a:t>
            </a:r>
            <a:r>
              <a: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  <a:cs typeface="+mn-cs"/>
              </a:rPr>
              <a:t>copies, </a:t>
            </a:r>
            <a:r>
              <a:rPr kumimoji="0" lang="en-US" sz="2200" b="0" i="1" u="none" strike="noStrike" kern="1200" cap="none" spc="0" normalizeH="0" baseline="0" noProof="0" dirty="0">
                <a:ln>
                  <a:noFill/>
                </a:ln>
                <a:solidFill>
                  <a:srgbClr val="0013A3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  <a:cs typeface="+mn-cs"/>
              </a:rPr>
              <a:t>both</a:t>
            </a:r>
            <a:r>
              <a: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  <a:cs typeface="+mn-cs"/>
              </a:rPr>
              <a:t> of which are delivered</a:t>
            </a:r>
          </a:p>
          <a:p>
            <a:pPr marL="342900" marR="0" lvl="0" indent="-342900" algn="l" defTabSz="914400" rtl="0" eaLnBrk="1" fontAlgn="auto" latinLnBrk="0" hangingPunct="1">
              <a:lnSpc>
                <a:spcPct val="85000"/>
              </a:lnSpc>
              <a:spcBef>
                <a:spcPct val="20000"/>
              </a:spcBef>
              <a:spcAft>
                <a:spcPts val="0"/>
              </a:spcAft>
              <a:buClr>
                <a:srgbClr val="000099"/>
              </a:buClr>
              <a:buSzPct val="65000"/>
              <a:buFont typeface="Wingdings" charset="0"/>
              <a:buChar char="v"/>
              <a:tabLst/>
              <a:defRPr/>
            </a:pP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ill Sans MT" charset="0"/>
              <a:ea typeface="ＭＳ Ｐゴシック" charset="0"/>
              <a:cs typeface="+mn-cs"/>
            </a:endParaRPr>
          </a:p>
        </p:txBody>
      </p:sp>
      <p:grpSp>
        <p:nvGrpSpPr>
          <p:cNvPr id="41" name="Group 40">
            <a:extLst>
              <a:ext uri="{FF2B5EF4-FFF2-40B4-BE49-F238E27FC236}">
                <a16:creationId xmlns:a16="http://schemas.microsoft.com/office/drawing/2014/main" id="{6B7AE07C-3439-7545-A2C3-573952E4E75C}"/>
              </a:ext>
            </a:extLst>
          </p:cNvPr>
          <p:cNvGrpSpPr/>
          <p:nvPr/>
        </p:nvGrpSpPr>
        <p:grpSpPr>
          <a:xfrm>
            <a:off x="10022277" y="2256302"/>
            <a:ext cx="2018927" cy="1905034"/>
            <a:chOff x="10022277" y="2034920"/>
            <a:chExt cx="2018927" cy="1905034"/>
          </a:xfrm>
        </p:grpSpPr>
        <p:sp>
          <p:nvSpPr>
            <p:cNvPr id="42" name="Text Box 259">
              <a:extLst>
                <a:ext uri="{FF2B5EF4-FFF2-40B4-BE49-F238E27FC236}">
                  <a16:creationId xmlns:a16="http://schemas.microsoft.com/office/drawing/2014/main" id="{2AE9ED38-872D-1547-B74B-FA1C059CE88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0241280" y="2339516"/>
              <a:ext cx="1799924" cy="160043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+mn-cs"/>
                </a:rPr>
                <a:t>when sending at R/2, some packets are retransmissions, including needed and </a:t>
              </a:r>
              <a:r>
                <a:rPr kumimoji="0" lang="en-US" sz="1400" b="0" i="1" u="none" strike="noStrike" kern="1200" cap="none" spc="0" normalizeH="0" baseline="0" noProof="0" dirty="0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+mn-cs"/>
                </a:rPr>
                <a:t>un-needed</a:t>
              </a:r>
              <a:r>
                <a:rPr kumimoji="0" 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+mn-cs"/>
                </a:rPr>
                <a:t> duplicates, that are delivered!</a:t>
              </a:r>
            </a:p>
          </p:txBody>
        </p:sp>
        <p:sp>
          <p:nvSpPr>
            <p:cNvPr id="43" name="Line 253">
              <a:extLst>
                <a:ext uri="{FF2B5EF4-FFF2-40B4-BE49-F238E27FC236}">
                  <a16:creationId xmlns:a16="http://schemas.microsoft.com/office/drawing/2014/main" id="{302372ED-29BD-194D-AEA3-543827366E80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10022277" y="2034920"/>
              <a:ext cx="423050" cy="35515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</p:grpSp>
      <p:grpSp>
        <p:nvGrpSpPr>
          <p:cNvPr id="44" name="Group 43">
            <a:extLst>
              <a:ext uri="{FF2B5EF4-FFF2-40B4-BE49-F238E27FC236}">
                <a16:creationId xmlns:a16="http://schemas.microsoft.com/office/drawing/2014/main" id="{BE09E8EF-02E1-6F46-BE6F-8AF28BC68C97}"/>
              </a:ext>
            </a:extLst>
          </p:cNvPr>
          <p:cNvGrpSpPr/>
          <p:nvPr/>
        </p:nvGrpSpPr>
        <p:grpSpPr>
          <a:xfrm>
            <a:off x="10040109" y="1751513"/>
            <a:ext cx="1904433" cy="674031"/>
            <a:chOff x="10040109" y="1530131"/>
            <a:chExt cx="1904433" cy="674031"/>
          </a:xfrm>
        </p:grpSpPr>
        <p:sp>
          <p:nvSpPr>
            <p:cNvPr id="45" name="Text Box 252">
              <a:extLst>
                <a:ext uri="{FF2B5EF4-FFF2-40B4-BE49-F238E27FC236}">
                  <a16:creationId xmlns:a16="http://schemas.microsoft.com/office/drawing/2014/main" id="{6A8395FC-23AA-CB40-9968-49995B9FD41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0128951" y="1530131"/>
              <a:ext cx="1815591" cy="6740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ＭＳ Ｐゴシック" charset="0"/>
                  <a:cs typeface="+mn-cs"/>
                </a:rPr>
                <a:t>“wasted” capacity due to un-needed retransmissions</a:t>
              </a:r>
            </a:p>
          </p:txBody>
        </p:sp>
        <p:sp>
          <p:nvSpPr>
            <p:cNvPr id="46" name="Right Brace 45">
              <a:extLst>
                <a:ext uri="{FF2B5EF4-FFF2-40B4-BE49-F238E27FC236}">
                  <a16:creationId xmlns:a16="http://schemas.microsoft.com/office/drawing/2014/main" id="{3BBD7799-5800-514D-86AF-59DCDFAD00C3}"/>
                </a:ext>
              </a:extLst>
            </p:cNvPr>
            <p:cNvSpPr/>
            <p:nvPr/>
          </p:nvSpPr>
          <p:spPr>
            <a:xfrm>
              <a:off x="10040109" y="1765940"/>
              <a:ext cx="144379" cy="223205"/>
            </a:xfrm>
            <a:prstGeom prst="rightBrac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grpSp>
        <p:nvGrpSpPr>
          <p:cNvPr id="47" name="Group 46">
            <a:extLst>
              <a:ext uri="{FF2B5EF4-FFF2-40B4-BE49-F238E27FC236}">
                <a16:creationId xmlns:a16="http://schemas.microsoft.com/office/drawing/2014/main" id="{6D112B15-760C-5944-93D0-8A37C930F004}"/>
              </a:ext>
            </a:extLst>
          </p:cNvPr>
          <p:cNvGrpSpPr/>
          <p:nvPr/>
        </p:nvGrpSpPr>
        <p:grpSpPr>
          <a:xfrm>
            <a:off x="7361453" y="1421562"/>
            <a:ext cx="3100386" cy="2791471"/>
            <a:chOff x="7361453" y="1200180"/>
            <a:chExt cx="3100386" cy="2791471"/>
          </a:xfrm>
        </p:grpSpPr>
        <p:sp>
          <p:nvSpPr>
            <p:cNvPr id="48" name="Freeform 245">
              <a:extLst>
                <a:ext uri="{FF2B5EF4-FFF2-40B4-BE49-F238E27FC236}">
                  <a16:creationId xmlns:a16="http://schemas.microsoft.com/office/drawing/2014/main" id="{56604969-6E93-9D4E-BD54-3ABD094C7342}"/>
                </a:ext>
              </a:extLst>
            </p:cNvPr>
            <p:cNvSpPr>
              <a:spLocks/>
            </p:cNvSpPr>
            <p:nvPr/>
          </p:nvSpPr>
          <p:spPr bwMode="auto">
            <a:xfrm>
              <a:off x="7958715" y="1967477"/>
              <a:ext cx="2024019" cy="1384114"/>
            </a:xfrm>
            <a:custGeom>
              <a:avLst/>
              <a:gdLst>
                <a:gd name="T0" fmla="*/ 0 w 1636"/>
                <a:gd name="T1" fmla="*/ 955 h 955"/>
                <a:gd name="T2" fmla="*/ 758 w 1636"/>
                <a:gd name="T3" fmla="*/ 246 h 955"/>
                <a:gd name="T4" fmla="*/ 1636 w 1636"/>
                <a:gd name="T5" fmla="*/ 7 h 955"/>
                <a:gd name="T6" fmla="*/ 0 60000 65536"/>
                <a:gd name="T7" fmla="*/ 0 60000 65536"/>
                <a:gd name="T8" fmla="*/ 0 60000 65536"/>
                <a:gd name="connsiteX0" fmla="*/ 0 w 6072"/>
                <a:gd name="connsiteY0" fmla="*/ 8862 h 8862"/>
                <a:gd name="connsiteX1" fmla="*/ 4633 w 6072"/>
                <a:gd name="connsiteY1" fmla="*/ 1438 h 8862"/>
                <a:gd name="connsiteX2" fmla="*/ 6072 w 6072"/>
                <a:gd name="connsiteY2" fmla="*/ 120 h 8862"/>
                <a:gd name="connsiteX0" fmla="*/ 0 w 10000"/>
                <a:gd name="connsiteY0" fmla="*/ 9865 h 9865"/>
                <a:gd name="connsiteX1" fmla="*/ 7630 w 10000"/>
                <a:gd name="connsiteY1" fmla="*/ 1488 h 9865"/>
                <a:gd name="connsiteX2" fmla="*/ 10000 w 10000"/>
                <a:gd name="connsiteY2" fmla="*/ 0 h 9865"/>
                <a:gd name="connsiteX0" fmla="*/ 0 w 10000"/>
                <a:gd name="connsiteY0" fmla="*/ 10000 h 10000"/>
                <a:gd name="connsiteX1" fmla="*/ 7630 w 10000"/>
                <a:gd name="connsiteY1" fmla="*/ 1508 h 10000"/>
                <a:gd name="connsiteX2" fmla="*/ 10000 w 10000"/>
                <a:gd name="connsiteY2" fmla="*/ 0 h 10000"/>
                <a:gd name="connsiteX0" fmla="*/ 0 w 10000"/>
                <a:gd name="connsiteY0" fmla="*/ 10000 h 10000"/>
                <a:gd name="connsiteX1" fmla="*/ 7630 w 10000"/>
                <a:gd name="connsiteY1" fmla="*/ 1508 h 10000"/>
                <a:gd name="connsiteX2" fmla="*/ 10000 w 10000"/>
                <a:gd name="connsiteY2" fmla="*/ 0 h 10000"/>
                <a:gd name="connsiteX0" fmla="*/ 0 w 10000"/>
                <a:gd name="connsiteY0" fmla="*/ 10000 h 10000"/>
                <a:gd name="connsiteX1" fmla="*/ 7630 w 10000"/>
                <a:gd name="connsiteY1" fmla="*/ 1508 h 10000"/>
                <a:gd name="connsiteX2" fmla="*/ 10000 w 10000"/>
                <a:gd name="connsiteY2" fmla="*/ 0 h 10000"/>
                <a:gd name="connsiteX0" fmla="*/ 0 w 10000"/>
                <a:gd name="connsiteY0" fmla="*/ 10000 h 10000"/>
                <a:gd name="connsiteX1" fmla="*/ 7630 w 10000"/>
                <a:gd name="connsiteY1" fmla="*/ 1508 h 10000"/>
                <a:gd name="connsiteX2" fmla="*/ 10000 w 10000"/>
                <a:gd name="connsiteY2" fmla="*/ 0 h 10000"/>
                <a:gd name="connsiteX0" fmla="*/ 0 w 10000"/>
                <a:gd name="connsiteY0" fmla="*/ 10000 h 10000"/>
                <a:gd name="connsiteX1" fmla="*/ 7233 w 10000"/>
                <a:gd name="connsiteY1" fmla="*/ 1532 h 10000"/>
                <a:gd name="connsiteX2" fmla="*/ 10000 w 10000"/>
                <a:gd name="connsiteY2" fmla="*/ 0 h 10000"/>
                <a:gd name="connsiteX0" fmla="*/ 0 w 10000"/>
                <a:gd name="connsiteY0" fmla="*/ 10000 h 10000"/>
                <a:gd name="connsiteX1" fmla="*/ 7233 w 10000"/>
                <a:gd name="connsiteY1" fmla="*/ 1532 h 10000"/>
                <a:gd name="connsiteX2" fmla="*/ 10000 w 10000"/>
                <a:gd name="connsiteY2" fmla="*/ 0 h 10000"/>
                <a:gd name="connsiteX0" fmla="*/ 0 w 10000"/>
                <a:gd name="connsiteY0" fmla="*/ 10000 h 10000"/>
                <a:gd name="connsiteX1" fmla="*/ 7233 w 10000"/>
                <a:gd name="connsiteY1" fmla="*/ 1532 h 10000"/>
                <a:gd name="connsiteX2" fmla="*/ 10000 w 10000"/>
                <a:gd name="connsiteY2" fmla="*/ 0 h 10000"/>
                <a:gd name="connsiteX0" fmla="*/ 0 w 10000"/>
                <a:gd name="connsiteY0" fmla="*/ 10000 h 10000"/>
                <a:gd name="connsiteX1" fmla="*/ 6900 w 10000"/>
                <a:gd name="connsiteY1" fmla="*/ 753 h 10000"/>
                <a:gd name="connsiteX2" fmla="*/ 10000 w 10000"/>
                <a:gd name="connsiteY2" fmla="*/ 0 h 10000"/>
                <a:gd name="connsiteX0" fmla="*/ 0 w 10000"/>
                <a:gd name="connsiteY0" fmla="*/ 10000 h 10000"/>
                <a:gd name="connsiteX1" fmla="*/ 6900 w 10000"/>
                <a:gd name="connsiteY1" fmla="*/ 753 h 10000"/>
                <a:gd name="connsiteX2" fmla="*/ 10000 w 10000"/>
                <a:gd name="connsiteY2" fmla="*/ 0 h 10000"/>
                <a:gd name="connsiteX0" fmla="*/ 0 w 10000"/>
                <a:gd name="connsiteY0" fmla="*/ 10000 h 10000"/>
                <a:gd name="connsiteX1" fmla="*/ 6900 w 10000"/>
                <a:gd name="connsiteY1" fmla="*/ 753 h 10000"/>
                <a:gd name="connsiteX2" fmla="*/ 10000 w 10000"/>
                <a:gd name="connsiteY2" fmla="*/ 0 h 10000"/>
                <a:gd name="connsiteX0" fmla="*/ 0 w 10000"/>
                <a:gd name="connsiteY0" fmla="*/ 10000 h 10000"/>
                <a:gd name="connsiteX1" fmla="*/ 6900 w 10000"/>
                <a:gd name="connsiteY1" fmla="*/ 753 h 10000"/>
                <a:gd name="connsiteX2" fmla="*/ 10000 w 10000"/>
                <a:gd name="connsiteY2" fmla="*/ 0 h 10000"/>
                <a:gd name="connsiteX0" fmla="*/ 0 w 10000"/>
                <a:gd name="connsiteY0" fmla="*/ 10000 h 10000"/>
                <a:gd name="connsiteX1" fmla="*/ 6900 w 10000"/>
                <a:gd name="connsiteY1" fmla="*/ 753 h 10000"/>
                <a:gd name="connsiteX2" fmla="*/ 10000 w 10000"/>
                <a:gd name="connsiteY2" fmla="*/ 0 h 10000"/>
                <a:gd name="connsiteX0" fmla="*/ 0 w 10000"/>
                <a:gd name="connsiteY0" fmla="*/ 10000 h 10000"/>
                <a:gd name="connsiteX1" fmla="*/ 6536 w 10000"/>
                <a:gd name="connsiteY1" fmla="*/ 1223 h 10000"/>
                <a:gd name="connsiteX2" fmla="*/ 10000 w 10000"/>
                <a:gd name="connsiteY2" fmla="*/ 0 h 10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0000" h="10000">
                  <a:moveTo>
                    <a:pt x="0" y="10000"/>
                  </a:moveTo>
                  <a:cubicBezTo>
                    <a:pt x="1268" y="8586"/>
                    <a:pt x="4789" y="3077"/>
                    <a:pt x="6536" y="1223"/>
                  </a:cubicBezTo>
                  <a:cubicBezTo>
                    <a:pt x="7406" y="549"/>
                    <a:pt x="8333" y="126"/>
                    <a:pt x="10000" y="0"/>
                  </a:cubicBezTo>
                </a:path>
              </a:pathLst>
            </a:custGeom>
            <a:noFill/>
            <a:ln w="28575" cmpd="sng">
              <a:solidFill>
                <a:srgbClr val="CC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grpSp>
          <p:nvGrpSpPr>
            <p:cNvPr id="49" name="Group 246">
              <a:extLst>
                <a:ext uri="{FF2B5EF4-FFF2-40B4-BE49-F238E27FC236}">
                  <a16:creationId xmlns:a16="http://schemas.microsoft.com/office/drawing/2014/main" id="{A189611D-8FA6-F342-BD61-72FA3E8C1B4F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8776235" y="3317988"/>
              <a:ext cx="458788" cy="400051"/>
              <a:chOff x="3583" y="1761"/>
              <a:chExt cx="289" cy="252"/>
            </a:xfrm>
          </p:grpSpPr>
          <p:sp>
            <p:nvSpPr>
              <p:cNvPr id="66" name="Text Box 247">
                <a:extLst>
                  <a:ext uri="{FF2B5EF4-FFF2-40B4-BE49-F238E27FC236}">
                    <a16:creationId xmlns:a16="http://schemas.microsoft.com/office/drawing/2014/main" id="{AC89A5F8-BCE7-8D47-A01F-9B344BD272D0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583" y="1761"/>
                <a:ext cx="289" cy="25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1pPr>
                <a:lvl2pPr marL="742950" indent="-285750"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2pPr>
                <a:lvl3pPr marL="1143000" indent="-228600"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3pPr>
                <a:lvl4pPr marL="1600200" indent="-228600"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4pPr>
                <a:lvl5pPr marL="2057400" indent="-228600"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2000" b="0" i="0" u="none" strike="noStrike" kern="1200" cap="none" spc="0" normalizeH="0" baseline="0" noProof="0" dirty="0" err="1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Symbol" charset="0"/>
                    <a:ea typeface="ＭＳ Ｐゴシック" charset="0"/>
                    <a:cs typeface="Arial" charset="0"/>
                  </a:rPr>
                  <a:t>l</a:t>
                </a:r>
                <a:r>
                  <a:rPr kumimoji="0" lang="en-US" sz="2000" b="0" i="0" u="none" strike="noStrike" kern="1200" cap="none" spc="0" normalizeH="0" baseline="-25000" noProof="0" dirty="0" err="1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  <a:cs typeface="Arial" charset="0"/>
                  </a:rPr>
                  <a:t>in</a:t>
                </a:r>
                <a:endParaRPr kumimoji="0" lang="en-US" sz="2000" b="0" i="0" u="none" strike="noStrike" kern="1200" cap="none" spc="0" normalizeH="0" baseline="-2500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Arial" charset="0"/>
                </a:endParaRPr>
              </a:p>
            </p:txBody>
          </p:sp>
          <p:sp>
            <p:nvSpPr>
              <p:cNvPr id="67" name="Line 248">
                <a:extLst>
                  <a:ext uri="{FF2B5EF4-FFF2-40B4-BE49-F238E27FC236}">
                    <a16:creationId xmlns:a16="http://schemas.microsoft.com/office/drawing/2014/main" id="{133A846F-DD32-BE46-BC1E-FCEF489756D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3726" y="1834"/>
                <a:ext cx="24" cy="24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endParaRPr>
              </a:p>
            </p:txBody>
          </p:sp>
        </p:grpSp>
        <p:sp>
          <p:nvSpPr>
            <p:cNvPr id="50" name="Line 278">
              <a:extLst>
                <a:ext uri="{FF2B5EF4-FFF2-40B4-BE49-F238E27FC236}">
                  <a16:creationId xmlns:a16="http://schemas.microsoft.com/office/drawing/2014/main" id="{B2180F82-DB0B-BA4F-B74F-C2A5839E0AE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965669" y="1200180"/>
              <a:ext cx="0" cy="2159048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51" name="Line 280">
              <a:extLst>
                <a:ext uri="{FF2B5EF4-FFF2-40B4-BE49-F238E27FC236}">
                  <a16:creationId xmlns:a16="http://schemas.microsoft.com/office/drawing/2014/main" id="{1336F3E0-C2F4-B745-A742-6A3442BBC08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9972557" y="1436494"/>
              <a:ext cx="0" cy="1869027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52" name="Freeform 281">
              <a:extLst>
                <a:ext uri="{FF2B5EF4-FFF2-40B4-BE49-F238E27FC236}">
                  <a16:creationId xmlns:a16="http://schemas.microsoft.com/office/drawing/2014/main" id="{76483204-6679-0C46-979F-64F97B2FEA27}"/>
                </a:ext>
              </a:extLst>
            </p:cNvPr>
            <p:cNvSpPr>
              <a:spLocks/>
            </p:cNvSpPr>
            <p:nvPr/>
          </p:nvSpPr>
          <p:spPr bwMode="auto">
            <a:xfrm>
              <a:off x="7954426" y="1377415"/>
              <a:ext cx="2023753" cy="1965701"/>
            </a:xfrm>
            <a:custGeom>
              <a:avLst/>
              <a:gdLst>
                <a:gd name="T0" fmla="*/ 0 w 720"/>
                <a:gd name="T1" fmla="*/ 732 h 732"/>
                <a:gd name="T2" fmla="*/ 720 w 720"/>
                <a:gd name="T3" fmla="*/ 0 h 732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720" h="732">
                  <a:moveTo>
                    <a:pt x="0" y="732"/>
                  </a:moveTo>
                  <a:lnTo>
                    <a:pt x="720" y="0"/>
                  </a:lnTo>
                </a:path>
              </a:pathLst>
            </a:custGeom>
            <a:noFill/>
            <a:ln w="28575" cap="flat" cmpd="sng">
              <a:solidFill>
                <a:schemeClr val="tx1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3" name="Line 282">
              <a:extLst>
                <a:ext uri="{FF2B5EF4-FFF2-40B4-BE49-F238E27FC236}">
                  <a16:creationId xmlns:a16="http://schemas.microsoft.com/office/drawing/2014/main" id="{BEE9156E-74A8-6943-94B3-7700EC034FC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819509" y="1377415"/>
              <a:ext cx="140538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54" name="Line 283">
              <a:extLst>
                <a:ext uri="{FF2B5EF4-FFF2-40B4-BE49-F238E27FC236}">
                  <a16:creationId xmlns:a16="http://schemas.microsoft.com/office/drawing/2014/main" id="{5E6BFEC0-DE88-B94E-8423-A3D452830E3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9966936" y="3359228"/>
              <a:ext cx="0" cy="155752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55" name="Text Box 284">
              <a:extLst>
                <a:ext uri="{FF2B5EF4-FFF2-40B4-BE49-F238E27FC236}">
                  <a16:creationId xmlns:a16="http://schemas.microsoft.com/office/drawing/2014/main" id="{100A63B1-F092-9049-BD5D-F838C3B7C4B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361453" y="1202894"/>
              <a:ext cx="815123" cy="51559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rPr>
                <a:t>R/2</a:t>
              </a:r>
            </a:p>
          </p:txBody>
        </p:sp>
        <p:sp>
          <p:nvSpPr>
            <p:cNvPr id="56" name="Text Box 286">
              <a:extLst>
                <a:ext uri="{FF2B5EF4-FFF2-40B4-BE49-F238E27FC236}">
                  <a16:creationId xmlns:a16="http://schemas.microsoft.com/office/drawing/2014/main" id="{7D1E47C8-D6ED-C94B-BC2F-5EAB5CEDE22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 rot="16200000">
              <a:off x="7391666" y="1332203"/>
              <a:ext cx="937199" cy="7026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Symbol" charset="0"/>
                  <a:ea typeface="ＭＳ Ｐゴシック" charset="0"/>
                  <a:cs typeface="+mn-cs"/>
                </a:rPr>
                <a:t>l</a:t>
              </a:r>
              <a:r>
                <a:rPr kumimoji="0" lang="en-US" sz="2000" b="0" i="0" u="none" strike="noStrike" kern="1200" cap="none" spc="0" normalizeH="0" baseline="-2500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+mn-cs"/>
                </a:rPr>
                <a:t>out</a:t>
              </a:r>
            </a:p>
          </p:txBody>
        </p:sp>
        <p:sp>
          <p:nvSpPr>
            <p:cNvPr id="57" name="Line 288">
              <a:extLst>
                <a:ext uri="{FF2B5EF4-FFF2-40B4-BE49-F238E27FC236}">
                  <a16:creationId xmlns:a16="http://schemas.microsoft.com/office/drawing/2014/main" id="{0E2D5F21-D6F0-C540-A957-E688D74A8C7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999399" y="1380101"/>
              <a:ext cx="1841053" cy="0"/>
            </a:xfrm>
            <a:prstGeom prst="line">
              <a:avLst/>
            </a:prstGeom>
            <a:noFill/>
            <a:ln w="12700">
              <a:solidFill>
                <a:schemeClr val="bg1">
                  <a:lumMod val="75000"/>
                </a:schemeClr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cxnSp>
          <p:nvCxnSpPr>
            <p:cNvPr id="58" name="Straight Connector 57">
              <a:extLst>
                <a:ext uri="{FF2B5EF4-FFF2-40B4-BE49-F238E27FC236}">
                  <a16:creationId xmlns:a16="http://schemas.microsoft.com/office/drawing/2014/main" id="{077CB1B6-2EC1-3F4E-98A5-C5243ED36777}"/>
                </a:ext>
              </a:extLst>
            </p:cNvPr>
            <p:cNvCxnSpPr>
              <a:cxnSpLocks/>
            </p:cNvCxnSpPr>
            <p:nvPr/>
          </p:nvCxnSpPr>
          <p:spPr>
            <a:xfrm>
              <a:off x="7976136" y="3337560"/>
              <a:ext cx="2165684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9" name="TextBox 58">
              <a:extLst>
                <a:ext uri="{FF2B5EF4-FFF2-40B4-BE49-F238E27FC236}">
                  <a16:creationId xmlns:a16="http://schemas.microsoft.com/office/drawing/2014/main" id="{678BBF6F-1BF2-E34A-BB63-6CE7DC7FAFC6}"/>
                </a:ext>
              </a:extLst>
            </p:cNvPr>
            <p:cNvSpPr txBox="1"/>
            <p:nvPr/>
          </p:nvSpPr>
          <p:spPr>
            <a:xfrm rot="16200000">
              <a:off x="7139298" y="2419300"/>
              <a:ext cx="1234505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throughput: </a:t>
              </a:r>
            </a:p>
          </p:txBody>
        </p:sp>
        <p:sp>
          <p:nvSpPr>
            <p:cNvPr id="60" name="Oval 59">
              <a:extLst>
                <a:ext uri="{FF2B5EF4-FFF2-40B4-BE49-F238E27FC236}">
                  <a16:creationId xmlns:a16="http://schemas.microsoft.com/office/drawing/2014/main" id="{8E09E356-3ED0-0441-85EB-9F2DD26A2A2E}"/>
                </a:ext>
              </a:extLst>
            </p:cNvPr>
            <p:cNvSpPr/>
            <p:nvPr/>
          </p:nvSpPr>
          <p:spPr>
            <a:xfrm>
              <a:off x="9893835" y="1336842"/>
              <a:ext cx="127000" cy="12700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61" name="Text Box 285">
              <a:extLst>
                <a:ext uri="{FF2B5EF4-FFF2-40B4-BE49-F238E27FC236}">
                  <a16:creationId xmlns:a16="http://schemas.microsoft.com/office/drawing/2014/main" id="{B150A84A-761E-204D-92C1-25DEA63EEAB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646716" y="3476057"/>
              <a:ext cx="815123" cy="51559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rPr>
                <a:t>R/2</a:t>
              </a:r>
            </a:p>
          </p:txBody>
        </p:sp>
        <p:sp>
          <p:nvSpPr>
            <p:cNvPr id="62" name="Oval 61">
              <a:extLst>
                <a:ext uri="{FF2B5EF4-FFF2-40B4-BE49-F238E27FC236}">
                  <a16:creationId xmlns:a16="http://schemas.microsoft.com/office/drawing/2014/main" id="{966E84B0-D850-A24D-AE64-115C19BE83C3}"/>
                </a:ext>
              </a:extLst>
            </p:cNvPr>
            <p:cNvSpPr/>
            <p:nvPr/>
          </p:nvSpPr>
          <p:spPr>
            <a:xfrm>
              <a:off x="9912327" y="1689923"/>
              <a:ext cx="127000" cy="12700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63" name="Line 288">
              <a:extLst>
                <a:ext uri="{FF2B5EF4-FFF2-40B4-BE49-F238E27FC236}">
                  <a16:creationId xmlns:a16="http://schemas.microsoft.com/office/drawing/2014/main" id="{AC507C50-A700-6544-8A0E-A27D638B555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960093" y="1773132"/>
              <a:ext cx="1975007" cy="0"/>
            </a:xfrm>
            <a:prstGeom prst="line">
              <a:avLst/>
            </a:prstGeom>
            <a:noFill/>
            <a:ln w="12700">
              <a:solidFill>
                <a:schemeClr val="bg1">
                  <a:lumMod val="75000"/>
                </a:schemeClr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64" name="Oval 63">
              <a:extLst>
                <a:ext uri="{FF2B5EF4-FFF2-40B4-BE49-F238E27FC236}">
                  <a16:creationId xmlns:a16="http://schemas.microsoft.com/office/drawing/2014/main" id="{B951CECB-9FA3-0543-B003-2298FE867A0A}"/>
                </a:ext>
              </a:extLst>
            </p:cNvPr>
            <p:cNvSpPr/>
            <p:nvPr/>
          </p:nvSpPr>
          <p:spPr>
            <a:xfrm>
              <a:off x="9908716" y="1920329"/>
              <a:ext cx="127000" cy="1270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65" name="Line 288">
              <a:extLst>
                <a:ext uri="{FF2B5EF4-FFF2-40B4-BE49-F238E27FC236}">
                  <a16:creationId xmlns:a16="http://schemas.microsoft.com/office/drawing/2014/main" id="{EE8235DB-C263-4B47-8EDD-99EF35F83A6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995485" y="1986203"/>
              <a:ext cx="1975007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</p:grpSp>
      <p:sp>
        <p:nvSpPr>
          <p:cNvPr id="32" name="Slide Number Placeholder 2">
            <a:extLst>
              <a:ext uri="{FF2B5EF4-FFF2-40B4-BE49-F238E27FC236}">
                <a16:creationId xmlns:a16="http://schemas.microsoft.com/office/drawing/2014/main" id="{684A97D3-F9E5-B54D-ACCA-432EDB0F25B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19616" y="6443089"/>
            <a:ext cx="2743200" cy="365125"/>
          </a:xfrm>
        </p:spPr>
        <p:txBody>
          <a:bodyPr/>
          <a:lstStyle/>
          <a:p>
            <a:r>
              <a:rPr lang="en-US" dirty="0"/>
              <a:t>Transport Layer: 3-</a:t>
            </a:r>
            <a:fld id="{C4204591-24BD-A542-B9D5-F8D8A88D2FEE}" type="slidenum">
              <a:rPr lang="en-US" smtClean="0"/>
              <a:pPr/>
              <a:t>25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539128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3" name="Freeform 354">
            <a:extLst>
              <a:ext uri="{FF2B5EF4-FFF2-40B4-BE49-F238E27FC236}">
                <a16:creationId xmlns:a16="http://schemas.microsoft.com/office/drawing/2014/main" id="{FA3A6278-DB89-0C41-A34C-36879DB1B579}"/>
              </a:ext>
            </a:extLst>
          </p:cNvPr>
          <p:cNvSpPr>
            <a:spLocks/>
          </p:cNvSpPr>
          <p:nvPr/>
        </p:nvSpPr>
        <p:spPr bwMode="auto">
          <a:xfrm flipH="1">
            <a:off x="3903164" y="3127613"/>
            <a:ext cx="169456" cy="1042731"/>
          </a:xfrm>
          <a:custGeom>
            <a:avLst/>
            <a:gdLst>
              <a:gd name="T0" fmla="*/ 2147483647 w 366"/>
              <a:gd name="T1" fmla="*/ 2147483647 h 1284"/>
              <a:gd name="T2" fmla="*/ 2147483647 w 366"/>
              <a:gd name="T3" fmla="*/ 0 h 1284"/>
              <a:gd name="T4" fmla="*/ 0 w 366"/>
              <a:gd name="T5" fmla="*/ 2147483647 h 1284"/>
              <a:gd name="T6" fmla="*/ 2147483647 w 366"/>
              <a:gd name="T7" fmla="*/ 2147483647 h 1284"/>
              <a:gd name="T8" fmla="*/ 2147483647 w 366"/>
              <a:gd name="T9" fmla="*/ 2147483647 h 1284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connsiteX0" fmla="*/ 10000 w 10000"/>
              <a:gd name="connsiteY0" fmla="*/ 9153 h 9200"/>
              <a:gd name="connsiteX1" fmla="*/ 1373 w 10000"/>
              <a:gd name="connsiteY1" fmla="*/ 0 h 9200"/>
              <a:gd name="connsiteX2" fmla="*/ 0 w 10000"/>
              <a:gd name="connsiteY2" fmla="*/ 8733 h 9200"/>
              <a:gd name="connsiteX3" fmla="*/ 5082 w 10000"/>
              <a:gd name="connsiteY3" fmla="*/ 9200 h 9200"/>
              <a:gd name="connsiteX4" fmla="*/ 10000 w 10000"/>
              <a:gd name="connsiteY4" fmla="*/ 9153 h 9200"/>
              <a:gd name="connsiteX0" fmla="*/ 8955 w 8955"/>
              <a:gd name="connsiteY0" fmla="*/ 9949 h 10000"/>
              <a:gd name="connsiteX1" fmla="*/ 328 w 8955"/>
              <a:gd name="connsiteY1" fmla="*/ 0 h 10000"/>
              <a:gd name="connsiteX2" fmla="*/ 0 w 8955"/>
              <a:gd name="connsiteY2" fmla="*/ 9416 h 10000"/>
              <a:gd name="connsiteX3" fmla="*/ 4037 w 8955"/>
              <a:gd name="connsiteY3" fmla="*/ 10000 h 10000"/>
              <a:gd name="connsiteX4" fmla="*/ 8955 w 8955"/>
              <a:gd name="connsiteY4" fmla="*/ 9949 h 10000"/>
              <a:gd name="connsiteX0" fmla="*/ 8000 w 8000"/>
              <a:gd name="connsiteY0" fmla="*/ 6998 h 10000"/>
              <a:gd name="connsiteX1" fmla="*/ 366 w 8000"/>
              <a:gd name="connsiteY1" fmla="*/ 0 h 10000"/>
              <a:gd name="connsiteX2" fmla="*/ 0 w 8000"/>
              <a:gd name="connsiteY2" fmla="*/ 9416 h 10000"/>
              <a:gd name="connsiteX3" fmla="*/ 4508 w 8000"/>
              <a:gd name="connsiteY3" fmla="*/ 10000 h 10000"/>
              <a:gd name="connsiteX4" fmla="*/ 8000 w 8000"/>
              <a:gd name="connsiteY4" fmla="*/ 6998 h 10000"/>
              <a:gd name="connsiteX0" fmla="*/ 10000 w 10000"/>
              <a:gd name="connsiteY0" fmla="*/ 6998 h 11173"/>
              <a:gd name="connsiteX1" fmla="*/ 458 w 10000"/>
              <a:gd name="connsiteY1" fmla="*/ 0 h 11173"/>
              <a:gd name="connsiteX2" fmla="*/ 0 w 10000"/>
              <a:gd name="connsiteY2" fmla="*/ 9416 h 11173"/>
              <a:gd name="connsiteX3" fmla="*/ 9177 w 10000"/>
              <a:gd name="connsiteY3" fmla="*/ 11173 h 11173"/>
              <a:gd name="connsiteX4" fmla="*/ 10000 w 10000"/>
              <a:gd name="connsiteY4" fmla="*/ 6998 h 1117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000" h="11173">
                <a:moveTo>
                  <a:pt x="10000" y="6998"/>
                </a:moveTo>
                <a:lnTo>
                  <a:pt x="458" y="0"/>
                </a:lnTo>
                <a:cubicBezTo>
                  <a:pt x="306" y="3139"/>
                  <a:pt x="153" y="6277"/>
                  <a:pt x="0" y="9416"/>
                </a:cubicBezTo>
                <a:lnTo>
                  <a:pt x="9177" y="11173"/>
                </a:lnTo>
                <a:lnTo>
                  <a:pt x="10000" y="6998"/>
                </a:lnTo>
                <a:close/>
              </a:path>
            </a:pathLst>
          </a:custGeom>
          <a:gradFill rotWithShape="1">
            <a:gsLst>
              <a:gs pos="0">
                <a:srgbClr val="B2B2B2"/>
              </a:gs>
              <a:gs pos="100000">
                <a:srgbClr val="FFFFFF"/>
              </a:gs>
            </a:gsLst>
            <a:lin ang="0" scaled="1"/>
          </a:gradFill>
          <a:ln w="9525">
            <a:noFill/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grpSp>
        <p:nvGrpSpPr>
          <p:cNvPr id="335" name="Group 334">
            <a:extLst>
              <a:ext uri="{FF2B5EF4-FFF2-40B4-BE49-F238E27FC236}">
                <a16:creationId xmlns:a16="http://schemas.microsoft.com/office/drawing/2014/main" id="{F857C4E7-5B60-F84D-8BB4-B434B73070E5}"/>
              </a:ext>
            </a:extLst>
          </p:cNvPr>
          <p:cNvGrpSpPr/>
          <p:nvPr/>
        </p:nvGrpSpPr>
        <p:grpSpPr>
          <a:xfrm>
            <a:off x="4058150" y="3125879"/>
            <a:ext cx="616282" cy="869387"/>
            <a:chOff x="10910964" y="2513124"/>
            <a:chExt cx="586769" cy="904023"/>
          </a:xfrm>
        </p:grpSpPr>
        <p:sp>
          <p:nvSpPr>
            <p:cNvPr id="336" name="Rectangle 335">
              <a:extLst>
                <a:ext uri="{FF2B5EF4-FFF2-40B4-BE49-F238E27FC236}">
                  <a16:creationId xmlns:a16="http://schemas.microsoft.com/office/drawing/2014/main" id="{610F1877-CB6B-9747-B11C-1D34E3952E75}"/>
                </a:ext>
              </a:extLst>
            </p:cNvPr>
            <p:cNvSpPr/>
            <p:nvPr/>
          </p:nvSpPr>
          <p:spPr>
            <a:xfrm>
              <a:off x="10916736" y="2513124"/>
              <a:ext cx="574264" cy="904023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</a:ln>
            <a:effectLst>
              <a:outerShdw blurRad="50800" dist="38100" dir="2700000" algn="tl" rotWithShape="0">
                <a:schemeClr val="tx1">
                  <a:alpha val="4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cxnSp>
          <p:nvCxnSpPr>
            <p:cNvPr id="337" name="Straight Connector 336">
              <a:extLst>
                <a:ext uri="{FF2B5EF4-FFF2-40B4-BE49-F238E27FC236}">
                  <a16:creationId xmlns:a16="http://schemas.microsoft.com/office/drawing/2014/main" id="{5B5CE757-ACFF-904B-89A6-4D678ED16A4A}"/>
                </a:ext>
              </a:extLst>
            </p:cNvPr>
            <p:cNvCxnSpPr/>
            <p:nvPr/>
          </p:nvCxnSpPr>
          <p:spPr>
            <a:xfrm>
              <a:off x="10910964" y="2696064"/>
              <a:ext cx="574264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8" name="Straight Connector 337">
              <a:extLst>
                <a:ext uri="{FF2B5EF4-FFF2-40B4-BE49-F238E27FC236}">
                  <a16:creationId xmlns:a16="http://schemas.microsoft.com/office/drawing/2014/main" id="{CC2F54B2-D68E-7042-8783-586E9687DE55}"/>
                </a:ext>
              </a:extLst>
            </p:cNvPr>
            <p:cNvCxnSpPr/>
            <p:nvPr/>
          </p:nvCxnSpPr>
          <p:spPr>
            <a:xfrm>
              <a:off x="10914332" y="2881753"/>
              <a:ext cx="574264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9" name="Straight Connector 338">
              <a:extLst>
                <a:ext uri="{FF2B5EF4-FFF2-40B4-BE49-F238E27FC236}">
                  <a16:creationId xmlns:a16="http://schemas.microsoft.com/office/drawing/2014/main" id="{4BBC8FE7-5D92-904A-AD63-57FFEB272C66}"/>
                </a:ext>
              </a:extLst>
            </p:cNvPr>
            <p:cNvCxnSpPr/>
            <p:nvPr/>
          </p:nvCxnSpPr>
          <p:spPr>
            <a:xfrm>
              <a:off x="10923469" y="3064677"/>
              <a:ext cx="574264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0" name="Straight Connector 339">
              <a:extLst>
                <a:ext uri="{FF2B5EF4-FFF2-40B4-BE49-F238E27FC236}">
                  <a16:creationId xmlns:a16="http://schemas.microsoft.com/office/drawing/2014/main" id="{397117FA-E151-5745-9EB1-3E245C911471}"/>
                </a:ext>
              </a:extLst>
            </p:cNvPr>
            <p:cNvCxnSpPr/>
            <p:nvPr/>
          </p:nvCxnSpPr>
          <p:spPr>
            <a:xfrm>
              <a:off x="10915293" y="3242073"/>
              <a:ext cx="574264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674" name="Freeform 350">
            <a:extLst>
              <a:ext uri="{FF2B5EF4-FFF2-40B4-BE49-F238E27FC236}">
                <a16:creationId xmlns:a16="http://schemas.microsoft.com/office/drawing/2014/main" id="{C5AF13C6-D475-8E42-B46E-37AE6E534B0E}"/>
              </a:ext>
            </a:extLst>
          </p:cNvPr>
          <p:cNvSpPr>
            <a:spLocks/>
          </p:cNvSpPr>
          <p:nvPr/>
        </p:nvSpPr>
        <p:spPr bwMode="auto">
          <a:xfrm flipH="1">
            <a:off x="1898724" y="5081691"/>
            <a:ext cx="195993" cy="1005421"/>
          </a:xfrm>
          <a:custGeom>
            <a:avLst/>
            <a:gdLst>
              <a:gd name="T0" fmla="*/ 2147483647 w 366"/>
              <a:gd name="T1" fmla="*/ 2147483647 h 1284"/>
              <a:gd name="T2" fmla="*/ 2147483647 w 366"/>
              <a:gd name="T3" fmla="*/ 0 h 1284"/>
              <a:gd name="T4" fmla="*/ 0 w 366"/>
              <a:gd name="T5" fmla="*/ 2147483647 h 1284"/>
              <a:gd name="T6" fmla="*/ 2147483647 w 366"/>
              <a:gd name="T7" fmla="*/ 2147483647 h 1284"/>
              <a:gd name="T8" fmla="*/ 2147483647 w 366"/>
              <a:gd name="T9" fmla="*/ 2147483647 h 1284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connsiteX0" fmla="*/ 10000 w 10000"/>
              <a:gd name="connsiteY0" fmla="*/ 9953 h 10444"/>
              <a:gd name="connsiteX1" fmla="*/ 328 w 10000"/>
              <a:gd name="connsiteY1" fmla="*/ 0 h 10444"/>
              <a:gd name="connsiteX2" fmla="*/ 0 w 10000"/>
              <a:gd name="connsiteY2" fmla="*/ 9533 h 10444"/>
              <a:gd name="connsiteX3" fmla="*/ 7177 w 10000"/>
              <a:gd name="connsiteY3" fmla="*/ 10444 h 10444"/>
              <a:gd name="connsiteX4" fmla="*/ 10000 w 10000"/>
              <a:gd name="connsiteY4" fmla="*/ 9953 h 10444"/>
              <a:gd name="connsiteX0" fmla="*/ 7715 w 7715"/>
              <a:gd name="connsiteY0" fmla="*/ 7822 h 10444"/>
              <a:gd name="connsiteX1" fmla="*/ 328 w 7715"/>
              <a:gd name="connsiteY1" fmla="*/ 0 h 10444"/>
              <a:gd name="connsiteX2" fmla="*/ 0 w 7715"/>
              <a:gd name="connsiteY2" fmla="*/ 9533 h 10444"/>
              <a:gd name="connsiteX3" fmla="*/ 7177 w 7715"/>
              <a:gd name="connsiteY3" fmla="*/ 10444 h 10444"/>
              <a:gd name="connsiteX4" fmla="*/ 7715 w 7715"/>
              <a:gd name="connsiteY4" fmla="*/ 7822 h 10444"/>
              <a:gd name="connsiteX0" fmla="*/ 10740 w 10740"/>
              <a:gd name="connsiteY0" fmla="*/ 7489 h 10000"/>
              <a:gd name="connsiteX1" fmla="*/ 1165 w 10740"/>
              <a:gd name="connsiteY1" fmla="*/ 0 h 10000"/>
              <a:gd name="connsiteX2" fmla="*/ 0 w 10740"/>
              <a:gd name="connsiteY2" fmla="*/ 8788 h 10000"/>
              <a:gd name="connsiteX3" fmla="*/ 10043 w 10740"/>
              <a:gd name="connsiteY3" fmla="*/ 10000 h 10000"/>
              <a:gd name="connsiteX4" fmla="*/ 10740 w 10740"/>
              <a:gd name="connsiteY4" fmla="*/ 7489 h 10000"/>
              <a:gd name="connsiteX0" fmla="*/ 10740 w 10740"/>
              <a:gd name="connsiteY0" fmla="*/ 6979 h 9490"/>
              <a:gd name="connsiteX1" fmla="*/ 424 w 10740"/>
              <a:gd name="connsiteY1" fmla="*/ 0 h 9490"/>
              <a:gd name="connsiteX2" fmla="*/ 0 w 10740"/>
              <a:gd name="connsiteY2" fmla="*/ 8278 h 9490"/>
              <a:gd name="connsiteX3" fmla="*/ 10043 w 10740"/>
              <a:gd name="connsiteY3" fmla="*/ 9490 h 9490"/>
              <a:gd name="connsiteX4" fmla="*/ 10740 w 10740"/>
              <a:gd name="connsiteY4" fmla="*/ 6979 h 94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740" h="9490">
                <a:moveTo>
                  <a:pt x="10740" y="6979"/>
                </a:moveTo>
                <a:lnTo>
                  <a:pt x="424" y="0"/>
                </a:lnTo>
                <a:cubicBezTo>
                  <a:pt x="283" y="3043"/>
                  <a:pt x="141" y="5235"/>
                  <a:pt x="0" y="8278"/>
                </a:cubicBezTo>
                <a:lnTo>
                  <a:pt x="10043" y="9490"/>
                </a:lnTo>
                <a:lnTo>
                  <a:pt x="10740" y="6979"/>
                </a:lnTo>
                <a:close/>
              </a:path>
            </a:pathLst>
          </a:custGeom>
          <a:gradFill rotWithShape="1">
            <a:gsLst>
              <a:gs pos="0">
                <a:srgbClr val="B2B2B2"/>
              </a:gs>
              <a:gs pos="100000">
                <a:srgbClr val="FFFFFF"/>
              </a:gs>
            </a:gsLst>
            <a:lin ang="0" scaled="1"/>
          </a:gradFill>
          <a:ln w="9525">
            <a:noFill/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grpSp>
        <p:nvGrpSpPr>
          <p:cNvPr id="329" name="Group 328">
            <a:extLst>
              <a:ext uri="{FF2B5EF4-FFF2-40B4-BE49-F238E27FC236}">
                <a16:creationId xmlns:a16="http://schemas.microsoft.com/office/drawing/2014/main" id="{2DB461A9-F46E-8749-BF51-45E92AA6339A}"/>
              </a:ext>
            </a:extLst>
          </p:cNvPr>
          <p:cNvGrpSpPr/>
          <p:nvPr/>
        </p:nvGrpSpPr>
        <p:grpSpPr>
          <a:xfrm>
            <a:off x="2080082" y="5084889"/>
            <a:ext cx="616282" cy="869387"/>
            <a:chOff x="10910964" y="2513124"/>
            <a:chExt cx="586769" cy="904023"/>
          </a:xfrm>
        </p:grpSpPr>
        <p:sp>
          <p:nvSpPr>
            <p:cNvPr id="330" name="Rectangle 329">
              <a:extLst>
                <a:ext uri="{FF2B5EF4-FFF2-40B4-BE49-F238E27FC236}">
                  <a16:creationId xmlns:a16="http://schemas.microsoft.com/office/drawing/2014/main" id="{7D39F858-8BB0-A642-89CC-2F019B33E697}"/>
                </a:ext>
              </a:extLst>
            </p:cNvPr>
            <p:cNvSpPr/>
            <p:nvPr/>
          </p:nvSpPr>
          <p:spPr>
            <a:xfrm>
              <a:off x="10916736" y="2513124"/>
              <a:ext cx="574264" cy="904023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</a:ln>
            <a:effectLst>
              <a:outerShdw blurRad="50800" dist="38100" dir="2700000" algn="tl" rotWithShape="0">
                <a:schemeClr val="tx1">
                  <a:alpha val="4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cxnSp>
          <p:nvCxnSpPr>
            <p:cNvPr id="331" name="Straight Connector 330">
              <a:extLst>
                <a:ext uri="{FF2B5EF4-FFF2-40B4-BE49-F238E27FC236}">
                  <a16:creationId xmlns:a16="http://schemas.microsoft.com/office/drawing/2014/main" id="{B201F6E9-50D4-2949-B445-79D78C6E2F8A}"/>
                </a:ext>
              </a:extLst>
            </p:cNvPr>
            <p:cNvCxnSpPr/>
            <p:nvPr/>
          </p:nvCxnSpPr>
          <p:spPr>
            <a:xfrm>
              <a:off x="10910964" y="2696064"/>
              <a:ext cx="574264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2" name="Straight Connector 331">
              <a:extLst>
                <a:ext uri="{FF2B5EF4-FFF2-40B4-BE49-F238E27FC236}">
                  <a16:creationId xmlns:a16="http://schemas.microsoft.com/office/drawing/2014/main" id="{CED38CC1-6A45-214C-BEAA-3AA92EF84406}"/>
                </a:ext>
              </a:extLst>
            </p:cNvPr>
            <p:cNvCxnSpPr/>
            <p:nvPr/>
          </p:nvCxnSpPr>
          <p:spPr>
            <a:xfrm>
              <a:off x="10914332" y="2881753"/>
              <a:ext cx="574264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3" name="Straight Connector 332">
              <a:extLst>
                <a:ext uri="{FF2B5EF4-FFF2-40B4-BE49-F238E27FC236}">
                  <a16:creationId xmlns:a16="http://schemas.microsoft.com/office/drawing/2014/main" id="{55F19835-EB3A-3D40-8C3C-0E365455DD32}"/>
                </a:ext>
              </a:extLst>
            </p:cNvPr>
            <p:cNvCxnSpPr/>
            <p:nvPr/>
          </p:nvCxnSpPr>
          <p:spPr>
            <a:xfrm>
              <a:off x="10923469" y="3064677"/>
              <a:ext cx="574264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4" name="Straight Connector 333">
              <a:extLst>
                <a:ext uri="{FF2B5EF4-FFF2-40B4-BE49-F238E27FC236}">
                  <a16:creationId xmlns:a16="http://schemas.microsoft.com/office/drawing/2014/main" id="{F1796FFE-1845-5840-8B13-398696D75E0E}"/>
                </a:ext>
              </a:extLst>
            </p:cNvPr>
            <p:cNvCxnSpPr/>
            <p:nvPr/>
          </p:nvCxnSpPr>
          <p:spPr>
            <a:xfrm>
              <a:off x="10915293" y="3242073"/>
              <a:ext cx="574264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675" name="Freeform 347">
            <a:extLst>
              <a:ext uri="{FF2B5EF4-FFF2-40B4-BE49-F238E27FC236}">
                <a16:creationId xmlns:a16="http://schemas.microsoft.com/office/drawing/2014/main" id="{84CB63DB-E546-6447-B0B5-8E43F3CC8290}"/>
              </a:ext>
            </a:extLst>
          </p:cNvPr>
          <p:cNvSpPr>
            <a:spLocks/>
          </p:cNvSpPr>
          <p:nvPr/>
        </p:nvSpPr>
        <p:spPr bwMode="auto">
          <a:xfrm>
            <a:off x="8102599" y="5226097"/>
            <a:ext cx="168983" cy="1122548"/>
          </a:xfrm>
          <a:custGeom>
            <a:avLst/>
            <a:gdLst>
              <a:gd name="T0" fmla="*/ 2147483647 w 366"/>
              <a:gd name="T1" fmla="*/ 2147483647 h 1284"/>
              <a:gd name="T2" fmla="*/ 2147483647 w 366"/>
              <a:gd name="T3" fmla="*/ 0 h 1284"/>
              <a:gd name="T4" fmla="*/ 0 w 366"/>
              <a:gd name="T5" fmla="*/ 2147483647 h 1284"/>
              <a:gd name="T6" fmla="*/ 2147483647 w 366"/>
              <a:gd name="T7" fmla="*/ 2147483647 h 1284"/>
              <a:gd name="T8" fmla="*/ 2147483647 w 366"/>
              <a:gd name="T9" fmla="*/ 2147483647 h 1284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connsiteX0" fmla="*/ 10000 w 10000"/>
              <a:gd name="connsiteY0" fmla="*/ 9953 h 11066"/>
              <a:gd name="connsiteX1" fmla="*/ 328 w 10000"/>
              <a:gd name="connsiteY1" fmla="*/ 0 h 11066"/>
              <a:gd name="connsiteX2" fmla="*/ 0 w 10000"/>
              <a:gd name="connsiteY2" fmla="*/ 9533 h 11066"/>
              <a:gd name="connsiteX3" fmla="*/ 6605 w 10000"/>
              <a:gd name="connsiteY3" fmla="*/ 11066 h 11066"/>
              <a:gd name="connsiteX4" fmla="*/ 10000 w 10000"/>
              <a:gd name="connsiteY4" fmla="*/ 9953 h 11066"/>
              <a:gd name="connsiteX0" fmla="*/ 7144 w 7144"/>
              <a:gd name="connsiteY0" fmla="*/ 7022 h 11066"/>
              <a:gd name="connsiteX1" fmla="*/ 328 w 7144"/>
              <a:gd name="connsiteY1" fmla="*/ 0 h 11066"/>
              <a:gd name="connsiteX2" fmla="*/ 0 w 7144"/>
              <a:gd name="connsiteY2" fmla="*/ 9533 h 11066"/>
              <a:gd name="connsiteX3" fmla="*/ 6605 w 7144"/>
              <a:gd name="connsiteY3" fmla="*/ 11066 h 11066"/>
              <a:gd name="connsiteX4" fmla="*/ 7144 w 7144"/>
              <a:gd name="connsiteY4" fmla="*/ 7022 h 110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144" h="11066">
                <a:moveTo>
                  <a:pt x="7144" y="7022"/>
                </a:moveTo>
                <a:lnTo>
                  <a:pt x="328" y="0"/>
                </a:lnTo>
                <a:cubicBezTo>
                  <a:pt x="219" y="3178"/>
                  <a:pt x="109" y="6355"/>
                  <a:pt x="0" y="9533"/>
                </a:cubicBezTo>
                <a:lnTo>
                  <a:pt x="6605" y="11066"/>
                </a:lnTo>
                <a:cubicBezTo>
                  <a:pt x="6785" y="9718"/>
                  <a:pt x="6964" y="8370"/>
                  <a:pt x="7144" y="7022"/>
                </a:cubicBezTo>
                <a:close/>
              </a:path>
            </a:pathLst>
          </a:custGeom>
          <a:gradFill rotWithShape="1">
            <a:gsLst>
              <a:gs pos="0">
                <a:srgbClr val="B2B2B2"/>
              </a:gs>
              <a:gs pos="100000">
                <a:srgbClr val="FFFFFF"/>
              </a:gs>
            </a:gsLst>
            <a:lin ang="0" scaled="1"/>
          </a:gradFill>
          <a:ln w="9525">
            <a:noFill/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grpSp>
        <p:nvGrpSpPr>
          <p:cNvPr id="323" name="Group 322">
            <a:extLst>
              <a:ext uri="{FF2B5EF4-FFF2-40B4-BE49-F238E27FC236}">
                <a16:creationId xmlns:a16="http://schemas.microsoft.com/office/drawing/2014/main" id="{EECEBAA5-183F-9943-8745-DBAE2D8B7061}"/>
              </a:ext>
            </a:extLst>
          </p:cNvPr>
          <p:cNvGrpSpPr/>
          <p:nvPr/>
        </p:nvGrpSpPr>
        <p:grpSpPr>
          <a:xfrm>
            <a:off x="7504175" y="5297345"/>
            <a:ext cx="616281" cy="869387"/>
            <a:chOff x="10910965" y="2513124"/>
            <a:chExt cx="586768" cy="904023"/>
          </a:xfrm>
        </p:grpSpPr>
        <p:sp>
          <p:nvSpPr>
            <p:cNvPr id="324" name="Rectangle 323">
              <a:extLst>
                <a:ext uri="{FF2B5EF4-FFF2-40B4-BE49-F238E27FC236}">
                  <a16:creationId xmlns:a16="http://schemas.microsoft.com/office/drawing/2014/main" id="{9D6A6B6B-5FD6-2346-A3EE-BD1582FAB001}"/>
                </a:ext>
              </a:extLst>
            </p:cNvPr>
            <p:cNvSpPr/>
            <p:nvPr/>
          </p:nvSpPr>
          <p:spPr>
            <a:xfrm>
              <a:off x="10916736" y="2513124"/>
              <a:ext cx="574264" cy="904023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</a:ln>
            <a:effectLst>
              <a:outerShdw blurRad="50800" dist="38100" dir="2700000" algn="tl" rotWithShape="0">
                <a:schemeClr val="tx1">
                  <a:alpha val="4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cxnSp>
          <p:nvCxnSpPr>
            <p:cNvPr id="325" name="Straight Connector 324">
              <a:extLst>
                <a:ext uri="{FF2B5EF4-FFF2-40B4-BE49-F238E27FC236}">
                  <a16:creationId xmlns:a16="http://schemas.microsoft.com/office/drawing/2014/main" id="{0F3D8B01-03BD-E34A-BAFB-7952B32F9270}"/>
                </a:ext>
              </a:extLst>
            </p:cNvPr>
            <p:cNvCxnSpPr/>
            <p:nvPr/>
          </p:nvCxnSpPr>
          <p:spPr>
            <a:xfrm>
              <a:off x="10910965" y="2696064"/>
              <a:ext cx="574264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6" name="Straight Connector 325">
              <a:extLst>
                <a:ext uri="{FF2B5EF4-FFF2-40B4-BE49-F238E27FC236}">
                  <a16:creationId xmlns:a16="http://schemas.microsoft.com/office/drawing/2014/main" id="{0BDB3107-533F-3542-94CF-BC06F61D2FD6}"/>
                </a:ext>
              </a:extLst>
            </p:cNvPr>
            <p:cNvCxnSpPr/>
            <p:nvPr/>
          </p:nvCxnSpPr>
          <p:spPr>
            <a:xfrm>
              <a:off x="10914332" y="2881753"/>
              <a:ext cx="574264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7" name="Straight Connector 326">
              <a:extLst>
                <a:ext uri="{FF2B5EF4-FFF2-40B4-BE49-F238E27FC236}">
                  <a16:creationId xmlns:a16="http://schemas.microsoft.com/office/drawing/2014/main" id="{64DC87E4-F7BE-8A4B-91C3-596857C5FB13}"/>
                </a:ext>
              </a:extLst>
            </p:cNvPr>
            <p:cNvCxnSpPr/>
            <p:nvPr/>
          </p:nvCxnSpPr>
          <p:spPr>
            <a:xfrm>
              <a:off x="10923469" y="3064677"/>
              <a:ext cx="574264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8" name="Straight Connector 327">
              <a:extLst>
                <a:ext uri="{FF2B5EF4-FFF2-40B4-BE49-F238E27FC236}">
                  <a16:creationId xmlns:a16="http://schemas.microsoft.com/office/drawing/2014/main" id="{77C12250-985A-8B45-B946-123BAC2C8B7B}"/>
                </a:ext>
              </a:extLst>
            </p:cNvPr>
            <p:cNvCxnSpPr/>
            <p:nvPr/>
          </p:nvCxnSpPr>
          <p:spPr>
            <a:xfrm>
              <a:off x="10915293" y="3242073"/>
              <a:ext cx="574264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676" name="Freeform 344">
            <a:extLst>
              <a:ext uri="{FF2B5EF4-FFF2-40B4-BE49-F238E27FC236}">
                <a16:creationId xmlns:a16="http://schemas.microsoft.com/office/drawing/2014/main" id="{F7EB3EDB-2BCE-F949-BF32-4926B0702E72}"/>
              </a:ext>
            </a:extLst>
          </p:cNvPr>
          <p:cNvSpPr>
            <a:spLocks/>
          </p:cNvSpPr>
          <p:nvPr/>
        </p:nvSpPr>
        <p:spPr bwMode="auto">
          <a:xfrm>
            <a:off x="8572023" y="3216064"/>
            <a:ext cx="223031" cy="1244178"/>
          </a:xfrm>
          <a:custGeom>
            <a:avLst/>
            <a:gdLst>
              <a:gd name="T0" fmla="*/ 2147483647 w 366"/>
              <a:gd name="T1" fmla="*/ 2147483647 h 1284"/>
              <a:gd name="T2" fmla="*/ 2147483647 w 366"/>
              <a:gd name="T3" fmla="*/ 0 h 1284"/>
              <a:gd name="T4" fmla="*/ 0 w 366"/>
              <a:gd name="T5" fmla="*/ 2147483647 h 1284"/>
              <a:gd name="T6" fmla="*/ 2147483647 w 366"/>
              <a:gd name="T7" fmla="*/ 2147483647 h 1284"/>
              <a:gd name="T8" fmla="*/ 2147483647 w 366"/>
              <a:gd name="T9" fmla="*/ 2147483647 h 1284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connsiteX0" fmla="*/ 9429 w 9429"/>
              <a:gd name="connsiteY0" fmla="*/ 8488 h 10000"/>
              <a:gd name="connsiteX1" fmla="*/ 328 w 9429"/>
              <a:gd name="connsiteY1" fmla="*/ 0 h 10000"/>
              <a:gd name="connsiteX2" fmla="*/ 0 w 9429"/>
              <a:gd name="connsiteY2" fmla="*/ 9533 h 10000"/>
              <a:gd name="connsiteX3" fmla="*/ 5082 w 9429"/>
              <a:gd name="connsiteY3" fmla="*/ 10000 h 10000"/>
              <a:gd name="connsiteX4" fmla="*/ 9429 w 9429"/>
              <a:gd name="connsiteY4" fmla="*/ 8488 h 10000"/>
              <a:gd name="connsiteX0" fmla="*/ 10000 w 10000"/>
              <a:gd name="connsiteY0" fmla="*/ 8488 h 12265"/>
              <a:gd name="connsiteX1" fmla="*/ 348 w 10000"/>
              <a:gd name="connsiteY1" fmla="*/ 0 h 12265"/>
              <a:gd name="connsiteX2" fmla="*/ 0 w 10000"/>
              <a:gd name="connsiteY2" fmla="*/ 9533 h 12265"/>
              <a:gd name="connsiteX3" fmla="*/ 9025 w 10000"/>
              <a:gd name="connsiteY3" fmla="*/ 12265 h 12265"/>
              <a:gd name="connsiteX4" fmla="*/ 10000 w 10000"/>
              <a:gd name="connsiteY4" fmla="*/ 8488 h 122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000" h="12265">
                <a:moveTo>
                  <a:pt x="10000" y="8488"/>
                </a:moveTo>
                <a:lnTo>
                  <a:pt x="348" y="0"/>
                </a:lnTo>
                <a:lnTo>
                  <a:pt x="0" y="9533"/>
                </a:lnTo>
                <a:lnTo>
                  <a:pt x="9025" y="12265"/>
                </a:lnTo>
                <a:lnTo>
                  <a:pt x="10000" y="8488"/>
                </a:lnTo>
                <a:close/>
              </a:path>
            </a:pathLst>
          </a:custGeom>
          <a:gradFill rotWithShape="1">
            <a:gsLst>
              <a:gs pos="0">
                <a:srgbClr val="B2B2B2"/>
              </a:gs>
              <a:gs pos="100000">
                <a:srgbClr val="FFFFFF"/>
              </a:gs>
            </a:gsLst>
            <a:lin ang="0" scaled="1"/>
          </a:gradFill>
          <a:ln w="9525">
            <a:noFill/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B8CD900-19EC-824C-BF74-AADFBF5A17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8690" y="208643"/>
            <a:ext cx="11393310" cy="894622"/>
          </a:xfrm>
        </p:spPr>
        <p:txBody>
          <a:bodyPr>
            <a:normAutofit/>
          </a:bodyPr>
          <a:lstStyle/>
          <a:p>
            <a:r>
              <a:rPr lang="en-US" sz="4800" dirty="0"/>
              <a:t>Causes/costs of congestion: scenario 3</a:t>
            </a:r>
            <a:endParaRPr lang="en-US" sz="4400" b="0" dirty="0"/>
          </a:p>
        </p:txBody>
      </p:sp>
      <p:sp>
        <p:nvSpPr>
          <p:cNvPr id="173" name="Rectangle 3">
            <a:extLst>
              <a:ext uri="{FF2B5EF4-FFF2-40B4-BE49-F238E27FC236}">
                <a16:creationId xmlns:a16="http://schemas.microsoft.com/office/drawing/2014/main" id="{99753E1D-5DEC-E947-8B37-6AF7D72D62A8}"/>
              </a:ext>
            </a:extLst>
          </p:cNvPr>
          <p:cNvSpPr txBox="1">
            <a:spLocks noChangeArrowheads="1"/>
          </p:cNvSpPr>
          <p:nvPr/>
        </p:nvSpPr>
        <p:spPr>
          <a:xfrm>
            <a:off x="936625" y="1320799"/>
            <a:ext cx="3787775" cy="1247775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52425" marR="0" lvl="0" indent="-22225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charset="2"/>
              <a:buChar char="§"/>
              <a:tabLst/>
              <a:defRPr/>
            </a:pPr>
            <a:r>
              <a:rPr kumimoji="0" lang="en-US" sz="24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four 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senders</a:t>
            </a:r>
          </a:p>
          <a:p>
            <a:pPr marL="352425" marR="0" lvl="0" indent="-22225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charset="2"/>
              <a:buChar char="§"/>
              <a:tabLst/>
              <a:defRPr/>
            </a:pPr>
            <a:r>
              <a:rPr kumimoji="0" lang="en-US" sz="24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multi-hop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paths</a:t>
            </a:r>
          </a:p>
          <a:p>
            <a:pPr marL="352425" marR="0" lvl="0" indent="-22225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charset="2"/>
              <a:buChar char="§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timeout/retransmit</a:t>
            </a:r>
          </a:p>
          <a:p>
            <a:pPr marL="352425" marR="0" lvl="0" indent="-22225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charset="2"/>
              <a:buChar char="§"/>
              <a:tabLst/>
              <a:defRPr/>
            </a:pP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74" name="Rectangle 7">
            <a:extLst>
              <a:ext uri="{FF2B5EF4-FFF2-40B4-BE49-F238E27FC236}">
                <a16:creationId xmlns:a16="http://schemas.microsoft.com/office/drawing/2014/main" id="{2D1E8573-2F28-9941-A79E-BF2F04742572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33925" y="1273175"/>
            <a:ext cx="6264275" cy="5261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>
            <a:lvl1pPr marL="342900" indent="-3429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 marL="342900" marR="0" lvl="0" indent="-342900" algn="l" defTabSz="914400" rtl="0" eaLnBrk="1" fontAlgn="auto" latinLnBrk="0" hangingPunct="1">
              <a:lnSpc>
                <a:spcPct val="85000"/>
              </a:lnSpc>
              <a:spcBef>
                <a:spcPct val="20000"/>
              </a:spcBef>
              <a:spcAft>
                <a:spcPts val="0"/>
              </a:spcAft>
              <a:buClr>
                <a:srgbClr val="000099"/>
              </a:buClr>
              <a:buSzPct val="65000"/>
              <a:buFont typeface="Wingdings" pitchFamily="2" charset="2"/>
              <a:buNone/>
              <a:tabLst/>
              <a:defRPr/>
            </a:pPr>
            <a:r>
              <a:rPr kumimoji="0" lang="en-US" altLang="en-US" sz="2800" b="0" i="0" u="sng" strike="noStrike" kern="1200" cap="none" spc="0" normalizeH="0" baseline="0" noProof="0" dirty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Q:</a:t>
            </a: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 </a:t>
            </a: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what happens as </a:t>
            </a:r>
            <a:r>
              <a:rPr kumimoji="0" lang="en-US" altLang="en-US" sz="2400" b="0" i="0" u="none" strike="noStrike" kern="1200" cap="none" spc="0" normalizeH="0" baseline="0" noProof="0" dirty="0" err="1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Symbol" pitchFamily="2" charset="2"/>
                <a:ea typeface="ＭＳ Ｐゴシック" panose="020B0600070205080204" pitchFamily="34" charset="-128"/>
                <a:cs typeface="+mn-cs"/>
              </a:rPr>
              <a:t>l</a:t>
            </a:r>
            <a:r>
              <a:rPr kumimoji="0" lang="en-US" altLang="en-US" sz="2400" b="0" i="0" u="none" strike="noStrike" kern="1200" cap="none" spc="0" normalizeH="0" baseline="-25000" noProof="0" dirty="0" err="1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Gill Sans MT" panose="020B0502020104020203" pitchFamily="34" charset="77"/>
                <a:ea typeface="ＭＳ Ｐゴシック" panose="020B0600070205080204" pitchFamily="34" charset="-128"/>
                <a:cs typeface="+mn-cs"/>
              </a:rPr>
              <a:t>in</a:t>
            </a: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Gill Sans MT" panose="020B0502020104020203" pitchFamily="34" charset="77"/>
                <a:ea typeface="ＭＳ Ｐゴシック" panose="020B0600070205080204" pitchFamily="34" charset="-128"/>
                <a:cs typeface="+mn-cs"/>
              </a:rPr>
              <a:t> </a:t>
            </a: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and</a:t>
            </a: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 panose="020B0502020104020203" pitchFamily="34" charset="77"/>
                <a:ea typeface="ＭＳ Ｐゴシック" panose="020B0600070205080204" pitchFamily="34" charset="-128"/>
                <a:cs typeface="+mn-cs"/>
              </a:rPr>
              <a:t> </a:t>
            </a:r>
            <a:r>
              <a:rPr kumimoji="0" lang="en-US" altLang="en-US" sz="2400" b="0" i="0" u="none" strike="noStrike" kern="1200" cap="none" spc="0" normalizeH="0" baseline="0" noProof="0" dirty="0" err="1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Symbol" pitchFamily="2" charset="2"/>
                <a:ea typeface="ＭＳ Ｐゴシック" panose="020B0600070205080204" pitchFamily="34" charset="-128"/>
                <a:cs typeface="+mn-cs"/>
              </a:rPr>
              <a:t>l</a:t>
            </a:r>
            <a:r>
              <a:rPr kumimoji="0" lang="en-US" altLang="en-US" sz="2400" b="0" i="0" u="none" strike="noStrike" kern="1200" cap="none" spc="0" normalizeH="0" baseline="-25000" noProof="0" dirty="0" err="1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Gill Sans MT" panose="020B0502020104020203" pitchFamily="34" charset="77"/>
                <a:ea typeface="ＭＳ Ｐゴシック" panose="020B0600070205080204" pitchFamily="34" charset="-128"/>
                <a:cs typeface="+mn-cs"/>
              </a:rPr>
              <a:t>in</a:t>
            </a:r>
            <a:r>
              <a:rPr kumimoji="0" lang="ja-JP" altLang="en-US" sz="2400" b="1" i="0" u="none" strike="noStrike" kern="1200" cap="none" spc="0" normalizeH="0" baseline="30000" noProof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’</a:t>
            </a:r>
            <a:r>
              <a:rPr kumimoji="0" lang="en-US" altLang="ja-JP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 panose="020B0502020104020203" pitchFamily="34" charset="77"/>
                <a:ea typeface="ＭＳ Ｐゴシック" panose="020B0600070205080204" pitchFamily="34" charset="-128"/>
                <a:cs typeface="+mn-cs"/>
              </a:rPr>
              <a:t> </a:t>
            </a:r>
            <a:r>
              <a:rPr kumimoji="0" lang="en-US" altLang="ja-JP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increase ?</a:t>
            </a:r>
            <a:endParaRPr kumimoji="0" lang="en-US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176" name="Rectangle 356">
            <a:extLst>
              <a:ext uri="{FF2B5EF4-FFF2-40B4-BE49-F238E27FC236}">
                <a16:creationId xmlns:a16="http://schemas.microsoft.com/office/drawing/2014/main" id="{F4C88F76-884B-3642-8A4C-9AF73E19454E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64261" y="1804940"/>
            <a:ext cx="6994525" cy="1066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>
            <a:lvl1pPr marL="342900" indent="-3429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 marL="342900" marR="0" lvl="0" indent="-342900" algn="l" defTabSz="914400" rtl="0" eaLnBrk="1" fontAlgn="auto" latinLnBrk="0" hangingPunct="1">
              <a:lnSpc>
                <a:spcPct val="85000"/>
              </a:lnSpc>
              <a:spcBef>
                <a:spcPct val="20000"/>
              </a:spcBef>
              <a:spcAft>
                <a:spcPts val="0"/>
              </a:spcAft>
              <a:buClr>
                <a:srgbClr val="000099"/>
              </a:buClr>
              <a:buSzPct val="65000"/>
              <a:buFont typeface="Wingdings" pitchFamily="2" charset="2"/>
              <a:buNone/>
              <a:tabLst/>
              <a:defRPr/>
            </a:pPr>
            <a:r>
              <a:rPr kumimoji="0" lang="en-US" altLang="en-US" sz="2800" b="0" i="0" u="sng" strike="noStrike" kern="1200" cap="none" spc="0" normalizeH="0" baseline="0" noProof="0" dirty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A:</a:t>
            </a: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 </a:t>
            </a: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as red  </a:t>
            </a:r>
            <a:r>
              <a:rPr kumimoji="0" lang="en-US" altLang="en-US" sz="2400" b="0" i="0" u="none" strike="noStrike" kern="1200" cap="none" spc="0" normalizeH="0" baseline="0" noProof="0" dirty="0" err="1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Symbol" pitchFamily="2" charset="2"/>
                <a:ea typeface="ＭＳ Ｐゴシック" panose="020B0600070205080204" pitchFamily="34" charset="-128"/>
                <a:cs typeface="+mn-cs"/>
              </a:rPr>
              <a:t>l</a:t>
            </a:r>
            <a:r>
              <a:rPr kumimoji="0" lang="en-US" altLang="en-US" sz="2400" b="0" i="0" u="none" strike="noStrike" kern="1200" cap="none" spc="0" normalizeH="0" baseline="-25000" noProof="0" dirty="0" err="1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Gill Sans MT" panose="020B0502020104020203" pitchFamily="34" charset="77"/>
                <a:ea typeface="ＭＳ Ｐゴシック" panose="020B0600070205080204" pitchFamily="34" charset="-128"/>
                <a:cs typeface="+mn-cs"/>
              </a:rPr>
              <a:t>in</a:t>
            </a:r>
            <a:r>
              <a:rPr kumimoji="0" lang="ja-JP" altLang="en-US" sz="2400" b="0" i="0" u="none" strike="noStrike" kern="1200" cap="none" spc="0" normalizeH="0" baseline="30000" noProof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’</a:t>
            </a:r>
            <a:r>
              <a:rPr kumimoji="0" lang="en-US" altLang="ja-JP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 </a:t>
            </a:r>
            <a:r>
              <a:rPr kumimoji="0" lang="en-US" altLang="ja-JP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increases, all arriving blue pkts at upper queue are dropped, blue throughput </a:t>
            </a:r>
            <a:r>
              <a:rPr kumimoji="0" lang="en-US" altLang="ja-JP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Wingdings 3" pitchFamily="2" charset="2"/>
                <a:ea typeface="ＭＳ Ｐゴシック" panose="020B0600070205080204" pitchFamily="34" charset="-128"/>
                <a:cs typeface="+mn-cs"/>
              </a:rPr>
              <a:t>g</a:t>
            </a:r>
            <a:r>
              <a:rPr kumimoji="0" lang="en-US" altLang="ja-JP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 panose="020B0502020104020203" pitchFamily="34" charset="77"/>
                <a:ea typeface="ＭＳ Ｐゴシック" panose="020B0600070205080204" pitchFamily="34" charset="-128"/>
                <a:cs typeface="+mn-cs"/>
              </a:rPr>
              <a:t> </a:t>
            </a:r>
            <a:r>
              <a:rPr kumimoji="0" lang="en-US" altLang="ja-JP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0</a:t>
            </a:r>
            <a:endParaRPr kumimoji="0" lang="en-US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ＭＳ Ｐゴシック" panose="020B0600070205080204" pitchFamily="34" charset="-128"/>
              <a:cs typeface="+mn-cs"/>
            </a:endParaRPr>
          </a:p>
        </p:txBody>
      </p:sp>
      <p:grpSp>
        <p:nvGrpSpPr>
          <p:cNvPr id="1036" name="Group 1035">
            <a:extLst>
              <a:ext uri="{FF2B5EF4-FFF2-40B4-BE49-F238E27FC236}">
                <a16:creationId xmlns:a16="http://schemas.microsoft.com/office/drawing/2014/main" id="{1590867D-F685-4246-ABDB-FB690B552C22}"/>
              </a:ext>
            </a:extLst>
          </p:cNvPr>
          <p:cNvGrpSpPr/>
          <p:nvPr/>
        </p:nvGrpSpPr>
        <p:grpSpPr>
          <a:xfrm>
            <a:off x="5682185" y="4389943"/>
            <a:ext cx="1015652" cy="456281"/>
            <a:chOff x="7493876" y="2774731"/>
            <a:chExt cx="1481958" cy="894622"/>
          </a:xfrm>
        </p:grpSpPr>
        <p:sp>
          <p:nvSpPr>
            <p:cNvPr id="1037" name="Freeform 1036">
              <a:extLst>
                <a:ext uri="{FF2B5EF4-FFF2-40B4-BE49-F238E27FC236}">
                  <a16:creationId xmlns:a16="http://schemas.microsoft.com/office/drawing/2014/main" id="{7E35F043-BF45-9F46-96E3-BB3ADBEDD6E6}"/>
                </a:ext>
              </a:extLst>
            </p:cNvPr>
            <p:cNvSpPr/>
            <p:nvPr/>
          </p:nvSpPr>
          <p:spPr>
            <a:xfrm>
              <a:off x="7493876" y="3084399"/>
              <a:ext cx="1481958" cy="584954"/>
            </a:xfrm>
            <a:custGeom>
              <a:avLst/>
              <a:gdLst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76538 w 8176538"/>
                <a:gd name="connsiteY0" fmla="*/ 0 h 2638097"/>
                <a:gd name="connsiteX1" fmla="*/ 8176538 w 8176538"/>
                <a:gd name="connsiteY1" fmla="*/ 1271752 h 2638097"/>
                <a:gd name="connsiteX2" fmla="*/ 4088015 w 8176538"/>
                <a:gd name="connsiteY2" fmla="*/ 2638097 h 2638097"/>
                <a:gd name="connsiteX3" fmla="*/ 0 w 8176538"/>
                <a:gd name="connsiteY3" fmla="*/ 1269888 h 2638097"/>
                <a:gd name="connsiteX4" fmla="*/ 20511 w 8176538"/>
                <a:gd name="connsiteY4" fmla="*/ 147145 h 2638097"/>
                <a:gd name="connsiteX5" fmla="*/ 4088015 w 8176538"/>
                <a:gd name="connsiteY5" fmla="*/ 1566042 h 2638097"/>
                <a:gd name="connsiteX6" fmla="*/ 8176538 w 8176538"/>
                <a:gd name="connsiteY6" fmla="*/ 0 h 2638097"/>
                <a:gd name="connsiteX0" fmla="*/ 8176538 w 8176538"/>
                <a:gd name="connsiteY0" fmla="*/ 0 h 2772020"/>
                <a:gd name="connsiteX1" fmla="*/ 8176538 w 8176538"/>
                <a:gd name="connsiteY1" fmla="*/ 1271752 h 2772020"/>
                <a:gd name="connsiteX2" fmla="*/ 4099034 w 8176538"/>
                <a:gd name="connsiteY2" fmla="*/ 2772020 h 2772020"/>
                <a:gd name="connsiteX3" fmla="*/ 0 w 8176538"/>
                <a:gd name="connsiteY3" fmla="*/ 1269888 h 2772020"/>
                <a:gd name="connsiteX4" fmla="*/ 20511 w 8176538"/>
                <a:gd name="connsiteY4" fmla="*/ 147145 h 2772020"/>
                <a:gd name="connsiteX5" fmla="*/ 4088015 w 8176538"/>
                <a:gd name="connsiteY5" fmla="*/ 1566042 h 2772020"/>
                <a:gd name="connsiteX6" fmla="*/ 8176538 w 8176538"/>
                <a:gd name="connsiteY6" fmla="*/ 0 h 2772020"/>
                <a:gd name="connsiteX0" fmla="*/ 8176538 w 8176538"/>
                <a:gd name="connsiteY0" fmla="*/ 0 h 2772339"/>
                <a:gd name="connsiteX1" fmla="*/ 8176538 w 8176538"/>
                <a:gd name="connsiteY1" fmla="*/ 1378890 h 2772339"/>
                <a:gd name="connsiteX2" fmla="*/ 4099034 w 8176538"/>
                <a:gd name="connsiteY2" fmla="*/ 2772020 h 2772339"/>
                <a:gd name="connsiteX3" fmla="*/ 0 w 8176538"/>
                <a:gd name="connsiteY3" fmla="*/ 1269888 h 2772339"/>
                <a:gd name="connsiteX4" fmla="*/ 20511 w 8176538"/>
                <a:gd name="connsiteY4" fmla="*/ 147145 h 2772339"/>
                <a:gd name="connsiteX5" fmla="*/ 4088015 w 8176538"/>
                <a:gd name="connsiteY5" fmla="*/ 1566042 h 2772339"/>
                <a:gd name="connsiteX6" fmla="*/ 8176538 w 8176538"/>
                <a:gd name="connsiteY6" fmla="*/ 0 h 2772339"/>
                <a:gd name="connsiteX0" fmla="*/ 8176538 w 8176538"/>
                <a:gd name="connsiteY0" fmla="*/ 0 h 2825888"/>
                <a:gd name="connsiteX1" fmla="*/ 8176538 w 8176538"/>
                <a:gd name="connsiteY1" fmla="*/ 1378890 h 2825888"/>
                <a:gd name="connsiteX2" fmla="*/ 4099034 w 8176538"/>
                <a:gd name="connsiteY2" fmla="*/ 2825590 h 2825888"/>
                <a:gd name="connsiteX3" fmla="*/ 0 w 8176538"/>
                <a:gd name="connsiteY3" fmla="*/ 1269888 h 2825888"/>
                <a:gd name="connsiteX4" fmla="*/ 20511 w 8176538"/>
                <a:gd name="connsiteY4" fmla="*/ 147145 h 2825888"/>
                <a:gd name="connsiteX5" fmla="*/ 4088015 w 8176538"/>
                <a:gd name="connsiteY5" fmla="*/ 1566042 h 2825888"/>
                <a:gd name="connsiteX6" fmla="*/ 8176538 w 8176538"/>
                <a:gd name="connsiteY6" fmla="*/ 0 h 2825888"/>
                <a:gd name="connsiteX0" fmla="*/ 8165518 w 8165518"/>
                <a:gd name="connsiteY0" fmla="*/ 0 h 2825606"/>
                <a:gd name="connsiteX1" fmla="*/ 8165518 w 8165518"/>
                <a:gd name="connsiteY1" fmla="*/ 1378890 h 2825606"/>
                <a:gd name="connsiteX2" fmla="*/ 4088014 w 8165518"/>
                <a:gd name="connsiteY2" fmla="*/ 2825590 h 2825606"/>
                <a:gd name="connsiteX3" fmla="*/ 0 w 8165518"/>
                <a:gd name="connsiteY3" fmla="*/ 1403811 h 2825606"/>
                <a:gd name="connsiteX4" fmla="*/ 9491 w 8165518"/>
                <a:gd name="connsiteY4" fmla="*/ 147145 h 2825606"/>
                <a:gd name="connsiteX5" fmla="*/ 4076995 w 8165518"/>
                <a:gd name="connsiteY5" fmla="*/ 1566042 h 2825606"/>
                <a:gd name="connsiteX6" fmla="*/ 8165518 w 8165518"/>
                <a:gd name="connsiteY6" fmla="*/ 0 h 2825606"/>
                <a:gd name="connsiteX0" fmla="*/ 8165518 w 8165518"/>
                <a:gd name="connsiteY0" fmla="*/ 0 h 2879174"/>
                <a:gd name="connsiteX1" fmla="*/ 8165518 w 8165518"/>
                <a:gd name="connsiteY1" fmla="*/ 1378890 h 2879174"/>
                <a:gd name="connsiteX2" fmla="*/ 4132092 w 8165518"/>
                <a:gd name="connsiteY2" fmla="*/ 2879159 h 2879174"/>
                <a:gd name="connsiteX3" fmla="*/ 0 w 8165518"/>
                <a:gd name="connsiteY3" fmla="*/ 1403811 h 2879174"/>
                <a:gd name="connsiteX4" fmla="*/ 9491 w 8165518"/>
                <a:gd name="connsiteY4" fmla="*/ 147145 h 2879174"/>
                <a:gd name="connsiteX5" fmla="*/ 4076995 w 8165518"/>
                <a:gd name="connsiteY5" fmla="*/ 1566042 h 2879174"/>
                <a:gd name="connsiteX6" fmla="*/ 8165518 w 8165518"/>
                <a:gd name="connsiteY6" fmla="*/ 0 h 2879174"/>
                <a:gd name="connsiteX0" fmla="*/ 8165518 w 8176537"/>
                <a:gd name="connsiteY0" fmla="*/ 0 h 2879410"/>
                <a:gd name="connsiteX1" fmla="*/ 8176537 w 8176537"/>
                <a:gd name="connsiteY1" fmla="*/ 1499420 h 2879410"/>
                <a:gd name="connsiteX2" fmla="*/ 4132092 w 8176537"/>
                <a:gd name="connsiteY2" fmla="*/ 2879159 h 2879410"/>
                <a:gd name="connsiteX3" fmla="*/ 0 w 8176537"/>
                <a:gd name="connsiteY3" fmla="*/ 1403811 h 2879410"/>
                <a:gd name="connsiteX4" fmla="*/ 9491 w 8176537"/>
                <a:gd name="connsiteY4" fmla="*/ 147145 h 2879410"/>
                <a:gd name="connsiteX5" fmla="*/ 4076995 w 8176537"/>
                <a:gd name="connsiteY5" fmla="*/ 1566042 h 2879410"/>
                <a:gd name="connsiteX6" fmla="*/ 8165518 w 8176537"/>
                <a:gd name="connsiteY6" fmla="*/ 0 h 2879410"/>
                <a:gd name="connsiteX0" fmla="*/ 8165518 w 8176537"/>
                <a:gd name="connsiteY0" fmla="*/ 0 h 2879262"/>
                <a:gd name="connsiteX1" fmla="*/ 8176537 w 8176537"/>
                <a:gd name="connsiteY1" fmla="*/ 1499420 h 2879262"/>
                <a:gd name="connsiteX2" fmla="*/ 4132092 w 8176537"/>
                <a:gd name="connsiteY2" fmla="*/ 2879159 h 2879262"/>
                <a:gd name="connsiteX3" fmla="*/ 0 w 8176537"/>
                <a:gd name="connsiteY3" fmla="*/ 1403811 h 2879262"/>
                <a:gd name="connsiteX4" fmla="*/ 9491 w 8176537"/>
                <a:gd name="connsiteY4" fmla="*/ 147145 h 2879262"/>
                <a:gd name="connsiteX5" fmla="*/ 4076995 w 8176537"/>
                <a:gd name="connsiteY5" fmla="*/ 1566042 h 2879262"/>
                <a:gd name="connsiteX6" fmla="*/ 8165518 w 8176537"/>
                <a:gd name="connsiteY6" fmla="*/ 0 h 2879262"/>
                <a:gd name="connsiteX0" fmla="*/ 8165518 w 8176537"/>
                <a:gd name="connsiteY0" fmla="*/ 0 h 2879163"/>
                <a:gd name="connsiteX1" fmla="*/ 8176537 w 8176537"/>
                <a:gd name="connsiteY1" fmla="*/ 1499420 h 2879163"/>
                <a:gd name="connsiteX2" fmla="*/ 4132092 w 8176537"/>
                <a:gd name="connsiteY2" fmla="*/ 2879159 h 2879163"/>
                <a:gd name="connsiteX3" fmla="*/ 0 w 8176537"/>
                <a:gd name="connsiteY3" fmla="*/ 1510948 h 2879163"/>
                <a:gd name="connsiteX4" fmla="*/ 9491 w 8176537"/>
                <a:gd name="connsiteY4" fmla="*/ 147145 h 2879163"/>
                <a:gd name="connsiteX5" fmla="*/ 4076995 w 8176537"/>
                <a:gd name="connsiteY5" fmla="*/ 1566042 h 2879163"/>
                <a:gd name="connsiteX6" fmla="*/ 8165518 w 8176537"/>
                <a:gd name="connsiteY6" fmla="*/ 0 h 2879163"/>
                <a:gd name="connsiteX0" fmla="*/ 8165518 w 8198577"/>
                <a:gd name="connsiteY0" fmla="*/ 0 h 2879451"/>
                <a:gd name="connsiteX1" fmla="*/ 8198577 w 8198577"/>
                <a:gd name="connsiteY1" fmla="*/ 1606558 h 2879451"/>
                <a:gd name="connsiteX2" fmla="*/ 4132092 w 8198577"/>
                <a:gd name="connsiteY2" fmla="*/ 2879159 h 2879451"/>
                <a:gd name="connsiteX3" fmla="*/ 0 w 8198577"/>
                <a:gd name="connsiteY3" fmla="*/ 1510948 h 2879451"/>
                <a:gd name="connsiteX4" fmla="*/ 9491 w 8198577"/>
                <a:gd name="connsiteY4" fmla="*/ 147145 h 2879451"/>
                <a:gd name="connsiteX5" fmla="*/ 4076995 w 8198577"/>
                <a:gd name="connsiteY5" fmla="*/ 1566042 h 2879451"/>
                <a:gd name="connsiteX6" fmla="*/ 8165518 w 8198577"/>
                <a:gd name="connsiteY6" fmla="*/ 0 h 2879451"/>
                <a:gd name="connsiteX0" fmla="*/ 8165518 w 8165518"/>
                <a:gd name="connsiteY0" fmla="*/ 0 h 2880066"/>
                <a:gd name="connsiteX1" fmla="*/ 8165518 w 8165518"/>
                <a:gd name="connsiteY1" fmla="*/ 1673520 h 2880066"/>
                <a:gd name="connsiteX2" fmla="*/ 4132092 w 8165518"/>
                <a:gd name="connsiteY2" fmla="*/ 2879159 h 2880066"/>
                <a:gd name="connsiteX3" fmla="*/ 0 w 8165518"/>
                <a:gd name="connsiteY3" fmla="*/ 1510948 h 2880066"/>
                <a:gd name="connsiteX4" fmla="*/ 9491 w 8165518"/>
                <a:gd name="connsiteY4" fmla="*/ 147145 h 2880066"/>
                <a:gd name="connsiteX5" fmla="*/ 4076995 w 8165518"/>
                <a:gd name="connsiteY5" fmla="*/ 1566042 h 2880066"/>
                <a:gd name="connsiteX6" fmla="*/ 8165518 w 8165518"/>
                <a:gd name="connsiteY6" fmla="*/ 0 h 2880066"/>
                <a:gd name="connsiteX0" fmla="*/ 8156794 w 8156794"/>
                <a:gd name="connsiteY0" fmla="*/ 0 h 2879270"/>
                <a:gd name="connsiteX1" fmla="*/ 8156794 w 8156794"/>
                <a:gd name="connsiteY1" fmla="*/ 1673520 h 2879270"/>
                <a:gd name="connsiteX2" fmla="*/ 4123368 w 8156794"/>
                <a:gd name="connsiteY2" fmla="*/ 2879159 h 2879270"/>
                <a:gd name="connsiteX3" fmla="*/ 2295 w 8156794"/>
                <a:gd name="connsiteY3" fmla="*/ 1618086 h 2879270"/>
                <a:gd name="connsiteX4" fmla="*/ 767 w 8156794"/>
                <a:gd name="connsiteY4" fmla="*/ 147145 h 2879270"/>
                <a:gd name="connsiteX5" fmla="*/ 4068271 w 8156794"/>
                <a:gd name="connsiteY5" fmla="*/ 1566042 h 2879270"/>
                <a:gd name="connsiteX6" fmla="*/ 8156794 w 8156794"/>
                <a:gd name="connsiteY6" fmla="*/ 0 h 287927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20"/>
                <a:gd name="connsiteX1" fmla="*/ 8156794 w 8156794"/>
                <a:gd name="connsiteY1" fmla="*/ 1673520 h 2973020"/>
                <a:gd name="connsiteX2" fmla="*/ 4134388 w 8156794"/>
                <a:gd name="connsiteY2" fmla="*/ 2972904 h 2973020"/>
                <a:gd name="connsiteX3" fmla="*/ 2295 w 8156794"/>
                <a:gd name="connsiteY3" fmla="*/ 1618086 h 2973020"/>
                <a:gd name="connsiteX4" fmla="*/ 767 w 8156794"/>
                <a:gd name="connsiteY4" fmla="*/ 147145 h 2973020"/>
                <a:gd name="connsiteX5" fmla="*/ 4068271 w 8156794"/>
                <a:gd name="connsiteY5" fmla="*/ 1566042 h 2973020"/>
                <a:gd name="connsiteX6" fmla="*/ 8156794 w 8156794"/>
                <a:gd name="connsiteY6" fmla="*/ 0 h 2973020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141"/>
                <a:gd name="connsiteX1" fmla="*/ 8156794 w 8156794"/>
                <a:gd name="connsiteY1" fmla="*/ 1673520 h 2973141"/>
                <a:gd name="connsiteX2" fmla="*/ 4134388 w 8156794"/>
                <a:gd name="connsiteY2" fmla="*/ 2972904 h 2973141"/>
                <a:gd name="connsiteX3" fmla="*/ 2295 w 8156794"/>
                <a:gd name="connsiteY3" fmla="*/ 1618086 h 2973141"/>
                <a:gd name="connsiteX4" fmla="*/ 767 w 8156794"/>
                <a:gd name="connsiteY4" fmla="*/ 147145 h 2973141"/>
                <a:gd name="connsiteX5" fmla="*/ 4068271 w 8156794"/>
                <a:gd name="connsiteY5" fmla="*/ 1566042 h 2973141"/>
                <a:gd name="connsiteX6" fmla="*/ 8156794 w 8156794"/>
                <a:gd name="connsiteY6" fmla="*/ 0 h 2973141"/>
                <a:gd name="connsiteX0" fmla="*/ 8156794 w 8156794"/>
                <a:gd name="connsiteY0" fmla="*/ 0 h 3066827"/>
                <a:gd name="connsiteX1" fmla="*/ 8156794 w 8156794"/>
                <a:gd name="connsiteY1" fmla="*/ 1673520 h 3066827"/>
                <a:gd name="connsiteX2" fmla="*/ 4123353 w 8156794"/>
                <a:gd name="connsiteY2" fmla="*/ 3066650 h 3066827"/>
                <a:gd name="connsiteX3" fmla="*/ 2295 w 8156794"/>
                <a:gd name="connsiteY3" fmla="*/ 1618086 h 3066827"/>
                <a:gd name="connsiteX4" fmla="*/ 767 w 8156794"/>
                <a:gd name="connsiteY4" fmla="*/ 147145 h 3066827"/>
                <a:gd name="connsiteX5" fmla="*/ 4068271 w 8156794"/>
                <a:gd name="connsiteY5" fmla="*/ 1566042 h 3066827"/>
                <a:gd name="connsiteX6" fmla="*/ 8156794 w 8156794"/>
                <a:gd name="connsiteY6" fmla="*/ 0 h 3066827"/>
                <a:gd name="connsiteX0" fmla="*/ 8123689 w 8156794"/>
                <a:gd name="connsiteY0" fmla="*/ 0 h 2999866"/>
                <a:gd name="connsiteX1" fmla="*/ 8156794 w 8156794"/>
                <a:gd name="connsiteY1" fmla="*/ 1606559 h 2999866"/>
                <a:gd name="connsiteX2" fmla="*/ 4123353 w 8156794"/>
                <a:gd name="connsiteY2" fmla="*/ 2999689 h 2999866"/>
                <a:gd name="connsiteX3" fmla="*/ 2295 w 8156794"/>
                <a:gd name="connsiteY3" fmla="*/ 1551125 h 2999866"/>
                <a:gd name="connsiteX4" fmla="*/ 767 w 8156794"/>
                <a:gd name="connsiteY4" fmla="*/ 80184 h 2999866"/>
                <a:gd name="connsiteX5" fmla="*/ 4068271 w 8156794"/>
                <a:gd name="connsiteY5" fmla="*/ 1499081 h 2999866"/>
                <a:gd name="connsiteX6" fmla="*/ 8123689 w 8156794"/>
                <a:gd name="connsiteY6" fmla="*/ 0 h 2999866"/>
                <a:gd name="connsiteX0" fmla="*/ 8167828 w 8167828"/>
                <a:gd name="connsiteY0" fmla="*/ 0 h 3026651"/>
                <a:gd name="connsiteX1" fmla="*/ 8156794 w 8167828"/>
                <a:gd name="connsiteY1" fmla="*/ 1633344 h 3026651"/>
                <a:gd name="connsiteX2" fmla="*/ 4123353 w 8167828"/>
                <a:gd name="connsiteY2" fmla="*/ 3026474 h 3026651"/>
                <a:gd name="connsiteX3" fmla="*/ 2295 w 8167828"/>
                <a:gd name="connsiteY3" fmla="*/ 1577910 h 3026651"/>
                <a:gd name="connsiteX4" fmla="*/ 767 w 8167828"/>
                <a:gd name="connsiteY4" fmla="*/ 106969 h 3026651"/>
                <a:gd name="connsiteX5" fmla="*/ 4068271 w 8167828"/>
                <a:gd name="connsiteY5" fmla="*/ 1525866 h 3026651"/>
                <a:gd name="connsiteX6" fmla="*/ 8167828 w 8167828"/>
                <a:gd name="connsiteY6" fmla="*/ 0 h 3026651"/>
                <a:gd name="connsiteX0" fmla="*/ 8167828 w 8167828"/>
                <a:gd name="connsiteY0" fmla="*/ 0 h 3027228"/>
                <a:gd name="connsiteX1" fmla="*/ 8145760 w 8167828"/>
                <a:gd name="connsiteY1" fmla="*/ 1686913 h 3027228"/>
                <a:gd name="connsiteX2" fmla="*/ 4123353 w 8167828"/>
                <a:gd name="connsiteY2" fmla="*/ 3026474 h 3027228"/>
                <a:gd name="connsiteX3" fmla="*/ 2295 w 8167828"/>
                <a:gd name="connsiteY3" fmla="*/ 1577910 h 3027228"/>
                <a:gd name="connsiteX4" fmla="*/ 767 w 8167828"/>
                <a:gd name="connsiteY4" fmla="*/ 106969 h 3027228"/>
                <a:gd name="connsiteX5" fmla="*/ 4068271 w 8167828"/>
                <a:gd name="connsiteY5" fmla="*/ 1525866 h 3027228"/>
                <a:gd name="connsiteX6" fmla="*/ 8167828 w 8167828"/>
                <a:gd name="connsiteY6" fmla="*/ 0 h 3027228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23689 w 8145760"/>
                <a:gd name="connsiteY0" fmla="*/ 13560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9 w 8145760"/>
                <a:gd name="connsiteY6" fmla="*/ 13560 h 2920259"/>
                <a:gd name="connsiteX0" fmla="*/ 8178863 w 8178863"/>
                <a:gd name="connsiteY0" fmla="*/ 26952 h 2920259"/>
                <a:gd name="connsiteX1" fmla="*/ 8145760 w 8178863"/>
                <a:gd name="connsiteY1" fmla="*/ 1579944 h 2920259"/>
                <a:gd name="connsiteX2" fmla="*/ 4123353 w 8178863"/>
                <a:gd name="connsiteY2" fmla="*/ 2919505 h 2920259"/>
                <a:gd name="connsiteX3" fmla="*/ 2295 w 8178863"/>
                <a:gd name="connsiteY3" fmla="*/ 1470941 h 2920259"/>
                <a:gd name="connsiteX4" fmla="*/ 767 w 8178863"/>
                <a:gd name="connsiteY4" fmla="*/ 0 h 2920259"/>
                <a:gd name="connsiteX5" fmla="*/ 4068271 w 8178863"/>
                <a:gd name="connsiteY5" fmla="*/ 1418897 h 2920259"/>
                <a:gd name="connsiteX6" fmla="*/ 8178863 w 8178863"/>
                <a:gd name="connsiteY6" fmla="*/ 26952 h 2920259"/>
                <a:gd name="connsiteX0" fmla="*/ 8167827 w 8167827"/>
                <a:gd name="connsiteY0" fmla="*/ 40343 h 2920259"/>
                <a:gd name="connsiteX1" fmla="*/ 8145760 w 8167827"/>
                <a:gd name="connsiteY1" fmla="*/ 1579944 h 2920259"/>
                <a:gd name="connsiteX2" fmla="*/ 4123353 w 8167827"/>
                <a:gd name="connsiteY2" fmla="*/ 2919505 h 2920259"/>
                <a:gd name="connsiteX3" fmla="*/ 2295 w 8167827"/>
                <a:gd name="connsiteY3" fmla="*/ 1470941 h 2920259"/>
                <a:gd name="connsiteX4" fmla="*/ 767 w 8167827"/>
                <a:gd name="connsiteY4" fmla="*/ 0 h 2920259"/>
                <a:gd name="connsiteX5" fmla="*/ 4068271 w 8167827"/>
                <a:gd name="connsiteY5" fmla="*/ 1418897 h 2920259"/>
                <a:gd name="connsiteX6" fmla="*/ 8167827 w 8167827"/>
                <a:gd name="connsiteY6" fmla="*/ 40343 h 2920259"/>
                <a:gd name="connsiteX0" fmla="*/ 8123687 w 8145760"/>
                <a:gd name="connsiteY0" fmla="*/ 53735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7 w 8145760"/>
                <a:gd name="connsiteY6" fmla="*/ 53735 h 2920259"/>
                <a:gd name="connsiteX0" fmla="*/ 8161918 w 8161918"/>
                <a:gd name="connsiteY0" fmla="*/ 0 h 2943855"/>
                <a:gd name="connsiteX1" fmla="*/ 8145760 w 8161918"/>
                <a:gd name="connsiteY1" fmla="*/ 1603540 h 2943855"/>
                <a:gd name="connsiteX2" fmla="*/ 4123353 w 8161918"/>
                <a:gd name="connsiteY2" fmla="*/ 2943101 h 2943855"/>
                <a:gd name="connsiteX3" fmla="*/ 2295 w 8161918"/>
                <a:gd name="connsiteY3" fmla="*/ 1494537 h 2943855"/>
                <a:gd name="connsiteX4" fmla="*/ 767 w 8161918"/>
                <a:gd name="connsiteY4" fmla="*/ 23596 h 2943855"/>
                <a:gd name="connsiteX5" fmla="*/ 4068271 w 8161918"/>
                <a:gd name="connsiteY5" fmla="*/ 1442493 h 2943855"/>
                <a:gd name="connsiteX6" fmla="*/ 8161918 w 8161918"/>
                <a:gd name="connsiteY6" fmla="*/ 0 h 2943855"/>
                <a:gd name="connsiteX0" fmla="*/ 8144926 w 8145760"/>
                <a:gd name="connsiteY0" fmla="*/ 43424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44926 w 8145760"/>
                <a:gd name="connsiteY6" fmla="*/ 43424 h 2920259"/>
                <a:gd name="connsiteX0" fmla="*/ 8161918 w 8161918"/>
                <a:gd name="connsiteY0" fmla="*/ 0 h 2959321"/>
                <a:gd name="connsiteX1" fmla="*/ 8145760 w 8161918"/>
                <a:gd name="connsiteY1" fmla="*/ 1619006 h 2959321"/>
                <a:gd name="connsiteX2" fmla="*/ 4123353 w 8161918"/>
                <a:gd name="connsiteY2" fmla="*/ 2958567 h 2959321"/>
                <a:gd name="connsiteX3" fmla="*/ 2295 w 8161918"/>
                <a:gd name="connsiteY3" fmla="*/ 1510003 h 2959321"/>
                <a:gd name="connsiteX4" fmla="*/ 767 w 8161918"/>
                <a:gd name="connsiteY4" fmla="*/ 39062 h 2959321"/>
                <a:gd name="connsiteX5" fmla="*/ 4068271 w 8161918"/>
                <a:gd name="connsiteY5" fmla="*/ 1457959 h 2959321"/>
                <a:gd name="connsiteX6" fmla="*/ 8161918 w 8161918"/>
                <a:gd name="connsiteY6" fmla="*/ 0 h 2959321"/>
                <a:gd name="connsiteX0" fmla="*/ 8161918 w 8162752"/>
                <a:gd name="connsiteY0" fmla="*/ 0 h 2959488"/>
                <a:gd name="connsiteX1" fmla="*/ 8162752 w 8162752"/>
                <a:gd name="connsiteY1" fmla="*/ 1629317 h 2959488"/>
                <a:gd name="connsiteX2" fmla="*/ 4123353 w 8162752"/>
                <a:gd name="connsiteY2" fmla="*/ 2958567 h 2959488"/>
                <a:gd name="connsiteX3" fmla="*/ 2295 w 8162752"/>
                <a:gd name="connsiteY3" fmla="*/ 1510003 h 2959488"/>
                <a:gd name="connsiteX4" fmla="*/ 767 w 8162752"/>
                <a:gd name="connsiteY4" fmla="*/ 39062 h 2959488"/>
                <a:gd name="connsiteX5" fmla="*/ 4068271 w 8162752"/>
                <a:gd name="connsiteY5" fmla="*/ 1457959 h 2959488"/>
                <a:gd name="connsiteX6" fmla="*/ 8161918 w 8162752"/>
                <a:gd name="connsiteY6" fmla="*/ 0 h 2959488"/>
                <a:gd name="connsiteX0" fmla="*/ 8165930 w 8166764"/>
                <a:gd name="connsiteY0" fmla="*/ 7337 h 2966825"/>
                <a:gd name="connsiteX1" fmla="*/ 8166764 w 8166764"/>
                <a:gd name="connsiteY1" fmla="*/ 1636654 h 2966825"/>
                <a:gd name="connsiteX2" fmla="*/ 4127365 w 8166764"/>
                <a:gd name="connsiteY2" fmla="*/ 2965904 h 2966825"/>
                <a:gd name="connsiteX3" fmla="*/ 6307 w 8166764"/>
                <a:gd name="connsiteY3" fmla="*/ 1517340 h 2966825"/>
                <a:gd name="connsiteX4" fmla="*/ 532 w 8166764"/>
                <a:gd name="connsiteY4" fmla="*/ 0 h 2966825"/>
                <a:gd name="connsiteX5" fmla="*/ 4072283 w 8166764"/>
                <a:gd name="connsiteY5" fmla="*/ 1465296 h 2966825"/>
                <a:gd name="connsiteX6" fmla="*/ 8165930 w 8166764"/>
                <a:gd name="connsiteY6" fmla="*/ 7337 h 2966825"/>
                <a:gd name="connsiteX0" fmla="*/ 8168119 w 8168953"/>
                <a:gd name="connsiteY0" fmla="*/ 7337 h 2966682"/>
                <a:gd name="connsiteX1" fmla="*/ 8168953 w 8168953"/>
                <a:gd name="connsiteY1" fmla="*/ 1636654 h 2966682"/>
                <a:gd name="connsiteX2" fmla="*/ 4129554 w 8168953"/>
                <a:gd name="connsiteY2" fmla="*/ 2965904 h 2966682"/>
                <a:gd name="connsiteX3" fmla="*/ 0 w 8168953"/>
                <a:gd name="connsiteY3" fmla="*/ 1527651 h 2966682"/>
                <a:gd name="connsiteX4" fmla="*/ 2721 w 8168953"/>
                <a:gd name="connsiteY4" fmla="*/ 0 h 2966682"/>
                <a:gd name="connsiteX5" fmla="*/ 4074472 w 8168953"/>
                <a:gd name="connsiteY5" fmla="*/ 1465296 h 2966682"/>
                <a:gd name="connsiteX6" fmla="*/ 8168119 w 8168953"/>
                <a:gd name="connsiteY6" fmla="*/ 7337 h 2966682"/>
                <a:gd name="connsiteX0" fmla="*/ 8168119 w 8168953"/>
                <a:gd name="connsiteY0" fmla="*/ 7337 h 3100377"/>
                <a:gd name="connsiteX1" fmla="*/ 8168953 w 8168953"/>
                <a:gd name="connsiteY1" fmla="*/ 1636654 h 3100377"/>
                <a:gd name="connsiteX2" fmla="*/ 4118520 w 8168953"/>
                <a:gd name="connsiteY2" fmla="*/ 3099826 h 3100377"/>
                <a:gd name="connsiteX3" fmla="*/ 0 w 8168953"/>
                <a:gd name="connsiteY3" fmla="*/ 1527651 h 3100377"/>
                <a:gd name="connsiteX4" fmla="*/ 2721 w 8168953"/>
                <a:gd name="connsiteY4" fmla="*/ 0 h 3100377"/>
                <a:gd name="connsiteX5" fmla="*/ 4074472 w 8168953"/>
                <a:gd name="connsiteY5" fmla="*/ 1465296 h 3100377"/>
                <a:gd name="connsiteX6" fmla="*/ 8168119 w 8168953"/>
                <a:gd name="connsiteY6" fmla="*/ 7337 h 3100377"/>
                <a:gd name="connsiteX0" fmla="*/ 8168119 w 8168953"/>
                <a:gd name="connsiteY0" fmla="*/ 7337 h 3100429"/>
                <a:gd name="connsiteX1" fmla="*/ 8168953 w 8168953"/>
                <a:gd name="connsiteY1" fmla="*/ 1636654 h 3100429"/>
                <a:gd name="connsiteX2" fmla="*/ 4118520 w 8168953"/>
                <a:gd name="connsiteY2" fmla="*/ 3099826 h 3100429"/>
                <a:gd name="connsiteX3" fmla="*/ 0 w 8168953"/>
                <a:gd name="connsiteY3" fmla="*/ 1527651 h 3100429"/>
                <a:gd name="connsiteX4" fmla="*/ 2721 w 8168953"/>
                <a:gd name="connsiteY4" fmla="*/ 0 h 3100429"/>
                <a:gd name="connsiteX5" fmla="*/ 4074472 w 8168953"/>
                <a:gd name="connsiteY5" fmla="*/ 1465296 h 3100429"/>
                <a:gd name="connsiteX6" fmla="*/ 8168119 w 8168953"/>
                <a:gd name="connsiteY6" fmla="*/ 7337 h 3100429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166683" h="3099826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bg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                  </a:t>
              </a:r>
            </a:p>
          </p:txBody>
        </p:sp>
        <p:sp>
          <p:nvSpPr>
            <p:cNvPr id="1038" name="Oval 1037">
              <a:extLst>
                <a:ext uri="{FF2B5EF4-FFF2-40B4-BE49-F238E27FC236}">
                  <a16:creationId xmlns:a16="http://schemas.microsoft.com/office/drawing/2014/main" id="{A5ADF05E-2312-1D4F-9BE0-1759E9B93537}"/>
                </a:ext>
              </a:extLst>
            </p:cNvPr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             </a:t>
              </a:r>
            </a:p>
          </p:txBody>
        </p:sp>
        <p:grpSp>
          <p:nvGrpSpPr>
            <p:cNvPr id="1039" name="Group 1038">
              <a:extLst>
                <a:ext uri="{FF2B5EF4-FFF2-40B4-BE49-F238E27FC236}">
                  <a16:creationId xmlns:a16="http://schemas.microsoft.com/office/drawing/2014/main" id="{7FACC5C7-906C-2B46-A172-006761C86F1E}"/>
                </a:ext>
              </a:extLst>
            </p:cNvPr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1040" name="Freeform 1039">
                <a:extLst>
                  <a:ext uri="{FF2B5EF4-FFF2-40B4-BE49-F238E27FC236}">
                    <a16:creationId xmlns:a16="http://schemas.microsoft.com/office/drawing/2014/main" id="{9AAEEAEF-FEE3-4C4F-A60E-ECD453E41A32}"/>
                  </a:ext>
                </a:extLst>
              </p:cNvPr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avLst/>
                <a:gdLst>
                  <a:gd name="connsiteX0" fmla="*/ 3725333 w 4588933"/>
                  <a:gd name="connsiteY0" fmla="*/ 0 h 1049866"/>
                  <a:gd name="connsiteX1" fmla="*/ 4588933 w 4588933"/>
                  <a:gd name="connsiteY1" fmla="*/ 270933 h 1049866"/>
                  <a:gd name="connsiteX2" fmla="*/ 3962400 w 4588933"/>
                  <a:gd name="connsiteY2" fmla="*/ 541866 h 1049866"/>
                  <a:gd name="connsiteX3" fmla="*/ 3742267 w 4588933"/>
                  <a:gd name="connsiteY3" fmla="*/ 457200 h 1049866"/>
                  <a:gd name="connsiteX4" fmla="*/ 2269067 w 4588933"/>
                  <a:gd name="connsiteY4" fmla="*/ 1049866 h 1049866"/>
                  <a:gd name="connsiteX5" fmla="*/ 880533 w 4588933"/>
                  <a:gd name="connsiteY5" fmla="*/ 457200 h 1049866"/>
                  <a:gd name="connsiteX6" fmla="*/ 592667 w 4588933"/>
                  <a:gd name="connsiteY6" fmla="*/ 541866 h 1049866"/>
                  <a:gd name="connsiteX7" fmla="*/ 0 w 4588933"/>
                  <a:gd name="connsiteY7" fmla="*/ 254000 h 1049866"/>
                  <a:gd name="connsiteX8" fmla="*/ 880533 w 4588933"/>
                  <a:gd name="connsiteY8" fmla="*/ 16933 h 1049866"/>
                  <a:gd name="connsiteX9" fmla="*/ 2302933 w 4588933"/>
                  <a:gd name="connsiteY9" fmla="*/ 626533 h 1049866"/>
                  <a:gd name="connsiteX10" fmla="*/ 3725333 w 4588933"/>
                  <a:gd name="connsiteY10" fmla="*/ 0 h 1049866"/>
                  <a:gd name="connsiteX0" fmla="*/ 3725333 w 4641485"/>
                  <a:gd name="connsiteY0" fmla="*/ 0 h 1049866"/>
                  <a:gd name="connsiteX1" fmla="*/ 4641485 w 4641485"/>
                  <a:gd name="connsiteY1" fmla="*/ 239402 h 1049866"/>
                  <a:gd name="connsiteX2" fmla="*/ 3962400 w 4641485"/>
                  <a:gd name="connsiteY2" fmla="*/ 541866 h 1049866"/>
                  <a:gd name="connsiteX3" fmla="*/ 3742267 w 4641485"/>
                  <a:gd name="connsiteY3" fmla="*/ 457200 h 1049866"/>
                  <a:gd name="connsiteX4" fmla="*/ 2269067 w 4641485"/>
                  <a:gd name="connsiteY4" fmla="*/ 1049866 h 1049866"/>
                  <a:gd name="connsiteX5" fmla="*/ 880533 w 4641485"/>
                  <a:gd name="connsiteY5" fmla="*/ 457200 h 1049866"/>
                  <a:gd name="connsiteX6" fmla="*/ 592667 w 4641485"/>
                  <a:gd name="connsiteY6" fmla="*/ 541866 h 1049866"/>
                  <a:gd name="connsiteX7" fmla="*/ 0 w 4641485"/>
                  <a:gd name="connsiteY7" fmla="*/ 254000 h 1049866"/>
                  <a:gd name="connsiteX8" fmla="*/ 880533 w 4641485"/>
                  <a:gd name="connsiteY8" fmla="*/ 16933 h 1049866"/>
                  <a:gd name="connsiteX9" fmla="*/ 2302933 w 4641485"/>
                  <a:gd name="connsiteY9" fmla="*/ 626533 h 1049866"/>
                  <a:gd name="connsiteX10" fmla="*/ 3725333 w 4641485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73798 w 4673016"/>
                  <a:gd name="connsiteY3" fmla="*/ 45720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84308 w 4673016"/>
                  <a:gd name="connsiteY3" fmla="*/ 404648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815839 w 4673016"/>
                  <a:gd name="connsiteY3" fmla="*/ 46771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4673016" h="104986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041" name="Freeform 1040">
                <a:extLst>
                  <a:ext uri="{FF2B5EF4-FFF2-40B4-BE49-F238E27FC236}">
                    <a16:creationId xmlns:a16="http://schemas.microsoft.com/office/drawing/2014/main" id="{848C9694-3AFB-E942-B20A-3BD722A4102D}"/>
                  </a:ext>
                </a:extLst>
              </p:cNvPr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avLst/>
                <a:gdLst>
                  <a:gd name="connsiteX0" fmla="*/ 21021 w 1744718"/>
                  <a:gd name="connsiteY0" fmla="*/ 0 h 903890"/>
                  <a:gd name="connsiteX1" fmla="*/ 1744718 w 1744718"/>
                  <a:gd name="connsiteY1" fmla="*/ 693683 h 903890"/>
                  <a:gd name="connsiteX2" fmla="*/ 1145628 w 1744718"/>
                  <a:gd name="connsiteY2" fmla="*/ 903890 h 903890"/>
                  <a:gd name="connsiteX3" fmla="*/ 0 w 1744718"/>
                  <a:gd name="connsiteY3" fmla="*/ 451945 h 903890"/>
                  <a:gd name="connsiteX4" fmla="*/ 21021 w 1744718"/>
                  <a:gd name="connsiteY4" fmla="*/ 0 h 9038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44718" h="903890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042" name="Freeform 1041">
                <a:extLst>
                  <a:ext uri="{FF2B5EF4-FFF2-40B4-BE49-F238E27FC236}">
                    <a16:creationId xmlns:a16="http://schemas.microsoft.com/office/drawing/2014/main" id="{17CFC228-2824-994D-9EA7-CCABCA1A5AD2}"/>
                  </a:ext>
                </a:extLst>
              </p:cNvPr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avLst/>
                <a:gdLst>
                  <a:gd name="connsiteX0" fmla="*/ 1702676 w 1713187"/>
                  <a:gd name="connsiteY0" fmla="*/ 0 h 893380"/>
                  <a:gd name="connsiteX1" fmla="*/ 1713187 w 1713187"/>
                  <a:gd name="connsiteY1" fmla="*/ 472966 h 893380"/>
                  <a:gd name="connsiteX2" fmla="*/ 578069 w 1713187"/>
                  <a:gd name="connsiteY2" fmla="*/ 893380 h 893380"/>
                  <a:gd name="connsiteX3" fmla="*/ 0 w 1713187"/>
                  <a:gd name="connsiteY3" fmla="*/ 693683 h 893380"/>
                  <a:gd name="connsiteX4" fmla="*/ 1702676 w 1713187"/>
                  <a:gd name="connsiteY4" fmla="*/ 0 h 8933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13187" h="893380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043" name="Freeform 1042">
                <a:extLst>
                  <a:ext uri="{FF2B5EF4-FFF2-40B4-BE49-F238E27FC236}">
                    <a16:creationId xmlns:a16="http://schemas.microsoft.com/office/drawing/2014/main" id="{A7328784-CE2A-0440-8AE9-F80D315E67DE}"/>
                  </a:ext>
                </a:extLst>
              </p:cNvPr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avLst/>
                <a:gdLst>
                  <a:gd name="connsiteX0" fmla="*/ 599089 w 4162096"/>
                  <a:gd name="connsiteY0" fmla="*/ 273269 h 1618593"/>
                  <a:gd name="connsiteX1" fmla="*/ 882869 w 4162096"/>
                  <a:gd name="connsiteY1" fmla="*/ 199697 h 1618593"/>
                  <a:gd name="connsiteX2" fmla="*/ 2312276 w 4162096"/>
                  <a:gd name="connsiteY2" fmla="*/ 798786 h 1618593"/>
                  <a:gd name="connsiteX3" fmla="*/ 3794234 w 4162096"/>
                  <a:gd name="connsiteY3" fmla="*/ 199697 h 1618593"/>
                  <a:gd name="connsiteX4" fmla="*/ 4014951 w 4162096"/>
                  <a:gd name="connsiteY4" fmla="*/ 273269 h 1618593"/>
                  <a:gd name="connsiteX5" fmla="*/ 3058510 w 4162096"/>
                  <a:gd name="connsiteY5" fmla="*/ 641131 h 1618593"/>
                  <a:gd name="connsiteX6" fmla="*/ 3026979 w 4162096"/>
                  <a:gd name="connsiteY6" fmla="*/ 1114097 h 1618593"/>
                  <a:gd name="connsiteX7" fmla="*/ 4162096 w 4162096"/>
                  <a:gd name="connsiteY7" fmla="*/ 1545021 h 1618593"/>
                  <a:gd name="connsiteX8" fmla="*/ 3878317 w 4162096"/>
                  <a:gd name="connsiteY8" fmla="*/ 1608083 h 1618593"/>
                  <a:gd name="connsiteX9" fmla="*/ 2301765 w 4162096"/>
                  <a:gd name="connsiteY9" fmla="*/ 945931 h 1618593"/>
                  <a:gd name="connsiteX10" fmla="*/ 693682 w 4162096"/>
                  <a:gd name="connsiteY10" fmla="*/ 1618593 h 1618593"/>
                  <a:gd name="connsiteX11" fmla="*/ 430924 w 4162096"/>
                  <a:gd name="connsiteY11" fmla="*/ 1524000 h 1618593"/>
                  <a:gd name="connsiteX12" fmla="*/ 1576551 w 4162096"/>
                  <a:gd name="connsiteY12" fmla="*/ 1082566 h 1618593"/>
                  <a:gd name="connsiteX13" fmla="*/ 1545020 w 4162096"/>
                  <a:gd name="connsiteY13" fmla="*/ 609600 h 1618593"/>
                  <a:gd name="connsiteX14" fmla="*/ 0 w 4162096"/>
                  <a:gd name="connsiteY14" fmla="*/ 0 h 1618593"/>
                  <a:gd name="connsiteX15" fmla="*/ 872358 w 4162096"/>
                  <a:gd name="connsiteY15" fmla="*/ 210207 h 1618593"/>
                  <a:gd name="connsiteX16" fmla="*/ 872358 w 4162096"/>
                  <a:gd name="connsiteY16" fmla="*/ 210207 h 1618593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15" fmla="*/ 441434 w 3731172"/>
                  <a:gd name="connsiteY15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357351 w 3731172"/>
                  <a:gd name="connsiteY14" fmla="*/ 115613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56137 w 3731172"/>
                  <a:gd name="connsiteY13" fmla="*/ 441434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903890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575034 w 3710151"/>
                  <a:gd name="connsiteY6" fmla="*/ 91440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06565 w 3710151"/>
                  <a:gd name="connsiteY6" fmla="*/ 92491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5151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09858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62012 w 3725019"/>
                  <a:gd name="connsiteY0" fmla="*/ 73572 h 1418896"/>
                  <a:gd name="connsiteX1" fmla="*/ 445792 w 3725019"/>
                  <a:gd name="connsiteY1" fmla="*/ 0 h 1418896"/>
                  <a:gd name="connsiteX2" fmla="*/ 1852896 w 3725019"/>
                  <a:gd name="connsiteY2" fmla="*/ 591655 h 1418896"/>
                  <a:gd name="connsiteX3" fmla="*/ 3357157 w 3725019"/>
                  <a:gd name="connsiteY3" fmla="*/ 0 h 1418896"/>
                  <a:gd name="connsiteX4" fmla="*/ 3577874 w 3725019"/>
                  <a:gd name="connsiteY4" fmla="*/ 73572 h 1418896"/>
                  <a:gd name="connsiteX5" fmla="*/ 2632585 w 3725019"/>
                  <a:gd name="connsiteY5" fmla="*/ 448868 h 1418896"/>
                  <a:gd name="connsiteX6" fmla="*/ 2625150 w 3725019"/>
                  <a:gd name="connsiteY6" fmla="*/ 902607 h 1418896"/>
                  <a:gd name="connsiteX7" fmla="*/ 3725019 w 3725019"/>
                  <a:gd name="connsiteY7" fmla="*/ 1345324 h 1418896"/>
                  <a:gd name="connsiteX8" fmla="*/ 3441240 w 3725019"/>
                  <a:gd name="connsiteY8" fmla="*/ 1408386 h 1418896"/>
                  <a:gd name="connsiteX9" fmla="*/ 1864688 w 3725019"/>
                  <a:gd name="connsiteY9" fmla="*/ 746234 h 1418896"/>
                  <a:gd name="connsiteX10" fmla="*/ 256605 w 3725019"/>
                  <a:gd name="connsiteY10" fmla="*/ 1418896 h 1418896"/>
                  <a:gd name="connsiteX11" fmla="*/ 0 w 3725019"/>
                  <a:gd name="connsiteY11" fmla="*/ 1331097 h 1418896"/>
                  <a:gd name="connsiteX12" fmla="*/ 1113454 w 3725019"/>
                  <a:gd name="connsiteY12" fmla="*/ 903890 h 1418896"/>
                  <a:gd name="connsiteX13" fmla="*/ 1102302 w 3725019"/>
                  <a:gd name="connsiteY13" fmla="*/ 451945 h 1418896"/>
                  <a:gd name="connsiteX14" fmla="*/ 183032 w 3725019"/>
                  <a:gd name="connsiteY14" fmla="*/ 84081 h 1418896"/>
                  <a:gd name="connsiteX15" fmla="*/ 162012 w 3725019"/>
                  <a:gd name="connsiteY15" fmla="*/ 73572 h 14188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725019" h="1418896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</p:grpSp>
      <p:grpSp>
        <p:nvGrpSpPr>
          <p:cNvPr id="1028" name="Group 1027">
            <a:extLst>
              <a:ext uri="{FF2B5EF4-FFF2-40B4-BE49-F238E27FC236}">
                <a16:creationId xmlns:a16="http://schemas.microsoft.com/office/drawing/2014/main" id="{D5682828-EA87-794F-BF60-819D7667E9EF}"/>
              </a:ext>
            </a:extLst>
          </p:cNvPr>
          <p:cNvGrpSpPr/>
          <p:nvPr/>
        </p:nvGrpSpPr>
        <p:grpSpPr>
          <a:xfrm>
            <a:off x="5962825" y="5123116"/>
            <a:ext cx="1015652" cy="456281"/>
            <a:chOff x="7493876" y="2774731"/>
            <a:chExt cx="1481958" cy="894622"/>
          </a:xfrm>
        </p:grpSpPr>
        <p:sp>
          <p:nvSpPr>
            <p:cNvPr id="1029" name="Freeform 1028">
              <a:extLst>
                <a:ext uri="{FF2B5EF4-FFF2-40B4-BE49-F238E27FC236}">
                  <a16:creationId xmlns:a16="http://schemas.microsoft.com/office/drawing/2014/main" id="{2056B1E8-7373-0941-8FA2-77B0D784D6D6}"/>
                </a:ext>
              </a:extLst>
            </p:cNvPr>
            <p:cNvSpPr/>
            <p:nvPr/>
          </p:nvSpPr>
          <p:spPr>
            <a:xfrm>
              <a:off x="7493876" y="3084399"/>
              <a:ext cx="1481958" cy="584954"/>
            </a:xfrm>
            <a:custGeom>
              <a:avLst/>
              <a:gdLst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76538 w 8176538"/>
                <a:gd name="connsiteY0" fmla="*/ 0 h 2638097"/>
                <a:gd name="connsiteX1" fmla="*/ 8176538 w 8176538"/>
                <a:gd name="connsiteY1" fmla="*/ 1271752 h 2638097"/>
                <a:gd name="connsiteX2" fmla="*/ 4088015 w 8176538"/>
                <a:gd name="connsiteY2" fmla="*/ 2638097 h 2638097"/>
                <a:gd name="connsiteX3" fmla="*/ 0 w 8176538"/>
                <a:gd name="connsiteY3" fmla="*/ 1269888 h 2638097"/>
                <a:gd name="connsiteX4" fmla="*/ 20511 w 8176538"/>
                <a:gd name="connsiteY4" fmla="*/ 147145 h 2638097"/>
                <a:gd name="connsiteX5" fmla="*/ 4088015 w 8176538"/>
                <a:gd name="connsiteY5" fmla="*/ 1566042 h 2638097"/>
                <a:gd name="connsiteX6" fmla="*/ 8176538 w 8176538"/>
                <a:gd name="connsiteY6" fmla="*/ 0 h 2638097"/>
                <a:gd name="connsiteX0" fmla="*/ 8176538 w 8176538"/>
                <a:gd name="connsiteY0" fmla="*/ 0 h 2772020"/>
                <a:gd name="connsiteX1" fmla="*/ 8176538 w 8176538"/>
                <a:gd name="connsiteY1" fmla="*/ 1271752 h 2772020"/>
                <a:gd name="connsiteX2" fmla="*/ 4099034 w 8176538"/>
                <a:gd name="connsiteY2" fmla="*/ 2772020 h 2772020"/>
                <a:gd name="connsiteX3" fmla="*/ 0 w 8176538"/>
                <a:gd name="connsiteY3" fmla="*/ 1269888 h 2772020"/>
                <a:gd name="connsiteX4" fmla="*/ 20511 w 8176538"/>
                <a:gd name="connsiteY4" fmla="*/ 147145 h 2772020"/>
                <a:gd name="connsiteX5" fmla="*/ 4088015 w 8176538"/>
                <a:gd name="connsiteY5" fmla="*/ 1566042 h 2772020"/>
                <a:gd name="connsiteX6" fmla="*/ 8176538 w 8176538"/>
                <a:gd name="connsiteY6" fmla="*/ 0 h 2772020"/>
                <a:gd name="connsiteX0" fmla="*/ 8176538 w 8176538"/>
                <a:gd name="connsiteY0" fmla="*/ 0 h 2772339"/>
                <a:gd name="connsiteX1" fmla="*/ 8176538 w 8176538"/>
                <a:gd name="connsiteY1" fmla="*/ 1378890 h 2772339"/>
                <a:gd name="connsiteX2" fmla="*/ 4099034 w 8176538"/>
                <a:gd name="connsiteY2" fmla="*/ 2772020 h 2772339"/>
                <a:gd name="connsiteX3" fmla="*/ 0 w 8176538"/>
                <a:gd name="connsiteY3" fmla="*/ 1269888 h 2772339"/>
                <a:gd name="connsiteX4" fmla="*/ 20511 w 8176538"/>
                <a:gd name="connsiteY4" fmla="*/ 147145 h 2772339"/>
                <a:gd name="connsiteX5" fmla="*/ 4088015 w 8176538"/>
                <a:gd name="connsiteY5" fmla="*/ 1566042 h 2772339"/>
                <a:gd name="connsiteX6" fmla="*/ 8176538 w 8176538"/>
                <a:gd name="connsiteY6" fmla="*/ 0 h 2772339"/>
                <a:gd name="connsiteX0" fmla="*/ 8176538 w 8176538"/>
                <a:gd name="connsiteY0" fmla="*/ 0 h 2825888"/>
                <a:gd name="connsiteX1" fmla="*/ 8176538 w 8176538"/>
                <a:gd name="connsiteY1" fmla="*/ 1378890 h 2825888"/>
                <a:gd name="connsiteX2" fmla="*/ 4099034 w 8176538"/>
                <a:gd name="connsiteY2" fmla="*/ 2825590 h 2825888"/>
                <a:gd name="connsiteX3" fmla="*/ 0 w 8176538"/>
                <a:gd name="connsiteY3" fmla="*/ 1269888 h 2825888"/>
                <a:gd name="connsiteX4" fmla="*/ 20511 w 8176538"/>
                <a:gd name="connsiteY4" fmla="*/ 147145 h 2825888"/>
                <a:gd name="connsiteX5" fmla="*/ 4088015 w 8176538"/>
                <a:gd name="connsiteY5" fmla="*/ 1566042 h 2825888"/>
                <a:gd name="connsiteX6" fmla="*/ 8176538 w 8176538"/>
                <a:gd name="connsiteY6" fmla="*/ 0 h 2825888"/>
                <a:gd name="connsiteX0" fmla="*/ 8165518 w 8165518"/>
                <a:gd name="connsiteY0" fmla="*/ 0 h 2825606"/>
                <a:gd name="connsiteX1" fmla="*/ 8165518 w 8165518"/>
                <a:gd name="connsiteY1" fmla="*/ 1378890 h 2825606"/>
                <a:gd name="connsiteX2" fmla="*/ 4088014 w 8165518"/>
                <a:gd name="connsiteY2" fmla="*/ 2825590 h 2825606"/>
                <a:gd name="connsiteX3" fmla="*/ 0 w 8165518"/>
                <a:gd name="connsiteY3" fmla="*/ 1403811 h 2825606"/>
                <a:gd name="connsiteX4" fmla="*/ 9491 w 8165518"/>
                <a:gd name="connsiteY4" fmla="*/ 147145 h 2825606"/>
                <a:gd name="connsiteX5" fmla="*/ 4076995 w 8165518"/>
                <a:gd name="connsiteY5" fmla="*/ 1566042 h 2825606"/>
                <a:gd name="connsiteX6" fmla="*/ 8165518 w 8165518"/>
                <a:gd name="connsiteY6" fmla="*/ 0 h 2825606"/>
                <a:gd name="connsiteX0" fmla="*/ 8165518 w 8165518"/>
                <a:gd name="connsiteY0" fmla="*/ 0 h 2879174"/>
                <a:gd name="connsiteX1" fmla="*/ 8165518 w 8165518"/>
                <a:gd name="connsiteY1" fmla="*/ 1378890 h 2879174"/>
                <a:gd name="connsiteX2" fmla="*/ 4132092 w 8165518"/>
                <a:gd name="connsiteY2" fmla="*/ 2879159 h 2879174"/>
                <a:gd name="connsiteX3" fmla="*/ 0 w 8165518"/>
                <a:gd name="connsiteY3" fmla="*/ 1403811 h 2879174"/>
                <a:gd name="connsiteX4" fmla="*/ 9491 w 8165518"/>
                <a:gd name="connsiteY4" fmla="*/ 147145 h 2879174"/>
                <a:gd name="connsiteX5" fmla="*/ 4076995 w 8165518"/>
                <a:gd name="connsiteY5" fmla="*/ 1566042 h 2879174"/>
                <a:gd name="connsiteX6" fmla="*/ 8165518 w 8165518"/>
                <a:gd name="connsiteY6" fmla="*/ 0 h 2879174"/>
                <a:gd name="connsiteX0" fmla="*/ 8165518 w 8176537"/>
                <a:gd name="connsiteY0" fmla="*/ 0 h 2879410"/>
                <a:gd name="connsiteX1" fmla="*/ 8176537 w 8176537"/>
                <a:gd name="connsiteY1" fmla="*/ 1499420 h 2879410"/>
                <a:gd name="connsiteX2" fmla="*/ 4132092 w 8176537"/>
                <a:gd name="connsiteY2" fmla="*/ 2879159 h 2879410"/>
                <a:gd name="connsiteX3" fmla="*/ 0 w 8176537"/>
                <a:gd name="connsiteY3" fmla="*/ 1403811 h 2879410"/>
                <a:gd name="connsiteX4" fmla="*/ 9491 w 8176537"/>
                <a:gd name="connsiteY4" fmla="*/ 147145 h 2879410"/>
                <a:gd name="connsiteX5" fmla="*/ 4076995 w 8176537"/>
                <a:gd name="connsiteY5" fmla="*/ 1566042 h 2879410"/>
                <a:gd name="connsiteX6" fmla="*/ 8165518 w 8176537"/>
                <a:gd name="connsiteY6" fmla="*/ 0 h 2879410"/>
                <a:gd name="connsiteX0" fmla="*/ 8165518 w 8176537"/>
                <a:gd name="connsiteY0" fmla="*/ 0 h 2879262"/>
                <a:gd name="connsiteX1" fmla="*/ 8176537 w 8176537"/>
                <a:gd name="connsiteY1" fmla="*/ 1499420 h 2879262"/>
                <a:gd name="connsiteX2" fmla="*/ 4132092 w 8176537"/>
                <a:gd name="connsiteY2" fmla="*/ 2879159 h 2879262"/>
                <a:gd name="connsiteX3" fmla="*/ 0 w 8176537"/>
                <a:gd name="connsiteY3" fmla="*/ 1403811 h 2879262"/>
                <a:gd name="connsiteX4" fmla="*/ 9491 w 8176537"/>
                <a:gd name="connsiteY4" fmla="*/ 147145 h 2879262"/>
                <a:gd name="connsiteX5" fmla="*/ 4076995 w 8176537"/>
                <a:gd name="connsiteY5" fmla="*/ 1566042 h 2879262"/>
                <a:gd name="connsiteX6" fmla="*/ 8165518 w 8176537"/>
                <a:gd name="connsiteY6" fmla="*/ 0 h 2879262"/>
                <a:gd name="connsiteX0" fmla="*/ 8165518 w 8176537"/>
                <a:gd name="connsiteY0" fmla="*/ 0 h 2879163"/>
                <a:gd name="connsiteX1" fmla="*/ 8176537 w 8176537"/>
                <a:gd name="connsiteY1" fmla="*/ 1499420 h 2879163"/>
                <a:gd name="connsiteX2" fmla="*/ 4132092 w 8176537"/>
                <a:gd name="connsiteY2" fmla="*/ 2879159 h 2879163"/>
                <a:gd name="connsiteX3" fmla="*/ 0 w 8176537"/>
                <a:gd name="connsiteY3" fmla="*/ 1510948 h 2879163"/>
                <a:gd name="connsiteX4" fmla="*/ 9491 w 8176537"/>
                <a:gd name="connsiteY4" fmla="*/ 147145 h 2879163"/>
                <a:gd name="connsiteX5" fmla="*/ 4076995 w 8176537"/>
                <a:gd name="connsiteY5" fmla="*/ 1566042 h 2879163"/>
                <a:gd name="connsiteX6" fmla="*/ 8165518 w 8176537"/>
                <a:gd name="connsiteY6" fmla="*/ 0 h 2879163"/>
                <a:gd name="connsiteX0" fmla="*/ 8165518 w 8198577"/>
                <a:gd name="connsiteY0" fmla="*/ 0 h 2879451"/>
                <a:gd name="connsiteX1" fmla="*/ 8198577 w 8198577"/>
                <a:gd name="connsiteY1" fmla="*/ 1606558 h 2879451"/>
                <a:gd name="connsiteX2" fmla="*/ 4132092 w 8198577"/>
                <a:gd name="connsiteY2" fmla="*/ 2879159 h 2879451"/>
                <a:gd name="connsiteX3" fmla="*/ 0 w 8198577"/>
                <a:gd name="connsiteY3" fmla="*/ 1510948 h 2879451"/>
                <a:gd name="connsiteX4" fmla="*/ 9491 w 8198577"/>
                <a:gd name="connsiteY4" fmla="*/ 147145 h 2879451"/>
                <a:gd name="connsiteX5" fmla="*/ 4076995 w 8198577"/>
                <a:gd name="connsiteY5" fmla="*/ 1566042 h 2879451"/>
                <a:gd name="connsiteX6" fmla="*/ 8165518 w 8198577"/>
                <a:gd name="connsiteY6" fmla="*/ 0 h 2879451"/>
                <a:gd name="connsiteX0" fmla="*/ 8165518 w 8165518"/>
                <a:gd name="connsiteY0" fmla="*/ 0 h 2880066"/>
                <a:gd name="connsiteX1" fmla="*/ 8165518 w 8165518"/>
                <a:gd name="connsiteY1" fmla="*/ 1673520 h 2880066"/>
                <a:gd name="connsiteX2" fmla="*/ 4132092 w 8165518"/>
                <a:gd name="connsiteY2" fmla="*/ 2879159 h 2880066"/>
                <a:gd name="connsiteX3" fmla="*/ 0 w 8165518"/>
                <a:gd name="connsiteY3" fmla="*/ 1510948 h 2880066"/>
                <a:gd name="connsiteX4" fmla="*/ 9491 w 8165518"/>
                <a:gd name="connsiteY4" fmla="*/ 147145 h 2880066"/>
                <a:gd name="connsiteX5" fmla="*/ 4076995 w 8165518"/>
                <a:gd name="connsiteY5" fmla="*/ 1566042 h 2880066"/>
                <a:gd name="connsiteX6" fmla="*/ 8165518 w 8165518"/>
                <a:gd name="connsiteY6" fmla="*/ 0 h 2880066"/>
                <a:gd name="connsiteX0" fmla="*/ 8156794 w 8156794"/>
                <a:gd name="connsiteY0" fmla="*/ 0 h 2879270"/>
                <a:gd name="connsiteX1" fmla="*/ 8156794 w 8156794"/>
                <a:gd name="connsiteY1" fmla="*/ 1673520 h 2879270"/>
                <a:gd name="connsiteX2" fmla="*/ 4123368 w 8156794"/>
                <a:gd name="connsiteY2" fmla="*/ 2879159 h 2879270"/>
                <a:gd name="connsiteX3" fmla="*/ 2295 w 8156794"/>
                <a:gd name="connsiteY3" fmla="*/ 1618086 h 2879270"/>
                <a:gd name="connsiteX4" fmla="*/ 767 w 8156794"/>
                <a:gd name="connsiteY4" fmla="*/ 147145 h 2879270"/>
                <a:gd name="connsiteX5" fmla="*/ 4068271 w 8156794"/>
                <a:gd name="connsiteY5" fmla="*/ 1566042 h 2879270"/>
                <a:gd name="connsiteX6" fmla="*/ 8156794 w 8156794"/>
                <a:gd name="connsiteY6" fmla="*/ 0 h 287927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20"/>
                <a:gd name="connsiteX1" fmla="*/ 8156794 w 8156794"/>
                <a:gd name="connsiteY1" fmla="*/ 1673520 h 2973020"/>
                <a:gd name="connsiteX2" fmla="*/ 4134388 w 8156794"/>
                <a:gd name="connsiteY2" fmla="*/ 2972904 h 2973020"/>
                <a:gd name="connsiteX3" fmla="*/ 2295 w 8156794"/>
                <a:gd name="connsiteY3" fmla="*/ 1618086 h 2973020"/>
                <a:gd name="connsiteX4" fmla="*/ 767 w 8156794"/>
                <a:gd name="connsiteY4" fmla="*/ 147145 h 2973020"/>
                <a:gd name="connsiteX5" fmla="*/ 4068271 w 8156794"/>
                <a:gd name="connsiteY5" fmla="*/ 1566042 h 2973020"/>
                <a:gd name="connsiteX6" fmla="*/ 8156794 w 8156794"/>
                <a:gd name="connsiteY6" fmla="*/ 0 h 2973020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141"/>
                <a:gd name="connsiteX1" fmla="*/ 8156794 w 8156794"/>
                <a:gd name="connsiteY1" fmla="*/ 1673520 h 2973141"/>
                <a:gd name="connsiteX2" fmla="*/ 4134388 w 8156794"/>
                <a:gd name="connsiteY2" fmla="*/ 2972904 h 2973141"/>
                <a:gd name="connsiteX3" fmla="*/ 2295 w 8156794"/>
                <a:gd name="connsiteY3" fmla="*/ 1618086 h 2973141"/>
                <a:gd name="connsiteX4" fmla="*/ 767 w 8156794"/>
                <a:gd name="connsiteY4" fmla="*/ 147145 h 2973141"/>
                <a:gd name="connsiteX5" fmla="*/ 4068271 w 8156794"/>
                <a:gd name="connsiteY5" fmla="*/ 1566042 h 2973141"/>
                <a:gd name="connsiteX6" fmla="*/ 8156794 w 8156794"/>
                <a:gd name="connsiteY6" fmla="*/ 0 h 2973141"/>
                <a:gd name="connsiteX0" fmla="*/ 8156794 w 8156794"/>
                <a:gd name="connsiteY0" fmla="*/ 0 h 3066827"/>
                <a:gd name="connsiteX1" fmla="*/ 8156794 w 8156794"/>
                <a:gd name="connsiteY1" fmla="*/ 1673520 h 3066827"/>
                <a:gd name="connsiteX2" fmla="*/ 4123353 w 8156794"/>
                <a:gd name="connsiteY2" fmla="*/ 3066650 h 3066827"/>
                <a:gd name="connsiteX3" fmla="*/ 2295 w 8156794"/>
                <a:gd name="connsiteY3" fmla="*/ 1618086 h 3066827"/>
                <a:gd name="connsiteX4" fmla="*/ 767 w 8156794"/>
                <a:gd name="connsiteY4" fmla="*/ 147145 h 3066827"/>
                <a:gd name="connsiteX5" fmla="*/ 4068271 w 8156794"/>
                <a:gd name="connsiteY5" fmla="*/ 1566042 h 3066827"/>
                <a:gd name="connsiteX6" fmla="*/ 8156794 w 8156794"/>
                <a:gd name="connsiteY6" fmla="*/ 0 h 3066827"/>
                <a:gd name="connsiteX0" fmla="*/ 8123689 w 8156794"/>
                <a:gd name="connsiteY0" fmla="*/ 0 h 2999866"/>
                <a:gd name="connsiteX1" fmla="*/ 8156794 w 8156794"/>
                <a:gd name="connsiteY1" fmla="*/ 1606559 h 2999866"/>
                <a:gd name="connsiteX2" fmla="*/ 4123353 w 8156794"/>
                <a:gd name="connsiteY2" fmla="*/ 2999689 h 2999866"/>
                <a:gd name="connsiteX3" fmla="*/ 2295 w 8156794"/>
                <a:gd name="connsiteY3" fmla="*/ 1551125 h 2999866"/>
                <a:gd name="connsiteX4" fmla="*/ 767 w 8156794"/>
                <a:gd name="connsiteY4" fmla="*/ 80184 h 2999866"/>
                <a:gd name="connsiteX5" fmla="*/ 4068271 w 8156794"/>
                <a:gd name="connsiteY5" fmla="*/ 1499081 h 2999866"/>
                <a:gd name="connsiteX6" fmla="*/ 8123689 w 8156794"/>
                <a:gd name="connsiteY6" fmla="*/ 0 h 2999866"/>
                <a:gd name="connsiteX0" fmla="*/ 8167828 w 8167828"/>
                <a:gd name="connsiteY0" fmla="*/ 0 h 3026651"/>
                <a:gd name="connsiteX1" fmla="*/ 8156794 w 8167828"/>
                <a:gd name="connsiteY1" fmla="*/ 1633344 h 3026651"/>
                <a:gd name="connsiteX2" fmla="*/ 4123353 w 8167828"/>
                <a:gd name="connsiteY2" fmla="*/ 3026474 h 3026651"/>
                <a:gd name="connsiteX3" fmla="*/ 2295 w 8167828"/>
                <a:gd name="connsiteY3" fmla="*/ 1577910 h 3026651"/>
                <a:gd name="connsiteX4" fmla="*/ 767 w 8167828"/>
                <a:gd name="connsiteY4" fmla="*/ 106969 h 3026651"/>
                <a:gd name="connsiteX5" fmla="*/ 4068271 w 8167828"/>
                <a:gd name="connsiteY5" fmla="*/ 1525866 h 3026651"/>
                <a:gd name="connsiteX6" fmla="*/ 8167828 w 8167828"/>
                <a:gd name="connsiteY6" fmla="*/ 0 h 3026651"/>
                <a:gd name="connsiteX0" fmla="*/ 8167828 w 8167828"/>
                <a:gd name="connsiteY0" fmla="*/ 0 h 3027228"/>
                <a:gd name="connsiteX1" fmla="*/ 8145760 w 8167828"/>
                <a:gd name="connsiteY1" fmla="*/ 1686913 h 3027228"/>
                <a:gd name="connsiteX2" fmla="*/ 4123353 w 8167828"/>
                <a:gd name="connsiteY2" fmla="*/ 3026474 h 3027228"/>
                <a:gd name="connsiteX3" fmla="*/ 2295 w 8167828"/>
                <a:gd name="connsiteY3" fmla="*/ 1577910 h 3027228"/>
                <a:gd name="connsiteX4" fmla="*/ 767 w 8167828"/>
                <a:gd name="connsiteY4" fmla="*/ 106969 h 3027228"/>
                <a:gd name="connsiteX5" fmla="*/ 4068271 w 8167828"/>
                <a:gd name="connsiteY5" fmla="*/ 1525866 h 3027228"/>
                <a:gd name="connsiteX6" fmla="*/ 8167828 w 8167828"/>
                <a:gd name="connsiteY6" fmla="*/ 0 h 3027228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23689 w 8145760"/>
                <a:gd name="connsiteY0" fmla="*/ 13560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9 w 8145760"/>
                <a:gd name="connsiteY6" fmla="*/ 13560 h 2920259"/>
                <a:gd name="connsiteX0" fmla="*/ 8178863 w 8178863"/>
                <a:gd name="connsiteY0" fmla="*/ 26952 h 2920259"/>
                <a:gd name="connsiteX1" fmla="*/ 8145760 w 8178863"/>
                <a:gd name="connsiteY1" fmla="*/ 1579944 h 2920259"/>
                <a:gd name="connsiteX2" fmla="*/ 4123353 w 8178863"/>
                <a:gd name="connsiteY2" fmla="*/ 2919505 h 2920259"/>
                <a:gd name="connsiteX3" fmla="*/ 2295 w 8178863"/>
                <a:gd name="connsiteY3" fmla="*/ 1470941 h 2920259"/>
                <a:gd name="connsiteX4" fmla="*/ 767 w 8178863"/>
                <a:gd name="connsiteY4" fmla="*/ 0 h 2920259"/>
                <a:gd name="connsiteX5" fmla="*/ 4068271 w 8178863"/>
                <a:gd name="connsiteY5" fmla="*/ 1418897 h 2920259"/>
                <a:gd name="connsiteX6" fmla="*/ 8178863 w 8178863"/>
                <a:gd name="connsiteY6" fmla="*/ 26952 h 2920259"/>
                <a:gd name="connsiteX0" fmla="*/ 8167827 w 8167827"/>
                <a:gd name="connsiteY0" fmla="*/ 40343 h 2920259"/>
                <a:gd name="connsiteX1" fmla="*/ 8145760 w 8167827"/>
                <a:gd name="connsiteY1" fmla="*/ 1579944 h 2920259"/>
                <a:gd name="connsiteX2" fmla="*/ 4123353 w 8167827"/>
                <a:gd name="connsiteY2" fmla="*/ 2919505 h 2920259"/>
                <a:gd name="connsiteX3" fmla="*/ 2295 w 8167827"/>
                <a:gd name="connsiteY3" fmla="*/ 1470941 h 2920259"/>
                <a:gd name="connsiteX4" fmla="*/ 767 w 8167827"/>
                <a:gd name="connsiteY4" fmla="*/ 0 h 2920259"/>
                <a:gd name="connsiteX5" fmla="*/ 4068271 w 8167827"/>
                <a:gd name="connsiteY5" fmla="*/ 1418897 h 2920259"/>
                <a:gd name="connsiteX6" fmla="*/ 8167827 w 8167827"/>
                <a:gd name="connsiteY6" fmla="*/ 40343 h 2920259"/>
                <a:gd name="connsiteX0" fmla="*/ 8123687 w 8145760"/>
                <a:gd name="connsiteY0" fmla="*/ 53735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7 w 8145760"/>
                <a:gd name="connsiteY6" fmla="*/ 53735 h 2920259"/>
                <a:gd name="connsiteX0" fmla="*/ 8161918 w 8161918"/>
                <a:gd name="connsiteY0" fmla="*/ 0 h 2943855"/>
                <a:gd name="connsiteX1" fmla="*/ 8145760 w 8161918"/>
                <a:gd name="connsiteY1" fmla="*/ 1603540 h 2943855"/>
                <a:gd name="connsiteX2" fmla="*/ 4123353 w 8161918"/>
                <a:gd name="connsiteY2" fmla="*/ 2943101 h 2943855"/>
                <a:gd name="connsiteX3" fmla="*/ 2295 w 8161918"/>
                <a:gd name="connsiteY3" fmla="*/ 1494537 h 2943855"/>
                <a:gd name="connsiteX4" fmla="*/ 767 w 8161918"/>
                <a:gd name="connsiteY4" fmla="*/ 23596 h 2943855"/>
                <a:gd name="connsiteX5" fmla="*/ 4068271 w 8161918"/>
                <a:gd name="connsiteY5" fmla="*/ 1442493 h 2943855"/>
                <a:gd name="connsiteX6" fmla="*/ 8161918 w 8161918"/>
                <a:gd name="connsiteY6" fmla="*/ 0 h 2943855"/>
                <a:gd name="connsiteX0" fmla="*/ 8144926 w 8145760"/>
                <a:gd name="connsiteY0" fmla="*/ 43424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44926 w 8145760"/>
                <a:gd name="connsiteY6" fmla="*/ 43424 h 2920259"/>
                <a:gd name="connsiteX0" fmla="*/ 8161918 w 8161918"/>
                <a:gd name="connsiteY0" fmla="*/ 0 h 2959321"/>
                <a:gd name="connsiteX1" fmla="*/ 8145760 w 8161918"/>
                <a:gd name="connsiteY1" fmla="*/ 1619006 h 2959321"/>
                <a:gd name="connsiteX2" fmla="*/ 4123353 w 8161918"/>
                <a:gd name="connsiteY2" fmla="*/ 2958567 h 2959321"/>
                <a:gd name="connsiteX3" fmla="*/ 2295 w 8161918"/>
                <a:gd name="connsiteY3" fmla="*/ 1510003 h 2959321"/>
                <a:gd name="connsiteX4" fmla="*/ 767 w 8161918"/>
                <a:gd name="connsiteY4" fmla="*/ 39062 h 2959321"/>
                <a:gd name="connsiteX5" fmla="*/ 4068271 w 8161918"/>
                <a:gd name="connsiteY5" fmla="*/ 1457959 h 2959321"/>
                <a:gd name="connsiteX6" fmla="*/ 8161918 w 8161918"/>
                <a:gd name="connsiteY6" fmla="*/ 0 h 2959321"/>
                <a:gd name="connsiteX0" fmla="*/ 8161918 w 8162752"/>
                <a:gd name="connsiteY0" fmla="*/ 0 h 2959488"/>
                <a:gd name="connsiteX1" fmla="*/ 8162752 w 8162752"/>
                <a:gd name="connsiteY1" fmla="*/ 1629317 h 2959488"/>
                <a:gd name="connsiteX2" fmla="*/ 4123353 w 8162752"/>
                <a:gd name="connsiteY2" fmla="*/ 2958567 h 2959488"/>
                <a:gd name="connsiteX3" fmla="*/ 2295 w 8162752"/>
                <a:gd name="connsiteY3" fmla="*/ 1510003 h 2959488"/>
                <a:gd name="connsiteX4" fmla="*/ 767 w 8162752"/>
                <a:gd name="connsiteY4" fmla="*/ 39062 h 2959488"/>
                <a:gd name="connsiteX5" fmla="*/ 4068271 w 8162752"/>
                <a:gd name="connsiteY5" fmla="*/ 1457959 h 2959488"/>
                <a:gd name="connsiteX6" fmla="*/ 8161918 w 8162752"/>
                <a:gd name="connsiteY6" fmla="*/ 0 h 2959488"/>
                <a:gd name="connsiteX0" fmla="*/ 8165930 w 8166764"/>
                <a:gd name="connsiteY0" fmla="*/ 7337 h 2966825"/>
                <a:gd name="connsiteX1" fmla="*/ 8166764 w 8166764"/>
                <a:gd name="connsiteY1" fmla="*/ 1636654 h 2966825"/>
                <a:gd name="connsiteX2" fmla="*/ 4127365 w 8166764"/>
                <a:gd name="connsiteY2" fmla="*/ 2965904 h 2966825"/>
                <a:gd name="connsiteX3" fmla="*/ 6307 w 8166764"/>
                <a:gd name="connsiteY3" fmla="*/ 1517340 h 2966825"/>
                <a:gd name="connsiteX4" fmla="*/ 532 w 8166764"/>
                <a:gd name="connsiteY4" fmla="*/ 0 h 2966825"/>
                <a:gd name="connsiteX5" fmla="*/ 4072283 w 8166764"/>
                <a:gd name="connsiteY5" fmla="*/ 1465296 h 2966825"/>
                <a:gd name="connsiteX6" fmla="*/ 8165930 w 8166764"/>
                <a:gd name="connsiteY6" fmla="*/ 7337 h 2966825"/>
                <a:gd name="connsiteX0" fmla="*/ 8168119 w 8168953"/>
                <a:gd name="connsiteY0" fmla="*/ 7337 h 2966682"/>
                <a:gd name="connsiteX1" fmla="*/ 8168953 w 8168953"/>
                <a:gd name="connsiteY1" fmla="*/ 1636654 h 2966682"/>
                <a:gd name="connsiteX2" fmla="*/ 4129554 w 8168953"/>
                <a:gd name="connsiteY2" fmla="*/ 2965904 h 2966682"/>
                <a:gd name="connsiteX3" fmla="*/ 0 w 8168953"/>
                <a:gd name="connsiteY3" fmla="*/ 1527651 h 2966682"/>
                <a:gd name="connsiteX4" fmla="*/ 2721 w 8168953"/>
                <a:gd name="connsiteY4" fmla="*/ 0 h 2966682"/>
                <a:gd name="connsiteX5" fmla="*/ 4074472 w 8168953"/>
                <a:gd name="connsiteY5" fmla="*/ 1465296 h 2966682"/>
                <a:gd name="connsiteX6" fmla="*/ 8168119 w 8168953"/>
                <a:gd name="connsiteY6" fmla="*/ 7337 h 2966682"/>
                <a:gd name="connsiteX0" fmla="*/ 8168119 w 8168953"/>
                <a:gd name="connsiteY0" fmla="*/ 7337 h 3100377"/>
                <a:gd name="connsiteX1" fmla="*/ 8168953 w 8168953"/>
                <a:gd name="connsiteY1" fmla="*/ 1636654 h 3100377"/>
                <a:gd name="connsiteX2" fmla="*/ 4118520 w 8168953"/>
                <a:gd name="connsiteY2" fmla="*/ 3099826 h 3100377"/>
                <a:gd name="connsiteX3" fmla="*/ 0 w 8168953"/>
                <a:gd name="connsiteY3" fmla="*/ 1527651 h 3100377"/>
                <a:gd name="connsiteX4" fmla="*/ 2721 w 8168953"/>
                <a:gd name="connsiteY4" fmla="*/ 0 h 3100377"/>
                <a:gd name="connsiteX5" fmla="*/ 4074472 w 8168953"/>
                <a:gd name="connsiteY5" fmla="*/ 1465296 h 3100377"/>
                <a:gd name="connsiteX6" fmla="*/ 8168119 w 8168953"/>
                <a:gd name="connsiteY6" fmla="*/ 7337 h 3100377"/>
                <a:gd name="connsiteX0" fmla="*/ 8168119 w 8168953"/>
                <a:gd name="connsiteY0" fmla="*/ 7337 h 3100429"/>
                <a:gd name="connsiteX1" fmla="*/ 8168953 w 8168953"/>
                <a:gd name="connsiteY1" fmla="*/ 1636654 h 3100429"/>
                <a:gd name="connsiteX2" fmla="*/ 4118520 w 8168953"/>
                <a:gd name="connsiteY2" fmla="*/ 3099826 h 3100429"/>
                <a:gd name="connsiteX3" fmla="*/ 0 w 8168953"/>
                <a:gd name="connsiteY3" fmla="*/ 1527651 h 3100429"/>
                <a:gd name="connsiteX4" fmla="*/ 2721 w 8168953"/>
                <a:gd name="connsiteY4" fmla="*/ 0 h 3100429"/>
                <a:gd name="connsiteX5" fmla="*/ 4074472 w 8168953"/>
                <a:gd name="connsiteY5" fmla="*/ 1465296 h 3100429"/>
                <a:gd name="connsiteX6" fmla="*/ 8168119 w 8168953"/>
                <a:gd name="connsiteY6" fmla="*/ 7337 h 3100429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166683" h="3099826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bg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                  </a:t>
              </a:r>
            </a:p>
          </p:txBody>
        </p:sp>
        <p:sp>
          <p:nvSpPr>
            <p:cNvPr id="1030" name="Oval 1029">
              <a:extLst>
                <a:ext uri="{FF2B5EF4-FFF2-40B4-BE49-F238E27FC236}">
                  <a16:creationId xmlns:a16="http://schemas.microsoft.com/office/drawing/2014/main" id="{9FDCC5D4-EA9B-9746-A480-2CC5325E9BA3}"/>
                </a:ext>
              </a:extLst>
            </p:cNvPr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             </a:t>
              </a:r>
            </a:p>
          </p:txBody>
        </p:sp>
        <p:grpSp>
          <p:nvGrpSpPr>
            <p:cNvPr id="1031" name="Group 1030">
              <a:extLst>
                <a:ext uri="{FF2B5EF4-FFF2-40B4-BE49-F238E27FC236}">
                  <a16:creationId xmlns:a16="http://schemas.microsoft.com/office/drawing/2014/main" id="{570F0FCB-D968-1148-B306-F399F70F821D}"/>
                </a:ext>
              </a:extLst>
            </p:cNvPr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1032" name="Freeform 1031">
                <a:extLst>
                  <a:ext uri="{FF2B5EF4-FFF2-40B4-BE49-F238E27FC236}">
                    <a16:creationId xmlns:a16="http://schemas.microsoft.com/office/drawing/2014/main" id="{418B1C5D-5D51-3B49-BAC8-5A977E7BF67B}"/>
                  </a:ext>
                </a:extLst>
              </p:cNvPr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avLst/>
                <a:gdLst>
                  <a:gd name="connsiteX0" fmla="*/ 3725333 w 4588933"/>
                  <a:gd name="connsiteY0" fmla="*/ 0 h 1049866"/>
                  <a:gd name="connsiteX1" fmla="*/ 4588933 w 4588933"/>
                  <a:gd name="connsiteY1" fmla="*/ 270933 h 1049866"/>
                  <a:gd name="connsiteX2" fmla="*/ 3962400 w 4588933"/>
                  <a:gd name="connsiteY2" fmla="*/ 541866 h 1049866"/>
                  <a:gd name="connsiteX3" fmla="*/ 3742267 w 4588933"/>
                  <a:gd name="connsiteY3" fmla="*/ 457200 h 1049866"/>
                  <a:gd name="connsiteX4" fmla="*/ 2269067 w 4588933"/>
                  <a:gd name="connsiteY4" fmla="*/ 1049866 h 1049866"/>
                  <a:gd name="connsiteX5" fmla="*/ 880533 w 4588933"/>
                  <a:gd name="connsiteY5" fmla="*/ 457200 h 1049866"/>
                  <a:gd name="connsiteX6" fmla="*/ 592667 w 4588933"/>
                  <a:gd name="connsiteY6" fmla="*/ 541866 h 1049866"/>
                  <a:gd name="connsiteX7" fmla="*/ 0 w 4588933"/>
                  <a:gd name="connsiteY7" fmla="*/ 254000 h 1049866"/>
                  <a:gd name="connsiteX8" fmla="*/ 880533 w 4588933"/>
                  <a:gd name="connsiteY8" fmla="*/ 16933 h 1049866"/>
                  <a:gd name="connsiteX9" fmla="*/ 2302933 w 4588933"/>
                  <a:gd name="connsiteY9" fmla="*/ 626533 h 1049866"/>
                  <a:gd name="connsiteX10" fmla="*/ 3725333 w 4588933"/>
                  <a:gd name="connsiteY10" fmla="*/ 0 h 1049866"/>
                  <a:gd name="connsiteX0" fmla="*/ 3725333 w 4641485"/>
                  <a:gd name="connsiteY0" fmla="*/ 0 h 1049866"/>
                  <a:gd name="connsiteX1" fmla="*/ 4641485 w 4641485"/>
                  <a:gd name="connsiteY1" fmla="*/ 239402 h 1049866"/>
                  <a:gd name="connsiteX2" fmla="*/ 3962400 w 4641485"/>
                  <a:gd name="connsiteY2" fmla="*/ 541866 h 1049866"/>
                  <a:gd name="connsiteX3" fmla="*/ 3742267 w 4641485"/>
                  <a:gd name="connsiteY3" fmla="*/ 457200 h 1049866"/>
                  <a:gd name="connsiteX4" fmla="*/ 2269067 w 4641485"/>
                  <a:gd name="connsiteY4" fmla="*/ 1049866 h 1049866"/>
                  <a:gd name="connsiteX5" fmla="*/ 880533 w 4641485"/>
                  <a:gd name="connsiteY5" fmla="*/ 457200 h 1049866"/>
                  <a:gd name="connsiteX6" fmla="*/ 592667 w 4641485"/>
                  <a:gd name="connsiteY6" fmla="*/ 541866 h 1049866"/>
                  <a:gd name="connsiteX7" fmla="*/ 0 w 4641485"/>
                  <a:gd name="connsiteY7" fmla="*/ 254000 h 1049866"/>
                  <a:gd name="connsiteX8" fmla="*/ 880533 w 4641485"/>
                  <a:gd name="connsiteY8" fmla="*/ 16933 h 1049866"/>
                  <a:gd name="connsiteX9" fmla="*/ 2302933 w 4641485"/>
                  <a:gd name="connsiteY9" fmla="*/ 626533 h 1049866"/>
                  <a:gd name="connsiteX10" fmla="*/ 3725333 w 4641485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73798 w 4673016"/>
                  <a:gd name="connsiteY3" fmla="*/ 45720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84308 w 4673016"/>
                  <a:gd name="connsiteY3" fmla="*/ 404648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815839 w 4673016"/>
                  <a:gd name="connsiteY3" fmla="*/ 46771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4673016" h="104986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033" name="Freeform 1032">
                <a:extLst>
                  <a:ext uri="{FF2B5EF4-FFF2-40B4-BE49-F238E27FC236}">
                    <a16:creationId xmlns:a16="http://schemas.microsoft.com/office/drawing/2014/main" id="{D6476B65-5B26-6F41-9399-FA6E2A0A771C}"/>
                  </a:ext>
                </a:extLst>
              </p:cNvPr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avLst/>
                <a:gdLst>
                  <a:gd name="connsiteX0" fmla="*/ 21021 w 1744718"/>
                  <a:gd name="connsiteY0" fmla="*/ 0 h 903890"/>
                  <a:gd name="connsiteX1" fmla="*/ 1744718 w 1744718"/>
                  <a:gd name="connsiteY1" fmla="*/ 693683 h 903890"/>
                  <a:gd name="connsiteX2" fmla="*/ 1145628 w 1744718"/>
                  <a:gd name="connsiteY2" fmla="*/ 903890 h 903890"/>
                  <a:gd name="connsiteX3" fmla="*/ 0 w 1744718"/>
                  <a:gd name="connsiteY3" fmla="*/ 451945 h 903890"/>
                  <a:gd name="connsiteX4" fmla="*/ 21021 w 1744718"/>
                  <a:gd name="connsiteY4" fmla="*/ 0 h 9038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44718" h="903890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034" name="Freeform 1033">
                <a:extLst>
                  <a:ext uri="{FF2B5EF4-FFF2-40B4-BE49-F238E27FC236}">
                    <a16:creationId xmlns:a16="http://schemas.microsoft.com/office/drawing/2014/main" id="{3336FA20-F9EA-F640-8683-B36DE04C4291}"/>
                  </a:ext>
                </a:extLst>
              </p:cNvPr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avLst/>
                <a:gdLst>
                  <a:gd name="connsiteX0" fmla="*/ 1702676 w 1713187"/>
                  <a:gd name="connsiteY0" fmla="*/ 0 h 893380"/>
                  <a:gd name="connsiteX1" fmla="*/ 1713187 w 1713187"/>
                  <a:gd name="connsiteY1" fmla="*/ 472966 h 893380"/>
                  <a:gd name="connsiteX2" fmla="*/ 578069 w 1713187"/>
                  <a:gd name="connsiteY2" fmla="*/ 893380 h 893380"/>
                  <a:gd name="connsiteX3" fmla="*/ 0 w 1713187"/>
                  <a:gd name="connsiteY3" fmla="*/ 693683 h 893380"/>
                  <a:gd name="connsiteX4" fmla="*/ 1702676 w 1713187"/>
                  <a:gd name="connsiteY4" fmla="*/ 0 h 8933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13187" h="893380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035" name="Freeform 1034">
                <a:extLst>
                  <a:ext uri="{FF2B5EF4-FFF2-40B4-BE49-F238E27FC236}">
                    <a16:creationId xmlns:a16="http://schemas.microsoft.com/office/drawing/2014/main" id="{F1C9D141-A007-CC4B-AC95-C03639BD621A}"/>
                  </a:ext>
                </a:extLst>
              </p:cNvPr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avLst/>
                <a:gdLst>
                  <a:gd name="connsiteX0" fmla="*/ 599089 w 4162096"/>
                  <a:gd name="connsiteY0" fmla="*/ 273269 h 1618593"/>
                  <a:gd name="connsiteX1" fmla="*/ 882869 w 4162096"/>
                  <a:gd name="connsiteY1" fmla="*/ 199697 h 1618593"/>
                  <a:gd name="connsiteX2" fmla="*/ 2312276 w 4162096"/>
                  <a:gd name="connsiteY2" fmla="*/ 798786 h 1618593"/>
                  <a:gd name="connsiteX3" fmla="*/ 3794234 w 4162096"/>
                  <a:gd name="connsiteY3" fmla="*/ 199697 h 1618593"/>
                  <a:gd name="connsiteX4" fmla="*/ 4014951 w 4162096"/>
                  <a:gd name="connsiteY4" fmla="*/ 273269 h 1618593"/>
                  <a:gd name="connsiteX5" fmla="*/ 3058510 w 4162096"/>
                  <a:gd name="connsiteY5" fmla="*/ 641131 h 1618593"/>
                  <a:gd name="connsiteX6" fmla="*/ 3026979 w 4162096"/>
                  <a:gd name="connsiteY6" fmla="*/ 1114097 h 1618593"/>
                  <a:gd name="connsiteX7" fmla="*/ 4162096 w 4162096"/>
                  <a:gd name="connsiteY7" fmla="*/ 1545021 h 1618593"/>
                  <a:gd name="connsiteX8" fmla="*/ 3878317 w 4162096"/>
                  <a:gd name="connsiteY8" fmla="*/ 1608083 h 1618593"/>
                  <a:gd name="connsiteX9" fmla="*/ 2301765 w 4162096"/>
                  <a:gd name="connsiteY9" fmla="*/ 945931 h 1618593"/>
                  <a:gd name="connsiteX10" fmla="*/ 693682 w 4162096"/>
                  <a:gd name="connsiteY10" fmla="*/ 1618593 h 1618593"/>
                  <a:gd name="connsiteX11" fmla="*/ 430924 w 4162096"/>
                  <a:gd name="connsiteY11" fmla="*/ 1524000 h 1618593"/>
                  <a:gd name="connsiteX12" fmla="*/ 1576551 w 4162096"/>
                  <a:gd name="connsiteY12" fmla="*/ 1082566 h 1618593"/>
                  <a:gd name="connsiteX13" fmla="*/ 1545020 w 4162096"/>
                  <a:gd name="connsiteY13" fmla="*/ 609600 h 1618593"/>
                  <a:gd name="connsiteX14" fmla="*/ 0 w 4162096"/>
                  <a:gd name="connsiteY14" fmla="*/ 0 h 1618593"/>
                  <a:gd name="connsiteX15" fmla="*/ 872358 w 4162096"/>
                  <a:gd name="connsiteY15" fmla="*/ 210207 h 1618593"/>
                  <a:gd name="connsiteX16" fmla="*/ 872358 w 4162096"/>
                  <a:gd name="connsiteY16" fmla="*/ 210207 h 1618593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15" fmla="*/ 441434 w 3731172"/>
                  <a:gd name="connsiteY15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357351 w 3731172"/>
                  <a:gd name="connsiteY14" fmla="*/ 115613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56137 w 3731172"/>
                  <a:gd name="connsiteY13" fmla="*/ 441434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903890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575034 w 3710151"/>
                  <a:gd name="connsiteY6" fmla="*/ 91440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06565 w 3710151"/>
                  <a:gd name="connsiteY6" fmla="*/ 92491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5151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09858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62012 w 3725019"/>
                  <a:gd name="connsiteY0" fmla="*/ 73572 h 1418896"/>
                  <a:gd name="connsiteX1" fmla="*/ 445792 w 3725019"/>
                  <a:gd name="connsiteY1" fmla="*/ 0 h 1418896"/>
                  <a:gd name="connsiteX2" fmla="*/ 1852896 w 3725019"/>
                  <a:gd name="connsiteY2" fmla="*/ 591655 h 1418896"/>
                  <a:gd name="connsiteX3" fmla="*/ 3357157 w 3725019"/>
                  <a:gd name="connsiteY3" fmla="*/ 0 h 1418896"/>
                  <a:gd name="connsiteX4" fmla="*/ 3577874 w 3725019"/>
                  <a:gd name="connsiteY4" fmla="*/ 73572 h 1418896"/>
                  <a:gd name="connsiteX5" fmla="*/ 2632585 w 3725019"/>
                  <a:gd name="connsiteY5" fmla="*/ 448868 h 1418896"/>
                  <a:gd name="connsiteX6" fmla="*/ 2625150 w 3725019"/>
                  <a:gd name="connsiteY6" fmla="*/ 902607 h 1418896"/>
                  <a:gd name="connsiteX7" fmla="*/ 3725019 w 3725019"/>
                  <a:gd name="connsiteY7" fmla="*/ 1345324 h 1418896"/>
                  <a:gd name="connsiteX8" fmla="*/ 3441240 w 3725019"/>
                  <a:gd name="connsiteY8" fmla="*/ 1408386 h 1418896"/>
                  <a:gd name="connsiteX9" fmla="*/ 1864688 w 3725019"/>
                  <a:gd name="connsiteY9" fmla="*/ 746234 h 1418896"/>
                  <a:gd name="connsiteX10" fmla="*/ 256605 w 3725019"/>
                  <a:gd name="connsiteY10" fmla="*/ 1418896 h 1418896"/>
                  <a:gd name="connsiteX11" fmla="*/ 0 w 3725019"/>
                  <a:gd name="connsiteY11" fmla="*/ 1331097 h 1418896"/>
                  <a:gd name="connsiteX12" fmla="*/ 1113454 w 3725019"/>
                  <a:gd name="connsiteY12" fmla="*/ 903890 h 1418896"/>
                  <a:gd name="connsiteX13" fmla="*/ 1102302 w 3725019"/>
                  <a:gd name="connsiteY13" fmla="*/ 451945 h 1418896"/>
                  <a:gd name="connsiteX14" fmla="*/ 183032 w 3725019"/>
                  <a:gd name="connsiteY14" fmla="*/ 84081 h 1418896"/>
                  <a:gd name="connsiteX15" fmla="*/ 162012 w 3725019"/>
                  <a:gd name="connsiteY15" fmla="*/ 73572 h 14188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725019" h="1418896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</p:grpSp>
      <p:grpSp>
        <p:nvGrpSpPr>
          <p:cNvPr id="1004" name="Group 1003">
            <a:extLst>
              <a:ext uri="{FF2B5EF4-FFF2-40B4-BE49-F238E27FC236}">
                <a16:creationId xmlns:a16="http://schemas.microsoft.com/office/drawing/2014/main" id="{1972653F-0F1B-604A-B76F-A5AB75CE116D}"/>
              </a:ext>
            </a:extLst>
          </p:cNvPr>
          <p:cNvGrpSpPr/>
          <p:nvPr/>
        </p:nvGrpSpPr>
        <p:grpSpPr>
          <a:xfrm>
            <a:off x="3583956" y="4844264"/>
            <a:ext cx="1015652" cy="456281"/>
            <a:chOff x="7493876" y="2774731"/>
            <a:chExt cx="1481958" cy="894622"/>
          </a:xfrm>
        </p:grpSpPr>
        <p:sp>
          <p:nvSpPr>
            <p:cNvPr id="1005" name="Freeform 1004">
              <a:extLst>
                <a:ext uri="{FF2B5EF4-FFF2-40B4-BE49-F238E27FC236}">
                  <a16:creationId xmlns:a16="http://schemas.microsoft.com/office/drawing/2014/main" id="{14F756BD-3FD8-EF4A-ACB9-4374306B14A6}"/>
                </a:ext>
              </a:extLst>
            </p:cNvPr>
            <p:cNvSpPr/>
            <p:nvPr/>
          </p:nvSpPr>
          <p:spPr>
            <a:xfrm>
              <a:off x="7493876" y="3084399"/>
              <a:ext cx="1481958" cy="584954"/>
            </a:xfrm>
            <a:custGeom>
              <a:avLst/>
              <a:gdLst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76538 w 8176538"/>
                <a:gd name="connsiteY0" fmla="*/ 0 h 2638097"/>
                <a:gd name="connsiteX1" fmla="*/ 8176538 w 8176538"/>
                <a:gd name="connsiteY1" fmla="*/ 1271752 h 2638097"/>
                <a:gd name="connsiteX2" fmla="*/ 4088015 w 8176538"/>
                <a:gd name="connsiteY2" fmla="*/ 2638097 h 2638097"/>
                <a:gd name="connsiteX3" fmla="*/ 0 w 8176538"/>
                <a:gd name="connsiteY3" fmla="*/ 1269888 h 2638097"/>
                <a:gd name="connsiteX4" fmla="*/ 20511 w 8176538"/>
                <a:gd name="connsiteY4" fmla="*/ 147145 h 2638097"/>
                <a:gd name="connsiteX5" fmla="*/ 4088015 w 8176538"/>
                <a:gd name="connsiteY5" fmla="*/ 1566042 h 2638097"/>
                <a:gd name="connsiteX6" fmla="*/ 8176538 w 8176538"/>
                <a:gd name="connsiteY6" fmla="*/ 0 h 2638097"/>
                <a:gd name="connsiteX0" fmla="*/ 8176538 w 8176538"/>
                <a:gd name="connsiteY0" fmla="*/ 0 h 2772020"/>
                <a:gd name="connsiteX1" fmla="*/ 8176538 w 8176538"/>
                <a:gd name="connsiteY1" fmla="*/ 1271752 h 2772020"/>
                <a:gd name="connsiteX2" fmla="*/ 4099034 w 8176538"/>
                <a:gd name="connsiteY2" fmla="*/ 2772020 h 2772020"/>
                <a:gd name="connsiteX3" fmla="*/ 0 w 8176538"/>
                <a:gd name="connsiteY3" fmla="*/ 1269888 h 2772020"/>
                <a:gd name="connsiteX4" fmla="*/ 20511 w 8176538"/>
                <a:gd name="connsiteY4" fmla="*/ 147145 h 2772020"/>
                <a:gd name="connsiteX5" fmla="*/ 4088015 w 8176538"/>
                <a:gd name="connsiteY5" fmla="*/ 1566042 h 2772020"/>
                <a:gd name="connsiteX6" fmla="*/ 8176538 w 8176538"/>
                <a:gd name="connsiteY6" fmla="*/ 0 h 2772020"/>
                <a:gd name="connsiteX0" fmla="*/ 8176538 w 8176538"/>
                <a:gd name="connsiteY0" fmla="*/ 0 h 2772339"/>
                <a:gd name="connsiteX1" fmla="*/ 8176538 w 8176538"/>
                <a:gd name="connsiteY1" fmla="*/ 1378890 h 2772339"/>
                <a:gd name="connsiteX2" fmla="*/ 4099034 w 8176538"/>
                <a:gd name="connsiteY2" fmla="*/ 2772020 h 2772339"/>
                <a:gd name="connsiteX3" fmla="*/ 0 w 8176538"/>
                <a:gd name="connsiteY3" fmla="*/ 1269888 h 2772339"/>
                <a:gd name="connsiteX4" fmla="*/ 20511 w 8176538"/>
                <a:gd name="connsiteY4" fmla="*/ 147145 h 2772339"/>
                <a:gd name="connsiteX5" fmla="*/ 4088015 w 8176538"/>
                <a:gd name="connsiteY5" fmla="*/ 1566042 h 2772339"/>
                <a:gd name="connsiteX6" fmla="*/ 8176538 w 8176538"/>
                <a:gd name="connsiteY6" fmla="*/ 0 h 2772339"/>
                <a:gd name="connsiteX0" fmla="*/ 8176538 w 8176538"/>
                <a:gd name="connsiteY0" fmla="*/ 0 h 2825888"/>
                <a:gd name="connsiteX1" fmla="*/ 8176538 w 8176538"/>
                <a:gd name="connsiteY1" fmla="*/ 1378890 h 2825888"/>
                <a:gd name="connsiteX2" fmla="*/ 4099034 w 8176538"/>
                <a:gd name="connsiteY2" fmla="*/ 2825590 h 2825888"/>
                <a:gd name="connsiteX3" fmla="*/ 0 w 8176538"/>
                <a:gd name="connsiteY3" fmla="*/ 1269888 h 2825888"/>
                <a:gd name="connsiteX4" fmla="*/ 20511 w 8176538"/>
                <a:gd name="connsiteY4" fmla="*/ 147145 h 2825888"/>
                <a:gd name="connsiteX5" fmla="*/ 4088015 w 8176538"/>
                <a:gd name="connsiteY5" fmla="*/ 1566042 h 2825888"/>
                <a:gd name="connsiteX6" fmla="*/ 8176538 w 8176538"/>
                <a:gd name="connsiteY6" fmla="*/ 0 h 2825888"/>
                <a:gd name="connsiteX0" fmla="*/ 8165518 w 8165518"/>
                <a:gd name="connsiteY0" fmla="*/ 0 h 2825606"/>
                <a:gd name="connsiteX1" fmla="*/ 8165518 w 8165518"/>
                <a:gd name="connsiteY1" fmla="*/ 1378890 h 2825606"/>
                <a:gd name="connsiteX2" fmla="*/ 4088014 w 8165518"/>
                <a:gd name="connsiteY2" fmla="*/ 2825590 h 2825606"/>
                <a:gd name="connsiteX3" fmla="*/ 0 w 8165518"/>
                <a:gd name="connsiteY3" fmla="*/ 1403811 h 2825606"/>
                <a:gd name="connsiteX4" fmla="*/ 9491 w 8165518"/>
                <a:gd name="connsiteY4" fmla="*/ 147145 h 2825606"/>
                <a:gd name="connsiteX5" fmla="*/ 4076995 w 8165518"/>
                <a:gd name="connsiteY5" fmla="*/ 1566042 h 2825606"/>
                <a:gd name="connsiteX6" fmla="*/ 8165518 w 8165518"/>
                <a:gd name="connsiteY6" fmla="*/ 0 h 2825606"/>
                <a:gd name="connsiteX0" fmla="*/ 8165518 w 8165518"/>
                <a:gd name="connsiteY0" fmla="*/ 0 h 2879174"/>
                <a:gd name="connsiteX1" fmla="*/ 8165518 w 8165518"/>
                <a:gd name="connsiteY1" fmla="*/ 1378890 h 2879174"/>
                <a:gd name="connsiteX2" fmla="*/ 4132092 w 8165518"/>
                <a:gd name="connsiteY2" fmla="*/ 2879159 h 2879174"/>
                <a:gd name="connsiteX3" fmla="*/ 0 w 8165518"/>
                <a:gd name="connsiteY3" fmla="*/ 1403811 h 2879174"/>
                <a:gd name="connsiteX4" fmla="*/ 9491 w 8165518"/>
                <a:gd name="connsiteY4" fmla="*/ 147145 h 2879174"/>
                <a:gd name="connsiteX5" fmla="*/ 4076995 w 8165518"/>
                <a:gd name="connsiteY5" fmla="*/ 1566042 h 2879174"/>
                <a:gd name="connsiteX6" fmla="*/ 8165518 w 8165518"/>
                <a:gd name="connsiteY6" fmla="*/ 0 h 2879174"/>
                <a:gd name="connsiteX0" fmla="*/ 8165518 w 8176537"/>
                <a:gd name="connsiteY0" fmla="*/ 0 h 2879410"/>
                <a:gd name="connsiteX1" fmla="*/ 8176537 w 8176537"/>
                <a:gd name="connsiteY1" fmla="*/ 1499420 h 2879410"/>
                <a:gd name="connsiteX2" fmla="*/ 4132092 w 8176537"/>
                <a:gd name="connsiteY2" fmla="*/ 2879159 h 2879410"/>
                <a:gd name="connsiteX3" fmla="*/ 0 w 8176537"/>
                <a:gd name="connsiteY3" fmla="*/ 1403811 h 2879410"/>
                <a:gd name="connsiteX4" fmla="*/ 9491 w 8176537"/>
                <a:gd name="connsiteY4" fmla="*/ 147145 h 2879410"/>
                <a:gd name="connsiteX5" fmla="*/ 4076995 w 8176537"/>
                <a:gd name="connsiteY5" fmla="*/ 1566042 h 2879410"/>
                <a:gd name="connsiteX6" fmla="*/ 8165518 w 8176537"/>
                <a:gd name="connsiteY6" fmla="*/ 0 h 2879410"/>
                <a:gd name="connsiteX0" fmla="*/ 8165518 w 8176537"/>
                <a:gd name="connsiteY0" fmla="*/ 0 h 2879262"/>
                <a:gd name="connsiteX1" fmla="*/ 8176537 w 8176537"/>
                <a:gd name="connsiteY1" fmla="*/ 1499420 h 2879262"/>
                <a:gd name="connsiteX2" fmla="*/ 4132092 w 8176537"/>
                <a:gd name="connsiteY2" fmla="*/ 2879159 h 2879262"/>
                <a:gd name="connsiteX3" fmla="*/ 0 w 8176537"/>
                <a:gd name="connsiteY3" fmla="*/ 1403811 h 2879262"/>
                <a:gd name="connsiteX4" fmla="*/ 9491 w 8176537"/>
                <a:gd name="connsiteY4" fmla="*/ 147145 h 2879262"/>
                <a:gd name="connsiteX5" fmla="*/ 4076995 w 8176537"/>
                <a:gd name="connsiteY5" fmla="*/ 1566042 h 2879262"/>
                <a:gd name="connsiteX6" fmla="*/ 8165518 w 8176537"/>
                <a:gd name="connsiteY6" fmla="*/ 0 h 2879262"/>
                <a:gd name="connsiteX0" fmla="*/ 8165518 w 8176537"/>
                <a:gd name="connsiteY0" fmla="*/ 0 h 2879163"/>
                <a:gd name="connsiteX1" fmla="*/ 8176537 w 8176537"/>
                <a:gd name="connsiteY1" fmla="*/ 1499420 h 2879163"/>
                <a:gd name="connsiteX2" fmla="*/ 4132092 w 8176537"/>
                <a:gd name="connsiteY2" fmla="*/ 2879159 h 2879163"/>
                <a:gd name="connsiteX3" fmla="*/ 0 w 8176537"/>
                <a:gd name="connsiteY3" fmla="*/ 1510948 h 2879163"/>
                <a:gd name="connsiteX4" fmla="*/ 9491 w 8176537"/>
                <a:gd name="connsiteY4" fmla="*/ 147145 h 2879163"/>
                <a:gd name="connsiteX5" fmla="*/ 4076995 w 8176537"/>
                <a:gd name="connsiteY5" fmla="*/ 1566042 h 2879163"/>
                <a:gd name="connsiteX6" fmla="*/ 8165518 w 8176537"/>
                <a:gd name="connsiteY6" fmla="*/ 0 h 2879163"/>
                <a:gd name="connsiteX0" fmla="*/ 8165518 w 8198577"/>
                <a:gd name="connsiteY0" fmla="*/ 0 h 2879451"/>
                <a:gd name="connsiteX1" fmla="*/ 8198577 w 8198577"/>
                <a:gd name="connsiteY1" fmla="*/ 1606558 h 2879451"/>
                <a:gd name="connsiteX2" fmla="*/ 4132092 w 8198577"/>
                <a:gd name="connsiteY2" fmla="*/ 2879159 h 2879451"/>
                <a:gd name="connsiteX3" fmla="*/ 0 w 8198577"/>
                <a:gd name="connsiteY3" fmla="*/ 1510948 h 2879451"/>
                <a:gd name="connsiteX4" fmla="*/ 9491 w 8198577"/>
                <a:gd name="connsiteY4" fmla="*/ 147145 h 2879451"/>
                <a:gd name="connsiteX5" fmla="*/ 4076995 w 8198577"/>
                <a:gd name="connsiteY5" fmla="*/ 1566042 h 2879451"/>
                <a:gd name="connsiteX6" fmla="*/ 8165518 w 8198577"/>
                <a:gd name="connsiteY6" fmla="*/ 0 h 2879451"/>
                <a:gd name="connsiteX0" fmla="*/ 8165518 w 8165518"/>
                <a:gd name="connsiteY0" fmla="*/ 0 h 2880066"/>
                <a:gd name="connsiteX1" fmla="*/ 8165518 w 8165518"/>
                <a:gd name="connsiteY1" fmla="*/ 1673520 h 2880066"/>
                <a:gd name="connsiteX2" fmla="*/ 4132092 w 8165518"/>
                <a:gd name="connsiteY2" fmla="*/ 2879159 h 2880066"/>
                <a:gd name="connsiteX3" fmla="*/ 0 w 8165518"/>
                <a:gd name="connsiteY3" fmla="*/ 1510948 h 2880066"/>
                <a:gd name="connsiteX4" fmla="*/ 9491 w 8165518"/>
                <a:gd name="connsiteY4" fmla="*/ 147145 h 2880066"/>
                <a:gd name="connsiteX5" fmla="*/ 4076995 w 8165518"/>
                <a:gd name="connsiteY5" fmla="*/ 1566042 h 2880066"/>
                <a:gd name="connsiteX6" fmla="*/ 8165518 w 8165518"/>
                <a:gd name="connsiteY6" fmla="*/ 0 h 2880066"/>
                <a:gd name="connsiteX0" fmla="*/ 8156794 w 8156794"/>
                <a:gd name="connsiteY0" fmla="*/ 0 h 2879270"/>
                <a:gd name="connsiteX1" fmla="*/ 8156794 w 8156794"/>
                <a:gd name="connsiteY1" fmla="*/ 1673520 h 2879270"/>
                <a:gd name="connsiteX2" fmla="*/ 4123368 w 8156794"/>
                <a:gd name="connsiteY2" fmla="*/ 2879159 h 2879270"/>
                <a:gd name="connsiteX3" fmla="*/ 2295 w 8156794"/>
                <a:gd name="connsiteY3" fmla="*/ 1618086 h 2879270"/>
                <a:gd name="connsiteX4" fmla="*/ 767 w 8156794"/>
                <a:gd name="connsiteY4" fmla="*/ 147145 h 2879270"/>
                <a:gd name="connsiteX5" fmla="*/ 4068271 w 8156794"/>
                <a:gd name="connsiteY5" fmla="*/ 1566042 h 2879270"/>
                <a:gd name="connsiteX6" fmla="*/ 8156794 w 8156794"/>
                <a:gd name="connsiteY6" fmla="*/ 0 h 287927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20"/>
                <a:gd name="connsiteX1" fmla="*/ 8156794 w 8156794"/>
                <a:gd name="connsiteY1" fmla="*/ 1673520 h 2973020"/>
                <a:gd name="connsiteX2" fmla="*/ 4134388 w 8156794"/>
                <a:gd name="connsiteY2" fmla="*/ 2972904 h 2973020"/>
                <a:gd name="connsiteX3" fmla="*/ 2295 w 8156794"/>
                <a:gd name="connsiteY3" fmla="*/ 1618086 h 2973020"/>
                <a:gd name="connsiteX4" fmla="*/ 767 w 8156794"/>
                <a:gd name="connsiteY4" fmla="*/ 147145 h 2973020"/>
                <a:gd name="connsiteX5" fmla="*/ 4068271 w 8156794"/>
                <a:gd name="connsiteY5" fmla="*/ 1566042 h 2973020"/>
                <a:gd name="connsiteX6" fmla="*/ 8156794 w 8156794"/>
                <a:gd name="connsiteY6" fmla="*/ 0 h 2973020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141"/>
                <a:gd name="connsiteX1" fmla="*/ 8156794 w 8156794"/>
                <a:gd name="connsiteY1" fmla="*/ 1673520 h 2973141"/>
                <a:gd name="connsiteX2" fmla="*/ 4134388 w 8156794"/>
                <a:gd name="connsiteY2" fmla="*/ 2972904 h 2973141"/>
                <a:gd name="connsiteX3" fmla="*/ 2295 w 8156794"/>
                <a:gd name="connsiteY3" fmla="*/ 1618086 h 2973141"/>
                <a:gd name="connsiteX4" fmla="*/ 767 w 8156794"/>
                <a:gd name="connsiteY4" fmla="*/ 147145 h 2973141"/>
                <a:gd name="connsiteX5" fmla="*/ 4068271 w 8156794"/>
                <a:gd name="connsiteY5" fmla="*/ 1566042 h 2973141"/>
                <a:gd name="connsiteX6" fmla="*/ 8156794 w 8156794"/>
                <a:gd name="connsiteY6" fmla="*/ 0 h 2973141"/>
                <a:gd name="connsiteX0" fmla="*/ 8156794 w 8156794"/>
                <a:gd name="connsiteY0" fmla="*/ 0 h 3066827"/>
                <a:gd name="connsiteX1" fmla="*/ 8156794 w 8156794"/>
                <a:gd name="connsiteY1" fmla="*/ 1673520 h 3066827"/>
                <a:gd name="connsiteX2" fmla="*/ 4123353 w 8156794"/>
                <a:gd name="connsiteY2" fmla="*/ 3066650 h 3066827"/>
                <a:gd name="connsiteX3" fmla="*/ 2295 w 8156794"/>
                <a:gd name="connsiteY3" fmla="*/ 1618086 h 3066827"/>
                <a:gd name="connsiteX4" fmla="*/ 767 w 8156794"/>
                <a:gd name="connsiteY4" fmla="*/ 147145 h 3066827"/>
                <a:gd name="connsiteX5" fmla="*/ 4068271 w 8156794"/>
                <a:gd name="connsiteY5" fmla="*/ 1566042 h 3066827"/>
                <a:gd name="connsiteX6" fmla="*/ 8156794 w 8156794"/>
                <a:gd name="connsiteY6" fmla="*/ 0 h 3066827"/>
                <a:gd name="connsiteX0" fmla="*/ 8123689 w 8156794"/>
                <a:gd name="connsiteY0" fmla="*/ 0 h 2999866"/>
                <a:gd name="connsiteX1" fmla="*/ 8156794 w 8156794"/>
                <a:gd name="connsiteY1" fmla="*/ 1606559 h 2999866"/>
                <a:gd name="connsiteX2" fmla="*/ 4123353 w 8156794"/>
                <a:gd name="connsiteY2" fmla="*/ 2999689 h 2999866"/>
                <a:gd name="connsiteX3" fmla="*/ 2295 w 8156794"/>
                <a:gd name="connsiteY3" fmla="*/ 1551125 h 2999866"/>
                <a:gd name="connsiteX4" fmla="*/ 767 w 8156794"/>
                <a:gd name="connsiteY4" fmla="*/ 80184 h 2999866"/>
                <a:gd name="connsiteX5" fmla="*/ 4068271 w 8156794"/>
                <a:gd name="connsiteY5" fmla="*/ 1499081 h 2999866"/>
                <a:gd name="connsiteX6" fmla="*/ 8123689 w 8156794"/>
                <a:gd name="connsiteY6" fmla="*/ 0 h 2999866"/>
                <a:gd name="connsiteX0" fmla="*/ 8167828 w 8167828"/>
                <a:gd name="connsiteY0" fmla="*/ 0 h 3026651"/>
                <a:gd name="connsiteX1" fmla="*/ 8156794 w 8167828"/>
                <a:gd name="connsiteY1" fmla="*/ 1633344 h 3026651"/>
                <a:gd name="connsiteX2" fmla="*/ 4123353 w 8167828"/>
                <a:gd name="connsiteY2" fmla="*/ 3026474 h 3026651"/>
                <a:gd name="connsiteX3" fmla="*/ 2295 w 8167828"/>
                <a:gd name="connsiteY3" fmla="*/ 1577910 h 3026651"/>
                <a:gd name="connsiteX4" fmla="*/ 767 w 8167828"/>
                <a:gd name="connsiteY4" fmla="*/ 106969 h 3026651"/>
                <a:gd name="connsiteX5" fmla="*/ 4068271 w 8167828"/>
                <a:gd name="connsiteY5" fmla="*/ 1525866 h 3026651"/>
                <a:gd name="connsiteX6" fmla="*/ 8167828 w 8167828"/>
                <a:gd name="connsiteY6" fmla="*/ 0 h 3026651"/>
                <a:gd name="connsiteX0" fmla="*/ 8167828 w 8167828"/>
                <a:gd name="connsiteY0" fmla="*/ 0 h 3027228"/>
                <a:gd name="connsiteX1" fmla="*/ 8145760 w 8167828"/>
                <a:gd name="connsiteY1" fmla="*/ 1686913 h 3027228"/>
                <a:gd name="connsiteX2" fmla="*/ 4123353 w 8167828"/>
                <a:gd name="connsiteY2" fmla="*/ 3026474 h 3027228"/>
                <a:gd name="connsiteX3" fmla="*/ 2295 w 8167828"/>
                <a:gd name="connsiteY3" fmla="*/ 1577910 h 3027228"/>
                <a:gd name="connsiteX4" fmla="*/ 767 w 8167828"/>
                <a:gd name="connsiteY4" fmla="*/ 106969 h 3027228"/>
                <a:gd name="connsiteX5" fmla="*/ 4068271 w 8167828"/>
                <a:gd name="connsiteY5" fmla="*/ 1525866 h 3027228"/>
                <a:gd name="connsiteX6" fmla="*/ 8167828 w 8167828"/>
                <a:gd name="connsiteY6" fmla="*/ 0 h 3027228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23689 w 8145760"/>
                <a:gd name="connsiteY0" fmla="*/ 13560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9 w 8145760"/>
                <a:gd name="connsiteY6" fmla="*/ 13560 h 2920259"/>
                <a:gd name="connsiteX0" fmla="*/ 8178863 w 8178863"/>
                <a:gd name="connsiteY0" fmla="*/ 26952 h 2920259"/>
                <a:gd name="connsiteX1" fmla="*/ 8145760 w 8178863"/>
                <a:gd name="connsiteY1" fmla="*/ 1579944 h 2920259"/>
                <a:gd name="connsiteX2" fmla="*/ 4123353 w 8178863"/>
                <a:gd name="connsiteY2" fmla="*/ 2919505 h 2920259"/>
                <a:gd name="connsiteX3" fmla="*/ 2295 w 8178863"/>
                <a:gd name="connsiteY3" fmla="*/ 1470941 h 2920259"/>
                <a:gd name="connsiteX4" fmla="*/ 767 w 8178863"/>
                <a:gd name="connsiteY4" fmla="*/ 0 h 2920259"/>
                <a:gd name="connsiteX5" fmla="*/ 4068271 w 8178863"/>
                <a:gd name="connsiteY5" fmla="*/ 1418897 h 2920259"/>
                <a:gd name="connsiteX6" fmla="*/ 8178863 w 8178863"/>
                <a:gd name="connsiteY6" fmla="*/ 26952 h 2920259"/>
                <a:gd name="connsiteX0" fmla="*/ 8167827 w 8167827"/>
                <a:gd name="connsiteY0" fmla="*/ 40343 h 2920259"/>
                <a:gd name="connsiteX1" fmla="*/ 8145760 w 8167827"/>
                <a:gd name="connsiteY1" fmla="*/ 1579944 h 2920259"/>
                <a:gd name="connsiteX2" fmla="*/ 4123353 w 8167827"/>
                <a:gd name="connsiteY2" fmla="*/ 2919505 h 2920259"/>
                <a:gd name="connsiteX3" fmla="*/ 2295 w 8167827"/>
                <a:gd name="connsiteY3" fmla="*/ 1470941 h 2920259"/>
                <a:gd name="connsiteX4" fmla="*/ 767 w 8167827"/>
                <a:gd name="connsiteY4" fmla="*/ 0 h 2920259"/>
                <a:gd name="connsiteX5" fmla="*/ 4068271 w 8167827"/>
                <a:gd name="connsiteY5" fmla="*/ 1418897 h 2920259"/>
                <a:gd name="connsiteX6" fmla="*/ 8167827 w 8167827"/>
                <a:gd name="connsiteY6" fmla="*/ 40343 h 2920259"/>
                <a:gd name="connsiteX0" fmla="*/ 8123687 w 8145760"/>
                <a:gd name="connsiteY0" fmla="*/ 53735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7 w 8145760"/>
                <a:gd name="connsiteY6" fmla="*/ 53735 h 2920259"/>
                <a:gd name="connsiteX0" fmla="*/ 8161918 w 8161918"/>
                <a:gd name="connsiteY0" fmla="*/ 0 h 2943855"/>
                <a:gd name="connsiteX1" fmla="*/ 8145760 w 8161918"/>
                <a:gd name="connsiteY1" fmla="*/ 1603540 h 2943855"/>
                <a:gd name="connsiteX2" fmla="*/ 4123353 w 8161918"/>
                <a:gd name="connsiteY2" fmla="*/ 2943101 h 2943855"/>
                <a:gd name="connsiteX3" fmla="*/ 2295 w 8161918"/>
                <a:gd name="connsiteY3" fmla="*/ 1494537 h 2943855"/>
                <a:gd name="connsiteX4" fmla="*/ 767 w 8161918"/>
                <a:gd name="connsiteY4" fmla="*/ 23596 h 2943855"/>
                <a:gd name="connsiteX5" fmla="*/ 4068271 w 8161918"/>
                <a:gd name="connsiteY5" fmla="*/ 1442493 h 2943855"/>
                <a:gd name="connsiteX6" fmla="*/ 8161918 w 8161918"/>
                <a:gd name="connsiteY6" fmla="*/ 0 h 2943855"/>
                <a:gd name="connsiteX0" fmla="*/ 8144926 w 8145760"/>
                <a:gd name="connsiteY0" fmla="*/ 43424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44926 w 8145760"/>
                <a:gd name="connsiteY6" fmla="*/ 43424 h 2920259"/>
                <a:gd name="connsiteX0" fmla="*/ 8161918 w 8161918"/>
                <a:gd name="connsiteY0" fmla="*/ 0 h 2959321"/>
                <a:gd name="connsiteX1" fmla="*/ 8145760 w 8161918"/>
                <a:gd name="connsiteY1" fmla="*/ 1619006 h 2959321"/>
                <a:gd name="connsiteX2" fmla="*/ 4123353 w 8161918"/>
                <a:gd name="connsiteY2" fmla="*/ 2958567 h 2959321"/>
                <a:gd name="connsiteX3" fmla="*/ 2295 w 8161918"/>
                <a:gd name="connsiteY3" fmla="*/ 1510003 h 2959321"/>
                <a:gd name="connsiteX4" fmla="*/ 767 w 8161918"/>
                <a:gd name="connsiteY4" fmla="*/ 39062 h 2959321"/>
                <a:gd name="connsiteX5" fmla="*/ 4068271 w 8161918"/>
                <a:gd name="connsiteY5" fmla="*/ 1457959 h 2959321"/>
                <a:gd name="connsiteX6" fmla="*/ 8161918 w 8161918"/>
                <a:gd name="connsiteY6" fmla="*/ 0 h 2959321"/>
                <a:gd name="connsiteX0" fmla="*/ 8161918 w 8162752"/>
                <a:gd name="connsiteY0" fmla="*/ 0 h 2959488"/>
                <a:gd name="connsiteX1" fmla="*/ 8162752 w 8162752"/>
                <a:gd name="connsiteY1" fmla="*/ 1629317 h 2959488"/>
                <a:gd name="connsiteX2" fmla="*/ 4123353 w 8162752"/>
                <a:gd name="connsiteY2" fmla="*/ 2958567 h 2959488"/>
                <a:gd name="connsiteX3" fmla="*/ 2295 w 8162752"/>
                <a:gd name="connsiteY3" fmla="*/ 1510003 h 2959488"/>
                <a:gd name="connsiteX4" fmla="*/ 767 w 8162752"/>
                <a:gd name="connsiteY4" fmla="*/ 39062 h 2959488"/>
                <a:gd name="connsiteX5" fmla="*/ 4068271 w 8162752"/>
                <a:gd name="connsiteY5" fmla="*/ 1457959 h 2959488"/>
                <a:gd name="connsiteX6" fmla="*/ 8161918 w 8162752"/>
                <a:gd name="connsiteY6" fmla="*/ 0 h 2959488"/>
                <a:gd name="connsiteX0" fmla="*/ 8165930 w 8166764"/>
                <a:gd name="connsiteY0" fmla="*/ 7337 h 2966825"/>
                <a:gd name="connsiteX1" fmla="*/ 8166764 w 8166764"/>
                <a:gd name="connsiteY1" fmla="*/ 1636654 h 2966825"/>
                <a:gd name="connsiteX2" fmla="*/ 4127365 w 8166764"/>
                <a:gd name="connsiteY2" fmla="*/ 2965904 h 2966825"/>
                <a:gd name="connsiteX3" fmla="*/ 6307 w 8166764"/>
                <a:gd name="connsiteY3" fmla="*/ 1517340 h 2966825"/>
                <a:gd name="connsiteX4" fmla="*/ 532 w 8166764"/>
                <a:gd name="connsiteY4" fmla="*/ 0 h 2966825"/>
                <a:gd name="connsiteX5" fmla="*/ 4072283 w 8166764"/>
                <a:gd name="connsiteY5" fmla="*/ 1465296 h 2966825"/>
                <a:gd name="connsiteX6" fmla="*/ 8165930 w 8166764"/>
                <a:gd name="connsiteY6" fmla="*/ 7337 h 2966825"/>
                <a:gd name="connsiteX0" fmla="*/ 8168119 w 8168953"/>
                <a:gd name="connsiteY0" fmla="*/ 7337 h 2966682"/>
                <a:gd name="connsiteX1" fmla="*/ 8168953 w 8168953"/>
                <a:gd name="connsiteY1" fmla="*/ 1636654 h 2966682"/>
                <a:gd name="connsiteX2" fmla="*/ 4129554 w 8168953"/>
                <a:gd name="connsiteY2" fmla="*/ 2965904 h 2966682"/>
                <a:gd name="connsiteX3" fmla="*/ 0 w 8168953"/>
                <a:gd name="connsiteY3" fmla="*/ 1527651 h 2966682"/>
                <a:gd name="connsiteX4" fmla="*/ 2721 w 8168953"/>
                <a:gd name="connsiteY4" fmla="*/ 0 h 2966682"/>
                <a:gd name="connsiteX5" fmla="*/ 4074472 w 8168953"/>
                <a:gd name="connsiteY5" fmla="*/ 1465296 h 2966682"/>
                <a:gd name="connsiteX6" fmla="*/ 8168119 w 8168953"/>
                <a:gd name="connsiteY6" fmla="*/ 7337 h 2966682"/>
                <a:gd name="connsiteX0" fmla="*/ 8168119 w 8168953"/>
                <a:gd name="connsiteY0" fmla="*/ 7337 h 3100377"/>
                <a:gd name="connsiteX1" fmla="*/ 8168953 w 8168953"/>
                <a:gd name="connsiteY1" fmla="*/ 1636654 h 3100377"/>
                <a:gd name="connsiteX2" fmla="*/ 4118520 w 8168953"/>
                <a:gd name="connsiteY2" fmla="*/ 3099826 h 3100377"/>
                <a:gd name="connsiteX3" fmla="*/ 0 w 8168953"/>
                <a:gd name="connsiteY3" fmla="*/ 1527651 h 3100377"/>
                <a:gd name="connsiteX4" fmla="*/ 2721 w 8168953"/>
                <a:gd name="connsiteY4" fmla="*/ 0 h 3100377"/>
                <a:gd name="connsiteX5" fmla="*/ 4074472 w 8168953"/>
                <a:gd name="connsiteY5" fmla="*/ 1465296 h 3100377"/>
                <a:gd name="connsiteX6" fmla="*/ 8168119 w 8168953"/>
                <a:gd name="connsiteY6" fmla="*/ 7337 h 3100377"/>
                <a:gd name="connsiteX0" fmla="*/ 8168119 w 8168953"/>
                <a:gd name="connsiteY0" fmla="*/ 7337 h 3100429"/>
                <a:gd name="connsiteX1" fmla="*/ 8168953 w 8168953"/>
                <a:gd name="connsiteY1" fmla="*/ 1636654 h 3100429"/>
                <a:gd name="connsiteX2" fmla="*/ 4118520 w 8168953"/>
                <a:gd name="connsiteY2" fmla="*/ 3099826 h 3100429"/>
                <a:gd name="connsiteX3" fmla="*/ 0 w 8168953"/>
                <a:gd name="connsiteY3" fmla="*/ 1527651 h 3100429"/>
                <a:gd name="connsiteX4" fmla="*/ 2721 w 8168953"/>
                <a:gd name="connsiteY4" fmla="*/ 0 h 3100429"/>
                <a:gd name="connsiteX5" fmla="*/ 4074472 w 8168953"/>
                <a:gd name="connsiteY5" fmla="*/ 1465296 h 3100429"/>
                <a:gd name="connsiteX6" fmla="*/ 8168119 w 8168953"/>
                <a:gd name="connsiteY6" fmla="*/ 7337 h 3100429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166683" h="3099826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bg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                  </a:t>
              </a:r>
            </a:p>
          </p:txBody>
        </p:sp>
        <p:sp>
          <p:nvSpPr>
            <p:cNvPr id="1006" name="Oval 1005">
              <a:extLst>
                <a:ext uri="{FF2B5EF4-FFF2-40B4-BE49-F238E27FC236}">
                  <a16:creationId xmlns:a16="http://schemas.microsoft.com/office/drawing/2014/main" id="{8C7BD2BF-04E8-E048-B37B-2EF4588E9F88}"/>
                </a:ext>
              </a:extLst>
            </p:cNvPr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             </a:t>
              </a:r>
            </a:p>
          </p:txBody>
        </p:sp>
        <p:grpSp>
          <p:nvGrpSpPr>
            <p:cNvPr id="1007" name="Group 1006">
              <a:extLst>
                <a:ext uri="{FF2B5EF4-FFF2-40B4-BE49-F238E27FC236}">
                  <a16:creationId xmlns:a16="http://schemas.microsoft.com/office/drawing/2014/main" id="{2F0EBD81-A812-B54E-87D7-F2A2A0F73598}"/>
                </a:ext>
              </a:extLst>
            </p:cNvPr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1008" name="Freeform 1007">
                <a:extLst>
                  <a:ext uri="{FF2B5EF4-FFF2-40B4-BE49-F238E27FC236}">
                    <a16:creationId xmlns:a16="http://schemas.microsoft.com/office/drawing/2014/main" id="{DA0350AD-6BDD-8742-AD54-D31903BFFBCF}"/>
                  </a:ext>
                </a:extLst>
              </p:cNvPr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avLst/>
                <a:gdLst>
                  <a:gd name="connsiteX0" fmla="*/ 3725333 w 4588933"/>
                  <a:gd name="connsiteY0" fmla="*/ 0 h 1049866"/>
                  <a:gd name="connsiteX1" fmla="*/ 4588933 w 4588933"/>
                  <a:gd name="connsiteY1" fmla="*/ 270933 h 1049866"/>
                  <a:gd name="connsiteX2" fmla="*/ 3962400 w 4588933"/>
                  <a:gd name="connsiteY2" fmla="*/ 541866 h 1049866"/>
                  <a:gd name="connsiteX3" fmla="*/ 3742267 w 4588933"/>
                  <a:gd name="connsiteY3" fmla="*/ 457200 h 1049866"/>
                  <a:gd name="connsiteX4" fmla="*/ 2269067 w 4588933"/>
                  <a:gd name="connsiteY4" fmla="*/ 1049866 h 1049866"/>
                  <a:gd name="connsiteX5" fmla="*/ 880533 w 4588933"/>
                  <a:gd name="connsiteY5" fmla="*/ 457200 h 1049866"/>
                  <a:gd name="connsiteX6" fmla="*/ 592667 w 4588933"/>
                  <a:gd name="connsiteY6" fmla="*/ 541866 h 1049866"/>
                  <a:gd name="connsiteX7" fmla="*/ 0 w 4588933"/>
                  <a:gd name="connsiteY7" fmla="*/ 254000 h 1049866"/>
                  <a:gd name="connsiteX8" fmla="*/ 880533 w 4588933"/>
                  <a:gd name="connsiteY8" fmla="*/ 16933 h 1049866"/>
                  <a:gd name="connsiteX9" fmla="*/ 2302933 w 4588933"/>
                  <a:gd name="connsiteY9" fmla="*/ 626533 h 1049866"/>
                  <a:gd name="connsiteX10" fmla="*/ 3725333 w 4588933"/>
                  <a:gd name="connsiteY10" fmla="*/ 0 h 1049866"/>
                  <a:gd name="connsiteX0" fmla="*/ 3725333 w 4641485"/>
                  <a:gd name="connsiteY0" fmla="*/ 0 h 1049866"/>
                  <a:gd name="connsiteX1" fmla="*/ 4641485 w 4641485"/>
                  <a:gd name="connsiteY1" fmla="*/ 239402 h 1049866"/>
                  <a:gd name="connsiteX2" fmla="*/ 3962400 w 4641485"/>
                  <a:gd name="connsiteY2" fmla="*/ 541866 h 1049866"/>
                  <a:gd name="connsiteX3" fmla="*/ 3742267 w 4641485"/>
                  <a:gd name="connsiteY3" fmla="*/ 457200 h 1049866"/>
                  <a:gd name="connsiteX4" fmla="*/ 2269067 w 4641485"/>
                  <a:gd name="connsiteY4" fmla="*/ 1049866 h 1049866"/>
                  <a:gd name="connsiteX5" fmla="*/ 880533 w 4641485"/>
                  <a:gd name="connsiteY5" fmla="*/ 457200 h 1049866"/>
                  <a:gd name="connsiteX6" fmla="*/ 592667 w 4641485"/>
                  <a:gd name="connsiteY6" fmla="*/ 541866 h 1049866"/>
                  <a:gd name="connsiteX7" fmla="*/ 0 w 4641485"/>
                  <a:gd name="connsiteY7" fmla="*/ 254000 h 1049866"/>
                  <a:gd name="connsiteX8" fmla="*/ 880533 w 4641485"/>
                  <a:gd name="connsiteY8" fmla="*/ 16933 h 1049866"/>
                  <a:gd name="connsiteX9" fmla="*/ 2302933 w 4641485"/>
                  <a:gd name="connsiteY9" fmla="*/ 626533 h 1049866"/>
                  <a:gd name="connsiteX10" fmla="*/ 3725333 w 4641485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73798 w 4673016"/>
                  <a:gd name="connsiteY3" fmla="*/ 45720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84308 w 4673016"/>
                  <a:gd name="connsiteY3" fmla="*/ 404648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815839 w 4673016"/>
                  <a:gd name="connsiteY3" fmla="*/ 46771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4673016" h="104986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009" name="Freeform 1008">
                <a:extLst>
                  <a:ext uri="{FF2B5EF4-FFF2-40B4-BE49-F238E27FC236}">
                    <a16:creationId xmlns:a16="http://schemas.microsoft.com/office/drawing/2014/main" id="{3882FE62-2EF4-8345-A049-B867546B9748}"/>
                  </a:ext>
                </a:extLst>
              </p:cNvPr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avLst/>
                <a:gdLst>
                  <a:gd name="connsiteX0" fmla="*/ 21021 w 1744718"/>
                  <a:gd name="connsiteY0" fmla="*/ 0 h 903890"/>
                  <a:gd name="connsiteX1" fmla="*/ 1744718 w 1744718"/>
                  <a:gd name="connsiteY1" fmla="*/ 693683 h 903890"/>
                  <a:gd name="connsiteX2" fmla="*/ 1145628 w 1744718"/>
                  <a:gd name="connsiteY2" fmla="*/ 903890 h 903890"/>
                  <a:gd name="connsiteX3" fmla="*/ 0 w 1744718"/>
                  <a:gd name="connsiteY3" fmla="*/ 451945 h 903890"/>
                  <a:gd name="connsiteX4" fmla="*/ 21021 w 1744718"/>
                  <a:gd name="connsiteY4" fmla="*/ 0 h 9038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44718" h="903890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010" name="Freeform 1009">
                <a:extLst>
                  <a:ext uri="{FF2B5EF4-FFF2-40B4-BE49-F238E27FC236}">
                    <a16:creationId xmlns:a16="http://schemas.microsoft.com/office/drawing/2014/main" id="{323E0DB7-EDAB-4B44-8CD0-AA680735E842}"/>
                  </a:ext>
                </a:extLst>
              </p:cNvPr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avLst/>
                <a:gdLst>
                  <a:gd name="connsiteX0" fmla="*/ 1702676 w 1713187"/>
                  <a:gd name="connsiteY0" fmla="*/ 0 h 893380"/>
                  <a:gd name="connsiteX1" fmla="*/ 1713187 w 1713187"/>
                  <a:gd name="connsiteY1" fmla="*/ 472966 h 893380"/>
                  <a:gd name="connsiteX2" fmla="*/ 578069 w 1713187"/>
                  <a:gd name="connsiteY2" fmla="*/ 893380 h 893380"/>
                  <a:gd name="connsiteX3" fmla="*/ 0 w 1713187"/>
                  <a:gd name="connsiteY3" fmla="*/ 693683 h 893380"/>
                  <a:gd name="connsiteX4" fmla="*/ 1702676 w 1713187"/>
                  <a:gd name="connsiteY4" fmla="*/ 0 h 8933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13187" h="893380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011" name="Freeform 1010">
                <a:extLst>
                  <a:ext uri="{FF2B5EF4-FFF2-40B4-BE49-F238E27FC236}">
                    <a16:creationId xmlns:a16="http://schemas.microsoft.com/office/drawing/2014/main" id="{859E3ACC-40C8-9E4B-909F-00901CF258D2}"/>
                  </a:ext>
                </a:extLst>
              </p:cNvPr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avLst/>
                <a:gdLst>
                  <a:gd name="connsiteX0" fmla="*/ 599089 w 4162096"/>
                  <a:gd name="connsiteY0" fmla="*/ 273269 h 1618593"/>
                  <a:gd name="connsiteX1" fmla="*/ 882869 w 4162096"/>
                  <a:gd name="connsiteY1" fmla="*/ 199697 h 1618593"/>
                  <a:gd name="connsiteX2" fmla="*/ 2312276 w 4162096"/>
                  <a:gd name="connsiteY2" fmla="*/ 798786 h 1618593"/>
                  <a:gd name="connsiteX3" fmla="*/ 3794234 w 4162096"/>
                  <a:gd name="connsiteY3" fmla="*/ 199697 h 1618593"/>
                  <a:gd name="connsiteX4" fmla="*/ 4014951 w 4162096"/>
                  <a:gd name="connsiteY4" fmla="*/ 273269 h 1618593"/>
                  <a:gd name="connsiteX5" fmla="*/ 3058510 w 4162096"/>
                  <a:gd name="connsiteY5" fmla="*/ 641131 h 1618593"/>
                  <a:gd name="connsiteX6" fmla="*/ 3026979 w 4162096"/>
                  <a:gd name="connsiteY6" fmla="*/ 1114097 h 1618593"/>
                  <a:gd name="connsiteX7" fmla="*/ 4162096 w 4162096"/>
                  <a:gd name="connsiteY7" fmla="*/ 1545021 h 1618593"/>
                  <a:gd name="connsiteX8" fmla="*/ 3878317 w 4162096"/>
                  <a:gd name="connsiteY8" fmla="*/ 1608083 h 1618593"/>
                  <a:gd name="connsiteX9" fmla="*/ 2301765 w 4162096"/>
                  <a:gd name="connsiteY9" fmla="*/ 945931 h 1618593"/>
                  <a:gd name="connsiteX10" fmla="*/ 693682 w 4162096"/>
                  <a:gd name="connsiteY10" fmla="*/ 1618593 h 1618593"/>
                  <a:gd name="connsiteX11" fmla="*/ 430924 w 4162096"/>
                  <a:gd name="connsiteY11" fmla="*/ 1524000 h 1618593"/>
                  <a:gd name="connsiteX12" fmla="*/ 1576551 w 4162096"/>
                  <a:gd name="connsiteY12" fmla="*/ 1082566 h 1618593"/>
                  <a:gd name="connsiteX13" fmla="*/ 1545020 w 4162096"/>
                  <a:gd name="connsiteY13" fmla="*/ 609600 h 1618593"/>
                  <a:gd name="connsiteX14" fmla="*/ 0 w 4162096"/>
                  <a:gd name="connsiteY14" fmla="*/ 0 h 1618593"/>
                  <a:gd name="connsiteX15" fmla="*/ 872358 w 4162096"/>
                  <a:gd name="connsiteY15" fmla="*/ 210207 h 1618593"/>
                  <a:gd name="connsiteX16" fmla="*/ 872358 w 4162096"/>
                  <a:gd name="connsiteY16" fmla="*/ 210207 h 1618593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15" fmla="*/ 441434 w 3731172"/>
                  <a:gd name="connsiteY15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357351 w 3731172"/>
                  <a:gd name="connsiteY14" fmla="*/ 115613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56137 w 3731172"/>
                  <a:gd name="connsiteY13" fmla="*/ 441434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903890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575034 w 3710151"/>
                  <a:gd name="connsiteY6" fmla="*/ 91440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06565 w 3710151"/>
                  <a:gd name="connsiteY6" fmla="*/ 92491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5151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09858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62012 w 3725019"/>
                  <a:gd name="connsiteY0" fmla="*/ 73572 h 1418896"/>
                  <a:gd name="connsiteX1" fmla="*/ 445792 w 3725019"/>
                  <a:gd name="connsiteY1" fmla="*/ 0 h 1418896"/>
                  <a:gd name="connsiteX2" fmla="*/ 1852896 w 3725019"/>
                  <a:gd name="connsiteY2" fmla="*/ 591655 h 1418896"/>
                  <a:gd name="connsiteX3" fmla="*/ 3357157 w 3725019"/>
                  <a:gd name="connsiteY3" fmla="*/ 0 h 1418896"/>
                  <a:gd name="connsiteX4" fmla="*/ 3577874 w 3725019"/>
                  <a:gd name="connsiteY4" fmla="*/ 73572 h 1418896"/>
                  <a:gd name="connsiteX5" fmla="*/ 2632585 w 3725019"/>
                  <a:gd name="connsiteY5" fmla="*/ 448868 h 1418896"/>
                  <a:gd name="connsiteX6" fmla="*/ 2625150 w 3725019"/>
                  <a:gd name="connsiteY6" fmla="*/ 902607 h 1418896"/>
                  <a:gd name="connsiteX7" fmla="*/ 3725019 w 3725019"/>
                  <a:gd name="connsiteY7" fmla="*/ 1345324 h 1418896"/>
                  <a:gd name="connsiteX8" fmla="*/ 3441240 w 3725019"/>
                  <a:gd name="connsiteY8" fmla="*/ 1408386 h 1418896"/>
                  <a:gd name="connsiteX9" fmla="*/ 1864688 w 3725019"/>
                  <a:gd name="connsiteY9" fmla="*/ 746234 h 1418896"/>
                  <a:gd name="connsiteX10" fmla="*/ 256605 w 3725019"/>
                  <a:gd name="connsiteY10" fmla="*/ 1418896 h 1418896"/>
                  <a:gd name="connsiteX11" fmla="*/ 0 w 3725019"/>
                  <a:gd name="connsiteY11" fmla="*/ 1331097 h 1418896"/>
                  <a:gd name="connsiteX12" fmla="*/ 1113454 w 3725019"/>
                  <a:gd name="connsiteY12" fmla="*/ 903890 h 1418896"/>
                  <a:gd name="connsiteX13" fmla="*/ 1102302 w 3725019"/>
                  <a:gd name="connsiteY13" fmla="*/ 451945 h 1418896"/>
                  <a:gd name="connsiteX14" fmla="*/ 183032 w 3725019"/>
                  <a:gd name="connsiteY14" fmla="*/ 84081 h 1418896"/>
                  <a:gd name="connsiteX15" fmla="*/ 162012 w 3725019"/>
                  <a:gd name="connsiteY15" fmla="*/ 73572 h 14188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725019" h="1418896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</p:grpSp>
      <p:sp>
        <p:nvSpPr>
          <p:cNvPr id="677" name="Text Box 14">
            <a:extLst>
              <a:ext uri="{FF2B5EF4-FFF2-40B4-BE49-F238E27FC236}">
                <a16:creationId xmlns:a16="http://schemas.microsoft.com/office/drawing/2014/main" id="{A3C80523-A3C7-5A48-AF35-91A54191B32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10361" y="3661938"/>
            <a:ext cx="1912938" cy="3952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finite shared output link buffers</a:t>
            </a:r>
          </a:p>
        </p:txBody>
      </p:sp>
      <p:sp>
        <p:nvSpPr>
          <p:cNvPr id="678" name="Line 15">
            <a:extLst>
              <a:ext uri="{FF2B5EF4-FFF2-40B4-BE49-F238E27FC236}">
                <a16:creationId xmlns:a16="http://schemas.microsoft.com/office/drawing/2014/main" id="{A54ED1D9-7AF8-1C46-92BF-64AB53B44E8A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4151313" y="4113259"/>
            <a:ext cx="923925" cy="866775"/>
          </a:xfrm>
          <a:prstGeom prst="line">
            <a:avLst/>
          </a:prstGeom>
          <a:noFill/>
          <a:ln w="1905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687" name="Text Box 65">
            <a:extLst>
              <a:ext uri="{FF2B5EF4-FFF2-40B4-BE49-F238E27FC236}">
                <a16:creationId xmlns:a16="http://schemas.microsoft.com/office/drawing/2014/main" id="{A6D6C3CB-B52A-B540-B712-B3A1C6545B8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92563" y="2779759"/>
            <a:ext cx="735012" cy="231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Host A</a:t>
            </a:r>
          </a:p>
        </p:txBody>
      </p:sp>
      <p:sp>
        <p:nvSpPr>
          <p:cNvPr id="688" name="Line 67">
            <a:extLst>
              <a:ext uri="{FF2B5EF4-FFF2-40B4-BE49-F238E27FC236}">
                <a16:creationId xmlns:a16="http://schemas.microsoft.com/office/drawing/2014/main" id="{4C1968E6-EC62-094F-BD83-D9CA6A530514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1868129" y="6103982"/>
            <a:ext cx="2462570" cy="0"/>
          </a:xfrm>
          <a:prstGeom prst="line">
            <a:avLst/>
          </a:prstGeom>
          <a:noFill/>
          <a:ln w="1905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696" name="Line 117">
            <a:extLst>
              <a:ext uri="{FF2B5EF4-FFF2-40B4-BE49-F238E27FC236}">
                <a16:creationId xmlns:a16="http://schemas.microsoft.com/office/drawing/2014/main" id="{52940752-F616-324B-80EA-ECAB405BF34E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4637088" y="4543472"/>
            <a:ext cx="1357312" cy="17462"/>
          </a:xfrm>
          <a:prstGeom prst="line">
            <a:avLst/>
          </a:prstGeom>
          <a:noFill/>
          <a:ln w="1905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697" name="Line 118">
            <a:extLst>
              <a:ext uri="{FF2B5EF4-FFF2-40B4-BE49-F238E27FC236}">
                <a16:creationId xmlns:a16="http://schemas.microsoft.com/office/drawing/2014/main" id="{C9FD2B0B-C893-774C-980F-8CD9C6DDBAA3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6302375" y="4560933"/>
            <a:ext cx="895350" cy="9525"/>
          </a:xfrm>
          <a:prstGeom prst="line">
            <a:avLst/>
          </a:prstGeom>
          <a:noFill/>
          <a:ln w="1905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698" name="Line 119">
            <a:extLst>
              <a:ext uri="{FF2B5EF4-FFF2-40B4-BE49-F238E27FC236}">
                <a16:creationId xmlns:a16="http://schemas.microsoft.com/office/drawing/2014/main" id="{6C25B7AE-261A-0646-8C1E-3F48F28CCE36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6361112" y="4073832"/>
            <a:ext cx="1337545" cy="1353877"/>
          </a:xfrm>
          <a:prstGeom prst="line">
            <a:avLst/>
          </a:prstGeom>
          <a:noFill/>
          <a:ln w="1905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699" name="Line 120">
            <a:extLst>
              <a:ext uri="{FF2B5EF4-FFF2-40B4-BE49-F238E27FC236}">
                <a16:creationId xmlns:a16="http://schemas.microsoft.com/office/drawing/2014/main" id="{323341B4-BD94-8040-82E9-99EC24A84587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7687685" y="4077626"/>
            <a:ext cx="439738" cy="0"/>
          </a:xfrm>
          <a:prstGeom prst="line">
            <a:avLst/>
          </a:prstGeom>
          <a:noFill/>
          <a:ln w="1905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D478B0D0-619F-7349-B4E5-DCEC3A9A7101}"/>
              </a:ext>
            </a:extLst>
          </p:cNvPr>
          <p:cNvGrpSpPr/>
          <p:nvPr/>
        </p:nvGrpSpPr>
        <p:grpSpPr>
          <a:xfrm>
            <a:off x="7027073" y="4812231"/>
            <a:ext cx="637943" cy="602421"/>
            <a:chOff x="7027073" y="4812231"/>
            <a:chExt cx="637943" cy="602421"/>
          </a:xfrm>
        </p:grpSpPr>
        <p:sp>
          <p:nvSpPr>
            <p:cNvPr id="753" name="Text Box 216">
              <a:extLst>
                <a:ext uri="{FF2B5EF4-FFF2-40B4-BE49-F238E27FC236}">
                  <a16:creationId xmlns:a16="http://schemas.microsoft.com/office/drawing/2014/main" id="{586CD15E-9DCF-2242-ADC7-0EBB063D098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027073" y="4812231"/>
              <a:ext cx="617537" cy="3667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2000" b="0" i="0" u="none" strike="noStrike" kern="1200" cap="none" spc="0" normalizeH="0" baseline="0" noProof="0" dirty="0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Symbol" pitchFamily="2" charset="2"/>
                  <a:ea typeface="ＭＳ Ｐゴシック" panose="020B0600070205080204" pitchFamily="34" charset="-128"/>
                  <a:cs typeface="+mn-cs"/>
                </a:rPr>
                <a:t>l</a:t>
              </a:r>
              <a:r>
                <a:rPr kumimoji="0" lang="en-US" altLang="en-US" sz="20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out</a:t>
              </a:r>
              <a:endParaRPr kumimoji="0" lang="en-US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omic Sans MS" panose="030F0902030302020204" pitchFamily="66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754" name="Line 217">
              <a:extLst>
                <a:ext uri="{FF2B5EF4-FFF2-40B4-BE49-F238E27FC236}">
                  <a16:creationId xmlns:a16="http://schemas.microsoft.com/office/drawing/2014/main" id="{676E6049-2186-D442-B4B2-91F3161EB30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464991" y="5195577"/>
              <a:ext cx="200025" cy="219075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</p:grpSp>
      <p:sp>
        <p:nvSpPr>
          <p:cNvPr id="755" name="Line 218">
            <a:extLst>
              <a:ext uri="{FF2B5EF4-FFF2-40B4-BE49-F238E27FC236}">
                <a16:creationId xmlns:a16="http://schemas.microsoft.com/office/drawing/2014/main" id="{9FC0E2B7-EE1C-0D41-8103-C8FCB3F9E514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6249988" y="4162002"/>
            <a:ext cx="7937" cy="243358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779" name="Line 242">
            <a:extLst>
              <a:ext uri="{FF2B5EF4-FFF2-40B4-BE49-F238E27FC236}">
                <a16:creationId xmlns:a16="http://schemas.microsoft.com/office/drawing/2014/main" id="{064F47BF-3B0B-DE43-9F0E-D139AF6115EB}"/>
              </a:ext>
            </a:extLst>
          </p:cNvPr>
          <p:cNvSpPr>
            <a:spLocks noChangeShapeType="1"/>
          </p:cNvSpPr>
          <p:nvPr/>
        </p:nvSpPr>
        <p:spPr bwMode="auto">
          <a:xfrm>
            <a:off x="6465888" y="3475084"/>
            <a:ext cx="276225" cy="1588"/>
          </a:xfrm>
          <a:prstGeom prst="line">
            <a:avLst/>
          </a:prstGeom>
          <a:noFill/>
          <a:ln w="38100">
            <a:solidFill>
              <a:srgbClr val="FFFFFF"/>
            </a:solidFill>
            <a:prstDash val="sys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806" name="Line 270">
            <a:extLst>
              <a:ext uri="{FF2B5EF4-FFF2-40B4-BE49-F238E27FC236}">
                <a16:creationId xmlns:a16="http://schemas.microsoft.com/office/drawing/2014/main" id="{E95CA478-DC80-E94D-871D-F0A47C37057C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4637087" y="6084932"/>
            <a:ext cx="2876307" cy="22485"/>
          </a:xfrm>
          <a:prstGeom prst="line">
            <a:avLst/>
          </a:prstGeom>
          <a:noFill/>
          <a:ln w="1905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807" name="Line 271">
            <a:extLst>
              <a:ext uri="{FF2B5EF4-FFF2-40B4-BE49-F238E27FC236}">
                <a16:creationId xmlns:a16="http://schemas.microsoft.com/office/drawing/2014/main" id="{27AA192C-A882-6942-AFC6-B10AE7C0042D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5711825" y="5461837"/>
            <a:ext cx="604176" cy="632622"/>
          </a:xfrm>
          <a:prstGeom prst="line">
            <a:avLst/>
          </a:prstGeom>
          <a:noFill/>
          <a:ln w="1905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grpSp>
        <p:nvGrpSpPr>
          <p:cNvPr id="1020" name="Group 1019">
            <a:extLst>
              <a:ext uri="{FF2B5EF4-FFF2-40B4-BE49-F238E27FC236}">
                <a16:creationId xmlns:a16="http://schemas.microsoft.com/office/drawing/2014/main" id="{B351B890-D7B2-6B4A-A54F-9A17DCD4F2A5}"/>
              </a:ext>
            </a:extLst>
          </p:cNvPr>
          <p:cNvGrpSpPr/>
          <p:nvPr/>
        </p:nvGrpSpPr>
        <p:grpSpPr>
          <a:xfrm>
            <a:off x="4115809" y="5911519"/>
            <a:ext cx="923925" cy="426578"/>
            <a:chOff x="7493876" y="2774731"/>
            <a:chExt cx="1481958" cy="894622"/>
          </a:xfrm>
        </p:grpSpPr>
        <p:sp>
          <p:nvSpPr>
            <p:cNvPr id="1021" name="Freeform 1020">
              <a:extLst>
                <a:ext uri="{FF2B5EF4-FFF2-40B4-BE49-F238E27FC236}">
                  <a16:creationId xmlns:a16="http://schemas.microsoft.com/office/drawing/2014/main" id="{BFA1621A-7C33-1442-AABC-8CA9989EF863}"/>
                </a:ext>
              </a:extLst>
            </p:cNvPr>
            <p:cNvSpPr/>
            <p:nvPr/>
          </p:nvSpPr>
          <p:spPr>
            <a:xfrm>
              <a:off x="7493876" y="3084399"/>
              <a:ext cx="1481958" cy="584954"/>
            </a:xfrm>
            <a:custGeom>
              <a:avLst/>
              <a:gdLst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76538 w 8176538"/>
                <a:gd name="connsiteY0" fmla="*/ 0 h 2638097"/>
                <a:gd name="connsiteX1" fmla="*/ 8176538 w 8176538"/>
                <a:gd name="connsiteY1" fmla="*/ 1271752 h 2638097"/>
                <a:gd name="connsiteX2" fmla="*/ 4088015 w 8176538"/>
                <a:gd name="connsiteY2" fmla="*/ 2638097 h 2638097"/>
                <a:gd name="connsiteX3" fmla="*/ 0 w 8176538"/>
                <a:gd name="connsiteY3" fmla="*/ 1269888 h 2638097"/>
                <a:gd name="connsiteX4" fmla="*/ 20511 w 8176538"/>
                <a:gd name="connsiteY4" fmla="*/ 147145 h 2638097"/>
                <a:gd name="connsiteX5" fmla="*/ 4088015 w 8176538"/>
                <a:gd name="connsiteY5" fmla="*/ 1566042 h 2638097"/>
                <a:gd name="connsiteX6" fmla="*/ 8176538 w 8176538"/>
                <a:gd name="connsiteY6" fmla="*/ 0 h 2638097"/>
                <a:gd name="connsiteX0" fmla="*/ 8176538 w 8176538"/>
                <a:gd name="connsiteY0" fmla="*/ 0 h 2772020"/>
                <a:gd name="connsiteX1" fmla="*/ 8176538 w 8176538"/>
                <a:gd name="connsiteY1" fmla="*/ 1271752 h 2772020"/>
                <a:gd name="connsiteX2" fmla="*/ 4099034 w 8176538"/>
                <a:gd name="connsiteY2" fmla="*/ 2772020 h 2772020"/>
                <a:gd name="connsiteX3" fmla="*/ 0 w 8176538"/>
                <a:gd name="connsiteY3" fmla="*/ 1269888 h 2772020"/>
                <a:gd name="connsiteX4" fmla="*/ 20511 w 8176538"/>
                <a:gd name="connsiteY4" fmla="*/ 147145 h 2772020"/>
                <a:gd name="connsiteX5" fmla="*/ 4088015 w 8176538"/>
                <a:gd name="connsiteY5" fmla="*/ 1566042 h 2772020"/>
                <a:gd name="connsiteX6" fmla="*/ 8176538 w 8176538"/>
                <a:gd name="connsiteY6" fmla="*/ 0 h 2772020"/>
                <a:gd name="connsiteX0" fmla="*/ 8176538 w 8176538"/>
                <a:gd name="connsiteY0" fmla="*/ 0 h 2772339"/>
                <a:gd name="connsiteX1" fmla="*/ 8176538 w 8176538"/>
                <a:gd name="connsiteY1" fmla="*/ 1378890 h 2772339"/>
                <a:gd name="connsiteX2" fmla="*/ 4099034 w 8176538"/>
                <a:gd name="connsiteY2" fmla="*/ 2772020 h 2772339"/>
                <a:gd name="connsiteX3" fmla="*/ 0 w 8176538"/>
                <a:gd name="connsiteY3" fmla="*/ 1269888 h 2772339"/>
                <a:gd name="connsiteX4" fmla="*/ 20511 w 8176538"/>
                <a:gd name="connsiteY4" fmla="*/ 147145 h 2772339"/>
                <a:gd name="connsiteX5" fmla="*/ 4088015 w 8176538"/>
                <a:gd name="connsiteY5" fmla="*/ 1566042 h 2772339"/>
                <a:gd name="connsiteX6" fmla="*/ 8176538 w 8176538"/>
                <a:gd name="connsiteY6" fmla="*/ 0 h 2772339"/>
                <a:gd name="connsiteX0" fmla="*/ 8176538 w 8176538"/>
                <a:gd name="connsiteY0" fmla="*/ 0 h 2825888"/>
                <a:gd name="connsiteX1" fmla="*/ 8176538 w 8176538"/>
                <a:gd name="connsiteY1" fmla="*/ 1378890 h 2825888"/>
                <a:gd name="connsiteX2" fmla="*/ 4099034 w 8176538"/>
                <a:gd name="connsiteY2" fmla="*/ 2825590 h 2825888"/>
                <a:gd name="connsiteX3" fmla="*/ 0 w 8176538"/>
                <a:gd name="connsiteY3" fmla="*/ 1269888 h 2825888"/>
                <a:gd name="connsiteX4" fmla="*/ 20511 w 8176538"/>
                <a:gd name="connsiteY4" fmla="*/ 147145 h 2825888"/>
                <a:gd name="connsiteX5" fmla="*/ 4088015 w 8176538"/>
                <a:gd name="connsiteY5" fmla="*/ 1566042 h 2825888"/>
                <a:gd name="connsiteX6" fmla="*/ 8176538 w 8176538"/>
                <a:gd name="connsiteY6" fmla="*/ 0 h 2825888"/>
                <a:gd name="connsiteX0" fmla="*/ 8165518 w 8165518"/>
                <a:gd name="connsiteY0" fmla="*/ 0 h 2825606"/>
                <a:gd name="connsiteX1" fmla="*/ 8165518 w 8165518"/>
                <a:gd name="connsiteY1" fmla="*/ 1378890 h 2825606"/>
                <a:gd name="connsiteX2" fmla="*/ 4088014 w 8165518"/>
                <a:gd name="connsiteY2" fmla="*/ 2825590 h 2825606"/>
                <a:gd name="connsiteX3" fmla="*/ 0 w 8165518"/>
                <a:gd name="connsiteY3" fmla="*/ 1403811 h 2825606"/>
                <a:gd name="connsiteX4" fmla="*/ 9491 w 8165518"/>
                <a:gd name="connsiteY4" fmla="*/ 147145 h 2825606"/>
                <a:gd name="connsiteX5" fmla="*/ 4076995 w 8165518"/>
                <a:gd name="connsiteY5" fmla="*/ 1566042 h 2825606"/>
                <a:gd name="connsiteX6" fmla="*/ 8165518 w 8165518"/>
                <a:gd name="connsiteY6" fmla="*/ 0 h 2825606"/>
                <a:gd name="connsiteX0" fmla="*/ 8165518 w 8165518"/>
                <a:gd name="connsiteY0" fmla="*/ 0 h 2879174"/>
                <a:gd name="connsiteX1" fmla="*/ 8165518 w 8165518"/>
                <a:gd name="connsiteY1" fmla="*/ 1378890 h 2879174"/>
                <a:gd name="connsiteX2" fmla="*/ 4132092 w 8165518"/>
                <a:gd name="connsiteY2" fmla="*/ 2879159 h 2879174"/>
                <a:gd name="connsiteX3" fmla="*/ 0 w 8165518"/>
                <a:gd name="connsiteY3" fmla="*/ 1403811 h 2879174"/>
                <a:gd name="connsiteX4" fmla="*/ 9491 w 8165518"/>
                <a:gd name="connsiteY4" fmla="*/ 147145 h 2879174"/>
                <a:gd name="connsiteX5" fmla="*/ 4076995 w 8165518"/>
                <a:gd name="connsiteY5" fmla="*/ 1566042 h 2879174"/>
                <a:gd name="connsiteX6" fmla="*/ 8165518 w 8165518"/>
                <a:gd name="connsiteY6" fmla="*/ 0 h 2879174"/>
                <a:gd name="connsiteX0" fmla="*/ 8165518 w 8176537"/>
                <a:gd name="connsiteY0" fmla="*/ 0 h 2879410"/>
                <a:gd name="connsiteX1" fmla="*/ 8176537 w 8176537"/>
                <a:gd name="connsiteY1" fmla="*/ 1499420 h 2879410"/>
                <a:gd name="connsiteX2" fmla="*/ 4132092 w 8176537"/>
                <a:gd name="connsiteY2" fmla="*/ 2879159 h 2879410"/>
                <a:gd name="connsiteX3" fmla="*/ 0 w 8176537"/>
                <a:gd name="connsiteY3" fmla="*/ 1403811 h 2879410"/>
                <a:gd name="connsiteX4" fmla="*/ 9491 w 8176537"/>
                <a:gd name="connsiteY4" fmla="*/ 147145 h 2879410"/>
                <a:gd name="connsiteX5" fmla="*/ 4076995 w 8176537"/>
                <a:gd name="connsiteY5" fmla="*/ 1566042 h 2879410"/>
                <a:gd name="connsiteX6" fmla="*/ 8165518 w 8176537"/>
                <a:gd name="connsiteY6" fmla="*/ 0 h 2879410"/>
                <a:gd name="connsiteX0" fmla="*/ 8165518 w 8176537"/>
                <a:gd name="connsiteY0" fmla="*/ 0 h 2879262"/>
                <a:gd name="connsiteX1" fmla="*/ 8176537 w 8176537"/>
                <a:gd name="connsiteY1" fmla="*/ 1499420 h 2879262"/>
                <a:gd name="connsiteX2" fmla="*/ 4132092 w 8176537"/>
                <a:gd name="connsiteY2" fmla="*/ 2879159 h 2879262"/>
                <a:gd name="connsiteX3" fmla="*/ 0 w 8176537"/>
                <a:gd name="connsiteY3" fmla="*/ 1403811 h 2879262"/>
                <a:gd name="connsiteX4" fmla="*/ 9491 w 8176537"/>
                <a:gd name="connsiteY4" fmla="*/ 147145 h 2879262"/>
                <a:gd name="connsiteX5" fmla="*/ 4076995 w 8176537"/>
                <a:gd name="connsiteY5" fmla="*/ 1566042 h 2879262"/>
                <a:gd name="connsiteX6" fmla="*/ 8165518 w 8176537"/>
                <a:gd name="connsiteY6" fmla="*/ 0 h 2879262"/>
                <a:gd name="connsiteX0" fmla="*/ 8165518 w 8176537"/>
                <a:gd name="connsiteY0" fmla="*/ 0 h 2879163"/>
                <a:gd name="connsiteX1" fmla="*/ 8176537 w 8176537"/>
                <a:gd name="connsiteY1" fmla="*/ 1499420 h 2879163"/>
                <a:gd name="connsiteX2" fmla="*/ 4132092 w 8176537"/>
                <a:gd name="connsiteY2" fmla="*/ 2879159 h 2879163"/>
                <a:gd name="connsiteX3" fmla="*/ 0 w 8176537"/>
                <a:gd name="connsiteY3" fmla="*/ 1510948 h 2879163"/>
                <a:gd name="connsiteX4" fmla="*/ 9491 w 8176537"/>
                <a:gd name="connsiteY4" fmla="*/ 147145 h 2879163"/>
                <a:gd name="connsiteX5" fmla="*/ 4076995 w 8176537"/>
                <a:gd name="connsiteY5" fmla="*/ 1566042 h 2879163"/>
                <a:gd name="connsiteX6" fmla="*/ 8165518 w 8176537"/>
                <a:gd name="connsiteY6" fmla="*/ 0 h 2879163"/>
                <a:gd name="connsiteX0" fmla="*/ 8165518 w 8198577"/>
                <a:gd name="connsiteY0" fmla="*/ 0 h 2879451"/>
                <a:gd name="connsiteX1" fmla="*/ 8198577 w 8198577"/>
                <a:gd name="connsiteY1" fmla="*/ 1606558 h 2879451"/>
                <a:gd name="connsiteX2" fmla="*/ 4132092 w 8198577"/>
                <a:gd name="connsiteY2" fmla="*/ 2879159 h 2879451"/>
                <a:gd name="connsiteX3" fmla="*/ 0 w 8198577"/>
                <a:gd name="connsiteY3" fmla="*/ 1510948 h 2879451"/>
                <a:gd name="connsiteX4" fmla="*/ 9491 w 8198577"/>
                <a:gd name="connsiteY4" fmla="*/ 147145 h 2879451"/>
                <a:gd name="connsiteX5" fmla="*/ 4076995 w 8198577"/>
                <a:gd name="connsiteY5" fmla="*/ 1566042 h 2879451"/>
                <a:gd name="connsiteX6" fmla="*/ 8165518 w 8198577"/>
                <a:gd name="connsiteY6" fmla="*/ 0 h 2879451"/>
                <a:gd name="connsiteX0" fmla="*/ 8165518 w 8165518"/>
                <a:gd name="connsiteY0" fmla="*/ 0 h 2880066"/>
                <a:gd name="connsiteX1" fmla="*/ 8165518 w 8165518"/>
                <a:gd name="connsiteY1" fmla="*/ 1673520 h 2880066"/>
                <a:gd name="connsiteX2" fmla="*/ 4132092 w 8165518"/>
                <a:gd name="connsiteY2" fmla="*/ 2879159 h 2880066"/>
                <a:gd name="connsiteX3" fmla="*/ 0 w 8165518"/>
                <a:gd name="connsiteY3" fmla="*/ 1510948 h 2880066"/>
                <a:gd name="connsiteX4" fmla="*/ 9491 w 8165518"/>
                <a:gd name="connsiteY4" fmla="*/ 147145 h 2880066"/>
                <a:gd name="connsiteX5" fmla="*/ 4076995 w 8165518"/>
                <a:gd name="connsiteY5" fmla="*/ 1566042 h 2880066"/>
                <a:gd name="connsiteX6" fmla="*/ 8165518 w 8165518"/>
                <a:gd name="connsiteY6" fmla="*/ 0 h 2880066"/>
                <a:gd name="connsiteX0" fmla="*/ 8156794 w 8156794"/>
                <a:gd name="connsiteY0" fmla="*/ 0 h 2879270"/>
                <a:gd name="connsiteX1" fmla="*/ 8156794 w 8156794"/>
                <a:gd name="connsiteY1" fmla="*/ 1673520 h 2879270"/>
                <a:gd name="connsiteX2" fmla="*/ 4123368 w 8156794"/>
                <a:gd name="connsiteY2" fmla="*/ 2879159 h 2879270"/>
                <a:gd name="connsiteX3" fmla="*/ 2295 w 8156794"/>
                <a:gd name="connsiteY3" fmla="*/ 1618086 h 2879270"/>
                <a:gd name="connsiteX4" fmla="*/ 767 w 8156794"/>
                <a:gd name="connsiteY4" fmla="*/ 147145 h 2879270"/>
                <a:gd name="connsiteX5" fmla="*/ 4068271 w 8156794"/>
                <a:gd name="connsiteY5" fmla="*/ 1566042 h 2879270"/>
                <a:gd name="connsiteX6" fmla="*/ 8156794 w 8156794"/>
                <a:gd name="connsiteY6" fmla="*/ 0 h 287927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20"/>
                <a:gd name="connsiteX1" fmla="*/ 8156794 w 8156794"/>
                <a:gd name="connsiteY1" fmla="*/ 1673520 h 2973020"/>
                <a:gd name="connsiteX2" fmla="*/ 4134388 w 8156794"/>
                <a:gd name="connsiteY2" fmla="*/ 2972904 h 2973020"/>
                <a:gd name="connsiteX3" fmla="*/ 2295 w 8156794"/>
                <a:gd name="connsiteY3" fmla="*/ 1618086 h 2973020"/>
                <a:gd name="connsiteX4" fmla="*/ 767 w 8156794"/>
                <a:gd name="connsiteY4" fmla="*/ 147145 h 2973020"/>
                <a:gd name="connsiteX5" fmla="*/ 4068271 w 8156794"/>
                <a:gd name="connsiteY5" fmla="*/ 1566042 h 2973020"/>
                <a:gd name="connsiteX6" fmla="*/ 8156794 w 8156794"/>
                <a:gd name="connsiteY6" fmla="*/ 0 h 2973020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141"/>
                <a:gd name="connsiteX1" fmla="*/ 8156794 w 8156794"/>
                <a:gd name="connsiteY1" fmla="*/ 1673520 h 2973141"/>
                <a:gd name="connsiteX2" fmla="*/ 4134388 w 8156794"/>
                <a:gd name="connsiteY2" fmla="*/ 2972904 h 2973141"/>
                <a:gd name="connsiteX3" fmla="*/ 2295 w 8156794"/>
                <a:gd name="connsiteY3" fmla="*/ 1618086 h 2973141"/>
                <a:gd name="connsiteX4" fmla="*/ 767 w 8156794"/>
                <a:gd name="connsiteY4" fmla="*/ 147145 h 2973141"/>
                <a:gd name="connsiteX5" fmla="*/ 4068271 w 8156794"/>
                <a:gd name="connsiteY5" fmla="*/ 1566042 h 2973141"/>
                <a:gd name="connsiteX6" fmla="*/ 8156794 w 8156794"/>
                <a:gd name="connsiteY6" fmla="*/ 0 h 2973141"/>
                <a:gd name="connsiteX0" fmla="*/ 8156794 w 8156794"/>
                <a:gd name="connsiteY0" fmla="*/ 0 h 3066827"/>
                <a:gd name="connsiteX1" fmla="*/ 8156794 w 8156794"/>
                <a:gd name="connsiteY1" fmla="*/ 1673520 h 3066827"/>
                <a:gd name="connsiteX2" fmla="*/ 4123353 w 8156794"/>
                <a:gd name="connsiteY2" fmla="*/ 3066650 h 3066827"/>
                <a:gd name="connsiteX3" fmla="*/ 2295 w 8156794"/>
                <a:gd name="connsiteY3" fmla="*/ 1618086 h 3066827"/>
                <a:gd name="connsiteX4" fmla="*/ 767 w 8156794"/>
                <a:gd name="connsiteY4" fmla="*/ 147145 h 3066827"/>
                <a:gd name="connsiteX5" fmla="*/ 4068271 w 8156794"/>
                <a:gd name="connsiteY5" fmla="*/ 1566042 h 3066827"/>
                <a:gd name="connsiteX6" fmla="*/ 8156794 w 8156794"/>
                <a:gd name="connsiteY6" fmla="*/ 0 h 3066827"/>
                <a:gd name="connsiteX0" fmla="*/ 8123689 w 8156794"/>
                <a:gd name="connsiteY0" fmla="*/ 0 h 2999866"/>
                <a:gd name="connsiteX1" fmla="*/ 8156794 w 8156794"/>
                <a:gd name="connsiteY1" fmla="*/ 1606559 h 2999866"/>
                <a:gd name="connsiteX2" fmla="*/ 4123353 w 8156794"/>
                <a:gd name="connsiteY2" fmla="*/ 2999689 h 2999866"/>
                <a:gd name="connsiteX3" fmla="*/ 2295 w 8156794"/>
                <a:gd name="connsiteY3" fmla="*/ 1551125 h 2999866"/>
                <a:gd name="connsiteX4" fmla="*/ 767 w 8156794"/>
                <a:gd name="connsiteY4" fmla="*/ 80184 h 2999866"/>
                <a:gd name="connsiteX5" fmla="*/ 4068271 w 8156794"/>
                <a:gd name="connsiteY5" fmla="*/ 1499081 h 2999866"/>
                <a:gd name="connsiteX6" fmla="*/ 8123689 w 8156794"/>
                <a:gd name="connsiteY6" fmla="*/ 0 h 2999866"/>
                <a:gd name="connsiteX0" fmla="*/ 8167828 w 8167828"/>
                <a:gd name="connsiteY0" fmla="*/ 0 h 3026651"/>
                <a:gd name="connsiteX1" fmla="*/ 8156794 w 8167828"/>
                <a:gd name="connsiteY1" fmla="*/ 1633344 h 3026651"/>
                <a:gd name="connsiteX2" fmla="*/ 4123353 w 8167828"/>
                <a:gd name="connsiteY2" fmla="*/ 3026474 h 3026651"/>
                <a:gd name="connsiteX3" fmla="*/ 2295 w 8167828"/>
                <a:gd name="connsiteY3" fmla="*/ 1577910 h 3026651"/>
                <a:gd name="connsiteX4" fmla="*/ 767 w 8167828"/>
                <a:gd name="connsiteY4" fmla="*/ 106969 h 3026651"/>
                <a:gd name="connsiteX5" fmla="*/ 4068271 w 8167828"/>
                <a:gd name="connsiteY5" fmla="*/ 1525866 h 3026651"/>
                <a:gd name="connsiteX6" fmla="*/ 8167828 w 8167828"/>
                <a:gd name="connsiteY6" fmla="*/ 0 h 3026651"/>
                <a:gd name="connsiteX0" fmla="*/ 8167828 w 8167828"/>
                <a:gd name="connsiteY0" fmla="*/ 0 h 3027228"/>
                <a:gd name="connsiteX1" fmla="*/ 8145760 w 8167828"/>
                <a:gd name="connsiteY1" fmla="*/ 1686913 h 3027228"/>
                <a:gd name="connsiteX2" fmla="*/ 4123353 w 8167828"/>
                <a:gd name="connsiteY2" fmla="*/ 3026474 h 3027228"/>
                <a:gd name="connsiteX3" fmla="*/ 2295 w 8167828"/>
                <a:gd name="connsiteY3" fmla="*/ 1577910 h 3027228"/>
                <a:gd name="connsiteX4" fmla="*/ 767 w 8167828"/>
                <a:gd name="connsiteY4" fmla="*/ 106969 h 3027228"/>
                <a:gd name="connsiteX5" fmla="*/ 4068271 w 8167828"/>
                <a:gd name="connsiteY5" fmla="*/ 1525866 h 3027228"/>
                <a:gd name="connsiteX6" fmla="*/ 8167828 w 8167828"/>
                <a:gd name="connsiteY6" fmla="*/ 0 h 3027228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23689 w 8145760"/>
                <a:gd name="connsiteY0" fmla="*/ 13560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9 w 8145760"/>
                <a:gd name="connsiteY6" fmla="*/ 13560 h 2920259"/>
                <a:gd name="connsiteX0" fmla="*/ 8178863 w 8178863"/>
                <a:gd name="connsiteY0" fmla="*/ 26952 h 2920259"/>
                <a:gd name="connsiteX1" fmla="*/ 8145760 w 8178863"/>
                <a:gd name="connsiteY1" fmla="*/ 1579944 h 2920259"/>
                <a:gd name="connsiteX2" fmla="*/ 4123353 w 8178863"/>
                <a:gd name="connsiteY2" fmla="*/ 2919505 h 2920259"/>
                <a:gd name="connsiteX3" fmla="*/ 2295 w 8178863"/>
                <a:gd name="connsiteY3" fmla="*/ 1470941 h 2920259"/>
                <a:gd name="connsiteX4" fmla="*/ 767 w 8178863"/>
                <a:gd name="connsiteY4" fmla="*/ 0 h 2920259"/>
                <a:gd name="connsiteX5" fmla="*/ 4068271 w 8178863"/>
                <a:gd name="connsiteY5" fmla="*/ 1418897 h 2920259"/>
                <a:gd name="connsiteX6" fmla="*/ 8178863 w 8178863"/>
                <a:gd name="connsiteY6" fmla="*/ 26952 h 2920259"/>
                <a:gd name="connsiteX0" fmla="*/ 8167827 w 8167827"/>
                <a:gd name="connsiteY0" fmla="*/ 40343 h 2920259"/>
                <a:gd name="connsiteX1" fmla="*/ 8145760 w 8167827"/>
                <a:gd name="connsiteY1" fmla="*/ 1579944 h 2920259"/>
                <a:gd name="connsiteX2" fmla="*/ 4123353 w 8167827"/>
                <a:gd name="connsiteY2" fmla="*/ 2919505 h 2920259"/>
                <a:gd name="connsiteX3" fmla="*/ 2295 w 8167827"/>
                <a:gd name="connsiteY3" fmla="*/ 1470941 h 2920259"/>
                <a:gd name="connsiteX4" fmla="*/ 767 w 8167827"/>
                <a:gd name="connsiteY4" fmla="*/ 0 h 2920259"/>
                <a:gd name="connsiteX5" fmla="*/ 4068271 w 8167827"/>
                <a:gd name="connsiteY5" fmla="*/ 1418897 h 2920259"/>
                <a:gd name="connsiteX6" fmla="*/ 8167827 w 8167827"/>
                <a:gd name="connsiteY6" fmla="*/ 40343 h 2920259"/>
                <a:gd name="connsiteX0" fmla="*/ 8123687 w 8145760"/>
                <a:gd name="connsiteY0" fmla="*/ 53735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7 w 8145760"/>
                <a:gd name="connsiteY6" fmla="*/ 53735 h 2920259"/>
                <a:gd name="connsiteX0" fmla="*/ 8161918 w 8161918"/>
                <a:gd name="connsiteY0" fmla="*/ 0 h 2943855"/>
                <a:gd name="connsiteX1" fmla="*/ 8145760 w 8161918"/>
                <a:gd name="connsiteY1" fmla="*/ 1603540 h 2943855"/>
                <a:gd name="connsiteX2" fmla="*/ 4123353 w 8161918"/>
                <a:gd name="connsiteY2" fmla="*/ 2943101 h 2943855"/>
                <a:gd name="connsiteX3" fmla="*/ 2295 w 8161918"/>
                <a:gd name="connsiteY3" fmla="*/ 1494537 h 2943855"/>
                <a:gd name="connsiteX4" fmla="*/ 767 w 8161918"/>
                <a:gd name="connsiteY4" fmla="*/ 23596 h 2943855"/>
                <a:gd name="connsiteX5" fmla="*/ 4068271 w 8161918"/>
                <a:gd name="connsiteY5" fmla="*/ 1442493 h 2943855"/>
                <a:gd name="connsiteX6" fmla="*/ 8161918 w 8161918"/>
                <a:gd name="connsiteY6" fmla="*/ 0 h 2943855"/>
                <a:gd name="connsiteX0" fmla="*/ 8144926 w 8145760"/>
                <a:gd name="connsiteY0" fmla="*/ 43424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44926 w 8145760"/>
                <a:gd name="connsiteY6" fmla="*/ 43424 h 2920259"/>
                <a:gd name="connsiteX0" fmla="*/ 8161918 w 8161918"/>
                <a:gd name="connsiteY0" fmla="*/ 0 h 2959321"/>
                <a:gd name="connsiteX1" fmla="*/ 8145760 w 8161918"/>
                <a:gd name="connsiteY1" fmla="*/ 1619006 h 2959321"/>
                <a:gd name="connsiteX2" fmla="*/ 4123353 w 8161918"/>
                <a:gd name="connsiteY2" fmla="*/ 2958567 h 2959321"/>
                <a:gd name="connsiteX3" fmla="*/ 2295 w 8161918"/>
                <a:gd name="connsiteY3" fmla="*/ 1510003 h 2959321"/>
                <a:gd name="connsiteX4" fmla="*/ 767 w 8161918"/>
                <a:gd name="connsiteY4" fmla="*/ 39062 h 2959321"/>
                <a:gd name="connsiteX5" fmla="*/ 4068271 w 8161918"/>
                <a:gd name="connsiteY5" fmla="*/ 1457959 h 2959321"/>
                <a:gd name="connsiteX6" fmla="*/ 8161918 w 8161918"/>
                <a:gd name="connsiteY6" fmla="*/ 0 h 2959321"/>
                <a:gd name="connsiteX0" fmla="*/ 8161918 w 8162752"/>
                <a:gd name="connsiteY0" fmla="*/ 0 h 2959488"/>
                <a:gd name="connsiteX1" fmla="*/ 8162752 w 8162752"/>
                <a:gd name="connsiteY1" fmla="*/ 1629317 h 2959488"/>
                <a:gd name="connsiteX2" fmla="*/ 4123353 w 8162752"/>
                <a:gd name="connsiteY2" fmla="*/ 2958567 h 2959488"/>
                <a:gd name="connsiteX3" fmla="*/ 2295 w 8162752"/>
                <a:gd name="connsiteY3" fmla="*/ 1510003 h 2959488"/>
                <a:gd name="connsiteX4" fmla="*/ 767 w 8162752"/>
                <a:gd name="connsiteY4" fmla="*/ 39062 h 2959488"/>
                <a:gd name="connsiteX5" fmla="*/ 4068271 w 8162752"/>
                <a:gd name="connsiteY5" fmla="*/ 1457959 h 2959488"/>
                <a:gd name="connsiteX6" fmla="*/ 8161918 w 8162752"/>
                <a:gd name="connsiteY6" fmla="*/ 0 h 2959488"/>
                <a:gd name="connsiteX0" fmla="*/ 8165930 w 8166764"/>
                <a:gd name="connsiteY0" fmla="*/ 7337 h 2966825"/>
                <a:gd name="connsiteX1" fmla="*/ 8166764 w 8166764"/>
                <a:gd name="connsiteY1" fmla="*/ 1636654 h 2966825"/>
                <a:gd name="connsiteX2" fmla="*/ 4127365 w 8166764"/>
                <a:gd name="connsiteY2" fmla="*/ 2965904 h 2966825"/>
                <a:gd name="connsiteX3" fmla="*/ 6307 w 8166764"/>
                <a:gd name="connsiteY3" fmla="*/ 1517340 h 2966825"/>
                <a:gd name="connsiteX4" fmla="*/ 532 w 8166764"/>
                <a:gd name="connsiteY4" fmla="*/ 0 h 2966825"/>
                <a:gd name="connsiteX5" fmla="*/ 4072283 w 8166764"/>
                <a:gd name="connsiteY5" fmla="*/ 1465296 h 2966825"/>
                <a:gd name="connsiteX6" fmla="*/ 8165930 w 8166764"/>
                <a:gd name="connsiteY6" fmla="*/ 7337 h 2966825"/>
                <a:gd name="connsiteX0" fmla="*/ 8168119 w 8168953"/>
                <a:gd name="connsiteY0" fmla="*/ 7337 h 2966682"/>
                <a:gd name="connsiteX1" fmla="*/ 8168953 w 8168953"/>
                <a:gd name="connsiteY1" fmla="*/ 1636654 h 2966682"/>
                <a:gd name="connsiteX2" fmla="*/ 4129554 w 8168953"/>
                <a:gd name="connsiteY2" fmla="*/ 2965904 h 2966682"/>
                <a:gd name="connsiteX3" fmla="*/ 0 w 8168953"/>
                <a:gd name="connsiteY3" fmla="*/ 1527651 h 2966682"/>
                <a:gd name="connsiteX4" fmla="*/ 2721 w 8168953"/>
                <a:gd name="connsiteY4" fmla="*/ 0 h 2966682"/>
                <a:gd name="connsiteX5" fmla="*/ 4074472 w 8168953"/>
                <a:gd name="connsiteY5" fmla="*/ 1465296 h 2966682"/>
                <a:gd name="connsiteX6" fmla="*/ 8168119 w 8168953"/>
                <a:gd name="connsiteY6" fmla="*/ 7337 h 2966682"/>
                <a:gd name="connsiteX0" fmla="*/ 8168119 w 8168953"/>
                <a:gd name="connsiteY0" fmla="*/ 7337 h 3100377"/>
                <a:gd name="connsiteX1" fmla="*/ 8168953 w 8168953"/>
                <a:gd name="connsiteY1" fmla="*/ 1636654 h 3100377"/>
                <a:gd name="connsiteX2" fmla="*/ 4118520 w 8168953"/>
                <a:gd name="connsiteY2" fmla="*/ 3099826 h 3100377"/>
                <a:gd name="connsiteX3" fmla="*/ 0 w 8168953"/>
                <a:gd name="connsiteY3" fmla="*/ 1527651 h 3100377"/>
                <a:gd name="connsiteX4" fmla="*/ 2721 w 8168953"/>
                <a:gd name="connsiteY4" fmla="*/ 0 h 3100377"/>
                <a:gd name="connsiteX5" fmla="*/ 4074472 w 8168953"/>
                <a:gd name="connsiteY5" fmla="*/ 1465296 h 3100377"/>
                <a:gd name="connsiteX6" fmla="*/ 8168119 w 8168953"/>
                <a:gd name="connsiteY6" fmla="*/ 7337 h 3100377"/>
                <a:gd name="connsiteX0" fmla="*/ 8168119 w 8168953"/>
                <a:gd name="connsiteY0" fmla="*/ 7337 h 3100429"/>
                <a:gd name="connsiteX1" fmla="*/ 8168953 w 8168953"/>
                <a:gd name="connsiteY1" fmla="*/ 1636654 h 3100429"/>
                <a:gd name="connsiteX2" fmla="*/ 4118520 w 8168953"/>
                <a:gd name="connsiteY2" fmla="*/ 3099826 h 3100429"/>
                <a:gd name="connsiteX3" fmla="*/ 0 w 8168953"/>
                <a:gd name="connsiteY3" fmla="*/ 1527651 h 3100429"/>
                <a:gd name="connsiteX4" fmla="*/ 2721 w 8168953"/>
                <a:gd name="connsiteY4" fmla="*/ 0 h 3100429"/>
                <a:gd name="connsiteX5" fmla="*/ 4074472 w 8168953"/>
                <a:gd name="connsiteY5" fmla="*/ 1465296 h 3100429"/>
                <a:gd name="connsiteX6" fmla="*/ 8168119 w 8168953"/>
                <a:gd name="connsiteY6" fmla="*/ 7337 h 3100429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166683" h="3099826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bg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                  </a:t>
              </a:r>
            </a:p>
          </p:txBody>
        </p:sp>
        <p:sp>
          <p:nvSpPr>
            <p:cNvPr id="1022" name="Oval 1021">
              <a:extLst>
                <a:ext uri="{FF2B5EF4-FFF2-40B4-BE49-F238E27FC236}">
                  <a16:creationId xmlns:a16="http://schemas.microsoft.com/office/drawing/2014/main" id="{B432F96D-DCEA-1940-B3EB-10DC273627D9}"/>
                </a:ext>
              </a:extLst>
            </p:cNvPr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             </a:t>
              </a:r>
            </a:p>
          </p:txBody>
        </p:sp>
        <p:grpSp>
          <p:nvGrpSpPr>
            <p:cNvPr id="1023" name="Group 1022">
              <a:extLst>
                <a:ext uri="{FF2B5EF4-FFF2-40B4-BE49-F238E27FC236}">
                  <a16:creationId xmlns:a16="http://schemas.microsoft.com/office/drawing/2014/main" id="{445733B0-C200-7443-B614-F3CE56262D57}"/>
                </a:ext>
              </a:extLst>
            </p:cNvPr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1024" name="Freeform 1023">
                <a:extLst>
                  <a:ext uri="{FF2B5EF4-FFF2-40B4-BE49-F238E27FC236}">
                    <a16:creationId xmlns:a16="http://schemas.microsoft.com/office/drawing/2014/main" id="{0B7AFB59-A6AA-4745-8FFB-C21D0E37EE85}"/>
                  </a:ext>
                </a:extLst>
              </p:cNvPr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avLst/>
                <a:gdLst>
                  <a:gd name="connsiteX0" fmla="*/ 3725333 w 4588933"/>
                  <a:gd name="connsiteY0" fmla="*/ 0 h 1049866"/>
                  <a:gd name="connsiteX1" fmla="*/ 4588933 w 4588933"/>
                  <a:gd name="connsiteY1" fmla="*/ 270933 h 1049866"/>
                  <a:gd name="connsiteX2" fmla="*/ 3962400 w 4588933"/>
                  <a:gd name="connsiteY2" fmla="*/ 541866 h 1049866"/>
                  <a:gd name="connsiteX3" fmla="*/ 3742267 w 4588933"/>
                  <a:gd name="connsiteY3" fmla="*/ 457200 h 1049866"/>
                  <a:gd name="connsiteX4" fmla="*/ 2269067 w 4588933"/>
                  <a:gd name="connsiteY4" fmla="*/ 1049866 h 1049866"/>
                  <a:gd name="connsiteX5" fmla="*/ 880533 w 4588933"/>
                  <a:gd name="connsiteY5" fmla="*/ 457200 h 1049866"/>
                  <a:gd name="connsiteX6" fmla="*/ 592667 w 4588933"/>
                  <a:gd name="connsiteY6" fmla="*/ 541866 h 1049866"/>
                  <a:gd name="connsiteX7" fmla="*/ 0 w 4588933"/>
                  <a:gd name="connsiteY7" fmla="*/ 254000 h 1049866"/>
                  <a:gd name="connsiteX8" fmla="*/ 880533 w 4588933"/>
                  <a:gd name="connsiteY8" fmla="*/ 16933 h 1049866"/>
                  <a:gd name="connsiteX9" fmla="*/ 2302933 w 4588933"/>
                  <a:gd name="connsiteY9" fmla="*/ 626533 h 1049866"/>
                  <a:gd name="connsiteX10" fmla="*/ 3725333 w 4588933"/>
                  <a:gd name="connsiteY10" fmla="*/ 0 h 1049866"/>
                  <a:gd name="connsiteX0" fmla="*/ 3725333 w 4641485"/>
                  <a:gd name="connsiteY0" fmla="*/ 0 h 1049866"/>
                  <a:gd name="connsiteX1" fmla="*/ 4641485 w 4641485"/>
                  <a:gd name="connsiteY1" fmla="*/ 239402 h 1049866"/>
                  <a:gd name="connsiteX2" fmla="*/ 3962400 w 4641485"/>
                  <a:gd name="connsiteY2" fmla="*/ 541866 h 1049866"/>
                  <a:gd name="connsiteX3" fmla="*/ 3742267 w 4641485"/>
                  <a:gd name="connsiteY3" fmla="*/ 457200 h 1049866"/>
                  <a:gd name="connsiteX4" fmla="*/ 2269067 w 4641485"/>
                  <a:gd name="connsiteY4" fmla="*/ 1049866 h 1049866"/>
                  <a:gd name="connsiteX5" fmla="*/ 880533 w 4641485"/>
                  <a:gd name="connsiteY5" fmla="*/ 457200 h 1049866"/>
                  <a:gd name="connsiteX6" fmla="*/ 592667 w 4641485"/>
                  <a:gd name="connsiteY6" fmla="*/ 541866 h 1049866"/>
                  <a:gd name="connsiteX7" fmla="*/ 0 w 4641485"/>
                  <a:gd name="connsiteY7" fmla="*/ 254000 h 1049866"/>
                  <a:gd name="connsiteX8" fmla="*/ 880533 w 4641485"/>
                  <a:gd name="connsiteY8" fmla="*/ 16933 h 1049866"/>
                  <a:gd name="connsiteX9" fmla="*/ 2302933 w 4641485"/>
                  <a:gd name="connsiteY9" fmla="*/ 626533 h 1049866"/>
                  <a:gd name="connsiteX10" fmla="*/ 3725333 w 4641485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73798 w 4673016"/>
                  <a:gd name="connsiteY3" fmla="*/ 45720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84308 w 4673016"/>
                  <a:gd name="connsiteY3" fmla="*/ 404648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815839 w 4673016"/>
                  <a:gd name="connsiteY3" fmla="*/ 46771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4673016" h="104986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025" name="Freeform 1024">
                <a:extLst>
                  <a:ext uri="{FF2B5EF4-FFF2-40B4-BE49-F238E27FC236}">
                    <a16:creationId xmlns:a16="http://schemas.microsoft.com/office/drawing/2014/main" id="{8F342913-D690-FA46-9B73-C46C2CD3D5F3}"/>
                  </a:ext>
                </a:extLst>
              </p:cNvPr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avLst/>
                <a:gdLst>
                  <a:gd name="connsiteX0" fmla="*/ 21021 w 1744718"/>
                  <a:gd name="connsiteY0" fmla="*/ 0 h 903890"/>
                  <a:gd name="connsiteX1" fmla="*/ 1744718 w 1744718"/>
                  <a:gd name="connsiteY1" fmla="*/ 693683 h 903890"/>
                  <a:gd name="connsiteX2" fmla="*/ 1145628 w 1744718"/>
                  <a:gd name="connsiteY2" fmla="*/ 903890 h 903890"/>
                  <a:gd name="connsiteX3" fmla="*/ 0 w 1744718"/>
                  <a:gd name="connsiteY3" fmla="*/ 451945 h 903890"/>
                  <a:gd name="connsiteX4" fmla="*/ 21021 w 1744718"/>
                  <a:gd name="connsiteY4" fmla="*/ 0 h 9038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44718" h="903890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026" name="Freeform 1025">
                <a:extLst>
                  <a:ext uri="{FF2B5EF4-FFF2-40B4-BE49-F238E27FC236}">
                    <a16:creationId xmlns:a16="http://schemas.microsoft.com/office/drawing/2014/main" id="{743F90F2-19F8-FC4B-B6BF-DAAA5DD031B3}"/>
                  </a:ext>
                </a:extLst>
              </p:cNvPr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avLst/>
                <a:gdLst>
                  <a:gd name="connsiteX0" fmla="*/ 1702676 w 1713187"/>
                  <a:gd name="connsiteY0" fmla="*/ 0 h 893380"/>
                  <a:gd name="connsiteX1" fmla="*/ 1713187 w 1713187"/>
                  <a:gd name="connsiteY1" fmla="*/ 472966 h 893380"/>
                  <a:gd name="connsiteX2" fmla="*/ 578069 w 1713187"/>
                  <a:gd name="connsiteY2" fmla="*/ 893380 h 893380"/>
                  <a:gd name="connsiteX3" fmla="*/ 0 w 1713187"/>
                  <a:gd name="connsiteY3" fmla="*/ 693683 h 893380"/>
                  <a:gd name="connsiteX4" fmla="*/ 1702676 w 1713187"/>
                  <a:gd name="connsiteY4" fmla="*/ 0 h 8933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13187" h="893380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027" name="Freeform 1026">
                <a:extLst>
                  <a:ext uri="{FF2B5EF4-FFF2-40B4-BE49-F238E27FC236}">
                    <a16:creationId xmlns:a16="http://schemas.microsoft.com/office/drawing/2014/main" id="{75CD2DB9-85B3-D94B-BA98-81974DA70D6A}"/>
                  </a:ext>
                </a:extLst>
              </p:cNvPr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avLst/>
                <a:gdLst>
                  <a:gd name="connsiteX0" fmla="*/ 599089 w 4162096"/>
                  <a:gd name="connsiteY0" fmla="*/ 273269 h 1618593"/>
                  <a:gd name="connsiteX1" fmla="*/ 882869 w 4162096"/>
                  <a:gd name="connsiteY1" fmla="*/ 199697 h 1618593"/>
                  <a:gd name="connsiteX2" fmla="*/ 2312276 w 4162096"/>
                  <a:gd name="connsiteY2" fmla="*/ 798786 h 1618593"/>
                  <a:gd name="connsiteX3" fmla="*/ 3794234 w 4162096"/>
                  <a:gd name="connsiteY3" fmla="*/ 199697 h 1618593"/>
                  <a:gd name="connsiteX4" fmla="*/ 4014951 w 4162096"/>
                  <a:gd name="connsiteY4" fmla="*/ 273269 h 1618593"/>
                  <a:gd name="connsiteX5" fmla="*/ 3058510 w 4162096"/>
                  <a:gd name="connsiteY5" fmla="*/ 641131 h 1618593"/>
                  <a:gd name="connsiteX6" fmla="*/ 3026979 w 4162096"/>
                  <a:gd name="connsiteY6" fmla="*/ 1114097 h 1618593"/>
                  <a:gd name="connsiteX7" fmla="*/ 4162096 w 4162096"/>
                  <a:gd name="connsiteY7" fmla="*/ 1545021 h 1618593"/>
                  <a:gd name="connsiteX8" fmla="*/ 3878317 w 4162096"/>
                  <a:gd name="connsiteY8" fmla="*/ 1608083 h 1618593"/>
                  <a:gd name="connsiteX9" fmla="*/ 2301765 w 4162096"/>
                  <a:gd name="connsiteY9" fmla="*/ 945931 h 1618593"/>
                  <a:gd name="connsiteX10" fmla="*/ 693682 w 4162096"/>
                  <a:gd name="connsiteY10" fmla="*/ 1618593 h 1618593"/>
                  <a:gd name="connsiteX11" fmla="*/ 430924 w 4162096"/>
                  <a:gd name="connsiteY11" fmla="*/ 1524000 h 1618593"/>
                  <a:gd name="connsiteX12" fmla="*/ 1576551 w 4162096"/>
                  <a:gd name="connsiteY12" fmla="*/ 1082566 h 1618593"/>
                  <a:gd name="connsiteX13" fmla="*/ 1545020 w 4162096"/>
                  <a:gd name="connsiteY13" fmla="*/ 609600 h 1618593"/>
                  <a:gd name="connsiteX14" fmla="*/ 0 w 4162096"/>
                  <a:gd name="connsiteY14" fmla="*/ 0 h 1618593"/>
                  <a:gd name="connsiteX15" fmla="*/ 872358 w 4162096"/>
                  <a:gd name="connsiteY15" fmla="*/ 210207 h 1618593"/>
                  <a:gd name="connsiteX16" fmla="*/ 872358 w 4162096"/>
                  <a:gd name="connsiteY16" fmla="*/ 210207 h 1618593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15" fmla="*/ 441434 w 3731172"/>
                  <a:gd name="connsiteY15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357351 w 3731172"/>
                  <a:gd name="connsiteY14" fmla="*/ 115613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56137 w 3731172"/>
                  <a:gd name="connsiteY13" fmla="*/ 441434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903890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575034 w 3710151"/>
                  <a:gd name="connsiteY6" fmla="*/ 91440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06565 w 3710151"/>
                  <a:gd name="connsiteY6" fmla="*/ 92491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5151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09858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62012 w 3725019"/>
                  <a:gd name="connsiteY0" fmla="*/ 73572 h 1418896"/>
                  <a:gd name="connsiteX1" fmla="*/ 445792 w 3725019"/>
                  <a:gd name="connsiteY1" fmla="*/ 0 h 1418896"/>
                  <a:gd name="connsiteX2" fmla="*/ 1852896 w 3725019"/>
                  <a:gd name="connsiteY2" fmla="*/ 591655 h 1418896"/>
                  <a:gd name="connsiteX3" fmla="*/ 3357157 w 3725019"/>
                  <a:gd name="connsiteY3" fmla="*/ 0 h 1418896"/>
                  <a:gd name="connsiteX4" fmla="*/ 3577874 w 3725019"/>
                  <a:gd name="connsiteY4" fmla="*/ 73572 h 1418896"/>
                  <a:gd name="connsiteX5" fmla="*/ 2632585 w 3725019"/>
                  <a:gd name="connsiteY5" fmla="*/ 448868 h 1418896"/>
                  <a:gd name="connsiteX6" fmla="*/ 2625150 w 3725019"/>
                  <a:gd name="connsiteY6" fmla="*/ 902607 h 1418896"/>
                  <a:gd name="connsiteX7" fmla="*/ 3725019 w 3725019"/>
                  <a:gd name="connsiteY7" fmla="*/ 1345324 h 1418896"/>
                  <a:gd name="connsiteX8" fmla="*/ 3441240 w 3725019"/>
                  <a:gd name="connsiteY8" fmla="*/ 1408386 h 1418896"/>
                  <a:gd name="connsiteX9" fmla="*/ 1864688 w 3725019"/>
                  <a:gd name="connsiteY9" fmla="*/ 746234 h 1418896"/>
                  <a:gd name="connsiteX10" fmla="*/ 256605 w 3725019"/>
                  <a:gd name="connsiteY10" fmla="*/ 1418896 h 1418896"/>
                  <a:gd name="connsiteX11" fmla="*/ 0 w 3725019"/>
                  <a:gd name="connsiteY11" fmla="*/ 1331097 h 1418896"/>
                  <a:gd name="connsiteX12" fmla="*/ 1113454 w 3725019"/>
                  <a:gd name="connsiteY12" fmla="*/ 903890 h 1418896"/>
                  <a:gd name="connsiteX13" fmla="*/ 1102302 w 3725019"/>
                  <a:gd name="connsiteY13" fmla="*/ 451945 h 1418896"/>
                  <a:gd name="connsiteX14" fmla="*/ 183032 w 3725019"/>
                  <a:gd name="connsiteY14" fmla="*/ 84081 h 1418896"/>
                  <a:gd name="connsiteX15" fmla="*/ 162012 w 3725019"/>
                  <a:gd name="connsiteY15" fmla="*/ 73572 h 14188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725019" h="1418896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</p:grpSp>
      <p:sp>
        <p:nvSpPr>
          <p:cNvPr id="844" name="Line 308">
            <a:extLst>
              <a:ext uri="{FF2B5EF4-FFF2-40B4-BE49-F238E27FC236}">
                <a16:creationId xmlns:a16="http://schemas.microsoft.com/office/drawing/2014/main" id="{A454DE4E-2142-C540-BF6A-3FF871591668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4047728" y="4957809"/>
            <a:ext cx="195171" cy="155510"/>
          </a:xfrm>
          <a:prstGeom prst="line">
            <a:avLst/>
          </a:prstGeom>
          <a:noFill/>
          <a:ln w="28575">
            <a:solidFill>
              <a:srgbClr val="969696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845" name="Line 309">
            <a:extLst>
              <a:ext uri="{FF2B5EF4-FFF2-40B4-BE49-F238E27FC236}">
                <a16:creationId xmlns:a16="http://schemas.microsoft.com/office/drawing/2014/main" id="{F565347B-4B50-EE43-8424-7BD5F89E83C8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2987674" y="5113320"/>
            <a:ext cx="1031875" cy="982728"/>
          </a:xfrm>
          <a:prstGeom prst="line">
            <a:avLst/>
          </a:prstGeom>
          <a:noFill/>
          <a:ln w="1905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866" name="Text Box 335">
            <a:extLst>
              <a:ext uri="{FF2B5EF4-FFF2-40B4-BE49-F238E27FC236}">
                <a16:creationId xmlns:a16="http://schemas.microsoft.com/office/drawing/2014/main" id="{EC1F708A-2D5F-F542-854C-75A1D11D828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027988" y="2965497"/>
            <a:ext cx="735012" cy="231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Host B</a:t>
            </a:r>
          </a:p>
        </p:txBody>
      </p:sp>
      <p:sp>
        <p:nvSpPr>
          <p:cNvPr id="867" name="Text Box 336">
            <a:extLst>
              <a:ext uri="{FF2B5EF4-FFF2-40B4-BE49-F238E27FC236}">
                <a16:creationId xmlns:a16="http://schemas.microsoft.com/office/drawing/2014/main" id="{F2F32402-4562-6C48-A689-4C825751315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480300" y="5026072"/>
            <a:ext cx="735013" cy="231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Host C</a:t>
            </a:r>
          </a:p>
        </p:txBody>
      </p:sp>
      <p:sp>
        <p:nvSpPr>
          <p:cNvPr id="868" name="Text Box 337">
            <a:extLst>
              <a:ext uri="{FF2B5EF4-FFF2-40B4-BE49-F238E27FC236}">
                <a16:creationId xmlns:a16="http://schemas.microsoft.com/office/drawing/2014/main" id="{A4EB824E-664E-C940-8134-7071C617DE9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43113" y="4783184"/>
            <a:ext cx="735012" cy="231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Host D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BD4E31C0-E9C7-C340-B3B9-4C96C464E2BC}"/>
              </a:ext>
            </a:extLst>
          </p:cNvPr>
          <p:cNvGrpSpPr/>
          <p:nvPr/>
        </p:nvGrpSpPr>
        <p:grpSpPr>
          <a:xfrm>
            <a:off x="4409092" y="2741055"/>
            <a:ext cx="2272505" cy="510248"/>
            <a:chOff x="4418013" y="2732134"/>
            <a:chExt cx="2272505" cy="510248"/>
          </a:xfrm>
        </p:grpSpPr>
        <p:sp>
          <p:nvSpPr>
            <p:cNvPr id="752" name="Line 215">
              <a:extLst>
                <a:ext uri="{FF2B5EF4-FFF2-40B4-BE49-F238E27FC236}">
                  <a16:creationId xmlns:a16="http://schemas.microsoft.com/office/drawing/2014/main" id="{EFFD9886-71D4-BB4B-8AB0-19FA954C4965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541838" y="3055984"/>
              <a:ext cx="295275" cy="104775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781" name="Oval 244">
              <a:extLst>
                <a:ext uri="{FF2B5EF4-FFF2-40B4-BE49-F238E27FC236}">
                  <a16:creationId xmlns:a16="http://schemas.microsoft.com/office/drawing/2014/main" id="{51FAD07D-0B83-F54B-8BC2-AFE24FF0F1A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18013" y="3151234"/>
              <a:ext cx="90487" cy="91148"/>
            </a:xfrm>
            <a:prstGeom prst="ellipse">
              <a:avLst/>
            </a:prstGeom>
            <a:solidFill>
              <a:srgbClr val="FF0000"/>
            </a:solidFill>
            <a:ln w="9525">
              <a:solidFill>
                <a:srgbClr val="FF0000"/>
              </a:solidFill>
              <a:round/>
              <a:headEnd/>
              <a:tailEnd/>
            </a:ln>
          </p:spPr>
          <p:txBody>
            <a:bodyPr/>
            <a:lstStyle>
              <a:lvl1pPr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600" b="0" i="0" u="none" strike="noStrike" kern="0" cap="none" spc="0" normalizeH="0" baseline="0" noProof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869" name="Text Box 338">
              <a:extLst>
                <a:ext uri="{FF2B5EF4-FFF2-40B4-BE49-F238E27FC236}">
                  <a16:creationId xmlns:a16="http://schemas.microsoft.com/office/drawing/2014/main" id="{5AE7EEB2-443D-C74D-9FE2-48E45B97BE4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809330" y="2732134"/>
              <a:ext cx="1881188" cy="4730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2000" b="0" i="0" u="none" strike="noStrike" kern="1200" cap="none" spc="0" normalizeH="0" baseline="0" noProof="0" dirty="0" err="1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Symbol" pitchFamily="2" charset="2"/>
                  <a:ea typeface="ＭＳ Ｐゴシック" panose="020B0600070205080204" pitchFamily="34" charset="-128"/>
                  <a:cs typeface="+mn-cs"/>
                </a:rPr>
                <a:t>l</a:t>
              </a:r>
              <a:r>
                <a:rPr kumimoji="0" lang="en-US" altLang="en-US" sz="2000" b="0" i="0" u="none" strike="noStrike" kern="1200" cap="none" spc="0" normalizeH="0" baseline="-25000" noProof="0" dirty="0" err="1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in</a:t>
              </a:r>
              <a:r>
                <a:rPr kumimoji="0" lang="en-US" altLang="en-US" sz="16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 </a:t>
              </a:r>
              <a:r>
                <a:rPr kumimoji="0" lang="en-US" alt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: </a:t>
              </a:r>
              <a:r>
                <a:rPr kumimoji="0" lang="en-US" alt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Calibri" panose="020F0502020204030204"/>
                  <a:ea typeface="ＭＳ Ｐゴシック" panose="020B0600070205080204" pitchFamily="34" charset="-128"/>
                  <a:cs typeface="+mn-cs"/>
                </a:rPr>
                <a:t>original data</a:t>
              </a:r>
            </a:p>
          </p:txBody>
        </p:sp>
      </p:grpSp>
      <p:sp>
        <p:nvSpPr>
          <p:cNvPr id="870" name="Line 340">
            <a:extLst>
              <a:ext uri="{FF2B5EF4-FFF2-40B4-BE49-F238E27FC236}">
                <a16:creationId xmlns:a16="http://schemas.microsoft.com/office/drawing/2014/main" id="{F7B1FC1D-7510-1C49-AE6A-C7F69308C1C3}"/>
              </a:ext>
            </a:extLst>
          </p:cNvPr>
          <p:cNvSpPr>
            <a:spLocks noChangeShapeType="1"/>
          </p:cNvSpPr>
          <p:nvPr/>
        </p:nvSpPr>
        <p:spPr bwMode="auto">
          <a:xfrm>
            <a:off x="6305550" y="3389359"/>
            <a:ext cx="339725" cy="0"/>
          </a:xfrm>
          <a:prstGeom prst="line">
            <a:avLst/>
          </a:prstGeom>
          <a:noFill/>
          <a:ln w="38100">
            <a:solidFill>
              <a:srgbClr val="FFFFFF"/>
            </a:solidFill>
            <a:prstDash val="sys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FD507231-6EFD-6A42-9136-D71365EF63D2}"/>
              </a:ext>
            </a:extLst>
          </p:cNvPr>
          <p:cNvGrpSpPr/>
          <p:nvPr/>
        </p:nvGrpSpPr>
        <p:grpSpPr>
          <a:xfrm>
            <a:off x="4413552" y="3083161"/>
            <a:ext cx="2482850" cy="617537"/>
            <a:chOff x="4418013" y="3074240"/>
            <a:chExt cx="2482850" cy="617537"/>
          </a:xfrm>
        </p:grpSpPr>
        <p:sp>
          <p:nvSpPr>
            <p:cNvPr id="782" name="Oval 245">
              <a:extLst>
                <a:ext uri="{FF2B5EF4-FFF2-40B4-BE49-F238E27FC236}">
                  <a16:creationId xmlns:a16="http://schemas.microsoft.com/office/drawing/2014/main" id="{54248ED4-7799-AC43-BD75-DD6C5002CF7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18013" y="3331549"/>
              <a:ext cx="90487" cy="91148"/>
            </a:xfrm>
            <a:prstGeom prst="ellipse">
              <a:avLst/>
            </a:prstGeom>
            <a:solidFill>
              <a:srgbClr val="FF0000"/>
            </a:solidFill>
            <a:ln w="9525">
              <a:solidFill>
                <a:srgbClr val="FF0000"/>
              </a:solidFill>
              <a:round/>
              <a:headEnd/>
              <a:tailEnd/>
            </a:ln>
          </p:spPr>
          <p:txBody>
            <a:bodyPr/>
            <a:lstStyle>
              <a:lvl1pPr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783" name="Line 247">
              <a:extLst>
                <a:ext uri="{FF2B5EF4-FFF2-40B4-BE49-F238E27FC236}">
                  <a16:creationId xmlns:a16="http://schemas.microsoft.com/office/drawing/2014/main" id="{E59D074B-1F6E-C14E-AD81-B0177A7E8C41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551363" y="3322684"/>
              <a:ext cx="304800" cy="3810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871" name="Text Box 341">
              <a:extLst>
                <a:ext uri="{FF2B5EF4-FFF2-40B4-BE49-F238E27FC236}">
                  <a16:creationId xmlns:a16="http://schemas.microsoft.com/office/drawing/2014/main" id="{7BFEC39C-D433-1D4D-A184-DDA258B9A62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551363" y="3074240"/>
              <a:ext cx="2349500" cy="61753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r" defTabSz="914400" rtl="0" eaLnBrk="1" fontAlgn="base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2000" b="0" i="0" u="none" strike="noStrike" kern="1200" cap="none" spc="0" normalizeH="0" baseline="0" noProof="0" dirty="0" err="1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Symbol" pitchFamily="2" charset="2"/>
                  <a:ea typeface="ＭＳ Ｐゴシック" panose="020B0600070205080204" pitchFamily="34" charset="-128"/>
                  <a:cs typeface="+mn-cs"/>
                </a:rPr>
                <a:t>l</a:t>
              </a:r>
              <a:r>
                <a:rPr kumimoji="0" lang="en-US" altLang="en-US" sz="2000" b="0" i="0" u="none" strike="noStrike" kern="1200" cap="none" spc="0" normalizeH="0" baseline="0" noProof="0" dirty="0" err="1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'</a:t>
              </a:r>
              <a:r>
                <a:rPr kumimoji="0" lang="en-US" altLang="en-US" sz="2000" b="0" i="0" u="none" strike="noStrike" kern="1200" cap="none" spc="0" normalizeH="0" baseline="-25000" noProof="0" dirty="0" err="1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in</a:t>
              </a:r>
              <a:r>
                <a:rPr kumimoji="0" lang="en-US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:</a:t>
              </a:r>
              <a:r>
                <a:rPr kumimoji="0" lang="en-US" alt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 </a:t>
              </a:r>
              <a:r>
                <a:rPr kumimoji="0" lang="en-US" alt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Calibri" panose="020F0502020204030204"/>
                  <a:ea typeface="ＭＳ Ｐゴシック" panose="020B0600070205080204" pitchFamily="34" charset="-128"/>
                  <a:cs typeface="+mn-cs"/>
                </a:rPr>
                <a:t>original data, </a:t>
              </a:r>
              <a:r>
                <a:rPr kumimoji="0" lang="en-US" altLang="en-US" sz="1600" b="0" i="1" u="none" strike="noStrike" kern="1200" cap="none" spc="0" normalizeH="0" baseline="0" noProof="0" dirty="0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Calibri" panose="020F0502020204030204"/>
                  <a:ea typeface="ＭＳ Ｐゴシック" panose="020B0600070205080204" pitchFamily="34" charset="-128"/>
                  <a:cs typeface="+mn-cs"/>
                </a:rPr>
                <a:t>plus</a:t>
              </a:r>
              <a:r>
                <a:rPr kumimoji="0" lang="en-US" alt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Calibri" panose="020F0502020204030204"/>
                  <a:ea typeface="ＭＳ Ｐゴシック" panose="020B0600070205080204" pitchFamily="34" charset="-128"/>
                  <a:cs typeface="+mn-cs"/>
                </a:rPr>
                <a:t> retransmitted data</a:t>
              </a:r>
            </a:p>
          </p:txBody>
        </p:sp>
      </p:grpSp>
      <p:grpSp>
        <p:nvGrpSpPr>
          <p:cNvPr id="872" name="Group 358">
            <a:extLst>
              <a:ext uri="{FF2B5EF4-FFF2-40B4-BE49-F238E27FC236}">
                <a16:creationId xmlns:a16="http://schemas.microsoft.com/office/drawing/2014/main" id="{B102A184-15F6-9D48-BA25-6DCAD4F95232}"/>
              </a:ext>
            </a:extLst>
          </p:cNvPr>
          <p:cNvGrpSpPr>
            <a:grpSpLocks/>
          </p:cNvGrpSpPr>
          <p:nvPr/>
        </p:nvGrpSpPr>
        <p:grpSpPr bwMode="auto">
          <a:xfrm>
            <a:off x="8721725" y="4056109"/>
            <a:ext cx="231775" cy="441325"/>
            <a:chOff x="4140" y="429"/>
            <a:chExt cx="1425" cy="2396"/>
          </a:xfrm>
        </p:grpSpPr>
        <p:sp>
          <p:nvSpPr>
            <p:cNvPr id="873" name="Freeform 359">
              <a:extLst>
                <a:ext uri="{FF2B5EF4-FFF2-40B4-BE49-F238E27FC236}">
                  <a16:creationId xmlns:a16="http://schemas.microsoft.com/office/drawing/2014/main" id="{401A19BA-93A0-5948-83A2-34413A31DCF6}"/>
                </a:ext>
              </a:extLst>
            </p:cNvPr>
            <p:cNvSpPr>
              <a:spLocks/>
            </p:cNvSpPr>
            <p:nvPr/>
          </p:nvSpPr>
          <p:spPr bwMode="auto">
            <a:xfrm>
              <a:off x="5268" y="433"/>
              <a:ext cx="283" cy="2286"/>
            </a:xfrm>
            <a:custGeom>
              <a:avLst/>
              <a:gdLst>
                <a:gd name="T0" fmla="*/ 7 w 354"/>
                <a:gd name="T1" fmla="*/ 0 h 2742"/>
                <a:gd name="T2" fmla="*/ 38 w 354"/>
                <a:gd name="T3" fmla="*/ 55 h 2742"/>
                <a:gd name="T4" fmla="*/ 37 w 354"/>
                <a:gd name="T5" fmla="*/ 425 h 2742"/>
                <a:gd name="T6" fmla="*/ 0 w 354"/>
                <a:gd name="T7" fmla="*/ 445 h 2742"/>
                <a:gd name="T8" fmla="*/ 7 w 354"/>
                <a:gd name="T9" fmla="*/ 0 h 274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4" h="2742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 rotWithShape="1"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874" name="Rectangle 360">
              <a:extLst>
                <a:ext uri="{FF2B5EF4-FFF2-40B4-BE49-F238E27FC236}">
                  <a16:creationId xmlns:a16="http://schemas.microsoft.com/office/drawing/2014/main" id="{29C3A899-DA55-CB48-9E5B-0A9EA5B7F13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08" y="429"/>
              <a:ext cx="1044" cy="2284"/>
            </a:xfrm>
            <a:prstGeom prst="rect">
              <a:avLst/>
            </a:pr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875" name="Freeform 361">
              <a:extLst>
                <a:ext uri="{FF2B5EF4-FFF2-40B4-BE49-F238E27FC236}">
                  <a16:creationId xmlns:a16="http://schemas.microsoft.com/office/drawing/2014/main" id="{92BBA9EA-E1EC-9642-BC6C-1195963D1CA9}"/>
                </a:ext>
              </a:extLst>
            </p:cNvPr>
            <p:cNvSpPr>
              <a:spLocks/>
            </p:cNvSpPr>
            <p:nvPr/>
          </p:nvSpPr>
          <p:spPr bwMode="auto">
            <a:xfrm>
              <a:off x="5321" y="570"/>
              <a:ext cx="169" cy="2115"/>
            </a:xfrm>
            <a:custGeom>
              <a:avLst/>
              <a:gdLst>
                <a:gd name="T0" fmla="*/ 2 w 211"/>
                <a:gd name="T1" fmla="*/ 0 h 2537"/>
                <a:gd name="T2" fmla="*/ 23 w 211"/>
                <a:gd name="T3" fmla="*/ 36 h 2537"/>
                <a:gd name="T4" fmla="*/ 2 w 211"/>
                <a:gd name="T5" fmla="*/ 405 h 2537"/>
                <a:gd name="T6" fmla="*/ 2 w 211"/>
                <a:gd name="T7" fmla="*/ 0 h 2537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11" h="2537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 rotWithShape="1"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876" name="Freeform 362">
              <a:extLst>
                <a:ext uri="{FF2B5EF4-FFF2-40B4-BE49-F238E27FC236}">
                  <a16:creationId xmlns:a16="http://schemas.microsoft.com/office/drawing/2014/main" id="{F5DE54CC-1A21-7242-893E-5B0F34DDF569}"/>
                </a:ext>
              </a:extLst>
            </p:cNvPr>
            <p:cNvSpPr>
              <a:spLocks/>
            </p:cNvSpPr>
            <p:nvPr/>
          </p:nvSpPr>
          <p:spPr bwMode="auto">
            <a:xfrm>
              <a:off x="5284" y="1640"/>
              <a:ext cx="263" cy="189"/>
            </a:xfrm>
            <a:custGeom>
              <a:avLst/>
              <a:gdLst>
                <a:gd name="T0" fmla="*/ 2 w 328"/>
                <a:gd name="T1" fmla="*/ 0 h 226"/>
                <a:gd name="T2" fmla="*/ 36 w 328"/>
                <a:gd name="T3" fmla="*/ 21 h 226"/>
                <a:gd name="T4" fmla="*/ 36 w 328"/>
                <a:gd name="T5" fmla="*/ 38 h 226"/>
                <a:gd name="T6" fmla="*/ 0 w 328"/>
                <a:gd name="T7" fmla="*/ 16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877" name="Rectangle 363">
              <a:extLst>
                <a:ext uri="{FF2B5EF4-FFF2-40B4-BE49-F238E27FC236}">
                  <a16:creationId xmlns:a16="http://schemas.microsoft.com/office/drawing/2014/main" id="{AFD98E37-52B9-2A4A-9280-8985F3AB853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08" y="696"/>
              <a:ext cx="595" cy="43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grpSp>
          <p:nvGrpSpPr>
            <p:cNvPr id="878" name="Group 364">
              <a:extLst>
                <a:ext uri="{FF2B5EF4-FFF2-40B4-BE49-F238E27FC236}">
                  <a16:creationId xmlns:a16="http://schemas.microsoft.com/office/drawing/2014/main" id="{42B390A1-1CE1-8A44-98E6-EC785C7E804D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49" y="668"/>
              <a:ext cx="581" cy="145"/>
              <a:chOff x="614" y="2568"/>
              <a:chExt cx="725" cy="139"/>
            </a:xfrm>
          </p:grpSpPr>
          <p:sp>
            <p:nvSpPr>
              <p:cNvPr id="903" name="AutoShape 365">
                <a:extLst>
                  <a:ext uri="{FF2B5EF4-FFF2-40B4-BE49-F238E27FC236}">
                    <a16:creationId xmlns:a16="http://schemas.microsoft.com/office/drawing/2014/main" id="{A81F4F9D-A24D-994F-987A-B13859CE60E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09" y="2570"/>
                <a:ext cx="731" cy="140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endParaRPr>
              </a:p>
            </p:txBody>
          </p:sp>
          <p:sp>
            <p:nvSpPr>
              <p:cNvPr id="904" name="AutoShape 366">
                <a:extLst>
                  <a:ext uri="{FF2B5EF4-FFF2-40B4-BE49-F238E27FC236}">
                    <a16:creationId xmlns:a16="http://schemas.microsoft.com/office/drawing/2014/main" id="{9A450662-B29B-9A47-8273-B52413BF16F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1" y="2587"/>
                <a:ext cx="706" cy="107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endParaRPr>
              </a:p>
            </p:txBody>
          </p:sp>
        </p:grpSp>
        <p:sp>
          <p:nvSpPr>
            <p:cNvPr id="879" name="Rectangle 367">
              <a:extLst>
                <a:ext uri="{FF2B5EF4-FFF2-40B4-BE49-F238E27FC236}">
                  <a16:creationId xmlns:a16="http://schemas.microsoft.com/office/drawing/2014/main" id="{28F33A87-EA9F-9646-8926-755174B82B4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28" y="1015"/>
              <a:ext cx="595" cy="52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grpSp>
          <p:nvGrpSpPr>
            <p:cNvPr id="880" name="Group 368">
              <a:extLst>
                <a:ext uri="{FF2B5EF4-FFF2-40B4-BE49-F238E27FC236}">
                  <a16:creationId xmlns:a16="http://schemas.microsoft.com/office/drawing/2014/main" id="{F712878E-6028-734C-9CF4-9ED3F9563904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47" y="994"/>
              <a:ext cx="581" cy="134"/>
              <a:chOff x="614" y="2568"/>
              <a:chExt cx="725" cy="139"/>
            </a:xfrm>
          </p:grpSpPr>
          <p:sp>
            <p:nvSpPr>
              <p:cNvPr id="901" name="AutoShape 369">
                <a:extLst>
                  <a:ext uri="{FF2B5EF4-FFF2-40B4-BE49-F238E27FC236}">
                    <a16:creationId xmlns:a16="http://schemas.microsoft.com/office/drawing/2014/main" id="{D9A0700F-287C-924F-926C-F65682B2162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2" y="2572"/>
                <a:ext cx="731" cy="134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endParaRPr>
              </a:p>
            </p:txBody>
          </p:sp>
          <p:sp>
            <p:nvSpPr>
              <p:cNvPr id="902" name="AutoShape 370">
                <a:extLst>
                  <a:ext uri="{FF2B5EF4-FFF2-40B4-BE49-F238E27FC236}">
                    <a16:creationId xmlns:a16="http://schemas.microsoft.com/office/drawing/2014/main" id="{69D0E01F-131B-AE4E-9FA9-4DEAD09EBE4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4" y="2590"/>
                <a:ext cx="706" cy="98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endParaRPr>
              </a:p>
            </p:txBody>
          </p:sp>
        </p:grpSp>
        <p:sp>
          <p:nvSpPr>
            <p:cNvPr id="881" name="Rectangle 371">
              <a:extLst>
                <a:ext uri="{FF2B5EF4-FFF2-40B4-BE49-F238E27FC236}">
                  <a16:creationId xmlns:a16="http://schemas.microsoft.com/office/drawing/2014/main" id="{2B5B8250-6B47-8640-9BE0-E536E9BEB84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18" y="1360"/>
              <a:ext cx="595" cy="43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882" name="Rectangle 372">
              <a:extLst>
                <a:ext uri="{FF2B5EF4-FFF2-40B4-BE49-F238E27FC236}">
                  <a16:creationId xmlns:a16="http://schemas.microsoft.com/office/drawing/2014/main" id="{4F3ADC46-A0C7-4D41-81C6-E9FEF3D2299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28" y="1653"/>
              <a:ext cx="595" cy="52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grpSp>
          <p:nvGrpSpPr>
            <p:cNvPr id="883" name="Group 373">
              <a:extLst>
                <a:ext uri="{FF2B5EF4-FFF2-40B4-BE49-F238E27FC236}">
                  <a16:creationId xmlns:a16="http://schemas.microsoft.com/office/drawing/2014/main" id="{DBB62302-BA22-EB43-9800-FDE6BC60AEC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35" y="1627"/>
              <a:ext cx="582" cy="151"/>
              <a:chOff x="614" y="2568"/>
              <a:chExt cx="725" cy="139"/>
            </a:xfrm>
          </p:grpSpPr>
          <p:sp>
            <p:nvSpPr>
              <p:cNvPr id="899" name="AutoShape 374">
                <a:extLst>
                  <a:ext uri="{FF2B5EF4-FFF2-40B4-BE49-F238E27FC236}">
                    <a16:creationId xmlns:a16="http://schemas.microsoft.com/office/drawing/2014/main" id="{073B7F63-6B8F-3C47-98E4-91D899F23EA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4" y="2568"/>
                <a:ext cx="730" cy="198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endParaRPr>
              </a:p>
            </p:txBody>
          </p:sp>
          <p:sp>
            <p:nvSpPr>
              <p:cNvPr id="900" name="AutoShape 375">
                <a:extLst>
                  <a:ext uri="{FF2B5EF4-FFF2-40B4-BE49-F238E27FC236}">
                    <a16:creationId xmlns:a16="http://schemas.microsoft.com/office/drawing/2014/main" id="{341A6BBC-F5C1-4A4B-B98C-F7FBC232C09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7" y="2584"/>
                <a:ext cx="705" cy="111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endParaRPr>
              </a:p>
            </p:txBody>
          </p:sp>
        </p:grpSp>
        <p:sp>
          <p:nvSpPr>
            <p:cNvPr id="884" name="Freeform 376">
              <a:extLst>
                <a:ext uri="{FF2B5EF4-FFF2-40B4-BE49-F238E27FC236}">
                  <a16:creationId xmlns:a16="http://schemas.microsoft.com/office/drawing/2014/main" id="{FD7BA052-11AD-0746-9E1F-ED093C0C7F5F}"/>
                </a:ext>
              </a:extLst>
            </p:cNvPr>
            <p:cNvSpPr>
              <a:spLocks/>
            </p:cNvSpPr>
            <p:nvPr/>
          </p:nvSpPr>
          <p:spPr bwMode="auto">
            <a:xfrm>
              <a:off x="5288" y="1354"/>
              <a:ext cx="263" cy="188"/>
            </a:xfrm>
            <a:custGeom>
              <a:avLst/>
              <a:gdLst>
                <a:gd name="T0" fmla="*/ 2 w 328"/>
                <a:gd name="T1" fmla="*/ 0 h 226"/>
                <a:gd name="T2" fmla="*/ 36 w 328"/>
                <a:gd name="T3" fmla="*/ 20 h 226"/>
                <a:gd name="T4" fmla="*/ 36 w 328"/>
                <a:gd name="T5" fmla="*/ 36 h 226"/>
                <a:gd name="T6" fmla="*/ 0 w 328"/>
                <a:gd name="T7" fmla="*/ 15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grpSp>
          <p:nvGrpSpPr>
            <p:cNvPr id="885" name="Group 377">
              <a:extLst>
                <a:ext uri="{FF2B5EF4-FFF2-40B4-BE49-F238E27FC236}">
                  <a16:creationId xmlns:a16="http://schemas.microsoft.com/office/drawing/2014/main" id="{94849104-ED73-4A4E-9499-FE17A0BEEADF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39" y="1327"/>
              <a:ext cx="582" cy="139"/>
              <a:chOff x="614" y="2568"/>
              <a:chExt cx="725" cy="139"/>
            </a:xfrm>
          </p:grpSpPr>
          <p:sp>
            <p:nvSpPr>
              <p:cNvPr id="897" name="AutoShape 378">
                <a:extLst>
                  <a:ext uri="{FF2B5EF4-FFF2-40B4-BE49-F238E27FC236}">
                    <a16:creationId xmlns:a16="http://schemas.microsoft.com/office/drawing/2014/main" id="{6AF22F59-81FC-284E-9ED3-B8543A67EC4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09" y="2566"/>
                <a:ext cx="730" cy="138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endParaRPr>
              </a:p>
            </p:txBody>
          </p:sp>
          <p:sp>
            <p:nvSpPr>
              <p:cNvPr id="898" name="AutoShape 379">
                <a:extLst>
                  <a:ext uri="{FF2B5EF4-FFF2-40B4-BE49-F238E27FC236}">
                    <a16:creationId xmlns:a16="http://schemas.microsoft.com/office/drawing/2014/main" id="{59F0C798-93FE-2E49-A5BB-F37B2B375CA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2" y="2584"/>
                <a:ext cx="705" cy="103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endParaRPr>
              </a:p>
            </p:txBody>
          </p:sp>
        </p:grpSp>
        <p:sp>
          <p:nvSpPr>
            <p:cNvPr id="886" name="Rectangle 380">
              <a:extLst>
                <a:ext uri="{FF2B5EF4-FFF2-40B4-BE49-F238E27FC236}">
                  <a16:creationId xmlns:a16="http://schemas.microsoft.com/office/drawing/2014/main" id="{D7204B38-E79D-704F-9D1A-7946FE0F7A1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53" y="429"/>
              <a:ext cx="68" cy="2293"/>
            </a:xfrm>
            <a:prstGeom prst="rect">
              <a:avLst/>
            </a:prstGeom>
            <a:gradFill rotWithShape="1"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887" name="Freeform 381">
              <a:extLst>
                <a:ext uri="{FF2B5EF4-FFF2-40B4-BE49-F238E27FC236}">
                  <a16:creationId xmlns:a16="http://schemas.microsoft.com/office/drawing/2014/main" id="{B297E38E-B1EF-904E-B58B-D3DB570632A7}"/>
                </a:ext>
              </a:extLst>
            </p:cNvPr>
            <p:cNvSpPr>
              <a:spLocks/>
            </p:cNvSpPr>
            <p:nvPr/>
          </p:nvSpPr>
          <p:spPr bwMode="auto">
            <a:xfrm>
              <a:off x="5312" y="1007"/>
              <a:ext cx="237" cy="213"/>
            </a:xfrm>
            <a:custGeom>
              <a:avLst/>
              <a:gdLst>
                <a:gd name="T0" fmla="*/ 2 w 296"/>
                <a:gd name="T1" fmla="*/ 0 h 256"/>
                <a:gd name="T2" fmla="*/ 32 w 296"/>
                <a:gd name="T3" fmla="*/ 22 h 256"/>
                <a:gd name="T4" fmla="*/ 32 w 296"/>
                <a:gd name="T5" fmla="*/ 41 h 256"/>
                <a:gd name="T6" fmla="*/ 0 w 296"/>
                <a:gd name="T7" fmla="*/ 15 h 256"/>
                <a:gd name="T8" fmla="*/ 2 w 296"/>
                <a:gd name="T9" fmla="*/ 0 h 25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96" h="25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888" name="Freeform 382">
              <a:extLst>
                <a:ext uri="{FF2B5EF4-FFF2-40B4-BE49-F238E27FC236}">
                  <a16:creationId xmlns:a16="http://schemas.microsoft.com/office/drawing/2014/main" id="{D9CB8A91-EFB4-EF48-9D5A-800AA7662CE3}"/>
                </a:ext>
              </a:extLst>
            </p:cNvPr>
            <p:cNvSpPr>
              <a:spLocks/>
            </p:cNvSpPr>
            <p:nvPr/>
          </p:nvSpPr>
          <p:spPr bwMode="auto">
            <a:xfrm>
              <a:off x="5315" y="680"/>
              <a:ext cx="244" cy="240"/>
            </a:xfrm>
            <a:custGeom>
              <a:avLst/>
              <a:gdLst>
                <a:gd name="T0" fmla="*/ 0 w 304"/>
                <a:gd name="T1" fmla="*/ 0 h 288"/>
                <a:gd name="T2" fmla="*/ 34 w 304"/>
                <a:gd name="T3" fmla="*/ 27 h 288"/>
                <a:gd name="T4" fmla="*/ 31 w 304"/>
                <a:gd name="T5" fmla="*/ 48 h 288"/>
                <a:gd name="T6" fmla="*/ 2 w 304"/>
                <a:gd name="T7" fmla="*/ 20 h 288"/>
                <a:gd name="T8" fmla="*/ 0 w 304"/>
                <a:gd name="T9" fmla="*/ 0 h 28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04" h="288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889" name="Oval 383">
              <a:extLst>
                <a:ext uri="{FF2B5EF4-FFF2-40B4-BE49-F238E27FC236}">
                  <a16:creationId xmlns:a16="http://schemas.microsoft.com/office/drawing/2014/main" id="{8987F49C-0A2B-AD46-A559-3662A098901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16" y="2610"/>
              <a:ext cx="49" cy="95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890" name="Freeform 384">
              <a:extLst>
                <a:ext uri="{FF2B5EF4-FFF2-40B4-BE49-F238E27FC236}">
                  <a16:creationId xmlns:a16="http://schemas.microsoft.com/office/drawing/2014/main" id="{56272E2A-B37E-7040-8FE7-B94468517525}"/>
                </a:ext>
              </a:extLst>
            </p:cNvPr>
            <p:cNvSpPr>
              <a:spLocks/>
            </p:cNvSpPr>
            <p:nvPr/>
          </p:nvSpPr>
          <p:spPr bwMode="auto">
            <a:xfrm>
              <a:off x="5302" y="2614"/>
              <a:ext cx="245" cy="200"/>
            </a:xfrm>
            <a:custGeom>
              <a:avLst/>
              <a:gdLst>
                <a:gd name="T0" fmla="*/ 0 w 306"/>
                <a:gd name="T1" fmla="*/ 18 h 240"/>
                <a:gd name="T2" fmla="*/ 2 w 306"/>
                <a:gd name="T3" fmla="*/ 40 h 240"/>
                <a:gd name="T4" fmla="*/ 34 w 306"/>
                <a:gd name="T5" fmla="*/ 18 h 240"/>
                <a:gd name="T6" fmla="*/ 32 w 306"/>
                <a:gd name="T7" fmla="*/ 0 h 240"/>
                <a:gd name="T8" fmla="*/ 0 w 306"/>
                <a:gd name="T9" fmla="*/ 18 h 24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06" h="240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891" name="AutoShape 385">
              <a:extLst>
                <a:ext uri="{FF2B5EF4-FFF2-40B4-BE49-F238E27FC236}">
                  <a16:creationId xmlns:a16="http://schemas.microsoft.com/office/drawing/2014/main" id="{265AE34B-C24C-4244-B2E1-823D47AD434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40" y="2678"/>
              <a:ext cx="1201" cy="147"/>
            </a:xfrm>
            <a:prstGeom prst="roundRect">
              <a:avLst>
                <a:gd name="adj" fmla="val 50000"/>
              </a:avLst>
            </a:prstGeom>
            <a:solidFill>
              <a:srgbClr val="DDDDDD"/>
            </a:solidFill>
            <a:ln w="9525">
              <a:solidFill>
                <a:srgbClr val="00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892" name="AutoShape 386">
              <a:extLst>
                <a:ext uri="{FF2B5EF4-FFF2-40B4-BE49-F238E27FC236}">
                  <a16:creationId xmlns:a16="http://schemas.microsoft.com/office/drawing/2014/main" id="{10E44DC8-F69D-5545-9E57-740FE4383A0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08" y="2713"/>
              <a:ext cx="1064" cy="78"/>
            </a:xfrm>
            <a:prstGeom prst="roundRect">
              <a:avLst>
                <a:gd name="adj" fmla="val 50000"/>
              </a:avLst>
            </a:prstGeom>
            <a:gradFill rotWithShape="1">
              <a:gsLst>
                <a:gs pos="0">
                  <a:srgbClr val="000000"/>
                </a:gs>
                <a:gs pos="100000">
                  <a:srgbClr val="808080"/>
                </a:gs>
              </a:gsLst>
              <a:lin ang="0" scaled="1"/>
            </a:gradFill>
            <a:ln w="9525">
              <a:solidFill>
                <a:srgbClr val="00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893" name="Oval 387">
              <a:extLst>
                <a:ext uri="{FF2B5EF4-FFF2-40B4-BE49-F238E27FC236}">
                  <a16:creationId xmlns:a16="http://schemas.microsoft.com/office/drawing/2014/main" id="{FD342163-1DC9-1B48-BEA0-1620ABB4E92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06" y="2385"/>
              <a:ext cx="156" cy="138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894" name="Oval 388">
              <a:extLst>
                <a:ext uri="{FF2B5EF4-FFF2-40B4-BE49-F238E27FC236}">
                  <a16:creationId xmlns:a16="http://schemas.microsoft.com/office/drawing/2014/main" id="{CA07F370-4D95-0740-89A3-264118D2369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82" y="2385"/>
              <a:ext cx="166" cy="138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Arial" charset="0"/>
              </a:endParaRPr>
            </a:p>
          </p:txBody>
        </p:sp>
        <p:sp>
          <p:nvSpPr>
            <p:cNvPr id="895" name="Oval 389">
              <a:extLst>
                <a:ext uri="{FF2B5EF4-FFF2-40B4-BE49-F238E27FC236}">
                  <a16:creationId xmlns:a16="http://schemas.microsoft.com/office/drawing/2014/main" id="{7A871C45-6926-0144-A9DA-1CB846474E1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57" y="2377"/>
              <a:ext cx="166" cy="147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896" name="Rectangle 390">
              <a:extLst>
                <a:ext uri="{FF2B5EF4-FFF2-40B4-BE49-F238E27FC236}">
                  <a16:creationId xmlns:a16="http://schemas.microsoft.com/office/drawing/2014/main" id="{93478FB3-BB83-904F-BDCC-D9C78F5D846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57" y="1834"/>
              <a:ext cx="88" cy="758"/>
            </a:xfrm>
            <a:prstGeom prst="rect">
              <a:avLst/>
            </a:prstGeom>
            <a:solidFill>
              <a:srgbClr val="292929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</p:grpSp>
      <p:grpSp>
        <p:nvGrpSpPr>
          <p:cNvPr id="905" name="Group 391">
            <a:extLst>
              <a:ext uri="{FF2B5EF4-FFF2-40B4-BE49-F238E27FC236}">
                <a16:creationId xmlns:a16="http://schemas.microsoft.com/office/drawing/2014/main" id="{B94C15E5-CBA5-2940-8689-484338C5321F}"/>
              </a:ext>
            </a:extLst>
          </p:cNvPr>
          <p:cNvGrpSpPr>
            <a:grpSpLocks/>
          </p:cNvGrpSpPr>
          <p:nvPr/>
        </p:nvGrpSpPr>
        <p:grpSpPr bwMode="auto">
          <a:xfrm>
            <a:off x="8242300" y="5913484"/>
            <a:ext cx="231775" cy="441325"/>
            <a:chOff x="4140" y="429"/>
            <a:chExt cx="1425" cy="2396"/>
          </a:xfrm>
        </p:grpSpPr>
        <p:sp>
          <p:nvSpPr>
            <p:cNvPr id="906" name="Freeform 392">
              <a:extLst>
                <a:ext uri="{FF2B5EF4-FFF2-40B4-BE49-F238E27FC236}">
                  <a16:creationId xmlns:a16="http://schemas.microsoft.com/office/drawing/2014/main" id="{4F66A60C-4523-1247-B22F-E614C2323218}"/>
                </a:ext>
              </a:extLst>
            </p:cNvPr>
            <p:cNvSpPr>
              <a:spLocks/>
            </p:cNvSpPr>
            <p:nvPr/>
          </p:nvSpPr>
          <p:spPr bwMode="auto">
            <a:xfrm>
              <a:off x="5268" y="433"/>
              <a:ext cx="283" cy="2286"/>
            </a:xfrm>
            <a:custGeom>
              <a:avLst/>
              <a:gdLst>
                <a:gd name="T0" fmla="*/ 7 w 354"/>
                <a:gd name="T1" fmla="*/ 0 h 2742"/>
                <a:gd name="T2" fmla="*/ 38 w 354"/>
                <a:gd name="T3" fmla="*/ 55 h 2742"/>
                <a:gd name="T4" fmla="*/ 37 w 354"/>
                <a:gd name="T5" fmla="*/ 425 h 2742"/>
                <a:gd name="T6" fmla="*/ 0 w 354"/>
                <a:gd name="T7" fmla="*/ 445 h 2742"/>
                <a:gd name="T8" fmla="*/ 7 w 354"/>
                <a:gd name="T9" fmla="*/ 0 h 274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4" h="2742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 rotWithShape="1"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907" name="Rectangle 393">
              <a:extLst>
                <a:ext uri="{FF2B5EF4-FFF2-40B4-BE49-F238E27FC236}">
                  <a16:creationId xmlns:a16="http://schemas.microsoft.com/office/drawing/2014/main" id="{61D620F7-773E-9447-BBE9-EADB205BA35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08" y="429"/>
              <a:ext cx="1044" cy="2284"/>
            </a:xfrm>
            <a:prstGeom prst="rect">
              <a:avLst/>
            </a:pr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908" name="Freeform 394">
              <a:extLst>
                <a:ext uri="{FF2B5EF4-FFF2-40B4-BE49-F238E27FC236}">
                  <a16:creationId xmlns:a16="http://schemas.microsoft.com/office/drawing/2014/main" id="{68051943-1F78-7D4F-9003-02B33D5103DF}"/>
                </a:ext>
              </a:extLst>
            </p:cNvPr>
            <p:cNvSpPr>
              <a:spLocks/>
            </p:cNvSpPr>
            <p:nvPr/>
          </p:nvSpPr>
          <p:spPr bwMode="auto">
            <a:xfrm>
              <a:off x="5321" y="570"/>
              <a:ext cx="169" cy="2115"/>
            </a:xfrm>
            <a:custGeom>
              <a:avLst/>
              <a:gdLst>
                <a:gd name="T0" fmla="*/ 2 w 211"/>
                <a:gd name="T1" fmla="*/ 0 h 2537"/>
                <a:gd name="T2" fmla="*/ 23 w 211"/>
                <a:gd name="T3" fmla="*/ 36 h 2537"/>
                <a:gd name="T4" fmla="*/ 2 w 211"/>
                <a:gd name="T5" fmla="*/ 405 h 2537"/>
                <a:gd name="T6" fmla="*/ 2 w 211"/>
                <a:gd name="T7" fmla="*/ 0 h 2537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11" h="2537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 rotWithShape="1"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909" name="Freeform 395">
              <a:extLst>
                <a:ext uri="{FF2B5EF4-FFF2-40B4-BE49-F238E27FC236}">
                  <a16:creationId xmlns:a16="http://schemas.microsoft.com/office/drawing/2014/main" id="{CFD52F3A-7D38-814B-ACF7-C2DABDAC01FC}"/>
                </a:ext>
              </a:extLst>
            </p:cNvPr>
            <p:cNvSpPr>
              <a:spLocks/>
            </p:cNvSpPr>
            <p:nvPr/>
          </p:nvSpPr>
          <p:spPr bwMode="auto">
            <a:xfrm>
              <a:off x="5284" y="1640"/>
              <a:ext cx="263" cy="189"/>
            </a:xfrm>
            <a:custGeom>
              <a:avLst/>
              <a:gdLst>
                <a:gd name="T0" fmla="*/ 2 w 328"/>
                <a:gd name="T1" fmla="*/ 0 h 226"/>
                <a:gd name="T2" fmla="*/ 36 w 328"/>
                <a:gd name="T3" fmla="*/ 21 h 226"/>
                <a:gd name="T4" fmla="*/ 36 w 328"/>
                <a:gd name="T5" fmla="*/ 38 h 226"/>
                <a:gd name="T6" fmla="*/ 0 w 328"/>
                <a:gd name="T7" fmla="*/ 16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910" name="Rectangle 396">
              <a:extLst>
                <a:ext uri="{FF2B5EF4-FFF2-40B4-BE49-F238E27FC236}">
                  <a16:creationId xmlns:a16="http://schemas.microsoft.com/office/drawing/2014/main" id="{ED4FE6BC-E863-0A40-A1BF-59B1EE6E65F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08" y="696"/>
              <a:ext cx="595" cy="43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grpSp>
          <p:nvGrpSpPr>
            <p:cNvPr id="911" name="Group 397">
              <a:extLst>
                <a:ext uri="{FF2B5EF4-FFF2-40B4-BE49-F238E27FC236}">
                  <a16:creationId xmlns:a16="http://schemas.microsoft.com/office/drawing/2014/main" id="{B0820A9D-B93E-724D-B70E-1CA866696055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49" y="668"/>
              <a:ext cx="581" cy="145"/>
              <a:chOff x="614" y="2568"/>
              <a:chExt cx="725" cy="139"/>
            </a:xfrm>
          </p:grpSpPr>
          <p:sp>
            <p:nvSpPr>
              <p:cNvPr id="936" name="AutoShape 398">
                <a:extLst>
                  <a:ext uri="{FF2B5EF4-FFF2-40B4-BE49-F238E27FC236}">
                    <a16:creationId xmlns:a16="http://schemas.microsoft.com/office/drawing/2014/main" id="{C731DD29-B1AF-B140-BF66-9AA1704AA0D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09" y="2570"/>
                <a:ext cx="731" cy="140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endParaRPr>
              </a:p>
            </p:txBody>
          </p:sp>
          <p:sp>
            <p:nvSpPr>
              <p:cNvPr id="937" name="AutoShape 399">
                <a:extLst>
                  <a:ext uri="{FF2B5EF4-FFF2-40B4-BE49-F238E27FC236}">
                    <a16:creationId xmlns:a16="http://schemas.microsoft.com/office/drawing/2014/main" id="{69450BC6-9D04-5E41-AAFA-3248B29893B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1" y="2587"/>
                <a:ext cx="706" cy="107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endParaRPr>
              </a:p>
            </p:txBody>
          </p:sp>
        </p:grpSp>
        <p:sp>
          <p:nvSpPr>
            <p:cNvPr id="912" name="Rectangle 400">
              <a:extLst>
                <a:ext uri="{FF2B5EF4-FFF2-40B4-BE49-F238E27FC236}">
                  <a16:creationId xmlns:a16="http://schemas.microsoft.com/office/drawing/2014/main" id="{1E68D328-8CD6-494C-8980-4A62098558E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28" y="1015"/>
              <a:ext cx="595" cy="52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grpSp>
          <p:nvGrpSpPr>
            <p:cNvPr id="913" name="Group 401">
              <a:extLst>
                <a:ext uri="{FF2B5EF4-FFF2-40B4-BE49-F238E27FC236}">
                  <a16:creationId xmlns:a16="http://schemas.microsoft.com/office/drawing/2014/main" id="{80ABD857-57C1-6042-8F03-E798080B040D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47" y="994"/>
              <a:ext cx="581" cy="134"/>
              <a:chOff x="614" y="2568"/>
              <a:chExt cx="725" cy="139"/>
            </a:xfrm>
          </p:grpSpPr>
          <p:sp>
            <p:nvSpPr>
              <p:cNvPr id="934" name="AutoShape 402">
                <a:extLst>
                  <a:ext uri="{FF2B5EF4-FFF2-40B4-BE49-F238E27FC236}">
                    <a16:creationId xmlns:a16="http://schemas.microsoft.com/office/drawing/2014/main" id="{F3B87B92-FEB0-5347-AD64-CA0F25689BD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2" y="2572"/>
                <a:ext cx="731" cy="134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endParaRPr>
              </a:p>
            </p:txBody>
          </p:sp>
          <p:sp>
            <p:nvSpPr>
              <p:cNvPr id="935" name="AutoShape 403">
                <a:extLst>
                  <a:ext uri="{FF2B5EF4-FFF2-40B4-BE49-F238E27FC236}">
                    <a16:creationId xmlns:a16="http://schemas.microsoft.com/office/drawing/2014/main" id="{9936A920-B1F4-C14C-B5C6-409A7AFE847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4" y="2590"/>
                <a:ext cx="706" cy="98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endParaRPr>
              </a:p>
            </p:txBody>
          </p:sp>
        </p:grpSp>
        <p:sp>
          <p:nvSpPr>
            <p:cNvPr id="914" name="Rectangle 404">
              <a:extLst>
                <a:ext uri="{FF2B5EF4-FFF2-40B4-BE49-F238E27FC236}">
                  <a16:creationId xmlns:a16="http://schemas.microsoft.com/office/drawing/2014/main" id="{0F04EEB4-7896-7D4A-BCDA-62B0C7B9FA3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18" y="1360"/>
              <a:ext cx="595" cy="43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915" name="Rectangle 405">
              <a:extLst>
                <a:ext uri="{FF2B5EF4-FFF2-40B4-BE49-F238E27FC236}">
                  <a16:creationId xmlns:a16="http://schemas.microsoft.com/office/drawing/2014/main" id="{5909BD1D-CACF-D748-A5B9-4C7904EECC4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28" y="1653"/>
              <a:ext cx="595" cy="52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grpSp>
          <p:nvGrpSpPr>
            <p:cNvPr id="916" name="Group 406">
              <a:extLst>
                <a:ext uri="{FF2B5EF4-FFF2-40B4-BE49-F238E27FC236}">
                  <a16:creationId xmlns:a16="http://schemas.microsoft.com/office/drawing/2014/main" id="{F985F348-C548-C043-912F-5350B438D3C0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35" y="1627"/>
              <a:ext cx="582" cy="151"/>
              <a:chOff x="614" y="2568"/>
              <a:chExt cx="725" cy="139"/>
            </a:xfrm>
          </p:grpSpPr>
          <p:sp>
            <p:nvSpPr>
              <p:cNvPr id="932" name="AutoShape 407">
                <a:extLst>
                  <a:ext uri="{FF2B5EF4-FFF2-40B4-BE49-F238E27FC236}">
                    <a16:creationId xmlns:a16="http://schemas.microsoft.com/office/drawing/2014/main" id="{F70F083E-0DB4-B64D-BC78-036B8F2D460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4" y="2568"/>
                <a:ext cx="730" cy="198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endParaRPr>
              </a:p>
            </p:txBody>
          </p:sp>
          <p:sp>
            <p:nvSpPr>
              <p:cNvPr id="933" name="AutoShape 408">
                <a:extLst>
                  <a:ext uri="{FF2B5EF4-FFF2-40B4-BE49-F238E27FC236}">
                    <a16:creationId xmlns:a16="http://schemas.microsoft.com/office/drawing/2014/main" id="{EDA150B8-1FBA-3A43-8152-77EF2D3FD36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7" y="2584"/>
                <a:ext cx="705" cy="111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endParaRPr>
              </a:p>
            </p:txBody>
          </p:sp>
        </p:grpSp>
        <p:sp>
          <p:nvSpPr>
            <p:cNvPr id="917" name="Freeform 409">
              <a:extLst>
                <a:ext uri="{FF2B5EF4-FFF2-40B4-BE49-F238E27FC236}">
                  <a16:creationId xmlns:a16="http://schemas.microsoft.com/office/drawing/2014/main" id="{A4EE2C33-4CEF-F64E-8D2C-C9DFC11B0CF3}"/>
                </a:ext>
              </a:extLst>
            </p:cNvPr>
            <p:cNvSpPr>
              <a:spLocks/>
            </p:cNvSpPr>
            <p:nvPr/>
          </p:nvSpPr>
          <p:spPr bwMode="auto">
            <a:xfrm>
              <a:off x="5288" y="1354"/>
              <a:ext cx="263" cy="188"/>
            </a:xfrm>
            <a:custGeom>
              <a:avLst/>
              <a:gdLst>
                <a:gd name="T0" fmla="*/ 2 w 328"/>
                <a:gd name="T1" fmla="*/ 0 h 226"/>
                <a:gd name="T2" fmla="*/ 36 w 328"/>
                <a:gd name="T3" fmla="*/ 20 h 226"/>
                <a:gd name="T4" fmla="*/ 36 w 328"/>
                <a:gd name="T5" fmla="*/ 36 h 226"/>
                <a:gd name="T6" fmla="*/ 0 w 328"/>
                <a:gd name="T7" fmla="*/ 15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grpSp>
          <p:nvGrpSpPr>
            <p:cNvPr id="918" name="Group 410">
              <a:extLst>
                <a:ext uri="{FF2B5EF4-FFF2-40B4-BE49-F238E27FC236}">
                  <a16:creationId xmlns:a16="http://schemas.microsoft.com/office/drawing/2014/main" id="{D5237434-45E3-9B43-B435-70ECE4BC17C6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39" y="1327"/>
              <a:ext cx="582" cy="139"/>
              <a:chOff x="614" y="2568"/>
              <a:chExt cx="725" cy="139"/>
            </a:xfrm>
          </p:grpSpPr>
          <p:sp>
            <p:nvSpPr>
              <p:cNvPr id="930" name="AutoShape 411">
                <a:extLst>
                  <a:ext uri="{FF2B5EF4-FFF2-40B4-BE49-F238E27FC236}">
                    <a16:creationId xmlns:a16="http://schemas.microsoft.com/office/drawing/2014/main" id="{FE241821-A07C-5E45-9536-5C4C0DCB2EE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09" y="2566"/>
                <a:ext cx="730" cy="138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endParaRPr>
              </a:p>
            </p:txBody>
          </p:sp>
          <p:sp>
            <p:nvSpPr>
              <p:cNvPr id="931" name="AutoShape 412">
                <a:extLst>
                  <a:ext uri="{FF2B5EF4-FFF2-40B4-BE49-F238E27FC236}">
                    <a16:creationId xmlns:a16="http://schemas.microsoft.com/office/drawing/2014/main" id="{A291E061-47B5-8B40-B857-3700BEC1CF9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2" y="2584"/>
                <a:ext cx="705" cy="103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endParaRPr>
              </a:p>
            </p:txBody>
          </p:sp>
        </p:grpSp>
        <p:sp>
          <p:nvSpPr>
            <p:cNvPr id="919" name="Rectangle 413">
              <a:extLst>
                <a:ext uri="{FF2B5EF4-FFF2-40B4-BE49-F238E27FC236}">
                  <a16:creationId xmlns:a16="http://schemas.microsoft.com/office/drawing/2014/main" id="{DD501FF1-6533-124E-B747-F46FD4739AA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53" y="429"/>
              <a:ext cx="68" cy="2293"/>
            </a:xfrm>
            <a:prstGeom prst="rect">
              <a:avLst/>
            </a:prstGeom>
            <a:gradFill rotWithShape="1"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920" name="Freeform 414">
              <a:extLst>
                <a:ext uri="{FF2B5EF4-FFF2-40B4-BE49-F238E27FC236}">
                  <a16:creationId xmlns:a16="http://schemas.microsoft.com/office/drawing/2014/main" id="{DCD7A571-3F8E-5B4C-AE78-445B1D4AE2C2}"/>
                </a:ext>
              </a:extLst>
            </p:cNvPr>
            <p:cNvSpPr>
              <a:spLocks/>
            </p:cNvSpPr>
            <p:nvPr/>
          </p:nvSpPr>
          <p:spPr bwMode="auto">
            <a:xfrm>
              <a:off x="5312" y="1007"/>
              <a:ext cx="237" cy="213"/>
            </a:xfrm>
            <a:custGeom>
              <a:avLst/>
              <a:gdLst>
                <a:gd name="T0" fmla="*/ 2 w 296"/>
                <a:gd name="T1" fmla="*/ 0 h 256"/>
                <a:gd name="T2" fmla="*/ 32 w 296"/>
                <a:gd name="T3" fmla="*/ 22 h 256"/>
                <a:gd name="T4" fmla="*/ 32 w 296"/>
                <a:gd name="T5" fmla="*/ 41 h 256"/>
                <a:gd name="T6" fmla="*/ 0 w 296"/>
                <a:gd name="T7" fmla="*/ 15 h 256"/>
                <a:gd name="T8" fmla="*/ 2 w 296"/>
                <a:gd name="T9" fmla="*/ 0 h 25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96" h="25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921" name="Freeform 415">
              <a:extLst>
                <a:ext uri="{FF2B5EF4-FFF2-40B4-BE49-F238E27FC236}">
                  <a16:creationId xmlns:a16="http://schemas.microsoft.com/office/drawing/2014/main" id="{938BC4F2-A426-3F45-8FD9-7FA2DBEC0307}"/>
                </a:ext>
              </a:extLst>
            </p:cNvPr>
            <p:cNvSpPr>
              <a:spLocks/>
            </p:cNvSpPr>
            <p:nvPr/>
          </p:nvSpPr>
          <p:spPr bwMode="auto">
            <a:xfrm>
              <a:off x="5315" y="680"/>
              <a:ext cx="244" cy="240"/>
            </a:xfrm>
            <a:custGeom>
              <a:avLst/>
              <a:gdLst>
                <a:gd name="T0" fmla="*/ 0 w 304"/>
                <a:gd name="T1" fmla="*/ 0 h 288"/>
                <a:gd name="T2" fmla="*/ 34 w 304"/>
                <a:gd name="T3" fmla="*/ 27 h 288"/>
                <a:gd name="T4" fmla="*/ 31 w 304"/>
                <a:gd name="T5" fmla="*/ 48 h 288"/>
                <a:gd name="T6" fmla="*/ 2 w 304"/>
                <a:gd name="T7" fmla="*/ 20 h 288"/>
                <a:gd name="T8" fmla="*/ 0 w 304"/>
                <a:gd name="T9" fmla="*/ 0 h 28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04" h="288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922" name="Oval 416">
              <a:extLst>
                <a:ext uri="{FF2B5EF4-FFF2-40B4-BE49-F238E27FC236}">
                  <a16:creationId xmlns:a16="http://schemas.microsoft.com/office/drawing/2014/main" id="{AF98DFA3-988A-EC49-B271-BC58A8724ED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16" y="2610"/>
              <a:ext cx="49" cy="95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923" name="Freeform 417">
              <a:extLst>
                <a:ext uri="{FF2B5EF4-FFF2-40B4-BE49-F238E27FC236}">
                  <a16:creationId xmlns:a16="http://schemas.microsoft.com/office/drawing/2014/main" id="{A196ACD0-B52A-594C-BD08-5F7FA59EA3F8}"/>
                </a:ext>
              </a:extLst>
            </p:cNvPr>
            <p:cNvSpPr>
              <a:spLocks/>
            </p:cNvSpPr>
            <p:nvPr/>
          </p:nvSpPr>
          <p:spPr bwMode="auto">
            <a:xfrm>
              <a:off x="5302" y="2614"/>
              <a:ext cx="245" cy="200"/>
            </a:xfrm>
            <a:custGeom>
              <a:avLst/>
              <a:gdLst>
                <a:gd name="T0" fmla="*/ 0 w 306"/>
                <a:gd name="T1" fmla="*/ 18 h 240"/>
                <a:gd name="T2" fmla="*/ 2 w 306"/>
                <a:gd name="T3" fmla="*/ 40 h 240"/>
                <a:gd name="T4" fmla="*/ 34 w 306"/>
                <a:gd name="T5" fmla="*/ 18 h 240"/>
                <a:gd name="T6" fmla="*/ 32 w 306"/>
                <a:gd name="T7" fmla="*/ 0 h 240"/>
                <a:gd name="T8" fmla="*/ 0 w 306"/>
                <a:gd name="T9" fmla="*/ 18 h 24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06" h="240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924" name="AutoShape 418">
              <a:extLst>
                <a:ext uri="{FF2B5EF4-FFF2-40B4-BE49-F238E27FC236}">
                  <a16:creationId xmlns:a16="http://schemas.microsoft.com/office/drawing/2014/main" id="{31CD3BB6-E02C-FF4B-963F-83FAE08F49B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40" y="2678"/>
              <a:ext cx="1201" cy="147"/>
            </a:xfrm>
            <a:prstGeom prst="roundRect">
              <a:avLst>
                <a:gd name="adj" fmla="val 50000"/>
              </a:avLst>
            </a:prstGeom>
            <a:solidFill>
              <a:srgbClr val="DDDDDD"/>
            </a:solidFill>
            <a:ln w="9525">
              <a:solidFill>
                <a:srgbClr val="00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925" name="AutoShape 419">
              <a:extLst>
                <a:ext uri="{FF2B5EF4-FFF2-40B4-BE49-F238E27FC236}">
                  <a16:creationId xmlns:a16="http://schemas.microsoft.com/office/drawing/2014/main" id="{348C19C6-E3E4-6244-86AE-3030DDC92A4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08" y="2713"/>
              <a:ext cx="1064" cy="78"/>
            </a:xfrm>
            <a:prstGeom prst="roundRect">
              <a:avLst>
                <a:gd name="adj" fmla="val 50000"/>
              </a:avLst>
            </a:prstGeom>
            <a:gradFill rotWithShape="1">
              <a:gsLst>
                <a:gs pos="0">
                  <a:srgbClr val="000000"/>
                </a:gs>
                <a:gs pos="100000">
                  <a:srgbClr val="808080"/>
                </a:gs>
              </a:gsLst>
              <a:lin ang="0" scaled="1"/>
            </a:gradFill>
            <a:ln w="9525">
              <a:solidFill>
                <a:srgbClr val="00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926" name="Oval 420">
              <a:extLst>
                <a:ext uri="{FF2B5EF4-FFF2-40B4-BE49-F238E27FC236}">
                  <a16:creationId xmlns:a16="http://schemas.microsoft.com/office/drawing/2014/main" id="{427211E2-1972-7141-998C-496F47DB8C7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06" y="2385"/>
              <a:ext cx="156" cy="138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927" name="Oval 421">
              <a:extLst>
                <a:ext uri="{FF2B5EF4-FFF2-40B4-BE49-F238E27FC236}">
                  <a16:creationId xmlns:a16="http://schemas.microsoft.com/office/drawing/2014/main" id="{A4986518-BD9B-5B44-985C-6F2FB20BB7B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82" y="2385"/>
              <a:ext cx="166" cy="138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Arial" charset="0"/>
              </a:endParaRPr>
            </a:p>
          </p:txBody>
        </p:sp>
        <p:sp>
          <p:nvSpPr>
            <p:cNvPr id="928" name="Oval 422">
              <a:extLst>
                <a:ext uri="{FF2B5EF4-FFF2-40B4-BE49-F238E27FC236}">
                  <a16:creationId xmlns:a16="http://schemas.microsoft.com/office/drawing/2014/main" id="{410B6E44-7449-9E43-AFBD-60C7C42E260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57" y="2377"/>
              <a:ext cx="166" cy="147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929" name="Rectangle 423">
              <a:extLst>
                <a:ext uri="{FF2B5EF4-FFF2-40B4-BE49-F238E27FC236}">
                  <a16:creationId xmlns:a16="http://schemas.microsoft.com/office/drawing/2014/main" id="{B13CD25C-C312-244E-B0BF-CD83F0BBA53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57" y="1834"/>
              <a:ext cx="88" cy="758"/>
            </a:xfrm>
            <a:prstGeom prst="rect">
              <a:avLst/>
            </a:prstGeom>
            <a:solidFill>
              <a:srgbClr val="292929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</p:grpSp>
      <p:grpSp>
        <p:nvGrpSpPr>
          <p:cNvPr id="938" name="Group 424">
            <a:extLst>
              <a:ext uri="{FF2B5EF4-FFF2-40B4-BE49-F238E27FC236}">
                <a16:creationId xmlns:a16="http://schemas.microsoft.com/office/drawing/2014/main" id="{E9EBF6A3-E9F0-8746-A258-7B6F1E3DA995}"/>
              </a:ext>
            </a:extLst>
          </p:cNvPr>
          <p:cNvGrpSpPr>
            <a:grpSpLocks/>
          </p:cNvGrpSpPr>
          <p:nvPr/>
        </p:nvGrpSpPr>
        <p:grpSpPr bwMode="auto">
          <a:xfrm>
            <a:off x="1689100" y="5749972"/>
            <a:ext cx="231775" cy="441325"/>
            <a:chOff x="4140" y="429"/>
            <a:chExt cx="1425" cy="2396"/>
          </a:xfrm>
        </p:grpSpPr>
        <p:sp>
          <p:nvSpPr>
            <p:cNvPr id="939" name="Freeform 425">
              <a:extLst>
                <a:ext uri="{FF2B5EF4-FFF2-40B4-BE49-F238E27FC236}">
                  <a16:creationId xmlns:a16="http://schemas.microsoft.com/office/drawing/2014/main" id="{317EF1EB-033C-B541-875F-F971EF4C96A8}"/>
                </a:ext>
              </a:extLst>
            </p:cNvPr>
            <p:cNvSpPr>
              <a:spLocks/>
            </p:cNvSpPr>
            <p:nvPr/>
          </p:nvSpPr>
          <p:spPr bwMode="auto">
            <a:xfrm>
              <a:off x="5268" y="433"/>
              <a:ext cx="283" cy="2286"/>
            </a:xfrm>
            <a:custGeom>
              <a:avLst/>
              <a:gdLst>
                <a:gd name="T0" fmla="*/ 7 w 354"/>
                <a:gd name="T1" fmla="*/ 0 h 2742"/>
                <a:gd name="T2" fmla="*/ 38 w 354"/>
                <a:gd name="T3" fmla="*/ 55 h 2742"/>
                <a:gd name="T4" fmla="*/ 37 w 354"/>
                <a:gd name="T5" fmla="*/ 425 h 2742"/>
                <a:gd name="T6" fmla="*/ 0 w 354"/>
                <a:gd name="T7" fmla="*/ 445 h 2742"/>
                <a:gd name="T8" fmla="*/ 7 w 354"/>
                <a:gd name="T9" fmla="*/ 0 h 274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4" h="2742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 rotWithShape="1"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940" name="Rectangle 426">
              <a:extLst>
                <a:ext uri="{FF2B5EF4-FFF2-40B4-BE49-F238E27FC236}">
                  <a16:creationId xmlns:a16="http://schemas.microsoft.com/office/drawing/2014/main" id="{7DE336F4-7D1A-AD4C-B804-3C17B5FDDBE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08" y="429"/>
              <a:ext cx="1044" cy="2284"/>
            </a:xfrm>
            <a:prstGeom prst="rect">
              <a:avLst/>
            </a:pr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941" name="Freeform 427">
              <a:extLst>
                <a:ext uri="{FF2B5EF4-FFF2-40B4-BE49-F238E27FC236}">
                  <a16:creationId xmlns:a16="http://schemas.microsoft.com/office/drawing/2014/main" id="{2EF9F335-3899-2649-A235-1B2F287E3EA2}"/>
                </a:ext>
              </a:extLst>
            </p:cNvPr>
            <p:cNvSpPr>
              <a:spLocks/>
            </p:cNvSpPr>
            <p:nvPr/>
          </p:nvSpPr>
          <p:spPr bwMode="auto">
            <a:xfrm>
              <a:off x="5321" y="570"/>
              <a:ext cx="169" cy="2115"/>
            </a:xfrm>
            <a:custGeom>
              <a:avLst/>
              <a:gdLst>
                <a:gd name="T0" fmla="*/ 2 w 211"/>
                <a:gd name="T1" fmla="*/ 0 h 2537"/>
                <a:gd name="T2" fmla="*/ 23 w 211"/>
                <a:gd name="T3" fmla="*/ 36 h 2537"/>
                <a:gd name="T4" fmla="*/ 2 w 211"/>
                <a:gd name="T5" fmla="*/ 405 h 2537"/>
                <a:gd name="T6" fmla="*/ 2 w 211"/>
                <a:gd name="T7" fmla="*/ 0 h 2537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11" h="2537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 rotWithShape="1"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942" name="Freeform 428">
              <a:extLst>
                <a:ext uri="{FF2B5EF4-FFF2-40B4-BE49-F238E27FC236}">
                  <a16:creationId xmlns:a16="http://schemas.microsoft.com/office/drawing/2014/main" id="{38F111C0-EACA-674A-B70B-E58450D355EE}"/>
                </a:ext>
              </a:extLst>
            </p:cNvPr>
            <p:cNvSpPr>
              <a:spLocks/>
            </p:cNvSpPr>
            <p:nvPr/>
          </p:nvSpPr>
          <p:spPr bwMode="auto">
            <a:xfrm>
              <a:off x="5284" y="1640"/>
              <a:ext cx="263" cy="189"/>
            </a:xfrm>
            <a:custGeom>
              <a:avLst/>
              <a:gdLst>
                <a:gd name="T0" fmla="*/ 2 w 328"/>
                <a:gd name="T1" fmla="*/ 0 h 226"/>
                <a:gd name="T2" fmla="*/ 36 w 328"/>
                <a:gd name="T3" fmla="*/ 21 h 226"/>
                <a:gd name="T4" fmla="*/ 36 w 328"/>
                <a:gd name="T5" fmla="*/ 38 h 226"/>
                <a:gd name="T6" fmla="*/ 0 w 328"/>
                <a:gd name="T7" fmla="*/ 16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943" name="Rectangle 429">
              <a:extLst>
                <a:ext uri="{FF2B5EF4-FFF2-40B4-BE49-F238E27FC236}">
                  <a16:creationId xmlns:a16="http://schemas.microsoft.com/office/drawing/2014/main" id="{8FAFAE77-82D3-6944-9183-612E8FADA36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08" y="696"/>
              <a:ext cx="595" cy="43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grpSp>
          <p:nvGrpSpPr>
            <p:cNvPr id="944" name="Group 430">
              <a:extLst>
                <a:ext uri="{FF2B5EF4-FFF2-40B4-BE49-F238E27FC236}">
                  <a16:creationId xmlns:a16="http://schemas.microsoft.com/office/drawing/2014/main" id="{C9C3B06D-1446-984E-8533-C1D0EC6B486C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49" y="668"/>
              <a:ext cx="581" cy="145"/>
              <a:chOff x="614" y="2568"/>
              <a:chExt cx="725" cy="139"/>
            </a:xfrm>
          </p:grpSpPr>
          <p:sp>
            <p:nvSpPr>
              <p:cNvPr id="969" name="AutoShape 431">
                <a:extLst>
                  <a:ext uri="{FF2B5EF4-FFF2-40B4-BE49-F238E27FC236}">
                    <a16:creationId xmlns:a16="http://schemas.microsoft.com/office/drawing/2014/main" id="{B80496C4-049D-954C-A5E2-DFF3BE40A45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09" y="2570"/>
                <a:ext cx="731" cy="140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endParaRPr>
              </a:p>
            </p:txBody>
          </p:sp>
          <p:sp>
            <p:nvSpPr>
              <p:cNvPr id="970" name="AutoShape 432">
                <a:extLst>
                  <a:ext uri="{FF2B5EF4-FFF2-40B4-BE49-F238E27FC236}">
                    <a16:creationId xmlns:a16="http://schemas.microsoft.com/office/drawing/2014/main" id="{E94FA028-F9BF-5049-A877-C2D7FDCD901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1" y="2587"/>
                <a:ext cx="706" cy="107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endParaRPr>
              </a:p>
            </p:txBody>
          </p:sp>
        </p:grpSp>
        <p:sp>
          <p:nvSpPr>
            <p:cNvPr id="945" name="Rectangle 433">
              <a:extLst>
                <a:ext uri="{FF2B5EF4-FFF2-40B4-BE49-F238E27FC236}">
                  <a16:creationId xmlns:a16="http://schemas.microsoft.com/office/drawing/2014/main" id="{1C7D30E0-62C3-8547-BC1B-55D6857A2A8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28" y="1015"/>
              <a:ext cx="595" cy="52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grpSp>
          <p:nvGrpSpPr>
            <p:cNvPr id="946" name="Group 434">
              <a:extLst>
                <a:ext uri="{FF2B5EF4-FFF2-40B4-BE49-F238E27FC236}">
                  <a16:creationId xmlns:a16="http://schemas.microsoft.com/office/drawing/2014/main" id="{CAA280D4-E674-2E4D-847F-F365F1274CA6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47" y="994"/>
              <a:ext cx="581" cy="134"/>
              <a:chOff x="614" y="2568"/>
              <a:chExt cx="725" cy="139"/>
            </a:xfrm>
          </p:grpSpPr>
          <p:sp>
            <p:nvSpPr>
              <p:cNvPr id="967" name="AutoShape 435">
                <a:extLst>
                  <a:ext uri="{FF2B5EF4-FFF2-40B4-BE49-F238E27FC236}">
                    <a16:creationId xmlns:a16="http://schemas.microsoft.com/office/drawing/2014/main" id="{738D85AC-043C-754D-A78E-BACC8A48207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2" y="2572"/>
                <a:ext cx="731" cy="134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endParaRPr>
              </a:p>
            </p:txBody>
          </p:sp>
          <p:sp>
            <p:nvSpPr>
              <p:cNvPr id="968" name="AutoShape 436">
                <a:extLst>
                  <a:ext uri="{FF2B5EF4-FFF2-40B4-BE49-F238E27FC236}">
                    <a16:creationId xmlns:a16="http://schemas.microsoft.com/office/drawing/2014/main" id="{B76D4B9D-F7C8-E14E-9522-B51842A2DCD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4" y="2590"/>
                <a:ext cx="706" cy="98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endParaRPr>
              </a:p>
            </p:txBody>
          </p:sp>
        </p:grpSp>
        <p:sp>
          <p:nvSpPr>
            <p:cNvPr id="947" name="Rectangle 437">
              <a:extLst>
                <a:ext uri="{FF2B5EF4-FFF2-40B4-BE49-F238E27FC236}">
                  <a16:creationId xmlns:a16="http://schemas.microsoft.com/office/drawing/2014/main" id="{A121AF39-D190-9942-9112-F9B7373DD92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18" y="1360"/>
              <a:ext cx="595" cy="43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948" name="Rectangle 438">
              <a:extLst>
                <a:ext uri="{FF2B5EF4-FFF2-40B4-BE49-F238E27FC236}">
                  <a16:creationId xmlns:a16="http://schemas.microsoft.com/office/drawing/2014/main" id="{9946FEDB-0B41-A441-8DFF-6C8F29D596E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28" y="1653"/>
              <a:ext cx="595" cy="52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grpSp>
          <p:nvGrpSpPr>
            <p:cNvPr id="949" name="Group 439">
              <a:extLst>
                <a:ext uri="{FF2B5EF4-FFF2-40B4-BE49-F238E27FC236}">
                  <a16:creationId xmlns:a16="http://schemas.microsoft.com/office/drawing/2014/main" id="{087E5FE7-6DA0-E046-A8AD-270F21B72F4B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35" y="1627"/>
              <a:ext cx="582" cy="151"/>
              <a:chOff x="614" y="2568"/>
              <a:chExt cx="725" cy="139"/>
            </a:xfrm>
          </p:grpSpPr>
          <p:sp>
            <p:nvSpPr>
              <p:cNvPr id="965" name="AutoShape 440">
                <a:extLst>
                  <a:ext uri="{FF2B5EF4-FFF2-40B4-BE49-F238E27FC236}">
                    <a16:creationId xmlns:a16="http://schemas.microsoft.com/office/drawing/2014/main" id="{039CD5C6-4A2D-F248-8B0E-32167F37202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4" y="2568"/>
                <a:ext cx="730" cy="198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endParaRPr>
              </a:p>
            </p:txBody>
          </p:sp>
          <p:sp>
            <p:nvSpPr>
              <p:cNvPr id="966" name="AutoShape 441">
                <a:extLst>
                  <a:ext uri="{FF2B5EF4-FFF2-40B4-BE49-F238E27FC236}">
                    <a16:creationId xmlns:a16="http://schemas.microsoft.com/office/drawing/2014/main" id="{E70B0960-3C6E-5040-8F34-E0B99EDAF36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7" y="2584"/>
                <a:ext cx="705" cy="111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endParaRPr>
              </a:p>
            </p:txBody>
          </p:sp>
        </p:grpSp>
        <p:sp>
          <p:nvSpPr>
            <p:cNvPr id="950" name="Freeform 442">
              <a:extLst>
                <a:ext uri="{FF2B5EF4-FFF2-40B4-BE49-F238E27FC236}">
                  <a16:creationId xmlns:a16="http://schemas.microsoft.com/office/drawing/2014/main" id="{17BD7AC4-5373-C941-88AB-B26440D32685}"/>
                </a:ext>
              </a:extLst>
            </p:cNvPr>
            <p:cNvSpPr>
              <a:spLocks/>
            </p:cNvSpPr>
            <p:nvPr/>
          </p:nvSpPr>
          <p:spPr bwMode="auto">
            <a:xfrm>
              <a:off x="5288" y="1354"/>
              <a:ext cx="263" cy="188"/>
            </a:xfrm>
            <a:custGeom>
              <a:avLst/>
              <a:gdLst>
                <a:gd name="T0" fmla="*/ 2 w 328"/>
                <a:gd name="T1" fmla="*/ 0 h 226"/>
                <a:gd name="T2" fmla="*/ 36 w 328"/>
                <a:gd name="T3" fmla="*/ 20 h 226"/>
                <a:gd name="T4" fmla="*/ 36 w 328"/>
                <a:gd name="T5" fmla="*/ 36 h 226"/>
                <a:gd name="T6" fmla="*/ 0 w 328"/>
                <a:gd name="T7" fmla="*/ 15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grpSp>
          <p:nvGrpSpPr>
            <p:cNvPr id="951" name="Group 443">
              <a:extLst>
                <a:ext uri="{FF2B5EF4-FFF2-40B4-BE49-F238E27FC236}">
                  <a16:creationId xmlns:a16="http://schemas.microsoft.com/office/drawing/2014/main" id="{C7BD3591-3619-7E4C-9B6A-55A758416E8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39" y="1327"/>
              <a:ext cx="582" cy="139"/>
              <a:chOff x="614" y="2568"/>
              <a:chExt cx="725" cy="139"/>
            </a:xfrm>
          </p:grpSpPr>
          <p:sp>
            <p:nvSpPr>
              <p:cNvPr id="963" name="AutoShape 444">
                <a:extLst>
                  <a:ext uri="{FF2B5EF4-FFF2-40B4-BE49-F238E27FC236}">
                    <a16:creationId xmlns:a16="http://schemas.microsoft.com/office/drawing/2014/main" id="{C694EDB9-4E43-7042-9083-DC97B66DE3A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09" y="2566"/>
                <a:ext cx="730" cy="138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endParaRPr>
              </a:p>
            </p:txBody>
          </p:sp>
          <p:sp>
            <p:nvSpPr>
              <p:cNvPr id="964" name="AutoShape 445">
                <a:extLst>
                  <a:ext uri="{FF2B5EF4-FFF2-40B4-BE49-F238E27FC236}">
                    <a16:creationId xmlns:a16="http://schemas.microsoft.com/office/drawing/2014/main" id="{2AB5642F-0A02-6B42-AF90-50B0A18117A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2" y="2584"/>
                <a:ext cx="705" cy="103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endParaRPr>
              </a:p>
            </p:txBody>
          </p:sp>
        </p:grpSp>
        <p:sp>
          <p:nvSpPr>
            <p:cNvPr id="952" name="Rectangle 446">
              <a:extLst>
                <a:ext uri="{FF2B5EF4-FFF2-40B4-BE49-F238E27FC236}">
                  <a16:creationId xmlns:a16="http://schemas.microsoft.com/office/drawing/2014/main" id="{2AFCC6E7-BFA9-B440-8D4B-84D103A0892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53" y="429"/>
              <a:ext cx="68" cy="2293"/>
            </a:xfrm>
            <a:prstGeom prst="rect">
              <a:avLst/>
            </a:prstGeom>
            <a:gradFill rotWithShape="1"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953" name="Freeform 447">
              <a:extLst>
                <a:ext uri="{FF2B5EF4-FFF2-40B4-BE49-F238E27FC236}">
                  <a16:creationId xmlns:a16="http://schemas.microsoft.com/office/drawing/2014/main" id="{82204651-13E9-F04B-82D6-6A223B2E11E9}"/>
                </a:ext>
              </a:extLst>
            </p:cNvPr>
            <p:cNvSpPr>
              <a:spLocks/>
            </p:cNvSpPr>
            <p:nvPr/>
          </p:nvSpPr>
          <p:spPr bwMode="auto">
            <a:xfrm>
              <a:off x="5312" y="1007"/>
              <a:ext cx="237" cy="213"/>
            </a:xfrm>
            <a:custGeom>
              <a:avLst/>
              <a:gdLst>
                <a:gd name="T0" fmla="*/ 2 w 296"/>
                <a:gd name="T1" fmla="*/ 0 h 256"/>
                <a:gd name="T2" fmla="*/ 32 w 296"/>
                <a:gd name="T3" fmla="*/ 22 h 256"/>
                <a:gd name="T4" fmla="*/ 32 w 296"/>
                <a:gd name="T5" fmla="*/ 41 h 256"/>
                <a:gd name="T6" fmla="*/ 0 w 296"/>
                <a:gd name="T7" fmla="*/ 15 h 256"/>
                <a:gd name="T8" fmla="*/ 2 w 296"/>
                <a:gd name="T9" fmla="*/ 0 h 25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96" h="25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954" name="Freeform 448">
              <a:extLst>
                <a:ext uri="{FF2B5EF4-FFF2-40B4-BE49-F238E27FC236}">
                  <a16:creationId xmlns:a16="http://schemas.microsoft.com/office/drawing/2014/main" id="{6922DA35-3C04-774C-8ACF-153A173C658F}"/>
                </a:ext>
              </a:extLst>
            </p:cNvPr>
            <p:cNvSpPr>
              <a:spLocks/>
            </p:cNvSpPr>
            <p:nvPr/>
          </p:nvSpPr>
          <p:spPr bwMode="auto">
            <a:xfrm>
              <a:off x="5315" y="680"/>
              <a:ext cx="244" cy="240"/>
            </a:xfrm>
            <a:custGeom>
              <a:avLst/>
              <a:gdLst>
                <a:gd name="T0" fmla="*/ 0 w 304"/>
                <a:gd name="T1" fmla="*/ 0 h 288"/>
                <a:gd name="T2" fmla="*/ 34 w 304"/>
                <a:gd name="T3" fmla="*/ 27 h 288"/>
                <a:gd name="T4" fmla="*/ 31 w 304"/>
                <a:gd name="T5" fmla="*/ 48 h 288"/>
                <a:gd name="T6" fmla="*/ 2 w 304"/>
                <a:gd name="T7" fmla="*/ 20 h 288"/>
                <a:gd name="T8" fmla="*/ 0 w 304"/>
                <a:gd name="T9" fmla="*/ 0 h 28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04" h="288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955" name="Oval 449">
              <a:extLst>
                <a:ext uri="{FF2B5EF4-FFF2-40B4-BE49-F238E27FC236}">
                  <a16:creationId xmlns:a16="http://schemas.microsoft.com/office/drawing/2014/main" id="{C23E4235-11FF-984D-A57A-C75AD14601A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16" y="2610"/>
              <a:ext cx="49" cy="95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956" name="Freeform 450">
              <a:extLst>
                <a:ext uri="{FF2B5EF4-FFF2-40B4-BE49-F238E27FC236}">
                  <a16:creationId xmlns:a16="http://schemas.microsoft.com/office/drawing/2014/main" id="{59166102-C946-C84E-A8E6-A50DC889B2E2}"/>
                </a:ext>
              </a:extLst>
            </p:cNvPr>
            <p:cNvSpPr>
              <a:spLocks/>
            </p:cNvSpPr>
            <p:nvPr/>
          </p:nvSpPr>
          <p:spPr bwMode="auto">
            <a:xfrm>
              <a:off x="5302" y="2614"/>
              <a:ext cx="245" cy="200"/>
            </a:xfrm>
            <a:custGeom>
              <a:avLst/>
              <a:gdLst>
                <a:gd name="T0" fmla="*/ 0 w 306"/>
                <a:gd name="T1" fmla="*/ 18 h 240"/>
                <a:gd name="T2" fmla="*/ 2 w 306"/>
                <a:gd name="T3" fmla="*/ 40 h 240"/>
                <a:gd name="T4" fmla="*/ 34 w 306"/>
                <a:gd name="T5" fmla="*/ 18 h 240"/>
                <a:gd name="T6" fmla="*/ 32 w 306"/>
                <a:gd name="T7" fmla="*/ 0 h 240"/>
                <a:gd name="T8" fmla="*/ 0 w 306"/>
                <a:gd name="T9" fmla="*/ 18 h 24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06" h="240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957" name="AutoShape 451">
              <a:extLst>
                <a:ext uri="{FF2B5EF4-FFF2-40B4-BE49-F238E27FC236}">
                  <a16:creationId xmlns:a16="http://schemas.microsoft.com/office/drawing/2014/main" id="{DB6EAA21-8AC6-7643-85FF-FFC300E9E71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40" y="2678"/>
              <a:ext cx="1201" cy="147"/>
            </a:xfrm>
            <a:prstGeom prst="roundRect">
              <a:avLst>
                <a:gd name="adj" fmla="val 50000"/>
              </a:avLst>
            </a:prstGeom>
            <a:solidFill>
              <a:srgbClr val="DDDDDD"/>
            </a:solidFill>
            <a:ln w="9525">
              <a:solidFill>
                <a:srgbClr val="00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958" name="AutoShape 452">
              <a:extLst>
                <a:ext uri="{FF2B5EF4-FFF2-40B4-BE49-F238E27FC236}">
                  <a16:creationId xmlns:a16="http://schemas.microsoft.com/office/drawing/2014/main" id="{15D9F3D2-6ED8-4C4F-BB56-E545BDE0C42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08" y="2713"/>
              <a:ext cx="1064" cy="78"/>
            </a:xfrm>
            <a:prstGeom prst="roundRect">
              <a:avLst>
                <a:gd name="adj" fmla="val 50000"/>
              </a:avLst>
            </a:prstGeom>
            <a:gradFill rotWithShape="1">
              <a:gsLst>
                <a:gs pos="0">
                  <a:srgbClr val="000000"/>
                </a:gs>
                <a:gs pos="100000">
                  <a:srgbClr val="808080"/>
                </a:gs>
              </a:gsLst>
              <a:lin ang="0" scaled="1"/>
            </a:gradFill>
            <a:ln w="9525">
              <a:solidFill>
                <a:srgbClr val="00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959" name="Oval 453">
              <a:extLst>
                <a:ext uri="{FF2B5EF4-FFF2-40B4-BE49-F238E27FC236}">
                  <a16:creationId xmlns:a16="http://schemas.microsoft.com/office/drawing/2014/main" id="{D05548EE-6B5D-D146-AE13-3B37C643B54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06" y="2385"/>
              <a:ext cx="156" cy="138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960" name="Oval 454">
              <a:extLst>
                <a:ext uri="{FF2B5EF4-FFF2-40B4-BE49-F238E27FC236}">
                  <a16:creationId xmlns:a16="http://schemas.microsoft.com/office/drawing/2014/main" id="{BA9CDE26-F880-424F-ACDF-5A5386DB084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82" y="2385"/>
              <a:ext cx="166" cy="138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Arial" charset="0"/>
              </a:endParaRPr>
            </a:p>
          </p:txBody>
        </p:sp>
        <p:sp>
          <p:nvSpPr>
            <p:cNvPr id="961" name="Oval 455">
              <a:extLst>
                <a:ext uri="{FF2B5EF4-FFF2-40B4-BE49-F238E27FC236}">
                  <a16:creationId xmlns:a16="http://schemas.microsoft.com/office/drawing/2014/main" id="{ADD01E69-6DBA-9443-B258-925348F541E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57" y="2377"/>
              <a:ext cx="166" cy="147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962" name="Rectangle 456">
              <a:extLst>
                <a:ext uri="{FF2B5EF4-FFF2-40B4-BE49-F238E27FC236}">
                  <a16:creationId xmlns:a16="http://schemas.microsoft.com/office/drawing/2014/main" id="{60515F24-76C5-D241-9374-EDF99057867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57" y="1834"/>
              <a:ext cx="88" cy="758"/>
            </a:xfrm>
            <a:prstGeom prst="rect">
              <a:avLst/>
            </a:prstGeom>
            <a:solidFill>
              <a:srgbClr val="292929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</p:grpSp>
      <p:grpSp>
        <p:nvGrpSpPr>
          <p:cNvPr id="317" name="Group 316">
            <a:extLst>
              <a:ext uri="{FF2B5EF4-FFF2-40B4-BE49-F238E27FC236}">
                <a16:creationId xmlns:a16="http://schemas.microsoft.com/office/drawing/2014/main" id="{C425A84F-46B8-754A-9724-6E2F7CE21E32}"/>
              </a:ext>
            </a:extLst>
          </p:cNvPr>
          <p:cNvGrpSpPr/>
          <p:nvPr/>
        </p:nvGrpSpPr>
        <p:grpSpPr>
          <a:xfrm>
            <a:off x="7928343" y="3253082"/>
            <a:ext cx="616281" cy="869387"/>
            <a:chOff x="10910965" y="2513124"/>
            <a:chExt cx="586768" cy="904023"/>
          </a:xfrm>
        </p:grpSpPr>
        <p:sp>
          <p:nvSpPr>
            <p:cNvPr id="318" name="Rectangle 317">
              <a:extLst>
                <a:ext uri="{FF2B5EF4-FFF2-40B4-BE49-F238E27FC236}">
                  <a16:creationId xmlns:a16="http://schemas.microsoft.com/office/drawing/2014/main" id="{8936A3DE-03D8-EE46-B893-03954ECF8D91}"/>
                </a:ext>
              </a:extLst>
            </p:cNvPr>
            <p:cNvSpPr/>
            <p:nvPr/>
          </p:nvSpPr>
          <p:spPr>
            <a:xfrm>
              <a:off x="10916736" y="2513124"/>
              <a:ext cx="574264" cy="904023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</a:ln>
            <a:effectLst>
              <a:outerShdw blurRad="50800" dist="38100" dir="2700000" algn="tl" rotWithShape="0">
                <a:schemeClr val="tx1">
                  <a:alpha val="4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cxnSp>
          <p:nvCxnSpPr>
            <p:cNvPr id="319" name="Straight Connector 318">
              <a:extLst>
                <a:ext uri="{FF2B5EF4-FFF2-40B4-BE49-F238E27FC236}">
                  <a16:creationId xmlns:a16="http://schemas.microsoft.com/office/drawing/2014/main" id="{6D7E9975-BFAD-8342-A28D-A44C4EE2D551}"/>
                </a:ext>
              </a:extLst>
            </p:cNvPr>
            <p:cNvCxnSpPr/>
            <p:nvPr/>
          </p:nvCxnSpPr>
          <p:spPr>
            <a:xfrm>
              <a:off x="10910965" y="2696064"/>
              <a:ext cx="574264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0" name="Straight Connector 319">
              <a:extLst>
                <a:ext uri="{FF2B5EF4-FFF2-40B4-BE49-F238E27FC236}">
                  <a16:creationId xmlns:a16="http://schemas.microsoft.com/office/drawing/2014/main" id="{EA99EF4C-F055-BE41-BC0C-7222F834FC82}"/>
                </a:ext>
              </a:extLst>
            </p:cNvPr>
            <p:cNvCxnSpPr/>
            <p:nvPr/>
          </p:nvCxnSpPr>
          <p:spPr>
            <a:xfrm>
              <a:off x="10914332" y="2881753"/>
              <a:ext cx="574264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1" name="Straight Connector 320">
              <a:extLst>
                <a:ext uri="{FF2B5EF4-FFF2-40B4-BE49-F238E27FC236}">
                  <a16:creationId xmlns:a16="http://schemas.microsoft.com/office/drawing/2014/main" id="{62BE39BD-E7EF-F549-B80A-D6DB578AC9F3}"/>
                </a:ext>
              </a:extLst>
            </p:cNvPr>
            <p:cNvCxnSpPr/>
            <p:nvPr/>
          </p:nvCxnSpPr>
          <p:spPr>
            <a:xfrm>
              <a:off x="10923469" y="3064677"/>
              <a:ext cx="574264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2" name="Straight Connector 321">
              <a:extLst>
                <a:ext uri="{FF2B5EF4-FFF2-40B4-BE49-F238E27FC236}">
                  <a16:creationId xmlns:a16="http://schemas.microsoft.com/office/drawing/2014/main" id="{263E7FDF-996A-D047-B0F4-86BAA87A4544}"/>
                </a:ext>
              </a:extLst>
            </p:cNvPr>
            <p:cNvCxnSpPr/>
            <p:nvPr/>
          </p:nvCxnSpPr>
          <p:spPr>
            <a:xfrm>
              <a:off x="10915293" y="3242073"/>
              <a:ext cx="574264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E5D22A11-B9BD-7D47-BC69-0B40AFC1DDE5}"/>
              </a:ext>
            </a:extLst>
          </p:cNvPr>
          <p:cNvCxnSpPr>
            <a:cxnSpLocks/>
          </p:cNvCxnSpPr>
          <p:nvPr/>
        </p:nvCxnSpPr>
        <p:spPr>
          <a:xfrm>
            <a:off x="3769031" y="4119717"/>
            <a:ext cx="1307691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971" name="Group 457">
            <a:extLst>
              <a:ext uri="{FF2B5EF4-FFF2-40B4-BE49-F238E27FC236}">
                <a16:creationId xmlns:a16="http://schemas.microsoft.com/office/drawing/2014/main" id="{C6E45B59-E267-7B45-B2BC-74C688AEE131}"/>
              </a:ext>
            </a:extLst>
          </p:cNvPr>
          <p:cNvGrpSpPr>
            <a:grpSpLocks/>
          </p:cNvGrpSpPr>
          <p:nvPr/>
        </p:nvGrpSpPr>
        <p:grpSpPr bwMode="auto">
          <a:xfrm>
            <a:off x="3703638" y="3744959"/>
            <a:ext cx="231775" cy="441325"/>
            <a:chOff x="4140" y="429"/>
            <a:chExt cx="1425" cy="2396"/>
          </a:xfrm>
        </p:grpSpPr>
        <p:sp>
          <p:nvSpPr>
            <p:cNvPr id="972" name="Freeform 458">
              <a:extLst>
                <a:ext uri="{FF2B5EF4-FFF2-40B4-BE49-F238E27FC236}">
                  <a16:creationId xmlns:a16="http://schemas.microsoft.com/office/drawing/2014/main" id="{7DD04F7D-0DF7-5F46-95E0-951160D158F9}"/>
                </a:ext>
              </a:extLst>
            </p:cNvPr>
            <p:cNvSpPr>
              <a:spLocks/>
            </p:cNvSpPr>
            <p:nvPr/>
          </p:nvSpPr>
          <p:spPr bwMode="auto">
            <a:xfrm>
              <a:off x="5268" y="433"/>
              <a:ext cx="283" cy="2286"/>
            </a:xfrm>
            <a:custGeom>
              <a:avLst/>
              <a:gdLst>
                <a:gd name="T0" fmla="*/ 7 w 354"/>
                <a:gd name="T1" fmla="*/ 0 h 2742"/>
                <a:gd name="T2" fmla="*/ 38 w 354"/>
                <a:gd name="T3" fmla="*/ 55 h 2742"/>
                <a:gd name="T4" fmla="*/ 37 w 354"/>
                <a:gd name="T5" fmla="*/ 425 h 2742"/>
                <a:gd name="T6" fmla="*/ 0 w 354"/>
                <a:gd name="T7" fmla="*/ 445 h 2742"/>
                <a:gd name="T8" fmla="*/ 7 w 354"/>
                <a:gd name="T9" fmla="*/ 0 h 274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4" h="2742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 rotWithShape="1"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973" name="Rectangle 459">
              <a:extLst>
                <a:ext uri="{FF2B5EF4-FFF2-40B4-BE49-F238E27FC236}">
                  <a16:creationId xmlns:a16="http://schemas.microsoft.com/office/drawing/2014/main" id="{A482EC7C-40E6-5541-87E2-CC0AD47E158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08" y="429"/>
              <a:ext cx="1044" cy="2284"/>
            </a:xfrm>
            <a:prstGeom prst="rect">
              <a:avLst/>
            </a:pr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974" name="Freeform 460">
              <a:extLst>
                <a:ext uri="{FF2B5EF4-FFF2-40B4-BE49-F238E27FC236}">
                  <a16:creationId xmlns:a16="http://schemas.microsoft.com/office/drawing/2014/main" id="{09B2489F-DA46-8142-BD8E-C1442F2160ED}"/>
                </a:ext>
              </a:extLst>
            </p:cNvPr>
            <p:cNvSpPr>
              <a:spLocks/>
            </p:cNvSpPr>
            <p:nvPr/>
          </p:nvSpPr>
          <p:spPr bwMode="auto">
            <a:xfrm>
              <a:off x="5321" y="570"/>
              <a:ext cx="169" cy="2115"/>
            </a:xfrm>
            <a:custGeom>
              <a:avLst/>
              <a:gdLst>
                <a:gd name="T0" fmla="*/ 2 w 211"/>
                <a:gd name="T1" fmla="*/ 0 h 2537"/>
                <a:gd name="T2" fmla="*/ 23 w 211"/>
                <a:gd name="T3" fmla="*/ 36 h 2537"/>
                <a:gd name="T4" fmla="*/ 2 w 211"/>
                <a:gd name="T5" fmla="*/ 405 h 2537"/>
                <a:gd name="T6" fmla="*/ 2 w 211"/>
                <a:gd name="T7" fmla="*/ 0 h 2537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11" h="2537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 rotWithShape="1"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975" name="Freeform 461">
              <a:extLst>
                <a:ext uri="{FF2B5EF4-FFF2-40B4-BE49-F238E27FC236}">
                  <a16:creationId xmlns:a16="http://schemas.microsoft.com/office/drawing/2014/main" id="{8560579B-50AA-8744-885F-62D076AE41F1}"/>
                </a:ext>
              </a:extLst>
            </p:cNvPr>
            <p:cNvSpPr>
              <a:spLocks/>
            </p:cNvSpPr>
            <p:nvPr/>
          </p:nvSpPr>
          <p:spPr bwMode="auto">
            <a:xfrm>
              <a:off x="5284" y="1640"/>
              <a:ext cx="263" cy="189"/>
            </a:xfrm>
            <a:custGeom>
              <a:avLst/>
              <a:gdLst>
                <a:gd name="T0" fmla="*/ 2 w 328"/>
                <a:gd name="T1" fmla="*/ 0 h 226"/>
                <a:gd name="T2" fmla="*/ 36 w 328"/>
                <a:gd name="T3" fmla="*/ 21 h 226"/>
                <a:gd name="T4" fmla="*/ 36 w 328"/>
                <a:gd name="T5" fmla="*/ 38 h 226"/>
                <a:gd name="T6" fmla="*/ 0 w 328"/>
                <a:gd name="T7" fmla="*/ 16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976" name="Rectangle 462">
              <a:extLst>
                <a:ext uri="{FF2B5EF4-FFF2-40B4-BE49-F238E27FC236}">
                  <a16:creationId xmlns:a16="http://schemas.microsoft.com/office/drawing/2014/main" id="{981079A7-2423-4D45-ABF9-335D31DA322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08" y="696"/>
              <a:ext cx="595" cy="43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grpSp>
          <p:nvGrpSpPr>
            <p:cNvPr id="977" name="Group 463">
              <a:extLst>
                <a:ext uri="{FF2B5EF4-FFF2-40B4-BE49-F238E27FC236}">
                  <a16:creationId xmlns:a16="http://schemas.microsoft.com/office/drawing/2014/main" id="{F60D08F5-01A8-1B47-9530-A60B84910B0F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49" y="668"/>
              <a:ext cx="581" cy="145"/>
              <a:chOff x="614" y="2568"/>
              <a:chExt cx="725" cy="139"/>
            </a:xfrm>
          </p:grpSpPr>
          <p:sp>
            <p:nvSpPr>
              <p:cNvPr id="1002" name="AutoShape 464">
                <a:extLst>
                  <a:ext uri="{FF2B5EF4-FFF2-40B4-BE49-F238E27FC236}">
                    <a16:creationId xmlns:a16="http://schemas.microsoft.com/office/drawing/2014/main" id="{3FACCA5F-6077-7140-A10F-814A4CEC833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09" y="2570"/>
                <a:ext cx="731" cy="140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endParaRPr>
              </a:p>
            </p:txBody>
          </p:sp>
          <p:sp>
            <p:nvSpPr>
              <p:cNvPr id="1003" name="AutoShape 465">
                <a:extLst>
                  <a:ext uri="{FF2B5EF4-FFF2-40B4-BE49-F238E27FC236}">
                    <a16:creationId xmlns:a16="http://schemas.microsoft.com/office/drawing/2014/main" id="{F7CA1427-C3CB-EB4A-9376-38E19F4B844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1" y="2587"/>
                <a:ext cx="706" cy="107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endParaRPr>
              </a:p>
            </p:txBody>
          </p:sp>
        </p:grpSp>
        <p:sp>
          <p:nvSpPr>
            <p:cNvPr id="978" name="Rectangle 466">
              <a:extLst>
                <a:ext uri="{FF2B5EF4-FFF2-40B4-BE49-F238E27FC236}">
                  <a16:creationId xmlns:a16="http://schemas.microsoft.com/office/drawing/2014/main" id="{837C26C6-C274-5F4E-89AD-0D0A0063C5D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28" y="1015"/>
              <a:ext cx="595" cy="52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grpSp>
          <p:nvGrpSpPr>
            <p:cNvPr id="979" name="Group 467">
              <a:extLst>
                <a:ext uri="{FF2B5EF4-FFF2-40B4-BE49-F238E27FC236}">
                  <a16:creationId xmlns:a16="http://schemas.microsoft.com/office/drawing/2014/main" id="{866E97C1-381B-D941-9CAC-1F7B64147C85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47" y="994"/>
              <a:ext cx="581" cy="134"/>
              <a:chOff x="614" y="2568"/>
              <a:chExt cx="725" cy="139"/>
            </a:xfrm>
          </p:grpSpPr>
          <p:sp>
            <p:nvSpPr>
              <p:cNvPr id="1000" name="AutoShape 468">
                <a:extLst>
                  <a:ext uri="{FF2B5EF4-FFF2-40B4-BE49-F238E27FC236}">
                    <a16:creationId xmlns:a16="http://schemas.microsoft.com/office/drawing/2014/main" id="{089E79CA-EA5F-F845-8135-381DDCE2B7F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2" y="2572"/>
                <a:ext cx="731" cy="134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endParaRPr>
              </a:p>
            </p:txBody>
          </p:sp>
          <p:sp>
            <p:nvSpPr>
              <p:cNvPr id="1001" name="AutoShape 469">
                <a:extLst>
                  <a:ext uri="{FF2B5EF4-FFF2-40B4-BE49-F238E27FC236}">
                    <a16:creationId xmlns:a16="http://schemas.microsoft.com/office/drawing/2014/main" id="{CEC382CF-D42E-C148-B554-D931AF3DAF6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4" y="2590"/>
                <a:ext cx="706" cy="98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endParaRPr>
              </a:p>
            </p:txBody>
          </p:sp>
        </p:grpSp>
        <p:sp>
          <p:nvSpPr>
            <p:cNvPr id="980" name="Rectangle 470">
              <a:extLst>
                <a:ext uri="{FF2B5EF4-FFF2-40B4-BE49-F238E27FC236}">
                  <a16:creationId xmlns:a16="http://schemas.microsoft.com/office/drawing/2014/main" id="{39C56472-C924-2940-B17A-5BD33A2B256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18" y="1360"/>
              <a:ext cx="595" cy="43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981" name="Rectangle 471">
              <a:extLst>
                <a:ext uri="{FF2B5EF4-FFF2-40B4-BE49-F238E27FC236}">
                  <a16:creationId xmlns:a16="http://schemas.microsoft.com/office/drawing/2014/main" id="{48693300-7BC2-F24F-A5EA-5EFC928E335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28" y="1653"/>
              <a:ext cx="595" cy="52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grpSp>
          <p:nvGrpSpPr>
            <p:cNvPr id="982" name="Group 472">
              <a:extLst>
                <a:ext uri="{FF2B5EF4-FFF2-40B4-BE49-F238E27FC236}">
                  <a16:creationId xmlns:a16="http://schemas.microsoft.com/office/drawing/2014/main" id="{1BF7C429-6C5C-D54E-BD8C-1990AE08D8B1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35" y="1627"/>
              <a:ext cx="582" cy="151"/>
              <a:chOff x="614" y="2568"/>
              <a:chExt cx="725" cy="139"/>
            </a:xfrm>
          </p:grpSpPr>
          <p:sp>
            <p:nvSpPr>
              <p:cNvPr id="998" name="AutoShape 473">
                <a:extLst>
                  <a:ext uri="{FF2B5EF4-FFF2-40B4-BE49-F238E27FC236}">
                    <a16:creationId xmlns:a16="http://schemas.microsoft.com/office/drawing/2014/main" id="{E12DA08F-762F-8A42-B411-55A6A73043E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4" y="2568"/>
                <a:ext cx="730" cy="198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endParaRPr>
              </a:p>
            </p:txBody>
          </p:sp>
          <p:sp>
            <p:nvSpPr>
              <p:cNvPr id="999" name="AutoShape 474">
                <a:extLst>
                  <a:ext uri="{FF2B5EF4-FFF2-40B4-BE49-F238E27FC236}">
                    <a16:creationId xmlns:a16="http://schemas.microsoft.com/office/drawing/2014/main" id="{4E5DD8A3-DB1E-5E48-9B40-9CDB93E2F53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7" y="2584"/>
                <a:ext cx="705" cy="111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endParaRPr>
              </a:p>
            </p:txBody>
          </p:sp>
        </p:grpSp>
        <p:sp>
          <p:nvSpPr>
            <p:cNvPr id="983" name="Freeform 475">
              <a:extLst>
                <a:ext uri="{FF2B5EF4-FFF2-40B4-BE49-F238E27FC236}">
                  <a16:creationId xmlns:a16="http://schemas.microsoft.com/office/drawing/2014/main" id="{6338E658-2064-FE4D-8C90-608F5603D1B1}"/>
                </a:ext>
              </a:extLst>
            </p:cNvPr>
            <p:cNvSpPr>
              <a:spLocks/>
            </p:cNvSpPr>
            <p:nvPr/>
          </p:nvSpPr>
          <p:spPr bwMode="auto">
            <a:xfrm>
              <a:off x="5288" y="1354"/>
              <a:ext cx="263" cy="188"/>
            </a:xfrm>
            <a:custGeom>
              <a:avLst/>
              <a:gdLst>
                <a:gd name="T0" fmla="*/ 2 w 328"/>
                <a:gd name="T1" fmla="*/ 0 h 226"/>
                <a:gd name="T2" fmla="*/ 36 w 328"/>
                <a:gd name="T3" fmla="*/ 20 h 226"/>
                <a:gd name="T4" fmla="*/ 36 w 328"/>
                <a:gd name="T5" fmla="*/ 36 h 226"/>
                <a:gd name="T6" fmla="*/ 0 w 328"/>
                <a:gd name="T7" fmla="*/ 15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grpSp>
          <p:nvGrpSpPr>
            <p:cNvPr id="984" name="Group 476">
              <a:extLst>
                <a:ext uri="{FF2B5EF4-FFF2-40B4-BE49-F238E27FC236}">
                  <a16:creationId xmlns:a16="http://schemas.microsoft.com/office/drawing/2014/main" id="{F51EBDA0-8B91-7542-8465-DBEA299056D6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39" y="1327"/>
              <a:ext cx="582" cy="139"/>
              <a:chOff x="614" y="2568"/>
              <a:chExt cx="725" cy="139"/>
            </a:xfrm>
          </p:grpSpPr>
          <p:sp>
            <p:nvSpPr>
              <p:cNvPr id="996" name="AutoShape 477">
                <a:extLst>
                  <a:ext uri="{FF2B5EF4-FFF2-40B4-BE49-F238E27FC236}">
                    <a16:creationId xmlns:a16="http://schemas.microsoft.com/office/drawing/2014/main" id="{EF24BF5B-102B-C340-948F-D8918718BC8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09" y="2566"/>
                <a:ext cx="730" cy="138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endParaRPr>
              </a:p>
            </p:txBody>
          </p:sp>
          <p:sp>
            <p:nvSpPr>
              <p:cNvPr id="997" name="AutoShape 478">
                <a:extLst>
                  <a:ext uri="{FF2B5EF4-FFF2-40B4-BE49-F238E27FC236}">
                    <a16:creationId xmlns:a16="http://schemas.microsoft.com/office/drawing/2014/main" id="{140E04CF-3812-F045-8D17-168F7B463C0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2" y="2584"/>
                <a:ext cx="705" cy="103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endParaRPr>
              </a:p>
            </p:txBody>
          </p:sp>
        </p:grpSp>
        <p:sp>
          <p:nvSpPr>
            <p:cNvPr id="985" name="Rectangle 479">
              <a:extLst>
                <a:ext uri="{FF2B5EF4-FFF2-40B4-BE49-F238E27FC236}">
                  <a16:creationId xmlns:a16="http://schemas.microsoft.com/office/drawing/2014/main" id="{A84A63E1-DEDD-8D48-9DE3-A238F90EAF8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53" y="429"/>
              <a:ext cx="68" cy="2293"/>
            </a:xfrm>
            <a:prstGeom prst="rect">
              <a:avLst/>
            </a:prstGeom>
            <a:gradFill rotWithShape="1"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986" name="Freeform 480">
              <a:extLst>
                <a:ext uri="{FF2B5EF4-FFF2-40B4-BE49-F238E27FC236}">
                  <a16:creationId xmlns:a16="http://schemas.microsoft.com/office/drawing/2014/main" id="{AA0561AD-7E9C-4449-BC28-22FE95411EC0}"/>
                </a:ext>
              </a:extLst>
            </p:cNvPr>
            <p:cNvSpPr>
              <a:spLocks/>
            </p:cNvSpPr>
            <p:nvPr/>
          </p:nvSpPr>
          <p:spPr bwMode="auto">
            <a:xfrm>
              <a:off x="5312" y="1007"/>
              <a:ext cx="237" cy="213"/>
            </a:xfrm>
            <a:custGeom>
              <a:avLst/>
              <a:gdLst>
                <a:gd name="T0" fmla="*/ 2 w 296"/>
                <a:gd name="T1" fmla="*/ 0 h 256"/>
                <a:gd name="T2" fmla="*/ 32 w 296"/>
                <a:gd name="T3" fmla="*/ 22 h 256"/>
                <a:gd name="T4" fmla="*/ 32 w 296"/>
                <a:gd name="T5" fmla="*/ 41 h 256"/>
                <a:gd name="T6" fmla="*/ 0 w 296"/>
                <a:gd name="T7" fmla="*/ 15 h 256"/>
                <a:gd name="T8" fmla="*/ 2 w 296"/>
                <a:gd name="T9" fmla="*/ 0 h 25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96" h="25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987" name="Freeform 481">
              <a:extLst>
                <a:ext uri="{FF2B5EF4-FFF2-40B4-BE49-F238E27FC236}">
                  <a16:creationId xmlns:a16="http://schemas.microsoft.com/office/drawing/2014/main" id="{4CD36BC2-CE3A-8647-BA74-078604298979}"/>
                </a:ext>
              </a:extLst>
            </p:cNvPr>
            <p:cNvSpPr>
              <a:spLocks/>
            </p:cNvSpPr>
            <p:nvPr/>
          </p:nvSpPr>
          <p:spPr bwMode="auto">
            <a:xfrm>
              <a:off x="5315" y="680"/>
              <a:ext cx="244" cy="240"/>
            </a:xfrm>
            <a:custGeom>
              <a:avLst/>
              <a:gdLst>
                <a:gd name="T0" fmla="*/ 0 w 304"/>
                <a:gd name="T1" fmla="*/ 0 h 288"/>
                <a:gd name="T2" fmla="*/ 34 w 304"/>
                <a:gd name="T3" fmla="*/ 27 h 288"/>
                <a:gd name="T4" fmla="*/ 31 w 304"/>
                <a:gd name="T5" fmla="*/ 48 h 288"/>
                <a:gd name="T6" fmla="*/ 2 w 304"/>
                <a:gd name="T7" fmla="*/ 20 h 288"/>
                <a:gd name="T8" fmla="*/ 0 w 304"/>
                <a:gd name="T9" fmla="*/ 0 h 28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04" h="288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988" name="Oval 482">
              <a:extLst>
                <a:ext uri="{FF2B5EF4-FFF2-40B4-BE49-F238E27FC236}">
                  <a16:creationId xmlns:a16="http://schemas.microsoft.com/office/drawing/2014/main" id="{20A57E2B-584E-DA4B-8D86-672777B3E25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16" y="2610"/>
              <a:ext cx="49" cy="95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989" name="Freeform 483">
              <a:extLst>
                <a:ext uri="{FF2B5EF4-FFF2-40B4-BE49-F238E27FC236}">
                  <a16:creationId xmlns:a16="http://schemas.microsoft.com/office/drawing/2014/main" id="{6FEFA449-FBC8-864C-B7D9-6DED5AB0CBD9}"/>
                </a:ext>
              </a:extLst>
            </p:cNvPr>
            <p:cNvSpPr>
              <a:spLocks/>
            </p:cNvSpPr>
            <p:nvPr/>
          </p:nvSpPr>
          <p:spPr bwMode="auto">
            <a:xfrm>
              <a:off x="5302" y="2614"/>
              <a:ext cx="245" cy="200"/>
            </a:xfrm>
            <a:custGeom>
              <a:avLst/>
              <a:gdLst>
                <a:gd name="T0" fmla="*/ 0 w 306"/>
                <a:gd name="T1" fmla="*/ 18 h 240"/>
                <a:gd name="T2" fmla="*/ 2 w 306"/>
                <a:gd name="T3" fmla="*/ 40 h 240"/>
                <a:gd name="T4" fmla="*/ 34 w 306"/>
                <a:gd name="T5" fmla="*/ 18 h 240"/>
                <a:gd name="T6" fmla="*/ 32 w 306"/>
                <a:gd name="T7" fmla="*/ 0 h 240"/>
                <a:gd name="T8" fmla="*/ 0 w 306"/>
                <a:gd name="T9" fmla="*/ 18 h 24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06" h="240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990" name="AutoShape 484">
              <a:extLst>
                <a:ext uri="{FF2B5EF4-FFF2-40B4-BE49-F238E27FC236}">
                  <a16:creationId xmlns:a16="http://schemas.microsoft.com/office/drawing/2014/main" id="{4546C8B6-EBDA-5247-B1B0-B48DEBAFF97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40" y="2678"/>
              <a:ext cx="1201" cy="147"/>
            </a:xfrm>
            <a:prstGeom prst="roundRect">
              <a:avLst>
                <a:gd name="adj" fmla="val 50000"/>
              </a:avLst>
            </a:prstGeom>
            <a:solidFill>
              <a:srgbClr val="DDDDDD"/>
            </a:solidFill>
            <a:ln w="9525">
              <a:solidFill>
                <a:srgbClr val="00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991" name="AutoShape 485">
              <a:extLst>
                <a:ext uri="{FF2B5EF4-FFF2-40B4-BE49-F238E27FC236}">
                  <a16:creationId xmlns:a16="http://schemas.microsoft.com/office/drawing/2014/main" id="{C05FEF15-30BC-3D4D-8D0F-14F59AB0408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08" y="2713"/>
              <a:ext cx="1064" cy="78"/>
            </a:xfrm>
            <a:prstGeom prst="roundRect">
              <a:avLst>
                <a:gd name="adj" fmla="val 50000"/>
              </a:avLst>
            </a:prstGeom>
            <a:gradFill rotWithShape="1">
              <a:gsLst>
                <a:gs pos="0">
                  <a:srgbClr val="000000"/>
                </a:gs>
                <a:gs pos="100000">
                  <a:srgbClr val="808080"/>
                </a:gs>
              </a:gsLst>
              <a:lin ang="0" scaled="1"/>
            </a:gradFill>
            <a:ln w="9525">
              <a:solidFill>
                <a:srgbClr val="00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992" name="Oval 486">
              <a:extLst>
                <a:ext uri="{FF2B5EF4-FFF2-40B4-BE49-F238E27FC236}">
                  <a16:creationId xmlns:a16="http://schemas.microsoft.com/office/drawing/2014/main" id="{ECF2AD08-E62F-C24F-A0CB-5677D25F05B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06" y="2385"/>
              <a:ext cx="156" cy="138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993" name="Oval 487">
              <a:extLst>
                <a:ext uri="{FF2B5EF4-FFF2-40B4-BE49-F238E27FC236}">
                  <a16:creationId xmlns:a16="http://schemas.microsoft.com/office/drawing/2014/main" id="{CDAFBE24-E2D4-6545-BA87-78A5C4DCA02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82" y="2385"/>
              <a:ext cx="166" cy="138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Arial" charset="0"/>
              </a:endParaRPr>
            </a:p>
          </p:txBody>
        </p:sp>
        <p:sp>
          <p:nvSpPr>
            <p:cNvPr id="994" name="Oval 488">
              <a:extLst>
                <a:ext uri="{FF2B5EF4-FFF2-40B4-BE49-F238E27FC236}">
                  <a16:creationId xmlns:a16="http://schemas.microsoft.com/office/drawing/2014/main" id="{023AD650-7400-B34D-A1C1-EABEFBFD9C0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57" y="2377"/>
              <a:ext cx="166" cy="147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995" name="Rectangle 489">
              <a:extLst>
                <a:ext uri="{FF2B5EF4-FFF2-40B4-BE49-F238E27FC236}">
                  <a16:creationId xmlns:a16="http://schemas.microsoft.com/office/drawing/2014/main" id="{114EA38E-5873-E449-9C8C-82E6AEF3B7A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57" y="1834"/>
              <a:ext cx="88" cy="758"/>
            </a:xfrm>
            <a:prstGeom prst="rect">
              <a:avLst/>
            </a:prstGeom>
            <a:solidFill>
              <a:srgbClr val="292929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</p:grpSp>
      <p:grpSp>
        <p:nvGrpSpPr>
          <p:cNvPr id="345" name="Group 344">
            <a:extLst>
              <a:ext uri="{FF2B5EF4-FFF2-40B4-BE49-F238E27FC236}">
                <a16:creationId xmlns:a16="http://schemas.microsoft.com/office/drawing/2014/main" id="{4B59543D-C5BA-F140-B187-9B5CD42038E3}"/>
              </a:ext>
            </a:extLst>
          </p:cNvPr>
          <p:cNvGrpSpPr/>
          <p:nvPr/>
        </p:nvGrpSpPr>
        <p:grpSpPr>
          <a:xfrm>
            <a:off x="4258034" y="5968846"/>
            <a:ext cx="476864" cy="255639"/>
            <a:chOff x="6859123" y="5156933"/>
            <a:chExt cx="456701" cy="226548"/>
          </a:xfrm>
        </p:grpSpPr>
        <p:sp>
          <p:nvSpPr>
            <p:cNvPr id="346" name="Rectangle 345">
              <a:extLst>
                <a:ext uri="{FF2B5EF4-FFF2-40B4-BE49-F238E27FC236}">
                  <a16:creationId xmlns:a16="http://schemas.microsoft.com/office/drawing/2014/main" id="{658633B4-7F85-9649-9D29-D4685E4D8FCE}"/>
                </a:ext>
              </a:extLst>
            </p:cNvPr>
            <p:cNvSpPr/>
            <p:nvPr/>
          </p:nvSpPr>
          <p:spPr>
            <a:xfrm>
              <a:off x="6859123" y="5156933"/>
              <a:ext cx="456701" cy="226548"/>
            </a:xfrm>
            <a:prstGeom prst="rect">
              <a:avLst/>
            </a:prstGeom>
            <a:solidFill>
              <a:srgbClr val="F989B2"/>
            </a:solidFill>
            <a:ln w="2222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cxnSp>
          <p:nvCxnSpPr>
            <p:cNvPr id="347" name="Straight Connector 346">
              <a:extLst>
                <a:ext uri="{FF2B5EF4-FFF2-40B4-BE49-F238E27FC236}">
                  <a16:creationId xmlns:a16="http://schemas.microsoft.com/office/drawing/2014/main" id="{4AEFBFC0-69F4-0442-A5A5-AA6B13A5C54B}"/>
                </a:ext>
              </a:extLst>
            </p:cNvPr>
            <p:cNvCxnSpPr/>
            <p:nvPr/>
          </p:nvCxnSpPr>
          <p:spPr>
            <a:xfrm flipV="1">
              <a:off x="7249115" y="5189971"/>
              <a:ext cx="0" cy="155752"/>
            </a:xfrm>
            <a:prstGeom prst="line">
              <a:avLst/>
            </a:prstGeom>
            <a:ln w="22225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8" name="Straight Connector 347">
              <a:extLst>
                <a:ext uri="{FF2B5EF4-FFF2-40B4-BE49-F238E27FC236}">
                  <a16:creationId xmlns:a16="http://schemas.microsoft.com/office/drawing/2014/main" id="{72565081-DC08-D043-A503-2FB6F949E0F0}"/>
                </a:ext>
              </a:extLst>
            </p:cNvPr>
            <p:cNvCxnSpPr/>
            <p:nvPr/>
          </p:nvCxnSpPr>
          <p:spPr>
            <a:xfrm flipV="1">
              <a:off x="7197800" y="5189971"/>
              <a:ext cx="0" cy="155752"/>
            </a:xfrm>
            <a:prstGeom prst="line">
              <a:avLst/>
            </a:prstGeom>
            <a:ln w="22225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9" name="Straight Connector 348">
              <a:extLst>
                <a:ext uri="{FF2B5EF4-FFF2-40B4-BE49-F238E27FC236}">
                  <a16:creationId xmlns:a16="http://schemas.microsoft.com/office/drawing/2014/main" id="{DEA8E45E-B3F3-194A-8A6B-678BE5CEA477}"/>
                </a:ext>
              </a:extLst>
            </p:cNvPr>
            <p:cNvCxnSpPr/>
            <p:nvPr/>
          </p:nvCxnSpPr>
          <p:spPr>
            <a:xfrm flipV="1">
              <a:off x="7146485" y="5189971"/>
              <a:ext cx="0" cy="155752"/>
            </a:xfrm>
            <a:prstGeom prst="line">
              <a:avLst/>
            </a:prstGeom>
            <a:ln w="22225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0" name="Straight Connector 349">
              <a:extLst>
                <a:ext uri="{FF2B5EF4-FFF2-40B4-BE49-F238E27FC236}">
                  <a16:creationId xmlns:a16="http://schemas.microsoft.com/office/drawing/2014/main" id="{85A94CF9-243E-0C4E-A010-AF25D658F77B}"/>
                </a:ext>
              </a:extLst>
            </p:cNvPr>
            <p:cNvCxnSpPr/>
            <p:nvPr/>
          </p:nvCxnSpPr>
          <p:spPr>
            <a:xfrm flipV="1">
              <a:off x="7095171" y="5189971"/>
              <a:ext cx="0" cy="155752"/>
            </a:xfrm>
            <a:prstGeom prst="line">
              <a:avLst/>
            </a:prstGeom>
            <a:ln w="22225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1" name="Straight Connector 350">
              <a:extLst>
                <a:ext uri="{FF2B5EF4-FFF2-40B4-BE49-F238E27FC236}">
                  <a16:creationId xmlns:a16="http://schemas.microsoft.com/office/drawing/2014/main" id="{AFCDC61C-4A1A-624B-86AF-7EC5B97EAFEE}"/>
                </a:ext>
              </a:extLst>
            </p:cNvPr>
            <p:cNvCxnSpPr/>
            <p:nvPr/>
          </p:nvCxnSpPr>
          <p:spPr>
            <a:xfrm flipV="1">
              <a:off x="7043856" y="5189971"/>
              <a:ext cx="0" cy="155752"/>
            </a:xfrm>
            <a:prstGeom prst="line">
              <a:avLst/>
            </a:prstGeom>
            <a:ln w="22225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2" name="Straight Connector 351">
              <a:extLst>
                <a:ext uri="{FF2B5EF4-FFF2-40B4-BE49-F238E27FC236}">
                  <a16:creationId xmlns:a16="http://schemas.microsoft.com/office/drawing/2014/main" id="{CA58E5DA-8966-1E4E-B9CC-4D9206B74168}"/>
                </a:ext>
              </a:extLst>
            </p:cNvPr>
            <p:cNvCxnSpPr/>
            <p:nvPr/>
          </p:nvCxnSpPr>
          <p:spPr>
            <a:xfrm flipV="1">
              <a:off x="6992541" y="5189971"/>
              <a:ext cx="0" cy="155752"/>
            </a:xfrm>
            <a:prstGeom prst="line">
              <a:avLst/>
            </a:prstGeom>
            <a:ln w="22225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3" name="Straight Connector 352">
              <a:extLst>
                <a:ext uri="{FF2B5EF4-FFF2-40B4-BE49-F238E27FC236}">
                  <a16:creationId xmlns:a16="http://schemas.microsoft.com/office/drawing/2014/main" id="{40B4CE1B-77BF-D040-87C6-2BE4B75297B8}"/>
                </a:ext>
              </a:extLst>
            </p:cNvPr>
            <p:cNvCxnSpPr/>
            <p:nvPr/>
          </p:nvCxnSpPr>
          <p:spPr>
            <a:xfrm flipV="1">
              <a:off x="6941227" y="5189971"/>
              <a:ext cx="0" cy="155752"/>
            </a:xfrm>
            <a:prstGeom prst="line">
              <a:avLst/>
            </a:prstGeom>
            <a:ln w="22225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54" name="Group 353">
            <a:extLst>
              <a:ext uri="{FF2B5EF4-FFF2-40B4-BE49-F238E27FC236}">
                <a16:creationId xmlns:a16="http://schemas.microsoft.com/office/drawing/2014/main" id="{1516B822-274C-9142-A594-3C026C13E15A}"/>
              </a:ext>
            </a:extLst>
          </p:cNvPr>
          <p:cNvGrpSpPr/>
          <p:nvPr/>
        </p:nvGrpSpPr>
        <p:grpSpPr>
          <a:xfrm rot="18977820">
            <a:off x="3960984" y="4842636"/>
            <a:ext cx="476864" cy="255639"/>
            <a:chOff x="6859123" y="5156933"/>
            <a:chExt cx="456701" cy="226548"/>
          </a:xfrm>
        </p:grpSpPr>
        <p:sp>
          <p:nvSpPr>
            <p:cNvPr id="355" name="Rectangle 354">
              <a:extLst>
                <a:ext uri="{FF2B5EF4-FFF2-40B4-BE49-F238E27FC236}">
                  <a16:creationId xmlns:a16="http://schemas.microsoft.com/office/drawing/2014/main" id="{FE73F339-8370-854D-865A-1DA3D42F8615}"/>
                </a:ext>
              </a:extLst>
            </p:cNvPr>
            <p:cNvSpPr/>
            <p:nvPr/>
          </p:nvSpPr>
          <p:spPr>
            <a:xfrm>
              <a:off x="6859123" y="5156933"/>
              <a:ext cx="456701" cy="226548"/>
            </a:xfrm>
            <a:prstGeom prst="rect">
              <a:avLst/>
            </a:prstGeom>
            <a:solidFill>
              <a:srgbClr val="F989B2"/>
            </a:solidFill>
            <a:ln w="2222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cxnSp>
          <p:nvCxnSpPr>
            <p:cNvPr id="356" name="Straight Connector 355">
              <a:extLst>
                <a:ext uri="{FF2B5EF4-FFF2-40B4-BE49-F238E27FC236}">
                  <a16:creationId xmlns:a16="http://schemas.microsoft.com/office/drawing/2014/main" id="{25FCEF18-6C08-1D44-8B43-B9FEC5A1CF34}"/>
                </a:ext>
              </a:extLst>
            </p:cNvPr>
            <p:cNvCxnSpPr/>
            <p:nvPr/>
          </p:nvCxnSpPr>
          <p:spPr>
            <a:xfrm flipV="1">
              <a:off x="7249115" y="5189971"/>
              <a:ext cx="0" cy="155752"/>
            </a:xfrm>
            <a:prstGeom prst="line">
              <a:avLst/>
            </a:prstGeom>
            <a:ln w="22225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7" name="Straight Connector 356">
              <a:extLst>
                <a:ext uri="{FF2B5EF4-FFF2-40B4-BE49-F238E27FC236}">
                  <a16:creationId xmlns:a16="http://schemas.microsoft.com/office/drawing/2014/main" id="{69609594-6D6C-CE4D-8793-7FF98E89AD96}"/>
                </a:ext>
              </a:extLst>
            </p:cNvPr>
            <p:cNvCxnSpPr/>
            <p:nvPr/>
          </p:nvCxnSpPr>
          <p:spPr>
            <a:xfrm flipV="1">
              <a:off x="7197800" y="5189971"/>
              <a:ext cx="0" cy="155752"/>
            </a:xfrm>
            <a:prstGeom prst="line">
              <a:avLst/>
            </a:prstGeom>
            <a:ln w="22225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8" name="Straight Connector 357">
              <a:extLst>
                <a:ext uri="{FF2B5EF4-FFF2-40B4-BE49-F238E27FC236}">
                  <a16:creationId xmlns:a16="http://schemas.microsoft.com/office/drawing/2014/main" id="{CA747F05-33BD-0A44-8A65-3557ACA73F90}"/>
                </a:ext>
              </a:extLst>
            </p:cNvPr>
            <p:cNvCxnSpPr/>
            <p:nvPr/>
          </p:nvCxnSpPr>
          <p:spPr>
            <a:xfrm flipV="1">
              <a:off x="7146485" y="5189971"/>
              <a:ext cx="0" cy="155752"/>
            </a:xfrm>
            <a:prstGeom prst="line">
              <a:avLst/>
            </a:prstGeom>
            <a:ln w="22225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9" name="Straight Connector 358">
              <a:extLst>
                <a:ext uri="{FF2B5EF4-FFF2-40B4-BE49-F238E27FC236}">
                  <a16:creationId xmlns:a16="http://schemas.microsoft.com/office/drawing/2014/main" id="{E37B61E4-4606-D744-BD80-B5276B042207}"/>
                </a:ext>
              </a:extLst>
            </p:cNvPr>
            <p:cNvCxnSpPr/>
            <p:nvPr/>
          </p:nvCxnSpPr>
          <p:spPr>
            <a:xfrm flipV="1">
              <a:off x="7095171" y="5189971"/>
              <a:ext cx="0" cy="155752"/>
            </a:xfrm>
            <a:prstGeom prst="line">
              <a:avLst/>
            </a:prstGeom>
            <a:ln w="22225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0" name="Straight Connector 359">
              <a:extLst>
                <a:ext uri="{FF2B5EF4-FFF2-40B4-BE49-F238E27FC236}">
                  <a16:creationId xmlns:a16="http://schemas.microsoft.com/office/drawing/2014/main" id="{A86704E3-8936-8944-BEA9-BB9821A64A84}"/>
                </a:ext>
              </a:extLst>
            </p:cNvPr>
            <p:cNvCxnSpPr/>
            <p:nvPr/>
          </p:nvCxnSpPr>
          <p:spPr>
            <a:xfrm flipV="1">
              <a:off x="7043856" y="5189971"/>
              <a:ext cx="0" cy="155752"/>
            </a:xfrm>
            <a:prstGeom prst="line">
              <a:avLst/>
            </a:prstGeom>
            <a:ln w="22225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1" name="Straight Connector 360">
              <a:extLst>
                <a:ext uri="{FF2B5EF4-FFF2-40B4-BE49-F238E27FC236}">
                  <a16:creationId xmlns:a16="http://schemas.microsoft.com/office/drawing/2014/main" id="{60BA1282-3FA8-494B-AA57-9F64ED26BC74}"/>
                </a:ext>
              </a:extLst>
            </p:cNvPr>
            <p:cNvCxnSpPr/>
            <p:nvPr/>
          </p:nvCxnSpPr>
          <p:spPr>
            <a:xfrm flipV="1">
              <a:off x="6992541" y="5189971"/>
              <a:ext cx="0" cy="155752"/>
            </a:xfrm>
            <a:prstGeom prst="line">
              <a:avLst/>
            </a:prstGeom>
            <a:ln w="22225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2" name="Straight Connector 361">
              <a:extLst>
                <a:ext uri="{FF2B5EF4-FFF2-40B4-BE49-F238E27FC236}">
                  <a16:creationId xmlns:a16="http://schemas.microsoft.com/office/drawing/2014/main" id="{7D842007-7272-0E4C-9DDC-59436F73AB80}"/>
                </a:ext>
              </a:extLst>
            </p:cNvPr>
            <p:cNvCxnSpPr/>
            <p:nvPr/>
          </p:nvCxnSpPr>
          <p:spPr>
            <a:xfrm flipV="1">
              <a:off x="6941227" y="5189971"/>
              <a:ext cx="0" cy="155752"/>
            </a:xfrm>
            <a:prstGeom prst="line">
              <a:avLst/>
            </a:prstGeom>
            <a:ln w="22225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63" name="Group 362">
            <a:extLst>
              <a:ext uri="{FF2B5EF4-FFF2-40B4-BE49-F238E27FC236}">
                <a16:creationId xmlns:a16="http://schemas.microsoft.com/office/drawing/2014/main" id="{5D4499A7-8331-374E-915F-6FB1150582B0}"/>
              </a:ext>
            </a:extLst>
          </p:cNvPr>
          <p:cNvGrpSpPr/>
          <p:nvPr/>
        </p:nvGrpSpPr>
        <p:grpSpPr>
          <a:xfrm>
            <a:off x="6120416" y="4464220"/>
            <a:ext cx="476864" cy="255639"/>
            <a:chOff x="6859123" y="5156933"/>
            <a:chExt cx="456701" cy="226548"/>
          </a:xfrm>
        </p:grpSpPr>
        <p:sp>
          <p:nvSpPr>
            <p:cNvPr id="364" name="Rectangle 363">
              <a:extLst>
                <a:ext uri="{FF2B5EF4-FFF2-40B4-BE49-F238E27FC236}">
                  <a16:creationId xmlns:a16="http://schemas.microsoft.com/office/drawing/2014/main" id="{9DDEEE95-0C6B-F045-B62F-C3DAD3AD7FF1}"/>
                </a:ext>
              </a:extLst>
            </p:cNvPr>
            <p:cNvSpPr/>
            <p:nvPr/>
          </p:nvSpPr>
          <p:spPr>
            <a:xfrm>
              <a:off x="6859123" y="5156933"/>
              <a:ext cx="456701" cy="226548"/>
            </a:xfrm>
            <a:prstGeom prst="rect">
              <a:avLst/>
            </a:prstGeom>
            <a:solidFill>
              <a:srgbClr val="F989B2"/>
            </a:solidFill>
            <a:ln w="2222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cxnSp>
          <p:nvCxnSpPr>
            <p:cNvPr id="365" name="Straight Connector 364">
              <a:extLst>
                <a:ext uri="{FF2B5EF4-FFF2-40B4-BE49-F238E27FC236}">
                  <a16:creationId xmlns:a16="http://schemas.microsoft.com/office/drawing/2014/main" id="{5B7AA8AC-B89C-5B40-B520-2EC3B1B81D47}"/>
                </a:ext>
              </a:extLst>
            </p:cNvPr>
            <p:cNvCxnSpPr/>
            <p:nvPr/>
          </p:nvCxnSpPr>
          <p:spPr>
            <a:xfrm flipV="1">
              <a:off x="7249115" y="5189971"/>
              <a:ext cx="0" cy="155752"/>
            </a:xfrm>
            <a:prstGeom prst="line">
              <a:avLst/>
            </a:prstGeom>
            <a:ln w="22225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6" name="Straight Connector 365">
              <a:extLst>
                <a:ext uri="{FF2B5EF4-FFF2-40B4-BE49-F238E27FC236}">
                  <a16:creationId xmlns:a16="http://schemas.microsoft.com/office/drawing/2014/main" id="{3EC321B7-E2DC-344E-9763-169EF6E841EF}"/>
                </a:ext>
              </a:extLst>
            </p:cNvPr>
            <p:cNvCxnSpPr/>
            <p:nvPr/>
          </p:nvCxnSpPr>
          <p:spPr>
            <a:xfrm flipV="1">
              <a:off x="7197800" y="5189971"/>
              <a:ext cx="0" cy="155752"/>
            </a:xfrm>
            <a:prstGeom prst="line">
              <a:avLst/>
            </a:prstGeom>
            <a:ln w="22225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7" name="Straight Connector 366">
              <a:extLst>
                <a:ext uri="{FF2B5EF4-FFF2-40B4-BE49-F238E27FC236}">
                  <a16:creationId xmlns:a16="http://schemas.microsoft.com/office/drawing/2014/main" id="{3C94C832-11CE-A645-9806-C75AAA76D484}"/>
                </a:ext>
              </a:extLst>
            </p:cNvPr>
            <p:cNvCxnSpPr/>
            <p:nvPr/>
          </p:nvCxnSpPr>
          <p:spPr>
            <a:xfrm flipV="1">
              <a:off x="7146485" y="5189971"/>
              <a:ext cx="0" cy="155752"/>
            </a:xfrm>
            <a:prstGeom prst="line">
              <a:avLst/>
            </a:prstGeom>
            <a:ln w="22225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8" name="Straight Connector 367">
              <a:extLst>
                <a:ext uri="{FF2B5EF4-FFF2-40B4-BE49-F238E27FC236}">
                  <a16:creationId xmlns:a16="http://schemas.microsoft.com/office/drawing/2014/main" id="{E60FF87F-4770-CA45-B8F3-84AAC6B9A4B3}"/>
                </a:ext>
              </a:extLst>
            </p:cNvPr>
            <p:cNvCxnSpPr/>
            <p:nvPr/>
          </p:nvCxnSpPr>
          <p:spPr>
            <a:xfrm flipV="1">
              <a:off x="7095171" y="5189971"/>
              <a:ext cx="0" cy="155752"/>
            </a:xfrm>
            <a:prstGeom prst="line">
              <a:avLst/>
            </a:prstGeom>
            <a:ln w="22225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9" name="Straight Connector 368">
              <a:extLst>
                <a:ext uri="{FF2B5EF4-FFF2-40B4-BE49-F238E27FC236}">
                  <a16:creationId xmlns:a16="http://schemas.microsoft.com/office/drawing/2014/main" id="{43B3B5EF-ECA9-B64A-93C4-85466210C7F4}"/>
                </a:ext>
              </a:extLst>
            </p:cNvPr>
            <p:cNvCxnSpPr/>
            <p:nvPr/>
          </p:nvCxnSpPr>
          <p:spPr>
            <a:xfrm flipV="1">
              <a:off x="7043856" y="5189971"/>
              <a:ext cx="0" cy="155752"/>
            </a:xfrm>
            <a:prstGeom prst="line">
              <a:avLst/>
            </a:prstGeom>
            <a:ln w="22225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0" name="Straight Connector 369">
              <a:extLst>
                <a:ext uri="{FF2B5EF4-FFF2-40B4-BE49-F238E27FC236}">
                  <a16:creationId xmlns:a16="http://schemas.microsoft.com/office/drawing/2014/main" id="{113028A7-6DC0-CF47-8C1B-CEF037BDA1AC}"/>
                </a:ext>
              </a:extLst>
            </p:cNvPr>
            <p:cNvCxnSpPr/>
            <p:nvPr/>
          </p:nvCxnSpPr>
          <p:spPr>
            <a:xfrm flipV="1">
              <a:off x="6992541" y="5189971"/>
              <a:ext cx="0" cy="155752"/>
            </a:xfrm>
            <a:prstGeom prst="line">
              <a:avLst/>
            </a:prstGeom>
            <a:ln w="22225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1" name="Straight Connector 370">
              <a:extLst>
                <a:ext uri="{FF2B5EF4-FFF2-40B4-BE49-F238E27FC236}">
                  <a16:creationId xmlns:a16="http://schemas.microsoft.com/office/drawing/2014/main" id="{5F1AD6B8-9E8D-D448-AA1C-C19CC1452529}"/>
                </a:ext>
              </a:extLst>
            </p:cNvPr>
            <p:cNvCxnSpPr/>
            <p:nvPr/>
          </p:nvCxnSpPr>
          <p:spPr>
            <a:xfrm flipV="1">
              <a:off x="6941227" y="5189971"/>
              <a:ext cx="0" cy="155752"/>
            </a:xfrm>
            <a:prstGeom prst="line">
              <a:avLst/>
            </a:prstGeom>
            <a:ln w="22225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72" name="Group 371">
            <a:extLst>
              <a:ext uri="{FF2B5EF4-FFF2-40B4-BE49-F238E27FC236}">
                <a16:creationId xmlns:a16="http://schemas.microsoft.com/office/drawing/2014/main" id="{BC753510-FFCF-4444-A7BB-044870E26DD3}"/>
              </a:ext>
            </a:extLst>
          </p:cNvPr>
          <p:cNvGrpSpPr/>
          <p:nvPr/>
        </p:nvGrpSpPr>
        <p:grpSpPr>
          <a:xfrm rot="18857641">
            <a:off x="6110083" y="5317919"/>
            <a:ext cx="476864" cy="255639"/>
            <a:chOff x="6859123" y="5156933"/>
            <a:chExt cx="456701" cy="226548"/>
          </a:xfrm>
        </p:grpSpPr>
        <p:sp>
          <p:nvSpPr>
            <p:cNvPr id="373" name="Rectangle 372">
              <a:extLst>
                <a:ext uri="{FF2B5EF4-FFF2-40B4-BE49-F238E27FC236}">
                  <a16:creationId xmlns:a16="http://schemas.microsoft.com/office/drawing/2014/main" id="{A08E0DBC-4F5A-1745-BA9E-B4688EEBE8B2}"/>
                </a:ext>
              </a:extLst>
            </p:cNvPr>
            <p:cNvSpPr/>
            <p:nvPr/>
          </p:nvSpPr>
          <p:spPr>
            <a:xfrm>
              <a:off x="6859123" y="5156933"/>
              <a:ext cx="456701" cy="226548"/>
            </a:xfrm>
            <a:prstGeom prst="rect">
              <a:avLst/>
            </a:prstGeom>
            <a:solidFill>
              <a:srgbClr val="F989B2"/>
            </a:solidFill>
            <a:ln w="2222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cxnSp>
          <p:nvCxnSpPr>
            <p:cNvPr id="374" name="Straight Connector 373">
              <a:extLst>
                <a:ext uri="{FF2B5EF4-FFF2-40B4-BE49-F238E27FC236}">
                  <a16:creationId xmlns:a16="http://schemas.microsoft.com/office/drawing/2014/main" id="{86CCF497-BBF5-1847-A54B-1D274EC1FBF2}"/>
                </a:ext>
              </a:extLst>
            </p:cNvPr>
            <p:cNvCxnSpPr/>
            <p:nvPr/>
          </p:nvCxnSpPr>
          <p:spPr>
            <a:xfrm flipV="1">
              <a:off x="7249115" y="5189971"/>
              <a:ext cx="0" cy="155752"/>
            </a:xfrm>
            <a:prstGeom prst="line">
              <a:avLst/>
            </a:prstGeom>
            <a:ln w="22225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5" name="Straight Connector 374">
              <a:extLst>
                <a:ext uri="{FF2B5EF4-FFF2-40B4-BE49-F238E27FC236}">
                  <a16:creationId xmlns:a16="http://schemas.microsoft.com/office/drawing/2014/main" id="{44666C01-A459-0044-A0B0-3D22A107A0E3}"/>
                </a:ext>
              </a:extLst>
            </p:cNvPr>
            <p:cNvCxnSpPr/>
            <p:nvPr/>
          </p:nvCxnSpPr>
          <p:spPr>
            <a:xfrm flipV="1">
              <a:off x="7197800" y="5189971"/>
              <a:ext cx="0" cy="155752"/>
            </a:xfrm>
            <a:prstGeom prst="line">
              <a:avLst/>
            </a:prstGeom>
            <a:ln w="22225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6" name="Straight Connector 375">
              <a:extLst>
                <a:ext uri="{FF2B5EF4-FFF2-40B4-BE49-F238E27FC236}">
                  <a16:creationId xmlns:a16="http://schemas.microsoft.com/office/drawing/2014/main" id="{75D8ECE7-4B34-8F48-B62B-54865BA7462D}"/>
                </a:ext>
              </a:extLst>
            </p:cNvPr>
            <p:cNvCxnSpPr/>
            <p:nvPr/>
          </p:nvCxnSpPr>
          <p:spPr>
            <a:xfrm flipV="1">
              <a:off x="7146485" y="5189971"/>
              <a:ext cx="0" cy="155752"/>
            </a:xfrm>
            <a:prstGeom prst="line">
              <a:avLst/>
            </a:prstGeom>
            <a:ln w="22225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7" name="Straight Connector 376">
              <a:extLst>
                <a:ext uri="{FF2B5EF4-FFF2-40B4-BE49-F238E27FC236}">
                  <a16:creationId xmlns:a16="http://schemas.microsoft.com/office/drawing/2014/main" id="{85079C21-AA1B-2545-9071-BEE571A459AD}"/>
                </a:ext>
              </a:extLst>
            </p:cNvPr>
            <p:cNvCxnSpPr/>
            <p:nvPr/>
          </p:nvCxnSpPr>
          <p:spPr>
            <a:xfrm flipV="1">
              <a:off x="7095171" y="5189971"/>
              <a:ext cx="0" cy="155752"/>
            </a:xfrm>
            <a:prstGeom prst="line">
              <a:avLst/>
            </a:prstGeom>
            <a:ln w="22225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8" name="Straight Connector 377">
              <a:extLst>
                <a:ext uri="{FF2B5EF4-FFF2-40B4-BE49-F238E27FC236}">
                  <a16:creationId xmlns:a16="http://schemas.microsoft.com/office/drawing/2014/main" id="{2D916BAD-87C0-6146-AB10-6650F08C5C71}"/>
                </a:ext>
              </a:extLst>
            </p:cNvPr>
            <p:cNvCxnSpPr/>
            <p:nvPr/>
          </p:nvCxnSpPr>
          <p:spPr>
            <a:xfrm flipV="1">
              <a:off x="7043856" y="5189971"/>
              <a:ext cx="0" cy="155752"/>
            </a:xfrm>
            <a:prstGeom prst="line">
              <a:avLst/>
            </a:prstGeom>
            <a:ln w="22225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9" name="Straight Connector 378">
              <a:extLst>
                <a:ext uri="{FF2B5EF4-FFF2-40B4-BE49-F238E27FC236}">
                  <a16:creationId xmlns:a16="http://schemas.microsoft.com/office/drawing/2014/main" id="{3F49550F-F63A-B945-A97E-B7A0741AB278}"/>
                </a:ext>
              </a:extLst>
            </p:cNvPr>
            <p:cNvCxnSpPr/>
            <p:nvPr/>
          </p:nvCxnSpPr>
          <p:spPr>
            <a:xfrm flipV="1">
              <a:off x="6992541" y="5189971"/>
              <a:ext cx="0" cy="155752"/>
            </a:xfrm>
            <a:prstGeom prst="line">
              <a:avLst/>
            </a:prstGeom>
            <a:ln w="22225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0" name="Straight Connector 379">
              <a:extLst>
                <a:ext uri="{FF2B5EF4-FFF2-40B4-BE49-F238E27FC236}">
                  <a16:creationId xmlns:a16="http://schemas.microsoft.com/office/drawing/2014/main" id="{2FDE63AE-3F8B-3D44-969E-074AE7DEAA97}"/>
                </a:ext>
              </a:extLst>
            </p:cNvPr>
            <p:cNvCxnSpPr/>
            <p:nvPr/>
          </p:nvCxnSpPr>
          <p:spPr>
            <a:xfrm flipV="1">
              <a:off x="6941227" y="5189971"/>
              <a:ext cx="0" cy="155752"/>
            </a:xfrm>
            <a:prstGeom prst="line">
              <a:avLst/>
            </a:prstGeom>
            <a:ln w="22225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808" name="Freeform 272">
            <a:extLst>
              <a:ext uri="{FF2B5EF4-FFF2-40B4-BE49-F238E27FC236}">
                <a16:creationId xmlns:a16="http://schemas.microsoft.com/office/drawing/2014/main" id="{CAFA60B5-CA3B-CE47-99B6-49C8AA15A522}"/>
              </a:ext>
            </a:extLst>
          </p:cNvPr>
          <p:cNvSpPr>
            <a:spLocks/>
          </p:cNvSpPr>
          <p:nvPr/>
        </p:nvSpPr>
        <p:spPr bwMode="auto">
          <a:xfrm>
            <a:off x="4455129" y="3198255"/>
            <a:ext cx="3305175" cy="2857500"/>
          </a:xfrm>
          <a:custGeom>
            <a:avLst/>
            <a:gdLst>
              <a:gd name="T0" fmla="*/ 0 w 5205"/>
              <a:gd name="T1" fmla="*/ 0 h 4500"/>
              <a:gd name="T2" fmla="*/ 0 w 5205"/>
              <a:gd name="T3" fmla="*/ 2147483647 h 4500"/>
              <a:gd name="T4" fmla="*/ 2147483647 w 5205"/>
              <a:gd name="T5" fmla="*/ 2147483647 h 4500"/>
              <a:gd name="T6" fmla="*/ 2147483647 w 5205"/>
              <a:gd name="T7" fmla="*/ 2147483647 h 4500"/>
              <a:gd name="T8" fmla="*/ 2147483647 w 5205"/>
              <a:gd name="T9" fmla="*/ 2147483647 h 4500"/>
              <a:gd name="T10" fmla="*/ 2147483647 w 5205"/>
              <a:gd name="T11" fmla="*/ 2147483647 h 4500"/>
              <a:gd name="T12" fmla="*/ 2147483647 w 5205"/>
              <a:gd name="T13" fmla="*/ 2147483647 h 4500"/>
              <a:gd name="T14" fmla="*/ 2147483647 w 5205"/>
              <a:gd name="T15" fmla="*/ 2147483647 h 4500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connsiteX0" fmla="*/ 0 w 10000"/>
              <a:gd name="connsiteY0" fmla="*/ 0 h 10000"/>
              <a:gd name="connsiteX1" fmla="*/ 0 w 10000"/>
              <a:gd name="connsiteY1" fmla="*/ 2933 h 10000"/>
              <a:gd name="connsiteX2" fmla="*/ 2374 w 10000"/>
              <a:gd name="connsiteY2" fmla="*/ 2938 h 10000"/>
              <a:gd name="connsiteX3" fmla="*/ 951 w 10000"/>
              <a:gd name="connsiteY3" fmla="*/ 4533 h 10000"/>
              <a:gd name="connsiteX4" fmla="*/ 8674 w 10000"/>
              <a:gd name="connsiteY4" fmla="*/ 4700 h 10000"/>
              <a:gd name="connsiteX5" fmla="*/ 4265 w 10000"/>
              <a:gd name="connsiteY5" fmla="*/ 10000 h 10000"/>
              <a:gd name="connsiteX6" fmla="*/ 10000 w 10000"/>
              <a:gd name="connsiteY6" fmla="*/ 10000 h 10000"/>
              <a:gd name="connsiteX7" fmla="*/ 10000 w 10000"/>
              <a:gd name="connsiteY7" fmla="*/ 7567 h 10000"/>
              <a:gd name="connsiteX0" fmla="*/ 0 w 10000"/>
              <a:gd name="connsiteY0" fmla="*/ 0 h 10000"/>
              <a:gd name="connsiteX1" fmla="*/ 11 w 10000"/>
              <a:gd name="connsiteY1" fmla="*/ 2958 h 10000"/>
              <a:gd name="connsiteX2" fmla="*/ 2374 w 10000"/>
              <a:gd name="connsiteY2" fmla="*/ 2938 h 10000"/>
              <a:gd name="connsiteX3" fmla="*/ 951 w 10000"/>
              <a:gd name="connsiteY3" fmla="*/ 4533 h 10000"/>
              <a:gd name="connsiteX4" fmla="*/ 8674 w 10000"/>
              <a:gd name="connsiteY4" fmla="*/ 4700 h 10000"/>
              <a:gd name="connsiteX5" fmla="*/ 4265 w 10000"/>
              <a:gd name="connsiteY5" fmla="*/ 10000 h 10000"/>
              <a:gd name="connsiteX6" fmla="*/ 10000 w 10000"/>
              <a:gd name="connsiteY6" fmla="*/ 10000 h 10000"/>
              <a:gd name="connsiteX7" fmla="*/ 10000 w 10000"/>
              <a:gd name="connsiteY7" fmla="*/ 7567 h 10000"/>
              <a:gd name="connsiteX0" fmla="*/ 0 w 10000"/>
              <a:gd name="connsiteY0" fmla="*/ 0 h 10000"/>
              <a:gd name="connsiteX1" fmla="*/ 11 w 10000"/>
              <a:gd name="connsiteY1" fmla="*/ 2958 h 10000"/>
              <a:gd name="connsiteX2" fmla="*/ 2299 w 10000"/>
              <a:gd name="connsiteY2" fmla="*/ 2963 h 10000"/>
              <a:gd name="connsiteX3" fmla="*/ 951 w 10000"/>
              <a:gd name="connsiteY3" fmla="*/ 4533 h 10000"/>
              <a:gd name="connsiteX4" fmla="*/ 8674 w 10000"/>
              <a:gd name="connsiteY4" fmla="*/ 4700 h 10000"/>
              <a:gd name="connsiteX5" fmla="*/ 4265 w 10000"/>
              <a:gd name="connsiteY5" fmla="*/ 10000 h 10000"/>
              <a:gd name="connsiteX6" fmla="*/ 10000 w 10000"/>
              <a:gd name="connsiteY6" fmla="*/ 10000 h 10000"/>
              <a:gd name="connsiteX7" fmla="*/ 10000 w 10000"/>
              <a:gd name="connsiteY7" fmla="*/ 7567 h 10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0000" h="10000">
                <a:moveTo>
                  <a:pt x="0" y="0"/>
                </a:moveTo>
                <a:cubicBezTo>
                  <a:pt x="4" y="986"/>
                  <a:pt x="7" y="1972"/>
                  <a:pt x="11" y="2958"/>
                </a:cubicBezTo>
                <a:lnTo>
                  <a:pt x="2299" y="2963"/>
                </a:lnTo>
                <a:lnTo>
                  <a:pt x="951" y="4533"/>
                </a:lnTo>
                <a:lnTo>
                  <a:pt x="8674" y="4700"/>
                </a:lnTo>
                <a:lnTo>
                  <a:pt x="4265" y="10000"/>
                </a:lnTo>
                <a:lnTo>
                  <a:pt x="10000" y="10000"/>
                </a:lnTo>
                <a:lnTo>
                  <a:pt x="10000" y="7567"/>
                </a:lnTo>
              </a:path>
            </a:pathLst>
          </a:custGeom>
          <a:noFill/>
          <a:ln w="38100" cmpd="sng">
            <a:solidFill>
              <a:srgbClr val="FF0000"/>
            </a:solidFill>
            <a:round/>
            <a:headEnd type="non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124C2353-8341-1E42-98B2-810BFB992383}"/>
              </a:ext>
            </a:extLst>
          </p:cNvPr>
          <p:cNvGrpSpPr/>
          <p:nvPr/>
        </p:nvGrpSpPr>
        <p:grpSpPr>
          <a:xfrm>
            <a:off x="2825750" y="3227434"/>
            <a:ext cx="5111145" cy="2933700"/>
            <a:chOff x="2825750" y="3227434"/>
            <a:chExt cx="5111145" cy="2933700"/>
          </a:xfrm>
        </p:grpSpPr>
        <p:grpSp>
          <p:nvGrpSpPr>
            <p:cNvPr id="860" name="Group 324">
              <a:extLst>
                <a:ext uri="{FF2B5EF4-FFF2-40B4-BE49-F238E27FC236}">
                  <a16:creationId xmlns:a16="http://schemas.microsoft.com/office/drawing/2014/main" id="{407BA615-EDD2-8A40-BE5B-0B090D092746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7844820" y="5350527"/>
              <a:ext cx="92075" cy="271462"/>
              <a:chOff x="10104" y="10005"/>
              <a:chExt cx="137" cy="411"/>
            </a:xfrm>
          </p:grpSpPr>
          <p:sp>
            <p:nvSpPr>
              <p:cNvPr id="861" name="Oval 325">
                <a:extLst>
                  <a:ext uri="{FF2B5EF4-FFF2-40B4-BE49-F238E27FC236}">
                    <a16:creationId xmlns:a16="http://schemas.microsoft.com/office/drawing/2014/main" id="{8B751E56-0C4B-D14C-945C-749546AA535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104" y="10005"/>
                <a:ext cx="137" cy="138"/>
              </a:xfrm>
              <a:prstGeom prst="ellipse">
                <a:avLst/>
              </a:prstGeom>
              <a:solidFill>
                <a:srgbClr val="FF00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FF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16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anose="020B060403050404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862" name="Oval 326">
                <a:extLst>
                  <a:ext uri="{FF2B5EF4-FFF2-40B4-BE49-F238E27FC236}">
                    <a16:creationId xmlns:a16="http://schemas.microsoft.com/office/drawing/2014/main" id="{342DEC42-734D-D54D-A9B5-89D44C4674A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104" y="10278"/>
                <a:ext cx="137" cy="138"/>
              </a:xfrm>
              <a:prstGeom prst="ellipse">
                <a:avLst/>
              </a:prstGeom>
              <a:solidFill>
                <a:srgbClr val="FF00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FF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16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anose="020B060403050404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</p:grpSp>
        <p:sp>
          <p:nvSpPr>
            <p:cNvPr id="854" name="Freeform 318">
              <a:extLst>
                <a:ext uri="{FF2B5EF4-FFF2-40B4-BE49-F238E27FC236}">
                  <a16:creationId xmlns:a16="http://schemas.microsoft.com/office/drawing/2014/main" id="{07189EA4-F824-494B-B957-3F54E942D2D2}"/>
                </a:ext>
              </a:extLst>
            </p:cNvPr>
            <p:cNvSpPr>
              <a:spLocks/>
            </p:cNvSpPr>
            <p:nvPr/>
          </p:nvSpPr>
          <p:spPr bwMode="auto">
            <a:xfrm>
              <a:off x="2825750" y="3227434"/>
              <a:ext cx="5067300" cy="2933700"/>
            </a:xfrm>
            <a:custGeom>
              <a:avLst/>
              <a:gdLst>
                <a:gd name="T0" fmla="*/ 2147483647 w 7980"/>
                <a:gd name="T1" fmla="*/ 2147483647 h 4620"/>
                <a:gd name="T2" fmla="*/ 2147483647 w 7980"/>
                <a:gd name="T3" fmla="*/ 2147483647 h 4620"/>
                <a:gd name="T4" fmla="*/ 0 w 7980"/>
                <a:gd name="T5" fmla="*/ 2147483647 h 4620"/>
                <a:gd name="T6" fmla="*/ 2147483647 w 7980"/>
                <a:gd name="T7" fmla="*/ 2147483647 h 4620"/>
                <a:gd name="T8" fmla="*/ 2147483647 w 7980"/>
                <a:gd name="T9" fmla="*/ 2147483647 h 4620"/>
                <a:gd name="T10" fmla="*/ 2147483647 w 7980"/>
                <a:gd name="T11" fmla="*/ 0 h 4620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connsiteX0" fmla="*/ 9981 w 10000"/>
                <a:gd name="connsiteY0" fmla="*/ 7403 h 10000"/>
                <a:gd name="connsiteX1" fmla="*/ 10000 w 10000"/>
                <a:gd name="connsiteY1" fmla="*/ 10000 h 10000"/>
                <a:gd name="connsiteX2" fmla="*/ 0 w 10000"/>
                <a:gd name="connsiteY2" fmla="*/ 9968 h 10000"/>
                <a:gd name="connsiteX3" fmla="*/ 4154 w 10000"/>
                <a:gd name="connsiteY3" fmla="*/ 3214 h 10000"/>
                <a:gd name="connsiteX4" fmla="*/ 2965 w 10000"/>
                <a:gd name="connsiteY4" fmla="*/ 3221 h 10000"/>
                <a:gd name="connsiteX5" fmla="*/ 2951 w 10000"/>
                <a:gd name="connsiteY5" fmla="*/ 0 h 10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0000" h="10000">
                  <a:moveTo>
                    <a:pt x="9981" y="7403"/>
                  </a:moveTo>
                  <a:cubicBezTo>
                    <a:pt x="9987" y="8269"/>
                    <a:pt x="9994" y="9134"/>
                    <a:pt x="10000" y="10000"/>
                  </a:cubicBezTo>
                  <a:lnTo>
                    <a:pt x="0" y="9968"/>
                  </a:lnTo>
                  <a:lnTo>
                    <a:pt x="4154" y="3214"/>
                  </a:lnTo>
                  <a:lnTo>
                    <a:pt x="2965" y="3221"/>
                  </a:lnTo>
                  <a:cubicBezTo>
                    <a:pt x="2965" y="2171"/>
                    <a:pt x="2951" y="1050"/>
                    <a:pt x="2951" y="0"/>
                  </a:cubicBezTo>
                </a:path>
              </a:pathLst>
            </a:custGeom>
            <a:noFill/>
            <a:ln w="38100" cmpd="sng">
              <a:solidFill>
                <a:srgbClr val="FF00FF"/>
              </a:solidFill>
              <a:round/>
              <a:headEnd type="non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</p:grpSp>
      <p:grpSp>
        <p:nvGrpSpPr>
          <p:cNvPr id="12" name="Group 11">
            <a:extLst>
              <a:ext uri="{FF2B5EF4-FFF2-40B4-BE49-F238E27FC236}">
                <a16:creationId xmlns:a16="http://schemas.microsoft.com/office/drawing/2014/main" id="{29A84814-4EB2-8F4D-8E06-375531045ECD}"/>
              </a:ext>
            </a:extLst>
          </p:cNvPr>
          <p:cNvGrpSpPr/>
          <p:nvPr/>
        </p:nvGrpSpPr>
        <p:grpSpPr>
          <a:xfrm>
            <a:off x="2352785" y="3322684"/>
            <a:ext cx="5785267" cy="2890693"/>
            <a:chOff x="2437534" y="3327145"/>
            <a:chExt cx="5785267" cy="2890693"/>
          </a:xfrm>
        </p:grpSpPr>
        <p:grpSp>
          <p:nvGrpSpPr>
            <p:cNvPr id="857" name="Group 321">
              <a:extLst>
                <a:ext uri="{FF2B5EF4-FFF2-40B4-BE49-F238E27FC236}">
                  <a16:creationId xmlns:a16="http://schemas.microsoft.com/office/drawing/2014/main" id="{96A8E8FE-EFA0-384B-BEBD-786291E65751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437534" y="5122909"/>
              <a:ext cx="92465" cy="271463"/>
              <a:chOff x="10192" y="10005"/>
              <a:chExt cx="140" cy="411"/>
            </a:xfrm>
          </p:grpSpPr>
          <p:sp>
            <p:nvSpPr>
              <p:cNvPr id="858" name="Oval 322">
                <a:extLst>
                  <a:ext uri="{FF2B5EF4-FFF2-40B4-BE49-F238E27FC236}">
                    <a16:creationId xmlns:a16="http://schemas.microsoft.com/office/drawing/2014/main" id="{657A2D62-DEBC-024A-A3D2-BBFF1F27014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195" y="10005"/>
                <a:ext cx="137" cy="138"/>
              </a:xfrm>
              <a:prstGeom prst="ellipse">
                <a:avLst/>
              </a:prstGeom>
              <a:solidFill>
                <a:srgbClr val="0000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FF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16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anose="020B060403050404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859" name="Oval 323">
                <a:extLst>
                  <a:ext uri="{FF2B5EF4-FFF2-40B4-BE49-F238E27FC236}">
                    <a16:creationId xmlns:a16="http://schemas.microsoft.com/office/drawing/2014/main" id="{BE20FDB8-C5B5-B94B-A64D-36960F83238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192" y="10278"/>
                <a:ext cx="137" cy="138"/>
              </a:xfrm>
              <a:prstGeom prst="ellipse">
                <a:avLst/>
              </a:prstGeom>
              <a:solidFill>
                <a:srgbClr val="0000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FF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16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anose="020B060403050404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</p:grpSp>
        <p:sp>
          <p:nvSpPr>
            <p:cNvPr id="855" name="Freeform 319">
              <a:extLst>
                <a:ext uri="{FF2B5EF4-FFF2-40B4-BE49-F238E27FC236}">
                  <a16:creationId xmlns:a16="http://schemas.microsoft.com/office/drawing/2014/main" id="{EAE73056-B5F0-9442-A833-AEE6F289ABD3}"/>
                </a:ext>
              </a:extLst>
            </p:cNvPr>
            <p:cNvSpPr>
              <a:spLocks/>
            </p:cNvSpPr>
            <p:nvPr/>
          </p:nvSpPr>
          <p:spPr bwMode="auto">
            <a:xfrm>
              <a:off x="2479226" y="3327145"/>
              <a:ext cx="5743575" cy="2890693"/>
            </a:xfrm>
            <a:custGeom>
              <a:avLst/>
              <a:gdLst>
                <a:gd name="T0" fmla="*/ 0 w 9045"/>
                <a:gd name="T1" fmla="*/ 2147483647 h 4545"/>
                <a:gd name="T2" fmla="*/ 0 w 9045"/>
                <a:gd name="T3" fmla="*/ 2147483647 h 4545"/>
                <a:gd name="T4" fmla="*/ 2147483647 w 9045"/>
                <a:gd name="T5" fmla="*/ 2147483647 h 4545"/>
                <a:gd name="T6" fmla="*/ 2147483647 w 9045"/>
                <a:gd name="T7" fmla="*/ 2147483647 h 4545"/>
                <a:gd name="T8" fmla="*/ 2147483647 w 9045"/>
                <a:gd name="T9" fmla="*/ 2147483647 h 4545"/>
                <a:gd name="T10" fmla="*/ 2147483647 w 9045"/>
                <a:gd name="T11" fmla="*/ 2147483647 h 4545"/>
                <a:gd name="T12" fmla="*/ 2147483647 w 9045"/>
                <a:gd name="T13" fmla="*/ 2147483647 h 4545"/>
                <a:gd name="T14" fmla="*/ 2147483647 w 9045"/>
                <a:gd name="T15" fmla="*/ 0 h 4545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connsiteX0" fmla="*/ 0 w 10000"/>
                <a:gd name="connsiteY0" fmla="*/ 6337 h 10028"/>
                <a:gd name="connsiteX1" fmla="*/ 0 w 10000"/>
                <a:gd name="connsiteY1" fmla="*/ 10028 h 10028"/>
                <a:gd name="connsiteX2" fmla="*/ 978 w 10000"/>
                <a:gd name="connsiteY2" fmla="*/ 10000 h 10028"/>
                <a:gd name="connsiteX3" fmla="*/ 3881 w 10000"/>
                <a:gd name="connsiteY3" fmla="*/ 4422 h 10028"/>
                <a:gd name="connsiteX4" fmla="*/ 7894 w 10000"/>
                <a:gd name="connsiteY4" fmla="*/ 4521 h 10028"/>
                <a:gd name="connsiteX5" fmla="*/ 9005 w 10000"/>
                <a:gd name="connsiteY5" fmla="*/ 2244 h 10028"/>
                <a:gd name="connsiteX6" fmla="*/ 10000 w 10000"/>
                <a:gd name="connsiteY6" fmla="*/ 2244 h 10028"/>
                <a:gd name="connsiteX7" fmla="*/ 9967 w 10000"/>
                <a:gd name="connsiteY7" fmla="*/ 0 h 10028"/>
                <a:gd name="connsiteX0" fmla="*/ 0 w 10000"/>
                <a:gd name="connsiteY0" fmla="*/ 6337 h 10000"/>
                <a:gd name="connsiteX1" fmla="*/ 6 w 10000"/>
                <a:gd name="connsiteY1" fmla="*/ 9979 h 10000"/>
                <a:gd name="connsiteX2" fmla="*/ 978 w 10000"/>
                <a:gd name="connsiteY2" fmla="*/ 10000 h 10000"/>
                <a:gd name="connsiteX3" fmla="*/ 3881 w 10000"/>
                <a:gd name="connsiteY3" fmla="*/ 4422 h 10000"/>
                <a:gd name="connsiteX4" fmla="*/ 7894 w 10000"/>
                <a:gd name="connsiteY4" fmla="*/ 4521 h 10000"/>
                <a:gd name="connsiteX5" fmla="*/ 9005 w 10000"/>
                <a:gd name="connsiteY5" fmla="*/ 2244 h 10000"/>
                <a:gd name="connsiteX6" fmla="*/ 10000 w 10000"/>
                <a:gd name="connsiteY6" fmla="*/ 2244 h 10000"/>
                <a:gd name="connsiteX7" fmla="*/ 9967 w 10000"/>
                <a:gd name="connsiteY7" fmla="*/ 0 h 10000"/>
                <a:gd name="connsiteX0" fmla="*/ 0 w 10000"/>
                <a:gd name="connsiteY0" fmla="*/ 6337 h 10016"/>
                <a:gd name="connsiteX1" fmla="*/ 0 w 10000"/>
                <a:gd name="connsiteY1" fmla="*/ 10016 h 10016"/>
                <a:gd name="connsiteX2" fmla="*/ 978 w 10000"/>
                <a:gd name="connsiteY2" fmla="*/ 10000 h 10016"/>
                <a:gd name="connsiteX3" fmla="*/ 3881 w 10000"/>
                <a:gd name="connsiteY3" fmla="*/ 4422 h 10016"/>
                <a:gd name="connsiteX4" fmla="*/ 7894 w 10000"/>
                <a:gd name="connsiteY4" fmla="*/ 4521 h 10016"/>
                <a:gd name="connsiteX5" fmla="*/ 9005 w 10000"/>
                <a:gd name="connsiteY5" fmla="*/ 2244 h 10016"/>
                <a:gd name="connsiteX6" fmla="*/ 10000 w 10000"/>
                <a:gd name="connsiteY6" fmla="*/ 2244 h 10016"/>
                <a:gd name="connsiteX7" fmla="*/ 9967 w 10000"/>
                <a:gd name="connsiteY7" fmla="*/ 0 h 100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0000" h="10016">
                  <a:moveTo>
                    <a:pt x="0" y="6337"/>
                  </a:moveTo>
                  <a:lnTo>
                    <a:pt x="0" y="10016"/>
                  </a:lnTo>
                  <a:lnTo>
                    <a:pt x="978" y="10000"/>
                  </a:lnTo>
                  <a:lnTo>
                    <a:pt x="3881" y="4422"/>
                  </a:lnTo>
                  <a:lnTo>
                    <a:pt x="7894" y="4521"/>
                  </a:lnTo>
                  <a:lnTo>
                    <a:pt x="9005" y="2244"/>
                  </a:lnTo>
                  <a:lnTo>
                    <a:pt x="10000" y="2244"/>
                  </a:lnTo>
                  <a:lnTo>
                    <a:pt x="9967" y="0"/>
                  </a:lnTo>
                </a:path>
              </a:pathLst>
            </a:custGeom>
            <a:noFill/>
            <a:ln w="38100" cmpd="sng">
              <a:solidFill>
                <a:srgbClr val="0000FF"/>
              </a:solidFill>
              <a:round/>
              <a:headEnd type="non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2D26D03E-1B92-E348-844D-C23EB11A6728}"/>
              </a:ext>
            </a:extLst>
          </p:cNvPr>
          <p:cNvGrpSpPr/>
          <p:nvPr/>
        </p:nvGrpSpPr>
        <p:grpSpPr>
          <a:xfrm>
            <a:off x="2549524" y="3308080"/>
            <a:ext cx="5828945" cy="2729229"/>
            <a:chOff x="2549524" y="3308080"/>
            <a:chExt cx="5828945" cy="2729229"/>
          </a:xfrm>
        </p:grpSpPr>
        <p:sp>
          <p:nvSpPr>
            <p:cNvPr id="856" name="Freeform 320">
              <a:extLst>
                <a:ext uri="{FF2B5EF4-FFF2-40B4-BE49-F238E27FC236}">
                  <a16:creationId xmlns:a16="http://schemas.microsoft.com/office/drawing/2014/main" id="{80105AF2-C1A5-E84F-BA91-D808D14D1904}"/>
                </a:ext>
              </a:extLst>
            </p:cNvPr>
            <p:cNvSpPr>
              <a:spLocks/>
            </p:cNvSpPr>
            <p:nvPr/>
          </p:nvSpPr>
          <p:spPr bwMode="auto">
            <a:xfrm>
              <a:off x="2549524" y="3370309"/>
              <a:ext cx="5787725" cy="2667000"/>
            </a:xfrm>
            <a:custGeom>
              <a:avLst/>
              <a:gdLst>
                <a:gd name="T0" fmla="*/ 0 w 9120"/>
                <a:gd name="T1" fmla="*/ 2147483647 h 4201"/>
                <a:gd name="T2" fmla="*/ 0 w 9120"/>
                <a:gd name="T3" fmla="*/ 2147483647 h 4201"/>
                <a:gd name="T4" fmla="*/ 2147483647 w 9120"/>
                <a:gd name="T5" fmla="*/ 2147483647 h 4201"/>
                <a:gd name="T6" fmla="*/ 2147483647 w 9120"/>
                <a:gd name="T7" fmla="*/ 2147483647 h 4201"/>
                <a:gd name="T8" fmla="*/ 2147483647 w 9120"/>
                <a:gd name="T9" fmla="*/ 2147483647 h 4201"/>
                <a:gd name="T10" fmla="*/ 2147483647 w 9120"/>
                <a:gd name="T11" fmla="*/ 0 h 4201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connsiteX0" fmla="*/ 0 w 9994"/>
                <a:gd name="connsiteY0" fmla="*/ 6715 h 10000"/>
                <a:gd name="connsiteX1" fmla="*/ 0 w 9994"/>
                <a:gd name="connsiteY1" fmla="*/ 10000 h 10000"/>
                <a:gd name="connsiteX2" fmla="*/ 5362 w 9994"/>
                <a:gd name="connsiteY2" fmla="*/ 10000 h 10000"/>
                <a:gd name="connsiteX3" fmla="*/ 8832 w 9994"/>
                <a:gd name="connsiteY3" fmla="*/ 2502 h 10000"/>
                <a:gd name="connsiteX4" fmla="*/ 9994 w 9994"/>
                <a:gd name="connsiteY4" fmla="*/ 2505 h 10000"/>
                <a:gd name="connsiteX5" fmla="*/ 9984 w 9994"/>
                <a:gd name="connsiteY5" fmla="*/ 0 h 10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9994" h="10000">
                  <a:moveTo>
                    <a:pt x="0" y="6715"/>
                  </a:moveTo>
                  <a:lnTo>
                    <a:pt x="0" y="10000"/>
                  </a:lnTo>
                  <a:lnTo>
                    <a:pt x="5362" y="10000"/>
                  </a:lnTo>
                  <a:lnTo>
                    <a:pt x="8832" y="2502"/>
                  </a:lnTo>
                  <a:lnTo>
                    <a:pt x="9994" y="2505"/>
                  </a:lnTo>
                  <a:cubicBezTo>
                    <a:pt x="9989" y="1648"/>
                    <a:pt x="9989" y="857"/>
                    <a:pt x="9984" y="0"/>
                  </a:cubicBezTo>
                </a:path>
              </a:pathLst>
            </a:custGeom>
            <a:noFill/>
            <a:ln w="38100" cmpd="sng">
              <a:solidFill>
                <a:srgbClr val="00B050"/>
              </a:solidFill>
              <a:round/>
              <a:headEnd type="triangle" w="med" len="med"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13" name="Oval 12">
              <a:extLst>
                <a:ext uri="{FF2B5EF4-FFF2-40B4-BE49-F238E27FC236}">
                  <a16:creationId xmlns:a16="http://schemas.microsoft.com/office/drawing/2014/main" id="{D6207C71-6CD5-544B-8519-3A3DCC4703F2}"/>
                </a:ext>
              </a:extLst>
            </p:cNvPr>
            <p:cNvSpPr/>
            <p:nvPr/>
          </p:nvSpPr>
          <p:spPr>
            <a:xfrm>
              <a:off x="8286088" y="3308080"/>
              <a:ext cx="88262" cy="88262"/>
            </a:xfrm>
            <a:prstGeom prst="ellipse">
              <a:avLst/>
            </a:prstGeom>
            <a:solidFill>
              <a:srgbClr val="00B05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384" name="Oval 383">
              <a:extLst>
                <a:ext uri="{FF2B5EF4-FFF2-40B4-BE49-F238E27FC236}">
                  <a16:creationId xmlns:a16="http://schemas.microsoft.com/office/drawing/2014/main" id="{9652FEC3-4BD4-274E-A52B-3C77A8ED251B}"/>
                </a:ext>
              </a:extLst>
            </p:cNvPr>
            <p:cNvSpPr/>
            <p:nvPr/>
          </p:nvSpPr>
          <p:spPr>
            <a:xfrm>
              <a:off x="8290207" y="3467541"/>
              <a:ext cx="88262" cy="88262"/>
            </a:xfrm>
            <a:prstGeom prst="ellipse">
              <a:avLst/>
            </a:prstGeom>
            <a:solidFill>
              <a:srgbClr val="00B05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sp>
        <p:nvSpPr>
          <p:cNvPr id="3" name="Oval 2">
            <a:extLst>
              <a:ext uri="{FF2B5EF4-FFF2-40B4-BE49-F238E27FC236}">
                <a16:creationId xmlns:a16="http://schemas.microsoft.com/office/drawing/2014/main" id="{530F87D0-D169-7740-904C-F6E74D29E96F}"/>
              </a:ext>
            </a:extLst>
          </p:cNvPr>
          <p:cNvSpPr/>
          <p:nvPr/>
        </p:nvSpPr>
        <p:spPr>
          <a:xfrm>
            <a:off x="5476775" y="4215866"/>
            <a:ext cx="1530417" cy="789271"/>
          </a:xfrm>
          <a:prstGeom prst="ellipse">
            <a:avLst/>
          </a:prstGeom>
          <a:noFill/>
          <a:ln w="254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80" name="Oval 279">
            <a:extLst>
              <a:ext uri="{FF2B5EF4-FFF2-40B4-BE49-F238E27FC236}">
                <a16:creationId xmlns:a16="http://schemas.microsoft.com/office/drawing/2014/main" id="{B439597C-D72F-F94A-933D-5ED9634D8F28}"/>
              </a:ext>
            </a:extLst>
          </p:cNvPr>
          <p:cNvSpPr/>
          <p:nvPr/>
        </p:nvSpPr>
        <p:spPr>
          <a:xfrm>
            <a:off x="5725428" y="4965032"/>
            <a:ext cx="1530417" cy="789271"/>
          </a:xfrm>
          <a:prstGeom prst="ellipse">
            <a:avLst/>
          </a:prstGeom>
          <a:noFill/>
          <a:ln w="254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81" name="Slide Number Placeholder 2">
            <a:extLst>
              <a:ext uri="{FF2B5EF4-FFF2-40B4-BE49-F238E27FC236}">
                <a16:creationId xmlns:a16="http://schemas.microsoft.com/office/drawing/2014/main" id="{37102000-08EB-2645-9400-410F30EEEA5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19616" y="6443089"/>
            <a:ext cx="2743200" cy="365125"/>
          </a:xfrm>
        </p:spPr>
        <p:txBody>
          <a:bodyPr/>
          <a:lstStyle/>
          <a:p>
            <a:r>
              <a:rPr lang="en-US" dirty="0"/>
              <a:t>Transport Layer: 3-</a:t>
            </a:r>
            <a:fld id="{C4204591-24BD-A542-B9D5-F8D8A88D2FEE}" type="slidenum">
              <a:rPr lang="en-US" smtClean="0"/>
              <a:pPr/>
              <a:t>26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678516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8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000"/>
                            </p:stCondLst>
                            <p:childTnLst>
                              <p:par>
                                <p:cTn id="18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5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0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5" dur="500"/>
                                        <p:tgtEl>
                                          <p:spTgt spid="2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9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4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9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52" dur="500"/>
                                        <p:tgtEl>
                                          <p:spTgt spid="28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8" dur="500"/>
                                        <p:tgtEl>
                                          <p:spTgt spid="1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3" dur="500"/>
                                        <p:tgtEl>
                                          <p:spTgt spid="1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4" grpId="0"/>
      <p:bldP spid="176" grpId="0"/>
      <p:bldP spid="808" grpId="0" animBg="1"/>
      <p:bldP spid="3" grpId="0" animBg="1"/>
      <p:bldP spid="3" grpId="1" animBg="1"/>
      <p:bldP spid="280" grpId="0" animBg="1"/>
      <p:bldP spid="280" grpId="1" animBg="1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1" name="Group 140">
            <a:extLst>
              <a:ext uri="{FF2B5EF4-FFF2-40B4-BE49-F238E27FC236}">
                <a16:creationId xmlns:a16="http://schemas.microsoft.com/office/drawing/2014/main" id="{5C333110-16C5-1F49-87A1-51E13B44D652}"/>
              </a:ext>
            </a:extLst>
          </p:cNvPr>
          <p:cNvGrpSpPr/>
          <p:nvPr/>
        </p:nvGrpSpPr>
        <p:grpSpPr>
          <a:xfrm>
            <a:off x="9193161" y="2984089"/>
            <a:ext cx="357600" cy="634183"/>
            <a:chOff x="10910965" y="2513124"/>
            <a:chExt cx="586768" cy="904023"/>
          </a:xfrm>
        </p:grpSpPr>
        <p:sp>
          <p:nvSpPr>
            <p:cNvPr id="142" name="Rectangle 141">
              <a:extLst>
                <a:ext uri="{FF2B5EF4-FFF2-40B4-BE49-F238E27FC236}">
                  <a16:creationId xmlns:a16="http://schemas.microsoft.com/office/drawing/2014/main" id="{D39C72B5-C664-444F-8783-AE333F94F966}"/>
                </a:ext>
              </a:extLst>
            </p:cNvPr>
            <p:cNvSpPr/>
            <p:nvPr/>
          </p:nvSpPr>
          <p:spPr>
            <a:xfrm>
              <a:off x="10916736" y="2513124"/>
              <a:ext cx="574264" cy="904023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</a:ln>
            <a:effectLst>
              <a:outerShdw blurRad="50800" dist="38100" dir="2700000" algn="tl" rotWithShape="0">
                <a:schemeClr val="tx1">
                  <a:alpha val="4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cxnSp>
          <p:nvCxnSpPr>
            <p:cNvPr id="143" name="Straight Connector 142">
              <a:extLst>
                <a:ext uri="{FF2B5EF4-FFF2-40B4-BE49-F238E27FC236}">
                  <a16:creationId xmlns:a16="http://schemas.microsoft.com/office/drawing/2014/main" id="{CE55ED2F-C650-8E4E-9989-622310E7946A}"/>
                </a:ext>
              </a:extLst>
            </p:cNvPr>
            <p:cNvCxnSpPr/>
            <p:nvPr/>
          </p:nvCxnSpPr>
          <p:spPr>
            <a:xfrm>
              <a:off x="10910965" y="2696064"/>
              <a:ext cx="574264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4" name="Straight Connector 143">
              <a:extLst>
                <a:ext uri="{FF2B5EF4-FFF2-40B4-BE49-F238E27FC236}">
                  <a16:creationId xmlns:a16="http://schemas.microsoft.com/office/drawing/2014/main" id="{4F1AA6DE-FC27-734F-AC8C-66592ADC486C}"/>
                </a:ext>
              </a:extLst>
            </p:cNvPr>
            <p:cNvCxnSpPr/>
            <p:nvPr/>
          </p:nvCxnSpPr>
          <p:spPr>
            <a:xfrm>
              <a:off x="10914332" y="2881753"/>
              <a:ext cx="574264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5" name="Straight Connector 144">
              <a:extLst>
                <a:ext uri="{FF2B5EF4-FFF2-40B4-BE49-F238E27FC236}">
                  <a16:creationId xmlns:a16="http://schemas.microsoft.com/office/drawing/2014/main" id="{A0C86220-936C-4748-A868-3C32EF039680}"/>
                </a:ext>
              </a:extLst>
            </p:cNvPr>
            <p:cNvCxnSpPr/>
            <p:nvPr/>
          </p:nvCxnSpPr>
          <p:spPr>
            <a:xfrm>
              <a:off x="10923469" y="3064677"/>
              <a:ext cx="574264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6" name="Straight Connector 145">
              <a:extLst>
                <a:ext uri="{FF2B5EF4-FFF2-40B4-BE49-F238E27FC236}">
                  <a16:creationId xmlns:a16="http://schemas.microsoft.com/office/drawing/2014/main" id="{6D04054C-E979-0042-B411-8DB50C4331E3}"/>
                </a:ext>
              </a:extLst>
            </p:cNvPr>
            <p:cNvCxnSpPr/>
            <p:nvPr/>
          </p:nvCxnSpPr>
          <p:spPr>
            <a:xfrm>
              <a:off x="10915293" y="3242073"/>
              <a:ext cx="574264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47" name="Group 146">
            <a:extLst>
              <a:ext uri="{FF2B5EF4-FFF2-40B4-BE49-F238E27FC236}">
                <a16:creationId xmlns:a16="http://schemas.microsoft.com/office/drawing/2014/main" id="{B8BDB9D2-287F-754F-8C7F-712CB3612986}"/>
              </a:ext>
            </a:extLst>
          </p:cNvPr>
          <p:cNvGrpSpPr/>
          <p:nvPr/>
        </p:nvGrpSpPr>
        <p:grpSpPr>
          <a:xfrm>
            <a:off x="6047012" y="2820091"/>
            <a:ext cx="357600" cy="634183"/>
            <a:chOff x="10910965" y="2513124"/>
            <a:chExt cx="586768" cy="904023"/>
          </a:xfrm>
        </p:grpSpPr>
        <p:sp>
          <p:nvSpPr>
            <p:cNvPr id="148" name="Rectangle 147">
              <a:extLst>
                <a:ext uri="{FF2B5EF4-FFF2-40B4-BE49-F238E27FC236}">
                  <a16:creationId xmlns:a16="http://schemas.microsoft.com/office/drawing/2014/main" id="{EE3BC656-1F15-3541-918F-24CF2A2E071D}"/>
                </a:ext>
              </a:extLst>
            </p:cNvPr>
            <p:cNvSpPr/>
            <p:nvPr/>
          </p:nvSpPr>
          <p:spPr>
            <a:xfrm>
              <a:off x="10916736" y="2513124"/>
              <a:ext cx="574264" cy="904023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</a:ln>
            <a:effectLst>
              <a:outerShdw blurRad="50800" dist="38100" dir="2700000" algn="tl" rotWithShape="0">
                <a:schemeClr val="tx1">
                  <a:alpha val="4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cxnSp>
          <p:nvCxnSpPr>
            <p:cNvPr id="149" name="Straight Connector 148">
              <a:extLst>
                <a:ext uri="{FF2B5EF4-FFF2-40B4-BE49-F238E27FC236}">
                  <a16:creationId xmlns:a16="http://schemas.microsoft.com/office/drawing/2014/main" id="{853E85B6-B0C8-D24B-BE44-7D9478E30C38}"/>
                </a:ext>
              </a:extLst>
            </p:cNvPr>
            <p:cNvCxnSpPr/>
            <p:nvPr/>
          </p:nvCxnSpPr>
          <p:spPr>
            <a:xfrm>
              <a:off x="10910965" y="2696064"/>
              <a:ext cx="574264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0" name="Straight Connector 149">
              <a:extLst>
                <a:ext uri="{FF2B5EF4-FFF2-40B4-BE49-F238E27FC236}">
                  <a16:creationId xmlns:a16="http://schemas.microsoft.com/office/drawing/2014/main" id="{9A45F3A6-BF61-9045-BFD6-D3A2D0CD2A98}"/>
                </a:ext>
              </a:extLst>
            </p:cNvPr>
            <p:cNvCxnSpPr/>
            <p:nvPr/>
          </p:nvCxnSpPr>
          <p:spPr>
            <a:xfrm>
              <a:off x="10914332" y="2881753"/>
              <a:ext cx="574264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1" name="Straight Connector 150">
              <a:extLst>
                <a:ext uri="{FF2B5EF4-FFF2-40B4-BE49-F238E27FC236}">
                  <a16:creationId xmlns:a16="http://schemas.microsoft.com/office/drawing/2014/main" id="{52530D69-F493-4E48-8140-12C10649D561}"/>
                </a:ext>
              </a:extLst>
            </p:cNvPr>
            <p:cNvCxnSpPr/>
            <p:nvPr/>
          </p:nvCxnSpPr>
          <p:spPr>
            <a:xfrm>
              <a:off x="10923469" y="3064677"/>
              <a:ext cx="574264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2" name="Straight Connector 151">
              <a:extLst>
                <a:ext uri="{FF2B5EF4-FFF2-40B4-BE49-F238E27FC236}">
                  <a16:creationId xmlns:a16="http://schemas.microsoft.com/office/drawing/2014/main" id="{CF1EE9AD-9FC6-B545-993A-ACB9A560CEC4}"/>
                </a:ext>
              </a:extLst>
            </p:cNvPr>
            <p:cNvCxnSpPr/>
            <p:nvPr/>
          </p:nvCxnSpPr>
          <p:spPr>
            <a:xfrm>
              <a:off x="10915293" y="3242073"/>
              <a:ext cx="574264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53" name="Group 152">
            <a:extLst>
              <a:ext uri="{FF2B5EF4-FFF2-40B4-BE49-F238E27FC236}">
                <a16:creationId xmlns:a16="http://schemas.microsoft.com/office/drawing/2014/main" id="{DF0637CA-B847-8F48-B8C9-B75401E386A2}"/>
              </a:ext>
            </a:extLst>
          </p:cNvPr>
          <p:cNvGrpSpPr/>
          <p:nvPr/>
        </p:nvGrpSpPr>
        <p:grpSpPr>
          <a:xfrm>
            <a:off x="7166228" y="1579986"/>
            <a:ext cx="357600" cy="634183"/>
            <a:chOff x="10910965" y="2513124"/>
            <a:chExt cx="586768" cy="904023"/>
          </a:xfrm>
        </p:grpSpPr>
        <p:sp>
          <p:nvSpPr>
            <p:cNvPr id="154" name="Rectangle 153">
              <a:extLst>
                <a:ext uri="{FF2B5EF4-FFF2-40B4-BE49-F238E27FC236}">
                  <a16:creationId xmlns:a16="http://schemas.microsoft.com/office/drawing/2014/main" id="{25C5448A-6ED9-EE42-9728-2323C1ED4684}"/>
                </a:ext>
              </a:extLst>
            </p:cNvPr>
            <p:cNvSpPr/>
            <p:nvPr/>
          </p:nvSpPr>
          <p:spPr>
            <a:xfrm>
              <a:off x="10916736" y="2513124"/>
              <a:ext cx="574264" cy="904023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</a:ln>
            <a:effectLst>
              <a:outerShdw blurRad="50800" dist="38100" dir="2700000" algn="tl" rotWithShape="0">
                <a:schemeClr val="tx1">
                  <a:alpha val="4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cxnSp>
          <p:nvCxnSpPr>
            <p:cNvPr id="155" name="Straight Connector 154">
              <a:extLst>
                <a:ext uri="{FF2B5EF4-FFF2-40B4-BE49-F238E27FC236}">
                  <a16:creationId xmlns:a16="http://schemas.microsoft.com/office/drawing/2014/main" id="{3FC0DCC4-367A-2146-B613-0903C21C5BD6}"/>
                </a:ext>
              </a:extLst>
            </p:cNvPr>
            <p:cNvCxnSpPr/>
            <p:nvPr/>
          </p:nvCxnSpPr>
          <p:spPr>
            <a:xfrm>
              <a:off x="10910965" y="2696064"/>
              <a:ext cx="574264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6" name="Straight Connector 155">
              <a:extLst>
                <a:ext uri="{FF2B5EF4-FFF2-40B4-BE49-F238E27FC236}">
                  <a16:creationId xmlns:a16="http://schemas.microsoft.com/office/drawing/2014/main" id="{B280A75E-CB9B-DC4F-8F63-B45DE54CC164}"/>
                </a:ext>
              </a:extLst>
            </p:cNvPr>
            <p:cNvCxnSpPr/>
            <p:nvPr/>
          </p:nvCxnSpPr>
          <p:spPr>
            <a:xfrm>
              <a:off x="10914332" y="2881753"/>
              <a:ext cx="574264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7" name="Straight Connector 156">
              <a:extLst>
                <a:ext uri="{FF2B5EF4-FFF2-40B4-BE49-F238E27FC236}">
                  <a16:creationId xmlns:a16="http://schemas.microsoft.com/office/drawing/2014/main" id="{2F34DC55-4A05-B149-B892-06B268742368}"/>
                </a:ext>
              </a:extLst>
            </p:cNvPr>
            <p:cNvCxnSpPr/>
            <p:nvPr/>
          </p:nvCxnSpPr>
          <p:spPr>
            <a:xfrm>
              <a:off x="10923469" y="3064677"/>
              <a:ext cx="574264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8" name="Straight Connector 157">
              <a:extLst>
                <a:ext uri="{FF2B5EF4-FFF2-40B4-BE49-F238E27FC236}">
                  <a16:creationId xmlns:a16="http://schemas.microsoft.com/office/drawing/2014/main" id="{403A8014-0C89-5D42-802F-09680D5C4DFC}"/>
                </a:ext>
              </a:extLst>
            </p:cNvPr>
            <p:cNvCxnSpPr/>
            <p:nvPr/>
          </p:nvCxnSpPr>
          <p:spPr>
            <a:xfrm>
              <a:off x="10915293" y="3242073"/>
              <a:ext cx="574264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92" name="Line 113">
            <a:extLst>
              <a:ext uri="{FF2B5EF4-FFF2-40B4-BE49-F238E27FC236}">
                <a16:creationId xmlns:a16="http://schemas.microsoft.com/office/drawing/2014/main" id="{8838B4E2-A532-6E47-AEF4-14729C32AA16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9257399" y="2242311"/>
            <a:ext cx="260376" cy="0"/>
          </a:xfrm>
          <a:prstGeom prst="line">
            <a:avLst/>
          </a:prstGeom>
          <a:noFill/>
          <a:ln w="1905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grpSp>
        <p:nvGrpSpPr>
          <p:cNvPr id="135" name="Group 134">
            <a:extLst>
              <a:ext uri="{FF2B5EF4-FFF2-40B4-BE49-F238E27FC236}">
                <a16:creationId xmlns:a16="http://schemas.microsoft.com/office/drawing/2014/main" id="{DEE32A2E-E3E8-974C-B050-845CA4991CE8}"/>
              </a:ext>
            </a:extLst>
          </p:cNvPr>
          <p:cNvGrpSpPr/>
          <p:nvPr/>
        </p:nvGrpSpPr>
        <p:grpSpPr>
          <a:xfrm>
            <a:off x="9453716" y="1637069"/>
            <a:ext cx="357600" cy="634183"/>
            <a:chOff x="10910965" y="2513124"/>
            <a:chExt cx="586768" cy="904023"/>
          </a:xfrm>
        </p:grpSpPr>
        <p:sp>
          <p:nvSpPr>
            <p:cNvPr id="136" name="Rectangle 135">
              <a:extLst>
                <a:ext uri="{FF2B5EF4-FFF2-40B4-BE49-F238E27FC236}">
                  <a16:creationId xmlns:a16="http://schemas.microsoft.com/office/drawing/2014/main" id="{36EA49ED-3E71-C441-8297-25F11265AF54}"/>
                </a:ext>
              </a:extLst>
            </p:cNvPr>
            <p:cNvSpPr/>
            <p:nvPr/>
          </p:nvSpPr>
          <p:spPr>
            <a:xfrm>
              <a:off x="10916736" y="2513124"/>
              <a:ext cx="574264" cy="904023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</a:ln>
            <a:effectLst>
              <a:outerShdw blurRad="50800" dist="38100" dir="2700000" algn="tl" rotWithShape="0">
                <a:schemeClr val="tx1">
                  <a:alpha val="4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cxnSp>
          <p:nvCxnSpPr>
            <p:cNvPr id="137" name="Straight Connector 136">
              <a:extLst>
                <a:ext uri="{FF2B5EF4-FFF2-40B4-BE49-F238E27FC236}">
                  <a16:creationId xmlns:a16="http://schemas.microsoft.com/office/drawing/2014/main" id="{DF0F817C-C846-4644-98B9-F36EADACB99F}"/>
                </a:ext>
              </a:extLst>
            </p:cNvPr>
            <p:cNvCxnSpPr/>
            <p:nvPr/>
          </p:nvCxnSpPr>
          <p:spPr>
            <a:xfrm>
              <a:off x="10910965" y="2696064"/>
              <a:ext cx="574264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8" name="Straight Connector 137">
              <a:extLst>
                <a:ext uri="{FF2B5EF4-FFF2-40B4-BE49-F238E27FC236}">
                  <a16:creationId xmlns:a16="http://schemas.microsoft.com/office/drawing/2014/main" id="{61F970CA-AFE5-E347-9CDE-8D770C9134A3}"/>
                </a:ext>
              </a:extLst>
            </p:cNvPr>
            <p:cNvCxnSpPr/>
            <p:nvPr/>
          </p:nvCxnSpPr>
          <p:spPr>
            <a:xfrm>
              <a:off x="10914332" y="2881753"/>
              <a:ext cx="574264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9" name="Straight Connector 138">
              <a:extLst>
                <a:ext uri="{FF2B5EF4-FFF2-40B4-BE49-F238E27FC236}">
                  <a16:creationId xmlns:a16="http://schemas.microsoft.com/office/drawing/2014/main" id="{E77C5D55-32C2-4046-A869-1FCF51BBAAC7}"/>
                </a:ext>
              </a:extLst>
            </p:cNvPr>
            <p:cNvCxnSpPr/>
            <p:nvPr/>
          </p:nvCxnSpPr>
          <p:spPr>
            <a:xfrm>
              <a:off x="10923469" y="3064677"/>
              <a:ext cx="574264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0" name="Straight Connector 139">
              <a:extLst>
                <a:ext uri="{FF2B5EF4-FFF2-40B4-BE49-F238E27FC236}">
                  <a16:creationId xmlns:a16="http://schemas.microsoft.com/office/drawing/2014/main" id="{F0E802AC-6B6D-7B4A-99A0-CADB71BF6C3C}"/>
                </a:ext>
              </a:extLst>
            </p:cNvPr>
            <p:cNvCxnSpPr/>
            <p:nvPr/>
          </p:nvCxnSpPr>
          <p:spPr>
            <a:xfrm>
              <a:off x="10915293" y="3242073"/>
              <a:ext cx="574264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650" name="Group 649">
            <a:extLst>
              <a:ext uri="{FF2B5EF4-FFF2-40B4-BE49-F238E27FC236}">
                <a16:creationId xmlns:a16="http://schemas.microsoft.com/office/drawing/2014/main" id="{442D49DD-B625-2044-ABE8-08653B990DD9}"/>
              </a:ext>
            </a:extLst>
          </p:cNvPr>
          <p:cNvGrpSpPr/>
          <p:nvPr/>
        </p:nvGrpSpPr>
        <p:grpSpPr>
          <a:xfrm>
            <a:off x="6869826" y="2671431"/>
            <a:ext cx="660225" cy="290099"/>
            <a:chOff x="7493876" y="2774731"/>
            <a:chExt cx="1481958" cy="894622"/>
          </a:xfrm>
        </p:grpSpPr>
        <p:sp>
          <p:nvSpPr>
            <p:cNvPr id="651" name="Freeform 650">
              <a:extLst>
                <a:ext uri="{FF2B5EF4-FFF2-40B4-BE49-F238E27FC236}">
                  <a16:creationId xmlns:a16="http://schemas.microsoft.com/office/drawing/2014/main" id="{781B9C8F-C42E-ED4B-9E19-C8CBB56BEB87}"/>
                </a:ext>
              </a:extLst>
            </p:cNvPr>
            <p:cNvSpPr/>
            <p:nvPr/>
          </p:nvSpPr>
          <p:spPr>
            <a:xfrm>
              <a:off x="7493876" y="3084399"/>
              <a:ext cx="1481958" cy="584954"/>
            </a:xfrm>
            <a:custGeom>
              <a:avLst/>
              <a:gdLst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76538 w 8176538"/>
                <a:gd name="connsiteY0" fmla="*/ 0 h 2638097"/>
                <a:gd name="connsiteX1" fmla="*/ 8176538 w 8176538"/>
                <a:gd name="connsiteY1" fmla="*/ 1271752 h 2638097"/>
                <a:gd name="connsiteX2" fmla="*/ 4088015 w 8176538"/>
                <a:gd name="connsiteY2" fmla="*/ 2638097 h 2638097"/>
                <a:gd name="connsiteX3" fmla="*/ 0 w 8176538"/>
                <a:gd name="connsiteY3" fmla="*/ 1269888 h 2638097"/>
                <a:gd name="connsiteX4" fmla="*/ 20511 w 8176538"/>
                <a:gd name="connsiteY4" fmla="*/ 147145 h 2638097"/>
                <a:gd name="connsiteX5" fmla="*/ 4088015 w 8176538"/>
                <a:gd name="connsiteY5" fmla="*/ 1566042 h 2638097"/>
                <a:gd name="connsiteX6" fmla="*/ 8176538 w 8176538"/>
                <a:gd name="connsiteY6" fmla="*/ 0 h 2638097"/>
                <a:gd name="connsiteX0" fmla="*/ 8176538 w 8176538"/>
                <a:gd name="connsiteY0" fmla="*/ 0 h 2772020"/>
                <a:gd name="connsiteX1" fmla="*/ 8176538 w 8176538"/>
                <a:gd name="connsiteY1" fmla="*/ 1271752 h 2772020"/>
                <a:gd name="connsiteX2" fmla="*/ 4099034 w 8176538"/>
                <a:gd name="connsiteY2" fmla="*/ 2772020 h 2772020"/>
                <a:gd name="connsiteX3" fmla="*/ 0 w 8176538"/>
                <a:gd name="connsiteY3" fmla="*/ 1269888 h 2772020"/>
                <a:gd name="connsiteX4" fmla="*/ 20511 w 8176538"/>
                <a:gd name="connsiteY4" fmla="*/ 147145 h 2772020"/>
                <a:gd name="connsiteX5" fmla="*/ 4088015 w 8176538"/>
                <a:gd name="connsiteY5" fmla="*/ 1566042 h 2772020"/>
                <a:gd name="connsiteX6" fmla="*/ 8176538 w 8176538"/>
                <a:gd name="connsiteY6" fmla="*/ 0 h 2772020"/>
                <a:gd name="connsiteX0" fmla="*/ 8176538 w 8176538"/>
                <a:gd name="connsiteY0" fmla="*/ 0 h 2772339"/>
                <a:gd name="connsiteX1" fmla="*/ 8176538 w 8176538"/>
                <a:gd name="connsiteY1" fmla="*/ 1378890 h 2772339"/>
                <a:gd name="connsiteX2" fmla="*/ 4099034 w 8176538"/>
                <a:gd name="connsiteY2" fmla="*/ 2772020 h 2772339"/>
                <a:gd name="connsiteX3" fmla="*/ 0 w 8176538"/>
                <a:gd name="connsiteY3" fmla="*/ 1269888 h 2772339"/>
                <a:gd name="connsiteX4" fmla="*/ 20511 w 8176538"/>
                <a:gd name="connsiteY4" fmla="*/ 147145 h 2772339"/>
                <a:gd name="connsiteX5" fmla="*/ 4088015 w 8176538"/>
                <a:gd name="connsiteY5" fmla="*/ 1566042 h 2772339"/>
                <a:gd name="connsiteX6" fmla="*/ 8176538 w 8176538"/>
                <a:gd name="connsiteY6" fmla="*/ 0 h 2772339"/>
                <a:gd name="connsiteX0" fmla="*/ 8176538 w 8176538"/>
                <a:gd name="connsiteY0" fmla="*/ 0 h 2825888"/>
                <a:gd name="connsiteX1" fmla="*/ 8176538 w 8176538"/>
                <a:gd name="connsiteY1" fmla="*/ 1378890 h 2825888"/>
                <a:gd name="connsiteX2" fmla="*/ 4099034 w 8176538"/>
                <a:gd name="connsiteY2" fmla="*/ 2825590 h 2825888"/>
                <a:gd name="connsiteX3" fmla="*/ 0 w 8176538"/>
                <a:gd name="connsiteY3" fmla="*/ 1269888 h 2825888"/>
                <a:gd name="connsiteX4" fmla="*/ 20511 w 8176538"/>
                <a:gd name="connsiteY4" fmla="*/ 147145 h 2825888"/>
                <a:gd name="connsiteX5" fmla="*/ 4088015 w 8176538"/>
                <a:gd name="connsiteY5" fmla="*/ 1566042 h 2825888"/>
                <a:gd name="connsiteX6" fmla="*/ 8176538 w 8176538"/>
                <a:gd name="connsiteY6" fmla="*/ 0 h 2825888"/>
                <a:gd name="connsiteX0" fmla="*/ 8165518 w 8165518"/>
                <a:gd name="connsiteY0" fmla="*/ 0 h 2825606"/>
                <a:gd name="connsiteX1" fmla="*/ 8165518 w 8165518"/>
                <a:gd name="connsiteY1" fmla="*/ 1378890 h 2825606"/>
                <a:gd name="connsiteX2" fmla="*/ 4088014 w 8165518"/>
                <a:gd name="connsiteY2" fmla="*/ 2825590 h 2825606"/>
                <a:gd name="connsiteX3" fmla="*/ 0 w 8165518"/>
                <a:gd name="connsiteY3" fmla="*/ 1403811 h 2825606"/>
                <a:gd name="connsiteX4" fmla="*/ 9491 w 8165518"/>
                <a:gd name="connsiteY4" fmla="*/ 147145 h 2825606"/>
                <a:gd name="connsiteX5" fmla="*/ 4076995 w 8165518"/>
                <a:gd name="connsiteY5" fmla="*/ 1566042 h 2825606"/>
                <a:gd name="connsiteX6" fmla="*/ 8165518 w 8165518"/>
                <a:gd name="connsiteY6" fmla="*/ 0 h 2825606"/>
                <a:gd name="connsiteX0" fmla="*/ 8165518 w 8165518"/>
                <a:gd name="connsiteY0" fmla="*/ 0 h 2879174"/>
                <a:gd name="connsiteX1" fmla="*/ 8165518 w 8165518"/>
                <a:gd name="connsiteY1" fmla="*/ 1378890 h 2879174"/>
                <a:gd name="connsiteX2" fmla="*/ 4132092 w 8165518"/>
                <a:gd name="connsiteY2" fmla="*/ 2879159 h 2879174"/>
                <a:gd name="connsiteX3" fmla="*/ 0 w 8165518"/>
                <a:gd name="connsiteY3" fmla="*/ 1403811 h 2879174"/>
                <a:gd name="connsiteX4" fmla="*/ 9491 w 8165518"/>
                <a:gd name="connsiteY4" fmla="*/ 147145 h 2879174"/>
                <a:gd name="connsiteX5" fmla="*/ 4076995 w 8165518"/>
                <a:gd name="connsiteY5" fmla="*/ 1566042 h 2879174"/>
                <a:gd name="connsiteX6" fmla="*/ 8165518 w 8165518"/>
                <a:gd name="connsiteY6" fmla="*/ 0 h 2879174"/>
                <a:gd name="connsiteX0" fmla="*/ 8165518 w 8176537"/>
                <a:gd name="connsiteY0" fmla="*/ 0 h 2879410"/>
                <a:gd name="connsiteX1" fmla="*/ 8176537 w 8176537"/>
                <a:gd name="connsiteY1" fmla="*/ 1499420 h 2879410"/>
                <a:gd name="connsiteX2" fmla="*/ 4132092 w 8176537"/>
                <a:gd name="connsiteY2" fmla="*/ 2879159 h 2879410"/>
                <a:gd name="connsiteX3" fmla="*/ 0 w 8176537"/>
                <a:gd name="connsiteY3" fmla="*/ 1403811 h 2879410"/>
                <a:gd name="connsiteX4" fmla="*/ 9491 w 8176537"/>
                <a:gd name="connsiteY4" fmla="*/ 147145 h 2879410"/>
                <a:gd name="connsiteX5" fmla="*/ 4076995 w 8176537"/>
                <a:gd name="connsiteY5" fmla="*/ 1566042 h 2879410"/>
                <a:gd name="connsiteX6" fmla="*/ 8165518 w 8176537"/>
                <a:gd name="connsiteY6" fmla="*/ 0 h 2879410"/>
                <a:gd name="connsiteX0" fmla="*/ 8165518 w 8176537"/>
                <a:gd name="connsiteY0" fmla="*/ 0 h 2879262"/>
                <a:gd name="connsiteX1" fmla="*/ 8176537 w 8176537"/>
                <a:gd name="connsiteY1" fmla="*/ 1499420 h 2879262"/>
                <a:gd name="connsiteX2" fmla="*/ 4132092 w 8176537"/>
                <a:gd name="connsiteY2" fmla="*/ 2879159 h 2879262"/>
                <a:gd name="connsiteX3" fmla="*/ 0 w 8176537"/>
                <a:gd name="connsiteY3" fmla="*/ 1403811 h 2879262"/>
                <a:gd name="connsiteX4" fmla="*/ 9491 w 8176537"/>
                <a:gd name="connsiteY4" fmla="*/ 147145 h 2879262"/>
                <a:gd name="connsiteX5" fmla="*/ 4076995 w 8176537"/>
                <a:gd name="connsiteY5" fmla="*/ 1566042 h 2879262"/>
                <a:gd name="connsiteX6" fmla="*/ 8165518 w 8176537"/>
                <a:gd name="connsiteY6" fmla="*/ 0 h 2879262"/>
                <a:gd name="connsiteX0" fmla="*/ 8165518 w 8176537"/>
                <a:gd name="connsiteY0" fmla="*/ 0 h 2879163"/>
                <a:gd name="connsiteX1" fmla="*/ 8176537 w 8176537"/>
                <a:gd name="connsiteY1" fmla="*/ 1499420 h 2879163"/>
                <a:gd name="connsiteX2" fmla="*/ 4132092 w 8176537"/>
                <a:gd name="connsiteY2" fmla="*/ 2879159 h 2879163"/>
                <a:gd name="connsiteX3" fmla="*/ 0 w 8176537"/>
                <a:gd name="connsiteY3" fmla="*/ 1510948 h 2879163"/>
                <a:gd name="connsiteX4" fmla="*/ 9491 w 8176537"/>
                <a:gd name="connsiteY4" fmla="*/ 147145 h 2879163"/>
                <a:gd name="connsiteX5" fmla="*/ 4076995 w 8176537"/>
                <a:gd name="connsiteY5" fmla="*/ 1566042 h 2879163"/>
                <a:gd name="connsiteX6" fmla="*/ 8165518 w 8176537"/>
                <a:gd name="connsiteY6" fmla="*/ 0 h 2879163"/>
                <a:gd name="connsiteX0" fmla="*/ 8165518 w 8198577"/>
                <a:gd name="connsiteY0" fmla="*/ 0 h 2879451"/>
                <a:gd name="connsiteX1" fmla="*/ 8198577 w 8198577"/>
                <a:gd name="connsiteY1" fmla="*/ 1606558 h 2879451"/>
                <a:gd name="connsiteX2" fmla="*/ 4132092 w 8198577"/>
                <a:gd name="connsiteY2" fmla="*/ 2879159 h 2879451"/>
                <a:gd name="connsiteX3" fmla="*/ 0 w 8198577"/>
                <a:gd name="connsiteY3" fmla="*/ 1510948 h 2879451"/>
                <a:gd name="connsiteX4" fmla="*/ 9491 w 8198577"/>
                <a:gd name="connsiteY4" fmla="*/ 147145 h 2879451"/>
                <a:gd name="connsiteX5" fmla="*/ 4076995 w 8198577"/>
                <a:gd name="connsiteY5" fmla="*/ 1566042 h 2879451"/>
                <a:gd name="connsiteX6" fmla="*/ 8165518 w 8198577"/>
                <a:gd name="connsiteY6" fmla="*/ 0 h 2879451"/>
                <a:gd name="connsiteX0" fmla="*/ 8165518 w 8165518"/>
                <a:gd name="connsiteY0" fmla="*/ 0 h 2880066"/>
                <a:gd name="connsiteX1" fmla="*/ 8165518 w 8165518"/>
                <a:gd name="connsiteY1" fmla="*/ 1673520 h 2880066"/>
                <a:gd name="connsiteX2" fmla="*/ 4132092 w 8165518"/>
                <a:gd name="connsiteY2" fmla="*/ 2879159 h 2880066"/>
                <a:gd name="connsiteX3" fmla="*/ 0 w 8165518"/>
                <a:gd name="connsiteY3" fmla="*/ 1510948 h 2880066"/>
                <a:gd name="connsiteX4" fmla="*/ 9491 w 8165518"/>
                <a:gd name="connsiteY4" fmla="*/ 147145 h 2880066"/>
                <a:gd name="connsiteX5" fmla="*/ 4076995 w 8165518"/>
                <a:gd name="connsiteY5" fmla="*/ 1566042 h 2880066"/>
                <a:gd name="connsiteX6" fmla="*/ 8165518 w 8165518"/>
                <a:gd name="connsiteY6" fmla="*/ 0 h 2880066"/>
                <a:gd name="connsiteX0" fmla="*/ 8156794 w 8156794"/>
                <a:gd name="connsiteY0" fmla="*/ 0 h 2879270"/>
                <a:gd name="connsiteX1" fmla="*/ 8156794 w 8156794"/>
                <a:gd name="connsiteY1" fmla="*/ 1673520 h 2879270"/>
                <a:gd name="connsiteX2" fmla="*/ 4123368 w 8156794"/>
                <a:gd name="connsiteY2" fmla="*/ 2879159 h 2879270"/>
                <a:gd name="connsiteX3" fmla="*/ 2295 w 8156794"/>
                <a:gd name="connsiteY3" fmla="*/ 1618086 h 2879270"/>
                <a:gd name="connsiteX4" fmla="*/ 767 w 8156794"/>
                <a:gd name="connsiteY4" fmla="*/ 147145 h 2879270"/>
                <a:gd name="connsiteX5" fmla="*/ 4068271 w 8156794"/>
                <a:gd name="connsiteY5" fmla="*/ 1566042 h 2879270"/>
                <a:gd name="connsiteX6" fmla="*/ 8156794 w 8156794"/>
                <a:gd name="connsiteY6" fmla="*/ 0 h 287927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20"/>
                <a:gd name="connsiteX1" fmla="*/ 8156794 w 8156794"/>
                <a:gd name="connsiteY1" fmla="*/ 1673520 h 2973020"/>
                <a:gd name="connsiteX2" fmla="*/ 4134388 w 8156794"/>
                <a:gd name="connsiteY2" fmla="*/ 2972904 h 2973020"/>
                <a:gd name="connsiteX3" fmla="*/ 2295 w 8156794"/>
                <a:gd name="connsiteY3" fmla="*/ 1618086 h 2973020"/>
                <a:gd name="connsiteX4" fmla="*/ 767 w 8156794"/>
                <a:gd name="connsiteY4" fmla="*/ 147145 h 2973020"/>
                <a:gd name="connsiteX5" fmla="*/ 4068271 w 8156794"/>
                <a:gd name="connsiteY5" fmla="*/ 1566042 h 2973020"/>
                <a:gd name="connsiteX6" fmla="*/ 8156794 w 8156794"/>
                <a:gd name="connsiteY6" fmla="*/ 0 h 2973020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141"/>
                <a:gd name="connsiteX1" fmla="*/ 8156794 w 8156794"/>
                <a:gd name="connsiteY1" fmla="*/ 1673520 h 2973141"/>
                <a:gd name="connsiteX2" fmla="*/ 4134388 w 8156794"/>
                <a:gd name="connsiteY2" fmla="*/ 2972904 h 2973141"/>
                <a:gd name="connsiteX3" fmla="*/ 2295 w 8156794"/>
                <a:gd name="connsiteY3" fmla="*/ 1618086 h 2973141"/>
                <a:gd name="connsiteX4" fmla="*/ 767 w 8156794"/>
                <a:gd name="connsiteY4" fmla="*/ 147145 h 2973141"/>
                <a:gd name="connsiteX5" fmla="*/ 4068271 w 8156794"/>
                <a:gd name="connsiteY5" fmla="*/ 1566042 h 2973141"/>
                <a:gd name="connsiteX6" fmla="*/ 8156794 w 8156794"/>
                <a:gd name="connsiteY6" fmla="*/ 0 h 2973141"/>
                <a:gd name="connsiteX0" fmla="*/ 8156794 w 8156794"/>
                <a:gd name="connsiteY0" fmla="*/ 0 h 3066827"/>
                <a:gd name="connsiteX1" fmla="*/ 8156794 w 8156794"/>
                <a:gd name="connsiteY1" fmla="*/ 1673520 h 3066827"/>
                <a:gd name="connsiteX2" fmla="*/ 4123353 w 8156794"/>
                <a:gd name="connsiteY2" fmla="*/ 3066650 h 3066827"/>
                <a:gd name="connsiteX3" fmla="*/ 2295 w 8156794"/>
                <a:gd name="connsiteY3" fmla="*/ 1618086 h 3066827"/>
                <a:gd name="connsiteX4" fmla="*/ 767 w 8156794"/>
                <a:gd name="connsiteY4" fmla="*/ 147145 h 3066827"/>
                <a:gd name="connsiteX5" fmla="*/ 4068271 w 8156794"/>
                <a:gd name="connsiteY5" fmla="*/ 1566042 h 3066827"/>
                <a:gd name="connsiteX6" fmla="*/ 8156794 w 8156794"/>
                <a:gd name="connsiteY6" fmla="*/ 0 h 3066827"/>
                <a:gd name="connsiteX0" fmla="*/ 8123689 w 8156794"/>
                <a:gd name="connsiteY0" fmla="*/ 0 h 2999866"/>
                <a:gd name="connsiteX1" fmla="*/ 8156794 w 8156794"/>
                <a:gd name="connsiteY1" fmla="*/ 1606559 h 2999866"/>
                <a:gd name="connsiteX2" fmla="*/ 4123353 w 8156794"/>
                <a:gd name="connsiteY2" fmla="*/ 2999689 h 2999866"/>
                <a:gd name="connsiteX3" fmla="*/ 2295 w 8156794"/>
                <a:gd name="connsiteY3" fmla="*/ 1551125 h 2999866"/>
                <a:gd name="connsiteX4" fmla="*/ 767 w 8156794"/>
                <a:gd name="connsiteY4" fmla="*/ 80184 h 2999866"/>
                <a:gd name="connsiteX5" fmla="*/ 4068271 w 8156794"/>
                <a:gd name="connsiteY5" fmla="*/ 1499081 h 2999866"/>
                <a:gd name="connsiteX6" fmla="*/ 8123689 w 8156794"/>
                <a:gd name="connsiteY6" fmla="*/ 0 h 2999866"/>
                <a:gd name="connsiteX0" fmla="*/ 8167828 w 8167828"/>
                <a:gd name="connsiteY0" fmla="*/ 0 h 3026651"/>
                <a:gd name="connsiteX1" fmla="*/ 8156794 w 8167828"/>
                <a:gd name="connsiteY1" fmla="*/ 1633344 h 3026651"/>
                <a:gd name="connsiteX2" fmla="*/ 4123353 w 8167828"/>
                <a:gd name="connsiteY2" fmla="*/ 3026474 h 3026651"/>
                <a:gd name="connsiteX3" fmla="*/ 2295 w 8167828"/>
                <a:gd name="connsiteY3" fmla="*/ 1577910 h 3026651"/>
                <a:gd name="connsiteX4" fmla="*/ 767 w 8167828"/>
                <a:gd name="connsiteY4" fmla="*/ 106969 h 3026651"/>
                <a:gd name="connsiteX5" fmla="*/ 4068271 w 8167828"/>
                <a:gd name="connsiteY5" fmla="*/ 1525866 h 3026651"/>
                <a:gd name="connsiteX6" fmla="*/ 8167828 w 8167828"/>
                <a:gd name="connsiteY6" fmla="*/ 0 h 3026651"/>
                <a:gd name="connsiteX0" fmla="*/ 8167828 w 8167828"/>
                <a:gd name="connsiteY0" fmla="*/ 0 h 3027228"/>
                <a:gd name="connsiteX1" fmla="*/ 8145760 w 8167828"/>
                <a:gd name="connsiteY1" fmla="*/ 1686913 h 3027228"/>
                <a:gd name="connsiteX2" fmla="*/ 4123353 w 8167828"/>
                <a:gd name="connsiteY2" fmla="*/ 3026474 h 3027228"/>
                <a:gd name="connsiteX3" fmla="*/ 2295 w 8167828"/>
                <a:gd name="connsiteY3" fmla="*/ 1577910 h 3027228"/>
                <a:gd name="connsiteX4" fmla="*/ 767 w 8167828"/>
                <a:gd name="connsiteY4" fmla="*/ 106969 h 3027228"/>
                <a:gd name="connsiteX5" fmla="*/ 4068271 w 8167828"/>
                <a:gd name="connsiteY5" fmla="*/ 1525866 h 3027228"/>
                <a:gd name="connsiteX6" fmla="*/ 8167828 w 8167828"/>
                <a:gd name="connsiteY6" fmla="*/ 0 h 3027228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23689 w 8145760"/>
                <a:gd name="connsiteY0" fmla="*/ 13560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9 w 8145760"/>
                <a:gd name="connsiteY6" fmla="*/ 13560 h 2920259"/>
                <a:gd name="connsiteX0" fmla="*/ 8178863 w 8178863"/>
                <a:gd name="connsiteY0" fmla="*/ 26952 h 2920259"/>
                <a:gd name="connsiteX1" fmla="*/ 8145760 w 8178863"/>
                <a:gd name="connsiteY1" fmla="*/ 1579944 h 2920259"/>
                <a:gd name="connsiteX2" fmla="*/ 4123353 w 8178863"/>
                <a:gd name="connsiteY2" fmla="*/ 2919505 h 2920259"/>
                <a:gd name="connsiteX3" fmla="*/ 2295 w 8178863"/>
                <a:gd name="connsiteY3" fmla="*/ 1470941 h 2920259"/>
                <a:gd name="connsiteX4" fmla="*/ 767 w 8178863"/>
                <a:gd name="connsiteY4" fmla="*/ 0 h 2920259"/>
                <a:gd name="connsiteX5" fmla="*/ 4068271 w 8178863"/>
                <a:gd name="connsiteY5" fmla="*/ 1418897 h 2920259"/>
                <a:gd name="connsiteX6" fmla="*/ 8178863 w 8178863"/>
                <a:gd name="connsiteY6" fmla="*/ 26952 h 2920259"/>
                <a:gd name="connsiteX0" fmla="*/ 8167827 w 8167827"/>
                <a:gd name="connsiteY0" fmla="*/ 40343 h 2920259"/>
                <a:gd name="connsiteX1" fmla="*/ 8145760 w 8167827"/>
                <a:gd name="connsiteY1" fmla="*/ 1579944 h 2920259"/>
                <a:gd name="connsiteX2" fmla="*/ 4123353 w 8167827"/>
                <a:gd name="connsiteY2" fmla="*/ 2919505 h 2920259"/>
                <a:gd name="connsiteX3" fmla="*/ 2295 w 8167827"/>
                <a:gd name="connsiteY3" fmla="*/ 1470941 h 2920259"/>
                <a:gd name="connsiteX4" fmla="*/ 767 w 8167827"/>
                <a:gd name="connsiteY4" fmla="*/ 0 h 2920259"/>
                <a:gd name="connsiteX5" fmla="*/ 4068271 w 8167827"/>
                <a:gd name="connsiteY5" fmla="*/ 1418897 h 2920259"/>
                <a:gd name="connsiteX6" fmla="*/ 8167827 w 8167827"/>
                <a:gd name="connsiteY6" fmla="*/ 40343 h 2920259"/>
                <a:gd name="connsiteX0" fmla="*/ 8123687 w 8145760"/>
                <a:gd name="connsiteY0" fmla="*/ 53735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7 w 8145760"/>
                <a:gd name="connsiteY6" fmla="*/ 53735 h 2920259"/>
                <a:gd name="connsiteX0" fmla="*/ 8161918 w 8161918"/>
                <a:gd name="connsiteY0" fmla="*/ 0 h 2943855"/>
                <a:gd name="connsiteX1" fmla="*/ 8145760 w 8161918"/>
                <a:gd name="connsiteY1" fmla="*/ 1603540 h 2943855"/>
                <a:gd name="connsiteX2" fmla="*/ 4123353 w 8161918"/>
                <a:gd name="connsiteY2" fmla="*/ 2943101 h 2943855"/>
                <a:gd name="connsiteX3" fmla="*/ 2295 w 8161918"/>
                <a:gd name="connsiteY3" fmla="*/ 1494537 h 2943855"/>
                <a:gd name="connsiteX4" fmla="*/ 767 w 8161918"/>
                <a:gd name="connsiteY4" fmla="*/ 23596 h 2943855"/>
                <a:gd name="connsiteX5" fmla="*/ 4068271 w 8161918"/>
                <a:gd name="connsiteY5" fmla="*/ 1442493 h 2943855"/>
                <a:gd name="connsiteX6" fmla="*/ 8161918 w 8161918"/>
                <a:gd name="connsiteY6" fmla="*/ 0 h 2943855"/>
                <a:gd name="connsiteX0" fmla="*/ 8144926 w 8145760"/>
                <a:gd name="connsiteY0" fmla="*/ 43424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44926 w 8145760"/>
                <a:gd name="connsiteY6" fmla="*/ 43424 h 2920259"/>
                <a:gd name="connsiteX0" fmla="*/ 8161918 w 8161918"/>
                <a:gd name="connsiteY0" fmla="*/ 0 h 2959321"/>
                <a:gd name="connsiteX1" fmla="*/ 8145760 w 8161918"/>
                <a:gd name="connsiteY1" fmla="*/ 1619006 h 2959321"/>
                <a:gd name="connsiteX2" fmla="*/ 4123353 w 8161918"/>
                <a:gd name="connsiteY2" fmla="*/ 2958567 h 2959321"/>
                <a:gd name="connsiteX3" fmla="*/ 2295 w 8161918"/>
                <a:gd name="connsiteY3" fmla="*/ 1510003 h 2959321"/>
                <a:gd name="connsiteX4" fmla="*/ 767 w 8161918"/>
                <a:gd name="connsiteY4" fmla="*/ 39062 h 2959321"/>
                <a:gd name="connsiteX5" fmla="*/ 4068271 w 8161918"/>
                <a:gd name="connsiteY5" fmla="*/ 1457959 h 2959321"/>
                <a:gd name="connsiteX6" fmla="*/ 8161918 w 8161918"/>
                <a:gd name="connsiteY6" fmla="*/ 0 h 2959321"/>
                <a:gd name="connsiteX0" fmla="*/ 8161918 w 8162752"/>
                <a:gd name="connsiteY0" fmla="*/ 0 h 2959488"/>
                <a:gd name="connsiteX1" fmla="*/ 8162752 w 8162752"/>
                <a:gd name="connsiteY1" fmla="*/ 1629317 h 2959488"/>
                <a:gd name="connsiteX2" fmla="*/ 4123353 w 8162752"/>
                <a:gd name="connsiteY2" fmla="*/ 2958567 h 2959488"/>
                <a:gd name="connsiteX3" fmla="*/ 2295 w 8162752"/>
                <a:gd name="connsiteY3" fmla="*/ 1510003 h 2959488"/>
                <a:gd name="connsiteX4" fmla="*/ 767 w 8162752"/>
                <a:gd name="connsiteY4" fmla="*/ 39062 h 2959488"/>
                <a:gd name="connsiteX5" fmla="*/ 4068271 w 8162752"/>
                <a:gd name="connsiteY5" fmla="*/ 1457959 h 2959488"/>
                <a:gd name="connsiteX6" fmla="*/ 8161918 w 8162752"/>
                <a:gd name="connsiteY6" fmla="*/ 0 h 2959488"/>
                <a:gd name="connsiteX0" fmla="*/ 8165930 w 8166764"/>
                <a:gd name="connsiteY0" fmla="*/ 7337 h 2966825"/>
                <a:gd name="connsiteX1" fmla="*/ 8166764 w 8166764"/>
                <a:gd name="connsiteY1" fmla="*/ 1636654 h 2966825"/>
                <a:gd name="connsiteX2" fmla="*/ 4127365 w 8166764"/>
                <a:gd name="connsiteY2" fmla="*/ 2965904 h 2966825"/>
                <a:gd name="connsiteX3" fmla="*/ 6307 w 8166764"/>
                <a:gd name="connsiteY3" fmla="*/ 1517340 h 2966825"/>
                <a:gd name="connsiteX4" fmla="*/ 532 w 8166764"/>
                <a:gd name="connsiteY4" fmla="*/ 0 h 2966825"/>
                <a:gd name="connsiteX5" fmla="*/ 4072283 w 8166764"/>
                <a:gd name="connsiteY5" fmla="*/ 1465296 h 2966825"/>
                <a:gd name="connsiteX6" fmla="*/ 8165930 w 8166764"/>
                <a:gd name="connsiteY6" fmla="*/ 7337 h 2966825"/>
                <a:gd name="connsiteX0" fmla="*/ 8168119 w 8168953"/>
                <a:gd name="connsiteY0" fmla="*/ 7337 h 2966682"/>
                <a:gd name="connsiteX1" fmla="*/ 8168953 w 8168953"/>
                <a:gd name="connsiteY1" fmla="*/ 1636654 h 2966682"/>
                <a:gd name="connsiteX2" fmla="*/ 4129554 w 8168953"/>
                <a:gd name="connsiteY2" fmla="*/ 2965904 h 2966682"/>
                <a:gd name="connsiteX3" fmla="*/ 0 w 8168953"/>
                <a:gd name="connsiteY3" fmla="*/ 1527651 h 2966682"/>
                <a:gd name="connsiteX4" fmla="*/ 2721 w 8168953"/>
                <a:gd name="connsiteY4" fmla="*/ 0 h 2966682"/>
                <a:gd name="connsiteX5" fmla="*/ 4074472 w 8168953"/>
                <a:gd name="connsiteY5" fmla="*/ 1465296 h 2966682"/>
                <a:gd name="connsiteX6" fmla="*/ 8168119 w 8168953"/>
                <a:gd name="connsiteY6" fmla="*/ 7337 h 2966682"/>
                <a:gd name="connsiteX0" fmla="*/ 8168119 w 8168953"/>
                <a:gd name="connsiteY0" fmla="*/ 7337 h 3100377"/>
                <a:gd name="connsiteX1" fmla="*/ 8168953 w 8168953"/>
                <a:gd name="connsiteY1" fmla="*/ 1636654 h 3100377"/>
                <a:gd name="connsiteX2" fmla="*/ 4118520 w 8168953"/>
                <a:gd name="connsiteY2" fmla="*/ 3099826 h 3100377"/>
                <a:gd name="connsiteX3" fmla="*/ 0 w 8168953"/>
                <a:gd name="connsiteY3" fmla="*/ 1527651 h 3100377"/>
                <a:gd name="connsiteX4" fmla="*/ 2721 w 8168953"/>
                <a:gd name="connsiteY4" fmla="*/ 0 h 3100377"/>
                <a:gd name="connsiteX5" fmla="*/ 4074472 w 8168953"/>
                <a:gd name="connsiteY5" fmla="*/ 1465296 h 3100377"/>
                <a:gd name="connsiteX6" fmla="*/ 8168119 w 8168953"/>
                <a:gd name="connsiteY6" fmla="*/ 7337 h 3100377"/>
                <a:gd name="connsiteX0" fmla="*/ 8168119 w 8168953"/>
                <a:gd name="connsiteY0" fmla="*/ 7337 h 3100429"/>
                <a:gd name="connsiteX1" fmla="*/ 8168953 w 8168953"/>
                <a:gd name="connsiteY1" fmla="*/ 1636654 h 3100429"/>
                <a:gd name="connsiteX2" fmla="*/ 4118520 w 8168953"/>
                <a:gd name="connsiteY2" fmla="*/ 3099826 h 3100429"/>
                <a:gd name="connsiteX3" fmla="*/ 0 w 8168953"/>
                <a:gd name="connsiteY3" fmla="*/ 1527651 h 3100429"/>
                <a:gd name="connsiteX4" fmla="*/ 2721 w 8168953"/>
                <a:gd name="connsiteY4" fmla="*/ 0 h 3100429"/>
                <a:gd name="connsiteX5" fmla="*/ 4074472 w 8168953"/>
                <a:gd name="connsiteY5" fmla="*/ 1465296 h 3100429"/>
                <a:gd name="connsiteX6" fmla="*/ 8168119 w 8168953"/>
                <a:gd name="connsiteY6" fmla="*/ 7337 h 3100429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166683" h="3099826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bg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                  </a:t>
              </a:r>
            </a:p>
          </p:txBody>
        </p:sp>
        <p:sp>
          <p:nvSpPr>
            <p:cNvPr id="652" name="Oval 651">
              <a:extLst>
                <a:ext uri="{FF2B5EF4-FFF2-40B4-BE49-F238E27FC236}">
                  <a16:creationId xmlns:a16="http://schemas.microsoft.com/office/drawing/2014/main" id="{0E0D9018-D5B2-7742-90EB-23615AD83822}"/>
                </a:ext>
              </a:extLst>
            </p:cNvPr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             </a:t>
              </a:r>
            </a:p>
          </p:txBody>
        </p:sp>
        <p:grpSp>
          <p:nvGrpSpPr>
            <p:cNvPr id="653" name="Group 652">
              <a:extLst>
                <a:ext uri="{FF2B5EF4-FFF2-40B4-BE49-F238E27FC236}">
                  <a16:creationId xmlns:a16="http://schemas.microsoft.com/office/drawing/2014/main" id="{C96D0382-34DE-5449-8232-4288C333AAE8}"/>
                </a:ext>
              </a:extLst>
            </p:cNvPr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654" name="Freeform 653">
                <a:extLst>
                  <a:ext uri="{FF2B5EF4-FFF2-40B4-BE49-F238E27FC236}">
                    <a16:creationId xmlns:a16="http://schemas.microsoft.com/office/drawing/2014/main" id="{70D03A71-40DE-3E45-9F13-8165D05F0180}"/>
                  </a:ext>
                </a:extLst>
              </p:cNvPr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avLst/>
                <a:gdLst>
                  <a:gd name="connsiteX0" fmla="*/ 3725333 w 4588933"/>
                  <a:gd name="connsiteY0" fmla="*/ 0 h 1049866"/>
                  <a:gd name="connsiteX1" fmla="*/ 4588933 w 4588933"/>
                  <a:gd name="connsiteY1" fmla="*/ 270933 h 1049866"/>
                  <a:gd name="connsiteX2" fmla="*/ 3962400 w 4588933"/>
                  <a:gd name="connsiteY2" fmla="*/ 541866 h 1049866"/>
                  <a:gd name="connsiteX3" fmla="*/ 3742267 w 4588933"/>
                  <a:gd name="connsiteY3" fmla="*/ 457200 h 1049866"/>
                  <a:gd name="connsiteX4" fmla="*/ 2269067 w 4588933"/>
                  <a:gd name="connsiteY4" fmla="*/ 1049866 h 1049866"/>
                  <a:gd name="connsiteX5" fmla="*/ 880533 w 4588933"/>
                  <a:gd name="connsiteY5" fmla="*/ 457200 h 1049866"/>
                  <a:gd name="connsiteX6" fmla="*/ 592667 w 4588933"/>
                  <a:gd name="connsiteY6" fmla="*/ 541866 h 1049866"/>
                  <a:gd name="connsiteX7" fmla="*/ 0 w 4588933"/>
                  <a:gd name="connsiteY7" fmla="*/ 254000 h 1049866"/>
                  <a:gd name="connsiteX8" fmla="*/ 880533 w 4588933"/>
                  <a:gd name="connsiteY8" fmla="*/ 16933 h 1049866"/>
                  <a:gd name="connsiteX9" fmla="*/ 2302933 w 4588933"/>
                  <a:gd name="connsiteY9" fmla="*/ 626533 h 1049866"/>
                  <a:gd name="connsiteX10" fmla="*/ 3725333 w 4588933"/>
                  <a:gd name="connsiteY10" fmla="*/ 0 h 1049866"/>
                  <a:gd name="connsiteX0" fmla="*/ 3725333 w 4641485"/>
                  <a:gd name="connsiteY0" fmla="*/ 0 h 1049866"/>
                  <a:gd name="connsiteX1" fmla="*/ 4641485 w 4641485"/>
                  <a:gd name="connsiteY1" fmla="*/ 239402 h 1049866"/>
                  <a:gd name="connsiteX2" fmla="*/ 3962400 w 4641485"/>
                  <a:gd name="connsiteY2" fmla="*/ 541866 h 1049866"/>
                  <a:gd name="connsiteX3" fmla="*/ 3742267 w 4641485"/>
                  <a:gd name="connsiteY3" fmla="*/ 457200 h 1049866"/>
                  <a:gd name="connsiteX4" fmla="*/ 2269067 w 4641485"/>
                  <a:gd name="connsiteY4" fmla="*/ 1049866 h 1049866"/>
                  <a:gd name="connsiteX5" fmla="*/ 880533 w 4641485"/>
                  <a:gd name="connsiteY5" fmla="*/ 457200 h 1049866"/>
                  <a:gd name="connsiteX6" fmla="*/ 592667 w 4641485"/>
                  <a:gd name="connsiteY6" fmla="*/ 541866 h 1049866"/>
                  <a:gd name="connsiteX7" fmla="*/ 0 w 4641485"/>
                  <a:gd name="connsiteY7" fmla="*/ 254000 h 1049866"/>
                  <a:gd name="connsiteX8" fmla="*/ 880533 w 4641485"/>
                  <a:gd name="connsiteY8" fmla="*/ 16933 h 1049866"/>
                  <a:gd name="connsiteX9" fmla="*/ 2302933 w 4641485"/>
                  <a:gd name="connsiteY9" fmla="*/ 626533 h 1049866"/>
                  <a:gd name="connsiteX10" fmla="*/ 3725333 w 4641485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73798 w 4673016"/>
                  <a:gd name="connsiteY3" fmla="*/ 45720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84308 w 4673016"/>
                  <a:gd name="connsiteY3" fmla="*/ 404648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815839 w 4673016"/>
                  <a:gd name="connsiteY3" fmla="*/ 46771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4673016" h="104986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655" name="Freeform 654">
                <a:extLst>
                  <a:ext uri="{FF2B5EF4-FFF2-40B4-BE49-F238E27FC236}">
                    <a16:creationId xmlns:a16="http://schemas.microsoft.com/office/drawing/2014/main" id="{B53D6BC3-8B2A-9E43-8D61-E57784BA4AEF}"/>
                  </a:ext>
                </a:extLst>
              </p:cNvPr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avLst/>
                <a:gdLst>
                  <a:gd name="connsiteX0" fmla="*/ 21021 w 1744718"/>
                  <a:gd name="connsiteY0" fmla="*/ 0 h 903890"/>
                  <a:gd name="connsiteX1" fmla="*/ 1744718 w 1744718"/>
                  <a:gd name="connsiteY1" fmla="*/ 693683 h 903890"/>
                  <a:gd name="connsiteX2" fmla="*/ 1145628 w 1744718"/>
                  <a:gd name="connsiteY2" fmla="*/ 903890 h 903890"/>
                  <a:gd name="connsiteX3" fmla="*/ 0 w 1744718"/>
                  <a:gd name="connsiteY3" fmla="*/ 451945 h 903890"/>
                  <a:gd name="connsiteX4" fmla="*/ 21021 w 1744718"/>
                  <a:gd name="connsiteY4" fmla="*/ 0 h 9038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44718" h="903890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656" name="Freeform 655">
                <a:extLst>
                  <a:ext uri="{FF2B5EF4-FFF2-40B4-BE49-F238E27FC236}">
                    <a16:creationId xmlns:a16="http://schemas.microsoft.com/office/drawing/2014/main" id="{164ECF6A-F4B9-DF4F-BF3F-242C8FCB06F2}"/>
                  </a:ext>
                </a:extLst>
              </p:cNvPr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avLst/>
                <a:gdLst>
                  <a:gd name="connsiteX0" fmla="*/ 1702676 w 1713187"/>
                  <a:gd name="connsiteY0" fmla="*/ 0 h 893380"/>
                  <a:gd name="connsiteX1" fmla="*/ 1713187 w 1713187"/>
                  <a:gd name="connsiteY1" fmla="*/ 472966 h 893380"/>
                  <a:gd name="connsiteX2" fmla="*/ 578069 w 1713187"/>
                  <a:gd name="connsiteY2" fmla="*/ 893380 h 893380"/>
                  <a:gd name="connsiteX3" fmla="*/ 0 w 1713187"/>
                  <a:gd name="connsiteY3" fmla="*/ 693683 h 893380"/>
                  <a:gd name="connsiteX4" fmla="*/ 1702676 w 1713187"/>
                  <a:gd name="connsiteY4" fmla="*/ 0 h 8933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13187" h="893380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657" name="Freeform 656">
                <a:extLst>
                  <a:ext uri="{FF2B5EF4-FFF2-40B4-BE49-F238E27FC236}">
                    <a16:creationId xmlns:a16="http://schemas.microsoft.com/office/drawing/2014/main" id="{E70C37A1-A0CF-3241-B2FE-E09E92D6CF77}"/>
                  </a:ext>
                </a:extLst>
              </p:cNvPr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avLst/>
                <a:gdLst>
                  <a:gd name="connsiteX0" fmla="*/ 599089 w 4162096"/>
                  <a:gd name="connsiteY0" fmla="*/ 273269 h 1618593"/>
                  <a:gd name="connsiteX1" fmla="*/ 882869 w 4162096"/>
                  <a:gd name="connsiteY1" fmla="*/ 199697 h 1618593"/>
                  <a:gd name="connsiteX2" fmla="*/ 2312276 w 4162096"/>
                  <a:gd name="connsiteY2" fmla="*/ 798786 h 1618593"/>
                  <a:gd name="connsiteX3" fmla="*/ 3794234 w 4162096"/>
                  <a:gd name="connsiteY3" fmla="*/ 199697 h 1618593"/>
                  <a:gd name="connsiteX4" fmla="*/ 4014951 w 4162096"/>
                  <a:gd name="connsiteY4" fmla="*/ 273269 h 1618593"/>
                  <a:gd name="connsiteX5" fmla="*/ 3058510 w 4162096"/>
                  <a:gd name="connsiteY5" fmla="*/ 641131 h 1618593"/>
                  <a:gd name="connsiteX6" fmla="*/ 3026979 w 4162096"/>
                  <a:gd name="connsiteY6" fmla="*/ 1114097 h 1618593"/>
                  <a:gd name="connsiteX7" fmla="*/ 4162096 w 4162096"/>
                  <a:gd name="connsiteY7" fmla="*/ 1545021 h 1618593"/>
                  <a:gd name="connsiteX8" fmla="*/ 3878317 w 4162096"/>
                  <a:gd name="connsiteY8" fmla="*/ 1608083 h 1618593"/>
                  <a:gd name="connsiteX9" fmla="*/ 2301765 w 4162096"/>
                  <a:gd name="connsiteY9" fmla="*/ 945931 h 1618593"/>
                  <a:gd name="connsiteX10" fmla="*/ 693682 w 4162096"/>
                  <a:gd name="connsiteY10" fmla="*/ 1618593 h 1618593"/>
                  <a:gd name="connsiteX11" fmla="*/ 430924 w 4162096"/>
                  <a:gd name="connsiteY11" fmla="*/ 1524000 h 1618593"/>
                  <a:gd name="connsiteX12" fmla="*/ 1576551 w 4162096"/>
                  <a:gd name="connsiteY12" fmla="*/ 1082566 h 1618593"/>
                  <a:gd name="connsiteX13" fmla="*/ 1545020 w 4162096"/>
                  <a:gd name="connsiteY13" fmla="*/ 609600 h 1618593"/>
                  <a:gd name="connsiteX14" fmla="*/ 0 w 4162096"/>
                  <a:gd name="connsiteY14" fmla="*/ 0 h 1618593"/>
                  <a:gd name="connsiteX15" fmla="*/ 872358 w 4162096"/>
                  <a:gd name="connsiteY15" fmla="*/ 210207 h 1618593"/>
                  <a:gd name="connsiteX16" fmla="*/ 872358 w 4162096"/>
                  <a:gd name="connsiteY16" fmla="*/ 210207 h 1618593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15" fmla="*/ 441434 w 3731172"/>
                  <a:gd name="connsiteY15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357351 w 3731172"/>
                  <a:gd name="connsiteY14" fmla="*/ 115613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56137 w 3731172"/>
                  <a:gd name="connsiteY13" fmla="*/ 441434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903890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575034 w 3710151"/>
                  <a:gd name="connsiteY6" fmla="*/ 91440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06565 w 3710151"/>
                  <a:gd name="connsiteY6" fmla="*/ 92491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5151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09858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62012 w 3725019"/>
                  <a:gd name="connsiteY0" fmla="*/ 73572 h 1418896"/>
                  <a:gd name="connsiteX1" fmla="*/ 445792 w 3725019"/>
                  <a:gd name="connsiteY1" fmla="*/ 0 h 1418896"/>
                  <a:gd name="connsiteX2" fmla="*/ 1852896 w 3725019"/>
                  <a:gd name="connsiteY2" fmla="*/ 591655 h 1418896"/>
                  <a:gd name="connsiteX3" fmla="*/ 3357157 w 3725019"/>
                  <a:gd name="connsiteY3" fmla="*/ 0 h 1418896"/>
                  <a:gd name="connsiteX4" fmla="*/ 3577874 w 3725019"/>
                  <a:gd name="connsiteY4" fmla="*/ 73572 h 1418896"/>
                  <a:gd name="connsiteX5" fmla="*/ 2632585 w 3725019"/>
                  <a:gd name="connsiteY5" fmla="*/ 448868 h 1418896"/>
                  <a:gd name="connsiteX6" fmla="*/ 2625150 w 3725019"/>
                  <a:gd name="connsiteY6" fmla="*/ 902607 h 1418896"/>
                  <a:gd name="connsiteX7" fmla="*/ 3725019 w 3725019"/>
                  <a:gd name="connsiteY7" fmla="*/ 1345324 h 1418896"/>
                  <a:gd name="connsiteX8" fmla="*/ 3441240 w 3725019"/>
                  <a:gd name="connsiteY8" fmla="*/ 1408386 h 1418896"/>
                  <a:gd name="connsiteX9" fmla="*/ 1864688 w 3725019"/>
                  <a:gd name="connsiteY9" fmla="*/ 746234 h 1418896"/>
                  <a:gd name="connsiteX10" fmla="*/ 256605 w 3725019"/>
                  <a:gd name="connsiteY10" fmla="*/ 1418896 h 1418896"/>
                  <a:gd name="connsiteX11" fmla="*/ 0 w 3725019"/>
                  <a:gd name="connsiteY11" fmla="*/ 1331097 h 1418896"/>
                  <a:gd name="connsiteX12" fmla="*/ 1113454 w 3725019"/>
                  <a:gd name="connsiteY12" fmla="*/ 903890 h 1418896"/>
                  <a:gd name="connsiteX13" fmla="*/ 1102302 w 3725019"/>
                  <a:gd name="connsiteY13" fmla="*/ 451945 h 1418896"/>
                  <a:gd name="connsiteX14" fmla="*/ 183032 w 3725019"/>
                  <a:gd name="connsiteY14" fmla="*/ 84081 h 1418896"/>
                  <a:gd name="connsiteX15" fmla="*/ 162012 w 3725019"/>
                  <a:gd name="connsiteY15" fmla="*/ 73572 h 14188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725019" h="1418896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</p:grpSp>
      <p:grpSp>
        <p:nvGrpSpPr>
          <p:cNvPr id="642" name="Group 641">
            <a:extLst>
              <a:ext uri="{FF2B5EF4-FFF2-40B4-BE49-F238E27FC236}">
                <a16:creationId xmlns:a16="http://schemas.microsoft.com/office/drawing/2014/main" id="{AD4E15D3-6EC7-F447-8715-221D41005AD8}"/>
              </a:ext>
            </a:extLst>
          </p:cNvPr>
          <p:cNvGrpSpPr/>
          <p:nvPr/>
        </p:nvGrpSpPr>
        <p:grpSpPr>
          <a:xfrm>
            <a:off x="7928680" y="2356760"/>
            <a:ext cx="660225" cy="290099"/>
            <a:chOff x="7493876" y="2774731"/>
            <a:chExt cx="1481958" cy="894622"/>
          </a:xfrm>
        </p:grpSpPr>
        <p:sp>
          <p:nvSpPr>
            <p:cNvPr id="643" name="Freeform 642">
              <a:extLst>
                <a:ext uri="{FF2B5EF4-FFF2-40B4-BE49-F238E27FC236}">
                  <a16:creationId xmlns:a16="http://schemas.microsoft.com/office/drawing/2014/main" id="{C2E154AC-5367-E44D-9F74-38EDFB2ED30A}"/>
                </a:ext>
              </a:extLst>
            </p:cNvPr>
            <p:cNvSpPr/>
            <p:nvPr/>
          </p:nvSpPr>
          <p:spPr>
            <a:xfrm>
              <a:off x="7493876" y="3084399"/>
              <a:ext cx="1481958" cy="584954"/>
            </a:xfrm>
            <a:custGeom>
              <a:avLst/>
              <a:gdLst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76538 w 8176538"/>
                <a:gd name="connsiteY0" fmla="*/ 0 h 2638097"/>
                <a:gd name="connsiteX1" fmla="*/ 8176538 w 8176538"/>
                <a:gd name="connsiteY1" fmla="*/ 1271752 h 2638097"/>
                <a:gd name="connsiteX2" fmla="*/ 4088015 w 8176538"/>
                <a:gd name="connsiteY2" fmla="*/ 2638097 h 2638097"/>
                <a:gd name="connsiteX3" fmla="*/ 0 w 8176538"/>
                <a:gd name="connsiteY3" fmla="*/ 1269888 h 2638097"/>
                <a:gd name="connsiteX4" fmla="*/ 20511 w 8176538"/>
                <a:gd name="connsiteY4" fmla="*/ 147145 h 2638097"/>
                <a:gd name="connsiteX5" fmla="*/ 4088015 w 8176538"/>
                <a:gd name="connsiteY5" fmla="*/ 1566042 h 2638097"/>
                <a:gd name="connsiteX6" fmla="*/ 8176538 w 8176538"/>
                <a:gd name="connsiteY6" fmla="*/ 0 h 2638097"/>
                <a:gd name="connsiteX0" fmla="*/ 8176538 w 8176538"/>
                <a:gd name="connsiteY0" fmla="*/ 0 h 2772020"/>
                <a:gd name="connsiteX1" fmla="*/ 8176538 w 8176538"/>
                <a:gd name="connsiteY1" fmla="*/ 1271752 h 2772020"/>
                <a:gd name="connsiteX2" fmla="*/ 4099034 w 8176538"/>
                <a:gd name="connsiteY2" fmla="*/ 2772020 h 2772020"/>
                <a:gd name="connsiteX3" fmla="*/ 0 w 8176538"/>
                <a:gd name="connsiteY3" fmla="*/ 1269888 h 2772020"/>
                <a:gd name="connsiteX4" fmla="*/ 20511 w 8176538"/>
                <a:gd name="connsiteY4" fmla="*/ 147145 h 2772020"/>
                <a:gd name="connsiteX5" fmla="*/ 4088015 w 8176538"/>
                <a:gd name="connsiteY5" fmla="*/ 1566042 h 2772020"/>
                <a:gd name="connsiteX6" fmla="*/ 8176538 w 8176538"/>
                <a:gd name="connsiteY6" fmla="*/ 0 h 2772020"/>
                <a:gd name="connsiteX0" fmla="*/ 8176538 w 8176538"/>
                <a:gd name="connsiteY0" fmla="*/ 0 h 2772339"/>
                <a:gd name="connsiteX1" fmla="*/ 8176538 w 8176538"/>
                <a:gd name="connsiteY1" fmla="*/ 1378890 h 2772339"/>
                <a:gd name="connsiteX2" fmla="*/ 4099034 w 8176538"/>
                <a:gd name="connsiteY2" fmla="*/ 2772020 h 2772339"/>
                <a:gd name="connsiteX3" fmla="*/ 0 w 8176538"/>
                <a:gd name="connsiteY3" fmla="*/ 1269888 h 2772339"/>
                <a:gd name="connsiteX4" fmla="*/ 20511 w 8176538"/>
                <a:gd name="connsiteY4" fmla="*/ 147145 h 2772339"/>
                <a:gd name="connsiteX5" fmla="*/ 4088015 w 8176538"/>
                <a:gd name="connsiteY5" fmla="*/ 1566042 h 2772339"/>
                <a:gd name="connsiteX6" fmla="*/ 8176538 w 8176538"/>
                <a:gd name="connsiteY6" fmla="*/ 0 h 2772339"/>
                <a:gd name="connsiteX0" fmla="*/ 8176538 w 8176538"/>
                <a:gd name="connsiteY0" fmla="*/ 0 h 2825888"/>
                <a:gd name="connsiteX1" fmla="*/ 8176538 w 8176538"/>
                <a:gd name="connsiteY1" fmla="*/ 1378890 h 2825888"/>
                <a:gd name="connsiteX2" fmla="*/ 4099034 w 8176538"/>
                <a:gd name="connsiteY2" fmla="*/ 2825590 h 2825888"/>
                <a:gd name="connsiteX3" fmla="*/ 0 w 8176538"/>
                <a:gd name="connsiteY3" fmla="*/ 1269888 h 2825888"/>
                <a:gd name="connsiteX4" fmla="*/ 20511 w 8176538"/>
                <a:gd name="connsiteY4" fmla="*/ 147145 h 2825888"/>
                <a:gd name="connsiteX5" fmla="*/ 4088015 w 8176538"/>
                <a:gd name="connsiteY5" fmla="*/ 1566042 h 2825888"/>
                <a:gd name="connsiteX6" fmla="*/ 8176538 w 8176538"/>
                <a:gd name="connsiteY6" fmla="*/ 0 h 2825888"/>
                <a:gd name="connsiteX0" fmla="*/ 8165518 w 8165518"/>
                <a:gd name="connsiteY0" fmla="*/ 0 h 2825606"/>
                <a:gd name="connsiteX1" fmla="*/ 8165518 w 8165518"/>
                <a:gd name="connsiteY1" fmla="*/ 1378890 h 2825606"/>
                <a:gd name="connsiteX2" fmla="*/ 4088014 w 8165518"/>
                <a:gd name="connsiteY2" fmla="*/ 2825590 h 2825606"/>
                <a:gd name="connsiteX3" fmla="*/ 0 w 8165518"/>
                <a:gd name="connsiteY3" fmla="*/ 1403811 h 2825606"/>
                <a:gd name="connsiteX4" fmla="*/ 9491 w 8165518"/>
                <a:gd name="connsiteY4" fmla="*/ 147145 h 2825606"/>
                <a:gd name="connsiteX5" fmla="*/ 4076995 w 8165518"/>
                <a:gd name="connsiteY5" fmla="*/ 1566042 h 2825606"/>
                <a:gd name="connsiteX6" fmla="*/ 8165518 w 8165518"/>
                <a:gd name="connsiteY6" fmla="*/ 0 h 2825606"/>
                <a:gd name="connsiteX0" fmla="*/ 8165518 w 8165518"/>
                <a:gd name="connsiteY0" fmla="*/ 0 h 2879174"/>
                <a:gd name="connsiteX1" fmla="*/ 8165518 w 8165518"/>
                <a:gd name="connsiteY1" fmla="*/ 1378890 h 2879174"/>
                <a:gd name="connsiteX2" fmla="*/ 4132092 w 8165518"/>
                <a:gd name="connsiteY2" fmla="*/ 2879159 h 2879174"/>
                <a:gd name="connsiteX3" fmla="*/ 0 w 8165518"/>
                <a:gd name="connsiteY3" fmla="*/ 1403811 h 2879174"/>
                <a:gd name="connsiteX4" fmla="*/ 9491 w 8165518"/>
                <a:gd name="connsiteY4" fmla="*/ 147145 h 2879174"/>
                <a:gd name="connsiteX5" fmla="*/ 4076995 w 8165518"/>
                <a:gd name="connsiteY5" fmla="*/ 1566042 h 2879174"/>
                <a:gd name="connsiteX6" fmla="*/ 8165518 w 8165518"/>
                <a:gd name="connsiteY6" fmla="*/ 0 h 2879174"/>
                <a:gd name="connsiteX0" fmla="*/ 8165518 w 8176537"/>
                <a:gd name="connsiteY0" fmla="*/ 0 h 2879410"/>
                <a:gd name="connsiteX1" fmla="*/ 8176537 w 8176537"/>
                <a:gd name="connsiteY1" fmla="*/ 1499420 h 2879410"/>
                <a:gd name="connsiteX2" fmla="*/ 4132092 w 8176537"/>
                <a:gd name="connsiteY2" fmla="*/ 2879159 h 2879410"/>
                <a:gd name="connsiteX3" fmla="*/ 0 w 8176537"/>
                <a:gd name="connsiteY3" fmla="*/ 1403811 h 2879410"/>
                <a:gd name="connsiteX4" fmla="*/ 9491 w 8176537"/>
                <a:gd name="connsiteY4" fmla="*/ 147145 h 2879410"/>
                <a:gd name="connsiteX5" fmla="*/ 4076995 w 8176537"/>
                <a:gd name="connsiteY5" fmla="*/ 1566042 h 2879410"/>
                <a:gd name="connsiteX6" fmla="*/ 8165518 w 8176537"/>
                <a:gd name="connsiteY6" fmla="*/ 0 h 2879410"/>
                <a:gd name="connsiteX0" fmla="*/ 8165518 w 8176537"/>
                <a:gd name="connsiteY0" fmla="*/ 0 h 2879262"/>
                <a:gd name="connsiteX1" fmla="*/ 8176537 w 8176537"/>
                <a:gd name="connsiteY1" fmla="*/ 1499420 h 2879262"/>
                <a:gd name="connsiteX2" fmla="*/ 4132092 w 8176537"/>
                <a:gd name="connsiteY2" fmla="*/ 2879159 h 2879262"/>
                <a:gd name="connsiteX3" fmla="*/ 0 w 8176537"/>
                <a:gd name="connsiteY3" fmla="*/ 1403811 h 2879262"/>
                <a:gd name="connsiteX4" fmla="*/ 9491 w 8176537"/>
                <a:gd name="connsiteY4" fmla="*/ 147145 h 2879262"/>
                <a:gd name="connsiteX5" fmla="*/ 4076995 w 8176537"/>
                <a:gd name="connsiteY5" fmla="*/ 1566042 h 2879262"/>
                <a:gd name="connsiteX6" fmla="*/ 8165518 w 8176537"/>
                <a:gd name="connsiteY6" fmla="*/ 0 h 2879262"/>
                <a:gd name="connsiteX0" fmla="*/ 8165518 w 8176537"/>
                <a:gd name="connsiteY0" fmla="*/ 0 h 2879163"/>
                <a:gd name="connsiteX1" fmla="*/ 8176537 w 8176537"/>
                <a:gd name="connsiteY1" fmla="*/ 1499420 h 2879163"/>
                <a:gd name="connsiteX2" fmla="*/ 4132092 w 8176537"/>
                <a:gd name="connsiteY2" fmla="*/ 2879159 h 2879163"/>
                <a:gd name="connsiteX3" fmla="*/ 0 w 8176537"/>
                <a:gd name="connsiteY3" fmla="*/ 1510948 h 2879163"/>
                <a:gd name="connsiteX4" fmla="*/ 9491 w 8176537"/>
                <a:gd name="connsiteY4" fmla="*/ 147145 h 2879163"/>
                <a:gd name="connsiteX5" fmla="*/ 4076995 w 8176537"/>
                <a:gd name="connsiteY5" fmla="*/ 1566042 h 2879163"/>
                <a:gd name="connsiteX6" fmla="*/ 8165518 w 8176537"/>
                <a:gd name="connsiteY6" fmla="*/ 0 h 2879163"/>
                <a:gd name="connsiteX0" fmla="*/ 8165518 w 8198577"/>
                <a:gd name="connsiteY0" fmla="*/ 0 h 2879451"/>
                <a:gd name="connsiteX1" fmla="*/ 8198577 w 8198577"/>
                <a:gd name="connsiteY1" fmla="*/ 1606558 h 2879451"/>
                <a:gd name="connsiteX2" fmla="*/ 4132092 w 8198577"/>
                <a:gd name="connsiteY2" fmla="*/ 2879159 h 2879451"/>
                <a:gd name="connsiteX3" fmla="*/ 0 w 8198577"/>
                <a:gd name="connsiteY3" fmla="*/ 1510948 h 2879451"/>
                <a:gd name="connsiteX4" fmla="*/ 9491 w 8198577"/>
                <a:gd name="connsiteY4" fmla="*/ 147145 h 2879451"/>
                <a:gd name="connsiteX5" fmla="*/ 4076995 w 8198577"/>
                <a:gd name="connsiteY5" fmla="*/ 1566042 h 2879451"/>
                <a:gd name="connsiteX6" fmla="*/ 8165518 w 8198577"/>
                <a:gd name="connsiteY6" fmla="*/ 0 h 2879451"/>
                <a:gd name="connsiteX0" fmla="*/ 8165518 w 8165518"/>
                <a:gd name="connsiteY0" fmla="*/ 0 h 2880066"/>
                <a:gd name="connsiteX1" fmla="*/ 8165518 w 8165518"/>
                <a:gd name="connsiteY1" fmla="*/ 1673520 h 2880066"/>
                <a:gd name="connsiteX2" fmla="*/ 4132092 w 8165518"/>
                <a:gd name="connsiteY2" fmla="*/ 2879159 h 2880066"/>
                <a:gd name="connsiteX3" fmla="*/ 0 w 8165518"/>
                <a:gd name="connsiteY3" fmla="*/ 1510948 h 2880066"/>
                <a:gd name="connsiteX4" fmla="*/ 9491 w 8165518"/>
                <a:gd name="connsiteY4" fmla="*/ 147145 h 2880066"/>
                <a:gd name="connsiteX5" fmla="*/ 4076995 w 8165518"/>
                <a:gd name="connsiteY5" fmla="*/ 1566042 h 2880066"/>
                <a:gd name="connsiteX6" fmla="*/ 8165518 w 8165518"/>
                <a:gd name="connsiteY6" fmla="*/ 0 h 2880066"/>
                <a:gd name="connsiteX0" fmla="*/ 8156794 w 8156794"/>
                <a:gd name="connsiteY0" fmla="*/ 0 h 2879270"/>
                <a:gd name="connsiteX1" fmla="*/ 8156794 w 8156794"/>
                <a:gd name="connsiteY1" fmla="*/ 1673520 h 2879270"/>
                <a:gd name="connsiteX2" fmla="*/ 4123368 w 8156794"/>
                <a:gd name="connsiteY2" fmla="*/ 2879159 h 2879270"/>
                <a:gd name="connsiteX3" fmla="*/ 2295 w 8156794"/>
                <a:gd name="connsiteY3" fmla="*/ 1618086 h 2879270"/>
                <a:gd name="connsiteX4" fmla="*/ 767 w 8156794"/>
                <a:gd name="connsiteY4" fmla="*/ 147145 h 2879270"/>
                <a:gd name="connsiteX5" fmla="*/ 4068271 w 8156794"/>
                <a:gd name="connsiteY5" fmla="*/ 1566042 h 2879270"/>
                <a:gd name="connsiteX6" fmla="*/ 8156794 w 8156794"/>
                <a:gd name="connsiteY6" fmla="*/ 0 h 287927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20"/>
                <a:gd name="connsiteX1" fmla="*/ 8156794 w 8156794"/>
                <a:gd name="connsiteY1" fmla="*/ 1673520 h 2973020"/>
                <a:gd name="connsiteX2" fmla="*/ 4134388 w 8156794"/>
                <a:gd name="connsiteY2" fmla="*/ 2972904 h 2973020"/>
                <a:gd name="connsiteX3" fmla="*/ 2295 w 8156794"/>
                <a:gd name="connsiteY3" fmla="*/ 1618086 h 2973020"/>
                <a:gd name="connsiteX4" fmla="*/ 767 w 8156794"/>
                <a:gd name="connsiteY4" fmla="*/ 147145 h 2973020"/>
                <a:gd name="connsiteX5" fmla="*/ 4068271 w 8156794"/>
                <a:gd name="connsiteY5" fmla="*/ 1566042 h 2973020"/>
                <a:gd name="connsiteX6" fmla="*/ 8156794 w 8156794"/>
                <a:gd name="connsiteY6" fmla="*/ 0 h 2973020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141"/>
                <a:gd name="connsiteX1" fmla="*/ 8156794 w 8156794"/>
                <a:gd name="connsiteY1" fmla="*/ 1673520 h 2973141"/>
                <a:gd name="connsiteX2" fmla="*/ 4134388 w 8156794"/>
                <a:gd name="connsiteY2" fmla="*/ 2972904 h 2973141"/>
                <a:gd name="connsiteX3" fmla="*/ 2295 w 8156794"/>
                <a:gd name="connsiteY3" fmla="*/ 1618086 h 2973141"/>
                <a:gd name="connsiteX4" fmla="*/ 767 w 8156794"/>
                <a:gd name="connsiteY4" fmla="*/ 147145 h 2973141"/>
                <a:gd name="connsiteX5" fmla="*/ 4068271 w 8156794"/>
                <a:gd name="connsiteY5" fmla="*/ 1566042 h 2973141"/>
                <a:gd name="connsiteX6" fmla="*/ 8156794 w 8156794"/>
                <a:gd name="connsiteY6" fmla="*/ 0 h 2973141"/>
                <a:gd name="connsiteX0" fmla="*/ 8156794 w 8156794"/>
                <a:gd name="connsiteY0" fmla="*/ 0 h 3066827"/>
                <a:gd name="connsiteX1" fmla="*/ 8156794 w 8156794"/>
                <a:gd name="connsiteY1" fmla="*/ 1673520 h 3066827"/>
                <a:gd name="connsiteX2" fmla="*/ 4123353 w 8156794"/>
                <a:gd name="connsiteY2" fmla="*/ 3066650 h 3066827"/>
                <a:gd name="connsiteX3" fmla="*/ 2295 w 8156794"/>
                <a:gd name="connsiteY3" fmla="*/ 1618086 h 3066827"/>
                <a:gd name="connsiteX4" fmla="*/ 767 w 8156794"/>
                <a:gd name="connsiteY4" fmla="*/ 147145 h 3066827"/>
                <a:gd name="connsiteX5" fmla="*/ 4068271 w 8156794"/>
                <a:gd name="connsiteY5" fmla="*/ 1566042 h 3066827"/>
                <a:gd name="connsiteX6" fmla="*/ 8156794 w 8156794"/>
                <a:gd name="connsiteY6" fmla="*/ 0 h 3066827"/>
                <a:gd name="connsiteX0" fmla="*/ 8123689 w 8156794"/>
                <a:gd name="connsiteY0" fmla="*/ 0 h 2999866"/>
                <a:gd name="connsiteX1" fmla="*/ 8156794 w 8156794"/>
                <a:gd name="connsiteY1" fmla="*/ 1606559 h 2999866"/>
                <a:gd name="connsiteX2" fmla="*/ 4123353 w 8156794"/>
                <a:gd name="connsiteY2" fmla="*/ 2999689 h 2999866"/>
                <a:gd name="connsiteX3" fmla="*/ 2295 w 8156794"/>
                <a:gd name="connsiteY3" fmla="*/ 1551125 h 2999866"/>
                <a:gd name="connsiteX4" fmla="*/ 767 w 8156794"/>
                <a:gd name="connsiteY4" fmla="*/ 80184 h 2999866"/>
                <a:gd name="connsiteX5" fmla="*/ 4068271 w 8156794"/>
                <a:gd name="connsiteY5" fmla="*/ 1499081 h 2999866"/>
                <a:gd name="connsiteX6" fmla="*/ 8123689 w 8156794"/>
                <a:gd name="connsiteY6" fmla="*/ 0 h 2999866"/>
                <a:gd name="connsiteX0" fmla="*/ 8167828 w 8167828"/>
                <a:gd name="connsiteY0" fmla="*/ 0 h 3026651"/>
                <a:gd name="connsiteX1" fmla="*/ 8156794 w 8167828"/>
                <a:gd name="connsiteY1" fmla="*/ 1633344 h 3026651"/>
                <a:gd name="connsiteX2" fmla="*/ 4123353 w 8167828"/>
                <a:gd name="connsiteY2" fmla="*/ 3026474 h 3026651"/>
                <a:gd name="connsiteX3" fmla="*/ 2295 w 8167828"/>
                <a:gd name="connsiteY3" fmla="*/ 1577910 h 3026651"/>
                <a:gd name="connsiteX4" fmla="*/ 767 w 8167828"/>
                <a:gd name="connsiteY4" fmla="*/ 106969 h 3026651"/>
                <a:gd name="connsiteX5" fmla="*/ 4068271 w 8167828"/>
                <a:gd name="connsiteY5" fmla="*/ 1525866 h 3026651"/>
                <a:gd name="connsiteX6" fmla="*/ 8167828 w 8167828"/>
                <a:gd name="connsiteY6" fmla="*/ 0 h 3026651"/>
                <a:gd name="connsiteX0" fmla="*/ 8167828 w 8167828"/>
                <a:gd name="connsiteY0" fmla="*/ 0 h 3027228"/>
                <a:gd name="connsiteX1" fmla="*/ 8145760 w 8167828"/>
                <a:gd name="connsiteY1" fmla="*/ 1686913 h 3027228"/>
                <a:gd name="connsiteX2" fmla="*/ 4123353 w 8167828"/>
                <a:gd name="connsiteY2" fmla="*/ 3026474 h 3027228"/>
                <a:gd name="connsiteX3" fmla="*/ 2295 w 8167828"/>
                <a:gd name="connsiteY3" fmla="*/ 1577910 h 3027228"/>
                <a:gd name="connsiteX4" fmla="*/ 767 w 8167828"/>
                <a:gd name="connsiteY4" fmla="*/ 106969 h 3027228"/>
                <a:gd name="connsiteX5" fmla="*/ 4068271 w 8167828"/>
                <a:gd name="connsiteY5" fmla="*/ 1525866 h 3027228"/>
                <a:gd name="connsiteX6" fmla="*/ 8167828 w 8167828"/>
                <a:gd name="connsiteY6" fmla="*/ 0 h 3027228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23689 w 8145760"/>
                <a:gd name="connsiteY0" fmla="*/ 13560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9 w 8145760"/>
                <a:gd name="connsiteY6" fmla="*/ 13560 h 2920259"/>
                <a:gd name="connsiteX0" fmla="*/ 8178863 w 8178863"/>
                <a:gd name="connsiteY0" fmla="*/ 26952 h 2920259"/>
                <a:gd name="connsiteX1" fmla="*/ 8145760 w 8178863"/>
                <a:gd name="connsiteY1" fmla="*/ 1579944 h 2920259"/>
                <a:gd name="connsiteX2" fmla="*/ 4123353 w 8178863"/>
                <a:gd name="connsiteY2" fmla="*/ 2919505 h 2920259"/>
                <a:gd name="connsiteX3" fmla="*/ 2295 w 8178863"/>
                <a:gd name="connsiteY3" fmla="*/ 1470941 h 2920259"/>
                <a:gd name="connsiteX4" fmla="*/ 767 w 8178863"/>
                <a:gd name="connsiteY4" fmla="*/ 0 h 2920259"/>
                <a:gd name="connsiteX5" fmla="*/ 4068271 w 8178863"/>
                <a:gd name="connsiteY5" fmla="*/ 1418897 h 2920259"/>
                <a:gd name="connsiteX6" fmla="*/ 8178863 w 8178863"/>
                <a:gd name="connsiteY6" fmla="*/ 26952 h 2920259"/>
                <a:gd name="connsiteX0" fmla="*/ 8167827 w 8167827"/>
                <a:gd name="connsiteY0" fmla="*/ 40343 h 2920259"/>
                <a:gd name="connsiteX1" fmla="*/ 8145760 w 8167827"/>
                <a:gd name="connsiteY1" fmla="*/ 1579944 h 2920259"/>
                <a:gd name="connsiteX2" fmla="*/ 4123353 w 8167827"/>
                <a:gd name="connsiteY2" fmla="*/ 2919505 h 2920259"/>
                <a:gd name="connsiteX3" fmla="*/ 2295 w 8167827"/>
                <a:gd name="connsiteY3" fmla="*/ 1470941 h 2920259"/>
                <a:gd name="connsiteX4" fmla="*/ 767 w 8167827"/>
                <a:gd name="connsiteY4" fmla="*/ 0 h 2920259"/>
                <a:gd name="connsiteX5" fmla="*/ 4068271 w 8167827"/>
                <a:gd name="connsiteY5" fmla="*/ 1418897 h 2920259"/>
                <a:gd name="connsiteX6" fmla="*/ 8167827 w 8167827"/>
                <a:gd name="connsiteY6" fmla="*/ 40343 h 2920259"/>
                <a:gd name="connsiteX0" fmla="*/ 8123687 w 8145760"/>
                <a:gd name="connsiteY0" fmla="*/ 53735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7 w 8145760"/>
                <a:gd name="connsiteY6" fmla="*/ 53735 h 2920259"/>
                <a:gd name="connsiteX0" fmla="*/ 8161918 w 8161918"/>
                <a:gd name="connsiteY0" fmla="*/ 0 h 2943855"/>
                <a:gd name="connsiteX1" fmla="*/ 8145760 w 8161918"/>
                <a:gd name="connsiteY1" fmla="*/ 1603540 h 2943855"/>
                <a:gd name="connsiteX2" fmla="*/ 4123353 w 8161918"/>
                <a:gd name="connsiteY2" fmla="*/ 2943101 h 2943855"/>
                <a:gd name="connsiteX3" fmla="*/ 2295 w 8161918"/>
                <a:gd name="connsiteY3" fmla="*/ 1494537 h 2943855"/>
                <a:gd name="connsiteX4" fmla="*/ 767 w 8161918"/>
                <a:gd name="connsiteY4" fmla="*/ 23596 h 2943855"/>
                <a:gd name="connsiteX5" fmla="*/ 4068271 w 8161918"/>
                <a:gd name="connsiteY5" fmla="*/ 1442493 h 2943855"/>
                <a:gd name="connsiteX6" fmla="*/ 8161918 w 8161918"/>
                <a:gd name="connsiteY6" fmla="*/ 0 h 2943855"/>
                <a:gd name="connsiteX0" fmla="*/ 8144926 w 8145760"/>
                <a:gd name="connsiteY0" fmla="*/ 43424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44926 w 8145760"/>
                <a:gd name="connsiteY6" fmla="*/ 43424 h 2920259"/>
                <a:gd name="connsiteX0" fmla="*/ 8161918 w 8161918"/>
                <a:gd name="connsiteY0" fmla="*/ 0 h 2959321"/>
                <a:gd name="connsiteX1" fmla="*/ 8145760 w 8161918"/>
                <a:gd name="connsiteY1" fmla="*/ 1619006 h 2959321"/>
                <a:gd name="connsiteX2" fmla="*/ 4123353 w 8161918"/>
                <a:gd name="connsiteY2" fmla="*/ 2958567 h 2959321"/>
                <a:gd name="connsiteX3" fmla="*/ 2295 w 8161918"/>
                <a:gd name="connsiteY3" fmla="*/ 1510003 h 2959321"/>
                <a:gd name="connsiteX4" fmla="*/ 767 w 8161918"/>
                <a:gd name="connsiteY4" fmla="*/ 39062 h 2959321"/>
                <a:gd name="connsiteX5" fmla="*/ 4068271 w 8161918"/>
                <a:gd name="connsiteY5" fmla="*/ 1457959 h 2959321"/>
                <a:gd name="connsiteX6" fmla="*/ 8161918 w 8161918"/>
                <a:gd name="connsiteY6" fmla="*/ 0 h 2959321"/>
                <a:gd name="connsiteX0" fmla="*/ 8161918 w 8162752"/>
                <a:gd name="connsiteY0" fmla="*/ 0 h 2959488"/>
                <a:gd name="connsiteX1" fmla="*/ 8162752 w 8162752"/>
                <a:gd name="connsiteY1" fmla="*/ 1629317 h 2959488"/>
                <a:gd name="connsiteX2" fmla="*/ 4123353 w 8162752"/>
                <a:gd name="connsiteY2" fmla="*/ 2958567 h 2959488"/>
                <a:gd name="connsiteX3" fmla="*/ 2295 w 8162752"/>
                <a:gd name="connsiteY3" fmla="*/ 1510003 h 2959488"/>
                <a:gd name="connsiteX4" fmla="*/ 767 w 8162752"/>
                <a:gd name="connsiteY4" fmla="*/ 39062 h 2959488"/>
                <a:gd name="connsiteX5" fmla="*/ 4068271 w 8162752"/>
                <a:gd name="connsiteY5" fmla="*/ 1457959 h 2959488"/>
                <a:gd name="connsiteX6" fmla="*/ 8161918 w 8162752"/>
                <a:gd name="connsiteY6" fmla="*/ 0 h 2959488"/>
                <a:gd name="connsiteX0" fmla="*/ 8165930 w 8166764"/>
                <a:gd name="connsiteY0" fmla="*/ 7337 h 2966825"/>
                <a:gd name="connsiteX1" fmla="*/ 8166764 w 8166764"/>
                <a:gd name="connsiteY1" fmla="*/ 1636654 h 2966825"/>
                <a:gd name="connsiteX2" fmla="*/ 4127365 w 8166764"/>
                <a:gd name="connsiteY2" fmla="*/ 2965904 h 2966825"/>
                <a:gd name="connsiteX3" fmla="*/ 6307 w 8166764"/>
                <a:gd name="connsiteY3" fmla="*/ 1517340 h 2966825"/>
                <a:gd name="connsiteX4" fmla="*/ 532 w 8166764"/>
                <a:gd name="connsiteY4" fmla="*/ 0 h 2966825"/>
                <a:gd name="connsiteX5" fmla="*/ 4072283 w 8166764"/>
                <a:gd name="connsiteY5" fmla="*/ 1465296 h 2966825"/>
                <a:gd name="connsiteX6" fmla="*/ 8165930 w 8166764"/>
                <a:gd name="connsiteY6" fmla="*/ 7337 h 2966825"/>
                <a:gd name="connsiteX0" fmla="*/ 8168119 w 8168953"/>
                <a:gd name="connsiteY0" fmla="*/ 7337 h 2966682"/>
                <a:gd name="connsiteX1" fmla="*/ 8168953 w 8168953"/>
                <a:gd name="connsiteY1" fmla="*/ 1636654 h 2966682"/>
                <a:gd name="connsiteX2" fmla="*/ 4129554 w 8168953"/>
                <a:gd name="connsiteY2" fmla="*/ 2965904 h 2966682"/>
                <a:gd name="connsiteX3" fmla="*/ 0 w 8168953"/>
                <a:gd name="connsiteY3" fmla="*/ 1527651 h 2966682"/>
                <a:gd name="connsiteX4" fmla="*/ 2721 w 8168953"/>
                <a:gd name="connsiteY4" fmla="*/ 0 h 2966682"/>
                <a:gd name="connsiteX5" fmla="*/ 4074472 w 8168953"/>
                <a:gd name="connsiteY5" fmla="*/ 1465296 h 2966682"/>
                <a:gd name="connsiteX6" fmla="*/ 8168119 w 8168953"/>
                <a:gd name="connsiteY6" fmla="*/ 7337 h 2966682"/>
                <a:gd name="connsiteX0" fmla="*/ 8168119 w 8168953"/>
                <a:gd name="connsiteY0" fmla="*/ 7337 h 3100377"/>
                <a:gd name="connsiteX1" fmla="*/ 8168953 w 8168953"/>
                <a:gd name="connsiteY1" fmla="*/ 1636654 h 3100377"/>
                <a:gd name="connsiteX2" fmla="*/ 4118520 w 8168953"/>
                <a:gd name="connsiteY2" fmla="*/ 3099826 h 3100377"/>
                <a:gd name="connsiteX3" fmla="*/ 0 w 8168953"/>
                <a:gd name="connsiteY3" fmla="*/ 1527651 h 3100377"/>
                <a:gd name="connsiteX4" fmla="*/ 2721 w 8168953"/>
                <a:gd name="connsiteY4" fmla="*/ 0 h 3100377"/>
                <a:gd name="connsiteX5" fmla="*/ 4074472 w 8168953"/>
                <a:gd name="connsiteY5" fmla="*/ 1465296 h 3100377"/>
                <a:gd name="connsiteX6" fmla="*/ 8168119 w 8168953"/>
                <a:gd name="connsiteY6" fmla="*/ 7337 h 3100377"/>
                <a:gd name="connsiteX0" fmla="*/ 8168119 w 8168953"/>
                <a:gd name="connsiteY0" fmla="*/ 7337 h 3100429"/>
                <a:gd name="connsiteX1" fmla="*/ 8168953 w 8168953"/>
                <a:gd name="connsiteY1" fmla="*/ 1636654 h 3100429"/>
                <a:gd name="connsiteX2" fmla="*/ 4118520 w 8168953"/>
                <a:gd name="connsiteY2" fmla="*/ 3099826 h 3100429"/>
                <a:gd name="connsiteX3" fmla="*/ 0 w 8168953"/>
                <a:gd name="connsiteY3" fmla="*/ 1527651 h 3100429"/>
                <a:gd name="connsiteX4" fmla="*/ 2721 w 8168953"/>
                <a:gd name="connsiteY4" fmla="*/ 0 h 3100429"/>
                <a:gd name="connsiteX5" fmla="*/ 4074472 w 8168953"/>
                <a:gd name="connsiteY5" fmla="*/ 1465296 h 3100429"/>
                <a:gd name="connsiteX6" fmla="*/ 8168119 w 8168953"/>
                <a:gd name="connsiteY6" fmla="*/ 7337 h 3100429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166683" h="3099826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bg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                  </a:t>
              </a:r>
            </a:p>
          </p:txBody>
        </p:sp>
        <p:sp>
          <p:nvSpPr>
            <p:cNvPr id="644" name="Oval 643">
              <a:extLst>
                <a:ext uri="{FF2B5EF4-FFF2-40B4-BE49-F238E27FC236}">
                  <a16:creationId xmlns:a16="http://schemas.microsoft.com/office/drawing/2014/main" id="{8DD3EE1C-49D5-524C-93C0-63A60B66E8F9}"/>
                </a:ext>
              </a:extLst>
            </p:cNvPr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             </a:t>
              </a:r>
            </a:p>
          </p:txBody>
        </p:sp>
        <p:grpSp>
          <p:nvGrpSpPr>
            <p:cNvPr id="645" name="Group 644">
              <a:extLst>
                <a:ext uri="{FF2B5EF4-FFF2-40B4-BE49-F238E27FC236}">
                  <a16:creationId xmlns:a16="http://schemas.microsoft.com/office/drawing/2014/main" id="{90B4AB50-5DF3-044D-A589-BE7AA79D5980}"/>
                </a:ext>
              </a:extLst>
            </p:cNvPr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646" name="Freeform 645">
                <a:extLst>
                  <a:ext uri="{FF2B5EF4-FFF2-40B4-BE49-F238E27FC236}">
                    <a16:creationId xmlns:a16="http://schemas.microsoft.com/office/drawing/2014/main" id="{E4E59325-7458-9D4F-8AB8-BD8A22B5AE45}"/>
                  </a:ext>
                </a:extLst>
              </p:cNvPr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avLst/>
                <a:gdLst>
                  <a:gd name="connsiteX0" fmla="*/ 3725333 w 4588933"/>
                  <a:gd name="connsiteY0" fmla="*/ 0 h 1049866"/>
                  <a:gd name="connsiteX1" fmla="*/ 4588933 w 4588933"/>
                  <a:gd name="connsiteY1" fmla="*/ 270933 h 1049866"/>
                  <a:gd name="connsiteX2" fmla="*/ 3962400 w 4588933"/>
                  <a:gd name="connsiteY2" fmla="*/ 541866 h 1049866"/>
                  <a:gd name="connsiteX3" fmla="*/ 3742267 w 4588933"/>
                  <a:gd name="connsiteY3" fmla="*/ 457200 h 1049866"/>
                  <a:gd name="connsiteX4" fmla="*/ 2269067 w 4588933"/>
                  <a:gd name="connsiteY4" fmla="*/ 1049866 h 1049866"/>
                  <a:gd name="connsiteX5" fmla="*/ 880533 w 4588933"/>
                  <a:gd name="connsiteY5" fmla="*/ 457200 h 1049866"/>
                  <a:gd name="connsiteX6" fmla="*/ 592667 w 4588933"/>
                  <a:gd name="connsiteY6" fmla="*/ 541866 h 1049866"/>
                  <a:gd name="connsiteX7" fmla="*/ 0 w 4588933"/>
                  <a:gd name="connsiteY7" fmla="*/ 254000 h 1049866"/>
                  <a:gd name="connsiteX8" fmla="*/ 880533 w 4588933"/>
                  <a:gd name="connsiteY8" fmla="*/ 16933 h 1049866"/>
                  <a:gd name="connsiteX9" fmla="*/ 2302933 w 4588933"/>
                  <a:gd name="connsiteY9" fmla="*/ 626533 h 1049866"/>
                  <a:gd name="connsiteX10" fmla="*/ 3725333 w 4588933"/>
                  <a:gd name="connsiteY10" fmla="*/ 0 h 1049866"/>
                  <a:gd name="connsiteX0" fmla="*/ 3725333 w 4641485"/>
                  <a:gd name="connsiteY0" fmla="*/ 0 h 1049866"/>
                  <a:gd name="connsiteX1" fmla="*/ 4641485 w 4641485"/>
                  <a:gd name="connsiteY1" fmla="*/ 239402 h 1049866"/>
                  <a:gd name="connsiteX2" fmla="*/ 3962400 w 4641485"/>
                  <a:gd name="connsiteY2" fmla="*/ 541866 h 1049866"/>
                  <a:gd name="connsiteX3" fmla="*/ 3742267 w 4641485"/>
                  <a:gd name="connsiteY3" fmla="*/ 457200 h 1049866"/>
                  <a:gd name="connsiteX4" fmla="*/ 2269067 w 4641485"/>
                  <a:gd name="connsiteY4" fmla="*/ 1049866 h 1049866"/>
                  <a:gd name="connsiteX5" fmla="*/ 880533 w 4641485"/>
                  <a:gd name="connsiteY5" fmla="*/ 457200 h 1049866"/>
                  <a:gd name="connsiteX6" fmla="*/ 592667 w 4641485"/>
                  <a:gd name="connsiteY6" fmla="*/ 541866 h 1049866"/>
                  <a:gd name="connsiteX7" fmla="*/ 0 w 4641485"/>
                  <a:gd name="connsiteY7" fmla="*/ 254000 h 1049866"/>
                  <a:gd name="connsiteX8" fmla="*/ 880533 w 4641485"/>
                  <a:gd name="connsiteY8" fmla="*/ 16933 h 1049866"/>
                  <a:gd name="connsiteX9" fmla="*/ 2302933 w 4641485"/>
                  <a:gd name="connsiteY9" fmla="*/ 626533 h 1049866"/>
                  <a:gd name="connsiteX10" fmla="*/ 3725333 w 4641485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73798 w 4673016"/>
                  <a:gd name="connsiteY3" fmla="*/ 45720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84308 w 4673016"/>
                  <a:gd name="connsiteY3" fmla="*/ 404648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815839 w 4673016"/>
                  <a:gd name="connsiteY3" fmla="*/ 46771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4673016" h="104986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647" name="Freeform 646">
                <a:extLst>
                  <a:ext uri="{FF2B5EF4-FFF2-40B4-BE49-F238E27FC236}">
                    <a16:creationId xmlns:a16="http://schemas.microsoft.com/office/drawing/2014/main" id="{B3D13B56-8A0D-4B4A-8192-AF51A57C2EAA}"/>
                  </a:ext>
                </a:extLst>
              </p:cNvPr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avLst/>
                <a:gdLst>
                  <a:gd name="connsiteX0" fmla="*/ 21021 w 1744718"/>
                  <a:gd name="connsiteY0" fmla="*/ 0 h 903890"/>
                  <a:gd name="connsiteX1" fmla="*/ 1744718 w 1744718"/>
                  <a:gd name="connsiteY1" fmla="*/ 693683 h 903890"/>
                  <a:gd name="connsiteX2" fmla="*/ 1145628 w 1744718"/>
                  <a:gd name="connsiteY2" fmla="*/ 903890 h 903890"/>
                  <a:gd name="connsiteX3" fmla="*/ 0 w 1744718"/>
                  <a:gd name="connsiteY3" fmla="*/ 451945 h 903890"/>
                  <a:gd name="connsiteX4" fmla="*/ 21021 w 1744718"/>
                  <a:gd name="connsiteY4" fmla="*/ 0 h 9038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44718" h="903890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648" name="Freeform 647">
                <a:extLst>
                  <a:ext uri="{FF2B5EF4-FFF2-40B4-BE49-F238E27FC236}">
                    <a16:creationId xmlns:a16="http://schemas.microsoft.com/office/drawing/2014/main" id="{2C8E2625-2E7C-F743-B981-73684DBE633F}"/>
                  </a:ext>
                </a:extLst>
              </p:cNvPr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avLst/>
                <a:gdLst>
                  <a:gd name="connsiteX0" fmla="*/ 1702676 w 1713187"/>
                  <a:gd name="connsiteY0" fmla="*/ 0 h 893380"/>
                  <a:gd name="connsiteX1" fmla="*/ 1713187 w 1713187"/>
                  <a:gd name="connsiteY1" fmla="*/ 472966 h 893380"/>
                  <a:gd name="connsiteX2" fmla="*/ 578069 w 1713187"/>
                  <a:gd name="connsiteY2" fmla="*/ 893380 h 893380"/>
                  <a:gd name="connsiteX3" fmla="*/ 0 w 1713187"/>
                  <a:gd name="connsiteY3" fmla="*/ 693683 h 893380"/>
                  <a:gd name="connsiteX4" fmla="*/ 1702676 w 1713187"/>
                  <a:gd name="connsiteY4" fmla="*/ 0 h 8933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13187" h="893380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649" name="Freeform 648">
                <a:extLst>
                  <a:ext uri="{FF2B5EF4-FFF2-40B4-BE49-F238E27FC236}">
                    <a16:creationId xmlns:a16="http://schemas.microsoft.com/office/drawing/2014/main" id="{2A860CE2-3114-8741-8DB0-78E922B04289}"/>
                  </a:ext>
                </a:extLst>
              </p:cNvPr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avLst/>
                <a:gdLst>
                  <a:gd name="connsiteX0" fmla="*/ 599089 w 4162096"/>
                  <a:gd name="connsiteY0" fmla="*/ 273269 h 1618593"/>
                  <a:gd name="connsiteX1" fmla="*/ 882869 w 4162096"/>
                  <a:gd name="connsiteY1" fmla="*/ 199697 h 1618593"/>
                  <a:gd name="connsiteX2" fmla="*/ 2312276 w 4162096"/>
                  <a:gd name="connsiteY2" fmla="*/ 798786 h 1618593"/>
                  <a:gd name="connsiteX3" fmla="*/ 3794234 w 4162096"/>
                  <a:gd name="connsiteY3" fmla="*/ 199697 h 1618593"/>
                  <a:gd name="connsiteX4" fmla="*/ 4014951 w 4162096"/>
                  <a:gd name="connsiteY4" fmla="*/ 273269 h 1618593"/>
                  <a:gd name="connsiteX5" fmla="*/ 3058510 w 4162096"/>
                  <a:gd name="connsiteY5" fmla="*/ 641131 h 1618593"/>
                  <a:gd name="connsiteX6" fmla="*/ 3026979 w 4162096"/>
                  <a:gd name="connsiteY6" fmla="*/ 1114097 h 1618593"/>
                  <a:gd name="connsiteX7" fmla="*/ 4162096 w 4162096"/>
                  <a:gd name="connsiteY7" fmla="*/ 1545021 h 1618593"/>
                  <a:gd name="connsiteX8" fmla="*/ 3878317 w 4162096"/>
                  <a:gd name="connsiteY8" fmla="*/ 1608083 h 1618593"/>
                  <a:gd name="connsiteX9" fmla="*/ 2301765 w 4162096"/>
                  <a:gd name="connsiteY9" fmla="*/ 945931 h 1618593"/>
                  <a:gd name="connsiteX10" fmla="*/ 693682 w 4162096"/>
                  <a:gd name="connsiteY10" fmla="*/ 1618593 h 1618593"/>
                  <a:gd name="connsiteX11" fmla="*/ 430924 w 4162096"/>
                  <a:gd name="connsiteY11" fmla="*/ 1524000 h 1618593"/>
                  <a:gd name="connsiteX12" fmla="*/ 1576551 w 4162096"/>
                  <a:gd name="connsiteY12" fmla="*/ 1082566 h 1618593"/>
                  <a:gd name="connsiteX13" fmla="*/ 1545020 w 4162096"/>
                  <a:gd name="connsiteY13" fmla="*/ 609600 h 1618593"/>
                  <a:gd name="connsiteX14" fmla="*/ 0 w 4162096"/>
                  <a:gd name="connsiteY14" fmla="*/ 0 h 1618593"/>
                  <a:gd name="connsiteX15" fmla="*/ 872358 w 4162096"/>
                  <a:gd name="connsiteY15" fmla="*/ 210207 h 1618593"/>
                  <a:gd name="connsiteX16" fmla="*/ 872358 w 4162096"/>
                  <a:gd name="connsiteY16" fmla="*/ 210207 h 1618593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15" fmla="*/ 441434 w 3731172"/>
                  <a:gd name="connsiteY15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357351 w 3731172"/>
                  <a:gd name="connsiteY14" fmla="*/ 115613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56137 w 3731172"/>
                  <a:gd name="connsiteY13" fmla="*/ 441434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903890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575034 w 3710151"/>
                  <a:gd name="connsiteY6" fmla="*/ 91440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06565 w 3710151"/>
                  <a:gd name="connsiteY6" fmla="*/ 92491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5151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09858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62012 w 3725019"/>
                  <a:gd name="connsiteY0" fmla="*/ 73572 h 1418896"/>
                  <a:gd name="connsiteX1" fmla="*/ 445792 w 3725019"/>
                  <a:gd name="connsiteY1" fmla="*/ 0 h 1418896"/>
                  <a:gd name="connsiteX2" fmla="*/ 1852896 w 3725019"/>
                  <a:gd name="connsiteY2" fmla="*/ 591655 h 1418896"/>
                  <a:gd name="connsiteX3" fmla="*/ 3357157 w 3725019"/>
                  <a:gd name="connsiteY3" fmla="*/ 0 h 1418896"/>
                  <a:gd name="connsiteX4" fmla="*/ 3577874 w 3725019"/>
                  <a:gd name="connsiteY4" fmla="*/ 73572 h 1418896"/>
                  <a:gd name="connsiteX5" fmla="*/ 2632585 w 3725019"/>
                  <a:gd name="connsiteY5" fmla="*/ 448868 h 1418896"/>
                  <a:gd name="connsiteX6" fmla="*/ 2625150 w 3725019"/>
                  <a:gd name="connsiteY6" fmla="*/ 902607 h 1418896"/>
                  <a:gd name="connsiteX7" fmla="*/ 3725019 w 3725019"/>
                  <a:gd name="connsiteY7" fmla="*/ 1345324 h 1418896"/>
                  <a:gd name="connsiteX8" fmla="*/ 3441240 w 3725019"/>
                  <a:gd name="connsiteY8" fmla="*/ 1408386 h 1418896"/>
                  <a:gd name="connsiteX9" fmla="*/ 1864688 w 3725019"/>
                  <a:gd name="connsiteY9" fmla="*/ 746234 h 1418896"/>
                  <a:gd name="connsiteX10" fmla="*/ 256605 w 3725019"/>
                  <a:gd name="connsiteY10" fmla="*/ 1418896 h 1418896"/>
                  <a:gd name="connsiteX11" fmla="*/ 0 w 3725019"/>
                  <a:gd name="connsiteY11" fmla="*/ 1331097 h 1418896"/>
                  <a:gd name="connsiteX12" fmla="*/ 1113454 w 3725019"/>
                  <a:gd name="connsiteY12" fmla="*/ 903890 h 1418896"/>
                  <a:gd name="connsiteX13" fmla="*/ 1102302 w 3725019"/>
                  <a:gd name="connsiteY13" fmla="*/ 451945 h 1418896"/>
                  <a:gd name="connsiteX14" fmla="*/ 183032 w 3725019"/>
                  <a:gd name="connsiteY14" fmla="*/ 84081 h 1418896"/>
                  <a:gd name="connsiteX15" fmla="*/ 162012 w 3725019"/>
                  <a:gd name="connsiteY15" fmla="*/ 73572 h 14188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725019" h="1418896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</p:grpSp>
      <p:grpSp>
        <p:nvGrpSpPr>
          <p:cNvPr id="634" name="Group 633">
            <a:extLst>
              <a:ext uri="{FF2B5EF4-FFF2-40B4-BE49-F238E27FC236}">
                <a16:creationId xmlns:a16="http://schemas.microsoft.com/office/drawing/2014/main" id="{3BA91B66-EDC3-974E-B9D9-8E4503135515}"/>
              </a:ext>
            </a:extLst>
          </p:cNvPr>
          <p:cNvGrpSpPr/>
          <p:nvPr/>
        </p:nvGrpSpPr>
        <p:grpSpPr>
          <a:xfrm>
            <a:off x="8246995" y="2882143"/>
            <a:ext cx="660225" cy="290099"/>
            <a:chOff x="7493876" y="2774731"/>
            <a:chExt cx="1481958" cy="894622"/>
          </a:xfrm>
        </p:grpSpPr>
        <p:sp>
          <p:nvSpPr>
            <p:cNvPr id="635" name="Freeform 634">
              <a:extLst>
                <a:ext uri="{FF2B5EF4-FFF2-40B4-BE49-F238E27FC236}">
                  <a16:creationId xmlns:a16="http://schemas.microsoft.com/office/drawing/2014/main" id="{5B8B67F8-FC77-7B4B-86F0-B0D0CD4C1911}"/>
                </a:ext>
              </a:extLst>
            </p:cNvPr>
            <p:cNvSpPr/>
            <p:nvPr/>
          </p:nvSpPr>
          <p:spPr>
            <a:xfrm>
              <a:off x="7493876" y="3084399"/>
              <a:ext cx="1481958" cy="584954"/>
            </a:xfrm>
            <a:custGeom>
              <a:avLst/>
              <a:gdLst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76538 w 8176538"/>
                <a:gd name="connsiteY0" fmla="*/ 0 h 2638097"/>
                <a:gd name="connsiteX1" fmla="*/ 8176538 w 8176538"/>
                <a:gd name="connsiteY1" fmla="*/ 1271752 h 2638097"/>
                <a:gd name="connsiteX2" fmla="*/ 4088015 w 8176538"/>
                <a:gd name="connsiteY2" fmla="*/ 2638097 h 2638097"/>
                <a:gd name="connsiteX3" fmla="*/ 0 w 8176538"/>
                <a:gd name="connsiteY3" fmla="*/ 1269888 h 2638097"/>
                <a:gd name="connsiteX4" fmla="*/ 20511 w 8176538"/>
                <a:gd name="connsiteY4" fmla="*/ 147145 h 2638097"/>
                <a:gd name="connsiteX5" fmla="*/ 4088015 w 8176538"/>
                <a:gd name="connsiteY5" fmla="*/ 1566042 h 2638097"/>
                <a:gd name="connsiteX6" fmla="*/ 8176538 w 8176538"/>
                <a:gd name="connsiteY6" fmla="*/ 0 h 2638097"/>
                <a:gd name="connsiteX0" fmla="*/ 8176538 w 8176538"/>
                <a:gd name="connsiteY0" fmla="*/ 0 h 2772020"/>
                <a:gd name="connsiteX1" fmla="*/ 8176538 w 8176538"/>
                <a:gd name="connsiteY1" fmla="*/ 1271752 h 2772020"/>
                <a:gd name="connsiteX2" fmla="*/ 4099034 w 8176538"/>
                <a:gd name="connsiteY2" fmla="*/ 2772020 h 2772020"/>
                <a:gd name="connsiteX3" fmla="*/ 0 w 8176538"/>
                <a:gd name="connsiteY3" fmla="*/ 1269888 h 2772020"/>
                <a:gd name="connsiteX4" fmla="*/ 20511 w 8176538"/>
                <a:gd name="connsiteY4" fmla="*/ 147145 h 2772020"/>
                <a:gd name="connsiteX5" fmla="*/ 4088015 w 8176538"/>
                <a:gd name="connsiteY5" fmla="*/ 1566042 h 2772020"/>
                <a:gd name="connsiteX6" fmla="*/ 8176538 w 8176538"/>
                <a:gd name="connsiteY6" fmla="*/ 0 h 2772020"/>
                <a:gd name="connsiteX0" fmla="*/ 8176538 w 8176538"/>
                <a:gd name="connsiteY0" fmla="*/ 0 h 2772339"/>
                <a:gd name="connsiteX1" fmla="*/ 8176538 w 8176538"/>
                <a:gd name="connsiteY1" fmla="*/ 1378890 h 2772339"/>
                <a:gd name="connsiteX2" fmla="*/ 4099034 w 8176538"/>
                <a:gd name="connsiteY2" fmla="*/ 2772020 h 2772339"/>
                <a:gd name="connsiteX3" fmla="*/ 0 w 8176538"/>
                <a:gd name="connsiteY3" fmla="*/ 1269888 h 2772339"/>
                <a:gd name="connsiteX4" fmla="*/ 20511 w 8176538"/>
                <a:gd name="connsiteY4" fmla="*/ 147145 h 2772339"/>
                <a:gd name="connsiteX5" fmla="*/ 4088015 w 8176538"/>
                <a:gd name="connsiteY5" fmla="*/ 1566042 h 2772339"/>
                <a:gd name="connsiteX6" fmla="*/ 8176538 w 8176538"/>
                <a:gd name="connsiteY6" fmla="*/ 0 h 2772339"/>
                <a:gd name="connsiteX0" fmla="*/ 8176538 w 8176538"/>
                <a:gd name="connsiteY0" fmla="*/ 0 h 2825888"/>
                <a:gd name="connsiteX1" fmla="*/ 8176538 w 8176538"/>
                <a:gd name="connsiteY1" fmla="*/ 1378890 h 2825888"/>
                <a:gd name="connsiteX2" fmla="*/ 4099034 w 8176538"/>
                <a:gd name="connsiteY2" fmla="*/ 2825590 h 2825888"/>
                <a:gd name="connsiteX3" fmla="*/ 0 w 8176538"/>
                <a:gd name="connsiteY3" fmla="*/ 1269888 h 2825888"/>
                <a:gd name="connsiteX4" fmla="*/ 20511 w 8176538"/>
                <a:gd name="connsiteY4" fmla="*/ 147145 h 2825888"/>
                <a:gd name="connsiteX5" fmla="*/ 4088015 w 8176538"/>
                <a:gd name="connsiteY5" fmla="*/ 1566042 h 2825888"/>
                <a:gd name="connsiteX6" fmla="*/ 8176538 w 8176538"/>
                <a:gd name="connsiteY6" fmla="*/ 0 h 2825888"/>
                <a:gd name="connsiteX0" fmla="*/ 8165518 w 8165518"/>
                <a:gd name="connsiteY0" fmla="*/ 0 h 2825606"/>
                <a:gd name="connsiteX1" fmla="*/ 8165518 w 8165518"/>
                <a:gd name="connsiteY1" fmla="*/ 1378890 h 2825606"/>
                <a:gd name="connsiteX2" fmla="*/ 4088014 w 8165518"/>
                <a:gd name="connsiteY2" fmla="*/ 2825590 h 2825606"/>
                <a:gd name="connsiteX3" fmla="*/ 0 w 8165518"/>
                <a:gd name="connsiteY3" fmla="*/ 1403811 h 2825606"/>
                <a:gd name="connsiteX4" fmla="*/ 9491 w 8165518"/>
                <a:gd name="connsiteY4" fmla="*/ 147145 h 2825606"/>
                <a:gd name="connsiteX5" fmla="*/ 4076995 w 8165518"/>
                <a:gd name="connsiteY5" fmla="*/ 1566042 h 2825606"/>
                <a:gd name="connsiteX6" fmla="*/ 8165518 w 8165518"/>
                <a:gd name="connsiteY6" fmla="*/ 0 h 2825606"/>
                <a:gd name="connsiteX0" fmla="*/ 8165518 w 8165518"/>
                <a:gd name="connsiteY0" fmla="*/ 0 h 2879174"/>
                <a:gd name="connsiteX1" fmla="*/ 8165518 w 8165518"/>
                <a:gd name="connsiteY1" fmla="*/ 1378890 h 2879174"/>
                <a:gd name="connsiteX2" fmla="*/ 4132092 w 8165518"/>
                <a:gd name="connsiteY2" fmla="*/ 2879159 h 2879174"/>
                <a:gd name="connsiteX3" fmla="*/ 0 w 8165518"/>
                <a:gd name="connsiteY3" fmla="*/ 1403811 h 2879174"/>
                <a:gd name="connsiteX4" fmla="*/ 9491 w 8165518"/>
                <a:gd name="connsiteY4" fmla="*/ 147145 h 2879174"/>
                <a:gd name="connsiteX5" fmla="*/ 4076995 w 8165518"/>
                <a:gd name="connsiteY5" fmla="*/ 1566042 h 2879174"/>
                <a:gd name="connsiteX6" fmla="*/ 8165518 w 8165518"/>
                <a:gd name="connsiteY6" fmla="*/ 0 h 2879174"/>
                <a:gd name="connsiteX0" fmla="*/ 8165518 w 8176537"/>
                <a:gd name="connsiteY0" fmla="*/ 0 h 2879410"/>
                <a:gd name="connsiteX1" fmla="*/ 8176537 w 8176537"/>
                <a:gd name="connsiteY1" fmla="*/ 1499420 h 2879410"/>
                <a:gd name="connsiteX2" fmla="*/ 4132092 w 8176537"/>
                <a:gd name="connsiteY2" fmla="*/ 2879159 h 2879410"/>
                <a:gd name="connsiteX3" fmla="*/ 0 w 8176537"/>
                <a:gd name="connsiteY3" fmla="*/ 1403811 h 2879410"/>
                <a:gd name="connsiteX4" fmla="*/ 9491 w 8176537"/>
                <a:gd name="connsiteY4" fmla="*/ 147145 h 2879410"/>
                <a:gd name="connsiteX5" fmla="*/ 4076995 w 8176537"/>
                <a:gd name="connsiteY5" fmla="*/ 1566042 h 2879410"/>
                <a:gd name="connsiteX6" fmla="*/ 8165518 w 8176537"/>
                <a:gd name="connsiteY6" fmla="*/ 0 h 2879410"/>
                <a:gd name="connsiteX0" fmla="*/ 8165518 w 8176537"/>
                <a:gd name="connsiteY0" fmla="*/ 0 h 2879262"/>
                <a:gd name="connsiteX1" fmla="*/ 8176537 w 8176537"/>
                <a:gd name="connsiteY1" fmla="*/ 1499420 h 2879262"/>
                <a:gd name="connsiteX2" fmla="*/ 4132092 w 8176537"/>
                <a:gd name="connsiteY2" fmla="*/ 2879159 h 2879262"/>
                <a:gd name="connsiteX3" fmla="*/ 0 w 8176537"/>
                <a:gd name="connsiteY3" fmla="*/ 1403811 h 2879262"/>
                <a:gd name="connsiteX4" fmla="*/ 9491 w 8176537"/>
                <a:gd name="connsiteY4" fmla="*/ 147145 h 2879262"/>
                <a:gd name="connsiteX5" fmla="*/ 4076995 w 8176537"/>
                <a:gd name="connsiteY5" fmla="*/ 1566042 h 2879262"/>
                <a:gd name="connsiteX6" fmla="*/ 8165518 w 8176537"/>
                <a:gd name="connsiteY6" fmla="*/ 0 h 2879262"/>
                <a:gd name="connsiteX0" fmla="*/ 8165518 w 8176537"/>
                <a:gd name="connsiteY0" fmla="*/ 0 h 2879163"/>
                <a:gd name="connsiteX1" fmla="*/ 8176537 w 8176537"/>
                <a:gd name="connsiteY1" fmla="*/ 1499420 h 2879163"/>
                <a:gd name="connsiteX2" fmla="*/ 4132092 w 8176537"/>
                <a:gd name="connsiteY2" fmla="*/ 2879159 h 2879163"/>
                <a:gd name="connsiteX3" fmla="*/ 0 w 8176537"/>
                <a:gd name="connsiteY3" fmla="*/ 1510948 h 2879163"/>
                <a:gd name="connsiteX4" fmla="*/ 9491 w 8176537"/>
                <a:gd name="connsiteY4" fmla="*/ 147145 h 2879163"/>
                <a:gd name="connsiteX5" fmla="*/ 4076995 w 8176537"/>
                <a:gd name="connsiteY5" fmla="*/ 1566042 h 2879163"/>
                <a:gd name="connsiteX6" fmla="*/ 8165518 w 8176537"/>
                <a:gd name="connsiteY6" fmla="*/ 0 h 2879163"/>
                <a:gd name="connsiteX0" fmla="*/ 8165518 w 8198577"/>
                <a:gd name="connsiteY0" fmla="*/ 0 h 2879451"/>
                <a:gd name="connsiteX1" fmla="*/ 8198577 w 8198577"/>
                <a:gd name="connsiteY1" fmla="*/ 1606558 h 2879451"/>
                <a:gd name="connsiteX2" fmla="*/ 4132092 w 8198577"/>
                <a:gd name="connsiteY2" fmla="*/ 2879159 h 2879451"/>
                <a:gd name="connsiteX3" fmla="*/ 0 w 8198577"/>
                <a:gd name="connsiteY3" fmla="*/ 1510948 h 2879451"/>
                <a:gd name="connsiteX4" fmla="*/ 9491 w 8198577"/>
                <a:gd name="connsiteY4" fmla="*/ 147145 h 2879451"/>
                <a:gd name="connsiteX5" fmla="*/ 4076995 w 8198577"/>
                <a:gd name="connsiteY5" fmla="*/ 1566042 h 2879451"/>
                <a:gd name="connsiteX6" fmla="*/ 8165518 w 8198577"/>
                <a:gd name="connsiteY6" fmla="*/ 0 h 2879451"/>
                <a:gd name="connsiteX0" fmla="*/ 8165518 w 8165518"/>
                <a:gd name="connsiteY0" fmla="*/ 0 h 2880066"/>
                <a:gd name="connsiteX1" fmla="*/ 8165518 w 8165518"/>
                <a:gd name="connsiteY1" fmla="*/ 1673520 h 2880066"/>
                <a:gd name="connsiteX2" fmla="*/ 4132092 w 8165518"/>
                <a:gd name="connsiteY2" fmla="*/ 2879159 h 2880066"/>
                <a:gd name="connsiteX3" fmla="*/ 0 w 8165518"/>
                <a:gd name="connsiteY3" fmla="*/ 1510948 h 2880066"/>
                <a:gd name="connsiteX4" fmla="*/ 9491 w 8165518"/>
                <a:gd name="connsiteY4" fmla="*/ 147145 h 2880066"/>
                <a:gd name="connsiteX5" fmla="*/ 4076995 w 8165518"/>
                <a:gd name="connsiteY5" fmla="*/ 1566042 h 2880066"/>
                <a:gd name="connsiteX6" fmla="*/ 8165518 w 8165518"/>
                <a:gd name="connsiteY6" fmla="*/ 0 h 2880066"/>
                <a:gd name="connsiteX0" fmla="*/ 8156794 w 8156794"/>
                <a:gd name="connsiteY0" fmla="*/ 0 h 2879270"/>
                <a:gd name="connsiteX1" fmla="*/ 8156794 w 8156794"/>
                <a:gd name="connsiteY1" fmla="*/ 1673520 h 2879270"/>
                <a:gd name="connsiteX2" fmla="*/ 4123368 w 8156794"/>
                <a:gd name="connsiteY2" fmla="*/ 2879159 h 2879270"/>
                <a:gd name="connsiteX3" fmla="*/ 2295 w 8156794"/>
                <a:gd name="connsiteY3" fmla="*/ 1618086 h 2879270"/>
                <a:gd name="connsiteX4" fmla="*/ 767 w 8156794"/>
                <a:gd name="connsiteY4" fmla="*/ 147145 h 2879270"/>
                <a:gd name="connsiteX5" fmla="*/ 4068271 w 8156794"/>
                <a:gd name="connsiteY5" fmla="*/ 1566042 h 2879270"/>
                <a:gd name="connsiteX6" fmla="*/ 8156794 w 8156794"/>
                <a:gd name="connsiteY6" fmla="*/ 0 h 287927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20"/>
                <a:gd name="connsiteX1" fmla="*/ 8156794 w 8156794"/>
                <a:gd name="connsiteY1" fmla="*/ 1673520 h 2973020"/>
                <a:gd name="connsiteX2" fmla="*/ 4134388 w 8156794"/>
                <a:gd name="connsiteY2" fmla="*/ 2972904 h 2973020"/>
                <a:gd name="connsiteX3" fmla="*/ 2295 w 8156794"/>
                <a:gd name="connsiteY3" fmla="*/ 1618086 h 2973020"/>
                <a:gd name="connsiteX4" fmla="*/ 767 w 8156794"/>
                <a:gd name="connsiteY4" fmla="*/ 147145 h 2973020"/>
                <a:gd name="connsiteX5" fmla="*/ 4068271 w 8156794"/>
                <a:gd name="connsiteY5" fmla="*/ 1566042 h 2973020"/>
                <a:gd name="connsiteX6" fmla="*/ 8156794 w 8156794"/>
                <a:gd name="connsiteY6" fmla="*/ 0 h 2973020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141"/>
                <a:gd name="connsiteX1" fmla="*/ 8156794 w 8156794"/>
                <a:gd name="connsiteY1" fmla="*/ 1673520 h 2973141"/>
                <a:gd name="connsiteX2" fmla="*/ 4134388 w 8156794"/>
                <a:gd name="connsiteY2" fmla="*/ 2972904 h 2973141"/>
                <a:gd name="connsiteX3" fmla="*/ 2295 w 8156794"/>
                <a:gd name="connsiteY3" fmla="*/ 1618086 h 2973141"/>
                <a:gd name="connsiteX4" fmla="*/ 767 w 8156794"/>
                <a:gd name="connsiteY4" fmla="*/ 147145 h 2973141"/>
                <a:gd name="connsiteX5" fmla="*/ 4068271 w 8156794"/>
                <a:gd name="connsiteY5" fmla="*/ 1566042 h 2973141"/>
                <a:gd name="connsiteX6" fmla="*/ 8156794 w 8156794"/>
                <a:gd name="connsiteY6" fmla="*/ 0 h 2973141"/>
                <a:gd name="connsiteX0" fmla="*/ 8156794 w 8156794"/>
                <a:gd name="connsiteY0" fmla="*/ 0 h 3066827"/>
                <a:gd name="connsiteX1" fmla="*/ 8156794 w 8156794"/>
                <a:gd name="connsiteY1" fmla="*/ 1673520 h 3066827"/>
                <a:gd name="connsiteX2" fmla="*/ 4123353 w 8156794"/>
                <a:gd name="connsiteY2" fmla="*/ 3066650 h 3066827"/>
                <a:gd name="connsiteX3" fmla="*/ 2295 w 8156794"/>
                <a:gd name="connsiteY3" fmla="*/ 1618086 h 3066827"/>
                <a:gd name="connsiteX4" fmla="*/ 767 w 8156794"/>
                <a:gd name="connsiteY4" fmla="*/ 147145 h 3066827"/>
                <a:gd name="connsiteX5" fmla="*/ 4068271 w 8156794"/>
                <a:gd name="connsiteY5" fmla="*/ 1566042 h 3066827"/>
                <a:gd name="connsiteX6" fmla="*/ 8156794 w 8156794"/>
                <a:gd name="connsiteY6" fmla="*/ 0 h 3066827"/>
                <a:gd name="connsiteX0" fmla="*/ 8123689 w 8156794"/>
                <a:gd name="connsiteY0" fmla="*/ 0 h 2999866"/>
                <a:gd name="connsiteX1" fmla="*/ 8156794 w 8156794"/>
                <a:gd name="connsiteY1" fmla="*/ 1606559 h 2999866"/>
                <a:gd name="connsiteX2" fmla="*/ 4123353 w 8156794"/>
                <a:gd name="connsiteY2" fmla="*/ 2999689 h 2999866"/>
                <a:gd name="connsiteX3" fmla="*/ 2295 w 8156794"/>
                <a:gd name="connsiteY3" fmla="*/ 1551125 h 2999866"/>
                <a:gd name="connsiteX4" fmla="*/ 767 w 8156794"/>
                <a:gd name="connsiteY4" fmla="*/ 80184 h 2999866"/>
                <a:gd name="connsiteX5" fmla="*/ 4068271 w 8156794"/>
                <a:gd name="connsiteY5" fmla="*/ 1499081 h 2999866"/>
                <a:gd name="connsiteX6" fmla="*/ 8123689 w 8156794"/>
                <a:gd name="connsiteY6" fmla="*/ 0 h 2999866"/>
                <a:gd name="connsiteX0" fmla="*/ 8167828 w 8167828"/>
                <a:gd name="connsiteY0" fmla="*/ 0 h 3026651"/>
                <a:gd name="connsiteX1" fmla="*/ 8156794 w 8167828"/>
                <a:gd name="connsiteY1" fmla="*/ 1633344 h 3026651"/>
                <a:gd name="connsiteX2" fmla="*/ 4123353 w 8167828"/>
                <a:gd name="connsiteY2" fmla="*/ 3026474 h 3026651"/>
                <a:gd name="connsiteX3" fmla="*/ 2295 w 8167828"/>
                <a:gd name="connsiteY3" fmla="*/ 1577910 h 3026651"/>
                <a:gd name="connsiteX4" fmla="*/ 767 w 8167828"/>
                <a:gd name="connsiteY4" fmla="*/ 106969 h 3026651"/>
                <a:gd name="connsiteX5" fmla="*/ 4068271 w 8167828"/>
                <a:gd name="connsiteY5" fmla="*/ 1525866 h 3026651"/>
                <a:gd name="connsiteX6" fmla="*/ 8167828 w 8167828"/>
                <a:gd name="connsiteY6" fmla="*/ 0 h 3026651"/>
                <a:gd name="connsiteX0" fmla="*/ 8167828 w 8167828"/>
                <a:gd name="connsiteY0" fmla="*/ 0 h 3027228"/>
                <a:gd name="connsiteX1" fmla="*/ 8145760 w 8167828"/>
                <a:gd name="connsiteY1" fmla="*/ 1686913 h 3027228"/>
                <a:gd name="connsiteX2" fmla="*/ 4123353 w 8167828"/>
                <a:gd name="connsiteY2" fmla="*/ 3026474 h 3027228"/>
                <a:gd name="connsiteX3" fmla="*/ 2295 w 8167828"/>
                <a:gd name="connsiteY3" fmla="*/ 1577910 h 3027228"/>
                <a:gd name="connsiteX4" fmla="*/ 767 w 8167828"/>
                <a:gd name="connsiteY4" fmla="*/ 106969 h 3027228"/>
                <a:gd name="connsiteX5" fmla="*/ 4068271 w 8167828"/>
                <a:gd name="connsiteY5" fmla="*/ 1525866 h 3027228"/>
                <a:gd name="connsiteX6" fmla="*/ 8167828 w 8167828"/>
                <a:gd name="connsiteY6" fmla="*/ 0 h 3027228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23689 w 8145760"/>
                <a:gd name="connsiteY0" fmla="*/ 13560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9 w 8145760"/>
                <a:gd name="connsiteY6" fmla="*/ 13560 h 2920259"/>
                <a:gd name="connsiteX0" fmla="*/ 8178863 w 8178863"/>
                <a:gd name="connsiteY0" fmla="*/ 26952 h 2920259"/>
                <a:gd name="connsiteX1" fmla="*/ 8145760 w 8178863"/>
                <a:gd name="connsiteY1" fmla="*/ 1579944 h 2920259"/>
                <a:gd name="connsiteX2" fmla="*/ 4123353 w 8178863"/>
                <a:gd name="connsiteY2" fmla="*/ 2919505 h 2920259"/>
                <a:gd name="connsiteX3" fmla="*/ 2295 w 8178863"/>
                <a:gd name="connsiteY3" fmla="*/ 1470941 h 2920259"/>
                <a:gd name="connsiteX4" fmla="*/ 767 w 8178863"/>
                <a:gd name="connsiteY4" fmla="*/ 0 h 2920259"/>
                <a:gd name="connsiteX5" fmla="*/ 4068271 w 8178863"/>
                <a:gd name="connsiteY5" fmla="*/ 1418897 h 2920259"/>
                <a:gd name="connsiteX6" fmla="*/ 8178863 w 8178863"/>
                <a:gd name="connsiteY6" fmla="*/ 26952 h 2920259"/>
                <a:gd name="connsiteX0" fmla="*/ 8167827 w 8167827"/>
                <a:gd name="connsiteY0" fmla="*/ 40343 h 2920259"/>
                <a:gd name="connsiteX1" fmla="*/ 8145760 w 8167827"/>
                <a:gd name="connsiteY1" fmla="*/ 1579944 h 2920259"/>
                <a:gd name="connsiteX2" fmla="*/ 4123353 w 8167827"/>
                <a:gd name="connsiteY2" fmla="*/ 2919505 h 2920259"/>
                <a:gd name="connsiteX3" fmla="*/ 2295 w 8167827"/>
                <a:gd name="connsiteY3" fmla="*/ 1470941 h 2920259"/>
                <a:gd name="connsiteX4" fmla="*/ 767 w 8167827"/>
                <a:gd name="connsiteY4" fmla="*/ 0 h 2920259"/>
                <a:gd name="connsiteX5" fmla="*/ 4068271 w 8167827"/>
                <a:gd name="connsiteY5" fmla="*/ 1418897 h 2920259"/>
                <a:gd name="connsiteX6" fmla="*/ 8167827 w 8167827"/>
                <a:gd name="connsiteY6" fmla="*/ 40343 h 2920259"/>
                <a:gd name="connsiteX0" fmla="*/ 8123687 w 8145760"/>
                <a:gd name="connsiteY0" fmla="*/ 53735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7 w 8145760"/>
                <a:gd name="connsiteY6" fmla="*/ 53735 h 2920259"/>
                <a:gd name="connsiteX0" fmla="*/ 8161918 w 8161918"/>
                <a:gd name="connsiteY0" fmla="*/ 0 h 2943855"/>
                <a:gd name="connsiteX1" fmla="*/ 8145760 w 8161918"/>
                <a:gd name="connsiteY1" fmla="*/ 1603540 h 2943855"/>
                <a:gd name="connsiteX2" fmla="*/ 4123353 w 8161918"/>
                <a:gd name="connsiteY2" fmla="*/ 2943101 h 2943855"/>
                <a:gd name="connsiteX3" fmla="*/ 2295 w 8161918"/>
                <a:gd name="connsiteY3" fmla="*/ 1494537 h 2943855"/>
                <a:gd name="connsiteX4" fmla="*/ 767 w 8161918"/>
                <a:gd name="connsiteY4" fmla="*/ 23596 h 2943855"/>
                <a:gd name="connsiteX5" fmla="*/ 4068271 w 8161918"/>
                <a:gd name="connsiteY5" fmla="*/ 1442493 h 2943855"/>
                <a:gd name="connsiteX6" fmla="*/ 8161918 w 8161918"/>
                <a:gd name="connsiteY6" fmla="*/ 0 h 2943855"/>
                <a:gd name="connsiteX0" fmla="*/ 8144926 w 8145760"/>
                <a:gd name="connsiteY0" fmla="*/ 43424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44926 w 8145760"/>
                <a:gd name="connsiteY6" fmla="*/ 43424 h 2920259"/>
                <a:gd name="connsiteX0" fmla="*/ 8161918 w 8161918"/>
                <a:gd name="connsiteY0" fmla="*/ 0 h 2959321"/>
                <a:gd name="connsiteX1" fmla="*/ 8145760 w 8161918"/>
                <a:gd name="connsiteY1" fmla="*/ 1619006 h 2959321"/>
                <a:gd name="connsiteX2" fmla="*/ 4123353 w 8161918"/>
                <a:gd name="connsiteY2" fmla="*/ 2958567 h 2959321"/>
                <a:gd name="connsiteX3" fmla="*/ 2295 w 8161918"/>
                <a:gd name="connsiteY3" fmla="*/ 1510003 h 2959321"/>
                <a:gd name="connsiteX4" fmla="*/ 767 w 8161918"/>
                <a:gd name="connsiteY4" fmla="*/ 39062 h 2959321"/>
                <a:gd name="connsiteX5" fmla="*/ 4068271 w 8161918"/>
                <a:gd name="connsiteY5" fmla="*/ 1457959 h 2959321"/>
                <a:gd name="connsiteX6" fmla="*/ 8161918 w 8161918"/>
                <a:gd name="connsiteY6" fmla="*/ 0 h 2959321"/>
                <a:gd name="connsiteX0" fmla="*/ 8161918 w 8162752"/>
                <a:gd name="connsiteY0" fmla="*/ 0 h 2959488"/>
                <a:gd name="connsiteX1" fmla="*/ 8162752 w 8162752"/>
                <a:gd name="connsiteY1" fmla="*/ 1629317 h 2959488"/>
                <a:gd name="connsiteX2" fmla="*/ 4123353 w 8162752"/>
                <a:gd name="connsiteY2" fmla="*/ 2958567 h 2959488"/>
                <a:gd name="connsiteX3" fmla="*/ 2295 w 8162752"/>
                <a:gd name="connsiteY3" fmla="*/ 1510003 h 2959488"/>
                <a:gd name="connsiteX4" fmla="*/ 767 w 8162752"/>
                <a:gd name="connsiteY4" fmla="*/ 39062 h 2959488"/>
                <a:gd name="connsiteX5" fmla="*/ 4068271 w 8162752"/>
                <a:gd name="connsiteY5" fmla="*/ 1457959 h 2959488"/>
                <a:gd name="connsiteX6" fmla="*/ 8161918 w 8162752"/>
                <a:gd name="connsiteY6" fmla="*/ 0 h 2959488"/>
                <a:gd name="connsiteX0" fmla="*/ 8165930 w 8166764"/>
                <a:gd name="connsiteY0" fmla="*/ 7337 h 2966825"/>
                <a:gd name="connsiteX1" fmla="*/ 8166764 w 8166764"/>
                <a:gd name="connsiteY1" fmla="*/ 1636654 h 2966825"/>
                <a:gd name="connsiteX2" fmla="*/ 4127365 w 8166764"/>
                <a:gd name="connsiteY2" fmla="*/ 2965904 h 2966825"/>
                <a:gd name="connsiteX3" fmla="*/ 6307 w 8166764"/>
                <a:gd name="connsiteY3" fmla="*/ 1517340 h 2966825"/>
                <a:gd name="connsiteX4" fmla="*/ 532 w 8166764"/>
                <a:gd name="connsiteY4" fmla="*/ 0 h 2966825"/>
                <a:gd name="connsiteX5" fmla="*/ 4072283 w 8166764"/>
                <a:gd name="connsiteY5" fmla="*/ 1465296 h 2966825"/>
                <a:gd name="connsiteX6" fmla="*/ 8165930 w 8166764"/>
                <a:gd name="connsiteY6" fmla="*/ 7337 h 2966825"/>
                <a:gd name="connsiteX0" fmla="*/ 8168119 w 8168953"/>
                <a:gd name="connsiteY0" fmla="*/ 7337 h 2966682"/>
                <a:gd name="connsiteX1" fmla="*/ 8168953 w 8168953"/>
                <a:gd name="connsiteY1" fmla="*/ 1636654 h 2966682"/>
                <a:gd name="connsiteX2" fmla="*/ 4129554 w 8168953"/>
                <a:gd name="connsiteY2" fmla="*/ 2965904 h 2966682"/>
                <a:gd name="connsiteX3" fmla="*/ 0 w 8168953"/>
                <a:gd name="connsiteY3" fmla="*/ 1527651 h 2966682"/>
                <a:gd name="connsiteX4" fmla="*/ 2721 w 8168953"/>
                <a:gd name="connsiteY4" fmla="*/ 0 h 2966682"/>
                <a:gd name="connsiteX5" fmla="*/ 4074472 w 8168953"/>
                <a:gd name="connsiteY5" fmla="*/ 1465296 h 2966682"/>
                <a:gd name="connsiteX6" fmla="*/ 8168119 w 8168953"/>
                <a:gd name="connsiteY6" fmla="*/ 7337 h 2966682"/>
                <a:gd name="connsiteX0" fmla="*/ 8168119 w 8168953"/>
                <a:gd name="connsiteY0" fmla="*/ 7337 h 3100377"/>
                <a:gd name="connsiteX1" fmla="*/ 8168953 w 8168953"/>
                <a:gd name="connsiteY1" fmla="*/ 1636654 h 3100377"/>
                <a:gd name="connsiteX2" fmla="*/ 4118520 w 8168953"/>
                <a:gd name="connsiteY2" fmla="*/ 3099826 h 3100377"/>
                <a:gd name="connsiteX3" fmla="*/ 0 w 8168953"/>
                <a:gd name="connsiteY3" fmla="*/ 1527651 h 3100377"/>
                <a:gd name="connsiteX4" fmla="*/ 2721 w 8168953"/>
                <a:gd name="connsiteY4" fmla="*/ 0 h 3100377"/>
                <a:gd name="connsiteX5" fmla="*/ 4074472 w 8168953"/>
                <a:gd name="connsiteY5" fmla="*/ 1465296 h 3100377"/>
                <a:gd name="connsiteX6" fmla="*/ 8168119 w 8168953"/>
                <a:gd name="connsiteY6" fmla="*/ 7337 h 3100377"/>
                <a:gd name="connsiteX0" fmla="*/ 8168119 w 8168953"/>
                <a:gd name="connsiteY0" fmla="*/ 7337 h 3100429"/>
                <a:gd name="connsiteX1" fmla="*/ 8168953 w 8168953"/>
                <a:gd name="connsiteY1" fmla="*/ 1636654 h 3100429"/>
                <a:gd name="connsiteX2" fmla="*/ 4118520 w 8168953"/>
                <a:gd name="connsiteY2" fmla="*/ 3099826 h 3100429"/>
                <a:gd name="connsiteX3" fmla="*/ 0 w 8168953"/>
                <a:gd name="connsiteY3" fmla="*/ 1527651 h 3100429"/>
                <a:gd name="connsiteX4" fmla="*/ 2721 w 8168953"/>
                <a:gd name="connsiteY4" fmla="*/ 0 h 3100429"/>
                <a:gd name="connsiteX5" fmla="*/ 4074472 w 8168953"/>
                <a:gd name="connsiteY5" fmla="*/ 1465296 h 3100429"/>
                <a:gd name="connsiteX6" fmla="*/ 8168119 w 8168953"/>
                <a:gd name="connsiteY6" fmla="*/ 7337 h 3100429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166683" h="3099826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bg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                  </a:t>
              </a:r>
            </a:p>
          </p:txBody>
        </p:sp>
        <p:sp>
          <p:nvSpPr>
            <p:cNvPr id="636" name="Oval 635">
              <a:extLst>
                <a:ext uri="{FF2B5EF4-FFF2-40B4-BE49-F238E27FC236}">
                  <a16:creationId xmlns:a16="http://schemas.microsoft.com/office/drawing/2014/main" id="{24DB41F0-B458-2740-8144-D8993DA5DFDE}"/>
                </a:ext>
              </a:extLst>
            </p:cNvPr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             </a:t>
              </a:r>
            </a:p>
          </p:txBody>
        </p:sp>
        <p:grpSp>
          <p:nvGrpSpPr>
            <p:cNvPr id="637" name="Group 636">
              <a:extLst>
                <a:ext uri="{FF2B5EF4-FFF2-40B4-BE49-F238E27FC236}">
                  <a16:creationId xmlns:a16="http://schemas.microsoft.com/office/drawing/2014/main" id="{2A22D03D-2357-944F-A71A-94B46AED72BE}"/>
                </a:ext>
              </a:extLst>
            </p:cNvPr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638" name="Freeform 637">
                <a:extLst>
                  <a:ext uri="{FF2B5EF4-FFF2-40B4-BE49-F238E27FC236}">
                    <a16:creationId xmlns:a16="http://schemas.microsoft.com/office/drawing/2014/main" id="{E4CD4DE0-BD74-6742-9AB5-70B9AAC5E034}"/>
                  </a:ext>
                </a:extLst>
              </p:cNvPr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avLst/>
                <a:gdLst>
                  <a:gd name="connsiteX0" fmla="*/ 3725333 w 4588933"/>
                  <a:gd name="connsiteY0" fmla="*/ 0 h 1049866"/>
                  <a:gd name="connsiteX1" fmla="*/ 4588933 w 4588933"/>
                  <a:gd name="connsiteY1" fmla="*/ 270933 h 1049866"/>
                  <a:gd name="connsiteX2" fmla="*/ 3962400 w 4588933"/>
                  <a:gd name="connsiteY2" fmla="*/ 541866 h 1049866"/>
                  <a:gd name="connsiteX3" fmla="*/ 3742267 w 4588933"/>
                  <a:gd name="connsiteY3" fmla="*/ 457200 h 1049866"/>
                  <a:gd name="connsiteX4" fmla="*/ 2269067 w 4588933"/>
                  <a:gd name="connsiteY4" fmla="*/ 1049866 h 1049866"/>
                  <a:gd name="connsiteX5" fmla="*/ 880533 w 4588933"/>
                  <a:gd name="connsiteY5" fmla="*/ 457200 h 1049866"/>
                  <a:gd name="connsiteX6" fmla="*/ 592667 w 4588933"/>
                  <a:gd name="connsiteY6" fmla="*/ 541866 h 1049866"/>
                  <a:gd name="connsiteX7" fmla="*/ 0 w 4588933"/>
                  <a:gd name="connsiteY7" fmla="*/ 254000 h 1049866"/>
                  <a:gd name="connsiteX8" fmla="*/ 880533 w 4588933"/>
                  <a:gd name="connsiteY8" fmla="*/ 16933 h 1049866"/>
                  <a:gd name="connsiteX9" fmla="*/ 2302933 w 4588933"/>
                  <a:gd name="connsiteY9" fmla="*/ 626533 h 1049866"/>
                  <a:gd name="connsiteX10" fmla="*/ 3725333 w 4588933"/>
                  <a:gd name="connsiteY10" fmla="*/ 0 h 1049866"/>
                  <a:gd name="connsiteX0" fmla="*/ 3725333 w 4641485"/>
                  <a:gd name="connsiteY0" fmla="*/ 0 h 1049866"/>
                  <a:gd name="connsiteX1" fmla="*/ 4641485 w 4641485"/>
                  <a:gd name="connsiteY1" fmla="*/ 239402 h 1049866"/>
                  <a:gd name="connsiteX2" fmla="*/ 3962400 w 4641485"/>
                  <a:gd name="connsiteY2" fmla="*/ 541866 h 1049866"/>
                  <a:gd name="connsiteX3" fmla="*/ 3742267 w 4641485"/>
                  <a:gd name="connsiteY3" fmla="*/ 457200 h 1049866"/>
                  <a:gd name="connsiteX4" fmla="*/ 2269067 w 4641485"/>
                  <a:gd name="connsiteY4" fmla="*/ 1049866 h 1049866"/>
                  <a:gd name="connsiteX5" fmla="*/ 880533 w 4641485"/>
                  <a:gd name="connsiteY5" fmla="*/ 457200 h 1049866"/>
                  <a:gd name="connsiteX6" fmla="*/ 592667 w 4641485"/>
                  <a:gd name="connsiteY6" fmla="*/ 541866 h 1049866"/>
                  <a:gd name="connsiteX7" fmla="*/ 0 w 4641485"/>
                  <a:gd name="connsiteY7" fmla="*/ 254000 h 1049866"/>
                  <a:gd name="connsiteX8" fmla="*/ 880533 w 4641485"/>
                  <a:gd name="connsiteY8" fmla="*/ 16933 h 1049866"/>
                  <a:gd name="connsiteX9" fmla="*/ 2302933 w 4641485"/>
                  <a:gd name="connsiteY9" fmla="*/ 626533 h 1049866"/>
                  <a:gd name="connsiteX10" fmla="*/ 3725333 w 4641485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73798 w 4673016"/>
                  <a:gd name="connsiteY3" fmla="*/ 45720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84308 w 4673016"/>
                  <a:gd name="connsiteY3" fmla="*/ 404648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815839 w 4673016"/>
                  <a:gd name="connsiteY3" fmla="*/ 46771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4673016" h="104986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639" name="Freeform 638">
                <a:extLst>
                  <a:ext uri="{FF2B5EF4-FFF2-40B4-BE49-F238E27FC236}">
                    <a16:creationId xmlns:a16="http://schemas.microsoft.com/office/drawing/2014/main" id="{888F54AE-EE96-1643-8D6C-7B9B965689F0}"/>
                  </a:ext>
                </a:extLst>
              </p:cNvPr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avLst/>
                <a:gdLst>
                  <a:gd name="connsiteX0" fmla="*/ 21021 w 1744718"/>
                  <a:gd name="connsiteY0" fmla="*/ 0 h 903890"/>
                  <a:gd name="connsiteX1" fmla="*/ 1744718 w 1744718"/>
                  <a:gd name="connsiteY1" fmla="*/ 693683 h 903890"/>
                  <a:gd name="connsiteX2" fmla="*/ 1145628 w 1744718"/>
                  <a:gd name="connsiteY2" fmla="*/ 903890 h 903890"/>
                  <a:gd name="connsiteX3" fmla="*/ 0 w 1744718"/>
                  <a:gd name="connsiteY3" fmla="*/ 451945 h 903890"/>
                  <a:gd name="connsiteX4" fmla="*/ 21021 w 1744718"/>
                  <a:gd name="connsiteY4" fmla="*/ 0 h 9038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44718" h="903890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640" name="Freeform 639">
                <a:extLst>
                  <a:ext uri="{FF2B5EF4-FFF2-40B4-BE49-F238E27FC236}">
                    <a16:creationId xmlns:a16="http://schemas.microsoft.com/office/drawing/2014/main" id="{A9967105-8A41-8646-A119-3F7E30AAD3E1}"/>
                  </a:ext>
                </a:extLst>
              </p:cNvPr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avLst/>
                <a:gdLst>
                  <a:gd name="connsiteX0" fmla="*/ 1702676 w 1713187"/>
                  <a:gd name="connsiteY0" fmla="*/ 0 h 893380"/>
                  <a:gd name="connsiteX1" fmla="*/ 1713187 w 1713187"/>
                  <a:gd name="connsiteY1" fmla="*/ 472966 h 893380"/>
                  <a:gd name="connsiteX2" fmla="*/ 578069 w 1713187"/>
                  <a:gd name="connsiteY2" fmla="*/ 893380 h 893380"/>
                  <a:gd name="connsiteX3" fmla="*/ 0 w 1713187"/>
                  <a:gd name="connsiteY3" fmla="*/ 693683 h 893380"/>
                  <a:gd name="connsiteX4" fmla="*/ 1702676 w 1713187"/>
                  <a:gd name="connsiteY4" fmla="*/ 0 h 8933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13187" h="893380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641" name="Freeform 640">
                <a:extLst>
                  <a:ext uri="{FF2B5EF4-FFF2-40B4-BE49-F238E27FC236}">
                    <a16:creationId xmlns:a16="http://schemas.microsoft.com/office/drawing/2014/main" id="{F0349917-BFEB-DD4E-95A0-2C5BFAD63B10}"/>
                  </a:ext>
                </a:extLst>
              </p:cNvPr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avLst/>
                <a:gdLst>
                  <a:gd name="connsiteX0" fmla="*/ 599089 w 4162096"/>
                  <a:gd name="connsiteY0" fmla="*/ 273269 h 1618593"/>
                  <a:gd name="connsiteX1" fmla="*/ 882869 w 4162096"/>
                  <a:gd name="connsiteY1" fmla="*/ 199697 h 1618593"/>
                  <a:gd name="connsiteX2" fmla="*/ 2312276 w 4162096"/>
                  <a:gd name="connsiteY2" fmla="*/ 798786 h 1618593"/>
                  <a:gd name="connsiteX3" fmla="*/ 3794234 w 4162096"/>
                  <a:gd name="connsiteY3" fmla="*/ 199697 h 1618593"/>
                  <a:gd name="connsiteX4" fmla="*/ 4014951 w 4162096"/>
                  <a:gd name="connsiteY4" fmla="*/ 273269 h 1618593"/>
                  <a:gd name="connsiteX5" fmla="*/ 3058510 w 4162096"/>
                  <a:gd name="connsiteY5" fmla="*/ 641131 h 1618593"/>
                  <a:gd name="connsiteX6" fmla="*/ 3026979 w 4162096"/>
                  <a:gd name="connsiteY6" fmla="*/ 1114097 h 1618593"/>
                  <a:gd name="connsiteX7" fmla="*/ 4162096 w 4162096"/>
                  <a:gd name="connsiteY7" fmla="*/ 1545021 h 1618593"/>
                  <a:gd name="connsiteX8" fmla="*/ 3878317 w 4162096"/>
                  <a:gd name="connsiteY8" fmla="*/ 1608083 h 1618593"/>
                  <a:gd name="connsiteX9" fmla="*/ 2301765 w 4162096"/>
                  <a:gd name="connsiteY9" fmla="*/ 945931 h 1618593"/>
                  <a:gd name="connsiteX10" fmla="*/ 693682 w 4162096"/>
                  <a:gd name="connsiteY10" fmla="*/ 1618593 h 1618593"/>
                  <a:gd name="connsiteX11" fmla="*/ 430924 w 4162096"/>
                  <a:gd name="connsiteY11" fmla="*/ 1524000 h 1618593"/>
                  <a:gd name="connsiteX12" fmla="*/ 1576551 w 4162096"/>
                  <a:gd name="connsiteY12" fmla="*/ 1082566 h 1618593"/>
                  <a:gd name="connsiteX13" fmla="*/ 1545020 w 4162096"/>
                  <a:gd name="connsiteY13" fmla="*/ 609600 h 1618593"/>
                  <a:gd name="connsiteX14" fmla="*/ 0 w 4162096"/>
                  <a:gd name="connsiteY14" fmla="*/ 0 h 1618593"/>
                  <a:gd name="connsiteX15" fmla="*/ 872358 w 4162096"/>
                  <a:gd name="connsiteY15" fmla="*/ 210207 h 1618593"/>
                  <a:gd name="connsiteX16" fmla="*/ 872358 w 4162096"/>
                  <a:gd name="connsiteY16" fmla="*/ 210207 h 1618593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15" fmla="*/ 441434 w 3731172"/>
                  <a:gd name="connsiteY15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357351 w 3731172"/>
                  <a:gd name="connsiteY14" fmla="*/ 115613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56137 w 3731172"/>
                  <a:gd name="connsiteY13" fmla="*/ 441434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903890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575034 w 3710151"/>
                  <a:gd name="connsiteY6" fmla="*/ 91440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06565 w 3710151"/>
                  <a:gd name="connsiteY6" fmla="*/ 92491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5151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09858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62012 w 3725019"/>
                  <a:gd name="connsiteY0" fmla="*/ 73572 h 1418896"/>
                  <a:gd name="connsiteX1" fmla="*/ 445792 w 3725019"/>
                  <a:gd name="connsiteY1" fmla="*/ 0 h 1418896"/>
                  <a:gd name="connsiteX2" fmla="*/ 1852896 w 3725019"/>
                  <a:gd name="connsiteY2" fmla="*/ 591655 h 1418896"/>
                  <a:gd name="connsiteX3" fmla="*/ 3357157 w 3725019"/>
                  <a:gd name="connsiteY3" fmla="*/ 0 h 1418896"/>
                  <a:gd name="connsiteX4" fmla="*/ 3577874 w 3725019"/>
                  <a:gd name="connsiteY4" fmla="*/ 73572 h 1418896"/>
                  <a:gd name="connsiteX5" fmla="*/ 2632585 w 3725019"/>
                  <a:gd name="connsiteY5" fmla="*/ 448868 h 1418896"/>
                  <a:gd name="connsiteX6" fmla="*/ 2625150 w 3725019"/>
                  <a:gd name="connsiteY6" fmla="*/ 902607 h 1418896"/>
                  <a:gd name="connsiteX7" fmla="*/ 3725019 w 3725019"/>
                  <a:gd name="connsiteY7" fmla="*/ 1345324 h 1418896"/>
                  <a:gd name="connsiteX8" fmla="*/ 3441240 w 3725019"/>
                  <a:gd name="connsiteY8" fmla="*/ 1408386 h 1418896"/>
                  <a:gd name="connsiteX9" fmla="*/ 1864688 w 3725019"/>
                  <a:gd name="connsiteY9" fmla="*/ 746234 h 1418896"/>
                  <a:gd name="connsiteX10" fmla="*/ 256605 w 3725019"/>
                  <a:gd name="connsiteY10" fmla="*/ 1418896 h 1418896"/>
                  <a:gd name="connsiteX11" fmla="*/ 0 w 3725019"/>
                  <a:gd name="connsiteY11" fmla="*/ 1331097 h 1418896"/>
                  <a:gd name="connsiteX12" fmla="*/ 1113454 w 3725019"/>
                  <a:gd name="connsiteY12" fmla="*/ 903890 h 1418896"/>
                  <a:gd name="connsiteX13" fmla="*/ 1102302 w 3725019"/>
                  <a:gd name="connsiteY13" fmla="*/ 451945 h 1418896"/>
                  <a:gd name="connsiteX14" fmla="*/ 183032 w 3725019"/>
                  <a:gd name="connsiteY14" fmla="*/ 84081 h 1418896"/>
                  <a:gd name="connsiteX15" fmla="*/ 162012 w 3725019"/>
                  <a:gd name="connsiteY15" fmla="*/ 73572 h 14188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725019" h="1418896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</p:grpSp>
      <p:grpSp>
        <p:nvGrpSpPr>
          <p:cNvPr id="626" name="Group 625">
            <a:extLst>
              <a:ext uri="{FF2B5EF4-FFF2-40B4-BE49-F238E27FC236}">
                <a16:creationId xmlns:a16="http://schemas.microsoft.com/office/drawing/2014/main" id="{0556E247-D59A-2842-82DE-FE8E6F79E019}"/>
              </a:ext>
            </a:extLst>
          </p:cNvPr>
          <p:cNvGrpSpPr/>
          <p:nvPr/>
        </p:nvGrpSpPr>
        <p:grpSpPr>
          <a:xfrm>
            <a:off x="7203643" y="3367614"/>
            <a:ext cx="660225" cy="290099"/>
            <a:chOff x="7493876" y="2774731"/>
            <a:chExt cx="1481958" cy="894622"/>
          </a:xfrm>
        </p:grpSpPr>
        <p:sp>
          <p:nvSpPr>
            <p:cNvPr id="627" name="Freeform 626">
              <a:extLst>
                <a:ext uri="{FF2B5EF4-FFF2-40B4-BE49-F238E27FC236}">
                  <a16:creationId xmlns:a16="http://schemas.microsoft.com/office/drawing/2014/main" id="{445667BF-2880-A44B-92FF-0150E2B89E89}"/>
                </a:ext>
              </a:extLst>
            </p:cNvPr>
            <p:cNvSpPr/>
            <p:nvPr/>
          </p:nvSpPr>
          <p:spPr>
            <a:xfrm>
              <a:off x="7493876" y="3084399"/>
              <a:ext cx="1481958" cy="584954"/>
            </a:xfrm>
            <a:custGeom>
              <a:avLst/>
              <a:gdLst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76538 w 8176538"/>
                <a:gd name="connsiteY0" fmla="*/ 0 h 2638097"/>
                <a:gd name="connsiteX1" fmla="*/ 8176538 w 8176538"/>
                <a:gd name="connsiteY1" fmla="*/ 1271752 h 2638097"/>
                <a:gd name="connsiteX2" fmla="*/ 4088015 w 8176538"/>
                <a:gd name="connsiteY2" fmla="*/ 2638097 h 2638097"/>
                <a:gd name="connsiteX3" fmla="*/ 0 w 8176538"/>
                <a:gd name="connsiteY3" fmla="*/ 1269888 h 2638097"/>
                <a:gd name="connsiteX4" fmla="*/ 20511 w 8176538"/>
                <a:gd name="connsiteY4" fmla="*/ 147145 h 2638097"/>
                <a:gd name="connsiteX5" fmla="*/ 4088015 w 8176538"/>
                <a:gd name="connsiteY5" fmla="*/ 1566042 h 2638097"/>
                <a:gd name="connsiteX6" fmla="*/ 8176538 w 8176538"/>
                <a:gd name="connsiteY6" fmla="*/ 0 h 2638097"/>
                <a:gd name="connsiteX0" fmla="*/ 8176538 w 8176538"/>
                <a:gd name="connsiteY0" fmla="*/ 0 h 2772020"/>
                <a:gd name="connsiteX1" fmla="*/ 8176538 w 8176538"/>
                <a:gd name="connsiteY1" fmla="*/ 1271752 h 2772020"/>
                <a:gd name="connsiteX2" fmla="*/ 4099034 w 8176538"/>
                <a:gd name="connsiteY2" fmla="*/ 2772020 h 2772020"/>
                <a:gd name="connsiteX3" fmla="*/ 0 w 8176538"/>
                <a:gd name="connsiteY3" fmla="*/ 1269888 h 2772020"/>
                <a:gd name="connsiteX4" fmla="*/ 20511 w 8176538"/>
                <a:gd name="connsiteY4" fmla="*/ 147145 h 2772020"/>
                <a:gd name="connsiteX5" fmla="*/ 4088015 w 8176538"/>
                <a:gd name="connsiteY5" fmla="*/ 1566042 h 2772020"/>
                <a:gd name="connsiteX6" fmla="*/ 8176538 w 8176538"/>
                <a:gd name="connsiteY6" fmla="*/ 0 h 2772020"/>
                <a:gd name="connsiteX0" fmla="*/ 8176538 w 8176538"/>
                <a:gd name="connsiteY0" fmla="*/ 0 h 2772339"/>
                <a:gd name="connsiteX1" fmla="*/ 8176538 w 8176538"/>
                <a:gd name="connsiteY1" fmla="*/ 1378890 h 2772339"/>
                <a:gd name="connsiteX2" fmla="*/ 4099034 w 8176538"/>
                <a:gd name="connsiteY2" fmla="*/ 2772020 h 2772339"/>
                <a:gd name="connsiteX3" fmla="*/ 0 w 8176538"/>
                <a:gd name="connsiteY3" fmla="*/ 1269888 h 2772339"/>
                <a:gd name="connsiteX4" fmla="*/ 20511 w 8176538"/>
                <a:gd name="connsiteY4" fmla="*/ 147145 h 2772339"/>
                <a:gd name="connsiteX5" fmla="*/ 4088015 w 8176538"/>
                <a:gd name="connsiteY5" fmla="*/ 1566042 h 2772339"/>
                <a:gd name="connsiteX6" fmla="*/ 8176538 w 8176538"/>
                <a:gd name="connsiteY6" fmla="*/ 0 h 2772339"/>
                <a:gd name="connsiteX0" fmla="*/ 8176538 w 8176538"/>
                <a:gd name="connsiteY0" fmla="*/ 0 h 2825888"/>
                <a:gd name="connsiteX1" fmla="*/ 8176538 w 8176538"/>
                <a:gd name="connsiteY1" fmla="*/ 1378890 h 2825888"/>
                <a:gd name="connsiteX2" fmla="*/ 4099034 w 8176538"/>
                <a:gd name="connsiteY2" fmla="*/ 2825590 h 2825888"/>
                <a:gd name="connsiteX3" fmla="*/ 0 w 8176538"/>
                <a:gd name="connsiteY3" fmla="*/ 1269888 h 2825888"/>
                <a:gd name="connsiteX4" fmla="*/ 20511 w 8176538"/>
                <a:gd name="connsiteY4" fmla="*/ 147145 h 2825888"/>
                <a:gd name="connsiteX5" fmla="*/ 4088015 w 8176538"/>
                <a:gd name="connsiteY5" fmla="*/ 1566042 h 2825888"/>
                <a:gd name="connsiteX6" fmla="*/ 8176538 w 8176538"/>
                <a:gd name="connsiteY6" fmla="*/ 0 h 2825888"/>
                <a:gd name="connsiteX0" fmla="*/ 8165518 w 8165518"/>
                <a:gd name="connsiteY0" fmla="*/ 0 h 2825606"/>
                <a:gd name="connsiteX1" fmla="*/ 8165518 w 8165518"/>
                <a:gd name="connsiteY1" fmla="*/ 1378890 h 2825606"/>
                <a:gd name="connsiteX2" fmla="*/ 4088014 w 8165518"/>
                <a:gd name="connsiteY2" fmla="*/ 2825590 h 2825606"/>
                <a:gd name="connsiteX3" fmla="*/ 0 w 8165518"/>
                <a:gd name="connsiteY3" fmla="*/ 1403811 h 2825606"/>
                <a:gd name="connsiteX4" fmla="*/ 9491 w 8165518"/>
                <a:gd name="connsiteY4" fmla="*/ 147145 h 2825606"/>
                <a:gd name="connsiteX5" fmla="*/ 4076995 w 8165518"/>
                <a:gd name="connsiteY5" fmla="*/ 1566042 h 2825606"/>
                <a:gd name="connsiteX6" fmla="*/ 8165518 w 8165518"/>
                <a:gd name="connsiteY6" fmla="*/ 0 h 2825606"/>
                <a:gd name="connsiteX0" fmla="*/ 8165518 w 8165518"/>
                <a:gd name="connsiteY0" fmla="*/ 0 h 2879174"/>
                <a:gd name="connsiteX1" fmla="*/ 8165518 w 8165518"/>
                <a:gd name="connsiteY1" fmla="*/ 1378890 h 2879174"/>
                <a:gd name="connsiteX2" fmla="*/ 4132092 w 8165518"/>
                <a:gd name="connsiteY2" fmla="*/ 2879159 h 2879174"/>
                <a:gd name="connsiteX3" fmla="*/ 0 w 8165518"/>
                <a:gd name="connsiteY3" fmla="*/ 1403811 h 2879174"/>
                <a:gd name="connsiteX4" fmla="*/ 9491 w 8165518"/>
                <a:gd name="connsiteY4" fmla="*/ 147145 h 2879174"/>
                <a:gd name="connsiteX5" fmla="*/ 4076995 w 8165518"/>
                <a:gd name="connsiteY5" fmla="*/ 1566042 h 2879174"/>
                <a:gd name="connsiteX6" fmla="*/ 8165518 w 8165518"/>
                <a:gd name="connsiteY6" fmla="*/ 0 h 2879174"/>
                <a:gd name="connsiteX0" fmla="*/ 8165518 w 8176537"/>
                <a:gd name="connsiteY0" fmla="*/ 0 h 2879410"/>
                <a:gd name="connsiteX1" fmla="*/ 8176537 w 8176537"/>
                <a:gd name="connsiteY1" fmla="*/ 1499420 h 2879410"/>
                <a:gd name="connsiteX2" fmla="*/ 4132092 w 8176537"/>
                <a:gd name="connsiteY2" fmla="*/ 2879159 h 2879410"/>
                <a:gd name="connsiteX3" fmla="*/ 0 w 8176537"/>
                <a:gd name="connsiteY3" fmla="*/ 1403811 h 2879410"/>
                <a:gd name="connsiteX4" fmla="*/ 9491 w 8176537"/>
                <a:gd name="connsiteY4" fmla="*/ 147145 h 2879410"/>
                <a:gd name="connsiteX5" fmla="*/ 4076995 w 8176537"/>
                <a:gd name="connsiteY5" fmla="*/ 1566042 h 2879410"/>
                <a:gd name="connsiteX6" fmla="*/ 8165518 w 8176537"/>
                <a:gd name="connsiteY6" fmla="*/ 0 h 2879410"/>
                <a:gd name="connsiteX0" fmla="*/ 8165518 w 8176537"/>
                <a:gd name="connsiteY0" fmla="*/ 0 h 2879262"/>
                <a:gd name="connsiteX1" fmla="*/ 8176537 w 8176537"/>
                <a:gd name="connsiteY1" fmla="*/ 1499420 h 2879262"/>
                <a:gd name="connsiteX2" fmla="*/ 4132092 w 8176537"/>
                <a:gd name="connsiteY2" fmla="*/ 2879159 h 2879262"/>
                <a:gd name="connsiteX3" fmla="*/ 0 w 8176537"/>
                <a:gd name="connsiteY3" fmla="*/ 1403811 h 2879262"/>
                <a:gd name="connsiteX4" fmla="*/ 9491 w 8176537"/>
                <a:gd name="connsiteY4" fmla="*/ 147145 h 2879262"/>
                <a:gd name="connsiteX5" fmla="*/ 4076995 w 8176537"/>
                <a:gd name="connsiteY5" fmla="*/ 1566042 h 2879262"/>
                <a:gd name="connsiteX6" fmla="*/ 8165518 w 8176537"/>
                <a:gd name="connsiteY6" fmla="*/ 0 h 2879262"/>
                <a:gd name="connsiteX0" fmla="*/ 8165518 w 8176537"/>
                <a:gd name="connsiteY0" fmla="*/ 0 h 2879163"/>
                <a:gd name="connsiteX1" fmla="*/ 8176537 w 8176537"/>
                <a:gd name="connsiteY1" fmla="*/ 1499420 h 2879163"/>
                <a:gd name="connsiteX2" fmla="*/ 4132092 w 8176537"/>
                <a:gd name="connsiteY2" fmla="*/ 2879159 h 2879163"/>
                <a:gd name="connsiteX3" fmla="*/ 0 w 8176537"/>
                <a:gd name="connsiteY3" fmla="*/ 1510948 h 2879163"/>
                <a:gd name="connsiteX4" fmla="*/ 9491 w 8176537"/>
                <a:gd name="connsiteY4" fmla="*/ 147145 h 2879163"/>
                <a:gd name="connsiteX5" fmla="*/ 4076995 w 8176537"/>
                <a:gd name="connsiteY5" fmla="*/ 1566042 h 2879163"/>
                <a:gd name="connsiteX6" fmla="*/ 8165518 w 8176537"/>
                <a:gd name="connsiteY6" fmla="*/ 0 h 2879163"/>
                <a:gd name="connsiteX0" fmla="*/ 8165518 w 8198577"/>
                <a:gd name="connsiteY0" fmla="*/ 0 h 2879451"/>
                <a:gd name="connsiteX1" fmla="*/ 8198577 w 8198577"/>
                <a:gd name="connsiteY1" fmla="*/ 1606558 h 2879451"/>
                <a:gd name="connsiteX2" fmla="*/ 4132092 w 8198577"/>
                <a:gd name="connsiteY2" fmla="*/ 2879159 h 2879451"/>
                <a:gd name="connsiteX3" fmla="*/ 0 w 8198577"/>
                <a:gd name="connsiteY3" fmla="*/ 1510948 h 2879451"/>
                <a:gd name="connsiteX4" fmla="*/ 9491 w 8198577"/>
                <a:gd name="connsiteY4" fmla="*/ 147145 h 2879451"/>
                <a:gd name="connsiteX5" fmla="*/ 4076995 w 8198577"/>
                <a:gd name="connsiteY5" fmla="*/ 1566042 h 2879451"/>
                <a:gd name="connsiteX6" fmla="*/ 8165518 w 8198577"/>
                <a:gd name="connsiteY6" fmla="*/ 0 h 2879451"/>
                <a:gd name="connsiteX0" fmla="*/ 8165518 w 8165518"/>
                <a:gd name="connsiteY0" fmla="*/ 0 h 2880066"/>
                <a:gd name="connsiteX1" fmla="*/ 8165518 w 8165518"/>
                <a:gd name="connsiteY1" fmla="*/ 1673520 h 2880066"/>
                <a:gd name="connsiteX2" fmla="*/ 4132092 w 8165518"/>
                <a:gd name="connsiteY2" fmla="*/ 2879159 h 2880066"/>
                <a:gd name="connsiteX3" fmla="*/ 0 w 8165518"/>
                <a:gd name="connsiteY3" fmla="*/ 1510948 h 2880066"/>
                <a:gd name="connsiteX4" fmla="*/ 9491 w 8165518"/>
                <a:gd name="connsiteY4" fmla="*/ 147145 h 2880066"/>
                <a:gd name="connsiteX5" fmla="*/ 4076995 w 8165518"/>
                <a:gd name="connsiteY5" fmla="*/ 1566042 h 2880066"/>
                <a:gd name="connsiteX6" fmla="*/ 8165518 w 8165518"/>
                <a:gd name="connsiteY6" fmla="*/ 0 h 2880066"/>
                <a:gd name="connsiteX0" fmla="*/ 8156794 w 8156794"/>
                <a:gd name="connsiteY0" fmla="*/ 0 h 2879270"/>
                <a:gd name="connsiteX1" fmla="*/ 8156794 w 8156794"/>
                <a:gd name="connsiteY1" fmla="*/ 1673520 h 2879270"/>
                <a:gd name="connsiteX2" fmla="*/ 4123368 w 8156794"/>
                <a:gd name="connsiteY2" fmla="*/ 2879159 h 2879270"/>
                <a:gd name="connsiteX3" fmla="*/ 2295 w 8156794"/>
                <a:gd name="connsiteY3" fmla="*/ 1618086 h 2879270"/>
                <a:gd name="connsiteX4" fmla="*/ 767 w 8156794"/>
                <a:gd name="connsiteY4" fmla="*/ 147145 h 2879270"/>
                <a:gd name="connsiteX5" fmla="*/ 4068271 w 8156794"/>
                <a:gd name="connsiteY5" fmla="*/ 1566042 h 2879270"/>
                <a:gd name="connsiteX6" fmla="*/ 8156794 w 8156794"/>
                <a:gd name="connsiteY6" fmla="*/ 0 h 287927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20"/>
                <a:gd name="connsiteX1" fmla="*/ 8156794 w 8156794"/>
                <a:gd name="connsiteY1" fmla="*/ 1673520 h 2973020"/>
                <a:gd name="connsiteX2" fmla="*/ 4134388 w 8156794"/>
                <a:gd name="connsiteY2" fmla="*/ 2972904 h 2973020"/>
                <a:gd name="connsiteX3" fmla="*/ 2295 w 8156794"/>
                <a:gd name="connsiteY3" fmla="*/ 1618086 h 2973020"/>
                <a:gd name="connsiteX4" fmla="*/ 767 w 8156794"/>
                <a:gd name="connsiteY4" fmla="*/ 147145 h 2973020"/>
                <a:gd name="connsiteX5" fmla="*/ 4068271 w 8156794"/>
                <a:gd name="connsiteY5" fmla="*/ 1566042 h 2973020"/>
                <a:gd name="connsiteX6" fmla="*/ 8156794 w 8156794"/>
                <a:gd name="connsiteY6" fmla="*/ 0 h 2973020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141"/>
                <a:gd name="connsiteX1" fmla="*/ 8156794 w 8156794"/>
                <a:gd name="connsiteY1" fmla="*/ 1673520 h 2973141"/>
                <a:gd name="connsiteX2" fmla="*/ 4134388 w 8156794"/>
                <a:gd name="connsiteY2" fmla="*/ 2972904 h 2973141"/>
                <a:gd name="connsiteX3" fmla="*/ 2295 w 8156794"/>
                <a:gd name="connsiteY3" fmla="*/ 1618086 h 2973141"/>
                <a:gd name="connsiteX4" fmla="*/ 767 w 8156794"/>
                <a:gd name="connsiteY4" fmla="*/ 147145 h 2973141"/>
                <a:gd name="connsiteX5" fmla="*/ 4068271 w 8156794"/>
                <a:gd name="connsiteY5" fmla="*/ 1566042 h 2973141"/>
                <a:gd name="connsiteX6" fmla="*/ 8156794 w 8156794"/>
                <a:gd name="connsiteY6" fmla="*/ 0 h 2973141"/>
                <a:gd name="connsiteX0" fmla="*/ 8156794 w 8156794"/>
                <a:gd name="connsiteY0" fmla="*/ 0 h 3066827"/>
                <a:gd name="connsiteX1" fmla="*/ 8156794 w 8156794"/>
                <a:gd name="connsiteY1" fmla="*/ 1673520 h 3066827"/>
                <a:gd name="connsiteX2" fmla="*/ 4123353 w 8156794"/>
                <a:gd name="connsiteY2" fmla="*/ 3066650 h 3066827"/>
                <a:gd name="connsiteX3" fmla="*/ 2295 w 8156794"/>
                <a:gd name="connsiteY3" fmla="*/ 1618086 h 3066827"/>
                <a:gd name="connsiteX4" fmla="*/ 767 w 8156794"/>
                <a:gd name="connsiteY4" fmla="*/ 147145 h 3066827"/>
                <a:gd name="connsiteX5" fmla="*/ 4068271 w 8156794"/>
                <a:gd name="connsiteY5" fmla="*/ 1566042 h 3066827"/>
                <a:gd name="connsiteX6" fmla="*/ 8156794 w 8156794"/>
                <a:gd name="connsiteY6" fmla="*/ 0 h 3066827"/>
                <a:gd name="connsiteX0" fmla="*/ 8123689 w 8156794"/>
                <a:gd name="connsiteY0" fmla="*/ 0 h 2999866"/>
                <a:gd name="connsiteX1" fmla="*/ 8156794 w 8156794"/>
                <a:gd name="connsiteY1" fmla="*/ 1606559 h 2999866"/>
                <a:gd name="connsiteX2" fmla="*/ 4123353 w 8156794"/>
                <a:gd name="connsiteY2" fmla="*/ 2999689 h 2999866"/>
                <a:gd name="connsiteX3" fmla="*/ 2295 w 8156794"/>
                <a:gd name="connsiteY3" fmla="*/ 1551125 h 2999866"/>
                <a:gd name="connsiteX4" fmla="*/ 767 w 8156794"/>
                <a:gd name="connsiteY4" fmla="*/ 80184 h 2999866"/>
                <a:gd name="connsiteX5" fmla="*/ 4068271 w 8156794"/>
                <a:gd name="connsiteY5" fmla="*/ 1499081 h 2999866"/>
                <a:gd name="connsiteX6" fmla="*/ 8123689 w 8156794"/>
                <a:gd name="connsiteY6" fmla="*/ 0 h 2999866"/>
                <a:gd name="connsiteX0" fmla="*/ 8167828 w 8167828"/>
                <a:gd name="connsiteY0" fmla="*/ 0 h 3026651"/>
                <a:gd name="connsiteX1" fmla="*/ 8156794 w 8167828"/>
                <a:gd name="connsiteY1" fmla="*/ 1633344 h 3026651"/>
                <a:gd name="connsiteX2" fmla="*/ 4123353 w 8167828"/>
                <a:gd name="connsiteY2" fmla="*/ 3026474 h 3026651"/>
                <a:gd name="connsiteX3" fmla="*/ 2295 w 8167828"/>
                <a:gd name="connsiteY3" fmla="*/ 1577910 h 3026651"/>
                <a:gd name="connsiteX4" fmla="*/ 767 w 8167828"/>
                <a:gd name="connsiteY4" fmla="*/ 106969 h 3026651"/>
                <a:gd name="connsiteX5" fmla="*/ 4068271 w 8167828"/>
                <a:gd name="connsiteY5" fmla="*/ 1525866 h 3026651"/>
                <a:gd name="connsiteX6" fmla="*/ 8167828 w 8167828"/>
                <a:gd name="connsiteY6" fmla="*/ 0 h 3026651"/>
                <a:gd name="connsiteX0" fmla="*/ 8167828 w 8167828"/>
                <a:gd name="connsiteY0" fmla="*/ 0 h 3027228"/>
                <a:gd name="connsiteX1" fmla="*/ 8145760 w 8167828"/>
                <a:gd name="connsiteY1" fmla="*/ 1686913 h 3027228"/>
                <a:gd name="connsiteX2" fmla="*/ 4123353 w 8167828"/>
                <a:gd name="connsiteY2" fmla="*/ 3026474 h 3027228"/>
                <a:gd name="connsiteX3" fmla="*/ 2295 w 8167828"/>
                <a:gd name="connsiteY3" fmla="*/ 1577910 h 3027228"/>
                <a:gd name="connsiteX4" fmla="*/ 767 w 8167828"/>
                <a:gd name="connsiteY4" fmla="*/ 106969 h 3027228"/>
                <a:gd name="connsiteX5" fmla="*/ 4068271 w 8167828"/>
                <a:gd name="connsiteY5" fmla="*/ 1525866 h 3027228"/>
                <a:gd name="connsiteX6" fmla="*/ 8167828 w 8167828"/>
                <a:gd name="connsiteY6" fmla="*/ 0 h 3027228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23689 w 8145760"/>
                <a:gd name="connsiteY0" fmla="*/ 13560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9 w 8145760"/>
                <a:gd name="connsiteY6" fmla="*/ 13560 h 2920259"/>
                <a:gd name="connsiteX0" fmla="*/ 8178863 w 8178863"/>
                <a:gd name="connsiteY0" fmla="*/ 26952 h 2920259"/>
                <a:gd name="connsiteX1" fmla="*/ 8145760 w 8178863"/>
                <a:gd name="connsiteY1" fmla="*/ 1579944 h 2920259"/>
                <a:gd name="connsiteX2" fmla="*/ 4123353 w 8178863"/>
                <a:gd name="connsiteY2" fmla="*/ 2919505 h 2920259"/>
                <a:gd name="connsiteX3" fmla="*/ 2295 w 8178863"/>
                <a:gd name="connsiteY3" fmla="*/ 1470941 h 2920259"/>
                <a:gd name="connsiteX4" fmla="*/ 767 w 8178863"/>
                <a:gd name="connsiteY4" fmla="*/ 0 h 2920259"/>
                <a:gd name="connsiteX5" fmla="*/ 4068271 w 8178863"/>
                <a:gd name="connsiteY5" fmla="*/ 1418897 h 2920259"/>
                <a:gd name="connsiteX6" fmla="*/ 8178863 w 8178863"/>
                <a:gd name="connsiteY6" fmla="*/ 26952 h 2920259"/>
                <a:gd name="connsiteX0" fmla="*/ 8167827 w 8167827"/>
                <a:gd name="connsiteY0" fmla="*/ 40343 h 2920259"/>
                <a:gd name="connsiteX1" fmla="*/ 8145760 w 8167827"/>
                <a:gd name="connsiteY1" fmla="*/ 1579944 h 2920259"/>
                <a:gd name="connsiteX2" fmla="*/ 4123353 w 8167827"/>
                <a:gd name="connsiteY2" fmla="*/ 2919505 h 2920259"/>
                <a:gd name="connsiteX3" fmla="*/ 2295 w 8167827"/>
                <a:gd name="connsiteY3" fmla="*/ 1470941 h 2920259"/>
                <a:gd name="connsiteX4" fmla="*/ 767 w 8167827"/>
                <a:gd name="connsiteY4" fmla="*/ 0 h 2920259"/>
                <a:gd name="connsiteX5" fmla="*/ 4068271 w 8167827"/>
                <a:gd name="connsiteY5" fmla="*/ 1418897 h 2920259"/>
                <a:gd name="connsiteX6" fmla="*/ 8167827 w 8167827"/>
                <a:gd name="connsiteY6" fmla="*/ 40343 h 2920259"/>
                <a:gd name="connsiteX0" fmla="*/ 8123687 w 8145760"/>
                <a:gd name="connsiteY0" fmla="*/ 53735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7 w 8145760"/>
                <a:gd name="connsiteY6" fmla="*/ 53735 h 2920259"/>
                <a:gd name="connsiteX0" fmla="*/ 8161918 w 8161918"/>
                <a:gd name="connsiteY0" fmla="*/ 0 h 2943855"/>
                <a:gd name="connsiteX1" fmla="*/ 8145760 w 8161918"/>
                <a:gd name="connsiteY1" fmla="*/ 1603540 h 2943855"/>
                <a:gd name="connsiteX2" fmla="*/ 4123353 w 8161918"/>
                <a:gd name="connsiteY2" fmla="*/ 2943101 h 2943855"/>
                <a:gd name="connsiteX3" fmla="*/ 2295 w 8161918"/>
                <a:gd name="connsiteY3" fmla="*/ 1494537 h 2943855"/>
                <a:gd name="connsiteX4" fmla="*/ 767 w 8161918"/>
                <a:gd name="connsiteY4" fmla="*/ 23596 h 2943855"/>
                <a:gd name="connsiteX5" fmla="*/ 4068271 w 8161918"/>
                <a:gd name="connsiteY5" fmla="*/ 1442493 h 2943855"/>
                <a:gd name="connsiteX6" fmla="*/ 8161918 w 8161918"/>
                <a:gd name="connsiteY6" fmla="*/ 0 h 2943855"/>
                <a:gd name="connsiteX0" fmla="*/ 8144926 w 8145760"/>
                <a:gd name="connsiteY0" fmla="*/ 43424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44926 w 8145760"/>
                <a:gd name="connsiteY6" fmla="*/ 43424 h 2920259"/>
                <a:gd name="connsiteX0" fmla="*/ 8161918 w 8161918"/>
                <a:gd name="connsiteY0" fmla="*/ 0 h 2959321"/>
                <a:gd name="connsiteX1" fmla="*/ 8145760 w 8161918"/>
                <a:gd name="connsiteY1" fmla="*/ 1619006 h 2959321"/>
                <a:gd name="connsiteX2" fmla="*/ 4123353 w 8161918"/>
                <a:gd name="connsiteY2" fmla="*/ 2958567 h 2959321"/>
                <a:gd name="connsiteX3" fmla="*/ 2295 w 8161918"/>
                <a:gd name="connsiteY3" fmla="*/ 1510003 h 2959321"/>
                <a:gd name="connsiteX4" fmla="*/ 767 w 8161918"/>
                <a:gd name="connsiteY4" fmla="*/ 39062 h 2959321"/>
                <a:gd name="connsiteX5" fmla="*/ 4068271 w 8161918"/>
                <a:gd name="connsiteY5" fmla="*/ 1457959 h 2959321"/>
                <a:gd name="connsiteX6" fmla="*/ 8161918 w 8161918"/>
                <a:gd name="connsiteY6" fmla="*/ 0 h 2959321"/>
                <a:gd name="connsiteX0" fmla="*/ 8161918 w 8162752"/>
                <a:gd name="connsiteY0" fmla="*/ 0 h 2959488"/>
                <a:gd name="connsiteX1" fmla="*/ 8162752 w 8162752"/>
                <a:gd name="connsiteY1" fmla="*/ 1629317 h 2959488"/>
                <a:gd name="connsiteX2" fmla="*/ 4123353 w 8162752"/>
                <a:gd name="connsiteY2" fmla="*/ 2958567 h 2959488"/>
                <a:gd name="connsiteX3" fmla="*/ 2295 w 8162752"/>
                <a:gd name="connsiteY3" fmla="*/ 1510003 h 2959488"/>
                <a:gd name="connsiteX4" fmla="*/ 767 w 8162752"/>
                <a:gd name="connsiteY4" fmla="*/ 39062 h 2959488"/>
                <a:gd name="connsiteX5" fmla="*/ 4068271 w 8162752"/>
                <a:gd name="connsiteY5" fmla="*/ 1457959 h 2959488"/>
                <a:gd name="connsiteX6" fmla="*/ 8161918 w 8162752"/>
                <a:gd name="connsiteY6" fmla="*/ 0 h 2959488"/>
                <a:gd name="connsiteX0" fmla="*/ 8165930 w 8166764"/>
                <a:gd name="connsiteY0" fmla="*/ 7337 h 2966825"/>
                <a:gd name="connsiteX1" fmla="*/ 8166764 w 8166764"/>
                <a:gd name="connsiteY1" fmla="*/ 1636654 h 2966825"/>
                <a:gd name="connsiteX2" fmla="*/ 4127365 w 8166764"/>
                <a:gd name="connsiteY2" fmla="*/ 2965904 h 2966825"/>
                <a:gd name="connsiteX3" fmla="*/ 6307 w 8166764"/>
                <a:gd name="connsiteY3" fmla="*/ 1517340 h 2966825"/>
                <a:gd name="connsiteX4" fmla="*/ 532 w 8166764"/>
                <a:gd name="connsiteY4" fmla="*/ 0 h 2966825"/>
                <a:gd name="connsiteX5" fmla="*/ 4072283 w 8166764"/>
                <a:gd name="connsiteY5" fmla="*/ 1465296 h 2966825"/>
                <a:gd name="connsiteX6" fmla="*/ 8165930 w 8166764"/>
                <a:gd name="connsiteY6" fmla="*/ 7337 h 2966825"/>
                <a:gd name="connsiteX0" fmla="*/ 8168119 w 8168953"/>
                <a:gd name="connsiteY0" fmla="*/ 7337 h 2966682"/>
                <a:gd name="connsiteX1" fmla="*/ 8168953 w 8168953"/>
                <a:gd name="connsiteY1" fmla="*/ 1636654 h 2966682"/>
                <a:gd name="connsiteX2" fmla="*/ 4129554 w 8168953"/>
                <a:gd name="connsiteY2" fmla="*/ 2965904 h 2966682"/>
                <a:gd name="connsiteX3" fmla="*/ 0 w 8168953"/>
                <a:gd name="connsiteY3" fmla="*/ 1527651 h 2966682"/>
                <a:gd name="connsiteX4" fmla="*/ 2721 w 8168953"/>
                <a:gd name="connsiteY4" fmla="*/ 0 h 2966682"/>
                <a:gd name="connsiteX5" fmla="*/ 4074472 w 8168953"/>
                <a:gd name="connsiteY5" fmla="*/ 1465296 h 2966682"/>
                <a:gd name="connsiteX6" fmla="*/ 8168119 w 8168953"/>
                <a:gd name="connsiteY6" fmla="*/ 7337 h 2966682"/>
                <a:gd name="connsiteX0" fmla="*/ 8168119 w 8168953"/>
                <a:gd name="connsiteY0" fmla="*/ 7337 h 3100377"/>
                <a:gd name="connsiteX1" fmla="*/ 8168953 w 8168953"/>
                <a:gd name="connsiteY1" fmla="*/ 1636654 h 3100377"/>
                <a:gd name="connsiteX2" fmla="*/ 4118520 w 8168953"/>
                <a:gd name="connsiteY2" fmla="*/ 3099826 h 3100377"/>
                <a:gd name="connsiteX3" fmla="*/ 0 w 8168953"/>
                <a:gd name="connsiteY3" fmla="*/ 1527651 h 3100377"/>
                <a:gd name="connsiteX4" fmla="*/ 2721 w 8168953"/>
                <a:gd name="connsiteY4" fmla="*/ 0 h 3100377"/>
                <a:gd name="connsiteX5" fmla="*/ 4074472 w 8168953"/>
                <a:gd name="connsiteY5" fmla="*/ 1465296 h 3100377"/>
                <a:gd name="connsiteX6" fmla="*/ 8168119 w 8168953"/>
                <a:gd name="connsiteY6" fmla="*/ 7337 h 3100377"/>
                <a:gd name="connsiteX0" fmla="*/ 8168119 w 8168953"/>
                <a:gd name="connsiteY0" fmla="*/ 7337 h 3100429"/>
                <a:gd name="connsiteX1" fmla="*/ 8168953 w 8168953"/>
                <a:gd name="connsiteY1" fmla="*/ 1636654 h 3100429"/>
                <a:gd name="connsiteX2" fmla="*/ 4118520 w 8168953"/>
                <a:gd name="connsiteY2" fmla="*/ 3099826 h 3100429"/>
                <a:gd name="connsiteX3" fmla="*/ 0 w 8168953"/>
                <a:gd name="connsiteY3" fmla="*/ 1527651 h 3100429"/>
                <a:gd name="connsiteX4" fmla="*/ 2721 w 8168953"/>
                <a:gd name="connsiteY4" fmla="*/ 0 h 3100429"/>
                <a:gd name="connsiteX5" fmla="*/ 4074472 w 8168953"/>
                <a:gd name="connsiteY5" fmla="*/ 1465296 h 3100429"/>
                <a:gd name="connsiteX6" fmla="*/ 8168119 w 8168953"/>
                <a:gd name="connsiteY6" fmla="*/ 7337 h 3100429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166683" h="3099826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bg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                  </a:t>
              </a:r>
            </a:p>
          </p:txBody>
        </p:sp>
        <p:sp>
          <p:nvSpPr>
            <p:cNvPr id="628" name="Oval 627">
              <a:extLst>
                <a:ext uri="{FF2B5EF4-FFF2-40B4-BE49-F238E27FC236}">
                  <a16:creationId xmlns:a16="http://schemas.microsoft.com/office/drawing/2014/main" id="{8FE549B8-413C-AB43-AED4-55FEDF4BD681}"/>
                </a:ext>
              </a:extLst>
            </p:cNvPr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             </a:t>
              </a:r>
            </a:p>
          </p:txBody>
        </p:sp>
        <p:grpSp>
          <p:nvGrpSpPr>
            <p:cNvPr id="629" name="Group 628">
              <a:extLst>
                <a:ext uri="{FF2B5EF4-FFF2-40B4-BE49-F238E27FC236}">
                  <a16:creationId xmlns:a16="http://schemas.microsoft.com/office/drawing/2014/main" id="{6310970C-CD76-5940-AC70-64BBFBC43C82}"/>
                </a:ext>
              </a:extLst>
            </p:cNvPr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630" name="Freeform 629">
                <a:extLst>
                  <a:ext uri="{FF2B5EF4-FFF2-40B4-BE49-F238E27FC236}">
                    <a16:creationId xmlns:a16="http://schemas.microsoft.com/office/drawing/2014/main" id="{5FD9D70B-CD96-5747-B734-9870835D7C5C}"/>
                  </a:ext>
                </a:extLst>
              </p:cNvPr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avLst/>
                <a:gdLst>
                  <a:gd name="connsiteX0" fmla="*/ 3725333 w 4588933"/>
                  <a:gd name="connsiteY0" fmla="*/ 0 h 1049866"/>
                  <a:gd name="connsiteX1" fmla="*/ 4588933 w 4588933"/>
                  <a:gd name="connsiteY1" fmla="*/ 270933 h 1049866"/>
                  <a:gd name="connsiteX2" fmla="*/ 3962400 w 4588933"/>
                  <a:gd name="connsiteY2" fmla="*/ 541866 h 1049866"/>
                  <a:gd name="connsiteX3" fmla="*/ 3742267 w 4588933"/>
                  <a:gd name="connsiteY3" fmla="*/ 457200 h 1049866"/>
                  <a:gd name="connsiteX4" fmla="*/ 2269067 w 4588933"/>
                  <a:gd name="connsiteY4" fmla="*/ 1049866 h 1049866"/>
                  <a:gd name="connsiteX5" fmla="*/ 880533 w 4588933"/>
                  <a:gd name="connsiteY5" fmla="*/ 457200 h 1049866"/>
                  <a:gd name="connsiteX6" fmla="*/ 592667 w 4588933"/>
                  <a:gd name="connsiteY6" fmla="*/ 541866 h 1049866"/>
                  <a:gd name="connsiteX7" fmla="*/ 0 w 4588933"/>
                  <a:gd name="connsiteY7" fmla="*/ 254000 h 1049866"/>
                  <a:gd name="connsiteX8" fmla="*/ 880533 w 4588933"/>
                  <a:gd name="connsiteY8" fmla="*/ 16933 h 1049866"/>
                  <a:gd name="connsiteX9" fmla="*/ 2302933 w 4588933"/>
                  <a:gd name="connsiteY9" fmla="*/ 626533 h 1049866"/>
                  <a:gd name="connsiteX10" fmla="*/ 3725333 w 4588933"/>
                  <a:gd name="connsiteY10" fmla="*/ 0 h 1049866"/>
                  <a:gd name="connsiteX0" fmla="*/ 3725333 w 4641485"/>
                  <a:gd name="connsiteY0" fmla="*/ 0 h 1049866"/>
                  <a:gd name="connsiteX1" fmla="*/ 4641485 w 4641485"/>
                  <a:gd name="connsiteY1" fmla="*/ 239402 h 1049866"/>
                  <a:gd name="connsiteX2" fmla="*/ 3962400 w 4641485"/>
                  <a:gd name="connsiteY2" fmla="*/ 541866 h 1049866"/>
                  <a:gd name="connsiteX3" fmla="*/ 3742267 w 4641485"/>
                  <a:gd name="connsiteY3" fmla="*/ 457200 h 1049866"/>
                  <a:gd name="connsiteX4" fmla="*/ 2269067 w 4641485"/>
                  <a:gd name="connsiteY4" fmla="*/ 1049866 h 1049866"/>
                  <a:gd name="connsiteX5" fmla="*/ 880533 w 4641485"/>
                  <a:gd name="connsiteY5" fmla="*/ 457200 h 1049866"/>
                  <a:gd name="connsiteX6" fmla="*/ 592667 w 4641485"/>
                  <a:gd name="connsiteY6" fmla="*/ 541866 h 1049866"/>
                  <a:gd name="connsiteX7" fmla="*/ 0 w 4641485"/>
                  <a:gd name="connsiteY7" fmla="*/ 254000 h 1049866"/>
                  <a:gd name="connsiteX8" fmla="*/ 880533 w 4641485"/>
                  <a:gd name="connsiteY8" fmla="*/ 16933 h 1049866"/>
                  <a:gd name="connsiteX9" fmla="*/ 2302933 w 4641485"/>
                  <a:gd name="connsiteY9" fmla="*/ 626533 h 1049866"/>
                  <a:gd name="connsiteX10" fmla="*/ 3725333 w 4641485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73798 w 4673016"/>
                  <a:gd name="connsiteY3" fmla="*/ 45720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84308 w 4673016"/>
                  <a:gd name="connsiteY3" fmla="*/ 404648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815839 w 4673016"/>
                  <a:gd name="connsiteY3" fmla="*/ 46771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4673016" h="104986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631" name="Freeform 630">
                <a:extLst>
                  <a:ext uri="{FF2B5EF4-FFF2-40B4-BE49-F238E27FC236}">
                    <a16:creationId xmlns:a16="http://schemas.microsoft.com/office/drawing/2014/main" id="{06B65913-DCAC-AD4F-9F10-966CCC144898}"/>
                  </a:ext>
                </a:extLst>
              </p:cNvPr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avLst/>
                <a:gdLst>
                  <a:gd name="connsiteX0" fmla="*/ 21021 w 1744718"/>
                  <a:gd name="connsiteY0" fmla="*/ 0 h 903890"/>
                  <a:gd name="connsiteX1" fmla="*/ 1744718 w 1744718"/>
                  <a:gd name="connsiteY1" fmla="*/ 693683 h 903890"/>
                  <a:gd name="connsiteX2" fmla="*/ 1145628 w 1744718"/>
                  <a:gd name="connsiteY2" fmla="*/ 903890 h 903890"/>
                  <a:gd name="connsiteX3" fmla="*/ 0 w 1744718"/>
                  <a:gd name="connsiteY3" fmla="*/ 451945 h 903890"/>
                  <a:gd name="connsiteX4" fmla="*/ 21021 w 1744718"/>
                  <a:gd name="connsiteY4" fmla="*/ 0 h 9038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44718" h="903890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632" name="Freeform 631">
                <a:extLst>
                  <a:ext uri="{FF2B5EF4-FFF2-40B4-BE49-F238E27FC236}">
                    <a16:creationId xmlns:a16="http://schemas.microsoft.com/office/drawing/2014/main" id="{EF0534C2-36B5-7849-AFFA-5AC31B60CA1E}"/>
                  </a:ext>
                </a:extLst>
              </p:cNvPr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avLst/>
                <a:gdLst>
                  <a:gd name="connsiteX0" fmla="*/ 1702676 w 1713187"/>
                  <a:gd name="connsiteY0" fmla="*/ 0 h 893380"/>
                  <a:gd name="connsiteX1" fmla="*/ 1713187 w 1713187"/>
                  <a:gd name="connsiteY1" fmla="*/ 472966 h 893380"/>
                  <a:gd name="connsiteX2" fmla="*/ 578069 w 1713187"/>
                  <a:gd name="connsiteY2" fmla="*/ 893380 h 893380"/>
                  <a:gd name="connsiteX3" fmla="*/ 0 w 1713187"/>
                  <a:gd name="connsiteY3" fmla="*/ 693683 h 893380"/>
                  <a:gd name="connsiteX4" fmla="*/ 1702676 w 1713187"/>
                  <a:gd name="connsiteY4" fmla="*/ 0 h 8933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13187" h="893380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633" name="Freeform 632">
                <a:extLst>
                  <a:ext uri="{FF2B5EF4-FFF2-40B4-BE49-F238E27FC236}">
                    <a16:creationId xmlns:a16="http://schemas.microsoft.com/office/drawing/2014/main" id="{3361B307-3719-A84A-8AD5-A3B61CE63C52}"/>
                  </a:ext>
                </a:extLst>
              </p:cNvPr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avLst/>
                <a:gdLst>
                  <a:gd name="connsiteX0" fmla="*/ 599089 w 4162096"/>
                  <a:gd name="connsiteY0" fmla="*/ 273269 h 1618593"/>
                  <a:gd name="connsiteX1" fmla="*/ 882869 w 4162096"/>
                  <a:gd name="connsiteY1" fmla="*/ 199697 h 1618593"/>
                  <a:gd name="connsiteX2" fmla="*/ 2312276 w 4162096"/>
                  <a:gd name="connsiteY2" fmla="*/ 798786 h 1618593"/>
                  <a:gd name="connsiteX3" fmla="*/ 3794234 w 4162096"/>
                  <a:gd name="connsiteY3" fmla="*/ 199697 h 1618593"/>
                  <a:gd name="connsiteX4" fmla="*/ 4014951 w 4162096"/>
                  <a:gd name="connsiteY4" fmla="*/ 273269 h 1618593"/>
                  <a:gd name="connsiteX5" fmla="*/ 3058510 w 4162096"/>
                  <a:gd name="connsiteY5" fmla="*/ 641131 h 1618593"/>
                  <a:gd name="connsiteX6" fmla="*/ 3026979 w 4162096"/>
                  <a:gd name="connsiteY6" fmla="*/ 1114097 h 1618593"/>
                  <a:gd name="connsiteX7" fmla="*/ 4162096 w 4162096"/>
                  <a:gd name="connsiteY7" fmla="*/ 1545021 h 1618593"/>
                  <a:gd name="connsiteX8" fmla="*/ 3878317 w 4162096"/>
                  <a:gd name="connsiteY8" fmla="*/ 1608083 h 1618593"/>
                  <a:gd name="connsiteX9" fmla="*/ 2301765 w 4162096"/>
                  <a:gd name="connsiteY9" fmla="*/ 945931 h 1618593"/>
                  <a:gd name="connsiteX10" fmla="*/ 693682 w 4162096"/>
                  <a:gd name="connsiteY10" fmla="*/ 1618593 h 1618593"/>
                  <a:gd name="connsiteX11" fmla="*/ 430924 w 4162096"/>
                  <a:gd name="connsiteY11" fmla="*/ 1524000 h 1618593"/>
                  <a:gd name="connsiteX12" fmla="*/ 1576551 w 4162096"/>
                  <a:gd name="connsiteY12" fmla="*/ 1082566 h 1618593"/>
                  <a:gd name="connsiteX13" fmla="*/ 1545020 w 4162096"/>
                  <a:gd name="connsiteY13" fmla="*/ 609600 h 1618593"/>
                  <a:gd name="connsiteX14" fmla="*/ 0 w 4162096"/>
                  <a:gd name="connsiteY14" fmla="*/ 0 h 1618593"/>
                  <a:gd name="connsiteX15" fmla="*/ 872358 w 4162096"/>
                  <a:gd name="connsiteY15" fmla="*/ 210207 h 1618593"/>
                  <a:gd name="connsiteX16" fmla="*/ 872358 w 4162096"/>
                  <a:gd name="connsiteY16" fmla="*/ 210207 h 1618593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15" fmla="*/ 441434 w 3731172"/>
                  <a:gd name="connsiteY15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357351 w 3731172"/>
                  <a:gd name="connsiteY14" fmla="*/ 115613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56137 w 3731172"/>
                  <a:gd name="connsiteY13" fmla="*/ 441434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903890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575034 w 3710151"/>
                  <a:gd name="connsiteY6" fmla="*/ 91440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06565 w 3710151"/>
                  <a:gd name="connsiteY6" fmla="*/ 92491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5151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09858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62012 w 3725019"/>
                  <a:gd name="connsiteY0" fmla="*/ 73572 h 1418896"/>
                  <a:gd name="connsiteX1" fmla="*/ 445792 w 3725019"/>
                  <a:gd name="connsiteY1" fmla="*/ 0 h 1418896"/>
                  <a:gd name="connsiteX2" fmla="*/ 1852896 w 3725019"/>
                  <a:gd name="connsiteY2" fmla="*/ 591655 h 1418896"/>
                  <a:gd name="connsiteX3" fmla="*/ 3357157 w 3725019"/>
                  <a:gd name="connsiteY3" fmla="*/ 0 h 1418896"/>
                  <a:gd name="connsiteX4" fmla="*/ 3577874 w 3725019"/>
                  <a:gd name="connsiteY4" fmla="*/ 73572 h 1418896"/>
                  <a:gd name="connsiteX5" fmla="*/ 2632585 w 3725019"/>
                  <a:gd name="connsiteY5" fmla="*/ 448868 h 1418896"/>
                  <a:gd name="connsiteX6" fmla="*/ 2625150 w 3725019"/>
                  <a:gd name="connsiteY6" fmla="*/ 902607 h 1418896"/>
                  <a:gd name="connsiteX7" fmla="*/ 3725019 w 3725019"/>
                  <a:gd name="connsiteY7" fmla="*/ 1345324 h 1418896"/>
                  <a:gd name="connsiteX8" fmla="*/ 3441240 w 3725019"/>
                  <a:gd name="connsiteY8" fmla="*/ 1408386 h 1418896"/>
                  <a:gd name="connsiteX9" fmla="*/ 1864688 w 3725019"/>
                  <a:gd name="connsiteY9" fmla="*/ 746234 h 1418896"/>
                  <a:gd name="connsiteX10" fmla="*/ 256605 w 3725019"/>
                  <a:gd name="connsiteY10" fmla="*/ 1418896 h 1418896"/>
                  <a:gd name="connsiteX11" fmla="*/ 0 w 3725019"/>
                  <a:gd name="connsiteY11" fmla="*/ 1331097 h 1418896"/>
                  <a:gd name="connsiteX12" fmla="*/ 1113454 w 3725019"/>
                  <a:gd name="connsiteY12" fmla="*/ 903890 h 1418896"/>
                  <a:gd name="connsiteX13" fmla="*/ 1102302 w 3725019"/>
                  <a:gd name="connsiteY13" fmla="*/ 451945 h 1418896"/>
                  <a:gd name="connsiteX14" fmla="*/ 183032 w 3725019"/>
                  <a:gd name="connsiteY14" fmla="*/ 84081 h 1418896"/>
                  <a:gd name="connsiteX15" fmla="*/ 162012 w 3725019"/>
                  <a:gd name="connsiteY15" fmla="*/ 73572 h 14188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725019" h="1418896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3B8CD900-19EC-824C-BF74-AADFBF5A17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8690" y="208643"/>
            <a:ext cx="11393310" cy="894622"/>
          </a:xfrm>
        </p:spPr>
        <p:txBody>
          <a:bodyPr>
            <a:normAutofit/>
          </a:bodyPr>
          <a:lstStyle/>
          <a:p>
            <a:r>
              <a:rPr lang="en-US" sz="4800" dirty="0"/>
              <a:t>Causes/costs of congestion: scenario 3</a:t>
            </a:r>
            <a:endParaRPr lang="en-US" sz="4400" b="0" dirty="0"/>
          </a:p>
        </p:txBody>
      </p:sp>
      <p:sp>
        <p:nvSpPr>
          <p:cNvPr id="470" name="Rectangle 3">
            <a:extLst>
              <a:ext uri="{FF2B5EF4-FFF2-40B4-BE49-F238E27FC236}">
                <a16:creationId xmlns:a16="http://schemas.microsoft.com/office/drawing/2014/main" id="{B3E01DA9-25FD-B546-AB8A-84DD037548D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06500" y="5114925"/>
            <a:ext cx="8267700" cy="40957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charset="0"/>
              <a:ea typeface="ＭＳ Ｐゴシック" charset="0"/>
              <a:cs typeface="+mn-cs"/>
            </a:endParaRPr>
          </a:p>
        </p:txBody>
      </p:sp>
      <p:sp>
        <p:nvSpPr>
          <p:cNvPr id="471" name="Rectangle 4">
            <a:extLst>
              <a:ext uri="{FF2B5EF4-FFF2-40B4-BE49-F238E27FC236}">
                <a16:creationId xmlns:a16="http://schemas.microsoft.com/office/drawing/2014/main" id="{50204642-54CB-0C46-8699-863901641A9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39888" y="4329113"/>
            <a:ext cx="9650409" cy="990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>
            <a:lvl1pPr marL="342900" indent="-3429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 marL="342900" marR="0" lvl="0" indent="-342900" algn="l" defTabSz="914400" rtl="0" eaLnBrk="0" fontAlgn="base" latinLnBrk="0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Pct val="65000"/>
              <a:buFont typeface="Wingdings" pitchFamily="2" charset="2"/>
              <a:buNone/>
              <a:tabLst/>
              <a:defRPr/>
            </a:pPr>
            <a:r>
              <a:rPr kumimoji="0" lang="en-US" alt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another “</a:t>
            </a:r>
            <a:r>
              <a:rPr kumimoji="0" lang="en-US" altLang="ja-JP" sz="32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cost” of congestion: </a:t>
            </a:r>
          </a:p>
          <a:p>
            <a:pPr marL="342900" marR="0" lvl="0" indent="-342900" algn="l" defTabSz="914400" rtl="0" eaLnBrk="0" fontAlgn="base" latinLnBrk="0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Pct val="100000"/>
              <a:buFont typeface="Wingdings" pitchFamily="2" charset="2"/>
              <a:buChar char="§"/>
              <a:tabLst/>
              <a:defRPr/>
            </a:pP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when packet dropped, any </a:t>
            </a:r>
            <a:r>
              <a:rPr kumimoji="0" lang="en-US" altLang="ja-JP" sz="2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upstream transmission capacity and buffering used for that packet was wasted!</a:t>
            </a:r>
            <a:endParaRPr kumimoji="0" lang="en-US" altLang="en-US" sz="2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472" name="Line 8">
            <a:extLst>
              <a:ext uri="{FF2B5EF4-FFF2-40B4-BE49-F238E27FC236}">
                <a16:creationId xmlns:a16="http://schemas.microsoft.com/office/drawing/2014/main" id="{54B69D69-DB5C-FF44-9A78-3EF27FA8D5BE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7206675" y="2219117"/>
            <a:ext cx="546573" cy="550850"/>
          </a:xfrm>
          <a:prstGeom prst="line">
            <a:avLst/>
          </a:prstGeom>
          <a:noFill/>
          <a:ln w="1905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473" name="Line 9">
            <a:extLst>
              <a:ext uri="{FF2B5EF4-FFF2-40B4-BE49-F238E27FC236}">
                <a16:creationId xmlns:a16="http://schemas.microsoft.com/office/drawing/2014/main" id="{17302533-B643-1D44-BB74-F2288C9D8A65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7492872" y="2219117"/>
            <a:ext cx="260376" cy="0"/>
          </a:xfrm>
          <a:prstGeom prst="line">
            <a:avLst/>
          </a:prstGeom>
          <a:noFill/>
          <a:ln w="1905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481" name="Line 60">
            <a:extLst>
              <a:ext uri="{FF2B5EF4-FFF2-40B4-BE49-F238E27FC236}">
                <a16:creationId xmlns:a16="http://schemas.microsoft.com/office/drawing/2014/main" id="{8E9B5F3E-D7D4-784B-A561-225983C51D20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6404029" y="3477375"/>
            <a:ext cx="865049" cy="7731"/>
          </a:xfrm>
          <a:prstGeom prst="line">
            <a:avLst/>
          </a:prstGeom>
          <a:noFill/>
          <a:ln w="1905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489" name="Line 110">
            <a:extLst>
              <a:ext uri="{FF2B5EF4-FFF2-40B4-BE49-F238E27FC236}">
                <a16:creationId xmlns:a16="http://schemas.microsoft.com/office/drawing/2014/main" id="{81308001-6AF2-8841-BE13-23C6875DBD2A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7492872" y="2491642"/>
            <a:ext cx="430372" cy="0"/>
          </a:xfrm>
          <a:prstGeom prst="line">
            <a:avLst/>
          </a:prstGeom>
          <a:noFill/>
          <a:ln w="1905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490" name="Line 111">
            <a:extLst>
              <a:ext uri="{FF2B5EF4-FFF2-40B4-BE49-F238E27FC236}">
                <a16:creationId xmlns:a16="http://schemas.microsoft.com/office/drawing/2014/main" id="{E766695C-AC11-DB4D-88D9-ADEE97B162B4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8549437" y="2503239"/>
            <a:ext cx="460499" cy="5799"/>
          </a:xfrm>
          <a:prstGeom prst="line">
            <a:avLst/>
          </a:prstGeom>
          <a:noFill/>
          <a:ln w="1905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491" name="Line 112">
            <a:extLst>
              <a:ext uri="{FF2B5EF4-FFF2-40B4-BE49-F238E27FC236}">
                <a16:creationId xmlns:a16="http://schemas.microsoft.com/office/drawing/2014/main" id="{3C681570-FA16-4C40-9E6E-770D751E77C3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8515007" y="2230714"/>
            <a:ext cx="768214" cy="823377"/>
          </a:xfrm>
          <a:prstGeom prst="line">
            <a:avLst/>
          </a:prstGeom>
          <a:noFill/>
          <a:ln w="1905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grpSp>
        <p:nvGrpSpPr>
          <p:cNvPr id="516" name="Group 227">
            <a:extLst>
              <a:ext uri="{FF2B5EF4-FFF2-40B4-BE49-F238E27FC236}">
                <a16:creationId xmlns:a16="http://schemas.microsoft.com/office/drawing/2014/main" id="{C5844755-7AB4-394A-8C3D-0EAB4297B7CC}"/>
              </a:ext>
            </a:extLst>
          </p:cNvPr>
          <p:cNvGrpSpPr>
            <a:grpSpLocks/>
          </p:cNvGrpSpPr>
          <p:nvPr/>
        </p:nvGrpSpPr>
        <p:grpSpPr bwMode="auto">
          <a:xfrm>
            <a:off x="8295103" y="2407263"/>
            <a:ext cx="186693" cy="155869"/>
            <a:chOff x="11283" y="10423"/>
            <a:chExt cx="475" cy="374"/>
          </a:xfrm>
        </p:grpSpPr>
        <p:sp>
          <p:nvSpPr>
            <p:cNvPr id="517" name="Rectangle 228">
              <a:extLst>
                <a:ext uri="{FF2B5EF4-FFF2-40B4-BE49-F238E27FC236}">
                  <a16:creationId xmlns:a16="http://schemas.microsoft.com/office/drawing/2014/main" id="{F2C17F9B-7965-ED45-A4D3-EFFC3FD5429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283" y="10423"/>
              <a:ext cx="475" cy="374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518" name="Line 229">
              <a:extLst>
                <a:ext uri="{FF2B5EF4-FFF2-40B4-BE49-F238E27FC236}">
                  <a16:creationId xmlns:a16="http://schemas.microsoft.com/office/drawing/2014/main" id="{2A6B3E53-1684-DF43-A05E-A2C80EF94FD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1686" y="10502"/>
              <a:ext cx="1" cy="231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519" name="Line 230">
              <a:extLst>
                <a:ext uri="{FF2B5EF4-FFF2-40B4-BE49-F238E27FC236}">
                  <a16:creationId xmlns:a16="http://schemas.microsoft.com/office/drawing/2014/main" id="{D8396C95-BBB2-5D46-A8D2-775CD554A26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1621" y="10502"/>
              <a:ext cx="1" cy="231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520" name="Line 231">
              <a:extLst>
                <a:ext uri="{FF2B5EF4-FFF2-40B4-BE49-F238E27FC236}">
                  <a16:creationId xmlns:a16="http://schemas.microsoft.com/office/drawing/2014/main" id="{C157781C-8502-014B-A415-7383087D312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1556" y="10502"/>
              <a:ext cx="1" cy="231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521" name="Line 232">
              <a:extLst>
                <a:ext uri="{FF2B5EF4-FFF2-40B4-BE49-F238E27FC236}">
                  <a16:creationId xmlns:a16="http://schemas.microsoft.com/office/drawing/2014/main" id="{11C3D78E-49BA-C343-B6BB-91EC56F7062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1491" y="10495"/>
              <a:ext cx="1" cy="231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522" name="Line 233">
              <a:extLst>
                <a:ext uri="{FF2B5EF4-FFF2-40B4-BE49-F238E27FC236}">
                  <a16:creationId xmlns:a16="http://schemas.microsoft.com/office/drawing/2014/main" id="{18778F4C-DAAF-B04E-9D01-34E52E4B740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1426" y="10495"/>
              <a:ext cx="2" cy="231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523" name="Line 234">
              <a:extLst>
                <a:ext uri="{FF2B5EF4-FFF2-40B4-BE49-F238E27FC236}">
                  <a16:creationId xmlns:a16="http://schemas.microsoft.com/office/drawing/2014/main" id="{37A63491-BBEE-3E44-BBF3-79A4DB88BA1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1360" y="10495"/>
              <a:ext cx="3" cy="231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</p:grpSp>
      <p:sp>
        <p:nvSpPr>
          <p:cNvPr id="530" name="Line 235">
            <a:extLst>
              <a:ext uri="{FF2B5EF4-FFF2-40B4-BE49-F238E27FC236}">
                <a16:creationId xmlns:a16="http://schemas.microsoft.com/office/drawing/2014/main" id="{502BD3B4-B453-4343-B3CD-F6AE3C5CA733}"/>
              </a:ext>
            </a:extLst>
          </p:cNvPr>
          <p:cNvSpPr>
            <a:spLocks noChangeShapeType="1"/>
          </p:cNvSpPr>
          <p:nvPr/>
        </p:nvSpPr>
        <p:spPr bwMode="auto">
          <a:xfrm>
            <a:off x="8577410" y="1813227"/>
            <a:ext cx="163542" cy="1932"/>
          </a:xfrm>
          <a:prstGeom prst="line">
            <a:avLst/>
          </a:prstGeom>
          <a:noFill/>
          <a:ln w="38100">
            <a:solidFill>
              <a:srgbClr val="FFFFFF"/>
            </a:solidFill>
            <a:prstDash val="sys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grpSp>
        <p:nvGrpSpPr>
          <p:cNvPr id="531" name="Group 236">
            <a:extLst>
              <a:ext uri="{FF2B5EF4-FFF2-40B4-BE49-F238E27FC236}">
                <a16:creationId xmlns:a16="http://schemas.microsoft.com/office/drawing/2014/main" id="{BD40F4B4-9FA4-B242-890F-C7DC5C1F1E4B}"/>
              </a:ext>
            </a:extLst>
          </p:cNvPr>
          <p:cNvGrpSpPr>
            <a:grpSpLocks/>
          </p:cNvGrpSpPr>
          <p:nvPr/>
        </p:nvGrpSpPr>
        <p:grpSpPr bwMode="auto">
          <a:xfrm>
            <a:off x="7363760" y="1608349"/>
            <a:ext cx="53797" cy="172019"/>
            <a:chOff x="10104" y="10005"/>
            <a:chExt cx="137" cy="411"/>
          </a:xfrm>
        </p:grpSpPr>
        <p:sp>
          <p:nvSpPr>
            <p:cNvPr id="532" name="Oval 237">
              <a:extLst>
                <a:ext uri="{FF2B5EF4-FFF2-40B4-BE49-F238E27FC236}">
                  <a16:creationId xmlns:a16="http://schemas.microsoft.com/office/drawing/2014/main" id="{9F31E068-8077-0E41-BA3C-C53046677C0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104" y="10005"/>
              <a:ext cx="137" cy="138"/>
            </a:xfrm>
            <a:prstGeom prst="ellipse">
              <a:avLst/>
            </a:prstGeom>
            <a:solidFill>
              <a:srgbClr val="FF0000"/>
            </a:solidFill>
            <a:ln w="9525">
              <a:solidFill>
                <a:srgbClr val="FF0000"/>
              </a:solidFill>
              <a:round/>
              <a:headEnd/>
              <a:tailEnd/>
            </a:ln>
          </p:spPr>
          <p:txBody>
            <a:bodyPr/>
            <a:lstStyle>
              <a:lvl1pPr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533" name="Oval 238">
              <a:extLst>
                <a:ext uri="{FF2B5EF4-FFF2-40B4-BE49-F238E27FC236}">
                  <a16:creationId xmlns:a16="http://schemas.microsoft.com/office/drawing/2014/main" id="{B99DFC93-E1C9-6B48-9E97-F404126B9D7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104" y="10278"/>
              <a:ext cx="137" cy="138"/>
            </a:xfrm>
            <a:prstGeom prst="ellipse">
              <a:avLst/>
            </a:prstGeom>
            <a:solidFill>
              <a:srgbClr val="FF0000"/>
            </a:solidFill>
            <a:ln w="9525">
              <a:solidFill>
                <a:srgbClr val="FF0000"/>
              </a:solidFill>
              <a:round/>
              <a:headEnd/>
              <a:tailEnd/>
            </a:ln>
          </p:spPr>
          <p:txBody>
            <a:bodyPr/>
            <a:lstStyle>
              <a:lvl1pPr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</p:grpSp>
      <p:grpSp>
        <p:nvGrpSpPr>
          <p:cNvPr id="548" name="Group 255">
            <a:extLst>
              <a:ext uri="{FF2B5EF4-FFF2-40B4-BE49-F238E27FC236}">
                <a16:creationId xmlns:a16="http://schemas.microsoft.com/office/drawing/2014/main" id="{AA469380-A079-C241-8EF0-12E5E2FF123A}"/>
              </a:ext>
            </a:extLst>
          </p:cNvPr>
          <p:cNvGrpSpPr>
            <a:grpSpLocks/>
          </p:cNvGrpSpPr>
          <p:nvPr/>
        </p:nvGrpSpPr>
        <p:grpSpPr bwMode="auto">
          <a:xfrm rot="7844936">
            <a:off x="8457757" y="2928960"/>
            <a:ext cx="204878" cy="142023"/>
            <a:chOff x="11283" y="10423"/>
            <a:chExt cx="475" cy="374"/>
          </a:xfrm>
        </p:grpSpPr>
        <p:sp>
          <p:nvSpPr>
            <p:cNvPr id="549" name="Rectangle 256">
              <a:extLst>
                <a:ext uri="{FF2B5EF4-FFF2-40B4-BE49-F238E27FC236}">
                  <a16:creationId xmlns:a16="http://schemas.microsoft.com/office/drawing/2014/main" id="{27D5FDD2-8596-9B4B-B4F5-2748842EF1D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283" y="10423"/>
              <a:ext cx="475" cy="374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550" name="Line 257">
              <a:extLst>
                <a:ext uri="{FF2B5EF4-FFF2-40B4-BE49-F238E27FC236}">
                  <a16:creationId xmlns:a16="http://schemas.microsoft.com/office/drawing/2014/main" id="{5EA4070D-C55C-3C46-971A-495141BBF3E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1686" y="10502"/>
              <a:ext cx="1" cy="231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551" name="Line 258">
              <a:extLst>
                <a:ext uri="{FF2B5EF4-FFF2-40B4-BE49-F238E27FC236}">
                  <a16:creationId xmlns:a16="http://schemas.microsoft.com/office/drawing/2014/main" id="{E7415EB7-9A38-A34B-BC52-23820D0899A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1621" y="10502"/>
              <a:ext cx="1" cy="231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552" name="Line 259">
              <a:extLst>
                <a:ext uri="{FF2B5EF4-FFF2-40B4-BE49-F238E27FC236}">
                  <a16:creationId xmlns:a16="http://schemas.microsoft.com/office/drawing/2014/main" id="{E1B69AC3-E7AE-F84B-AE13-9E4B698B453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1556" y="10502"/>
              <a:ext cx="1" cy="231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553" name="Line 260">
              <a:extLst>
                <a:ext uri="{FF2B5EF4-FFF2-40B4-BE49-F238E27FC236}">
                  <a16:creationId xmlns:a16="http://schemas.microsoft.com/office/drawing/2014/main" id="{14297734-2A75-5D4A-905C-558B07A25DA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1491" y="10495"/>
              <a:ext cx="1" cy="231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554" name="Line 261">
              <a:extLst>
                <a:ext uri="{FF2B5EF4-FFF2-40B4-BE49-F238E27FC236}">
                  <a16:creationId xmlns:a16="http://schemas.microsoft.com/office/drawing/2014/main" id="{FAD2D458-99B5-D64F-9787-A3907B8537F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1426" y="10495"/>
              <a:ext cx="2" cy="231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555" name="Line 262">
              <a:extLst>
                <a:ext uri="{FF2B5EF4-FFF2-40B4-BE49-F238E27FC236}">
                  <a16:creationId xmlns:a16="http://schemas.microsoft.com/office/drawing/2014/main" id="{ED7690F6-614B-474E-9678-ABBBF355307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1360" y="10495"/>
              <a:ext cx="3" cy="231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</p:grpSp>
      <p:sp>
        <p:nvSpPr>
          <p:cNvPr id="556" name="Line 263">
            <a:extLst>
              <a:ext uri="{FF2B5EF4-FFF2-40B4-BE49-F238E27FC236}">
                <a16:creationId xmlns:a16="http://schemas.microsoft.com/office/drawing/2014/main" id="{24DFA125-06DC-CE4E-A7FC-5EC2D00675EF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7764006" y="3471578"/>
            <a:ext cx="1172766" cy="11597"/>
          </a:xfrm>
          <a:prstGeom prst="line">
            <a:avLst/>
          </a:prstGeom>
          <a:noFill/>
          <a:ln w="1905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557" name="Line 264">
            <a:extLst>
              <a:ext uri="{FF2B5EF4-FFF2-40B4-BE49-F238E27FC236}">
                <a16:creationId xmlns:a16="http://schemas.microsoft.com/office/drawing/2014/main" id="{5FF66E32-B896-A043-9D26-2F80DC2B70A1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8129823" y="3059889"/>
            <a:ext cx="367969" cy="417487"/>
          </a:xfrm>
          <a:prstGeom prst="line">
            <a:avLst/>
          </a:prstGeom>
          <a:noFill/>
          <a:ln w="1905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558" name="Freeform 265">
            <a:extLst>
              <a:ext uri="{FF2B5EF4-FFF2-40B4-BE49-F238E27FC236}">
                <a16:creationId xmlns:a16="http://schemas.microsoft.com/office/drawing/2014/main" id="{E2E6E031-8D15-5A42-B00A-1F4F08AF6A0B}"/>
              </a:ext>
            </a:extLst>
          </p:cNvPr>
          <p:cNvSpPr>
            <a:spLocks/>
          </p:cNvSpPr>
          <p:nvPr/>
        </p:nvSpPr>
        <p:spPr bwMode="auto">
          <a:xfrm>
            <a:off x="7391735" y="1631543"/>
            <a:ext cx="1956042" cy="1814908"/>
          </a:xfrm>
          <a:custGeom>
            <a:avLst/>
            <a:gdLst>
              <a:gd name="T0" fmla="*/ 0 w 5205"/>
              <a:gd name="T1" fmla="*/ 0 h 4500"/>
              <a:gd name="T2" fmla="*/ 0 w 5205"/>
              <a:gd name="T3" fmla="*/ 2147483647 h 4500"/>
              <a:gd name="T4" fmla="*/ 2147483647 w 5205"/>
              <a:gd name="T5" fmla="*/ 2147483647 h 4500"/>
              <a:gd name="T6" fmla="*/ 2147483647 w 5205"/>
              <a:gd name="T7" fmla="*/ 2147483647 h 4500"/>
              <a:gd name="T8" fmla="*/ 2147483647 w 5205"/>
              <a:gd name="T9" fmla="*/ 2147483647 h 4500"/>
              <a:gd name="T10" fmla="*/ 2147483647 w 5205"/>
              <a:gd name="T11" fmla="*/ 2147483647 h 4500"/>
              <a:gd name="T12" fmla="*/ 2147483647 w 5205"/>
              <a:gd name="T13" fmla="*/ 2147483647 h 4500"/>
              <a:gd name="T14" fmla="*/ 2147483647 w 5205"/>
              <a:gd name="T15" fmla="*/ 2147483647 h 4500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</a:gdLst>
            <a:ahLst/>
            <a:cxnLst>
              <a:cxn ang="T16">
                <a:pos x="T0" y="T1"/>
              </a:cxn>
              <a:cxn ang="T17">
                <a:pos x="T2" y="T3"/>
              </a:cxn>
              <a:cxn ang="T18">
                <a:pos x="T4" y="T5"/>
              </a:cxn>
              <a:cxn ang="T19">
                <a:pos x="T6" y="T7"/>
              </a:cxn>
              <a:cxn ang="T20">
                <a:pos x="T8" y="T9"/>
              </a:cxn>
              <a:cxn ang="T21">
                <a:pos x="T10" y="T11"/>
              </a:cxn>
              <a:cxn ang="T22">
                <a:pos x="T12" y="T13"/>
              </a:cxn>
              <a:cxn ang="T23">
                <a:pos x="T14" y="T15"/>
              </a:cxn>
            </a:cxnLst>
            <a:rect l="0" t="0" r="r" b="b"/>
            <a:pathLst>
              <a:path w="5205" h="4500">
                <a:moveTo>
                  <a:pt x="0" y="0"/>
                </a:moveTo>
                <a:lnTo>
                  <a:pt x="0" y="1320"/>
                </a:lnTo>
                <a:lnTo>
                  <a:pt x="1230" y="1350"/>
                </a:lnTo>
                <a:lnTo>
                  <a:pt x="495" y="2040"/>
                </a:lnTo>
                <a:lnTo>
                  <a:pt x="4515" y="2115"/>
                </a:lnTo>
                <a:lnTo>
                  <a:pt x="2220" y="4500"/>
                </a:lnTo>
                <a:lnTo>
                  <a:pt x="5205" y="4500"/>
                </a:lnTo>
                <a:lnTo>
                  <a:pt x="5205" y="3405"/>
                </a:lnTo>
              </a:path>
            </a:pathLst>
          </a:custGeom>
          <a:noFill/>
          <a:ln w="38100" cmpd="sng">
            <a:solidFill>
              <a:srgbClr val="FF0000"/>
            </a:solidFill>
            <a:round/>
            <a:headEnd type="non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grpSp>
        <p:nvGrpSpPr>
          <p:cNvPr id="573" name="Group 280">
            <a:extLst>
              <a:ext uri="{FF2B5EF4-FFF2-40B4-BE49-F238E27FC236}">
                <a16:creationId xmlns:a16="http://schemas.microsoft.com/office/drawing/2014/main" id="{6DC31668-B2DC-E241-A69F-970AD2E5CEA7}"/>
              </a:ext>
            </a:extLst>
          </p:cNvPr>
          <p:cNvGrpSpPr>
            <a:grpSpLocks/>
          </p:cNvGrpSpPr>
          <p:nvPr/>
        </p:nvGrpSpPr>
        <p:grpSpPr bwMode="auto">
          <a:xfrm>
            <a:off x="7312115" y="3392332"/>
            <a:ext cx="187213" cy="156558"/>
            <a:chOff x="11283" y="10423"/>
            <a:chExt cx="475" cy="374"/>
          </a:xfrm>
        </p:grpSpPr>
        <p:sp>
          <p:nvSpPr>
            <p:cNvPr id="574" name="Rectangle 281">
              <a:extLst>
                <a:ext uri="{FF2B5EF4-FFF2-40B4-BE49-F238E27FC236}">
                  <a16:creationId xmlns:a16="http://schemas.microsoft.com/office/drawing/2014/main" id="{11A3D544-AE22-3748-9FE3-D90EFDC5B35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283" y="10423"/>
              <a:ext cx="475" cy="374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575" name="Line 282">
              <a:extLst>
                <a:ext uri="{FF2B5EF4-FFF2-40B4-BE49-F238E27FC236}">
                  <a16:creationId xmlns:a16="http://schemas.microsoft.com/office/drawing/2014/main" id="{BEC4224F-ED50-4947-9082-B57164E485B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1686" y="10502"/>
              <a:ext cx="1" cy="231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576" name="Line 283">
              <a:extLst>
                <a:ext uri="{FF2B5EF4-FFF2-40B4-BE49-F238E27FC236}">
                  <a16:creationId xmlns:a16="http://schemas.microsoft.com/office/drawing/2014/main" id="{8DD52BC5-C333-1F4D-ABBB-944B9DB245D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1621" y="10502"/>
              <a:ext cx="1" cy="231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577" name="Line 284">
              <a:extLst>
                <a:ext uri="{FF2B5EF4-FFF2-40B4-BE49-F238E27FC236}">
                  <a16:creationId xmlns:a16="http://schemas.microsoft.com/office/drawing/2014/main" id="{D000FA71-709B-0E4B-8BEF-C45BC3FE79E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1556" y="10502"/>
              <a:ext cx="1" cy="231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578" name="Line 285">
              <a:extLst>
                <a:ext uri="{FF2B5EF4-FFF2-40B4-BE49-F238E27FC236}">
                  <a16:creationId xmlns:a16="http://schemas.microsoft.com/office/drawing/2014/main" id="{B41DB283-7D57-A045-B70B-0D8C0974653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1491" y="10495"/>
              <a:ext cx="1" cy="231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579" name="Line 286">
              <a:extLst>
                <a:ext uri="{FF2B5EF4-FFF2-40B4-BE49-F238E27FC236}">
                  <a16:creationId xmlns:a16="http://schemas.microsoft.com/office/drawing/2014/main" id="{9E5F402E-8251-7646-ADF1-C8D024D1C11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1426" y="10495"/>
              <a:ext cx="2" cy="231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580" name="Line 287">
              <a:extLst>
                <a:ext uri="{FF2B5EF4-FFF2-40B4-BE49-F238E27FC236}">
                  <a16:creationId xmlns:a16="http://schemas.microsoft.com/office/drawing/2014/main" id="{66CC75A1-C65C-3049-963E-0DFA47653CF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1360" y="10495"/>
              <a:ext cx="3" cy="231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</p:grpSp>
      <p:sp>
        <p:nvSpPr>
          <p:cNvPr id="595" name="Line 302">
            <a:extLst>
              <a:ext uri="{FF2B5EF4-FFF2-40B4-BE49-F238E27FC236}">
                <a16:creationId xmlns:a16="http://schemas.microsoft.com/office/drawing/2014/main" id="{D6A409AC-791D-264B-9A6A-29925F8122DE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6515926" y="2963248"/>
            <a:ext cx="514296" cy="514127"/>
          </a:xfrm>
          <a:prstGeom prst="line">
            <a:avLst/>
          </a:prstGeom>
          <a:noFill/>
          <a:ln w="1905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grpSp>
        <p:nvGrpSpPr>
          <p:cNvPr id="596" name="Group 303">
            <a:extLst>
              <a:ext uri="{FF2B5EF4-FFF2-40B4-BE49-F238E27FC236}">
                <a16:creationId xmlns:a16="http://schemas.microsoft.com/office/drawing/2014/main" id="{0E0CC657-EE01-1444-92BE-C1D54E3F7BBC}"/>
              </a:ext>
            </a:extLst>
          </p:cNvPr>
          <p:cNvGrpSpPr>
            <a:grpSpLocks/>
          </p:cNvGrpSpPr>
          <p:nvPr/>
        </p:nvGrpSpPr>
        <p:grpSpPr bwMode="auto">
          <a:xfrm rot="8027572">
            <a:off x="7091324" y="2716351"/>
            <a:ext cx="204878" cy="142023"/>
            <a:chOff x="11283" y="10423"/>
            <a:chExt cx="475" cy="374"/>
          </a:xfrm>
        </p:grpSpPr>
        <p:sp>
          <p:nvSpPr>
            <p:cNvPr id="597" name="Rectangle 304">
              <a:extLst>
                <a:ext uri="{FF2B5EF4-FFF2-40B4-BE49-F238E27FC236}">
                  <a16:creationId xmlns:a16="http://schemas.microsoft.com/office/drawing/2014/main" id="{A259E52C-F06C-7042-9819-4B87037A374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283" y="10423"/>
              <a:ext cx="475" cy="374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598" name="Line 305">
              <a:extLst>
                <a:ext uri="{FF2B5EF4-FFF2-40B4-BE49-F238E27FC236}">
                  <a16:creationId xmlns:a16="http://schemas.microsoft.com/office/drawing/2014/main" id="{FCA29A28-11AF-7744-92A7-70BFDC111B0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1686" y="10502"/>
              <a:ext cx="1" cy="231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599" name="Line 306">
              <a:extLst>
                <a:ext uri="{FF2B5EF4-FFF2-40B4-BE49-F238E27FC236}">
                  <a16:creationId xmlns:a16="http://schemas.microsoft.com/office/drawing/2014/main" id="{CB933097-E020-C042-8313-287B98167A3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1621" y="10502"/>
              <a:ext cx="1" cy="231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600" name="Line 307">
              <a:extLst>
                <a:ext uri="{FF2B5EF4-FFF2-40B4-BE49-F238E27FC236}">
                  <a16:creationId xmlns:a16="http://schemas.microsoft.com/office/drawing/2014/main" id="{420119F4-8030-9C41-BBBE-13596216B26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1556" y="10502"/>
              <a:ext cx="1" cy="231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601" name="Line 308">
              <a:extLst>
                <a:ext uri="{FF2B5EF4-FFF2-40B4-BE49-F238E27FC236}">
                  <a16:creationId xmlns:a16="http://schemas.microsoft.com/office/drawing/2014/main" id="{DAD30011-10E5-FA44-A6C7-171D1805CBA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1491" y="10495"/>
              <a:ext cx="1" cy="231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602" name="Line 309">
              <a:extLst>
                <a:ext uri="{FF2B5EF4-FFF2-40B4-BE49-F238E27FC236}">
                  <a16:creationId xmlns:a16="http://schemas.microsoft.com/office/drawing/2014/main" id="{D6E1DBA8-2139-534A-812C-2D3021B4282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1426" y="10495"/>
              <a:ext cx="2" cy="231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603" name="Line 310">
              <a:extLst>
                <a:ext uri="{FF2B5EF4-FFF2-40B4-BE49-F238E27FC236}">
                  <a16:creationId xmlns:a16="http://schemas.microsoft.com/office/drawing/2014/main" id="{E5BA2CAF-CE82-1046-A87A-25F84619722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1360" y="10495"/>
              <a:ext cx="3" cy="231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</p:grpSp>
      <p:sp>
        <p:nvSpPr>
          <p:cNvPr id="604" name="Freeform 311">
            <a:extLst>
              <a:ext uri="{FF2B5EF4-FFF2-40B4-BE49-F238E27FC236}">
                <a16:creationId xmlns:a16="http://schemas.microsoft.com/office/drawing/2014/main" id="{0E044273-3CF1-1F44-AE22-0090B74B4B91}"/>
              </a:ext>
            </a:extLst>
          </p:cNvPr>
          <p:cNvSpPr>
            <a:spLocks/>
          </p:cNvSpPr>
          <p:nvPr/>
        </p:nvSpPr>
        <p:spPr bwMode="auto">
          <a:xfrm>
            <a:off x="6421244" y="1656669"/>
            <a:ext cx="2999696" cy="1863229"/>
          </a:xfrm>
          <a:custGeom>
            <a:avLst/>
            <a:gdLst>
              <a:gd name="T0" fmla="*/ 2147483647 w 7980"/>
              <a:gd name="T1" fmla="*/ 2147483647 h 4620"/>
              <a:gd name="T2" fmla="*/ 2147483647 w 7980"/>
              <a:gd name="T3" fmla="*/ 2147483647 h 4620"/>
              <a:gd name="T4" fmla="*/ 0 w 7980"/>
              <a:gd name="T5" fmla="*/ 2147483647 h 4620"/>
              <a:gd name="T6" fmla="*/ 2147483647 w 7980"/>
              <a:gd name="T7" fmla="*/ 2147483647 h 4620"/>
              <a:gd name="T8" fmla="*/ 2147483647 w 7980"/>
              <a:gd name="T9" fmla="*/ 2147483647 h 4620"/>
              <a:gd name="T10" fmla="*/ 2147483647 w 7980"/>
              <a:gd name="T11" fmla="*/ 0 h 4620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0" t="0" r="r" b="b"/>
            <a:pathLst>
              <a:path w="7980" h="4620">
                <a:moveTo>
                  <a:pt x="7965" y="3420"/>
                </a:moveTo>
                <a:lnTo>
                  <a:pt x="7980" y="4620"/>
                </a:lnTo>
                <a:lnTo>
                  <a:pt x="0" y="4605"/>
                </a:lnTo>
                <a:lnTo>
                  <a:pt x="3315" y="1485"/>
                </a:lnTo>
                <a:lnTo>
                  <a:pt x="2355" y="1455"/>
                </a:lnTo>
                <a:lnTo>
                  <a:pt x="2355" y="0"/>
                </a:lnTo>
              </a:path>
            </a:pathLst>
          </a:custGeom>
          <a:noFill/>
          <a:ln w="38100" cmpd="sng">
            <a:solidFill>
              <a:srgbClr val="FF00FF"/>
            </a:solidFill>
            <a:round/>
            <a:headEnd type="non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605" name="Freeform 312">
            <a:extLst>
              <a:ext uri="{FF2B5EF4-FFF2-40B4-BE49-F238E27FC236}">
                <a16:creationId xmlns:a16="http://schemas.microsoft.com/office/drawing/2014/main" id="{9835AE55-355E-3449-A433-1E30954185D2}"/>
              </a:ext>
            </a:extLst>
          </p:cNvPr>
          <p:cNvSpPr>
            <a:spLocks/>
          </p:cNvSpPr>
          <p:nvPr/>
        </p:nvSpPr>
        <p:spPr bwMode="auto">
          <a:xfrm>
            <a:off x="6184539" y="1716586"/>
            <a:ext cx="3399942" cy="1832304"/>
          </a:xfrm>
          <a:custGeom>
            <a:avLst/>
            <a:gdLst>
              <a:gd name="T0" fmla="*/ 0 w 9045"/>
              <a:gd name="T1" fmla="*/ 2147483647 h 4545"/>
              <a:gd name="T2" fmla="*/ 0 w 9045"/>
              <a:gd name="T3" fmla="*/ 2147483647 h 4545"/>
              <a:gd name="T4" fmla="*/ 2147483647 w 9045"/>
              <a:gd name="T5" fmla="*/ 2147483647 h 4545"/>
              <a:gd name="T6" fmla="*/ 2147483647 w 9045"/>
              <a:gd name="T7" fmla="*/ 2147483647 h 4545"/>
              <a:gd name="T8" fmla="*/ 2147483647 w 9045"/>
              <a:gd name="T9" fmla="*/ 2147483647 h 4545"/>
              <a:gd name="T10" fmla="*/ 2147483647 w 9045"/>
              <a:gd name="T11" fmla="*/ 2147483647 h 4545"/>
              <a:gd name="T12" fmla="*/ 2147483647 w 9045"/>
              <a:gd name="T13" fmla="*/ 2147483647 h 4545"/>
              <a:gd name="T14" fmla="*/ 2147483647 w 9045"/>
              <a:gd name="T15" fmla="*/ 0 h 4545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</a:gdLst>
            <a:ahLst/>
            <a:cxnLst>
              <a:cxn ang="T16">
                <a:pos x="T0" y="T1"/>
              </a:cxn>
              <a:cxn ang="T17">
                <a:pos x="T2" y="T3"/>
              </a:cxn>
              <a:cxn ang="T18">
                <a:pos x="T4" y="T5"/>
              </a:cxn>
              <a:cxn ang="T19">
                <a:pos x="T6" y="T7"/>
              </a:cxn>
              <a:cxn ang="T20">
                <a:pos x="T8" y="T9"/>
              </a:cxn>
              <a:cxn ang="T21">
                <a:pos x="T10" y="T11"/>
              </a:cxn>
              <a:cxn ang="T22">
                <a:pos x="T12" y="T13"/>
              </a:cxn>
              <a:cxn ang="T23">
                <a:pos x="T14" y="T15"/>
              </a:cxn>
            </a:cxnLst>
            <a:rect l="0" t="0" r="r" b="b"/>
            <a:pathLst>
              <a:path w="9045" h="4545">
                <a:moveTo>
                  <a:pt x="0" y="2880"/>
                </a:moveTo>
                <a:lnTo>
                  <a:pt x="0" y="4530"/>
                </a:lnTo>
                <a:lnTo>
                  <a:pt x="885" y="4545"/>
                </a:lnTo>
                <a:lnTo>
                  <a:pt x="3510" y="2010"/>
                </a:lnTo>
                <a:lnTo>
                  <a:pt x="7140" y="2055"/>
                </a:lnTo>
                <a:lnTo>
                  <a:pt x="8145" y="1020"/>
                </a:lnTo>
                <a:lnTo>
                  <a:pt x="9045" y="1020"/>
                </a:lnTo>
                <a:lnTo>
                  <a:pt x="9015" y="0"/>
                </a:lnTo>
              </a:path>
            </a:pathLst>
          </a:custGeom>
          <a:noFill/>
          <a:ln w="38100" cmpd="sng">
            <a:solidFill>
              <a:srgbClr val="0000FF"/>
            </a:solidFill>
            <a:round/>
            <a:headEnd type="non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606" name="Freeform 313">
            <a:extLst>
              <a:ext uri="{FF2B5EF4-FFF2-40B4-BE49-F238E27FC236}">
                <a16:creationId xmlns:a16="http://schemas.microsoft.com/office/drawing/2014/main" id="{6222373D-283A-3B4A-B1F6-7CDE8C98C64E}"/>
              </a:ext>
            </a:extLst>
          </p:cNvPr>
          <p:cNvSpPr>
            <a:spLocks/>
          </p:cNvSpPr>
          <p:nvPr/>
        </p:nvSpPr>
        <p:spPr bwMode="auto">
          <a:xfrm>
            <a:off x="6257703" y="1747511"/>
            <a:ext cx="3430069" cy="1693141"/>
          </a:xfrm>
          <a:custGeom>
            <a:avLst/>
            <a:gdLst>
              <a:gd name="T0" fmla="*/ 0 w 9120"/>
              <a:gd name="T1" fmla="*/ 2147483647 h 4201"/>
              <a:gd name="T2" fmla="*/ 0 w 9120"/>
              <a:gd name="T3" fmla="*/ 2147483647 h 4201"/>
              <a:gd name="T4" fmla="*/ 2147483647 w 9120"/>
              <a:gd name="T5" fmla="*/ 2147483647 h 4201"/>
              <a:gd name="T6" fmla="*/ 2147483647 w 9120"/>
              <a:gd name="T7" fmla="*/ 2147483647 h 4201"/>
              <a:gd name="T8" fmla="*/ 2147483647 w 9120"/>
              <a:gd name="T9" fmla="*/ 2147483647 h 4201"/>
              <a:gd name="T10" fmla="*/ 2147483647 w 9120"/>
              <a:gd name="T11" fmla="*/ 0 h 4201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0" t="0" r="r" b="b"/>
            <a:pathLst>
              <a:path w="9120" h="4201">
                <a:moveTo>
                  <a:pt x="0" y="2821"/>
                </a:moveTo>
                <a:lnTo>
                  <a:pt x="0" y="4201"/>
                </a:lnTo>
                <a:lnTo>
                  <a:pt x="4890" y="4201"/>
                </a:lnTo>
                <a:lnTo>
                  <a:pt x="8055" y="1051"/>
                </a:lnTo>
                <a:lnTo>
                  <a:pt x="9120" y="1080"/>
                </a:lnTo>
                <a:lnTo>
                  <a:pt x="9105" y="0"/>
                </a:lnTo>
              </a:path>
            </a:pathLst>
          </a:custGeom>
          <a:noFill/>
          <a:ln w="38100" cmpd="sng">
            <a:solidFill>
              <a:srgbClr val="00B050"/>
            </a:solidFill>
            <a:round/>
            <a:headEnd type="triangle" w="med" len="med"/>
            <a:tailEnd type="non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grpSp>
        <p:nvGrpSpPr>
          <p:cNvPr id="607" name="Group 314">
            <a:extLst>
              <a:ext uri="{FF2B5EF4-FFF2-40B4-BE49-F238E27FC236}">
                <a16:creationId xmlns:a16="http://schemas.microsoft.com/office/drawing/2014/main" id="{7CED4D5D-1774-B94F-AB74-7B6F1F74FA06}"/>
              </a:ext>
            </a:extLst>
          </p:cNvPr>
          <p:cNvGrpSpPr>
            <a:grpSpLocks/>
          </p:cNvGrpSpPr>
          <p:nvPr/>
        </p:nvGrpSpPr>
        <p:grpSpPr bwMode="auto">
          <a:xfrm>
            <a:off x="6156566" y="2860810"/>
            <a:ext cx="53796" cy="172019"/>
            <a:chOff x="10104" y="10005"/>
            <a:chExt cx="137" cy="411"/>
          </a:xfrm>
        </p:grpSpPr>
        <p:sp>
          <p:nvSpPr>
            <p:cNvPr id="608" name="Oval 315">
              <a:extLst>
                <a:ext uri="{FF2B5EF4-FFF2-40B4-BE49-F238E27FC236}">
                  <a16:creationId xmlns:a16="http://schemas.microsoft.com/office/drawing/2014/main" id="{695435D0-43FA-5946-96EF-D369E25A8FF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104" y="10005"/>
              <a:ext cx="137" cy="138"/>
            </a:xfrm>
            <a:prstGeom prst="ellipse">
              <a:avLst/>
            </a:prstGeom>
            <a:solidFill>
              <a:srgbClr val="0000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FF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609" name="Oval 316">
              <a:extLst>
                <a:ext uri="{FF2B5EF4-FFF2-40B4-BE49-F238E27FC236}">
                  <a16:creationId xmlns:a16="http://schemas.microsoft.com/office/drawing/2014/main" id="{85BDA995-131F-0641-914D-C85C2FA1640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104" y="10278"/>
              <a:ext cx="137" cy="138"/>
            </a:xfrm>
            <a:prstGeom prst="ellipse">
              <a:avLst/>
            </a:prstGeom>
            <a:solidFill>
              <a:srgbClr val="0000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FF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</p:grpSp>
      <p:grpSp>
        <p:nvGrpSpPr>
          <p:cNvPr id="610" name="Group 317">
            <a:extLst>
              <a:ext uri="{FF2B5EF4-FFF2-40B4-BE49-F238E27FC236}">
                <a16:creationId xmlns:a16="http://schemas.microsoft.com/office/drawing/2014/main" id="{0FFCB242-31DD-7443-A923-107E105D8A00}"/>
              </a:ext>
            </a:extLst>
          </p:cNvPr>
          <p:cNvGrpSpPr>
            <a:grpSpLocks/>
          </p:cNvGrpSpPr>
          <p:nvPr/>
        </p:nvGrpSpPr>
        <p:grpSpPr bwMode="auto">
          <a:xfrm>
            <a:off x="9388663" y="3009635"/>
            <a:ext cx="53796" cy="173953"/>
            <a:chOff x="10104" y="10005"/>
            <a:chExt cx="137" cy="411"/>
          </a:xfrm>
        </p:grpSpPr>
        <p:sp>
          <p:nvSpPr>
            <p:cNvPr id="611" name="Oval 318">
              <a:extLst>
                <a:ext uri="{FF2B5EF4-FFF2-40B4-BE49-F238E27FC236}">
                  <a16:creationId xmlns:a16="http://schemas.microsoft.com/office/drawing/2014/main" id="{F25BDD80-1612-BD46-B423-42AE33DB436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104" y="10005"/>
              <a:ext cx="137" cy="138"/>
            </a:xfrm>
            <a:prstGeom prst="ellipse">
              <a:avLst/>
            </a:prstGeom>
            <a:solidFill>
              <a:srgbClr val="FF00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FF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612" name="Oval 319">
              <a:extLst>
                <a:ext uri="{FF2B5EF4-FFF2-40B4-BE49-F238E27FC236}">
                  <a16:creationId xmlns:a16="http://schemas.microsoft.com/office/drawing/2014/main" id="{0B1DEF04-FA4A-924B-9F2F-610BC29F335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104" y="10278"/>
              <a:ext cx="137" cy="138"/>
            </a:xfrm>
            <a:prstGeom prst="ellipse">
              <a:avLst/>
            </a:prstGeom>
            <a:solidFill>
              <a:srgbClr val="FF00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FF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</p:grpSp>
      <p:grpSp>
        <p:nvGrpSpPr>
          <p:cNvPr id="613" name="Group 320">
            <a:extLst>
              <a:ext uri="{FF2B5EF4-FFF2-40B4-BE49-F238E27FC236}">
                <a16:creationId xmlns:a16="http://schemas.microsoft.com/office/drawing/2014/main" id="{0B529F14-3F08-E440-B6EC-F5B67289F089}"/>
              </a:ext>
            </a:extLst>
          </p:cNvPr>
          <p:cNvGrpSpPr>
            <a:grpSpLocks/>
          </p:cNvGrpSpPr>
          <p:nvPr/>
        </p:nvGrpSpPr>
        <p:grpSpPr bwMode="auto">
          <a:xfrm>
            <a:off x="9653341" y="1703056"/>
            <a:ext cx="53797" cy="173953"/>
            <a:chOff x="10104" y="10005"/>
            <a:chExt cx="137" cy="411"/>
          </a:xfrm>
        </p:grpSpPr>
        <p:sp>
          <p:nvSpPr>
            <p:cNvPr id="614" name="Oval 321">
              <a:extLst>
                <a:ext uri="{FF2B5EF4-FFF2-40B4-BE49-F238E27FC236}">
                  <a16:creationId xmlns:a16="http://schemas.microsoft.com/office/drawing/2014/main" id="{6437B6FC-D8DB-9746-A099-12114F7BD67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104" y="10005"/>
              <a:ext cx="137" cy="138"/>
            </a:xfrm>
            <a:prstGeom prst="ellipse">
              <a:avLst/>
            </a:prstGeom>
            <a:solidFill>
              <a:srgbClr val="00FF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FF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615" name="Oval 322">
              <a:extLst>
                <a:ext uri="{FF2B5EF4-FFF2-40B4-BE49-F238E27FC236}">
                  <a16:creationId xmlns:a16="http://schemas.microsoft.com/office/drawing/2014/main" id="{0FDD47FB-2A41-0B4E-85FF-3CBB4DBDBE3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104" y="10278"/>
              <a:ext cx="137" cy="138"/>
            </a:xfrm>
            <a:prstGeom prst="ellipse">
              <a:avLst/>
            </a:prstGeom>
            <a:solidFill>
              <a:srgbClr val="00FF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FF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</p:grpSp>
      <p:grpSp>
        <p:nvGrpSpPr>
          <p:cNvPr id="3" name="Group 2">
            <a:extLst>
              <a:ext uri="{FF2B5EF4-FFF2-40B4-BE49-F238E27FC236}">
                <a16:creationId xmlns:a16="http://schemas.microsoft.com/office/drawing/2014/main" id="{DCBFFE77-548F-9846-9A06-08C1230178E0}"/>
              </a:ext>
            </a:extLst>
          </p:cNvPr>
          <p:cNvGrpSpPr/>
          <p:nvPr/>
        </p:nvGrpSpPr>
        <p:grpSpPr>
          <a:xfrm>
            <a:off x="1505725" y="1423988"/>
            <a:ext cx="3115488" cy="2380952"/>
            <a:chOff x="1505725" y="1423988"/>
            <a:chExt cx="3115488" cy="2380952"/>
          </a:xfrm>
        </p:grpSpPr>
        <p:sp>
          <p:nvSpPr>
            <p:cNvPr id="616" name="Line 330">
              <a:extLst>
                <a:ext uri="{FF2B5EF4-FFF2-40B4-BE49-F238E27FC236}">
                  <a16:creationId xmlns:a16="http://schemas.microsoft.com/office/drawing/2014/main" id="{9BFD01DA-5202-CF44-9ED5-2B470718DBC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143125" y="1520825"/>
              <a:ext cx="0" cy="1860550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617" name="Line 331">
              <a:extLst>
                <a:ext uri="{FF2B5EF4-FFF2-40B4-BE49-F238E27FC236}">
                  <a16:creationId xmlns:a16="http://schemas.microsoft.com/office/drawing/2014/main" id="{ACC222AF-8E70-314C-9EA2-B9677C72D968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127250" y="3373438"/>
              <a:ext cx="2333625" cy="4762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618" name="Freeform 333">
              <a:extLst>
                <a:ext uri="{FF2B5EF4-FFF2-40B4-BE49-F238E27FC236}">
                  <a16:creationId xmlns:a16="http://schemas.microsoft.com/office/drawing/2014/main" id="{6D089360-38AC-4243-B6DB-EF4A57135057}"/>
                </a:ext>
              </a:extLst>
            </p:cNvPr>
            <p:cNvSpPr>
              <a:spLocks/>
            </p:cNvSpPr>
            <p:nvPr/>
          </p:nvSpPr>
          <p:spPr bwMode="auto">
            <a:xfrm>
              <a:off x="2132013" y="2607303"/>
              <a:ext cx="2489200" cy="759348"/>
            </a:xfrm>
            <a:custGeom>
              <a:avLst/>
              <a:gdLst>
                <a:gd name="T0" fmla="*/ 0 w 1568"/>
                <a:gd name="T1" fmla="*/ 2147483647 h 380"/>
                <a:gd name="T2" fmla="*/ 2147483647 w 1568"/>
                <a:gd name="T3" fmla="*/ 2147483647 h 380"/>
                <a:gd name="T4" fmla="*/ 2147483647 w 1568"/>
                <a:gd name="T5" fmla="*/ 2147483647 h 380"/>
                <a:gd name="T6" fmla="*/ 2147483647 w 1568"/>
                <a:gd name="T7" fmla="*/ 2147483647 h 380"/>
                <a:gd name="T8" fmla="*/ 0 60000 65536"/>
                <a:gd name="T9" fmla="*/ 0 60000 65536"/>
                <a:gd name="T10" fmla="*/ 0 60000 65536"/>
                <a:gd name="T11" fmla="*/ 0 60000 65536"/>
                <a:gd name="connsiteX0" fmla="*/ 0 w 10000"/>
                <a:gd name="connsiteY0" fmla="*/ 9512 h 9512"/>
                <a:gd name="connsiteX1" fmla="*/ 4152 w 10000"/>
                <a:gd name="connsiteY1" fmla="*/ 12 h 9512"/>
                <a:gd name="connsiteX2" fmla="*/ 5829 w 10000"/>
                <a:gd name="connsiteY2" fmla="*/ 8065 h 9512"/>
                <a:gd name="connsiteX3" fmla="*/ 10000 w 10000"/>
                <a:gd name="connsiteY3" fmla="*/ 8802 h 9512"/>
                <a:gd name="connsiteX0" fmla="*/ 0 w 10000"/>
                <a:gd name="connsiteY0" fmla="*/ 10000 h 10000"/>
                <a:gd name="connsiteX1" fmla="*/ 4152 w 10000"/>
                <a:gd name="connsiteY1" fmla="*/ 13 h 10000"/>
                <a:gd name="connsiteX2" fmla="*/ 5829 w 10000"/>
                <a:gd name="connsiteY2" fmla="*/ 8479 h 10000"/>
                <a:gd name="connsiteX3" fmla="*/ 10000 w 10000"/>
                <a:gd name="connsiteY3" fmla="*/ 9662 h 10000"/>
                <a:gd name="connsiteX0" fmla="*/ 0 w 10000"/>
                <a:gd name="connsiteY0" fmla="*/ 10000 h 10000"/>
                <a:gd name="connsiteX1" fmla="*/ 4152 w 10000"/>
                <a:gd name="connsiteY1" fmla="*/ 13 h 10000"/>
                <a:gd name="connsiteX2" fmla="*/ 5829 w 10000"/>
                <a:gd name="connsiteY2" fmla="*/ 8479 h 10000"/>
                <a:gd name="connsiteX3" fmla="*/ 10000 w 10000"/>
                <a:gd name="connsiteY3" fmla="*/ 9662 h 10000"/>
                <a:gd name="connsiteX0" fmla="*/ 0 w 10000"/>
                <a:gd name="connsiteY0" fmla="*/ 10000 h 10158"/>
                <a:gd name="connsiteX1" fmla="*/ 4152 w 10000"/>
                <a:gd name="connsiteY1" fmla="*/ 13 h 10158"/>
                <a:gd name="connsiteX2" fmla="*/ 5829 w 10000"/>
                <a:gd name="connsiteY2" fmla="*/ 8479 h 10158"/>
                <a:gd name="connsiteX3" fmla="*/ 10000 w 10000"/>
                <a:gd name="connsiteY3" fmla="*/ 9968 h 10158"/>
                <a:gd name="connsiteX0" fmla="*/ 0 w 10000"/>
                <a:gd name="connsiteY0" fmla="*/ 10000 h 10000"/>
                <a:gd name="connsiteX1" fmla="*/ 4152 w 10000"/>
                <a:gd name="connsiteY1" fmla="*/ 13 h 10000"/>
                <a:gd name="connsiteX2" fmla="*/ 5829 w 10000"/>
                <a:gd name="connsiteY2" fmla="*/ 8479 h 10000"/>
                <a:gd name="connsiteX3" fmla="*/ 10000 w 10000"/>
                <a:gd name="connsiteY3" fmla="*/ 9968 h 10000"/>
                <a:gd name="connsiteX0" fmla="*/ 0 w 10000"/>
                <a:gd name="connsiteY0" fmla="*/ 9898 h 9898"/>
                <a:gd name="connsiteX1" fmla="*/ 5094 w 10000"/>
                <a:gd name="connsiteY1" fmla="*/ 13 h 9898"/>
                <a:gd name="connsiteX2" fmla="*/ 5829 w 10000"/>
                <a:gd name="connsiteY2" fmla="*/ 8377 h 9898"/>
                <a:gd name="connsiteX3" fmla="*/ 10000 w 10000"/>
                <a:gd name="connsiteY3" fmla="*/ 9866 h 9898"/>
                <a:gd name="connsiteX0" fmla="*/ 0 w 10000"/>
                <a:gd name="connsiteY0" fmla="*/ 9991 h 10073"/>
                <a:gd name="connsiteX1" fmla="*/ 5094 w 10000"/>
                <a:gd name="connsiteY1" fmla="*/ 4 h 10073"/>
                <a:gd name="connsiteX2" fmla="*/ 6347 w 10000"/>
                <a:gd name="connsiteY2" fmla="*/ 8866 h 10073"/>
                <a:gd name="connsiteX3" fmla="*/ 10000 w 10000"/>
                <a:gd name="connsiteY3" fmla="*/ 9959 h 10073"/>
                <a:gd name="connsiteX0" fmla="*/ 0 w 10000"/>
                <a:gd name="connsiteY0" fmla="*/ 9992 h 10012"/>
                <a:gd name="connsiteX1" fmla="*/ 5094 w 10000"/>
                <a:gd name="connsiteY1" fmla="*/ 5 h 10012"/>
                <a:gd name="connsiteX2" fmla="*/ 6331 w 10000"/>
                <a:gd name="connsiteY2" fmla="*/ 8661 h 10012"/>
                <a:gd name="connsiteX3" fmla="*/ 10000 w 10000"/>
                <a:gd name="connsiteY3" fmla="*/ 9960 h 10012"/>
                <a:gd name="connsiteX0" fmla="*/ 0 w 10000"/>
                <a:gd name="connsiteY0" fmla="*/ 9992 h 10001"/>
                <a:gd name="connsiteX1" fmla="*/ 5094 w 10000"/>
                <a:gd name="connsiteY1" fmla="*/ 5 h 10001"/>
                <a:gd name="connsiteX2" fmla="*/ 6661 w 10000"/>
                <a:gd name="connsiteY2" fmla="*/ 8610 h 10001"/>
                <a:gd name="connsiteX3" fmla="*/ 10000 w 10000"/>
                <a:gd name="connsiteY3" fmla="*/ 9960 h 100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00" h="10001">
                  <a:moveTo>
                    <a:pt x="0" y="9992"/>
                  </a:moveTo>
                  <a:cubicBezTo>
                    <a:pt x="695" y="8315"/>
                    <a:pt x="3984" y="235"/>
                    <a:pt x="5094" y="5"/>
                  </a:cubicBezTo>
                  <a:cubicBezTo>
                    <a:pt x="6204" y="-225"/>
                    <a:pt x="5488" y="6933"/>
                    <a:pt x="6661" y="8610"/>
                  </a:cubicBezTo>
                  <a:cubicBezTo>
                    <a:pt x="7835" y="10287"/>
                    <a:pt x="8882" y="9997"/>
                    <a:pt x="10000" y="9960"/>
                  </a:cubicBezTo>
                </a:path>
              </a:pathLst>
            </a:custGeom>
            <a:noFill/>
            <a:ln w="28575" cap="flat" cmpd="sng">
              <a:solidFill>
                <a:srgbClr val="CC0000"/>
              </a:solidFill>
              <a:prstDash val="solid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619" name="Line 334">
              <a:extLst>
                <a:ext uri="{FF2B5EF4-FFF2-40B4-BE49-F238E27FC236}">
                  <a16:creationId xmlns:a16="http://schemas.microsoft.com/office/drawing/2014/main" id="{AF5D54D6-CC93-6E42-8712-1BDF48F23C5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011363" y="1673225"/>
              <a:ext cx="125412" cy="0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620" name="Line 335">
              <a:extLst>
                <a:ext uri="{FF2B5EF4-FFF2-40B4-BE49-F238E27FC236}">
                  <a16:creationId xmlns:a16="http://schemas.microsoft.com/office/drawing/2014/main" id="{5F83D767-834B-CD45-B9C0-86188156B39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944938" y="3381375"/>
              <a:ext cx="0" cy="134938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621" name="Text Box 336">
              <a:extLst>
                <a:ext uri="{FF2B5EF4-FFF2-40B4-BE49-F238E27FC236}">
                  <a16:creationId xmlns:a16="http://schemas.microsoft.com/office/drawing/2014/main" id="{4D3494C0-DD1C-794E-97BA-6E4472E2FD5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505725" y="1423988"/>
              <a:ext cx="463588" cy="30777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rPr>
                <a:t>R/2</a:t>
              </a:r>
            </a:p>
          </p:txBody>
        </p:sp>
        <p:sp>
          <p:nvSpPr>
            <p:cNvPr id="622" name="Text Box 337">
              <a:extLst>
                <a:ext uri="{FF2B5EF4-FFF2-40B4-BE49-F238E27FC236}">
                  <a16:creationId xmlns:a16="http://schemas.microsoft.com/office/drawing/2014/main" id="{CE6E8577-4BD8-EE4D-8020-05E336E07DC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742512" y="3433763"/>
              <a:ext cx="463588" cy="30777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rPr>
                <a:t>R/2</a:t>
              </a:r>
            </a:p>
          </p:txBody>
        </p:sp>
        <p:sp>
          <p:nvSpPr>
            <p:cNvPr id="623" name="Text Box 338">
              <a:extLst>
                <a:ext uri="{FF2B5EF4-FFF2-40B4-BE49-F238E27FC236}">
                  <a16:creationId xmlns:a16="http://schemas.microsoft.com/office/drawing/2014/main" id="{05367630-23E9-2744-A1A7-0C85EC93DB3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 rot="-5400000">
              <a:off x="1416844" y="2351882"/>
              <a:ext cx="808037" cy="4572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ymbol" charset="0"/>
                  <a:ea typeface="ＭＳ Ｐゴシック" charset="0"/>
                  <a:cs typeface="+mn-cs"/>
                </a:rPr>
                <a:t>l</a:t>
              </a:r>
              <a:r>
                <a:rPr kumimoji="0" lang="en-US" sz="2400" b="0" i="0" u="none" strike="noStrike" kern="1200" cap="none" spc="0" normalizeH="0" baseline="-2500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+mn-cs"/>
                </a:rPr>
                <a:t>out</a:t>
              </a:r>
            </a:p>
          </p:txBody>
        </p:sp>
        <p:sp>
          <p:nvSpPr>
            <p:cNvPr id="624" name="Text Box 339">
              <a:extLst>
                <a:ext uri="{FF2B5EF4-FFF2-40B4-BE49-F238E27FC236}">
                  <a16:creationId xmlns:a16="http://schemas.microsoft.com/office/drawing/2014/main" id="{5131AB9A-BD62-7E48-B700-9F673321A2A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857001" y="3343275"/>
              <a:ext cx="562975" cy="4616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2400" b="0" i="0" u="none" strike="noStrike" kern="1200" cap="none" spc="0" normalizeH="0" baseline="0" noProof="0" dirty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ymbol" pitchFamily="2" charset="2"/>
                  <a:ea typeface="ＭＳ Ｐゴシック" panose="020B0600070205080204" pitchFamily="34" charset="-128"/>
                  <a:cs typeface="+mn-cs"/>
                </a:rPr>
                <a:t>l</a:t>
              </a:r>
              <a:r>
                <a:rPr kumimoji="0" lang="en-US" altLang="en-US" sz="2400" b="0" i="0" u="none" strike="noStrike" kern="1200" cap="none" spc="0" normalizeH="0" baseline="-25000" noProof="0" dirty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in</a:t>
              </a:r>
              <a:r>
                <a:rPr kumimoji="0" lang="en-US" altLang="ja-JP" sz="2400" b="0" i="0" u="none" strike="noStrike" kern="1200" cap="none" spc="0" normalizeH="0" baseline="30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ea typeface="ＭＳ Ｐゴシック" panose="020B0600070205080204" pitchFamily="34" charset="-128"/>
                  <a:cs typeface="+mn-cs"/>
                </a:rPr>
                <a:t>’</a:t>
              </a:r>
              <a:endParaRPr kumimoji="0" lang="en-US" altLang="en-US" sz="2400" b="0" i="0" u="none" strike="noStrike" kern="1200" cap="none" spc="0" normalizeH="0" baseline="30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endParaRPr>
            </a:p>
          </p:txBody>
        </p:sp>
      </p:grpSp>
      <p:sp>
        <p:nvSpPr>
          <p:cNvPr id="130" name="Slide Number Placeholder 2">
            <a:extLst>
              <a:ext uri="{FF2B5EF4-FFF2-40B4-BE49-F238E27FC236}">
                <a16:creationId xmlns:a16="http://schemas.microsoft.com/office/drawing/2014/main" id="{B2D434D1-E742-A043-86CE-3BB54BC2F15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19616" y="6443089"/>
            <a:ext cx="2743200" cy="365125"/>
          </a:xfrm>
        </p:spPr>
        <p:txBody>
          <a:bodyPr/>
          <a:lstStyle/>
          <a:p>
            <a:r>
              <a:rPr lang="en-US" dirty="0"/>
              <a:t>Transport Layer: 3-</a:t>
            </a:r>
            <a:fld id="{C4204591-24BD-A542-B9D5-F8D8A88D2FEE}" type="slidenum">
              <a:rPr lang="en-US" smtClean="0"/>
              <a:pPr/>
              <a:t>27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822054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8CD900-19EC-824C-BF74-AADFBF5A17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8690" y="208643"/>
            <a:ext cx="11393310" cy="894622"/>
          </a:xfrm>
        </p:spPr>
        <p:txBody>
          <a:bodyPr>
            <a:normAutofit/>
          </a:bodyPr>
          <a:lstStyle/>
          <a:p>
            <a:r>
              <a:rPr lang="en-US" sz="4800" dirty="0"/>
              <a:t>Causes/costs of congestion: insights</a:t>
            </a:r>
            <a:endParaRPr lang="en-US" sz="4400" b="0" dirty="0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C64ABAFB-5459-F446-A0AC-48FC5C1C05E1}"/>
              </a:ext>
            </a:extLst>
          </p:cNvPr>
          <p:cNvGrpSpPr/>
          <p:nvPr/>
        </p:nvGrpSpPr>
        <p:grpSpPr>
          <a:xfrm>
            <a:off x="1054099" y="5185696"/>
            <a:ext cx="8420101" cy="1336368"/>
            <a:chOff x="1054099" y="4728508"/>
            <a:chExt cx="8420101" cy="1336368"/>
          </a:xfrm>
        </p:grpSpPr>
        <p:sp>
          <p:nvSpPr>
            <p:cNvPr id="470" name="Rectangle 3">
              <a:extLst>
                <a:ext uri="{FF2B5EF4-FFF2-40B4-BE49-F238E27FC236}">
                  <a16:creationId xmlns:a16="http://schemas.microsoft.com/office/drawing/2014/main" id="{B3E01DA9-25FD-B546-AB8A-84DD037548D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06500" y="5114925"/>
              <a:ext cx="8267700" cy="409575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132" name="Rectangle 4">
              <a:extLst>
                <a:ext uri="{FF2B5EF4-FFF2-40B4-BE49-F238E27FC236}">
                  <a16:creationId xmlns:a16="http://schemas.microsoft.com/office/drawing/2014/main" id="{E62417CD-29D3-4540-95AB-DBD339E4A56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54099" y="4926013"/>
              <a:ext cx="6735751" cy="80819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>
              <a:lvl1pPr marL="342900" indent="-3429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342900" marR="0" lvl="0" indent="-342900" algn="l" defTabSz="914400" rtl="0" eaLnBrk="0" fontAlgn="base" latinLnBrk="0" hangingPunct="0">
                <a:lnSpc>
                  <a:spcPct val="85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99"/>
                </a:buClr>
                <a:buSzPct val="100000"/>
                <a:buFont typeface="Wingdings" pitchFamily="2" charset="2"/>
                <a:buChar char="§"/>
                <a:tabLst/>
                <a:defRPr/>
              </a:pPr>
              <a:r>
                <a:rPr kumimoji="0" lang="en-US" altLang="ja-JP" sz="2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ea typeface="ＭＳ Ｐゴシック" panose="020B0600070205080204" pitchFamily="34" charset="-128"/>
                  <a:cs typeface="+mn-cs"/>
                </a:rPr>
                <a:t>upstream transmission capacity / buffering wasted for packets lost</a:t>
              </a:r>
              <a:endPara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endParaRPr>
            </a:p>
          </p:txBody>
        </p:sp>
        <p:pic>
          <p:nvPicPr>
            <p:cNvPr id="3" name="Picture 2">
              <a:extLst>
                <a:ext uri="{FF2B5EF4-FFF2-40B4-BE49-F238E27FC236}">
                  <a16:creationId xmlns:a16="http://schemas.microsoft.com/office/drawing/2014/main" id="{497D00A8-A6C2-354A-9DB9-EE706DA9DEDB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7734126" y="4728508"/>
              <a:ext cx="1657096" cy="1336368"/>
            </a:xfrm>
            <a:prstGeom prst="rect">
              <a:avLst/>
            </a:prstGeom>
          </p:spPr>
        </p:pic>
      </p:grpSp>
      <p:grpSp>
        <p:nvGrpSpPr>
          <p:cNvPr id="13" name="Group 12">
            <a:extLst>
              <a:ext uri="{FF2B5EF4-FFF2-40B4-BE49-F238E27FC236}">
                <a16:creationId xmlns:a16="http://schemas.microsoft.com/office/drawing/2014/main" id="{77E4D1E4-3EEB-4E4B-8616-C6D7345EBEEE}"/>
              </a:ext>
            </a:extLst>
          </p:cNvPr>
          <p:cNvGrpSpPr/>
          <p:nvPr/>
        </p:nvGrpSpPr>
        <p:grpSpPr>
          <a:xfrm>
            <a:off x="1028700" y="2052023"/>
            <a:ext cx="10080734" cy="1334789"/>
            <a:chOff x="1028700" y="1860299"/>
            <a:chExt cx="10080734" cy="1334789"/>
          </a:xfrm>
        </p:grpSpPr>
        <p:sp>
          <p:nvSpPr>
            <p:cNvPr id="129" name="Rectangle 4">
              <a:extLst>
                <a:ext uri="{FF2B5EF4-FFF2-40B4-BE49-F238E27FC236}">
                  <a16:creationId xmlns:a16="http://schemas.microsoft.com/office/drawing/2014/main" id="{C8DF44BF-39DD-7A44-89E8-80E5392BB02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28700" y="2139156"/>
              <a:ext cx="10080734" cy="47148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>
              <a:lvl1pPr marL="342900" indent="-3429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342900" marR="0" lvl="0" indent="-342900" algn="l" defTabSz="914400" rtl="0" eaLnBrk="0" fontAlgn="base" latinLnBrk="0" hangingPunct="0">
                <a:lnSpc>
                  <a:spcPct val="85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99"/>
                </a:buClr>
                <a:buSzPct val="100000"/>
                <a:buFont typeface="Wingdings" pitchFamily="2" charset="2"/>
                <a:buChar char="§"/>
                <a:tabLst/>
                <a:defRPr/>
              </a:pPr>
              <a:r>
                <a:rPr kumimoji="0" lang="en-US" altLang="en-US" sz="2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ea typeface="ＭＳ Ｐゴシック" panose="020B0600070205080204" pitchFamily="34" charset="-128"/>
                  <a:cs typeface="+mn-cs"/>
                </a:rPr>
                <a:t>delay increases as capacity approached </a:t>
              </a:r>
            </a:p>
          </p:txBody>
        </p:sp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B3BC8354-A522-CA41-8AD1-6483FE2E7AA3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9451601" y="1860299"/>
              <a:ext cx="1402990" cy="1334789"/>
            </a:xfrm>
            <a:prstGeom prst="rect">
              <a:avLst/>
            </a:prstGeom>
          </p:spPr>
        </p:pic>
      </p:grpSp>
      <p:grpSp>
        <p:nvGrpSpPr>
          <p:cNvPr id="18" name="Group 17">
            <a:extLst>
              <a:ext uri="{FF2B5EF4-FFF2-40B4-BE49-F238E27FC236}">
                <a16:creationId xmlns:a16="http://schemas.microsoft.com/office/drawing/2014/main" id="{A3D27AAF-A2F5-E143-ACD8-97D841F75BBA}"/>
              </a:ext>
            </a:extLst>
          </p:cNvPr>
          <p:cNvGrpSpPr/>
          <p:nvPr/>
        </p:nvGrpSpPr>
        <p:grpSpPr>
          <a:xfrm>
            <a:off x="1041400" y="4167737"/>
            <a:ext cx="9952137" cy="1463041"/>
            <a:chOff x="1041400" y="4167737"/>
            <a:chExt cx="9952137" cy="1463041"/>
          </a:xfrm>
        </p:grpSpPr>
        <p:sp>
          <p:nvSpPr>
            <p:cNvPr id="131" name="Rectangle 4">
              <a:extLst>
                <a:ext uri="{FF2B5EF4-FFF2-40B4-BE49-F238E27FC236}">
                  <a16:creationId xmlns:a16="http://schemas.microsoft.com/office/drawing/2014/main" id="{E69E1480-29A3-FC40-B2EA-9D31AA40C56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41400" y="4352873"/>
              <a:ext cx="6769100" cy="76227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>
              <a:lvl1pPr marL="342900" indent="-3429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342900" marR="0" lvl="0" indent="-342900" algn="l" defTabSz="914400" rtl="0" eaLnBrk="0" fontAlgn="base" latinLnBrk="0" hangingPunct="0">
                <a:lnSpc>
                  <a:spcPct val="85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99"/>
                </a:buClr>
                <a:buSzPct val="100000"/>
                <a:buFont typeface="Wingdings" pitchFamily="2" charset="2"/>
                <a:buChar char="§"/>
                <a:tabLst/>
                <a:defRPr/>
              </a:pPr>
              <a:r>
                <a:rPr kumimoji="0" lang="en-US" altLang="en-US" sz="2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ea typeface="ＭＳ Ｐゴシック" panose="020B0600070205080204" pitchFamily="34" charset="-128"/>
                  <a:cs typeface="+mn-cs"/>
                </a:rPr>
                <a:t>un-needed duplicates further decreases effective throughput</a:t>
              </a:r>
            </a:p>
          </p:txBody>
        </p:sp>
        <p:pic>
          <p:nvPicPr>
            <p:cNvPr id="14" name="Picture 13">
              <a:extLst>
                <a:ext uri="{FF2B5EF4-FFF2-40B4-BE49-F238E27FC236}">
                  <a16:creationId xmlns:a16="http://schemas.microsoft.com/office/drawing/2014/main" id="{0C8C9A99-D0A4-9E4A-AD6A-0403159B3DB3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9364995" y="4167737"/>
              <a:ext cx="1628542" cy="1463041"/>
            </a:xfrm>
            <a:prstGeom prst="rect">
              <a:avLst/>
            </a:prstGeom>
          </p:spPr>
        </p:pic>
      </p:grpSp>
      <p:grpSp>
        <p:nvGrpSpPr>
          <p:cNvPr id="17" name="Group 16">
            <a:extLst>
              <a:ext uri="{FF2B5EF4-FFF2-40B4-BE49-F238E27FC236}">
                <a16:creationId xmlns:a16="http://schemas.microsoft.com/office/drawing/2014/main" id="{25331F8E-78B4-5E4D-9E14-918B774CF79B}"/>
              </a:ext>
            </a:extLst>
          </p:cNvPr>
          <p:cNvGrpSpPr/>
          <p:nvPr/>
        </p:nvGrpSpPr>
        <p:grpSpPr>
          <a:xfrm>
            <a:off x="1041400" y="2983830"/>
            <a:ext cx="8301120" cy="1447533"/>
            <a:chOff x="1041400" y="2983830"/>
            <a:chExt cx="8301120" cy="1447533"/>
          </a:xfrm>
        </p:grpSpPr>
        <p:sp>
          <p:nvSpPr>
            <p:cNvPr id="130" name="Rectangle 4">
              <a:extLst>
                <a:ext uri="{FF2B5EF4-FFF2-40B4-BE49-F238E27FC236}">
                  <a16:creationId xmlns:a16="http://schemas.microsoft.com/office/drawing/2014/main" id="{E0B74A1B-74C4-184F-94CC-A99D0D2E366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41400" y="3256108"/>
              <a:ext cx="6332794" cy="42725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>
              <a:lvl1pPr marL="342900" indent="-3429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342900" marR="0" lvl="0" indent="-342900" algn="l" defTabSz="914400" rtl="0" eaLnBrk="0" fontAlgn="base" latinLnBrk="0" hangingPunct="0">
                <a:lnSpc>
                  <a:spcPct val="85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99"/>
                </a:buClr>
                <a:buSzPct val="100000"/>
                <a:buFont typeface="Wingdings" pitchFamily="2" charset="2"/>
                <a:buChar char="§"/>
                <a:tabLst/>
                <a:defRPr/>
              </a:pPr>
              <a:r>
                <a:rPr kumimoji="0" lang="en-US" altLang="en-US" sz="2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ea typeface="ＭＳ Ｐゴシック" panose="020B0600070205080204" pitchFamily="34" charset="-128"/>
                  <a:cs typeface="+mn-cs"/>
                </a:rPr>
                <a:t>loss/retransmission decreases effective throughput</a:t>
              </a:r>
            </a:p>
          </p:txBody>
        </p:sp>
        <p:pic>
          <p:nvPicPr>
            <p:cNvPr id="16" name="Picture 15">
              <a:extLst>
                <a:ext uri="{FF2B5EF4-FFF2-40B4-BE49-F238E27FC236}">
                  <a16:creationId xmlns:a16="http://schemas.microsoft.com/office/drawing/2014/main" id="{B0F0FCDE-CAF5-4C40-A5A2-D21059E4F26A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7723915" y="2983830"/>
              <a:ext cx="1618605" cy="1447533"/>
            </a:xfrm>
            <a:prstGeom prst="rect">
              <a:avLst/>
            </a:prstGeom>
          </p:spPr>
        </p:pic>
      </p:grpSp>
      <p:grpSp>
        <p:nvGrpSpPr>
          <p:cNvPr id="20" name="Group 19">
            <a:extLst>
              <a:ext uri="{FF2B5EF4-FFF2-40B4-BE49-F238E27FC236}">
                <a16:creationId xmlns:a16="http://schemas.microsoft.com/office/drawing/2014/main" id="{1F7EFD51-4F3D-7A4D-8E82-A230AAE12880}"/>
              </a:ext>
            </a:extLst>
          </p:cNvPr>
          <p:cNvGrpSpPr/>
          <p:nvPr/>
        </p:nvGrpSpPr>
        <p:grpSpPr>
          <a:xfrm>
            <a:off x="1041400" y="1190115"/>
            <a:ext cx="8210815" cy="1330482"/>
            <a:chOff x="1041400" y="1190115"/>
            <a:chExt cx="8210815" cy="1330482"/>
          </a:xfrm>
        </p:grpSpPr>
        <p:sp>
          <p:nvSpPr>
            <p:cNvPr id="471" name="Rectangle 4">
              <a:extLst>
                <a:ext uri="{FF2B5EF4-FFF2-40B4-BE49-F238E27FC236}">
                  <a16:creationId xmlns:a16="http://schemas.microsoft.com/office/drawing/2014/main" id="{50204642-54CB-0C46-8699-863901641A9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41400" y="1395413"/>
              <a:ext cx="6538912" cy="47148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>
              <a:lvl1pPr marL="342900" indent="-3429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342900" marR="0" lvl="0" indent="-342900" algn="l" defTabSz="914400" rtl="0" eaLnBrk="0" fontAlgn="base" latinLnBrk="0" hangingPunct="0">
                <a:lnSpc>
                  <a:spcPct val="85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99"/>
                </a:buClr>
                <a:buSzPct val="100000"/>
                <a:buFont typeface="Wingdings" pitchFamily="2" charset="2"/>
                <a:buChar char="§"/>
                <a:tabLst/>
                <a:defRPr/>
              </a:pPr>
              <a:r>
                <a:rPr kumimoji="0" lang="en-US" altLang="en-US" sz="2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ea typeface="ＭＳ Ｐゴシック" panose="020B0600070205080204" pitchFamily="34" charset="-128"/>
                  <a:cs typeface="+mn-cs"/>
                </a:rPr>
                <a:t>throughput can never exceed capacity </a:t>
              </a:r>
            </a:p>
          </p:txBody>
        </p:sp>
        <p:pic>
          <p:nvPicPr>
            <p:cNvPr id="19" name="Picture 18">
              <a:extLst>
                <a:ext uri="{FF2B5EF4-FFF2-40B4-BE49-F238E27FC236}">
                  <a16:creationId xmlns:a16="http://schemas.microsoft.com/office/drawing/2014/main" id="{C7DCF390-386B-AE45-BE92-F53BE11B8376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7729084" y="1190115"/>
              <a:ext cx="1523131" cy="1330482"/>
            </a:xfrm>
            <a:prstGeom prst="rect">
              <a:avLst/>
            </a:prstGeom>
          </p:spPr>
        </p:pic>
      </p:grpSp>
      <p:sp>
        <p:nvSpPr>
          <p:cNvPr id="21" name="Slide Number Placeholder 2">
            <a:extLst>
              <a:ext uri="{FF2B5EF4-FFF2-40B4-BE49-F238E27FC236}">
                <a16:creationId xmlns:a16="http://schemas.microsoft.com/office/drawing/2014/main" id="{BBFEA973-F377-3247-B95A-5759C5BD8A0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19616" y="6443089"/>
            <a:ext cx="2743200" cy="365125"/>
          </a:xfrm>
        </p:spPr>
        <p:txBody>
          <a:bodyPr/>
          <a:lstStyle/>
          <a:p>
            <a:r>
              <a:rPr lang="en-US" dirty="0"/>
              <a:t>Transport Layer: 3-</a:t>
            </a:r>
            <a:fld id="{C4204591-24BD-A542-B9D5-F8D8A88D2FEE}" type="slidenum">
              <a:rPr lang="en-US" smtClean="0"/>
              <a:pPr/>
              <a:t>28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037403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7" name="Group 176">
            <a:extLst>
              <a:ext uri="{FF2B5EF4-FFF2-40B4-BE49-F238E27FC236}">
                <a16:creationId xmlns:a16="http://schemas.microsoft.com/office/drawing/2014/main" id="{06DD7C50-58C4-B34F-A819-0EADD89C2A37}"/>
              </a:ext>
            </a:extLst>
          </p:cNvPr>
          <p:cNvGrpSpPr/>
          <p:nvPr/>
        </p:nvGrpSpPr>
        <p:grpSpPr>
          <a:xfrm>
            <a:off x="10476914" y="2368655"/>
            <a:ext cx="717868" cy="1154474"/>
            <a:chOff x="7664720" y="2795550"/>
            <a:chExt cx="717868" cy="1154474"/>
          </a:xfrm>
        </p:grpSpPr>
        <p:sp>
          <p:nvSpPr>
            <p:cNvPr id="178" name="Rectangle 177">
              <a:extLst>
                <a:ext uri="{FF2B5EF4-FFF2-40B4-BE49-F238E27FC236}">
                  <a16:creationId xmlns:a16="http://schemas.microsoft.com/office/drawing/2014/main" id="{F52B9B30-D973-4342-9353-3C55976BEB6A}"/>
                </a:ext>
              </a:extLst>
            </p:cNvPr>
            <p:cNvSpPr/>
            <p:nvPr/>
          </p:nvSpPr>
          <p:spPr>
            <a:xfrm>
              <a:off x="7671781" y="2795550"/>
              <a:ext cx="702570" cy="1154474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</a:ln>
            <a:effectLst>
              <a:outerShdw blurRad="50800" dist="38100" dir="2700000" algn="tl" rotWithShape="0">
                <a:srgbClr val="0000A3">
                  <a:alpha val="40000"/>
                </a:srgb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cxnSp>
          <p:nvCxnSpPr>
            <p:cNvPr id="179" name="Straight Connector 178">
              <a:extLst>
                <a:ext uri="{FF2B5EF4-FFF2-40B4-BE49-F238E27FC236}">
                  <a16:creationId xmlns:a16="http://schemas.microsoft.com/office/drawing/2014/main" id="{224EADA8-9231-C54D-B660-93136571FE39}"/>
                </a:ext>
              </a:extLst>
            </p:cNvPr>
            <p:cNvCxnSpPr/>
            <p:nvPr/>
          </p:nvCxnSpPr>
          <p:spPr>
            <a:xfrm>
              <a:off x="7664720" y="3029172"/>
              <a:ext cx="702570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0" name="Straight Connector 179">
              <a:extLst>
                <a:ext uri="{FF2B5EF4-FFF2-40B4-BE49-F238E27FC236}">
                  <a16:creationId xmlns:a16="http://schemas.microsoft.com/office/drawing/2014/main" id="{EB564AD7-6052-D74E-AFB8-443721B0BA8F}"/>
                </a:ext>
              </a:extLst>
            </p:cNvPr>
            <p:cNvCxnSpPr/>
            <p:nvPr/>
          </p:nvCxnSpPr>
          <p:spPr>
            <a:xfrm>
              <a:off x="7668839" y="3266304"/>
              <a:ext cx="702570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1" name="Straight Connector 180">
              <a:extLst>
                <a:ext uri="{FF2B5EF4-FFF2-40B4-BE49-F238E27FC236}">
                  <a16:creationId xmlns:a16="http://schemas.microsoft.com/office/drawing/2014/main" id="{BC030439-89A7-D141-93A0-55E98A03659C}"/>
                </a:ext>
              </a:extLst>
            </p:cNvPr>
            <p:cNvCxnSpPr/>
            <p:nvPr/>
          </p:nvCxnSpPr>
          <p:spPr>
            <a:xfrm>
              <a:off x="7680018" y="3499906"/>
              <a:ext cx="702570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2" name="Straight Connector 181">
              <a:extLst>
                <a:ext uri="{FF2B5EF4-FFF2-40B4-BE49-F238E27FC236}">
                  <a16:creationId xmlns:a16="http://schemas.microsoft.com/office/drawing/2014/main" id="{A29CBFF5-3970-894F-B8C7-846B6CF65EF2}"/>
                </a:ext>
              </a:extLst>
            </p:cNvPr>
            <p:cNvCxnSpPr/>
            <p:nvPr/>
          </p:nvCxnSpPr>
          <p:spPr>
            <a:xfrm>
              <a:off x="7670015" y="3726448"/>
              <a:ext cx="702570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32" name="Freeform 270">
            <a:extLst>
              <a:ext uri="{FF2B5EF4-FFF2-40B4-BE49-F238E27FC236}">
                <a16:creationId xmlns:a16="http://schemas.microsoft.com/office/drawing/2014/main" id="{CE7C7371-97B5-C346-A95F-94B2CF95CEF8}"/>
              </a:ext>
            </a:extLst>
          </p:cNvPr>
          <p:cNvSpPr>
            <a:spLocks/>
          </p:cNvSpPr>
          <p:nvPr/>
        </p:nvSpPr>
        <p:spPr bwMode="auto">
          <a:xfrm flipH="1">
            <a:off x="6810066" y="2305050"/>
            <a:ext cx="250825" cy="1201738"/>
          </a:xfrm>
          <a:custGeom>
            <a:avLst/>
            <a:gdLst>
              <a:gd name="T0" fmla="*/ 2147483647 w 366"/>
              <a:gd name="T1" fmla="*/ 2147483647 h 1284"/>
              <a:gd name="T2" fmla="*/ 2147483647 w 366"/>
              <a:gd name="T3" fmla="*/ 0 h 1284"/>
              <a:gd name="T4" fmla="*/ 0 w 366"/>
              <a:gd name="T5" fmla="*/ 2147483647 h 1284"/>
              <a:gd name="T6" fmla="*/ 2147483647 w 366"/>
              <a:gd name="T7" fmla="*/ 2147483647 h 1284"/>
              <a:gd name="T8" fmla="*/ 2147483647 w 366"/>
              <a:gd name="T9" fmla="*/ 2147483647 h 1284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366" h="1284">
                <a:moveTo>
                  <a:pt x="366" y="1278"/>
                </a:moveTo>
                <a:lnTo>
                  <a:pt x="12" y="0"/>
                </a:lnTo>
                <a:lnTo>
                  <a:pt x="0" y="1224"/>
                </a:lnTo>
                <a:lnTo>
                  <a:pt x="186" y="1284"/>
                </a:lnTo>
                <a:lnTo>
                  <a:pt x="366" y="1278"/>
                </a:lnTo>
                <a:close/>
              </a:path>
            </a:pathLst>
          </a:custGeom>
          <a:gradFill rotWithShape="1">
            <a:gsLst>
              <a:gs pos="0">
                <a:srgbClr val="B2B2B2"/>
              </a:gs>
              <a:gs pos="100000">
                <a:srgbClr val="FFFFFF"/>
              </a:gs>
            </a:gsLst>
            <a:lin ang="0" scaled="1"/>
          </a:gradFill>
          <a:ln w="9525">
            <a:noFill/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grpSp>
        <p:nvGrpSpPr>
          <p:cNvPr id="134" name="Group 354">
            <a:extLst>
              <a:ext uri="{FF2B5EF4-FFF2-40B4-BE49-F238E27FC236}">
                <a16:creationId xmlns:a16="http://schemas.microsoft.com/office/drawing/2014/main" id="{1BCC2894-BF9B-8F46-AA42-B55DC303E1A8}"/>
              </a:ext>
            </a:extLst>
          </p:cNvPr>
          <p:cNvGrpSpPr>
            <a:grpSpLocks/>
          </p:cNvGrpSpPr>
          <p:nvPr/>
        </p:nvGrpSpPr>
        <p:grpSpPr bwMode="auto">
          <a:xfrm>
            <a:off x="6405254" y="3243263"/>
            <a:ext cx="525462" cy="434975"/>
            <a:chOff x="-44" y="1473"/>
            <a:chExt cx="981" cy="1105"/>
          </a:xfrm>
        </p:grpSpPr>
        <p:pic>
          <p:nvPicPr>
            <p:cNvPr id="135" name="Picture 355" descr="desktop_computer_stylized_medium">
              <a:extLst>
                <a:ext uri="{FF2B5EF4-FFF2-40B4-BE49-F238E27FC236}">
                  <a16:creationId xmlns:a16="http://schemas.microsoft.com/office/drawing/2014/main" id="{3E99589F-1E40-7C43-B8AA-5029A4A26364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36" name="Freeform 356">
              <a:extLst>
                <a:ext uri="{FF2B5EF4-FFF2-40B4-BE49-F238E27FC236}">
                  <a16:creationId xmlns:a16="http://schemas.microsoft.com/office/drawing/2014/main" id="{B3DD6BB4-576F-9148-8D11-578565B58879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5595 w 356"/>
                <a:gd name="T3" fmla="*/ 341 h 368"/>
                <a:gd name="T4" fmla="*/ 6638 w 356"/>
                <a:gd name="T5" fmla="*/ 7113 h 368"/>
                <a:gd name="T6" fmla="*/ 1463 w 356"/>
                <a:gd name="T7" fmla="*/ 8895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 cmpd="sng">
                  <a:solidFill>
                    <a:schemeClr val="tx1"/>
                  </a:solidFill>
                  <a:prstDash val="solid"/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</p:grpSp>
      <p:grpSp>
        <p:nvGrpSpPr>
          <p:cNvPr id="137" name="Group 136">
            <a:extLst>
              <a:ext uri="{FF2B5EF4-FFF2-40B4-BE49-F238E27FC236}">
                <a16:creationId xmlns:a16="http://schemas.microsoft.com/office/drawing/2014/main" id="{147F56F3-1CFD-5745-9F94-FFAF782BC64A}"/>
              </a:ext>
            </a:extLst>
          </p:cNvPr>
          <p:cNvGrpSpPr/>
          <p:nvPr/>
        </p:nvGrpSpPr>
        <p:grpSpPr>
          <a:xfrm>
            <a:off x="7045286" y="2362077"/>
            <a:ext cx="717868" cy="1154474"/>
            <a:chOff x="7664720" y="2799688"/>
            <a:chExt cx="717868" cy="1154474"/>
          </a:xfrm>
        </p:grpSpPr>
        <p:sp>
          <p:nvSpPr>
            <p:cNvPr id="138" name="Rectangle 137">
              <a:extLst>
                <a:ext uri="{FF2B5EF4-FFF2-40B4-BE49-F238E27FC236}">
                  <a16:creationId xmlns:a16="http://schemas.microsoft.com/office/drawing/2014/main" id="{12A18A2C-071A-724E-ABAB-EE121ADBCB05}"/>
                </a:ext>
              </a:extLst>
            </p:cNvPr>
            <p:cNvSpPr/>
            <p:nvPr/>
          </p:nvSpPr>
          <p:spPr>
            <a:xfrm>
              <a:off x="7671781" y="2799688"/>
              <a:ext cx="702570" cy="1154474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</a:ln>
            <a:effectLst>
              <a:outerShdw blurRad="50800" dist="38100" dir="2700000" algn="tl" rotWithShape="0">
                <a:srgbClr val="0000A3">
                  <a:alpha val="40000"/>
                </a:srgb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cxnSp>
          <p:nvCxnSpPr>
            <p:cNvPr id="139" name="Straight Connector 138">
              <a:extLst>
                <a:ext uri="{FF2B5EF4-FFF2-40B4-BE49-F238E27FC236}">
                  <a16:creationId xmlns:a16="http://schemas.microsoft.com/office/drawing/2014/main" id="{5A246001-6FA7-F047-AECA-800C5A5F30CD}"/>
                </a:ext>
              </a:extLst>
            </p:cNvPr>
            <p:cNvCxnSpPr/>
            <p:nvPr/>
          </p:nvCxnSpPr>
          <p:spPr>
            <a:xfrm>
              <a:off x="7664720" y="3029172"/>
              <a:ext cx="702570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0" name="Straight Connector 139">
              <a:extLst>
                <a:ext uri="{FF2B5EF4-FFF2-40B4-BE49-F238E27FC236}">
                  <a16:creationId xmlns:a16="http://schemas.microsoft.com/office/drawing/2014/main" id="{F407FE2E-B4F8-E142-9856-65C553F4A8EF}"/>
                </a:ext>
              </a:extLst>
            </p:cNvPr>
            <p:cNvCxnSpPr/>
            <p:nvPr/>
          </p:nvCxnSpPr>
          <p:spPr>
            <a:xfrm>
              <a:off x="7668839" y="3266304"/>
              <a:ext cx="702570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1" name="Straight Connector 140">
              <a:extLst>
                <a:ext uri="{FF2B5EF4-FFF2-40B4-BE49-F238E27FC236}">
                  <a16:creationId xmlns:a16="http://schemas.microsoft.com/office/drawing/2014/main" id="{0F241007-617C-9B47-BDCF-F85615C450A7}"/>
                </a:ext>
              </a:extLst>
            </p:cNvPr>
            <p:cNvCxnSpPr/>
            <p:nvPr/>
          </p:nvCxnSpPr>
          <p:spPr>
            <a:xfrm>
              <a:off x="7680018" y="3499906"/>
              <a:ext cx="702570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5" name="Straight Connector 174">
              <a:extLst>
                <a:ext uri="{FF2B5EF4-FFF2-40B4-BE49-F238E27FC236}">
                  <a16:creationId xmlns:a16="http://schemas.microsoft.com/office/drawing/2014/main" id="{2AB2A72B-F1C5-4049-8439-AABBF750CD86}"/>
                </a:ext>
              </a:extLst>
            </p:cNvPr>
            <p:cNvCxnSpPr/>
            <p:nvPr/>
          </p:nvCxnSpPr>
          <p:spPr>
            <a:xfrm>
              <a:off x="7670015" y="3726448"/>
              <a:ext cx="702570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97289" name="Rectangle 3">
            <a:extLst>
              <a:ext uri="{FF2B5EF4-FFF2-40B4-BE49-F238E27FC236}">
                <a16:creationId xmlns:a16="http://schemas.microsoft.com/office/drawing/2014/main" id="{D469BBE5-2D5E-1245-BE57-AED04CA89E18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884903" y="1939313"/>
            <a:ext cx="5562600" cy="2536434"/>
          </a:xfrm>
        </p:spPr>
        <p:txBody>
          <a:bodyPr>
            <a:normAutofit lnSpcReduction="10000"/>
          </a:bodyPr>
          <a:lstStyle/>
          <a:p>
            <a:pPr>
              <a:buFont typeface="Wingdings" charset="0"/>
              <a:buNone/>
              <a:defRPr/>
            </a:pPr>
            <a:r>
              <a:rPr lang="en-US" sz="3200" dirty="0">
                <a:solidFill>
                  <a:srgbClr val="C00000"/>
                </a:solidFill>
              </a:rPr>
              <a:t>E</a:t>
            </a:r>
            <a:r>
              <a:rPr lang="en-US" sz="3200" dirty="0">
                <a:solidFill>
                  <a:srgbClr val="C00000"/>
                </a:solidFill>
                <a:cs typeface="+mn-cs"/>
              </a:rPr>
              <a:t>nd-end congestion control:</a:t>
            </a:r>
          </a:p>
          <a:p>
            <a:pPr marL="466725" indent="-336550">
              <a:defRPr/>
            </a:pPr>
            <a:r>
              <a:rPr lang="en-US" sz="3200" dirty="0"/>
              <a:t>no explicit feedback from network</a:t>
            </a:r>
          </a:p>
          <a:p>
            <a:pPr marL="466725" indent="-336550">
              <a:defRPr/>
            </a:pPr>
            <a:r>
              <a:rPr lang="en-US" sz="3200" dirty="0"/>
              <a:t>congestion </a:t>
            </a:r>
            <a:r>
              <a:rPr lang="en-US" sz="3200" i="1" dirty="0">
                <a:solidFill>
                  <a:srgbClr val="C00000"/>
                </a:solidFill>
              </a:rPr>
              <a:t>inferred</a:t>
            </a:r>
            <a:r>
              <a:rPr lang="en-US" sz="3200" dirty="0"/>
              <a:t> from observed loss, delay</a:t>
            </a:r>
          </a:p>
        </p:txBody>
      </p:sp>
      <p:sp>
        <p:nvSpPr>
          <p:cNvPr id="97284" name="Rectangle 2">
            <a:extLst>
              <a:ext uri="{FF2B5EF4-FFF2-40B4-BE49-F238E27FC236}">
                <a16:creationId xmlns:a16="http://schemas.microsoft.com/office/drawing/2014/main" id="{15E2A5A3-138A-0644-B40C-0B75A1130E1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>
              <a:defRPr/>
            </a:pPr>
            <a:r>
              <a:rPr lang="en-US" sz="4800" dirty="0"/>
              <a:t>Approaches towards congestion control</a:t>
            </a:r>
            <a:endParaRPr lang="en-US" sz="5400" dirty="0">
              <a:cs typeface="+mj-cs"/>
            </a:endParaRPr>
          </a:p>
        </p:txBody>
      </p:sp>
      <p:sp>
        <p:nvSpPr>
          <p:cNvPr id="15" name="Freeform 2">
            <a:extLst>
              <a:ext uri="{FF2B5EF4-FFF2-40B4-BE49-F238E27FC236}">
                <a16:creationId xmlns:a16="http://schemas.microsoft.com/office/drawing/2014/main" id="{152A9AF6-236E-E947-A90D-95476DF178A8}"/>
              </a:ext>
            </a:extLst>
          </p:cNvPr>
          <p:cNvSpPr>
            <a:spLocks/>
          </p:cNvSpPr>
          <p:nvPr/>
        </p:nvSpPr>
        <p:spPr bwMode="auto">
          <a:xfrm>
            <a:off x="7675918" y="3459066"/>
            <a:ext cx="2848871" cy="1480906"/>
          </a:xfrm>
          <a:custGeom>
            <a:avLst/>
            <a:gdLst>
              <a:gd name="T0" fmla="*/ 2147483647 w 1794"/>
              <a:gd name="T1" fmla="*/ 2147483647 h 933"/>
              <a:gd name="T2" fmla="*/ 2147483647 w 1794"/>
              <a:gd name="T3" fmla="*/ 2147483647 h 933"/>
              <a:gd name="T4" fmla="*/ 2147483647 w 1794"/>
              <a:gd name="T5" fmla="*/ 2147483647 h 933"/>
              <a:gd name="T6" fmla="*/ 2147483647 w 1794"/>
              <a:gd name="T7" fmla="*/ 2147483647 h 933"/>
              <a:gd name="T8" fmla="*/ 2147483647 w 1794"/>
              <a:gd name="T9" fmla="*/ 2147483647 h 933"/>
              <a:gd name="T10" fmla="*/ 2147483647 w 1794"/>
              <a:gd name="T11" fmla="*/ 2147483647 h 933"/>
              <a:gd name="T12" fmla="*/ 2147483647 w 1794"/>
              <a:gd name="T13" fmla="*/ 2147483647 h 933"/>
              <a:gd name="T14" fmla="*/ 2147483647 w 1794"/>
              <a:gd name="T15" fmla="*/ 2147483647 h 933"/>
              <a:gd name="T16" fmla="*/ 2147483647 w 1794"/>
              <a:gd name="T17" fmla="*/ 2147483647 h 933"/>
              <a:gd name="T18" fmla="*/ 2147483647 w 1794"/>
              <a:gd name="T19" fmla="*/ 2147483647 h 933"/>
              <a:gd name="T20" fmla="*/ 2147483647 w 1794"/>
              <a:gd name="T21" fmla="*/ 2147483647 h 933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w 1794"/>
              <a:gd name="T34" fmla="*/ 0 h 933"/>
              <a:gd name="T35" fmla="*/ 1794 w 1794"/>
              <a:gd name="T36" fmla="*/ 933 h 933"/>
            </a:gdLst>
            <a:ahLst/>
            <a:cxnLst>
              <a:cxn ang="T22">
                <a:pos x="T0" y="T1"/>
              </a:cxn>
              <a:cxn ang="T23">
                <a:pos x="T2" y="T3"/>
              </a:cxn>
              <a:cxn ang="T24">
                <a:pos x="T4" y="T5"/>
              </a:cxn>
              <a:cxn ang="T25">
                <a:pos x="T6" y="T7"/>
              </a:cxn>
              <a:cxn ang="T26">
                <a:pos x="T8" y="T9"/>
              </a:cxn>
              <a:cxn ang="T27">
                <a:pos x="T10" y="T11"/>
              </a:cxn>
              <a:cxn ang="T28">
                <a:pos x="T12" y="T13"/>
              </a:cxn>
              <a:cxn ang="T29">
                <a:pos x="T14" y="T15"/>
              </a:cxn>
              <a:cxn ang="T30">
                <a:pos x="T16" y="T17"/>
              </a:cxn>
              <a:cxn ang="T31">
                <a:pos x="T18" y="T19"/>
              </a:cxn>
              <a:cxn ang="T32">
                <a:pos x="T20" y="T21"/>
              </a:cxn>
            </a:cxnLst>
            <a:rect l="T33" t="T34" r="T35" b="T36"/>
            <a:pathLst>
              <a:path w="1794" h="933">
                <a:moveTo>
                  <a:pt x="6" y="483"/>
                </a:moveTo>
                <a:cubicBezTo>
                  <a:pt x="0" y="365"/>
                  <a:pt x="16" y="189"/>
                  <a:pt x="108" y="125"/>
                </a:cubicBezTo>
                <a:cubicBezTo>
                  <a:pt x="200" y="61"/>
                  <a:pt x="389" y="116"/>
                  <a:pt x="559" y="100"/>
                </a:cubicBezTo>
                <a:cubicBezTo>
                  <a:pt x="729" y="84"/>
                  <a:pt x="935" y="0"/>
                  <a:pt x="1128" y="29"/>
                </a:cubicBezTo>
                <a:cubicBezTo>
                  <a:pt x="1321" y="58"/>
                  <a:pt x="1638" y="142"/>
                  <a:pt x="1716" y="275"/>
                </a:cubicBezTo>
                <a:cubicBezTo>
                  <a:pt x="1794" y="408"/>
                  <a:pt x="1652" y="721"/>
                  <a:pt x="1596" y="827"/>
                </a:cubicBezTo>
                <a:cubicBezTo>
                  <a:pt x="1540" y="933"/>
                  <a:pt x="1506" y="894"/>
                  <a:pt x="1380" y="911"/>
                </a:cubicBezTo>
                <a:cubicBezTo>
                  <a:pt x="1254" y="928"/>
                  <a:pt x="1001" y="929"/>
                  <a:pt x="840" y="929"/>
                </a:cubicBezTo>
                <a:cubicBezTo>
                  <a:pt x="679" y="929"/>
                  <a:pt x="530" y="927"/>
                  <a:pt x="414" y="911"/>
                </a:cubicBezTo>
                <a:cubicBezTo>
                  <a:pt x="298" y="895"/>
                  <a:pt x="211" y="903"/>
                  <a:pt x="143" y="832"/>
                </a:cubicBezTo>
                <a:cubicBezTo>
                  <a:pt x="75" y="761"/>
                  <a:pt x="4" y="624"/>
                  <a:pt x="6" y="483"/>
                </a:cubicBezTo>
                <a:close/>
              </a:path>
            </a:pathLst>
          </a:custGeom>
          <a:solidFill>
            <a:srgbClr val="66CC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Arial"/>
            </a:endParaRPr>
          </a:p>
        </p:txBody>
      </p:sp>
      <p:sp>
        <p:nvSpPr>
          <p:cNvPr id="16" name="Freeform 6">
            <a:extLst>
              <a:ext uri="{FF2B5EF4-FFF2-40B4-BE49-F238E27FC236}">
                <a16:creationId xmlns:a16="http://schemas.microsoft.com/office/drawing/2014/main" id="{57E9EEA9-F362-5541-9FCC-5483A233137E}"/>
              </a:ext>
            </a:extLst>
          </p:cNvPr>
          <p:cNvSpPr>
            <a:spLocks/>
          </p:cNvSpPr>
          <p:nvPr/>
        </p:nvSpPr>
        <p:spPr bwMode="auto">
          <a:xfrm>
            <a:off x="8314293" y="3762231"/>
            <a:ext cx="543096" cy="295229"/>
          </a:xfrm>
          <a:custGeom>
            <a:avLst/>
            <a:gdLst>
              <a:gd name="T0" fmla="*/ 0 w 342"/>
              <a:gd name="T1" fmla="*/ 2147483647 h 186"/>
              <a:gd name="T2" fmla="*/ 2147483647 w 342"/>
              <a:gd name="T3" fmla="*/ 0 h 186"/>
              <a:gd name="T4" fmla="*/ 0 60000 65536"/>
              <a:gd name="T5" fmla="*/ 0 60000 65536"/>
              <a:gd name="T6" fmla="*/ 0 w 342"/>
              <a:gd name="T7" fmla="*/ 0 h 186"/>
              <a:gd name="T8" fmla="*/ 342 w 342"/>
              <a:gd name="T9" fmla="*/ 186 h 186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T6" t="T7" r="T8" b="T9"/>
            <a:pathLst>
              <a:path w="342" h="186">
                <a:moveTo>
                  <a:pt x="0" y="186"/>
                </a:moveTo>
                <a:lnTo>
                  <a:pt x="342" y="0"/>
                </a:lnTo>
              </a:path>
            </a:pathLst>
          </a:custGeom>
          <a:noFill/>
          <a:ln w="1270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Arial"/>
            </a:endParaRPr>
          </a:p>
        </p:txBody>
      </p:sp>
      <p:sp>
        <p:nvSpPr>
          <p:cNvPr id="17" name="Freeform 91">
            <a:extLst>
              <a:ext uri="{FF2B5EF4-FFF2-40B4-BE49-F238E27FC236}">
                <a16:creationId xmlns:a16="http://schemas.microsoft.com/office/drawing/2014/main" id="{E427D45F-306D-1B44-BF5E-891FCB01E246}"/>
              </a:ext>
            </a:extLst>
          </p:cNvPr>
          <p:cNvSpPr>
            <a:spLocks/>
          </p:cNvSpPr>
          <p:nvPr/>
        </p:nvSpPr>
        <p:spPr bwMode="auto">
          <a:xfrm>
            <a:off x="9356021" y="3755882"/>
            <a:ext cx="504984" cy="307927"/>
          </a:xfrm>
          <a:custGeom>
            <a:avLst/>
            <a:gdLst>
              <a:gd name="T0" fmla="*/ 0 w 318"/>
              <a:gd name="T1" fmla="*/ 0 h 194"/>
              <a:gd name="T2" fmla="*/ 2147483647 w 318"/>
              <a:gd name="T3" fmla="*/ 2147483647 h 194"/>
              <a:gd name="T4" fmla="*/ 0 60000 65536"/>
              <a:gd name="T5" fmla="*/ 0 60000 65536"/>
              <a:gd name="T6" fmla="*/ 0 w 318"/>
              <a:gd name="T7" fmla="*/ 0 h 194"/>
              <a:gd name="T8" fmla="*/ 318 w 318"/>
              <a:gd name="T9" fmla="*/ 194 h 194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T6" t="T7" r="T8" b="T9"/>
            <a:pathLst>
              <a:path w="318" h="194">
                <a:moveTo>
                  <a:pt x="0" y="0"/>
                </a:moveTo>
                <a:lnTo>
                  <a:pt x="318" y="194"/>
                </a:lnTo>
              </a:path>
            </a:pathLst>
          </a:custGeom>
          <a:noFill/>
          <a:ln w="1270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Arial"/>
            </a:endParaRPr>
          </a:p>
        </p:txBody>
      </p:sp>
      <p:sp>
        <p:nvSpPr>
          <p:cNvPr id="18" name="Freeform 92">
            <a:extLst>
              <a:ext uri="{FF2B5EF4-FFF2-40B4-BE49-F238E27FC236}">
                <a16:creationId xmlns:a16="http://schemas.microsoft.com/office/drawing/2014/main" id="{F209776F-AA9D-E941-ADBB-CB44422BD081}"/>
              </a:ext>
            </a:extLst>
          </p:cNvPr>
          <p:cNvSpPr>
            <a:spLocks/>
          </p:cNvSpPr>
          <p:nvPr/>
        </p:nvSpPr>
        <p:spPr bwMode="auto">
          <a:xfrm>
            <a:off x="8290473" y="4147933"/>
            <a:ext cx="481164" cy="238088"/>
          </a:xfrm>
          <a:custGeom>
            <a:avLst/>
            <a:gdLst>
              <a:gd name="T0" fmla="*/ 0 w 294"/>
              <a:gd name="T1" fmla="*/ 0 h 174"/>
              <a:gd name="T2" fmla="*/ 2147483647 w 294"/>
              <a:gd name="T3" fmla="*/ 2147483647 h 174"/>
              <a:gd name="T4" fmla="*/ 0 60000 65536"/>
              <a:gd name="T5" fmla="*/ 0 60000 65536"/>
              <a:gd name="T6" fmla="*/ 0 w 294"/>
              <a:gd name="T7" fmla="*/ 0 h 174"/>
              <a:gd name="T8" fmla="*/ 294 w 294"/>
              <a:gd name="T9" fmla="*/ 174 h 174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T6" t="T7" r="T8" b="T9"/>
            <a:pathLst>
              <a:path w="294" h="174">
                <a:moveTo>
                  <a:pt x="0" y="0"/>
                </a:moveTo>
                <a:lnTo>
                  <a:pt x="294" y="174"/>
                </a:lnTo>
              </a:path>
            </a:pathLst>
          </a:custGeom>
          <a:noFill/>
          <a:ln w="1270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Arial"/>
            </a:endParaRPr>
          </a:p>
        </p:txBody>
      </p:sp>
      <p:sp>
        <p:nvSpPr>
          <p:cNvPr id="19" name="Freeform 93">
            <a:extLst>
              <a:ext uri="{FF2B5EF4-FFF2-40B4-BE49-F238E27FC236}">
                <a16:creationId xmlns:a16="http://schemas.microsoft.com/office/drawing/2014/main" id="{8B9D5253-F5A6-2746-81DB-996216E1FB97}"/>
              </a:ext>
            </a:extLst>
          </p:cNvPr>
          <p:cNvSpPr>
            <a:spLocks/>
          </p:cNvSpPr>
          <p:nvPr/>
        </p:nvSpPr>
        <p:spPr bwMode="auto">
          <a:xfrm>
            <a:off x="9238509" y="4124124"/>
            <a:ext cx="628848" cy="247611"/>
          </a:xfrm>
          <a:custGeom>
            <a:avLst/>
            <a:gdLst>
              <a:gd name="T0" fmla="*/ 0 w 378"/>
              <a:gd name="T1" fmla="*/ 2147483647 h 174"/>
              <a:gd name="T2" fmla="*/ 2147483647 w 378"/>
              <a:gd name="T3" fmla="*/ 0 h 174"/>
              <a:gd name="T4" fmla="*/ 0 60000 65536"/>
              <a:gd name="T5" fmla="*/ 0 60000 65536"/>
              <a:gd name="T6" fmla="*/ 0 w 378"/>
              <a:gd name="T7" fmla="*/ 0 h 174"/>
              <a:gd name="T8" fmla="*/ 378 w 378"/>
              <a:gd name="T9" fmla="*/ 174 h 174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T6" t="T7" r="T8" b="T9"/>
            <a:pathLst>
              <a:path w="378" h="174">
                <a:moveTo>
                  <a:pt x="0" y="174"/>
                </a:moveTo>
                <a:lnTo>
                  <a:pt x="378" y="0"/>
                </a:lnTo>
              </a:path>
            </a:pathLst>
          </a:custGeom>
          <a:noFill/>
          <a:ln w="1270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Arial"/>
            </a:endParaRPr>
          </a:p>
        </p:txBody>
      </p:sp>
      <p:sp>
        <p:nvSpPr>
          <p:cNvPr id="20" name="Freeform 94">
            <a:extLst>
              <a:ext uri="{FF2B5EF4-FFF2-40B4-BE49-F238E27FC236}">
                <a16:creationId xmlns:a16="http://schemas.microsoft.com/office/drawing/2014/main" id="{61F0A20F-097C-EA42-809A-3298AB6693B1}"/>
              </a:ext>
            </a:extLst>
          </p:cNvPr>
          <p:cNvSpPr>
            <a:spLocks/>
          </p:cNvSpPr>
          <p:nvPr/>
        </p:nvSpPr>
        <p:spPr bwMode="auto">
          <a:xfrm>
            <a:off x="9905469" y="4178091"/>
            <a:ext cx="206440" cy="507920"/>
          </a:xfrm>
          <a:custGeom>
            <a:avLst/>
            <a:gdLst>
              <a:gd name="T0" fmla="*/ 0 w 118"/>
              <a:gd name="T1" fmla="*/ 2147483647 h 500"/>
              <a:gd name="T2" fmla="*/ 2147483647 w 118"/>
              <a:gd name="T3" fmla="*/ 0 h 500"/>
              <a:gd name="T4" fmla="*/ 0 60000 65536"/>
              <a:gd name="T5" fmla="*/ 0 60000 65536"/>
              <a:gd name="T6" fmla="*/ 0 w 118"/>
              <a:gd name="T7" fmla="*/ 0 h 500"/>
              <a:gd name="T8" fmla="*/ 118 w 118"/>
              <a:gd name="T9" fmla="*/ 500 h 500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T6" t="T7" r="T8" b="T9"/>
            <a:pathLst>
              <a:path w="118" h="500">
                <a:moveTo>
                  <a:pt x="0" y="500"/>
                </a:moveTo>
                <a:lnTo>
                  <a:pt x="118" y="0"/>
                </a:lnTo>
              </a:path>
            </a:pathLst>
          </a:custGeom>
          <a:noFill/>
          <a:ln w="1270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Arial"/>
            </a:endParaRPr>
          </a:p>
        </p:txBody>
      </p:sp>
      <p:sp>
        <p:nvSpPr>
          <p:cNvPr id="21" name="Freeform 95">
            <a:extLst>
              <a:ext uri="{FF2B5EF4-FFF2-40B4-BE49-F238E27FC236}">
                <a16:creationId xmlns:a16="http://schemas.microsoft.com/office/drawing/2014/main" id="{424EA790-DC83-AE41-B59F-CDBDBE0981CB}"/>
              </a:ext>
            </a:extLst>
          </p:cNvPr>
          <p:cNvSpPr>
            <a:spLocks/>
          </p:cNvSpPr>
          <p:nvPr/>
        </p:nvSpPr>
        <p:spPr bwMode="auto">
          <a:xfrm>
            <a:off x="8670005" y="4711407"/>
            <a:ext cx="736832" cy="74601"/>
          </a:xfrm>
          <a:custGeom>
            <a:avLst/>
            <a:gdLst>
              <a:gd name="T0" fmla="*/ 2147483647 w 370"/>
              <a:gd name="T1" fmla="*/ 2147483647 h 32"/>
              <a:gd name="T2" fmla="*/ 0 w 370"/>
              <a:gd name="T3" fmla="*/ 0 h 32"/>
              <a:gd name="T4" fmla="*/ 0 60000 65536"/>
              <a:gd name="T5" fmla="*/ 0 60000 65536"/>
              <a:gd name="T6" fmla="*/ 0 w 370"/>
              <a:gd name="T7" fmla="*/ 0 h 32"/>
              <a:gd name="T8" fmla="*/ 370 w 370"/>
              <a:gd name="T9" fmla="*/ 32 h 32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T6" t="T7" r="T8" b="T9"/>
            <a:pathLst>
              <a:path w="370" h="32">
                <a:moveTo>
                  <a:pt x="370" y="32"/>
                </a:moveTo>
                <a:lnTo>
                  <a:pt x="0" y="0"/>
                </a:lnTo>
              </a:path>
            </a:pathLst>
          </a:custGeom>
          <a:noFill/>
          <a:ln w="1270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Arial"/>
            </a:endParaRPr>
          </a:p>
        </p:txBody>
      </p:sp>
      <p:sp>
        <p:nvSpPr>
          <p:cNvPr id="22" name="Freeform 96">
            <a:extLst>
              <a:ext uri="{FF2B5EF4-FFF2-40B4-BE49-F238E27FC236}">
                <a16:creationId xmlns:a16="http://schemas.microsoft.com/office/drawing/2014/main" id="{72EB3BD6-9F21-2342-8AED-3E9F67894AD9}"/>
              </a:ext>
            </a:extLst>
          </p:cNvPr>
          <p:cNvSpPr>
            <a:spLocks/>
          </p:cNvSpPr>
          <p:nvPr/>
        </p:nvSpPr>
        <p:spPr bwMode="auto">
          <a:xfrm>
            <a:off x="8133261" y="4171742"/>
            <a:ext cx="193736" cy="425383"/>
          </a:xfrm>
          <a:custGeom>
            <a:avLst/>
            <a:gdLst>
              <a:gd name="T0" fmla="*/ 2147483647 w 176"/>
              <a:gd name="T1" fmla="*/ 2147483647 h 412"/>
              <a:gd name="T2" fmla="*/ 2147483647 w 176"/>
              <a:gd name="T3" fmla="*/ 2147483647 h 412"/>
              <a:gd name="T4" fmla="*/ 0 w 176"/>
              <a:gd name="T5" fmla="*/ 0 h 412"/>
              <a:gd name="T6" fmla="*/ 0 60000 65536"/>
              <a:gd name="T7" fmla="*/ 0 60000 65536"/>
              <a:gd name="T8" fmla="*/ 0 60000 65536"/>
              <a:gd name="T9" fmla="*/ 0 w 176"/>
              <a:gd name="T10" fmla="*/ 0 h 412"/>
              <a:gd name="T11" fmla="*/ 176 w 176"/>
              <a:gd name="T12" fmla="*/ 412 h 412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76" h="412">
                <a:moveTo>
                  <a:pt x="162" y="408"/>
                </a:moveTo>
                <a:lnTo>
                  <a:pt x="176" y="412"/>
                </a:lnTo>
                <a:lnTo>
                  <a:pt x="0" y="0"/>
                </a:lnTo>
              </a:path>
            </a:pathLst>
          </a:custGeom>
          <a:noFill/>
          <a:ln w="1270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Arial"/>
            </a:endParaRPr>
          </a:p>
        </p:txBody>
      </p:sp>
      <p:grpSp>
        <p:nvGrpSpPr>
          <p:cNvPr id="71" name="Group 70">
            <a:extLst>
              <a:ext uri="{FF2B5EF4-FFF2-40B4-BE49-F238E27FC236}">
                <a16:creationId xmlns:a16="http://schemas.microsoft.com/office/drawing/2014/main" id="{475DCF5F-4092-2C43-896B-19822B08E6B5}"/>
              </a:ext>
            </a:extLst>
          </p:cNvPr>
          <p:cNvGrpSpPr/>
          <p:nvPr/>
        </p:nvGrpSpPr>
        <p:grpSpPr>
          <a:xfrm>
            <a:off x="9719734" y="3946352"/>
            <a:ext cx="578032" cy="285706"/>
            <a:chOff x="7493876" y="2774731"/>
            <a:chExt cx="1481958" cy="894622"/>
          </a:xfrm>
        </p:grpSpPr>
        <p:sp>
          <p:nvSpPr>
            <p:cNvPr id="72" name="Freeform 71">
              <a:extLst>
                <a:ext uri="{FF2B5EF4-FFF2-40B4-BE49-F238E27FC236}">
                  <a16:creationId xmlns:a16="http://schemas.microsoft.com/office/drawing/2014/main" id="{318160F9-6FEC-9A43-8802-7C6CC98A3EE4}"/>
                </a:ext>
              </a:extLst>
            </p:cNvPr>
            <p:cNvSpPr/>
            <p:nvPr/>
          </p:nvSpPr>
          <p:spPr>
            <a:xfrm>
              <a:off x="7493876" y="3084399"/>
              <a:ext cx="1481958" cy="584954"/>
            </a:xfrm>
            <a:custGeom>
              <a:avLst/>
              <a:gdLst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76538 w 8176538"/>
                <a:gd name="connsiteY0" fmla="*/ 0 h 2638097"/>
                <a:gd name="connsiteX1" fmla="*/ 8176538 w 8176538"/>
                <a:gd name="connsiteY1" fmla="*/ 1271752 h 2638097"/>
                <a:gd name="connsiteX2" fmla="*/ 4088015 w 8176538"/>
                <a:gd name="connsiteY2" fmla="*/ 2638097 h 2638097"/>
                <a:gd name="connsiteX3" fmla="*/ 0 w 8176538"/>
                <a:gd name="connsiteY3" fmla="*/ 1269888 h 2638097"/>
                <a:gd name="connsiteX4" fmla="*/ 20511 w 8176538"/>
                <a:gd name="connsiteY4" fmla="*/ 147145 h 2638097"/>
                <a:gd name="connsiteX5" fmla="*/ 4088015 w 8176538"/>
                <a:gd name="connsiteY5" fmla="*/ 1566042 h 2638097"/>
                <a:gd name="connsiteX6" fmla="*/ 8176538 w 8176538"/>
                <a:gd name="connsiteY6" fmla="*/ 0 h 2638097"/>
                <a:gd name="connsiteX0" fmla="*/ 8176538 w 8176538"/>
                <a:gd name="connsiteY0" fmla="*/ 0 h 2772020"/>
                <a:gd name="connsiteX1" fmla="*/ 8176538 w 8176538"/>
                <a:gd name="connsiteY1" fmla="*/ 1271752 h 2772020"/>
                <a:gd name="connsiteX2" fmla="*/ 4099034 w 8176538"/>
                <a:gd name="connsiteY2" fmla="*/ 2772020 h 2772020"/>
                <a:gd name="connsiteX3" fmla="*/ 0 w 8176538"/>
                <a:gd name="connsiteY3" fmla="*/ 1269888 h 2772020"/>
                <a:gd name="connsiteX4" fmla="*/ 20511 w 8176538"/>
                <a:gd name="connsiteY4" fmla="*/ 147145 h 2772020"/>
                <a:gd name="connsiteX5" fmla="*/ 4088015 w 8176538"/>
                <a:gd name="connsiteY5" fmla="*/ 1566042 h 2772020"/>
                <a:gd name="connsiteX6" fmla="*/ 8176538 w 8176538"/>
                <a:gd name="connsiteY6" fmla="*/ 0 h 2772020"/>
                <a:gd name="connsiteX0" fmla="*/ 8176538 w 8176538"/>
                <a:gd name="connsiteY0" fmla="*/ 0 h 2772339"/>
                <a:gd name="connsiteX1" fmla="*/ 8176538 w 8176538"/>
                <a:gd name="connsiteY1" fmla="*/ 1378890 h 2772339"/>
                <a:gd name="connsiteX2" fmla="*/ 4099034 w 8176538"/>
                <a:gd name="connsiteY2" fmla="*/ 2772020 h 2772339"/>
                <a:gd name="connsiteX3" fmla="*/ 0 w 8176538"/>
                <a:gd name="connsiteY3" fmla="*/ 1269888 h 2772339"/>
                <a:gd name="connsiteX4" fmla="*/ 20511 w 8176538"/>
                <a:gd name="connsiteY4" fmla="*/ 147145 h 2772339"/>
                <a:gd name="connsiteX5" fmla="*/ 4088015 w 8176538"/>
                <a:gd name="connsiteY5" fmla="*/ 1566042 h 2772339"/>
                <a:gd name="connsiteX6" fmla="*/ 8176538 w 8176538"/>
                <a:gd name="connsiteY6" fmla="*/ 0 h 2772339"/>
                <a:gd name="connsiteX0" fmla="*/ 8176538 w 8176538"/>
                <a:gd name="connsiteY0" fmla="*/ 0 h 2825888"/>
                <a:gd name="connsiteX1" fmla="*/ 8176538 w 8176538"/>
                <a:gd name="connsiteY1" fmla="*/ 1378890 h 2825888"/>
                <a:gd name="connsiteX2" fmla="*/ 4099034 w 8176538"/>
                <a:gd name="connsiteY2" fmla="*/ 2825590 h 2825888"/>
                <a:gd name="connsiteX3" fmla="*/ 0 w 8176538"/>
                <a:gd name="connsiteY3" fmla="*/ 1269888 h 2825888"/>
                <a:gd name="connsiteX4" fmla="*/ 20511 w 8176538"/>
                <a:gd name="connsiteY4" fmla="*/ 147145 h 2825888"/>
                <a:gd name="connsiteX5" fmla="*/ 4088015 w 8176538"/>
                <a:gd name="connsiteY5" fmla="*/ 1566042 h 2825888"/>
                <a:gd name="connsiteX6" fmla="*/ 8176538 w 8176538"/>
                <a:gd name="connsiteY6" fmla="*/ 0 h 2825888"/>
                <a:gd name="connsiteX0" fmla="*/ 8165518 w 8165518"/>
                <a:gd name="connsiteY0" fmla="*/ 0 h 2825606"/>
                <a:gd name="connsiteX1" fmla="*/ 8165518 w 8165518"/>
                <a:gd name="connsiteY1" fmla="*/ 1378890 h 2825606"/>
                <a:gd name="connsiteX2" fmla="*/ 4088014 w 8165518"/>
                <a:gd name="connsiteY2" fmla="*/ 2825590 h 2825606"/>
                <a:gd name="connsiteX3" fmla="*/ 0 w 8165518"/>
                <a:gd name="connsiteY3" fmla="*/ 1403811 h 2825606"/>
                <a:gd name="connsiteX4" fmla="*/ 9491 w 8165518"/>
                <a:gd name="connsiteY4" fmla="*/ 147145 h 2825606"/>
                <a:gd name="connsiteX5" fmla="*/ 4076995 w 8165518"/>
                <a:gd name="connsiteY5" fmla="*/ 1566042 h 2825606"/>
                <a:gd name="connsiteX6" fmla="*/ 8165518 w 8165518"/>
                <a:gd name="connsiteY6" fmla="*/ 0 h 2825606"/>
                <a:gd name="connsiteX0" fmla="*/ 8165518 w 8165518"/>
                <a:gd name="connsiteY0" fmla="*/ 0 h 2879174"/>
                <a:gd name="connsiteX1" fmla="*/ 8165518 w 8165518"/>
                <a:gd name="connsiteY1" fmla="*/ 1378890 h 2879174"/>
                <a:gd name="connsiteX2" fmla="*/ 4132092 w 8165518"/>
                <a:gd name="connsiteY2" fmla="*/ 2879159 h 2879174"/>
                <a:gd name="connsiteX3" fmla="*/ 0 w 8165518"/>
                <a:gd name="connsiteY3" fmla="*/ 1403811 h 2879174"/>
                <a:gd name="connsiteX4" fmla="*/ 9491 w 8165518"/>
                <a:gd name="connsiteY4" fmla="*/ 147145 h 2879174"/>
                <a:gd name="connsiteX5" fmla="*/ 4076995 w 8165518"/>
                <a:gd name="connsiteY5" fmla="*/ 1566042 h 2879174"/>
                <a:gd name="connsiteX6" fmla="*/ 8165518 w 8165518"/>
                <a:gd name="connsiteY6" fmla="*/ 0 h 2879174"/>
                <a:gd name="connsiteX0" fmla="*/ 8165518 w 8176537"/>
                <a:gd name="connsiteY0" fmla="*/ 0 h 2879410"/>
                <a:gd name="connsiteX1" fmla="*/ 8176537 w 8176537"/>
                <a:gd name="connsiteY1" fmla="*/ 1499420 h 2879410"/>
                <a:gd name="connsiteX2" fmla="*/ 4132092 w 8176537"/>
                <a:gd name="connsiteY2" fmla="*/ 2879159 h 2879410"/>
                <a:gd name="connsiteX3" fmla="*/ 0 w 8176537"/>
                <a:gd name="connsiteY3" fmla="*/ 1403811 h 2879410"/>
                <a:gd name="connsiteX4" fmla="*/ 9491 w 8176537"/>
                <a:gd name="connsiteY4" fmla="*/ 147145 h 2879410"/>
                <a:gd name="connsiteX5" fmla="*/ 4076995 w 8176537"/>
                <a:gd name="connsiteY5" fmla="*/ 1566042 h 2879410"/>
                <a:gd name="connsiteX6" fmla="*/ 8165518 w 8176537"/>
                <a:gd name="connsiteY6" fmla="*/ 0 h 2879410"/>
                <a:gd name="connsiteX0" fmla="*/ 8165518 w 8176537"/>
                <a:gd name="connsiteY0" fmla="*/ 0 h 2879262"/>
                <a:gd name="connsiteX1" fmla="*/ 8176537 w 8176537"/>
                <a:gd name="connsiteY1" fmla="*/ 1499420 h 2879262"/>
                <a:gd name="connsiteX2" fmla="*/ 4132092 w 8176537"/>
                <a:gd name="connsiteY2" fmla="*/ 2879159 h 2879262"/>
                <a:gd name="connsiteX3" fmla="*/ 0 w 8176537"/>
                <a:gd name="connsiteY3" fmla="*/ 1403811 h 2879262"/>
                <a:gd name="connsiteX4" fmla="*/ 9491 w 8176537"/>
                <a:gd name="connsiteY4" fmla="*/ 147145 h 2879262"/>
                <a:gd name="connsiteX5" fmla="*/ 4076995 w 8176537"/>
                <a:gd name="connsiteY5" fmla="*/ 1566042 h 2879262"/>
                <a:gd name="connsiteX6" fmla="*/ 8165518 w 8176537"/>
                <a:gd name="connsiteY6" fmla="*/ 0 h 2879262"/>
                <a:gd name="connsiteX0" fmla="*/ 8165518 w 8176537"/>
                <a:gd name="connsiteY0" fmla="*/ 0 h 2879163"/>
                <a:gd name="connsiteX1" fmla="*/ 8176537 w 8176537"/>
                <a:gd name="connsiteY1" fmla="*/ 1499420 h 2879163"/>
                <a:gd name="connsiteX2" fmla="*/ 4132092 w 8176537"/>
                <a:gd name="connsiteY2" fmla="*/ 2879159 h 2879163"/>
                <a:gd name="connsiteX3" fmla="*/ 0 w 8176537"/>
                <a:gd name="connsiteY3" fmla="*/ 1510948 h 2879163"/>
                <a:gd name="connsiteX4" fmla="*/ 9491 w 8176537"/>
                <a:gd name="connsiteY4" fmla="*/ 147145 h 2879163"/>
                <a:gd name="connsiteX5" fmla="*/ 4076995 w 8176537"/>
                <a:gd name="connsiteY5" fmla="*/ 1566042 h 2879163"/>
                <a:gd name="connsiteX6" fmla="*/ 8165518 w 8176537"/>
                <a:gd name="connsiteY6" fmla="*/ 0 h 2879163"/>
                <a:gd name="connsiteX0" fmla="*/ 8165518 w 8198577"/>
                <a:gd name="connsiteY0" fmla="*/ 0 h 2879451"/>
                <a:gd name="connsiteX1" fmla="*/ 8198577 w 8198577"/>
                <a:gd name="connsiteY1" fmla="*/ 1606558 h 2879451"/>
                <a:gd name="connsiteX2" fmla="*/ 4132092 w 8198577"/>
                <a:gd name="connsiteY2" fmla="*/ 2879159 h 2879451"/>
                <a:gd name="connsiteX3" fmla="*/ 0 w 8198577"/>
                <a:gd name="connsiteY3" fmla="*/ 1510948 h 2879451"/>
                <a:gd name="connsiteX4" fmla="*/ 9491 w 8198577"/>
                <a:gd name="connsiteY4" fmla="*/ 147145 h 2879451"/>
                <a:gd name="connsiteX5" fmla="*/ 4076995 w 8198577"/>
                <a:gd name="connsiteY5" fmla="*/ 1566042 h 2879451"/>
                <a:gd name="connsiteX6" fmla="*/ 8165518 w 8198577"/>
                <a:gd name="connsiteY6" fmla="*/ 0 h 2879451"/>
                <a:gd name="connsiteX0" fmla="*/ 8165518 w 8165518"/>
                <a:gd name="connsiteY0" fmla="*/ 0 h 2880066"/>
                <a:gd name="connsiteX1" fmla="*/ 8165518 w 8165518"/>
                <a:gd name="connsiteY1" fmla="*/ 1673520 h 2880066"/>
                <a:gd name="connsiteX2" fmla="*/ 4132092 w 8165518"/>
                <a:gd name="connsiteY2" fmla="*/ 2879159 h 2880066"/>
                <a:gd name="connsiteX3" fmla="*/ 0 w 8165518"/>
                <a:gd name="connsiteY3" fmla="*/ 1510948 h 2880066"/>
                <a:gd name="connsiteX4" fmla="*/ 9491 w 8165518"/>
                <a:gd name="connsiteY4" fmla="*/ 147145 h 2880066"/>
                <a:gd name="connsiteX5" fmla="*/ 4076995 w 8165518"/>
                <a:gd name="connsiteY5" fmla="*/ 1566042 h 2880066"/>
                <a:gd name="connsiteX6" fmla="*/ 8165518 w 8165518"/>
                <a:gd name="connsiteY6" fmla="*/ 0 h 2880066"/>
                <a:gd name="connsiteX0" fmla="*/ 8156794 w 8156794"/>
                <a:gd name="connsiteY0" fmla="*/ 0 h 2879270"/>
                <a:gd name="connsiteX1" fmla="*/ 8156794 w 8156794"/>
                <a:gd name="connsiteY1" fmla="*/ 1673520 h 2879270"/>
                <a:gd name="connsiteX2" fmla="*/ 4123368 w 8156794"/>
                <a:gd name="connsiteY2" fmla="*/ 2879159 h 2879270"/>
                <a:gd name="connsiteX3" fmla="*/ 2295 w 8156794"/>
                <a:gd name="connsiteY3" fmla="*/ 1618086 h 2879270"/>
                <a:gd name="connsiteX4" fmla="*/ 767 w 8156794"/>
                <a:gd name="connsiteY4" fmla="*/ 147145 h 2879270"/>
                <a:gd name="connsiteX5" fmla="*/ 4068271 w 8156794"/>
                <a:gd name="connsiteY5" fmla="*/ 1566042 h 2879270"/>
                <a:gd name="connsiteX6" fmla="*/ 8156794 w 8156794"/>
                <a:gd name="connsiteY6" fmla="*/ 0 h 287927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20"/>
                <a:gd name="connsiteX1" fmla="*/ 8156794 w 8156794"/>
                <a:gd name="connsiteY1" fmla="*/ 1673520 h 2973020"/>
                <a:gd name="connsiteX2" fmla="*/ 4134388 w 8156794"/>
                <a:gd name="connsiteY2" fmla="*/ 2972904 h 2973020"/>
                <a:gd name="connsiteX3" fmla="*/ 2295 w 8156794"/>
                <a:gd name="connsiteY3" fmla="*/ 1618086 h 2973020"/>
                <a:gd name="connsiteX4" fmla="*/ 767 w 8156794"/>
                <a:gd name="connsiteY4" fmla="*/ 147145 h 2973020"/>
                <a:gd name="connsiteX5" fmla="*/ 4068271 w 8156794"/>
                <a:gd name="connsiteY5" fmla="*/ 1566042 h 2973020"/>
                <a:gd name="connsiteX6" fmla="*/ 8156794 w 8156794"/>
                <a:gd name="connsiteY6" fmla="*/ 0 h 2973020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141"/>
                <a:gd name="connsiteX1" fmla="*/ 8156794 w 8156794"/>
                <a:gd name="connsiteY1" fmla="*/ 1673520 h 2973141"/>
                <a:gd name="connsiteX2" fmla="*/ 4134388 w 8156794"/>
                <a:gd name="connsiteY2" fmla="*/ 2972904 h 2973141"/>
                <a:gd name="connsiteX3" fmla="*/ 2295 w 8156794"/>
                <a:gd name="connsiteY3" fmla="*/ 1618086 h 2973141"/>
                <a:gd name="connsiteX4" fmla="*/ 767 w 8156794"/>
                <a:gd name="connsiteY4" fmla="*/ 147145 h 2973141"/>
                <a:gd name="connsiteX5" fmla="*/ 4068271 w 8156794"/>
                <a:gd name="connsiteY5" fmla="*/ 1566042 h 2973141"/>
                <a:gd name="connsiteX6" fmla="*/ 8156794 w 8156794"/>
                <a:gd name="connsiteY6" fmla="*/ 0 h 2973141"/>
                <a:gd name="connsiteX0" fmla="*/ 8156794 w 8156794"/>
                <a:gd name="connsiteY0" fmla="*/ 0 h 3066827"/>
                <a:gd name="connsiteX1" fmla="*/ 8156794 w 8156794"/>
                <a:gd name="connsiteY1" fmla="*/ 1673520 h 3066827"/>
                <a:gd name="connsiteX2" fmla="*/ 4123353 w 8156794"/>
                <a:gd name="connsiteY2" fmla="*/ 3066650 h 3066827"/>
                <a:gd name="connsiteX3" fmla="*/ 2295 w 8156794"/>
                <a:gd name="connsiteY3" fmla="*/ 1618086 h 3066827"/>
                <a:gd name="connsiteX4" fmla="*/ 767 w 8156794"/>
                <a:gd name="connsiteY4" fmla="*/ 147145 h 3066827"/>
                <a:gd name="connsiteX5" fmla="*/ 4068271 w 8156794"/>
                <a:gd name="connsiteY5" fmla="*/ 1566042 h 3066827"/>
                <a:gd name="connsiteX6" fmla="*/ 8156794 w 8156794"/>
                <a:gd name="connsiteY6" fmla="*/ 0 h 3066827"/>
                <a:gd name="connsiteX0" fmla="*/ 8123689 w 8156794"/>
                <a:gd name="connsiteY0" fmla="*/ 0 h 2999866"/>
                <a:gd name="connsiteX1" fmla="*/ 8156794 w 8156794"/>
                <a:gd name="connsiteY1" fmla="*/ 1606559 h 2999866"/>
                <a:gd name="connsiteX2" fmla="*/ 4123353 w 8156794"/>
                <a:gd name="connsiteY2" fmla="*/ 2999689 h 2999866"/>
                <a:gd name="connsiteX3" fmla="*/ 2295 w 8156794"/>
                <a:gd name="connsiteY3" fmla="*/ 1551125 h 2999866"/>
                <a:gd name="connsiteX4" fmla="*/ 767 w 8156794"/>
                <a:gd name="connsiteY4" fmla="*/ 80184 h 2999866"/>
                <a:gd name="connsiteX5" fmla="*/ 4068271 w 8156794"/>
                <a:gd name="connsiteY5" fmla="*/ 1499081 h 2999866"/>
                <a:gd name="connsiteX6" fmla="*/ 8123689 w 8156794"/>
                <a:gd name="connsiteY6" fmla="*/ 0 h 2999866"/>
                <a:gd name="connsiteX0" fmla="*/ 8167828 w 8167828"/>
                <a:gd name="connsiteY0" fmla="*/ 0 h 3026651"/>
                <a:gd name="connsiteX1" fmla="*/ 8156794 w 8167828"/>
                <a:gd name="connsiteY1" fmla="*/ 1633344 h 3026651"/>
                <a:gd name="connsiteX2" fmla="*/ 4123353 w 8167828"/>
                <a:gd name="connsiteY2" fmla="*/ 3026474 h 3026651"/>
                <a:gd name="connsiteX3" fmla="*/ 2295 w 8167828"/>
                <a:gd name="connsiteY3" fmla="*/ 1577910 h 3026651"/>
                <a:gd name="connsiteX4" fmla="*/ 767 w 8167828"/>
                <a:gd name="connsiteY4" fmla="*/ 106969 h 3026651"/>
                <a:gd name="connsiteX5" fmla="*/ 4068271 w 8167828"/>
                <a:gd name="connsiteY5" fmla="*/ 1525866 h 3026651"/>
                <a:gd name="connsiteX6" fmla="*/ 8167828 w 8167828"/>
                <a:gd name="connsiteY6" fmla="*/ 0 h 3026651"/>
                <a:gd name="connsiteX0" fmla="*/ 8167828 w 8167828"/>
                <a:gd name="connsiteY0" fmla="*/ 0 h 3027228"/>
                <a:gd name="connsiteX1" fmla="*/ 8145760 w 8167828"/>
                <a:gd name="connsiteY1" fmla="*/ 1686913 h 3027228"/>
                <a:gd name="connsiteX2" fmla="*/ 4123353 w 8167828"/>
                <a:gd name="connsiteY2" fmla="*/ 3026474 h 3027228"/>
                <a:gd name="connsiteX3" fmla="*/ 2295 w 8167828"/>
                <a:gd name="connsiteY3" fmla="*/ 1577910 h 3027228"/>
                <a:gd name="connsiteX4" fmla="*/ 767 w 8167828"/>
                <a:gd name="connsiteY4" fmla="*/ 106969 h 3027228"/>
                <a:gd name="connsiteX5" fmla="*/ 4068271 w 8167828"/>
                <a:gd name="connsiteY5" fmla="*/ 1525866 h 3027228"/>
                <a:gd name="connsiteX6" fmla="*/ 8167828 w 8167828"/>
                <a:gd name="connsiteY6" fmla="*/ 0 h 3027228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23689 w 8145760"/>
                <a:gd name="connsiteY0" fmla="*/ 13560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9 w 8145760"/>
                <a:gd name="connsiteY6" fmla="*/ 13560 h 2920259"/>
                <a:gd name="connsiteX0" fmla="*/ 8178863 w 8178863"/>
                <a:gd name="connsiteY0" fmla="*/ 26952 h 2920259"/>
                <a:gd name="connsiteX1" fmla="*/ 8145760 w 8178863"/>
                <a:gd name="connsiteY1" fmla="*/ 1579944 h 2920259"/>
                <a:gd name="connsiteX2" fmla="*/ 4123353 w 8178863"/>
                <a:gd name="connsiteY2" fmla="*/ 2919505 h 2920259"/>
                <a:gd name="connsiteX3" fmla="*/ 2295 w 8178863"/>
                <a:gd name="connsiteY3" fmla="*/ 1470941 h 2920259"/>
                <a:gd name="connsiteX4" fmla="*/ 767 w 8178863"/>
                <a:gd name="connsiteY4" fmla="*/ 0 h 2920259"/>
                <a:gd name="connsiteX5" fmla="*/ 4068271 w 8178863"/>
                <a:gd name="connsiteY5" fmla="*/ 1418897 h 2920259"/>
                <a:gd name="connsiteX6" fmla="*/ 8178863 w 8178863"/>
                <a:gd name="connsiteY6" fmla="*/ 26952 h 2920259"/>
                <a:gd name="connsiteX0" fmla="*/ 8167827 w 8167827"/>
                <a:gd name="connsiteY0" fmla="*/ 40343 h 2920259"/>
                <a:gd name="connsiteX1" fmla="*/ 8145760 w 8167827"/>
                <a:gd name="connsiteY1" fmla="*/ 1579944 h 2920259"/>
                <a:gd name="connsiteX2" fmla="*/ 4123353 w 8167827"/>
                <a:gd name="connsiteY2" fmla="*/ 2919505 h 2920259"/>
                <a:gd name="connsiteX3" fmla="*/ 2295 w 8167827"/>
                <a:gd name="connsiteY3" fmla="*/ 1470941 h 2920259"/>
                <a:gd name="connsiteX4" fmla="*/ 767 w 8167827"/>
                <a:gd name="connsiteY4" fmla="*/ 0 h 2920259"/>
                <a:gd name="connsiteX5" fmla="*/ 4068271 w 8167827"/>
                <a:gd name="connsiteY5" fmla="*/ 1418897 h 2920259"/>
                <a:gd name="connsiteX6" fmla="*/ 8167827 w 8167827"/>
                <a:gd name="connsiteY6" fmla="*/ 40343 h 2920259"/>
                <a:gd name="connsiteX0" fmla="*/ 8123687 w 8145760"/>
                <a:gd name="connsiteY0" fmla="*/ 53735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7 w 8145760"/>
                <a:gd name="connsiteY6" fmla="*/ 53735 h 2920259"/>
                <a:gd name="connsiteX0" fmla="*/ 8161918 w 8161918"/>
                <a:gd name="connsiteY0" fmla="*/ 0 h 2943855"/>
                <a:gd name="connsiteX1" fmla="*/ 8145760 w 8161918"/>
                <a:gd name="connsiteY1" fmla="*/ 1603540 h 2943855"/>
                <a:gd name="connsiteX2" fmla="*/ 4123353 w 8161918"/>
                <a:gd name="connsiteY2" fmla="*/ 2943101 h 2943855"/>
                <a:gd name="connsiteX3" fmla="*/ 2295 w 8161918"/>
                <a:gd name="connsiteY3" fmla="*/ 1494537 h 2943855"/>
                <a:gd name="connsiteX4" fmla="*/ 767 w 8161918"/>
                <a:gd name="connsiteY4" fmla="*/ 23596 h 2943855"/>
                <a:gd name="connsiteX5" fmla="*/ 4068271 w 8161918"/>
                <a:gd name="connsiteY5" fmla="*/ 1442493 h 2943855"/>
                <a:gd name="connsiteX6" fmla="*/ 8161918 w 8161918"/>
                <a:gd name="connsiteY6" fmla="*/ 0 h 2943855"/>
                <a:gd name="connsiteX0" fmla="*/ 8144926 w 8145760"/>
                <a:gd name="connsiteY0" fmla="*/ 43424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44926 w 8145760"/>
                <a:gd name="connsiteY6" fmla="*/ 43424 h 2920259"/>
                <a:gd name="connsiteX0" fmla="*/ 8161918 w 8161918"/>
                <a:gd name="connsiteY0" fmla="*/ 0 h 2959321"/>
                <a:gd name="connsiteX1" fmla="*/ 8145760 w 8161918"/>
                <a:gd name="connsiteY1" fmla="*/ 1619006 h 2959321"/>
                <a:gd name="connsiteX2" fmla="*/ 4123353 w 8161918"/>
                <a:gd name="connsiteY2" fmla="*/ 2958567 h 2959321"/>
                <a:gd name="connsiteX3" fmla="*/ 2295 w 8161918"/>
                <a:gd name="connsiteY3" fmla="*/ 1510003 h 2959321"/>
                <a:gd name="connsiteX4" fmla="*/ 767 w 8161918"/>
                <a:gd name="connsiteY4" fmla="*/ 39062 h 2959321"/>
                <a:gd name="connsiteX5" fmla="*/ 4068271 w 8161918"/>
                <a:gd name="connsiteY5" fmla="*/ 1457959 h 2959321"/>
                <a:gd name="connsiteX6" fmla="*/ 8161918 w 8161918"/>
                <a:gd name="connsiteY6" fmla="*/ 0 h 2959321"/>
                <a:gd name="connsiteX0" fmla="*/ 8161918 w 8162752"/>
                <a:gd name="connsiteY0" fmla="*/ 0 h 2959488"/>
                <a:gd name="connsiteX1" fmla="*/ 8162752 w 8162752"/>
                <a:gd name="connsiteY1" fmla="*/ 1629317 h 2959488"/>
                <a:gd name="connsiteX2" fmla="*/ 4123353 w 8162752"/>
                <a:gd name="connsiteY2" fmla="*/ 2958567 h 2959488"/>
                <a:gd name="connsiteX3" fmla="*/ 2295 w 8162752"/>
                <a:gd name="connsiteY3" fmla="*/ 1510003 h 2959488"/>
                <a:gd name="connsiteX4" fmla="*/ 767 w 8162752"/>
                <a:gd name="connsiteY4" fmla="*/ 39062 h 2959488"/>
                <a:gd name="connsiteX5" fmla="*/ 4068271 w 8162752"/>
                <a:gd name="connsiteY5" fmla="*/ 1457959 h 2959488"/>
                <a:gd name="connsiteX6" fmla="*/ 8161918 w 8162752"/>
                <a:gd name="connsiteY6" fmla="*/ 0 h 2959488"/>
                <a:gd name="connsiteX0" fmla="*/ 8165930 w 8166764"/>
                <a:gd name="connsiteY0" fmla="*/ 7337 h 2966825"/>
                <a:gd name="connsiteX1" fmla="*/ 8166764 w 8166764"/>
                <a:gd name="connsiteY1" fmla="*/ 1636654 h 2966825"/>
                <a:gd name="connsiteX2" fmla="*/ 4127365 w 8166764"/>
                <a:gd name="connsiteY2" fmla="*/ 2965904 h 2966825"/>
                <a:gd name="connsiteX3" fmla="*/ 6307 w 8166764"/>
                <a:gd name="connsiteY3" fmla="*/ 1517340 h 2966825"/>
                <a:gd name="connsiteX4" fmla="*/ 532 w 8166764"/>
                <a:gd name="connsiteY4" fmla="*/ 0 h 2966825"/>
                <a:gd name="connsiteX5" fmla="*/ 4072283 w 8166764"/>
                <a:gd name="connsiteY5" fmla="*/ 1465296 h 2966825"/>
                <a:gd name="connsiteX6" fmla="*/ 8165930 w 8166764"/>
                <a:gd name="connsiteY6" fmla="*/ 7337 h 2966825"/>
                <a:gd name="connsiteX0" fmla="*/ 8168119 w 8168953"/>
                <a:gd name="connsiteY0" fmla="*/ 7337 h 2966682"/>
                <a:gd name="connsiteX1" fmla="*/ 8168953 w 8168953"/>
                <a:gd name="connsiteY1" fmla="*/ 1636654 h 2966682"/>
                <a:gd name="connsiteX2" fmla="*/ 4129554 w 8168953"/>
                <a:gd name="connsiteY2" fmla="*/ 2965904 h 2966682"/>
                <a:gd name="connsiteX3" fmla="*/ 0 w 8168953"/>
                <a:gd name="connsiteY3" fmla="*/ 1527651 h 2966682"/>
                <a:gd name="connsiteX4" fmla="*/ 2721 w 8168953"/>
                <a:gd name="connsiteY4" fmla="*/ 0 h 2966682"/>
                <a:gd name="connsiteX5" fmla="*/ 4074472 w 8168953"/>
                <a:gd name="connsiteY5" fmla="*/ 1465296 h 2966682"/>
                <a:gd name="connsiteX6" fmla="*/ 8168119 w 8168953"/>
                <a:gd name="connsiteY6" fmla="*/ 7337 h 2966682"/>
                <a:gd name="connsiteX0" fmla="*/ 8168119 w 8168953"/>
                <a:gd name="connsiteY0" fmla="*/ 7337 h 3100377"/>
                <a:gd name="connsiteX1" fmla="*/ 8168953 w 8168953"/>
                <a:gd name="connsiteY1" fmla="*/ 1636654 h 3100377"/>
                <a:gd name="connsiteX2" fmla="*/ 4118520 w 8168953"/>
                <a:gd name="connsiteY2" fmla="*/ 3099826 h 3100377"/>
                <a:gd name="connsiteX3" fmla="*/ 0 w 8168953"/>
                <a:gd name="connsiteY3" fmla="*/ 1527651 h 3100377"/>
                <a:gd name="connsiteX4" fmla="*/ 2721 w 8168953"/>
                <a:gd name="connsiteY4" fmla="*/ 0 h 3100377"/>
                <a:gd name="connsiteX5" fmla="*/ 4074472 w 8168953"/>
                <a:gd name="connsiteY5" fmla="*/ 1465296 h 3100377"/>
                <a:gd name="connsiteX6" fmla="*/ 8168119 w 8168953"/>
                <a:gd name="connsiteY6" fmla="*/ 7337 h 3100377"/>
                <a:gd name="connsiteX0" fmla="*/ 8168119 w 8168953"/>
                <a:gd name="connsiteY0" fmla="*/ 7337 h 3100429"/>
                <a:gd name="connsiteX1" fmla="*/ 8168953 w 8168953"/>
                <a:gd name="connsiteY1" fmla="*/ 1636654 h 3100429"/>
                <a:gd name="connsiteX2" fmla="*/ 4118520 w 8168953"/>
                <a:gd name="connsiteY2" fmla="*/ 3099826 h 3100429"/>
                <a:gd name="connsiteX3" fmla="*/ 0 w 8168953"/>
                <a:gd name="connsiteY3" fmla="*/ 1527651 h 3100429"/>
                <a:gd name="connsiteX4" fmla="*/ 2721 w 8168953"/>
                <a:gd name="connsiteY4" fmla="*/ 0 h 3100429"/>
                <a:gd name="connsiteX5" fmla="*/ 4074472 w 8168953"/>
                <a:gd name="connsiteY5" fmla="*/ 1465296 h 3100429"/>
                <a:gd name="connsiteX6" fmla="*/ 8168119 w 8168953"/>
                <a:gd name="connsiteY6" fmla="*/ 7337 h 3100429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166683" h="3099826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bg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                   </a:t>
              </a:r>
            </a:p>
          </p:txBody>
        </p:sp>
        <p:sp>
          <p:nvSpPr>
            <p:cNvPr id="73" name="Oval 72">
              <a:extLst>
                <a:ext uri="{FF2B5EF4-FFF2-40B4-BE49-F238E27FC236}">
                  <a16:creationId xmlns:a16="http://schemas.microsoft.com/office/drawing/2014/main" id="{5375EF01-0290-9B47-8E36-E43DE1108FD8}"/>
                </a:ext>
              </a:extLst>
            </p:cNvPr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              </a:t>
              </a:r>
            </a:p>
          </p:txBody>
        </p:sp>
        <p:grpSp>
          <p:nvGrpSpPr>
            <p:cNvPr id="74" name="Group 73">
              <a:extLst>
                <a:ext uri="{FF2B5EF4-FFF2-40B4-BE49-F238E27FC236}">
                  <a16:creationId xmlns:a16="http://schemas.microsoft.com/office/drawing/2014/main" id="{9B178D65-D230-EE4E-A397-C7BE84BE7B28}"/>
                </a:ext>
              </a:extLst>
            </p:cNvPr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75" name="Freeform 74">
                <a:extLst>
                  <a:ext uri="{FF2B5EF4-FFF2-40B4-BE49-F238E27FC236}">
                    <a16:creationId xmlns:a16="http://schemas.microsoft.com/office/drawing/2014/main" id="{F6706B47-A3DA-2948-AE76-ECB82CD2119E}"/>
                  </a:ext>
                </a:extLst>
              </p:cNvPr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avLst/>
                <a:gdLst>
                  <a:gd name="connsiteX0" fmla="*/ 3725333 w 4588933"/>
                  <a:gd name="connsiteY0" fmla="*/ 0 h 1049866"/>
                  <a:gd name="connsiteX1" fmla="*/ 4588933 w 4588933"/>
                  <a:gd name="connsiteY1" fmla="*/ 270933 h 1049866"/>
                  <a:gd name="connsiteX2" fmla="*/ 3962400 w 4588933"/>
                  <a:gd name="connsiteY2" fmla="*/ 541866 h 1049866"/>
                  <a:gd name="connsiteX3" fmla="*/ 3742267 w 4588933"/>
                  <a:gd name="connsiteY3" fmla="*/ 457200 h 1049866"/>
                  <a:gd name="connsiteX4" fmla="*/ 2269067 w 4588933"/>
                  <a:gd name="connsiteY4" fmla="*/ 1049866 h 1049866"/>
                  <a:gd name="connsiteX5" fmla="*/ 880533 w 4588933"/>
                  <a:gd name="connsiteY5" fmla="*/ 457200 h 1049866"/>
                  <a:gd name="connsiteX6" fmla="*/ 592667 w 4588933"/>
                  <a:gd name="connsiteY6" fmla="*/ 541866 h 1049866"/>
                  <a:gd name="connsiteX7" fmla="*/ 0 w 4588933"/>
                  <a:gd name="connsiteY7" fmla="*/ 254000 h 1049866"/>
                  <a:gd name="connsiteX8" fmla="*/ 880533 w 4588933"/>
                  <a:gd name="connsiteY8" fmla="*/ 16933 h 1049866"/>
                  <a:gd name="connsiteX9" fmla="*/ 2302933 w 4588933"/>
                  <a:gd name="connsiteY9" fmla="*/ 626533 h 1049866"/>
                  <a:gd name="connsiteX10" fmla="*/ 3725333 w 4588933"/>
                  <a:gd name="connsiteY10" fmla="*/ 0 h 1049866"/>
                  <a:gd name="connsiteX0" fmla="*/ 3725333 w 4641485"/>
                  <a:gd name="connsiteY0" fmla="*/ 0 h 1049866"/>
                  <a:gd name="connsiteX1" fmla="*/ 4641485 w 4641485"/>
                  <a:gd name="connsiteY1" fmla="*/ 239402 h 1049866"/>
                  <a:gd name="connsiteX2" fmla="*/ 3962400 w 4641485"/>
                  <a:gd name="connsiteY2" fmla="*/ 541866 h 1049866"/>
                  <a:gd name="connsiteX3" fmla="*/ 3742267 w 4641485"/>
                  <a:gd name="connsiteY3" fmla="*/ 457200 h 1049866"/>
                  <a:gd name="connsiteX4" fmla="*/ 2269067 w 4641485"/>
                  <a:gd name="connsiteY4" fmla="*/ 1049866 h 1049866"/>
                  <a:gd name="connsiteX5" fmla="*/ 880533 w 4641485"/>
                  <a:gd name="connsiteY5" fmla="*/ 457200 h 1049866"/>
                  <a:gd name="connsiteX6" fmla="*/ 592667 w 4641485"/>
                  <a:gd name="connsiteY6" fmla="*/ 541866 h 1049866"/>
                  <a:gd name="connsiteX7" fmla="*/ 0 w 4641485"/>
                  <a:gd name="connsiteY7" fmla="*/ 254000 h 1049866"/>
                  <a:gd name="connsiteX8" fmla="*/ 880533 w 4641485"/>
                  <a:gd name="connsiteY8" fmla="*/ 16933 h 1049866"/>
                  <a:gd name="connsiteX9" fmla="*/ 2302933 w 4641485"/>
                  <a:gd name="connsiteY9" fmla="*/ 626533 h 1049866"/>
                  <a:gd name="connsiteX10" fmla="*/ 3725333 w 4641485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73798 w 4673016"/>
                  <a:gd name="connsiteY3" fmla="*/ 45720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84308 w 4673016"/>
                  <a:gd name="connsiteY3" fmla="*/ 404648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815839 w 4673016"/>
                  <a:gd name="connsiteY3" fmla="*/ 46771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4673016" h="104986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76" name="Freeform 75">
                <a:extLst>
                  <a:ext uri="{FF2B5EF4-FFF2-40B4-BE49-F238E27FC236}">
                    <a16:creationId xmlns:a16="http://schemas.microsoft.com/office/drawing/2014/main" id="{6997E8A2-E352-944A-9B99-BDEBAA2024AE}"/>
                  </a:ext>
                </a:extLst>
              </p:cNvPr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avLst/>
                <a:gdLst>
                  <a:gd name="connsiteX0" fmla="*/ 21021 w 1744718"/>
                  <a:gd name="connsiteY0" fmla="*/ 0 h 903890"/>
                  <a:gd name="connsiteX1" fmla="*/ 1744718 w 1744718"/>
                  <a:gd name="connsiteY1" fmla="*/ 693683 h 903890"/>
                  <a:gd name="connsiteX2" fmla="*/ 1145628 w 1744718"/>
                  <a:gd name="connsiteY2" fmla="*/ 903890 h 903890"/>
                  <a:gd name="connsiteX3" fmla="*/ 0 w 1744718"/>
                  <a:gd name="connsiteY3" fmla="*/ 451945 h 903890"/>
                  <a:gd name="connsiteX4" fmla="*/ 21021 w 1744718"/>
                  <a:gd name="connsiteY4" fmla="*/ 0 h 9038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44718" h="903890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77" name="Freeform 76">
                <a:extLst>
                  <a:ext uri="{FF2B5EF4-FFF2-40B4-BE49-F238E27FC236}">
                    <a16:creationId xmlns:a16="http://schemas.microsoft.com/office/drawing/2014/main" id="{C5522D15-A640-D544-8C5A-740AB1517414}"/>
                  </a:ext>
                </a:extLst>
              </p:cNvPr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avLst/>
                <a:gdLst>
                  <a:gd name="connsiteX0" fmla="*/ 1702676 w 1713187"/>
                  <a:gd name="connsiteY0" fmla="*/ 0 h 893380"/>
                  <a:gd name="connsiteX1" fmla="*/ 1713187 w 1713187"/>
                  <a:gd name="connsiteY1" fmla="*/ 472966 h 893380"/>
                  <a:gd name="connsiteX2" fmla="*/ 578069 w 1713187"/>
                  <a:gd name="connsiteY2" fmla="*/ 893380 h 893380"/>
                  <a:gd name="connsiteX3" fmla="*/ 0 w 1713187"/>
                  <a:gd name="connsiteY3" fmla="*/ 693683 h 893380"/>
                  <a:gd name="connsiteX4" fmla="*/ 1702676 w 1713187"/>
                  <a:gd name="connsiteY4" fmla="*/ 0 h 8933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13187" h="893380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78" name="Freeform 77">
                <a:extLst>
                  <a:ext uri="{FF2B5EF4-FFF2-40B4-BE49-F238E27FC236}">
                    <a16:creationId xmlns:a16="http://schemas.microsoft.com/office/drawing/2014/main" id="{0A657C9E-78AA-054A-8253-7E707F297A7A}"/>
                  </a:ext>
                </a:extLst>
              </p:cNvPr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avLst/>
                <a:gdLst>
                  <a:gd name="connsiteX0" fmla="*/ 599089 w 4162096"/>
                  <a:gd name="connsiteY0" fmla="*/ 273269 h 1618593"/>
                  <a:gd name="connsiteX1" fmla="*/ 882869 w 4162096"/>
                  <a:gd name="connsiteY1" fmla="*/ 199697 h 1618593"/>
                  <a:gd name="connsiteX2" fmla="*/ 2312276 w 4162096"/>
                  <a:gd name="connsiteY2" fmla="*/ 798786 h 1618593"/>
                  <a:gd name="connsiteX3" fmla="*/ 3794234 w 4162096"/>
                  <a:gd name="connsiteY3" fmla="*/ 199697 h 1618593"/>
                  <a:gd name="connsiteX4" fmla="*/ 4014951 w 4162096"/>
                  <a:gd name="connsiteY4" fmla="*/ 273269 h 1618593"/>
                  <a:gd name="connsiteX5" fmla="*/ 3058510 w 4162096"/>
                  <a:gd name="connsiteY5" fmla="*/ 641131 h 1618593"/>
                  <a:gd name="connsiteX6" fmla="*/ 3026979 w 4162096"/>
                  <a:gd name="connsiteY6" fmla="*/ 1114097 h 1618593"/>
                  <a:gd name="connsiteX7" fmla="*/ 4162096 w 4162096"/>
                  <a:gd name="connsiteY7" fmla="*/ 1545021 h 1618593"/>
                  <a:gd name="connsiteX8" fmla="*/ 3878317 w 4162096"/>
                  <a:gd name="connsiteY8" fmla="*/ 1608083 h 1618593"/>
                  <a:gd name="connsiteX9" fmla="*/ 2301765 w 4162096"/>
                  <a:gd name="connsiteY9" fmla="*/ 945931 h 1618593"/>
                  <a:gd name="connsiteX10" fmla="*/ 693682 w 4162096"/>
                  <a:gd name="connsiteY10" fmla="*/ 1618593 h 1618593"/>
                  <a:gd name="connsiteX11" fmla="*/ 430924 w 4162096"/>
                  <a:gd name="connsiteY11" fmla="*/ 1524000 h 1618593"/>
                  <a:gd name="connsiteX12" fmla="*/ 1576551 w 4162096"/>
                  <a:gd name="connsiteY12" fmla="*/ 1082566 h 1618593"/>
                  <a:gd name="connsiteX13" fmla="*/ 1545020 w 4162096"/>
                  <a:gd name="connsiteY13" fmla="*/ 609600 h 1618593"/>
                  <a:gd name="connsiteX14" fmla="*/ 0 w 4162096"/>
                  <a:gd name="connsiteY14" fmla="*/ 0 h 1618593"/>
                  <a:gd name="connsiteX15" fmla="*/ 872358 w 4162096"/>
                  <a:gd name="connsiteY15" fmla="*/ 210207 h 1618593"/>
                  <a:gd name="connsiteX16" fmla="*/ 872358 w 4162096"/>
                  <a:gd name="connsiteY16" fmla="*/ 210207 h 1618593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15" fmla="*/ 441434 w 3731172"/>
                  <a:gd name="connsiteY15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357351 w 3731172"/>
                  <a:gd name="connsiteY14" fmla="*/ 115613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56137 w 3731172"/>
                  <a:gd name="connsiteY13" fmla="*/ 441434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903890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575034 w 3710151"/>
                  <a:gd name="connsiteY6" fmla="*/ 91440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06565 w 3710151"/>
                  <a:gd name="connsiteY6" fmla="*/ 92491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5151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09858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62012 w 3725019"/>
                  <a:gd name="connsiteY0" fmla="*/ 73572 h 1418896"/>
                  <a:gd name="connsiteX1" fmla="*/ 445792 w 3725019"/>
                  <a:gd name="connsiteY1" fmla="*/ 0 h 1418896"/>
                  <a:gd name="connsiteX2" fmla="*/ 1852896 w 3725019"/>
                  <a:gd name="connsiteY2" fmla="*/ 591655 h 1418896"/>
                  <a:gd name="connsiteX3" fmla="*/ 3357157 w 3725019"/>
                  <a:gd name="connsiteY3" fmla="*/ 0 h 1418896"/>
                  <a:gd name="connsiteX4" fmla="*/ 3577874 w 3725019"/>
                  <a:gd name="connsiteY4" fmla="*/ 73572 h 1418896"/>
                  <a:gd name="connsiteX5" fmla="*/ 2632585 w 3725019"/>
                  <a:gd name="connsiteY5" fmla="*/ 448868 h 1418896"/>
                  <a:gd name="connsiteX6" fmla="*/ 2625150 w 3725019"/>
                  <a:gd name="connsiteY6" fmla="*/ 902607 h 1418896"/>
                  <a:gd name="connsiteX7" fmla="*/ 3725019 w 3725019"/>
                  <a:gd name="connsiteY7" fmla="*/ 1345324 h 1418896"/>
                  <a:gd name="connsiteX8" fmla="*/ 3441240 w 3725019"/>
                  <a:gd name="connsiteY8" fmla="*/ 1408386 h 1418896"/>
                  <a:gd name="connsiteX9" fmla="*/ 1864688 w 3725019"/>
                  <a:gd name="connsiteY9" fmla="*/ 746234 h 1418896"/>
                  <a:gd name="connsiteX10" fmla="*/ 256605 w 3725019"/>
                  <a:gd name="connsiteY10" fmla="*/ 1418896 h 1418896"/>
                  <a:gd name="connsiteX11" fmla="*/ 0 w 3725019"/>
                  <a:gd name="connsiteY11" fmla="*/ 1331097 h 1418896"/>
                  <a:gd name="connsiteX12" fmla="*/ 1113454 w 3725019"/>
                  <a:gd name="connsiteY12" fmla="*/ 903890 h 1418896"/>
                  <a:gd name="connsiteX13" fmla="*/ 1102302 w 3725019"/>
                  <a:gd name="connsiteY13" fmla="*/ 451945 h 1418896"/>
                  <a:gd name="connsiteX14" fmla="*/ 183032 w 3725019"/>
                  <a:gd name="connsiteY14" fmla="*/ 84081 h 1418896"/>
                  <a:gd name="connsiteX15" fmla="*/ 162012 w 3725019"/>
                  <a:gd name="connsiteY15" fmla="*/ 73572 h 14188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725019" h="1418896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</p:grpSp>
      </p:grpSp>
      <p:grpSp>
        <p:nvGrpSpPr>
          <p:cNvPr id="79" name="Group 78">
            <a:extLst>
              <a:ext uri="{FF2B5EF4-FFF2-40B4-BE49-F238E27FC236}">
                <a16:creationId xmlns:a16="http://schemas.microsoft.com/office/drawing/2014/main" id="{0703BE46-EF6B-8F4F-8103-DB506FA237F8}"/>
              </a:ext>
            </a:extLst>
          </p:cNvPr>
          <p:cNvGrpSpPr/>
          <p:nvPr/>
        </p:nvGrpSpPr>
        <p:grpSpPr>
          <a:xfrm>
            <a:off x="9351606" y="4600112"/>
            <a:ext cx="578032" cy="285706"/>
            <a:chOff x="7493876" y="2774731"/>
            <a:chExt cx="1481958" cy="894622"/>
          </a:xfrm>
        </p:grpSpPr>
        <p:sp>
          <p:nvSpPr>
            <p:cNvPr id="80" name="Freeform 79">
              <a:extLst>
                <a:ext uri="{FF2B5EF4-FFF2-40B4-BE49-F238E27FC236}">
                  <a16:creationId xmlns:a16="http://schemas.microsoft.com/office/drawing/2014/main" id="{C93DB37A-DC30-7049-A906-DE4299FCFE91}"/>
                </a:ext>
              </a:extLst>
            </p:cNvPr>
            <p:cNvSpPr/>
            <p:nvPr/>
          </p:nvSpPr>
          <p:spPr>
            <a:xfrm>
              <a:off x="7493876" y="3084399"/>
              <a:ext cx="1481958" cy="584954"/>
            </a:xfrm>
            <a:custGeom>
              <a:avLst/>
              <a:gdLst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76538 w 8176538"/>
                <a:gd name="connsiteY0" fmla="*/ 0 h 2638097"/>
                <a:gd name="connsiteX1" fmla="*/ 8176538 w 8176538"/>
                <a:gd name="connsiteY1" fmla="*/ 1271752 h 2638097"/>
                <a:gd name="connsiteX2" fmla="*/ 4088015 w 8176538"/>
                <a:gd name="connsiteY2" fmla="*/ 2638097 h 2638097"/>
                <a:gd name="connsiteX3" fmla="*/ 0 w 8176538"/>
                <a:gd name="connsiteY3" fmla="*/ 1269888 h 2638097"/>
                <a:gd name="connsiteX4" fmla="*/ 20511 w 8176538"/>
                <a:gd name="connsiteY4" fmla="*/ 147145 h 2638097"/>
                <a:gd name="connsiteX5" fmla="*/ 4088015 w 8176538"/>
                <a:gd name="connsiteY5" fmla="*/ 1566042 h 2638097"/>
                <a:gd name="connsiteX6" fmla="*/ 8176538 w 8176538"/>
                <a:gd name="connsiteY6" fmla="*/ 0 h 2638097"/>
                <a:gd name="connsiteX0" fmla="*/ 8176538 w 8176538"/>
                <a:gd name="connsiteY0" fmla="*/ 0 h 2772020"/>
                <a:gd name="connsiteX1" fmla="*/ 8176538 w 8176538"/>
                <a:gd name="connsiteY1" fmla="*/ 1271752 h 2772020"/>
                <a:gd name="connsiteX2" fmla="*/ 4099034 w 8176538"/>
                <a:gd name="connsiteY2" fmla="*/ 2772020 h 2772020"/>
                <a:gd name="connsiteX3" fmla="*/ 0 w 8176538"/>
                <a:gd name="connsiteY3" fmla="*/ 1269888 h 2772020"/>
                <a:gd name="connsiteX4" fmla="*/ 20511 w 8176538"/>
                <a:gd name="connsiteY4" fmla="*/ 147145 h 2772020"/>
                <a:gd name="connsiteX5" fmla="*/ 4088015 w 8176538"/>
                <a:gd name="connsiteY5" fmla="*/ 1566042 h 2772020"/>
                <a:gd name="connsiteX6" fmla="*/ 8176538 w 8176538"/>
                <a:gd name="connsiteY6" fmla="*/ 0 h 2772020"/>
                <a:gd name="connsiteX0" fmla="*/ 8176538 w 8176538"/>
                <a:gd name="connsiteY0" fmla="*/ 0 h 2772339"/>
                <a:gd name="connsiteX1" fmla="*/ 8176538 w 8176538"/>
                <a:gd name="connsiteY1" fmla="*/ 1378890 h 2772339"/>
                <a:gd name="connsiteX2" fmla="*/ 4099034 w 8176538"/>
                <a:gd name="connsiteY2" fmla="*/ 2772020 h 2772339"/>
                <a:gd name="connsiteX3" fmla="*/ 0 w 8176538"/>
                <a:gd name="connsiteY3" fmla="*/ 1269888 h 2772339"/>
                <a:gd name="connsiteX4" fmla="*/ 20511 w 8176538"/>
                <a:gd name="connsiteY4" fmla="*/ 147145 h 2772339"/>
                <a:gd name="connsiteX5" fmla="*/ 4088015 w 8176538"/>
                <a:gd name="connsiteY5" fmla="*/ 1566042 h 2772339"/>
                <a:gd name="connsiteX6" fmla="*/ 8176538 w 8176538"/>
                <a:gd name="connsiteY6" fmla="*/ 0 h 2772339"/>
                <a:gd name="connsiteX0" fmla="*/ 8176538 w 8176538"/>
                <a:gd name="connsiteY0" fmla="*/ 0 h 2825888"/>
                <a:gd name="connsiteX1" fmla="*/ 8176538 w 8176538"/>
                <a:gd name="connsiteY1" fmla="*/ 1378890 h 2825888"/>
                <a:gd name="connsiteX2" fmla="*/ 4099034 w 8176538"/>
                <a:gd name="connsiteY2" fmla="*/ 2825590 h 2825888"/>
                <a:gd name="connsiteX3" fmla="*/ 0 w 8176538"/>
                <a:gd name="connsiteY3" fmla="*/ 1269888 h 2825888"/>
                <a:gd name="connsiteX4" fmla="*/ 20511 w 8176538"/>
                <a:gd name="connsiteY4" fmla="*/ 147145 h 2825888"/>
                <a:gd name="connsiteX5" fmla="*/ 4088015 w 8176538"/>
                <a:gd name="connsiteY5" fmla="*/ 1566042 h 2825888"/>
                <a:gd name="connsiteX6" fmla="*/ 8176538 w 8176538"/>
                <a:gd name="connsiteY6" fmla="*/ 0 h 2825888"/>
                <a:gd name="connsiteX0" fmla="*/ 8165518 w 8165518"/>
                <a:gd name="connsiteY0" fmla="*/ 0 h 2825606"/>
                <a:gd name="connsiteX1" fmla="*/ 8165518 w 8165518"/>
                <a:gd name="connsiteY1" fmla="*/ 1378890 h 2825606"/>
                <a:gd name="connsiteX2" fmla="*/ 4088014 w 8165518"/>
                <a:gd name="connsiteY2" fmla="*/ 2825590 h 2825606"/>
                <a:gd name="connsiteX3" fmla="*/ 0 w 8165518"/>
                <a:gd name="connsiteY3" fmla="*/ 1403811 h 2825606"/>
                <a:gd name="connsiteX4" fmla="*/ 9491 w 8165518"/>
                <a:gd name="connsiteY4" fmla="*/ 147145 h 2825606"/>
                <a:gd name="connsiteX5" fmla="*/ 4076995 w 8165518"/>
                <a:gd name="connsiteY5" fmla="*/ 1566042 h 2825606"/>
                <a:gd name="connsiteX6" fmla="*/ 8165518 w 8165518"/>
                <a:gd name="connsiteY6" fmla="*/ 0 h 2825606"/>
                <a:gd name="connsiteX0" fmla="*/ 8165518 w 8165518"/>
                <a:gd name="connsiteY0" fmla="*/ 0 h 2879174"/>
                <a:gd name="connsiteX1" fmla="*/ 8165518 w 8165518"/>
                <a:gd name="connsiteY1" fmla="*/ 1378890 h 2879174"/>
                <a:gd name="connsiteX2" fmla="*/ 4132092 w 8165518"/>
                <a:gd name="connsiteY2" fmla="*/ 2879159 h 2879174"/>
                <a:gd name="connsiteX3" fmla="*/ 0 w 8165518"/>
                <a:gd name="connsiteY3" fmla="*/ 1403811 h 2879174"/>
                <a:gd name="connsiteX4" fmla="*/ 9491 w 8165518"/>
                <a:gd name="connsiteY4" fmla="*/ 147145 h 2879174"/>
                <a:gd name="connsiteX5" fmla="*/ 4076995 w 8165518"/>
                <a:gd name="connsiteY5" fmla="*/ 1566042 h 2879174"/>
                <a:gd name="connsiteX6" fmla="*/ 8165518 w 8165518"/>
                <a:gd name="connsiteY6" fmla="*/ 0 h 2879174"/>
                <a:gd name="connsiteX0" fmla="*/ 8165518 w 8176537"/>
                <a:gd name="connsiteY0" fmla="*/ 0 h 2879410"/>
                <a:gd name="connsiteX1" fmla="*/ 8176537 w 8176537"/>
                <a:gd name="connsiteY1" fmla="*/ 1499420 h 2879410"/>
                <a:gd name="connsiteX2" fmla="*/ 4132092 w 8176537"/>
                <a:gd name="connsiteY2" fmla="*/ 2879159 h 2879410"/>
                <a:gd name="connsiteX3" fmla="*/ 0 w 8176537"/>
                <a:gd name="connsiteY3" fmla="*/ 1403811 h 2879410"/>
                <a:gd name="connsiteX4" fmla="*/ 9491 w 8176537"/>
                <a:gd name="connsiteY4" fmla="*/ 147145 h 2879410"/>
                <a:gd name="connsiteX5" fmla="*/ 4076995 w 8176537"/>
                <a:gd name="connsiteY5" fmla="*/ 1566042 h 2879410"/>
                <a:gd name="connsiteX6" fmla="*/ 8165518 w 8176537"/>
                <a:gd name="connsiteY6" fmla="*/ 0 h 2879410"/>
                <a:gd name="connsiteX0" fmla="*/ 8165518 w 8176537"/>
                <a:gd name="connsiteY0" fmla="*/ 0 h 2879262"/>
                <a:gd name="connsiteX1" fmla="*/ 8176537 w 8176537"/>
                <a:gd name="connsiteY1" fmla="*/ 1499420 h 2879262"/>
                <a:gd name="connsiteX2" fmla="*/ 4132092 w 8176537"/>
                <a:gd name="connsiteY2" fmla="*/ 2879159 h 2879262"/>
                <a:gd name="connsiteX3" fmla="*/ 0 w 8176537"/>
                <a:gd name="connsiteY3" fmla="*/ 1403811 h 2879262"/>
                <a:gd name="connsiteX4" fmla="*/ 9491 w 8176537"/>
                <a:gd name="connsiteY4" fmla="*/ 147145 h 2879262"/>
                <a:gd name="connsiteX5" fmla="*/ 4076995 w 8176537"/>
                <a:gd name="connsiteY5" fmla="*/ 1566042 h 2879262"/>
                <a:gd name="connsiteX6" fmla="*/ 8165518 w 8176537"/>
                <a:gd name="connsiteY6" fmla="*/ 0 h 2879262"/>
                <a:gd name="connsiteX0" fmla="*/ 8165518 w 8176537"/>
                <a:gd name="connsiteY0" fmla="*/ 0 h 2879163"/>
                <a:gd name="connsiteX1" fmla="*/ 8176537 w 8176537"/>
                <a:gd name="connsiteY1" fmla="*/ 1499420 h 2879163"/>
                <a:gd name="connsiteX2" fmla="*/ 4132092 w 8176537"/>
                <a:gd name="connsiteY2" fmla="*/ 2879159 h 2879163"/>
                <a:gd name="connsiteX3" fmla="*/ 0 w 8176537"/>
                <a:gd name="connsiteY3" fmla="*/ 1510948 h 2879163"/>
                <a:gd name="connsiteX4" fmla="*/ 9491 w 8176537"/>
                <a:gd name="connsiteY4" fmla="*/ 147145 h 2879163"/>
                <a:gd name="connsiteX5" fmla="*/ 4076995 w 8176537"/>
                <a:gd name="connsiteY5" fmla="*/ 1566042 h 2879163"/>
                <a:gd name="connsiteX6" fmla="*/ 8165518 w 8176537"/>
                <a:gd name="connsiteY6" fmla="*/ 0 h 2879163"/>
                <a:gd name="connsiteX0" fmla="*/ 8165518 w 8198577"/>
                <a:gd name="connsiteY0" fmla="*/ 0 h 2879451"/>
                <a:gd name="connsiteX1" fmla="*/ 8198577 w 8198577"/>
                <a:gd name="connsiteY1" fmla="*/ 1606558 h 2879451"/>
                <a:gd name="connsiteX2" fmla="*/ 4132092 w 8198577"/>
                <a:gd name="connsiteY2" fmla="*/ 2879159 h 2879451"/>
                <a:gd name="connsiteX3" fmla="*/ 0 w 8198577"/>
                <a:gd name="connsiteY3" fmla="*/ 1510948 h 2879451"/>
                <a:gd name="connsiteX4" fmla="*/ 9491 w 8198577"/>
                <a:gd name="connsiteY4" fmla="*/ 147145 h 2879451"/>
                <a:gd name="connsiteX5" fmla="*/ 4076995 w 8198577"/>
                <a:gd name="connsiteY5" fmla="*/ 1566042 h 2879451"/>
                <a:gd name="connsiteX6" fmla="*/ 8165518 w 8198577"/>
                <a:gd name="connsiteY6" fmla="*/ 0 h 2879451"/>
                <a:gd name="connsiteX0" fmla="*/ 8165518 w 8165518"/>
                <a:gd name="connsiteY0" fmla="*/ 0 h 2880066"/>
                <a:gd name="connsiteX1" fmla="*/ 8165518 w 8165518"/>
                <a:gd name="connsiteY1" fmla="*/ 1673520 h 2880066"/>
                <a:gd name="connsiteX2" fmla="*/ 4132092 w 8165518"/>
                <a:gd name="connsiteY2" fmla="*/ 2879159 h 2880066"/>
                <a:gd name="connsiteX3" fmla="*/ 0 w 8165518"/>
                <a:gd name="connsiteY3" fmla="*/ 1510948 h 2880066"/>
                <a:gd name="connsiteX4" fmla="*/ 9491 w 8165518"/>
                <a:gd name="connsiteY4" fmla="*/ 147145 h 2880066"/>
                <a:gd name="connsiteX5" fmla="*/ 4076995 w 8165518"/>
                <a:gd name="connsiteY5" fmla="*/ 1566042 h 2880066"/>
                <a:gd name="connsiteX6" fmla="*/ 8165518 w 8165518"/>
                <a:gd name="connsiteY6" fmla="*/ 0 h 2880066"/>
                <a:gd name="connsiteX0" fmla="*/ 8156794 w 8156794"/>
                <a:gd name="connsiteY0" fmla="*/ 0 h 2879270"/>
                <a:gd name="connsiteX1" fmla="*/ 8156794 w 8156794"/>
                <a:gd name="connsiteY1" fmla="*/ 1673520 h 2879270"/>
                <a:gd name="connsiteX2" fmla="*/ 4123368 w 8156794"/>
                <a:gd name="connsiteY2" fmla="*/ 2879159 h 2879270"/>
                <a:gd name="connsiteX3" fmla="*/ 2295 w 8156794"/>
                <a:gd name="connsiteY3" fmla="*/ 1618086 h 2879270"/>
                <a:gd name="connsiteX4" fmla="*/ 767 w 8156794"/>
                <a:gd name="connsiteY4" fmla="*/ 147145 h 2879270"/>
                <a:gd name="connsiteX5" fmla="*/ 4068271 w 8156794"/>
                <a:gd name="connsiteY5" fmla="*/ 1566042 h 2879270"/>
                <a:gd name="connsiteX6" fmla="*/ 8156794 w 8156794"/>
                <a:gd name="connsiteY6" fmla="*/ 0 h 287927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20"/>
                <a:gd name="connsiteX1" fmla="*/ 8156794 w 8156794"/>
                <a:gd name="connsiteY1" fmla="*/ 1673520 h 2973020"/>
                <a:gd name="connsiteX2" fmla="*/ 4134388 w 8156794"/>
                <a:gd name="connsiteY2" fmla="*/ 2972904 h 2973020"/>
                <a:gd name="connsiteX3" fmla="*/ 2295 w 8156794"/>
                <a:gd name="connsiteY3" fmla="*/ 1618086 h 2973020"/>
                <a:gd name="connsiteX4" fmla="*/ 767 w 8156794"/>
                <a:gd name="connsiteY4" fmla="*/ 147145 h 2973020"/>
                <a:gd name="connsiteX5" fmla="*/ 4068271 w 8156794"/>
                <a:gd name="connsiteY5" fmla="*/ 1566042 h 2973020"/>
                <a:gd name="connsiteX6" fmla="*/ 8156794 w 8156794"/>
                <a:gd name="connsiteY6" fmla="*/ 0 h 2973020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141"/>
                <a:gd name="connsiteX1" fmla="*/ 8156794 w 8156794"/>
                <a:gd name="connsiteY1" fmla="*/ 1673520 h 2973141"/>
                <a:gd name="connsiteX2" fmla="*/ 4134388 w 8156794"/>
                <a:gd name="connsiteY2" fmla="*/ 2972904 h 2973141"/>
                <a:gd name="connsiteX3" fmla="*/ 2295 w 8156794"/>
                <a:gd name="connsiteY3" fmla="*/ 1618086 h 2973141"/>
                <a:gd name="connsiteX4" fmla="*/ 767 w 8156794"/>
                <a:gd name="connsiteY4" fmla="*/ 147145 h 2973141"/>
                <a:gd name="connsiteX5" fmla="*/ 4068271 w 8156794"/>
                <a:gd name="connsiteY5" fmla="*/ 1566042 h 2973141"/>
                <a:gd name="connsiteX6" fmla="*/ 8156794 w 8156794"/>
                <a:gd name="connsiteY6" fmla="*/ 0 h 2973141"/>
                <a:gd name="connsiteX0" fmla="*/ 8156794 w 8156794"/>
                <a:gd name="connsiteY0" fmla="*/ 0 h 3066827"/>
                <a:gd name="connsiteX1" fmla="*/ 8156794 w 8156794"/>
                <a:gd name="connsiteY1" fmla="*/ 1673520 h 3066827"/>
                <a:gd name="connsiteX2" fmla="*/ 4123353 w 8156794"/>
                <a:gd name="connsiteY2" fmla="*/ 3066650 h 3066827"/>
                <a:gd name="connsiteX3" fmla="*/ 2295 w 8156794"/>
                <a:gd name="connsiteY3" fmla="*/ 1618086 h 3066827"/>
                <a:gd name="connsiteX4" fmla="*/ 767 w 8156794"/>
                <a:gd name="connsiteY4" fmla="*/ 147145 h 3066827"/>
                <a:gd name="connsiteX5" fmla="*/ 4068271 w 8156794"/>
                <a:gd name="connsiteY5" fmla="*/ 1566042 h 3066827"/>
                <a:gd name="connsiteX6" fmla="*/ 8156794 w 8156794"/>
                <a:gd name="connsiteY6" fmla="*/ 0 h 3066827"/>
                <a:gd name="connsiteX0" fmla="*/ 8123689 w 8156794"/>
                <a:gd name="connsiteY0" fmla="*/ 0 h 2999866"/>
                <a:gd name="connsiteX1" fmla="*/ 8156794 w 8156794"/>
                <a:gd name="connsiteY1" fmla="*/ 1606559 h 2999866"/>
                <a:gd name="connsiteX2" fmla="*/ 4123353 w 8156794"/>
                <a:gd name="connsiteY2" fmla="*/ 2999689 h 2999866"/>
                <a:gd name="connsiteX3" fmla="*/ 2295 w 8156794"/>
                <a:gd name="connsiteY3" fmla="*/ 1551125 h 2999866"/>
                <a:gd name="connsiteX4" fmla="*/ 767 w 8156794"/>
                <a:gd name="connsiteY4" fmla="*/ 80184 h 2999866"/>
                <a:gd name="connsiteX5" fmla="*/ 4068271 w 8156794"/>
                <a:gd name="connsiteY5" fmla="*/ 1499081 h 2999866"/>
                <a:gd name="connsiteX6" fmla="*/ 8123689 w 8156794"/>
                <a:gd name="connsiteY6" fmla="*/ 0 h 2999866"/>
                <a:gd name="connsiteX0" fmla="*/ 8167828 w 8167828"/>
                <a:gd name="connsiteY0" fmla="*/ 0 h 3026651"/>
                <a:gd name="connsiteX1" fmla="*/ 8156794 w 8167828"/>
                <a:gd name="connsiteY1" fmla="*/ 1633344 h 3026651"/>
                <a:gd name="connsiteX2" fmla="*/ 4123353 w 8167828"/>
                <a:gd name="connsiteY2" fmla="*/ 3026474 h 3026651"/>
                <a:gd name="connsiteX3" fmla="*/ 2295 w 8167828"/>
                <a:gd name="connsiteY3" fmla="*/ 1577910 h 3026651"/>
                <a:gd name="connsiteX4" fmla="*/ 767 w 8167828"/>
                <a:gd name="connsiteY4" fmla="*/ 106969 h 3026651"/>
                <a:gd name="connsiteX5" fmla="*/ 4068271 w 8167828"/>
                <a:gd name="connsiteY5" fmla="*/ 1525866 h 3026651"/>
                <a:gd name="connsiteX6" fmla="*/ 8167828 w 8167828"/>
                <a:gd name="connsiteY6" fmla="*/ 0 h 3026651"/>
                <a:gd name="connsiteX0" fmla="*/ 8167828 w 8167828"/>
                <a:gd name="connsiteY0" fmla="*/ 0 h 3027228"/>
                <a:gd name="connsiteX1" fmla="*/ 8145760 w 8167828"/>
                <a:gd name="connsiteY1" fmla="*/ 1686913 h 3027228"/>
                <a:gd name="connsiteX2" fmla="*/ 4123353 w 8167828"/>
                <a:gd name="connsiteY2" fmla="*/ 3026474 h 3027228"/>
                <a:gd name="connsiteX3" fmla="*/ 2295 w 8167828"/>
                <a:gd name="connsiteY3" fmla="*/ 1577910 h 3027228"/>
                <a:gd name="connsiteX4" fmla="*/ 767 w 8167828"/>
                <a:gd name="connsiteY4" fmla="*/ 106969 h 3027228"/>
                <a:gd name="connsiteX5" fmla="*/ 4068271 w 8167828"/>
                <a:gd name="connsiteY5" fmla="*/ 1525866 h 3027228"/>
                <a:gd name="connsiteX6" fmla="*/ 8167828 w 8167828"/>
                <a:gd name="connsiteY6" fmla="*/ 0 h 3027228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23689 w 8145760"/>
                <a:gd name="connsiteY0" fmla="*/ 13560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9 w 8145760"/>
                <a:gd name="connsiteY6" fmla="*/ 13560 h 2920259"/>
                <a:gd name="connsiteX0" fmla="*/ 8178863 w 8178863"/>
                <a:gd name="connsiteY0" fmla="*/ 26952 h 2920259"/>
                <a:gd name="connsiteX1" fmla="*/ 8145760 w 8178863"/>
                <a:gd name="connsiteY1" fmla="*/ 1579944 h 2920259"/>
                <a:gd name="connsiteX2" fmla="*/ 4123353 w 8178863"/>
                <a:gd name="connsiteY2" fmla="*/ 2919505 h 2920259"/>
                <a:gd name="connsiteX3" fmla="*/ 2295 w 8178863"/>
                <a:gd name="connsiteY3" fmla="*/ 1470941 h 2920259"/>
                <a:gd name="connsiteX4" fmla="*/ 767 w 8178863"/>
                <a:gd name="connsiteY4" fmla="*/ 0 h 2920259"/>
                <a:gd name="connsiteX5" fmla="*/ 4068271 w 8178863"/>
                <a:gd name="connsiteY5" fmla="*/ 1418897 h 2920259"/>
                <a:gd name="connsiteX6" fmla="*/ 8178863 w 8178863"/>
                <a:gd name="connsiteY6" fmla="*/ 26952 h 2920259"/>
                <a:gd name="connsiteX0" fmla="*/ 8167827 w 8167827"/>
                <a:gd name="connsiteY0" fmla="*/ 40343 h 2920259"/>
                <a:gd name="connsiteX1" fmla="*/ 8145760 w 8167827"/>
                <a:gd name="connsiteY1" fmla="*/ 1579944 h 2920259"/>
                <a:gd name="connsiteX2" fmla="*/ 4123353 w 8167827"/>
                <a:gd name="connsiteY2" fmla="*/ 2919505 h 2920259"/>
                <a:gd name="connsiteX3" fmla="*/ 2295 w 8167827"/>
                <a:gd name="connsiteY3" fmla="*/ 1470941 h 2920259"/>
                <a:gd name="connsiteX4" fmla="*/ 767 w 8167827"/>
                <a:gd name="connsiteY4" fmla="*/ 0 h 2920259"/>
                <a:gd name="connsiteX5" fmla="*/ 4068271 w 8167827"/>
                <a:gd name="connsiteY5" fmla="*/ 1418897 h 2920259"/>
                <a:gd name="connsiteX6" fmla="*/ 8167827 w 8167827"/>
                <a:gd name="connsiteY6" fmla="*/ 40343 h 2920259"/>
                <a:gd name="connsiteX0" fmla="*/ 8123687 w 8145760"/>
                <a:gd name="connsiteY0" fmla="*/ 53735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7 w 8145760"/>
                <a:gd name="connsiteY6" fmla="*/ 53735 h 2920259"/>
                <a:gd name="connsiteX0" fmla="*/ 8161918 w 8161918"/>
                <a:gd name="connsiteY0" fmla="*/ 0 h 2943855"/>
                <a:gd name="connsiteX1" fmla="*/ 8145760 w 8161918"/>
                <a:gd name="connsiteY1" fmla="*/ 1603540 h 2943855"/>
                <a:gd name="connsiteX2" fmla="*/ 4123353 w 8161918"/>
                <a:gd name="connsiteY2" fmla="*/ 2943101 h 2943855"/>
                <a:gd name="connsiteX3" fmla="*/ 2295 w 8161918"/>
                <a:gd name="connsiteY3" fmla="*/ 1494537 h 2943855"/>
                <a:gd name="connsiteX4" fmla="*/ 767 w 8161918"/>
                <a:gd name="connsiteY4" fmla="*/ 23596 h 2943855"/>
                <a:gd name="connsiteX5" fmla="*/ 4068271 w 8161918"/>
                <a:gd name="connsiteY5" fmla="*/ 1442493 h 2943855"/>
                <a:gd name="connsiteX6" fmla="*/ 8161918 w 8161918"/>
                <a:gd name="connsiteY6" fmla="*/ 0 h 2943855"/>
                <a:gd name="connsiteX0" fmla="*/ 8144926 w 8145760"/>
                <a:gd name="connsiteY0" fmla="*/ 43424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44926 w 8145760"/>
                <a:gd name="connsiteY6" fmla="*/ 43424 h 2920259"/>
                <a:gd name="connsiteX0" fmla="*/ 8161918 w 8161918"/>
                <a:gd name="connsiteY0" fmla="*/ 0 h 2959321"/>
                <a:gd name="connsiteX1" fmla="*/ 8145760 w 8161918"/>
                <a:gd name="connsiteY1" fmla="*/ 1619006 h 2959321"/>
                <a:gd name="connsiteX2" fmla="*/ 4123353 w 8161918"/>
                <a:gd name="connsiteY2" fmla="*/ 2958567 h 2959321"/>
                <a:gd name="connsiteX3" fmla="*/ 2295 w 8161918"/>
                <a:gd name="connsiteY3" fmla="*/ 1510003 h 2959321"/>
                <a:gd name="connsiteX4" fmla="*/ 767 w 8161918"/>
                <a:gd name="connsiteY4" fmla="*/ 39062 h 2959321"/>
                <a:gd name="connsiteX5" fmla="*/ 4068271 w 8161918"/>
                <a:gd name="connsiteY5" fmla="*/ 1457959 h 2959321"/>
                <a:gd name="connsiteX6" fmla="*/ 8161918 w 8161918"/>
                <a:gd name="connsiteY6" fmla="*/ 0 h 2959321"/>
                <a:gd name="connsiteX0" fmla="*/ 8161918 w 8162752"/>
                <a:gd name="connsiteY0" fmla="*/ 0 h 2959488"/>
                <a:gd name="connsiteX1" fmla="*/ 8162752 w 8162752"/>
                <a:gd name="connsiteY1" fmla="*/ 1629317 h 2959488"/>
                <a:gd name="connsiteX2" fmla="*/ 4123353 w 8162752"/>
                <a:gd name="connsiteY2" fmla="*/ 2958567 h 2959488"/>
                <a:gd name="connsiteX3" fmla="*/ 2295 w 8162752"/>
                <a:gd name="connsiteY3" fmla="*/ 1510003 h 2959488"/>
                <a:gd name="connsiteX4" fmla="*/ 767 w 8162752"/>
                <a:gd name="connsiteY4" fmla="*/ 39062 h 2959488"/>
                <a:gd name="connsiteX5" fmla="*/ 4068271 w 8162752"/>
                <a:gd name="connsiteY5" fmla="*/ 1457959 h 2959488"/>
                <a:gd name="connsiteX6" fmla="*/ 8161918 w 8162752"/>
                <a:gd name="connsiteY6" fmla="*/ 0 h 2959488"/>
                <a:gd name="connsiteX0" fmla="*/ 8165930 w 8166764"/>
                <a:gd name="connsiteY0" fmla="*/ 7337 h 2966825"/>
                <a:gd name="connsiteX1" fmla="*/ 8166764 w 8166764"/>
                <a:gd name="connsiteY1" fmla="*/ 1636654 h 2966825"/>
                <a:gd name="connsiteX2" fmla="*/ 4127365 w 8166764"/>
                <a:gd name="connsiteY2" fmla="*/ 2965904 h 2966825"/>
                <a:gd name="connsiteX3" fmla="*/ 6307 w 8166764"/>
                <a:gd name="connsiteY3" fmla="*/ 1517340 h 2966825"/>
                <a:gd name="connsiteX4" fmla="*/ 532 w 8166764"/>
                <a:gd name="connsiteY4" fmla="*/ 0 h 2966825"/>
                <a:gd name="connsiteX5" fmla="*/ 4072283 w 8166764"/>
                <a:gd name="connsiteY5" fmla="*/ 1465296 h 2966825"/>
                <a:gd name="connsiteX6" fmla="*/ 8165930 w 8166764"/>
                <a:gd name="connsiteY6" fmla="*/ 7337 h 2966825"/>
                <a:gd name="connsiteX0" fmla="*/ 8168119 w 8168953"/>
                <a:gd name="connsiteY0" fmla="*/ 7337 h 2966682"/>
                <a:gd name="connsiteX1" fmla="*/ 8168953 w 8168953"/>
                <a:gd name="connsiteY1" fmla="*/ 1636654 h 2966682"/>
                <a:gd name="connsiteX2" fmla="*/ 4129554 w 8168953"/>
                <a:gd name="connsiteY2" fmla="*/ 2965904 h 2966682"/>
                <a:gd name="connsiteX3" fmla="*/ 0 w 8168953"/>
                <a:gd name="connsiteY3" fmla="*/ 1527651 h 2966682"/>
                <a:gd name="connsiteX4" fmla="*/ 2721 w 8168953"/>
                <a:gd name="connsiteY4" fmla="*/ 0 h 2966682"/>
                <a:gd name="connsiteX5" fmla="*/ 4074472 w 8168953"/>
                <a:gd name="connsiteY5" fmla="*/ 1465296 h 2966682"/>
                <a:gd name="connsiteX6" fmla="*/ 8168119 w 8168953"/>
                <a:gd name="connsiteY6" fmla="*/ 7337 h 2966682"/>
                <a:gd name="connsiteX0" fmla="*/ 8168119 w 8168953"/>
                <a:gd name="connsiteY0" fmla="*/ 7337 h 3100377"/>
                <a:gd name="connsiteX1" fmla="*/ 8168953 w 8168953"/>
                <a:gd name="connsiteY1" fmla="*/ 1636654 h 3100377"/>
                <a:gd name="connsiteX2" fmla="*/ 4118520 w 8168953"/>
                <a:gd name="connsiteY2" fmla="*/ 3099826 h 3100377"/>
                <a:gd name="connsiteX3" fmla="*/ 0 w 8168953"/>
                <a:gd name="connsiteY3" fmla="*/ 1527651 h 3100377"/>
                <a:gd name="connsiteX4" fmla="*/ 2721 w 8168953"/>
                <a:gd name="connsiteY4" fmla="*/ 0 h 3100377"/>
                <a:gd name="connsiteX5" fmla="*/ 4074472 w 8168953"/>
                <a:gd name="connsiteY5" fmla="*/ 1465296 h 3100377"/>
                <a:gd name="connsiteX6" fmla="*/ 8168119 w 8168953"/>
                <a:gd name="connsiteY6" fmla="*/ 7337 h 3100377"/>
                <a:gd name="connsiteX0" fmla="*/ 8168119 w 8168953"/>
                <a:gd name="connsiteY0" fmla="*/ 7337 h 3100429"/>
                <a:gd name="connsiteX1" fmla="*/ 8168953 w 8168953"/>
                <a:gd name="connsiteY1" fmla="*/ 1636654 h 3100429"/>
                <a:gd name="connsiteX2" fmla="*/ 4118520 w 8168953"/>
                <a:gd name="connsiteY2" fmla="*/ 3099826 h 3100429"/>
                <a:gd name="connsiteX3" fmla="*/ 0 w 8168953"/>
                <a:gd name="connsiteY3" fmla="*/ 1527651 h 3100429"/>
                <a:gd name="connsiteX4" fmla="*/ 2721 w 8168953"/>
                <a:gd name="connsiteY4" fmla="*/ 0 h 3100429"/>
                <a:gd name="connsiteX5" fmla="*/ 4074472 w 8168953"/>
                <a:gd name="connsiteY5" fmla="*/ 1465296 h 3100429"/>
                <a:gd name="connsiteX6" fmla="*/ 8168119 w 8168953"/>
                <a:gd name="connsiteY6" fmla="*/ 7337 h 3100429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166683" h="3099826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bg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                   </a:t>
              </a:r>
            </a:p>
          </p:txBody>
        </p:sp>
        <p:sp>
          <p:nvSpPr>
            <p:cNvPr id="81" name="Oval 80">
              <a:extLst>
                <a:ext uri="{FF2B5EF4-FFF2-40B4-BE49-F238E27FC236}">
                  <a16:creationId xmlns:a16="http://schemas.microsoft.com/office/drawing/2014/main" id="{4D540D06-51B9-D24C-A5F5-D49982A08633}"/>
                </a:ext>
              </a:extLst>
            </p:cNvPr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              </a:t>
              </a:r>
            </a:p>
          </p:txBody>
        </p:sp>
        <p:grpSp>
          <p:nvGrpSpPr>
            <p:cNvPr id="82" name="Group 81">
              <a:extLst>
                <a:ext uri="{FF2B5EF4-FFF2-40B4-BE49-F238E27FC236}">
                  <a16:creationId xmlns:a16="http://schemas.microsoft.com/office/drawing/2014/main" id="{50B97449-7EBF-F346-9FFA-F3CB1C97A6B6}"/>
                </a:ext>
              </a:extLst>
            </p:cNvPr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83" name="Freeform 82">
                <a:extLst>
                  <a:ext uri="{FF2B5EF4-FFF2-40B4-BE49-F238E27FC236}">
                    <a16:creationId xmlns:a16="http://schemas.microsoft.com/office/drawing/2014/main" id="{1A098066-DD0C-0547-8ABC-8D18EA23F161}"/>
                  </a:ext>
                </a:extLst>
              </p:cNvPr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avLst/>
                <a:gdLst>
                  <a:gd name="connsiteX0" fmla="*/ 3725333 w 4588933"/>
                  <a:gd name="connsiteY0" fmla="*/ 0 h 1049866"/>
                  <a:gd name="connsiteX1" fmla="*/ 4588933 w 4588933"/>
                  <a:gd name="connsiteY1" fmla="*/ 270933 h 1049866"/>
                  <a:gd name="connsiteX2" fmla="*/ 3962400 w 4588933"/>
                  <a:gd name="connsiteY2" fmla="*/ 541866 h 1049866"/>
                  <a:gd name="connsiteX3" fmla="*/ 3742267 w 4588933"/>
                  <a:gd name="connsiteY3" fmla="*/ 457200 h 1049866"/>
                  <a:gd name="connsiteX4" fmla="*/ 2269067 w 4588933"/>
                  <a:gd name="connsiteY4" fmla="*/ 1049866 h 1049866"/>
                  <a:gd name="connsiteX5" fmla="*/ 880533 w 4588933"/>
                  <a:gd name="connsiteY5" fmla="*/ 457200 h 1049866"/>
                  <a:gd name="connsiteX6" fmla="*/ 592667 w 4588933"/>
                  <a:gd name="connsiteY6" fmla="*/ 541866 h 1049866"/>
                  <a:gd name="connsiteX7" fmla="*/ 0 w 4588933"/>
                  <a:gd name="connsiteY7" fmla="*/ 254000 h 1049866"/>
                  <a:gd name="connsiteX8" fmla="*/ 880533 w 4588933"/>
                  <a:gd name="connsiteY8" fmla="*/ 16933 h 1049866"/>
                  <a:gd name="connsiteX9" fmla="*/ 2302933 w 4588933"/>
                  <a:gd name="connsiteY9" fmla="*/ 626533 h 1049866"/>
                  <a:gd name="connsiteX10" fmla="*/ 3725333 w 4588933"/>
                  <a:gd name="connsiteY10" fmla="*/ 0 h 1049866"/>
                  <a:gd name="connsiteX0" fmla="*/ 3725333 w 4641485"/>
                  <a:gd name="connsiteY0" fmla="*/ 0 h 1049866"/>
                  <a:gd name="connsiteX1" fmla="*/ 4641485 w 4641485"/>
                  <a:gd name="connsiteY1" fmla="*/ 239402 h 1049866"/>
                  <a:gd name="connsiteX2" fmla="*/ 3962400 w 4641485"/>
                  <a:gd name="connsiteY2" fmla="*/ 541866 h 1049866"/>
                  <a:gd name="connsiteX3" fmla="*/ 3742267 w 4641485"/>
                  <a:gd name="connsiteY3" fmla="*/ 457200 h 1049866"/>
                  <a:gd name="connsiteX4" fmla="*/ 2269067 w 4641485"/>
                  <a:gd name="connsiteY4" fmla="*/ 1049866 h 1049866"/>
                  <a:gd name="connsiteX5" fmla="*/ 880533 w 4641485"/>
                  <a:gd name="connsiteY5" fmla="*/ 457200 h 1049866"/>
                  <a:gd name="connsiteX6" fmla="*/ 592667 w 4641485"/>
                  <a:gd name="connsiteY6" fmla="*/ 541866 h 1049866"/>
                  <a:gd name="connsiteX7" fmla="*/ 0 w 4641485"/>
                  <a:gd name="connsiteY7" fmla="*/ 254000 h 1049866"/>
                  <a:gd name="connsiteX8" fmla="*/ 880533 w 4641485"/>
                  <a:gd name="connsiteY8" fmla="*/ 16933 h 1049866"/>
                  <a:gd name="connsiteX9" fmla="*/ 2302933 w 4641485"/>
                  <a:gd name="connsiteY9" fmla="*/ 626533 h 1049866"/>
                  <a:gd name="connsiteX10" fmla="*/ 3725333 w 4641485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73798 w 4673016"/>
                  <a:gd name="connsiteY3" fmla="*/ 45720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84308 w 4673016"/>
                  <a:gd name="connsiteY3" fmla="*/ 404648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815839 w 4673016"/>
                  <a:gd name="connsiteY3" fmla="*/ 46771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4673016" h="104986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84" name="Freeform 83">
                <a:extLst>
                  <a:ext uri="{FF2B5EF4-FFF2-40B4-BE49-F238E27FC236}">
                    <a16:creationId xmlns:a16="http://schemas.microsoft.com/office/drawing/2014/main" id="{54B9AE5D-1C6E-8747-BA6A-CE53FF8E9185}"/>
                  </a:ext>
                </a:extLst>
              </p:cNvPr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avLst/>
                <a:gdLst>
                  <a:gd name="connsiteX0" fmla="*/ 21021 w 1744718"/>
                  <a:gd name="connsiteY0" fmla="*/ 0 h 903890"/>
                  <a:gd name="connsiteX1" fmla="*/ 1744718 w 1744718"/>
                  <a:gd name="connsiteY1" fmla="*/ 693683 h 903890"/>
                  <a:gd name="connsiteX2" fmla="*/ 1145628 w 1744718"/>
                  <a:gd name="connsiteY2" fmla="*/ 903890 h 903890"/>
                  <a:gd name="connsiteX3" fmla="*/ 0 w 1744718"/>
                  <a:gd name="connsiteY3" fmla="*/ 451945 h 903890"/>
                  <a:gd name="connsiteX4" fmla="*/ 21021 w 1744718"/>
                  <a:gd name="connsiteY4" fmla="*/ 0 h 9038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44718" h="903890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85" name="Freeform 84">
                <a:extLst>
                  <a:ext uri="{FF2B5EF4-FFF2-40B4-BE49-F238E27FC236}">
                    <a16:creationId xmlns:a16="http://schemas.microsoft.com/office/drawing/2014/main" id="{D4A0CA9E-BE5A-D743-94BD-A9A3807788BA}"/>
                  </a:ext>
                </a:extLst>
              </p:cNvPr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avLst/>
                <a:gdLst>
                  <a:gd name="connsiteX0" fmla="*/ 1702676 w 1713187"/>
                  <a:gd name="connsiteY0" fmla="*/ 0 h 893380"/>
                  <a:gd name="connsiteX1" fmla="*/ 1713187 w 1713187"/>
                  <a:gd name="connsiteY1" fmla="*/ 472966 h 893380"/>
                  <a:gd name="connsiteX2" fmla="*/ 578069 w 1713187"/>
                  <a:gd name="connsiteY2" fmla="*/ 893380 h 893380"/>
                  <a:gd name="connsiteX3" fmla="*/ 0 w 1713187"/>
                  <a:gd name="connsiteY3" fmla="*/ 693683 h 893380"/>
                  <a:gd name="connsiteX4" fmla="*/ 1702676 w 1713187"/>
                  <a:gd name="connsiteY4" fmla="*/ 0 h 8933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13187" h="893380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86" name="Freeform 85">
                <a:extLst>
                  <a:ext uri="{FF2B5EF4-FFF2-40B4-BE49-F238E27FC236}">
                    <a16:creationId xmlns:a16="http://schemas.microsoft.com/office/drawing/2014/main" id="{208F4AD6-8E7A-EC46-8054-65F26912355A}"/>
                  </a:ext>
                </a:extLst>
              </p:cNvPr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avLst/>
                <a:gdLst>
                  <a:gd name="connsiteX0" fmla="*/ 599089 w 4162096"/>
                  <a:gd name="connsiteY0" fmla="*/ 273269 h 1618593"/>
                  <a:gd name="connsiteX1" fmla="*/ 882869 w 4162096"/>
                  <a:gd name="connsiteY1" fmla="*/ 199697 h 1618593"/>
                  <a:gd name="connsiteX2" fmla="*/ 2312276 w 4162096"/>
                  <a:gd name="connsiteY2" fmla="*/ 798786 h 1618593"/>
                  <a:gd name="connsiteX3" fmla="*/ 3794234 w 4162096"/>
                  <a:gd name="connsiteY3" fmla="*/ 199697 h 1618593"/>
                  <a:gd name="connsiteX4" fmla="*/ 4014951 w 4162096"/>
                  <a:gd name="connsiteY4" fmla="*/ 273269 h 1618593"/>
                  <a:gd name="connsiteX5" fmla="*/ 3058510 w 4162096"/>
                  <a:gd name="connsiteY5" fmla="*/ 641131 h 1618593"/>
                  <a:gd name="connsiteX6" fmla="*/ 3026979 w 4162096"/>
                  <a:gd name="connsiteY6" fmla="*/ 1114097 h 1618593"/>
                  <a:gd name="connsiteX7" fmla="*/ 4162096 w 4162096"/>
                  <a:gd name="connsiteY7" fmla="*/ 1545021 h 1618593"/>
                  <a:gd name="connsiteX8" fmla="*/ 3878317 w 4162096"/>
                  <a:gd name="connsiteY8" fmla="*/ 1608083 h 1618593"/>
                  <a:gd name="connsiteX9" fmla="*/ 2301765 w 4162096"/>
                  <a:gd name="connsiteY9" fmla="*/ 945931 h 1618593"/>
                  <a:gd name="connsiteX10" fmla="*/ 693682 w 4162096"/>
                  <a:gd name="connsiteY10" fmla="*/ 1618593 h 1618593"/>
                  <a:gd name="connsiteX11" fmla="*/ 430924 w 4162096"/>
                  <a:gd name="connsiteY11" fmla="*/ 1524000 h 1618593"/>
                  <a:gd name="connsiteX12" fmla="*/ 1576551 w 4162096"/>
                  <a:gd name="connsiteY12" fmla="*/ 1082566 h 1618593"/>
                  <a:gd name="connsiteX13" fmla="*/ 1545020 w 4162096"/>
                  <a:gd name="connsiteY13" fmla="*/ 609600 h 1618593"/>
                  <a:gd name="connsiteX14" fmla="*/ 0 w 4162096"/>
                  <a:gd name="connsiteY14" fmla="*/ 0 h 1618593"/>
                  <a:gd name="connsiteX15" fmla="*/ 872358 w 4162096"/>
                  <a:gd name="connsiteY15" fmla="*/ 210207 h 1618593"/>
                  <a:gd name="connsiteX16" fmla="*/ 872358 w 4162096"/>
                  <a:gd name="connsiteY16" fmla="*/ 210207 h 1618593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15" fmla="*/ 441434 w 3731172"/>
                  <a:gd name="connsiteY15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357351 w 3731172"/>
                  <a:gd name="connsiteY14" fmla="*/ 115613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56137 w 3731172"/>
                  <a:gd name="connsiteY13" fmla="*/ 441434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903890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575034 w 3710151"/>
                  <a:gd name="connsiteY6" fmla="*/ 91440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06565 w 3710151"/>
                  <a:gd name="connsiteY6" fmla="*/ 92491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5151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09858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62012 w 3725019"/>
                  <a:gd name="connsiteY0" fmla="*/ 73572 h 1418896"/>
                  <a:gd name="connsiteX1" fmla="*/ 445792 w 3725019"/>
                  <a:gd name="connsiteY1" fmla="*/ 0 h 1418896"/>
                  <a:gd name="connsiteX2" fmla="*/ 1852896 w 3725019"/>
                  <a:gd name="connsiteY2" fmla="*/ 591655 h 1418896"/>
                  <a:gd name="connsiteX3" fmla="*/ 3357157 w 3725019"/>
                  <a:gd name="connsiteY3" fmla="*/ 0 h 1418896"/>
                  <a:gd name="connsiteX4" fmla="*/ 3577874 w 3725019"/>
                  <a:gd name="connsiteY4" fmla="*/ 73572 h 1418896"/>
                  <a:gd name="connsiteX5" fmla="*/ 2632585 w 3725019"/>
                  <a:gd name="connsiteY5" fmla="*/ 448868 h 1418896"/>
                  <a:gd name="connsiteX6" fmla="*/ 2625150 w 3725019"/>
                  <a:gd name="connsiteY6" fmla="*/ 902607 h 1418896"/>
                  <a:gd name="connsiteX7" fmla="*/ 3725019 w 3725019"/>
                  <a:gd name="connsiteY7" fmla="*/ 1345324 h 1418896"/>
                  <a:gd name="connsiteX8" fmla="*/ 3441240 w 3725019"/>
                  <a:gd name="connsiteY8" fmla="*/ 1408386 h 1418896"/>
                  <a:gd name="connsiteX9" fmla="*/ 1864688 w 3725019"/>
                  <a:gd name="connsiteY9" fmla="*/ 746234 h 1418896"/>
                  <a:gd name="connsiteX10" fmla="*/ 256605 w 3725019"/>
                  <a:gd name="connsiteY10" fmla="*/ 1418896 h 1418896"/>
                  <a:gd name="connsiteX11" fmla="*/ 0 w 3725019"/>
                  <a:gd name="connsiteY11" fmla="*/ 1331097 h 1418896"/>
                  <a:gd name="connsiteX12" fmla="*/ 1113454 w 3725019"/>
                  <a:gd name="connsiteY12" fmla="*/ 903890 h 1418896"/>
                  <a:gd name="connsiteX13" fmla="*/ 1102302 w 3725019"/>
                  <a:gd name="connsiteY13" fmla="*/ 451945 h 1418896"/>
                  <a:gd name="connsiteX14" fmla="*/ 183032 w 3725019"/>
                  <a:gd name="connsiteY14" fmla="*/ 84081 h 1418896"/>
                  <a:gd name="connsiteX15" fmla="*/ 162012 w 3725019"/>
                  <a:gd name="connsiteY15" fmla="*/ 73572 h 14188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725019" h="1418896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</p:grpSp>
      </p:grpSp>
      <p:grpSp>
        <p:nvGrpSpPr>
          <p:cNvPr id="87" name="Group 86">
            <a:extLst>
              <a:ext uri="{FF2B5EF4-FFF2-40B4-BE49-F238E27FC236}">
                <a16:creationId xmlns:a16="http://schemas.microsoft.com/office/drawing/2014/main" id="{2174B89A-A569-2044-B74A-55933EDB42EC}"/>
              </a:ext>
            </a:extLst>
          </p:cNvPr>
          <p:cNvGrpSpPr/>
          <p:nvPr/>
        </p:nvGrpSpPr>
        <p:grpSpPr>
          <a:xfrm>
            <a:off x="8195132" y="4551443"/>
            <a:ext cx="578032" cy="285706"/>
            <a:chOff x="7493876" y="2774731"/>
            <a:chExt cx="1481958" cy="894622"/>
          </a:xfrm>
        </p:grpSpPr>
        <p:sp>
          <p:nvSpPr>
            <p:cNvPr id="88" name="Freeform 87">
              <a:extLst>
                <a:ext uri="{FF2B5EF4-FFF2-40B4-BE49-F238E27FC236}">
                  <a16:creationId xmlns:a16="http://schemas.microsoft.com/office/drawing/2014/main" id="{5E0F2D6A-4975-2240-9DBA-9752CDABCD37}"/>
                </a:ext>
              </a:extLst>
            </p:cNvPr>
            <p:cNvSpPr/>
            <p:nvPr/>
          </p:nvSpPr>
          <p:spPr>
            <a:xfrm>
              <a:off x="7493876" y="3084399"/>
              <a:ext cx="1481958" cy="584954"/>
            </a:xfrm>
            <a:custGeom>
              <a:avLst/>
              <a:gdLst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76538 w 8176538"/>
                <a:gd name="connsiteY0" fmla="*/ 0 h 2638097"/>
                <a:gd name="connsiteX1" fmla="*/ 8176538 w 8176538"/>
                <a:gd name="connsiteY1" fmla="*/ 1271752 h 2638097"/>
                <a:gd name="connsiteX2" fmla="*/ 4088015 w 8176538"/>
                <a:gd name="connsiteY2" fmla="*/ 2638097 h 2638097"/>
                <a:gd name="connsiteX3" fmla="*/ 0 w 8176538"/>
                <a:gd name="connsiteY3" fmla="*/ 1269888 h 2638097"/>
                <a:gd name="connsiteX4" fmla="*/ 20511 w 8176538"/>
                <a:gd name="connsiteY4" fmla="*/ 147145 h 2638097"/>
                <a:gd name="connsiteX5" fmla="*/ 4088015 w 8176538"/>
                <a:gd name="connsiteY5" fmla="*/ 1566042 h 2638097"/>
                <a:gd name="connsiteX6" fmla="*/ 8176538 w 8176538"/>
                <a:gd name="connsiteY6" fmla="*/ 0 h 2638097"/>
                <a:gd name="connsiteX0" fmla="*/ 8176538 w 8176538"/>
                <a:gd name="connsiteY0" fmla="*/ 0 h 2772020"/>
                <a:gd name="connsiteX1" fmla="*/ 8176538 w 8176538"/>
                <a:gd name="connsiteY1" fmla="*/ 1271752 h 2772020"/>
                <a:gd name="connsiteX2" fmla="*/ 4099034 w 8176538"/>
                <a:gd name="connsiteY2" fmla="*/ 2772020 h 2772020"/>
                <a:gd name="connsiteX3" fmla="*/ 0 w 8176538"/>
                <a:gd name="connsiteY3" fmla="*/ 1269888 h 2772020"/>
                <a:gd name="connsiteX4" fmla="*/ 20511 w 8176538"/>
                <a:gd name="connsiteY4" fmla="*/ 147145 h 2772020"/>
                <a:gd name="connsiteX5" fmla="*/ 4088015 w 8176538"/>
                <a:gd name="connsiteY5" fmla="*/ 1566042 h 2772020"/>
                <a:gd name="connsiteX6" fmla="*/ 8176538 w 8176538"/>
                <a:gd name="connsiteY6" fmla="*/ 0 h 2772020"/>
                <a:gd name="connsiteX0" fmla="*/ 8176538 w 8176538"/>
                <a:gd name="connsiteY0" fmla="*/ 0 h 2772339"/>
                <a:gd name="connsiteX1" fmla="*/ 8176538 w 8176538"/>
                <a:gd name="connsiteY1" fmla="*/ 1378890 h 2772339"/>
                <a:gd name="connsiteX2" fmla="*/ 4099034 w 8176538"/>
                <a:gd name="connsiteY2" fmla="*/ 2772020 h 2772339"/>
                <a:gd name="connsiteX3" fmla="*/ 0 w 8176538"/>
                <a:gd name="connsiteY3" fmla="*/ 1269888 h 2772339"/>
                <a:gd name="connsiteX4" fmla="*/ 20511 w 8176538"/>
                <a:gd name="connsiteY4" fmla="*/ 147145 h 2772339"/>
                <a:gd name="connsiteX5" fmla="*/ 4088015 w 8176538"/>
                <a:gd name="connsiteY5" fmla="*/ 1566042 h 2772339"/>
                <a:gd name="connsiteX6" fmla="*/ 8176538 w 8176538"/>
                <a:gd name="connsiteY6" fmla="*/ 0 h 2772339"/>
                <a:gd name="connsiteX0" fmla="*/ 8176538 w 8176538"/>
                <a:gd name="connsiteY0" fmla="*/ 0 h 2825888"/>
                <a:gd name="connsiteX1" fmla="*/ 8176538 w 8176538"/>
                <a:gd name="connsiteY1" fmla="*/ 1378890 h 2825888"/>
                <a:gd name="connsiteX2" fmla="*/ 4099034 w 8176538"/>
                <a:gd name="connsiteY2" fmla="*/ 2825590 h 2825888"/>
                <a:gd name="connsiteX3" fmla="*/ 0 w 8176538"/>
                <a:gd name="connsiteY3" fmla="*/ 1269888 h 2825888"/>
                <a:gd name="connsiteX4" fmla="*/ 20511 w 8176538"/>
                <a:gd name="connsiteY4" fmla="*/ 147145 h 2825888"/>
                <a:gd name="connsiteX5" fmla="*/ 4088015 w 8176538"/>
                <a:gd name="connsiteY5" fmla="*/ 1566042 h 2825888"/>
                <a:gd name="connsiteX6" fmla="*/ 8176538 w 8176538"/>
                <a:gd name="connsiteY6" fmla="*/ 0 h 2825888"/>
                <a:gd name="connsiteX0" fmla="*/ 8165518 w 8165518"/>
                <a:gd name="connsiteY0" fmla="*/ 0 h 2825606"/>
                <a:gd name="connsiteX1" fmla="*/ 8165518 w 8165518"/>
                <a:gd name="connsiteY1" fmla="*/ 1378890 h 2825606"/>
                <a:gd name="connsiteX2" fmla="*/ 4088014 w 8165518"/>
                <a:gd name="connsiteY2" fmla="*/ 2825590 h 2825606"/>
                <a:gd name="connsiteX3" fmla="*/ 0 w 8165518"/>
                <a:gd name="connsiteY3" fmla="*/ 1403811 h 2825606"/>
                <a:gd name="connsiteX4" fmla="*/ 9491 w 8165518"/>
                <a:gd name="connsiteY4" fmla="*/ 147145 h 2825606"/>
                <a:gd name="connsiteX5" fmla="*/ 4076995 w 8165518"/>
                <a:gd name="connsiteY5" fmla="*/ 1566042 h 2825606"/>
                <a:gd name="connsiteX6" fmla="*/ 8165518 w 8165518"/>
                <a:gd name="connsiteY6" fmla="*/ 0 h 2825606"/>
                <a:gd name="connsiteX0" fmla="*/ 8165518 w 8165518"/>
                <a:gd name="connsiteY0" fmla="*/ 0 h 2879174"/>
                <a:gd name="connsiteX1" fmla="*/ 8165518 w 8165518"/>
                <a:gd name="connsiteY1" fmla="*/ 1378890 h 2879174"/>
                <a:gd name="connsiteX2" fmla="*/ 4132092 w 8165518"/>
                <a:gd name="connsiteY2" fmla="*/ 2879159 h 2879174"/>
                <a:gd name="connsiteX3" fmla="*/ 0 w 8165518"/>
                <a:gd name="connsiteY3" fmla="*/ 1403811 h 2879174"/>
                <a:gd name="connsiteX4" fmla="*/ 9491 w 8165518"/>
                <a:gd name="connsiteY4" fmla="*/ 147145 h 2879174"/>
                <a:gd name="connsiteX5" fmla="*/ 4076995 w 8165518"/>
                <a:gd name="connsiteY5" fmla="*/ 1566042 h 2879174"/>
                <a:gd name="connsiteX6" fmla="*/ 8165518 w 8165518"/>
                <a:gd name="connsiteY6" fmla="*/ 0 h 2879174"/>
                <a:gd name="connsiteX0" fmla="*/ 8165518 w 8176537"/>
                <a:gd name="connsiteY0" fmla="*/ 0 h 2879410"/>
                <a:gd name="connsiteX1" fmla="*/ 8176537 w 8176537"/>
                <a:gd name="connsiteY1" fmla="*/ 1499420 h 2879410"/>
                <a:gd name="connsiteX2" fmla="*/ 4132092 w 8176537"/>
                <a:gd name="connsiteY2" fmla="*/ 2879159 h 2879410"/>
                <a:gd name="connsiteX3" fmla="*/ 0 w 8176537"/>
                <a:gd name="connsiteY3" fmla="*/ 1403811 h 2879410"/>
                <a:gd name="connsiteX4" fmla="*/ 9491 w 8176537"/>
                <a:gd name="connsiteY4" fmla="*/ 147145 h 2879410"/>
                <a:gd name="connsiteX5" fmla="*/ 4076995 w 8176537"/>
                <a:gd name="connsiteY5" fmla="*/ 1566042 h 2879410"/>
                <a:gd name="connsiteX6" fmla="*/ 8165518 w 8176537"/>
                <a:gd name="connsiteY6" fmla="*/ 0 h 2879410"/>
                <a:gd name="connsiteX0" fmla="*/ 8165518 w 8176537"/>
                <a:gd name="connsiteY0" fmla="*/ 0 h 2879262"/>
                <a:gd name="connsiteX1" fmla="*/ 8176537 w 8176537"/>
                <a:gd name="connsiteY1" fmla="*/ 1499420 h 2879262"/>
                <a:gd name="connsiteX2" fmla="*/ 4132092 w 8176537"/>
                <a:gd name="connsiteY2" fmla="*/ 2879159 h 2879262"/>
                <a:gd name="connsiteX3" fmla="*/ 0 w 8176537"/>
                <a:gd name="connsiteY3" fmla="*/ 1403811 h 2879262"/>
                <a:gd name="connsiteX4" fmla="*/ 9491 w 8176537"/>
                <a:gd name="connsiteY4" fmla="*/ 147145 h 2879262"/>
                <a:gd name="connsiteX5" fmla="*/ 4076995 w 8176537"/>
                <a:gd name="connsiteY5" fmla="*/ 1566042 h 2879262"/>
                <a:gd name="connsiteX6" fmla="*/ 8165518 w 8176537"/>
                <a:gd name="connsiteY6" fmla="*/ 0 h 2879262"/>
                <a:gd name="connsiteX0" fmla="*/ 8165518 w 8176537"/>
                <a:gd name="connsiteY0" fmla="*/ 0 h 2879163"/>
                <a:gd name="connsiteX1" fmla="*/ 8176537 w 8176537"/>
                <a:gd name="connsiteY1" fmla="*/ 1499420 h 2879163"/>
                <a:gd name="connsiteX2" fmla="*/ 4132092 w 8176537"/>
                <a:gd name="connsiteY2" fmla="*/ 2879159 h 2879163"/>
                <a:gd name="connsiteX3" fmla="*/ 0 w 8176537"/>
                <a:gd name="connsiteY3" fmla="*/ 1510948 h 2879163"/>
                <a:gd name="connsiteX4" fmla="*/ 9491 w 8176537"/>
                <a:gd name="connsiteY4" fmla="*/ 147145 h 2879163"/>
                <a:gd name="connsiteX5" fmla="*/ 4076995 w 8176537"/>
                <a:gd name="connsiteY5" fmla="*/ 1566042 h 2879163"/>
                <a:gd name="connsiteX6" fmla="*/ 8165518 w 8176537"/>
                <a:gd name="connsiteY6" fmla="*/ 0 h 2879163"/>
                <a:gd name="connsiteX0" fmla="*/ 8165518 w 8198577"/>
                <a:gd name="connsiteY0" fmla="*/ 0 h 2879451"/>
                <a:gd name="connsiteX1" fmla="*/ 8198577 w 8198577"/>
                <a:gd name="connsiteY1" fmla="*/ 1606558 h 2879451"/>
                <a:gd name="connsiteX2" fmla="*/ 4132092 w 8198577"/>
                <a:gd name="connsiteY2" fmla="*/ 2879159 h 2879451"/>
                <a:gd name="connsiteX3" fmla="*/ 0 w 8198577"/>
                <a:gd name="connsiteY3" fmla="*/ 1510948 h 2879451"/>
                <a:gd name="connsiteX4" fmla="*/ 9491 w 8198577"/>
                <a:gd name="connsiteY4" fmla="*/ 147145 h 2879451"/>
                <a:gd name="connsiteX5" fmla="*/ 4076995 w 8198577"/>
                <a:gd name="connsiteY5" fmla="*/ 1566042 h 2879451"/>
                <a:gd name="connsiteX6" fmla="*/ 8165518 w 8198577"/>
                <a:gd name="connsiteY6" fmla="*/ 0 h 2879451"/>
                <a:gd name="connsiteX0" fmla="*/ 8165518 w 8165518"/>
                <a:gd name="connsiteY0" fmla="*/ 0 h 2880066"/>
                <a:gd name="connsiteX1" fmla="*/ 8165518 w 8165518"/>
                <a:gd name="connsiteY1" fmla="*/ 1673520 h 2880066"/>
                <a:gd name="connsiteX2" fmla="*/ 4132092 w 8165518"/>
                <a:gd name="connsiteY2" fmla="*/ 2879159 h 2880066"/>
                <a:gd name="connsiteX3" fmla="*/ 0 w 8165518"/>
                <a:gd name="connsiteY3" fmla="*/ 1510948 h 2880066"/>
                <a:gd name="connsiteX4" fmla="*/ 9491 w 8165518"/>
                <a:gd name="connsiteY4" fmla="*/ 147145 h 2880066"/>
                <a:gd name="connsiteX5" fmla="*/ 4076995 w 8165518"/>
                <a:gd name="connsiteY5" fmla="*/ 1566042 h 2880066"/>
                <a:gd name="connsiteX6" fmla="*/ 8165518 w 8165518"/>
                <a:gd name="connsiteY6" fmla="*/ 0 h 2880066"/>
                <a:gd name="connsiteX0" fmla="*/ 8156794 w 8156794"/>
                <a:gd name="connsiteY0" fmla="*/ 0 h 2879270"/>
                <a:gd name="connsiteX1" fmla="*/ 8156794 w 8156794"/>
                <a:gd name="connsiteY1" fmla="*/ 1673520 h 2879270"/>
                <a:gd name="connsiteX2" fmla="*/ 4123368 w 8156794"/>
                <a:gd name="connsiteY2" fmla="*/ 2879159 h 2879270"/>
                <a:gd name="connsiteX3" fmla="*/ 2295 w 8156794"/>
                <a:gd name="connsiteY3" fmla="*/ 1618086 h 2879270"/>
                <a:gd name="connsiteX4" fmla="*/ 767 w 8156794"/>
                <a:gd name="connsiteY4" fmla="*/ 147145 h 2879270"/>
                <a:gd name="connsiteX5" fmla="*/ 4068271 w 8156794"/>
                <a:gd name="connsiteY5" fmla="*/ 1566042 h 2879270"/>
                <a:gd name="connsiteX6" fmla="*/ 8156794 w 8156794"/>
                <a:gd name="connsiteY6" fmla="*/ 0 h 287927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20"/>
                <a:gd name="connsiteX1" fmla="*/ 8156794 w 8156794"/>
                <a:gd name="connsiteY1" fmla="*/ 1673520 h 2973020"/>
                <a:gd name="connsiteX2" fmla="*/ 4134388 w 8156794"/>
                <a:gd name="connsiteY2" fmla="*/ 2972904 h 2973020"/>
                <a:gd name="connsiteX3" fmla="*/ 2295 w 8156794"/>
                <a:gd name="connsiteY3" fmla="*/ 1618086 h 2973020"/>
                <a:gd name="connsiteX4" fmla="*/ 767 w 8156794"/>
                <a:gd name="connsiteY4" fmla="*/ 147145 h 2973020"/>
                <a:gd name="connsiteX5" fmla="*/ 4068271 w 8156794"/>
                <a:gd name="connsiteY5" fmla="*/ 1566042 h 2973020"/>
                <a:gd name="connsiteX6" fmla="*/ 8156794 w 8156794"/>
                <a:gd name="connsiteY6" fmla="*/ 0 h 2973020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141"/>
                <a:gd name="connsiteX1" fmla="*/ 8156794 w 8156794"/>
                <a:gd name="connsiteY1" fmla="*/ 1673520 h 2973141"/>
                <a:gd name="connsiteX2" fmla="*/ 4134388 w 8156794"/>
                <a:gd name="connsiteY2" fmla="*/ 2972904 h 2973141"/>
                <a:gd name="connsiteX3" fmla="*/ 2295 w 8156794"/>
                <a:gd name="connsiteY3" fmla="*/ 1618086 h 2973141"/>
                <a:gd name="connsiteX4" fmla="*/ 767 w 8156794"/>
                <a:gd name="connsiteY4" fmla="*/ 147145 h 2973141"/>
                <a:gd name="connsiteX5" fmla="*/ 4068271 w 8156794"/>
                <a:gd name="connsiteY5" fmla="*/ 1566042 h 2973141"/>
                <a:gd name="connsiteX6" fmla="*/ 8156794 w 8156794"/>
                <a:gd name="connsiteY6" fmla="*/ 0 h 2973141"/>
                <a:gd name="connsiteX0" fmla="*/ 8156794 w 8156794"/>
                <a:gd name="connsiteY0" fmla="*/ 0 h 3066827"/>
                <a:gd name="connsiteX1" fmla="*/ 8156794 w 8156794"/>
                <a:gd name="connsiteY1" fmla="*/ 1673520 h 3066827"/>
                <a:gd name="connsiteX2" fmla="*/ 4123353 w 8156794"/>
                <a:gd name="connsiteY2" fmla="*/ 3066650 h 3066827"/>
                <a:gd name="connsiteX3" fmla="*/ 2295 w 8156794"/>
                <a:gd name="connsiteY3" fmla="*/ 1618086 h 3066827"/>
                <a:gd name="connsiteX4" fmla="*/ 767 w 8156794"/>
                <a:gd name="connsiteY4" fmla="*/ 147145 h 3066827"/>
                <a:gd name="connsiteX5" fmla="*/ 4068271 w 8156794"/>
                <a:gd name="connsiteY5" fmla="*/ 1566042 h 3066827"/>
                <a:gd name="connsiteX6" fmla="*/ 8156794 w 8156794"/>
                <a:gd name="connsiteY6" fmla="*/ 0 h 3066827"/>
                <a:gd name="connsiteX0" fmla="*/ 8123689 w 8156794"/>
                <a:gd name="connsiteY0" fmla="*/ 0 h 2999866"/>
                <a:gd name="connsiteX1" fmla="*/ 8156794 w 8156794"/>
                <a:gd name="connsiteY1" fmla="*/ 1606559 h 2999866"/>
                <a:gd name="connsiteX2" fmla="*/ 4123353 w 8156794"/>
                <a:gd name="connsiteY2" fmla="*/ 2999689 h 2999866"/>
                <a:gd name="connsiteX3" fmla="*/ 2295 w 8156794"/>
                <a:gd name="connsiteY3" fmla="*/ 1551125 h 2999866"/>
                <a:gd name="connsiteX4" fmla="*/ 767 w 8156794"/>
                <a:gd name="connsiteY4" fmla="*/ 80184 h 2999866"/>
                <a:gd name="connsiteX5" fmla="*/ 4068271 w 8156794"/>
                <a:gd name="connsiteY5" fmla="*/ 1499081 h 2999866"/>
                <a:gd name="connsiteX6" fmla="*/ 8123689 w 8156794"/>
                <a:gd name="connsiteY6" fmla="*/ 0 h 2999866"/>
                <a:gd name="connsiteX0" fmla="*/ 8167828 w 8167828"/>
                <a:gd name="connsiteY0" fmla="*/ 0 h 3026651"/>
                <a:gd name="connsiteX1" fmla="*/ 8156794 w 8167828"/>
                <a:gd name="connsiteY1" fmla="*/ 1633344 h 3026651"/>
                <a:gd name="connsiteX2" fmla="*/ 4123353 w 8167828"/>
                <a:gd name="connsiteY2" fmla="*/ 3026474 h 3026651"/>
                <a:gd name="connsiteX3" fmla="*/ 2295 w 8167828"/>
                <a:gd name="connsiteY3" fmla="*/ 1577910 h 3026651"/>
                <a:gd name="connsiteX4" fmla="*/ 767 w 8167828"/>
                <a:gd name="connsiteY4" fmla="*/ 106969 h 3026651"/>
                <a:gd name="connsiteX5" fmla="*/ 4068271 w 8167828"/>
                <a:gd name="connsiteY5" fmla="*/ 1525866 h 3026651"/>
                <a:gd name="connsiteX6" fmla="*/ 8167828 w 8167828"/>
                <a:gd name="connsiteY6" fmla="*/ 0 h 3026651"/>
                <a:gd name="connsiteX0" fmla="*/ 8167828 w 8167828"/>
                <a:gd name="connsiteY0" fmla="*/ 0 h 3027228"/>
                <a:gd name="connsiteX1" fmla="*/ 8145760 w 8167828"/>
                <a:gd name="connsiteY1" fmla="*/ 1686913 h 3027228"/>
                <a:gd name="connsiteX2" fmla="*/ 4123353 w 8167828"/>
                <a:gd name="connsiteY2" fmla="*/ 3026474 h 3027228"/>
                <a:gd name="connsiteX3" fmla="*/ 2295 w 8167828"/>
                <a:gd name="connsiteY3" fmla="*/ 1577910 h 3027228"/>
                <a:gd name="connsiteX4" fmla="*/ 767 w 8167828"/>
                <a:gd name="connsiteY4" fmla="*/ 106969 h 3027228"/>
                <a:gd name="connsiteX5" fmla="*/ 4068271 w 8167828"/>
                <a:gd name="connsiteY5" fmla="*/ 1525866 h 3027228"/>
                <a:gd name="connsiteX6" fmla="*/ 8167828 w 8167828"/>
                <a:gd name="connsiteY6" fmla="*/ 0 h 3027228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23689 w 8145760"/>
                <a:gd name="connsiteY0" fmla="*/ 13560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9 w 8145760"/>
                <a:gd name="connsiteY6" fmla="*/ 13560 h 2920259"/>
                <a:gd name="connsiteX0" fmla="*/ 8178863 w 8178863"/>
                <a:gd name="connsiteY0" fmla="*/ 26952 h 2920259"/>
                <a:gd name="connsiteX1" fmla="*/ 8145760 w 8178863"/>
                <a:gd name="connsiteY1" fmla="*/ 1579944 h 2920259"/>
                <a:gd name="connsiteX2" fmla="*/ 4123353 w 8178863"/>
                <a:gd name="connsiteY2" fmla="*/ 2919505 h 2920259"/>
                <a:gd name="connsiteX3" fmla="*/ 2295 w 8178863"/>
                <a:gd name="connsiteY3" fmla="*/ 1470941 h 2920259"/>
                <a:gd name="connsiteX4" fmla="*/ 767 w 8178863"/>
                <a:gd name="connsiteY4" fmla="*/ 0 h 2920259"/>
                <a:gd name="connsiteX5" fmla="*/ 4068271 w 8178863"/>
                <a:gd name="connsiteY5" fmla="*/ 1418897 h 2920259"/>
                <a:gd name="connsiteX6" fmla="*/ 8178863 w 8178863"/>
                <a:gd name="connsiteY6" fmla="*/ 26952 h 2920259"/>
                <a:gd name="connsiteX0" fmla="*/ 8167827 w 8167827"/>
                <a:gd name="connsiteY0" fmla="*/ 40343 h 2920259"/>
                <a:gd name="connsiteX1" fmla="*/ 8145760 w 8167827"/>
                <a:gd name="connsiteY1" fmla="*/ 1579944 h 2920259"/>
                <a:gd name="connsiteX2" fmla="*/ 4123353 w 8167827"/>
                <a:gd name="connsiteY2" fmla="*/ 2919505 h 2920259"/>
                <a:gd name="connsiteX3" fmla="*/ 2295 w 8167827"/>
                <a:gd name="connsiteY3" fmla="*/ 1470941 h 2920259"/>
                <a:gd name="connsiteX4" fmla="*/ 767 w 8167827"/>
                <a:gd name="connsiteY4" fmla="*/ 0 h 2920259"/>
                <a:gd name="connsiteX5" fmla="*/ 4068271 w 8167827"/>
                <a:gd name="connsiteY5" fmla="*/ 1418897 h 2920259"/>
                <a:gd name="connsiteX6" fmla="*/ 8167827 w 8167827"/>
                <a:gd name="connsiteY6" fmla="*/ 40343 h 2920259"/>
                <a:gd name="connsiteX0" fmla="*/ 8123687 w 8145760"/>
                <a:gd name="connsiteY0" fmla="*/ 53735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7 w 8145760"/>
                <a:gd name="connsiteY6" fmla="*/ 53735 h 2920259"/>
                <a:gd name="connsiteX0" fmla="*/ 8161918 w 8161918"/>
                <a:gd name="connsiteY0" fmla="*/ 0 h 2943855"/>
                <a:gd name="connsiteX1" fmla="*/ 8145760 w 8161918"/>
                <a:gd name="connsiteY1" fmla="*/ 1603540 h 2943855"/>
                <a:gd name="connsiteX2" fmla="*/ 4123353 w 8161918"/>
                <a:gd name="connsiteY2" fmla="*/ 2943101 h 2943855"/>
                <a:gd name="connsiteX3" fmla="*/ 2295 w 8161918"/>
                <a:gd name="connsiteY3" fmla="*/ 1494537 h 2943855"/>
                <a:gd name="connsiteX4" fmla="*/ 767 w 8161918"/>
                <a:gd name="connsiteY4" fmla="*/ 23596 h 2943855"/>
                <a:gd name="connsiteX5" fmla="*/ 4068271 w 8161918"/>
                <a:gd name="connsiteY5" fmla="*/ 1442493 h 2943855"/>
                <a:gd name="connsiteX6" fmla="*/ 8161918 w 8161918"/>
                <a:gd name="connsiteY6" fmla="*/ 0 h 2943855"/>
                <a:gd name="connsiteX0" fmla="*/ 8144926 w 8145760"/>
                <a:gd name="connsiteY0" fmla="*/ 43424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44926 w 8145760"/>
                <a:gd name="connsiteY6" fmla="*/ 43424 h 2920259"/>
                <a:gd name="connsiteX0" fmla="*/ 8161918 w 8161918"/>
                <a:gd name="connsiteY0" fmla="*/ 0 h 2959321"/>
                <a:gd name="connsiteX1" fmla="*/ 8145760 w 8161918"/>
                <a:gd name="connsiteY1" fmla="*/ 1619006 h 2959321"/>
                <a:gd name="connsiteX2" fmla="*/ 4123353 w 8161918"/>
                <a:gd name="connsiteY2" fmla="*/ 2958567 h 2959321"/>
                <a:gd name="connsiteX3" fmla="*/ 2295 w 8161918"/>
                <a:gd name="connsiteY3" fmla="*/ 1510003 h 2959321"/>
                <a:gd name="connsiteX4" fmla="*/ 767 w 8161918"/>
                <a:gd name="connsiteY4" fmla="*/ 39062 h 2959321"/>
                <a:gd name="connsiteX5" fmla="*/ 4068271 w 8161918"/>
                <a:gd name="connsiteY5" fmla="*/ 1457959 h 2959321"/>
                <a:gd name="connsiteX6" fmla="*/ 8161918 w 8161918"/>
                <a:gd name="connsiteY6" fmla="*/ 0 h 2959321"/>
                <a:gd name="connsiteX0" fmla="*/ 8161918 w 8162752"/>
                <a:gd name="connsiteY0" fmla="*/ 0 h 2959488"/>
                <a:gd name="connsiteX1" fmla="*/ 8162752 w 8162752"/>
                <a:gd name="connsiteY1" fmla="*/ 1629317 h 2959488"/>
                <a:gd name="connsiteX2" fmla="*/ 4123353 w 8162752"/>
                <a:gd name="connsiteY2" fmla="*/ 2958567 h 2959488"/>
                <a:gd name="connsiteX3" fmla="*/ 2295 w 8162752"/>
                <a:gd name="connsiteY3" fmla="*/ 1510003 h 2959488"/>
                <a:gd name="connsiteX4" fmla="*/ 767 w 8162752"/>
                <a:gd name="connsiteY4" fmla="*/ 39062 h 2959488"/>
                <a:gd name="connsiteX5" fmla="*/ 4068271 w 8162752"/>
                <a:gd name="connsiteY5" fmla="*/ 1457959 h 2959488"/>
                <a:gd name="connsiteX6" fmla="*/ 8161918 w 8162752"/>
                <a:gd name="connsiteY6" fmla="*/ 0 h 2959488"/>
                <a:gd name="connsiteX0" fmla="*/ 8165930 w 8166764"/>
                <a:gd name="connsiteY0" fmla="*/ 7337 h 2966825"/>
                <a:gd name="connsiteX1" fmla="*/ 8166764 w 8166764"/>
                <a:gd name="connsiteY1" fmla="*/ 1636654 h 2966825"/>
                <a:gd name="connsiteX2" fmla="*/ 4127365 w 8166764"/>
                <a:gd name="connsiteY2" fmla="*/ 2965904 h 2966825"/>
                <a:gd name="connsiteX3" fmla="*/ 6307 w 8166764"/>
                <a:gd name="connsiteY3" fmla="*/ 1517340 h 2966825"/>
                <a:gd name="connsiteX4" fmla="*/ 532 w 8166764"/>
                <a:gd name="connsiteY4" fmla="*/ 0 h 2966825"/>
                <a:gd name="connsiteX5" fmla="*/ 4072283 w 8166764"/>
                <a:gd name="connsiteY5" fmla="*/ 1465296 h 2966825"/>
                <a:gd name="connsiteX6" fmla="*/ 8165930 w 8166764"/>
                <a:gd name="connsiteY6" fmla="*/ 7337 h 2966825"/>
                <a:gd name="connsiteX0" fmla="*/ 8168119 w 8168953"/>
                <a:gd name="connsiteY0" fmla="*/ 7337 h 2966682"/>
                <a:gd name="connsiteX1" fmla="*/ 8168953 w 8168953"/>
                <a:gd name="connsiteY1" fmla="*/ 1636654 h 2966682"/>
                <a:gd name="connsiteX2" fmla="*/ 4129554 w 8168953"/>
                <a:gd name="connsiteY2" fmla="*/ 2965904 h 2966682"/>
                <a:gd name="connsiteX3" fmla="*/ 0 w 8168953"/>
                <a:gd name="connsiteY3" fmla="*/ 1527651 h 2966682"/>
                <a:gd name="connsiteX4" fmla="*/ 2721 w 8168953"/>
                <a:gd name="connsiteY4" fmla="*/ 0 h 2966682"/>
                <a:gd name="connsiteX5" fmla="*/ 4074472 w 8168953"/>
                <a:gd name="connsiteY5" fmla="*/ 1465296 h 2966682"/>
                <a:gd name="connsiteX6" fmla="*/ 8168119 w 8168953"/>
                <a:gd name="connsiteY6" fmla="*/ 7337 h 2966682"/>
                <a:gd name="connsiteX0" fmla="*/ 8168119 w 8168953"/>
                <a:gd name="connsiteY0" fmla="*/ 7337 h 3100377"/>
                <a:gd name="connsiteX1" fmla="*/ 8168953 w 8168953"/>
                <a:gd name="connsiteY1" fmla="*/ 1636654 h 3100377"/>
                <a:gd name="connsiteX2" fmla="*/ 4118520 w 8168953"/>
                <a:gd name="connsiteY2" fmla="*/ 3099826 h 3100377"/>
                <a:gd name="connsiteX3" fmla="*/ 0 w 8168953"/>
                <a:gd name="connsiteY3" fmla="*/ 1527651 h 3100377"/>
                <a:gd name="connsiteX4" fmla="*/ 2721 w 8168953"/>
                <a:gd name="connsiteY4" fmla="*/ 0 h 3100377"/>
                <a:gd name="connsiteX5" fmla="*/ 4074472 w 8168953"/>
                <a:gd name="connsiteY5" fmla="*/ 1465296 h 3100377"/>
                <a:gd name="connsiteX6" fmla="*/ 8168119 w 8168953"/>
                <a:gd name="connsiteY6" fmla="*/ 7337 h 3100377"/>
                <a:gd name="connsiteX0" fmla="*/ 8168119 w 8168953"/>
                <a:gd name="connsiteY0" fmla="*/ 7337 h 3100429"/>
                <a:gd name="connsiteX1" fmla="*/ 8168953 w 8168953"/>
                <a:gd name="connsiteY1" fmla="*/ 1636654 h 3100429"/>
                <a:gd name="connsiteX2" fmla="*/ 4118520 w 8168953"/>
                <a:gd name="connsiteY2" fmla="*/ 3099826 h 3100429"/>
                <a:gd name="connsiteX3" fmla="*/ 0 w 8168953"/>
                <a:gd name="connsiteY3" fmla="*/ 1527651 h 3100429"/>
                <a:gd name="connsiteX4" fmla="*/ 2721 w 8168953"/>
                <a:gd name="connsiteY4" fmla="*/ 0 h 3100429"/>
                <a:gd name="connsiteX5" fmla="*/ 4074472 w 8168953"/>
                <a:gd name="connsiteY5" fmla="*/ 1465296 h 3100429"/>
                <a:gd name="connsiteX6" fmla="*/ 8168119 w 8168953"/>
                <a:gd name="connsiteY6" fmla="*/ 7337 h 3100429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166683" h="3099826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bg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                   </a:t>
              </a:r>
            </a:p>
          </p:txBody>
        </p:sp>
        <p:sp>
          <p:nvSpPr>
            <p:cNvPr id="89" name="Oval 88">
              <a:extLst>
                <a:ext uri="{FF2B5EF4-FFF2-40B4-BE49-F238E27FC236}">
                  <a16:creationId xmlns:a16="http://schemas.microsoft.com/office/drawing/2014/main" id="{7671BCEE-CA54-2A42-97FC-01FA73F51C9D}"/>
                </a:ext>
              </a:extLst>
            </p:cNvPr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              </a:t>
              </a:r>
            </a:p>
          </p:txBody>
        </p:sp>
        <p:grpSp>
          <p:nvGrpSpPr>
            <p:cNvPr id="90" name="Group 89">
              <a:extLst>
                <a:ext uri="{FF2B5EF4-FFF2-40B4-BE49-F238E27FC236}">
                  <a16:creationId xmlns:a16="http://schemas.microsoft.com/office/drawing/2014/main" id="{BB74E383-7E77-2E4D-BBB3-C0CB1C080B5D}"/>
                </a:ext>
              </a:extLst>
            </p:cNvPr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91" name="Freeform 90">
                <a:extLst>
                  <a:ext uri="{FF2B5EF4-FFF2-40B4-BE49-F238E27FC236}">
                    <a16:creationId xmlns:a16="http://schemas.microsoft.com/office/drawing/2014/main" id="{23C2C74B-BD87-0F41-9E97-2D6D70231DE5}"/>
                  </a:ext>
                </a:extLst>
              </p:cNvPr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avLst/>
                <a:gdLst>
                  <a:gd name="connsiteX0" fmla="*/ 3725333 w 4588933"/>
                  <a:gd name="connsiteY0" fmla="*/ 0 h 1049866"/>
                  <a:gd name="connsiteX1" fmla="*/ 4588933 w 4588933"/>
                  <a:gd name="connsiteY1" fmla="*/ 270933 h 1049866"/>
                  <a:gd name="connsiteX2" fmla="*/ 3962400 w 4588933"/>
                  <a:gd name="connsiteY2" fmla="*/ 541866 h 1049866"/>
                  <a:gd name="connsiteX3" fmla="*/ 3742267 w 4588933"/>
                  <a:gd name="connsiteY3" fmla="*/ 457200 h 1049866"/>
                  <a:gd name="connsiteX4" fmla="*/ 2269067 w 4588933"/>
                  <a:gd name="connsiteY4" fmla="*/ 1049866 h 1049866"/>
                  <a:gd name="connsiteX5" fmla="*/ 880533 w 4588933"/>
                  <a:gd name="connsiteY5" fmla="*/ 457200 h 1049866"/>
                  <a:gd name="connsiteX6" fmla="*/ 592667 w 4588933"/>
                  <a:gd name="connsiteY6" fmla="*/ 541866 h 1049866"/>
                  <a:gd name="connsiteX7" fmla="*/ 0 w 4588933"/>
                  <a:gd name="connsiteY7" fmla="*/ 254000 h 1049866"/>
                  <a:gd name="connsiteX8" fmla="*/ 880533 w 4588933"/>
                  <a:gd name="connsiteY8" fmla="*/ 16933 h 1049866"/>
                  <a:gd name="connsiteX9" fmla="*/ 2302933 w 4588933"/>
                  <a:gd name="connsiteY9" fmla="*/ 626533 h 1049866"/>
                  <a:gd name="connsiteX10" fmla="*/ 3725333 w 4588933"/>
                  <a:gd name="connsiteY10" fmla="*/ 0 h 1049866"/>
                  <a:gd name="connsiteX0" fmla="*/ 3725333 w 4641485"/>
                  <a:gd name="connsiteY0" fmla="*/ 0 h 1049866"/>
                  <a:gd name="connsiteX1" fmla="*/ 4641485 w 4641485"/>
                  <a:gd name="connsiteY1" fmla="*/ 239402 h 1049866"/>
                  <a:gd name="connsiteX2" fmla="*/ 3962400 w 4641485"/>
                  <a:gd name="connsiteY2" fmla="*/ 541866 h 1049866"/>
                  <a:gd name="connsiteX3" fmla="*/ 3742267 w 4641485"/>
                  <a:gd name="connsiteY3" fmla="*/ 457200 h 1049866"/>
                  <a:gd name="connsiteX4" fmla="*/ 2269067 w 4641485"/>
                  <a:gd name="connsiteY4" fmla="*/ 1049866 h 1049866"/>
                  <a:gd name="connsiteX5" fmla="*/ 880533 w 4641485"/>
                  <a:gd name="connsiteY5" fmla="*/ 457200 h 1049866"/>
                  <a:gd name="connsiteX6" fmla="*/ 592667 w 4641485"/>
                  <a:gd name="connsiteY6" fmla="*/ 541866 h 1049866"/>
                  <a:gd name="connsiteX7" fmla="*/ 0 w 4641485"/>
                  <a:gd name="connsiteY7" fmla="*/ 254000 h 1049866"/>
                  <a:gd name="connsiteX8" fmla="*/ 880533 w 4641485"/>
                  <a:gd name="connsiteY8" fmla="*/ 16933 h 1049866"/>
                  <a:gd name="connsiteX9" fmla="*/ 2302933 w 4641485"/>
                  <a:gd name="connsiteY9" fmla="*/ 626533 h 1049866"/>
                  <a:gd name="connsiteX10" fmla="*/ 3725333 w 4641485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73798 w 4673016"/>
                  <a:gd name="connsiteY3" fmla="*/ 45720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84308 w 4673016"/>
                  <a:gd name="connsiteY3" fmla="*/ 404648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815839 w 4673016"/>
                  <a:gd name="connsiteY3" fmla="*/ 46771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4673016" h="104986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92" name="Freeform 91">
                <a:extLst>
                  <a:ext uri="{FF2B5EF4-FFF2-40B4-BE49-F238E27FC236}">
                    <a16:creationId xmlns:a16="http://schemas.microsoft.com/office/drawing/2014/main" id="{F9A726BB-74B1-444A-9200-225EE583E8C9}"/>
                  </a:ext>
                </a:extLst>
              </p:cNvPr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avLst/>
                <a:gdLst>
                  <a:gd name="connsiteX0" fmla="*/ 21021 w 1744718"/>
                  <a:gd name="connsiteY0" fmla="*/ 0 h 903890"/>
                  <a:gd name="connsiteX1" fmla="*/ 1744718 w 1744718"/>
                  <a:gd name="connsiteY1" fmla="*/ 693683 h 903890"/>
                  <a:gd name="connsiteX2" fmla="*/ 1145628 w 1744718"/>
                  <a:gd name="connsiteY2" fmla="*/ 903890 h 903890"/>
                  <a:gd name="connsiteX3" fmla="*/ 0 w 1744718"/>
                  <a:gd name="connsiteY3" fmla="*/ 451945 h 903890"/>
                  <a:gd name="connsiteX4" fmla="*/ 21021 w 1744718"/>
                  <a:gd name="connsiteY4" fmla="*/ 0 h 9038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44718" h="903890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93" name="Freeform 92">
                <a:extLst>
                  <a:ext uri="{FF2B5EF4-FFF2-40B4-BE49-F238E27FC236}">
                    <a16:creationId xmlns:a16="http://schemas.microsoft.com/office/drawing/2014/main" id="{480EBF5E-6B8D-F547-BD3C-56A7E685D38E}"/>
                  </a:ext>
                </a:extLst>
              </p:cNvPr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avLst/>
                <a:gdLst>
                  <a:gd name="connsiteX0" fmla="*/ 1702676 w 1713187"/>
                  <a:gd name="connsiteY0" fmla="*/ 0 h 893380"/>
                  <a:gd name="connsiteX1" fmla="*/ 1713187 w 1713187"/>
                  <a:gd name="connsiteY1" fmla="*/ 472966 h 893380"/>
                  <a:gd name="connsiteX2" fmla="*/ 578069 w 1713187"/>
                  <a:gd name="connsiteY2" fmla="*/ 893380 h 893380"/>
                  <a:gd name="connsiteX3" fmla="*/ 0 w 1713187"/>
                  <a:gd name="connsiteY3" fmla="*/ 693683 h 893380"/>
                  <a:gd name="connsiteX4" fmla="*/ 1702676 w 1713187"/>
                  <a:gd name="connsiteY4" fmla="*/ 0 h 8933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13187" h="893380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94" name="Freeform 93">
                <a:extLst>
                  <a:ext uri="{FF2B5EF4-FFF2-40B4-BE49-F238E27FC236}">
                    <a16:creationId xmlns:a16="http://schemas.microsoft.com/office/drawing/2014/main" id="{BD8743C8-69EE-7C4B-AAD2-C758A3F1F90E}"/>
                  </a:ext>
                </a:extLst>
              </p:cNvPr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avLst/>
                <a:gdLst>
                  <a:gd name="connsiteX0" fmla="*/ 599089 w 4162096"/>
                  <a:gd name="connsiteY0" fmla="*/ 273269 h 1618593"/>
                  <a:gd name="connsiteX1" fmla="*/ 882869 w 4162096"/>
                  <a:gd name="connsiteY1" fmla="*/ 199697 h 1618593"/>
                  <a:gd name="connsiteX2" fmla="*/ 2312276 w 4162096"/>
                  <a:gd name="connsiteY2" fmla="*/ 798786 h 1618593"/>
                  <a:gd name="connsiteX3" fmla="*/ 3794234 w 4162096"/>
                  <a:gd name="connsiteY3" fmla="*/ 199697 h 1618593"/>
                  <a:gd name="connsiteX4" fmla="*/ 4014951 w 4162096"/>
                  <a:gd name="connsiteY4" fmla="*/ 273269 h 1618593"/>
                  <a:gd name="connsiteX5" fmla="*/ 3058510 w 4162096"/>
                  <a:gd name="connsiteY5" fmla="*/ 641131 h 1618593"/>
                  <a:gd name="connsiteX6" fmla="*/ 3026979 w 4162096"/>
                  <a:gd name="connsiteY6" fmla="*/ 1114097 h 1618593"/>
                  <a:gd name="connsiteX7" fmla="*/ 4162096 w 4162096"/>
                  <a:gd name="connsiteY7" fmla="*/ 1545021 h 1618593"/>
                  <a:gd name="connsiteX8" fmla="*/ 3878317 w 4162096"/>
                  <a:gd name="connsiteY8" fmla="*/ 1608083 h 1618593"/>
                  <a:gd name="connsiteX9" fmla="*/ 2301765 w 4162096"/>
                  <a:gd name="connsiteY9" fmla="*/ 945931 h 1618593"/>
                  <a:gd name="connsiteX10" fmla="*/ 693682 w 4162096"/>
                  <a:gd name="connsiteY10" fmla="*/ 1618593 h 1618593"/>
                  <a:gd name="connsiteX11" fmla="*/ 430924 w 4162096"/>
                  <a:gd name="connsiteY11" fmla="*/ 1524000 h 1618593"/>
                  <a:gd name="connsiteX12" fmla="*/ 1576551 w 4162096"/>
                  <a:gd name="connsiteY12" fmla="*/ 1082566 h 1618593"/>
                  <a:gd name="connsiteX13" fmla="*/ 1545020 w 4162096"/>
                  <a:gd name="connsiteY13" fmla="*/ 609600 h 1618593"/>
                  <a:gd name="connsiteX14" fmla="*/ 0 w 4162096"/>
                  <a:gd name="connsiteY14" fmla="*/ 0 h 1618593"/>
                  <a:gd name="connsiteX15" fmla="*/ 872358 w 4162096"/>
                  <a:gd name="connsiteY15" fmla="*/ 210207 h 1618593"/>
                  <a:gd name="connsiteX16" fmla="*/ 872358 w 4162096"/>
                  <a:gd name="connsiteY16" fmla="*/ 210207 h 1618593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15" fmla="*/ 441434 w 3731172"/>
                  <a:gd name="connsiteY15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357351 w 3731172"/>
                  <a:gd name="connsiteY14" fmla="*/ 115613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56137 w 3731172"/>
                  <a:gd name="connsiteY13" fmla="*/ 441434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903890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575034 w 3710151"/>
                  <a:gd name="connsiteY6" fmla="*/ 91440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06565 w 3710151"/>
                  <a:gd name="connsiteY6" fmla="*/ 92491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5151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09858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62012 w 3725019"/>
                  <a:gd name="connsiteY0" fmla="*/ 73572 h 1418896"/>
                  <a:gd name="connsiteX1" fmla="*/ 445792 w 3725019"/>
                  <a:gd name="connsiteY1" fmla="*/ 0 h 1418896"/>
                  <a:gd name="connsiteX2" fmla="*/ 1852896 w 3725019"/>
                  <a:gd name="connsiteY2" fmla="*/ 591655 h 1418896"/>
                  <a:gd name="connsiteX3" fmla="*/ 3357157 w 3725019"/>
                  <a:gd name="connsiteY3" fmla="*/ 0 h 1418896"/>
                  <a:gd name="connsiteX4" fmla="*/ 3577874 w 3725019"/>
                  <a:gd name="connsiteY4" fmla="*/ 73572 h 1418896"/>
                  <a:gd name="connsiteX5" fmla="*/ 2632585 w 3725019"/>
                  <a:gd name="connsiteY5" fmla="*/ 448868 h 1418896"/>
                  <a:gd name="connsiteX6" fmla="*/ 2625150 w 3725019"/>
                  <a:gd name="connsiteY6" fmla="*/ 902607 h 1418896"/>
                  <a:gd name="connsiteX7" fmla="*/ 3725019 w 3725019"/>
                  <a:gd name="connsiteY7" fmla="*/ 1345324 h 1418896"/>
                  <a:gd name="connsiteX8" fmla="*/ 3441240 w 3725019"/>
                  <a:gd name="connsiteY8" fmla="*/ 1408386 h 1418896"/>
                  <a:gd name="connsiteX9" fmla="*/ 1864688 w 3725019"/>
                  <a:gd name="connsiteY9" fmla="*/ 746234 h 1418896"/>
                  <a:gd name="connsiteX10" fmla="*/ 256605 w 3725019"/>
                  <a:gd name="connsiteY10" fmla="*/ 1418896 h 1418896"/>
                  <a:gd name="connsiteX11" fmla="*/ 0 w 3725019"/>
                  <a:gd name="connsiteY11" fmla="*/ 1331097 h 1418896"/>
                  <a:gd name="connsiteX12" fmla="*/ 1113454 w 3725019"/>
                  <a:gd name="connsiteY12" fmla="*/ 903890 h 1418896"/>
                  <a:gd name="connsiteX13" fmla="*/ 1102302 w 3725019"/>
                  <a:gd name="connsiteY13" fmla="*/ 451945 h 1418896"/>
                  <a:gd name="connsiteX14" fmla="*/ 183032 w 3725019"/>
                  <a:gd name="connsiteY14" fmla="*/ 84081 h 1418896"/>
                  <a:gd name="connsiteX15" fmla="*/ 162012 w 3725019"/>
                  <a:gd name="connsiteY15" fmla="*/ 73572 h 14188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725019" h="1418896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</p:grpSp>
      </p:grpSp>
      <p:grpSp>
        <p:nvGrpSpPr>
          <p:cNvPr id="95" name="Group 94">
            <a:extLst>
              <a:ext uri="{FF2B5EF4-FFF2-40B4-BE49-F238E27FC236}">
                <a16:creationId xmlns:a16="http://schemas.microsoft.com/office/drawing/2014/main" id="{5E3371FA-1B37-E043-BBA9-FBAEC0EF06BB}"/>
              </a:ext>
            </a:extLst>
          </p:cNvPr>
          <p:cNvGrpSpPr/>
          <p:nvPr/>
        </p:nvGrpSpPr>
        <p:grpSpPr>
          <a:xfrm>
            <a:off x="8800632" y="3636044"/>
            <a:ext cx="578032" cy="285706"/>
            <a:chOff x="7493876" y="2774731"/>
            <a:chExt cx="1481958" cy="894622"/>
          </a:xfrm>
        </p:grpSpPr>
        <p:sp>
          <p:nvSpPr>
            <p:cNvPr id="96" name="Freeform 95">
              <a:extLst>
                <a:ext uri="{FF2B5EF4-FFF2-40B4-BE49-F238E27FC236}">
                  <a16:creationId xmlns:a16="http://schemas.microsoft.com/office/drawing/2014/main" id="{D3C4E5C9-0C6C-FE44-8E48-3AEAB3123200}"/>
                </a:ext>
              </a:extLst>
            </p:cNvPr>
            <p:cNvSpPr/>
            <p:nvPr/>
          </p:nvSpPr>
          <p:spPr>
            <a:xfrm>
              <a:off x="7493876" y="3084399"/>
              <a:ext cx="1481958" cy="584954"/>
            </a:xfrm>
            <a:custGeom>
              <a:avLst/>
              <a:gdLst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76538 w 8176538"/>
                <a:gd name="connsiteY0" fmla="*/ 0 h 2638097"/>
                <a:gd name="connsiteX1" fmla="*/ 8176538 w 8176538"/>
                <a:gd name="connsiteY1" fmla="*/ 1271752 h 2638097"/>
                <a:gd name="connsiteX2" fmla="*/ 4088015 w 8176538"/>
                <a:gd name="connsiteY2" fmla="*/ 2638097 h 2638097"/>
                <a:gd name="connsiteX3" fmla="*/ 0 w 8176538"/>
                <a:gd name="connsiteY3" fmla="*/ 1269888 h 2638097"/>
                <a:gd name="connsiteX4" fmla="*/ 20511 w 8176538"/>
                <a:gd name="connsiteY4" fmla="*/ 147145 h 2638097"/>
                <a:gd name="connsiteX5" fmla="*/ 4088015 w 8176538"/>
                <a:gd name="connsiteY5" fmla="*/ 1566042 h 2638097"/>
                <a:gd name="connsiteX6" fmla="*/ 8176538 w 8176538"/>
                <a:gd name="connsiteY6" fmla="*/ 0 h 2638097"/>
                <a:gd name="connsiteX0" fmla="*/ 8176538 w 8176538"/>
                <a:gd name="connsiteY0" fmla="*/ 0 h 2772020"/>
                <a:gd name="connsiteX1" fmla="*/ 8176538 w 8176538"/>
                <a:gd name="connsiteY1" fmla="*/ 1271752 h 2772020"/>
                <a:gd name="connsiteX2" fmla="*/ 4099034 w 8176538"/>
                <a:gd name="connsiteY2" fmla="*/ 2772020 h 2772020"/>
                <a:gd name="connsiteX3" fmla="*/ 0 w 8176538"/>
                <a:gd name="connsiteY3" fmla="*/ 1269888 h 2772020"/>
                <a:gd name="connsiteX4" fmla="*/ 20511 w 8176538"/>
                <a:gd name="connsiteY4" fmla="*/ 147145 h 2772020"/>
                <a:gd name="connsiteX5" fmla="*/ 4088015 w 8176538"/>
                <a:gd name="connsiteY5" fmla="*/ 1566042 h 2772020"/>
                <a:gd name="connsiteX6" fmla="*/ 8176538 w 8176538"/>
                <a:gd name="connsiteY6" fmla="*/ 0 h 2772020"/>
                <a:gd name="connsiteX0" fmla="*/ 8176538 w 8176538"/>
                <a:gd name="connsiteY0" fmla="*/ 0 h 2772339"/>
                <a:gd name="connsiteX1" fmla="*/ 8176538 w 8176538"/>
                <a:gd name="connsiteY1" fmla="*/ 1378890 h 2772339"/>
                <a:gd name="connsiteX2" fmla="*/ 4099034 w 8176538"/>
                <a:gd name="connsiteY2" fmla="*/ 2772020 h 2772339"/>
                <a:gd name="connsiteX3" fmla="*/ 0 w 8176538"/>
                <a:gd name="connsiteY3" fmla="*/ 1269888 h 2772339"/>
                <a:gd name="connsiteX4" fmla="*/ 20511 w 8176538"/>
                <a:gd name="connsiteY4" fmla="*/ 147145 h 2772339"/>
                <a:gd name="connsiteX5" fmla="*/ 4088015 w 8176538"/>
                <a:gd name="connsiteY5" fmla="*/ 1566042 h 2772339"/>
                <a:gd name="connsiteX6" fmla="*/ 8176538 w 8176538"/>
                <a:gd name="connsiteY6" fmla="*/ 0 h 2772339"/>
                <a:gd name="connsiteX0" fmla="*/ 8176538 w 8176538"/>
                <a:gd name="connsiteY0" fmla="*/ 0 h 2825888"/>
                <a:gd name="connsiteX1" fmla="*/ 8176538 w 8176538"/>
                <a:gd name="connsiteY1" fmla="*/ 1378890 h 2825888"/>
                <a:gd name="connsiteX2" fmla="*/ 4099034 w 8176538"/>
                <a:gd name="connsiteY2" fmla="*/ 2825590 h 2825888"/>
                <a:gd name="connsiteX3" fmla="*/ 0 w 8176538"/>
                <a:gd name="connsiteY3" fmla="*/ 1269888 h 2825888"/>
                <a:gd name="connsiteX4" fmla="*/ 20511 w 8176538"/>
                <a:gd name="connsiteY4" fmla="*/ 147145 h 2825888"/>
                <a:gd name="connsiteX5" fmla="*/ 4088015 w 8176538"/>
                <a:gd name="connsiteY5" fmla="*/ 1566042 h 2825888"/>
                <a:gd name="connsiteX6" fmla="*/ 8176538 w 8176538"/>
                <a:gd name="connsiteY6" fmla="*/ 0 h 2825888"/>
                <a:gd name="connsiteX0" fmla="*/ 8165518 w 8165518"/>
                <a:gd name="connsiteY0" fmla="*/ 0 h 2825606"/>
                <a:gd name="connsiteX1" fmla="*/ 8165518 w 8165518"/>
                <a:gd name="connsiteY1" fmla="*/ 1378890 h 2825606"/>
                <a:gd name="connsiteX2" fmla="*/ 4088014 w 8165518"/>
                <a:gd name="connsiteY2" fmla="*/ 2825590 h 2825606"/>
                <a:gd name="connsiteX3" fmla="*/ 0 w 8165518"/>
                <a:gd name="connsiteY3" fmla="*/ 1403811 h 2825606"/>
                <a:gd name="connsiteX4" fmla="*/ 9491 w 8165518"/>
                <a:gd name="connsiteY4" fmla="*/ 147145 h 2825606"/>
                <a:gd name="connsiteX5" fmla="*/ 4076995 w 8165518"/>
                <a:gd name="connsiteY5" fmla="*/ 1566042 h 2825606"/>
                <a:gd name="connsiteX6" fmla="*/ 8165518 w 8165518"/>
                <a:gd name="connsiteY6" fmla="*/ 0 h 2825606"/>
                <a:gd name="connsiteX0" fmla="*/ 8165518 w 8165518"/>
                <a:gd name="connsiteY0" fmla="*/ 0 h 2879174"/>
                <a:gd name="connsiteX1" fmla="*/ 8165518 w 8165518"/>
                <a:gd name="connsiteY1" fmla="*/ 1378890 h 2879174"/>
                <a:gd name="connsiteX2" fmla="*/ 4132092 w 8165518"/>
                <a:gd name="connsiteY2" fmla="*/ 2879159 h 2879174"/>
                <a:gd name="connsiteX3" fmla="*/ 0 w 8165518"/>
                <a:gd name="connsiteY3" fmla="*/ 1403811 h 2879174"/>
                <a:gd name="connsiteX4" fmla="*/ 9491 w 8165518"/>
                <a:gd name="connsiteY4" fmla="*/ 147145 h 2879174"/>
                <a:gd name="connsiteX5" fmla="*/ 4076995 w 8165518"/>
                <a:gd name="connsiteY5" fmla="*/ 1566042 h 2879174"/>
                <a:gd name="connsiteX6" fmla="*/ 8165518 w 8165518"/>
                <a:gd name="connsiteY6" fmla="*/ 0 h 2879174"/>
                <a:gd name="connsiteX0" fmla="*/ 8165518 w 8176537"/>
                <a:gd name="connsiteY0" fmla="*/ 0 h 2879410"/>
                <a:gd name="connsiteX1" fmla="*/ 8176537 w 8176537"/>
                <a:gd name="connsiteY1" fmla="*/ 1499420 h 2879410"/>
                <a:gd name="connsiteX2" fmla="*/ 4132092 w 8176537"/>
                <a:gd name="connsiteY2" fmla="*/ 2879159 h 2879410"/>
                <a:gd name="connsiteX3" fmla="*/ 0 w 8176537"/>
                <a:gd name="connsiteY3" fmla="*/ 1403811 h 2879410"/>
                <a:gd name="connsiteX4" fmla="*/ 9491 w 8176537"/>
                <a:gd name="connsiteY4" fmla="*/ 147145 h 2879410"/>
                <a:gd name="connsiteX5" fmla="*/ 4076995 w 8176537"/>
                <a:gd name="connsiteY5" fmla="*/ 1566042 h 2879410"/>
                <a:gd name="connsiteX6" fmla="*/ 8165518 w 8176537"/>
                <a:gd name="connsiteY6" fmla="*/ 0 h 2879410"/>
                <a:gd name="connsiteX0" fmla="*/ 8165518 w 8176537"/>
                <a:gd name="connsiteY0" fmla="*/ 0 h 2879262"/>
                <a:gd name="connsiteX1" fmla="*/ 8176537 w 8176537"/>
                <a:gd name="connsiteY1" fmla="*/ 1499420 h 2879262"/>
                <a:gd name="connsiteX2" fmla="*/ 4132092 w 8176537"/>
                <a:gd name="connsiteY2" fmla="*/ 2879159 h 2879262"/>
                <a:gd name="connsiteX3" fmla="*/ 0 w 8176537"/>
                <a:gd name="connsiteY3" fmla="*/ 1403811 h 2879262"/>
                <a:gd name="connsiteX4" fmla="*/ 9491 w 8176537"/>
                <a:gd name="connsiteY4" fmla="*/ 147145 h 2879262"/>
                <a:gd name="connsiteX5" fmla="*/ 4076995 w 8176537"/>
                <a:gd name="connsiteY5" fmla="*/ 1566042 h 2879262"/>
                <a:gd name="connsiteX6" fmla="*/ 8165518 w 8176537"/>
                <a:gd name="connsiteY6" fmla="*/ 0 h 2879262"/>
                <a:gd name="connsiteX0" fmla="*/ 8165518 w 8176537"/>
                <a:gd name="connsiteY0" fmla="*/ 0 h 2879163"/>
                <a:gd name="connsiteX1" fmla="*/ 8176537 w 8176537"/>
                <a:gd name="connsiteY1" fmla="*/ 1499420 h 2879163"/>
                <a:gd name="connsiteX2" fmla="*/ 4132092 w 8176537"/>
                <a:gd name="connsiteY2" fmla="*/ 2879159 h 2879163"/>
                <a:gd name="connsiteX3" fmla="*/ 0 w 8176537"/>
                <a:gd name="connsiteY3" fmla="*/ 1510948 h 2879163"/>
                <a:gd name="connsiteX4" fmla="*/ 9491 w 8176537"/>
                <a:gd name="connsiteY4" fmla="*/ 147145 h 2879163"/>
                <a:gd name="connsiteX5" fmla="*/ 4076995 w 8176537"/>
                <a:gd name="connsiteY5" fmla="*/ 1566042 h 2879163"/>
                <a:gd name="connsiteX6" fmla="*/ 8165518 w 8176537"/>
                <a:gd name="connsiteY6" fmla="*/ 0 h 2879163"/>
                <a:gd name="connsiteX0" fmla="*/ 8165518 w 8198577"/>
                <a:gd name="connsiteY0" fmla="*/ 0 h 2879451"/>
                <a:gd name="connsiteX1" fmla="*/ 8198577 w 8198577"/>
                <a:gd name="connsiteY1" fmla="*/ 1606558 h 2879451"/>
                <a:gd name="connsiteX2" fmla="*/ 4132092 w 8198577"/>
                <a:gd name="connsiteY2" fmla="*/ 2879159 h 2879451"/>
                <a:gd name="connsiteX3" fmla="*/ 0 w 8198577"/>
                <a:gd name="connsiteY3" fmla="*/ 1510948 h 2879451"/>
                <a:gd name="connsiteX4" fmla="*/ 9491 w 8198577"/>
                <a:gd name="connsiteY4" fmla="*/ 147145 h 2879451"/>
                <a:gd name="connsiteX5" fmla="*/ 4076995 w 8198577"/>
                <a:gd name="connsiteY5" fmla="*/ 1566042 h 2879451"/>
                <a:gd name="connsiteX6" fmla="*/ 8165518 w 8198577"/>
                <a:gd name="connsiteY6" fmla="*/ 0 h 2879451"/>
                <a:gd name="connsiteX0" fmla="*/ 8165518 w 8165518"/>
                <a:gd name="connsiteY0" fmla="*/ 0 h 2880066"/>
                <a:gd name="connsiteX1" fmla="*/ 8165518 w 8165518"/>
                <a:gd name="connsiteY1" fmla="*/ 1673520 h 2880066"/>
                <a:gd name="connsiteX2" fmla="*/ 4132092 w 8165518"/>
                <a:gd name="connsiteY2" fmla="*/ 2879159 h 2880066"/>
                <a:gd name="connsiteX3" fmla="*/ 0 w 8165518"/>
                <a:gd name="connsiteY3" fmla="*/ 1510948 h 2880066"/>
                <a:gd name="connsiteX4" fmla="*/ 9491 w 8165518"/>
                <a:gd name="connsiteY4" fmla="*/ 147145 h 2880066"/>
                <a:gd name="connsiteX5" fmla="*/ 4076995 w 8165518"/>
                <a:gd name="connsiteY5" fmla="*/ 1566042 h 2880066"/>
                <a:gd name="connsiteX6" fmla="*/ 8165518 w 8165518"/>
                <a:gd name="connsiteY6" fmla="*/ 0 h 2880066"/>
                <a:gd name="connsiteX0" fmla="*/ 8156794 w 8156794"/>
                <a:gd name="connsiteY0" fmla="*/ 0 h 2879270"/>
                <a:gd name="connsiteX1" fmla="*/ 8156794 w 8156794"/>
                <a:gd name="connsiteY1" fmla="*/ 1673520 h 2879270"/>
                <a:gd name="connsiteX2" fmla="*/ 4123368 w 8156794"/>
                <a:gd name="connsiteY2" fmla="*/ 2879159 h 2879270"/>
                <a:gd name="connsiteX3" fmla="*/ 2295 w 8156794"/>
                <a:gd name="connsiteY3" fmla="*/ 1618086 h 2879270"/>
                <a:gd name="connsiteX4" fmla="*/ 767 w 8156794"/>
                <a:gd name="connsiteY4" fmla="*/ 147145 h 2879270"/>
                <a:gd name="connsiteX5" fmla="*/ 4068271 w 8156794"/>
                <a:gd name="connsiteY5" fmla="*/ 1566042 h 2879270"/>
                <a:gd name="connsiteX6" fmla="*/ 8156794 w 8156794"/>
                <a:gd name="connsiteY6" fmla="*/ 0 h 287927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20"/>
                <a:gd name="connsiteX1" fmla="*/ 8156794 w 8156794"/>
                <a:gd name="connsiteY1" fmla="*/ 1673520 h 2973020"/>
                <a:gd name="connsiteX2" fmla="*/ 4134388 w 8156794"/>
                <a:gd name="connsiteY2" fmla="*/ 2972904 h 2973020"/>
                <a:gd name="connsiteX3" fmla="*/ 2295 w 8156794"/>
                <a:gd name="connsiteY3" fmla="*/ 1618086 h 2973020"/>
                <a:gd name="connsiteX4" fmla="*/ 767 w 8156794"/>
                <a:gd name="connsiteY4" fmla="*/ 147145 h 2973020"/>
                <a:gd name="connsiteX5" fmla="*/ 4068271 w 8156794"/>
                <a:gd name="connsiteY5" fmla="*/ 1566042 h 2973020"/>
                <a:gd name="connsiteX6" fmla="*/ 8156794 w 8156794"/>
                <a:gd name="connsiteY6" fmla="*/ 0 h 2973020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141"/>
                <a:gd name="connsiteX1" fmla="*/ 8156794 w 8156794"/>
                <a:gd name="connsiteY1" fmla="*/ 1673520 h 2973141"/>
                <a:gd name="connsiteX2" fmla="*/ 4134388 w 8156794"/>
                <a:gd name="connsiteY2" fmla="*/ 2972904 h 2973141"/>
                <a:gd name="connsiteX3" fmla="*/ 2295 w 8156794"/>
                <a:gd name="connsiteY3" fmla="*/ 1618086 h 2973141"/>
                <a:gd name="connsiteX4" fmla="*/ 767 w 8156794"/>
                <a:gd name="connsiteY4" fmla="*/ 147145 h 2973141"/>
                <a:gd name="connsiteX5" fmla="*/ 4068271 w 8156794"/>
                <a:gd name="connsiteY5" fmla="*/ 1566042 h 2973141"/>
                <a:gd name="connsiteX6" fmla="*/ 8156794 w 8156794"/>
                <a:gd name="connsiteY6" fmla="*/ 0 h 2973141"/>
                <a:gd name="connsiteX0" fmla="*/ 8156794 w 8156794"/>
                <a:gd name="connsiteY0" fmla="*/ 0 h 3066827"/>
                <a:gd name="connsiteX1" fmla="*/ 8156794 w 8156794"/>
                <a:gd name="connsiteY1" fmla="*/ 1673520 h 3066827"/>
                <a:gd name="connsiteX2" fmla="*/ 4123353 w 8156794"/>
                <a:gd name="connsiteY2" fmla="*/ 3066650 h 3066827"/>
                <a:gd name="connsiteX3" fmla="*/ 2295 w 8156794"/>
                <a:gd name="connsiteY3" fmla="*/ 1618086 h 3066827"/>
                <a:gd name="connsiteX4" fmla="*/ 767 w 8156794"/>
                <a:gd name="connsiteY4" fmla="*/ 147145 h 3066827"/>
                <a:gd name="connsiteX5" fmla="*/ 4068271 w 8156794"/>
                <a:gd name="connsiteY5" fmla="*/ 1566042 h 3066827"/>
                <a:gd name="connsiteX6" fmla="*/ 8156794 w 8156794"/>
                <a:gd name="connsiteY6" fmla="*/ 0 h 3066827"/>
                <a:gd name="connsiteX0" fmla="*/ 8123689 w 8156794"/>
                <a:gd name="connsiteY0" fmla="*/ 0 h 2999866"/>
                <a:gd name="connsiteX1" fmla="*/ 8156794 w 8156794"/>
                <a:gd name="connsiteY1" fmla="*/ 1606559 h 2999866"/>
                <a:gd name="connsiteX2" fmla="*/ 4123353 w 8156794"/>
                <a:gd name="connsiteY2" fmla="*/ 2999689 h 2999866"/>
                <a:gd name="connsiteX3" fmla="*/ 2295 w 8156794"/>
                <a:gd name="connsiteY3" fmla="*/ 1551125 h 2999866"/>
                <a:gd name="connsiteX4" fmla="*/ 767 w 8156794"/>
                <a:gd name="connsiteY4" fmla="*/ 80184 h 2999866"/>
                <a:gd name="connsiteX5" fmla="*/ 4068271 w 8156794"/>
                <a:gd name="connsiteY5" fmla="*/ 1499081 h 2999866"/>
                <a:gd name="connsiteX6" fmla="*/ 8123689 w 8156794"/>
                <a:gd name="connsiteY6" fmla="*/ 0 h 2999866"/>
                <a:gd name="connsiteX0" fmla="*/ 8167828 w 8167828"/>
                <a:gd name="connsiteY0" fmla="*/ 0 h 3026651"/>
                <a:gd name="connsiteX1" fmla="*/ 8156794 w 8167828"/>
                <a:gd name="connsiteY1" fmla="*/ 1633344 h 3026651"/>
                <a:gd name="connsiteX2" fmla="*/ 4123353 w 8167828"/>
                <a:gd name="connsiteY2" fmla="*/ 3026474 h 3026651"/>
                <a:gd name="connsiteX3" fmla="*/ 2295 w 8167828"/>
                <a:gd name="connsiteY3" fmla="*/ 1577910 h 3026651"/>
                <a:gd name="connsiteX4" fmla="*/ 767 w 8167828"/>
                <a:gd name="connsiteY4" fmla="*/ 106969 h 3026651"/>
                <a:gd name="connsiteX5" fmla="*/ 4068271 w 8167828"/>
                <a:gd name="connsiteY5" fmla="*/ 1525866 h 3026651"/>
                <a:gd name="connsiteX6" fmla="*/ 8167828 w 8167828"/>
                <a:gd name="connsiteY6" fmla="*/ 0 h 3026651"/>
                <a:gd name="connsiteX0" fmla="*/ 8167828 w 8167828"/>
                <a:gd name="connsiteY0" fmla="*/ 0 h 3027228"/>
                <a:gd name="connsiteX1" fmla="*/ 8145760 w 8167828"/>
                <a:gd name="connsiteY1" fmla="*/ 1686913 h 3027228"/>
                <a:gd name="connsiteX2" fmla="*/ 4123353 w 8167828"/>
                <a:gd name="connsiteY2" fmla="*/ 3026474 h 3027228"/>
                <a:gd name="connsiteX3" fmla="*/ 2295 w 8167828"/>
                <a:gd name="connsiteY3" fmla="*/ 1577910 h 3027228"/>
                <a:gd name="connsiteX4" fmla="*/ 767 w 8167828"/>
                <a:gd name="connsiteY4" fmla="*/ 106969 h 3027228"/>
                <a:gd name="connsiteX5" fmla="*/ 4068271 w 8167828"/>
                <a:gd name="connsiteY5" fmla="*/ 1525866 h 3027228"/>
                <a:gd name="connsiteX6" fmla="*/ 8167828 w 8167828"/>
                <a:gd name="connsiteY6" fmla="*/ 0 h 3027228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23689 w 8145760"/>
                <a:gd name="connsiteY0" fmla="*/ 13560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9 w 8145760"/>
                <a:gd name="connsiteY6" fmla="*/ 13560 h 2920259"/>
                <a:gd name="connsiteX0" fmla="*/ 8178863 w 8178863"/>
                <a:gd name="connsiteY0" fmla="*/ 26952 h 2920259"/>
                <a:gd name="connsiteX1" fmla="*/ 8145760 w 8178863"/>
                <a:gd name="connsiteY1" fmla="*/ 1579944 h 2920259"/>
                <a:gd name="connsiteX2" fmla="*/ 4123353 w 8178863"/>
                <a:gd name="connsiteY2" fmla="*/ 2919505 h 2920259"/>
                <a:gd name="connsiteX3" fmla="*/ 2295 w 8178863"/>
                <a:gd name="connsiteY3" fmla="*/ 1470941 h 2920259"/>
                <a:gd name="connsiteX4" fmla="*/ 767 w 8178863"/>
                <a:gd name="connsiteY4" fmla="*/ 0 h 2920259"/>
                <a:gd name="connsiteX5" fmla="*/ 4068271 w 8178863"/>
                <a:gd name="connsiteY5" fmla="*/ 1418897 h 2920259"/>
                <a:gd name="connsiteX6" fmla="*/ 8178863 w 8178863"/>
                <a:gd name="connsiteY6" fmla="*/ 26952 h 2920259"/>
                <a:gd name="connsiteX0" fmla="*/ 8167827 w 8167827"/>
                <a:gd name="connsiteY0" fmla="*/ 40343 h 2920259"/>
                <a:gd name="connsiteX1" fmla="*/ 8145760 w 8167827"/>
                <a:gd name="connsiteY1" fmla="*/ 1579944 h 2920259"/>
                <a:gd name="connsiteX2" fmla="*/ 4123353 w 8167827"/>
                <a:gd name="connsiteY2" fmla="*/ 2919505 h 2920259"/>
                <a:gd name="connsiteX3" fmla="*/ 2295 w 8167827"/>
                <a:gd name="connsiteY3" fmla="*/ 1470941 h 2920259"/>
                <a:gd name="connsiteX4" fmla="*/ 767 w 8167827"/>
                <a:gd name="connsiteY4" fmla="*/ 0 h 2920259"/>
                <a:gd name="connsiteX5" fmla="*/ 4068271 w 8167827"/>
                <a:gd name="connsiteY5" fmla="*/ 1418897 h 2920259"/>
                <a:gd name="connsiteX6" fmla="*/ 8167827 w 8167827"/>
                <a:gd name="connsiteY6" fmla="*/ 40343 h 2920259"/>
                <a:gd name="connsiteX0" fmla="*/ 8123687 w 8145760"/>
                <a:gd name="connsiteY0" fmla="*/ 53735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7 w 8145760"/>
                <a:gd name="connsiteY6" fmla="*/ 53735 h 2920259"/>
                <a:gd name="connsiteX0" fmla="*/ 8161918 w 8161918"/>
                <a:gd name="connsiteY0" fmla="*/ 0 h 2943855"/>
                <a:gd name="connsiteX1" fmla="*/ 8145760 w 8161918"/>
                <a:gd name="connsiteY1" fmla="*/ 1603540 h 2943855"/>
                <a:gd name="connsiteX2" fmla="*/ 4123353 w 8161918"/>
                <a:gd name="connsiteY2" fmla="*/ 2943101 h 2943855"/>
                <a:gd name="connsiteX3" fmla="*/ 2295 w 8161918"/>
                <a:gd name="connsiteY3" fmla="*/ 1494537 h 2943855"/>
                <a:gd name="connsiteX4" fmla="*/ 767 w 8161918"/>
                <a:gd name="connsiteY4" fmla="*/ 23596 h 2943855"/>
                <a:gd name="connsiteX5" fmla="*/ 4068271 w 8161918"/>
                <a:gd name="connsiteY5" fmla="*/ 1442493 h 2943855"/>
                <a:gd name="connsiteX6" fmla="*/ 8161918 w 8161918"/>
                <a:gd name="connsiteY6" fmla="*/ 0 h 2943855"/>
                <a:gd name="connsiteX0" fmla="*/ 8144926 w 8145760"/>
                <a:gd name="connsiteY0" fmla="*/ 43424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44926 w 8145760"/>
                <a:gd name="connsiteY6" fmla="*/ 43424 h 2920259"/>
                <a:gd name="connsiteX0" fmla="*/ 8161918 w 8161918"/>
                <a:gd name="connsiteY0" fmla="*/ 0 h 2959321"/>
                <a:gd name="connsiteX1" fmla="*/ 8145760 w 8161918"/>
                <a:gd name="connsiteY1" fmla="*/ 1619006 h 2959321"/>
                <a:gd name="connsiteX2" fmla="*/ 4123353 w 8161918"/>
                <a:gd name="connsiteY2" fmla="*/ 2958567 h 2959321"/>
                <a:gd name="connsiteX3" fmla="*/ 2295 w 8161918"/>
                <a:gd name="connsiteY3" fmla="*/ 1510003 h 2959321"/>
                <a:gd name="connsiteX4" fmla="*/ 767 w 8161918"/>
                <a:gd name="connsiteY4" fmla="*/ 39062 h 2959321"/>
                <a:gd name="connsiteX5" fmla="*/ 4068271 w 8161918"/>
                <a:gd name="connsiteY5" fmla="*/ 1457959 h 2959321"/>
                <a:gd name="connsiteX6" fmla="*/ 8161918 w 8161918"/>
                <a:gd name="connsiteY6" fmla="*/ 0 h 2959321"/>
                <a:gd name="connsiteX0" fmla="*/ 8161918 w 8162752"/>
                <a:gd name="connsiteY0" fmla="*/ 0 h 2959488"/>
                <a:gd name="connsiteX1" fmla="*/ 8162752 w 8162752"/>
                <a:gd name="connsiteY1" fmla="*/ 1629317 h 2959488"/>
                <a:gd name="connsiteX2" fmla="*/ 4123353 w 8162752"/>
                <a:gd name="connsiteY2" fmla="*/ 2958567 h 2959488"/>
                <a:gd name="connsiteX3" fmla="*/ 2295 w 8162752"/>
                <a:gd name="connsiteY3" fmla="*/ 1510003 h 2959488"/>
                <a:gd name="connsiteX4" fmla="*/ 767 w 8162752"/>
                <a:gd name="connsiteY4" fmla="*/ 39062 h 2959488"/>
                <a:gd name="connsiteX5" fmla="*/ 4068271 w 8162752"/>
                <a:gd name="connsiteY5" fmla="*/ 1457959 h 2959488"/>
                <a:gd name="connsiteX6" fmla="*/ 8161918 w 8162752"/>
                <a:gd name="connsiteY6" fmla="*/ 0 h 2959488"/>
                <a:gd name="connsiteX0" fmla="*/ 8165930 w 8166764"/>
                <a:gd name="connsiteY0" fmla="*/ 7337 h 2966825"/>
                <a:gd name="connsiteX1" fmla="*/ 8166764 w 8166764"/>
                <a:gd name="connsiteY1" fmla="*/ 1636654 h 2966825"/>
                <a:gd name="connsiteX2" fmla="*/ 4127365 w 8166764"/>
                <a:gd name="connsiteY2" fmla="*/ 2965904 h 2966825"/>
                <a:gd name="connsiteX3" fmla="*/ 6307 w 8166764"/>
                <a:gd name="connsiteY3" fmla="*/ 1517340 h 2966825"/>
                <a:gd name="connsiteX4" fmla="*/ 532 w 8166764"/>
                <a:gd name="connsiteY4" fmla="*/ 0 h 2966825"/>
                <a:gd name="connsiteX5" fmla="*/ 4072283 w 8166764"/>
                <a:gd name="connsiteY5" fmla="*/ 1465296 h 2966825"/>
                <a:gd name="connsiteX6" fmla="*/ 8165930 w 8166764"/>
                <a:gd name="connsiteY6" fmla="*/ 7337 h 2966825"/>
                <a:gd name="connsiteX0" fmla="*/ 8168119 w 8168953"/>
                <a:gd name="connsiteY0" fmla="*/ 7337 h 2966682"/>
                <a:gd name="connsiteX1" fmla="*/ 8168953 w 8168953"/>
                <a:gd name="connsiteY1" fmla="*/ 1636654 h 2966682"/>
                <a:gd name="connsiteX2" fmla="*/ 4129554 w 8168953"/>
                <a:gd name="connsiteY2" fmla="*/ 2965904 h 2966682"/>
                <a:gd name="connsiteX3" fmla="*/ 0 w 8168953"/>
                <a:gd name="connsiteY3" fmla="*/ 1527651 h 2966682"/>
                <a:gd name="connsiteX4" fmla="*/ 2721 w 8168953"/>
                <a:gd name="connsiteY4" fmla="*/ 0 h 2966682"/>
                <a:gd name="connsiteX5" fmla="*/ 4074472 w 8168953"/>
                <a:gd name="connsiteY5" fmla="*/ 1465296 h 2966682"/>
                <a:gd name="connsiteX6" fmla="*/ 8168119 w 8168953"/>
                <a:gd name="connsiteY6" fmla="*/ 7337 h 2966682"/>
                <a:gd name="connsiteX0" fmla="*/ 8168119 w 8168953"/>
                <a:gd name="connsiteY0" fmla="*/ 7337 h 3100377"/>
                <a:gd name="connsiteX1" fmla="*/ 8168953 w 8168953"/>
                <a:gd name="connsiteY1" fmla="*/ 1636654 h 3100377"/>
                <a:gd name="connsiteX2" fmla="*/ 4118520 w 8168953"/>
                <a:gd name="connsiteY2" fmla="*/ 3099826 h 3100377"/>
                <a:gd name="connsiteX3" fmla="*/ 0 w 8168953"/>
                <a:gd name="connsiteY3" fmla="*/ 1527651 h 3100377"/>
                <a:gd name="connsiteX4" fmla="*/ 2721 w 8168953"/>
                <a:gd name="connsiteY4" fmla="*/ 0 h 3100377"/>
                <a:gd name="connsiteX5" fmla="*/ 4074472 w 8168953"/>
                <a:gd name="connsiteY5" fmla="*/ 1465296 h 3100377"/>
                <a:gd name="connsiteX6" fmla="*/ 8168119 w 8168953"/>
                <a:gd name="connsiteY6" fmla="*/ 7337 h 3100377"/>
                <a:gd name="connsiteX0" fmla="*/ 8168119 w 8168953"/>
                <a:gd name="connsiteY0" fmla="*/ 7337 h 3100429"/>
                <a:gd name="connsiteX1" fmla="*/ 8168953 w 8168953"/>
                <a:gd name="connsiteY1" fmla="*/ 1636654 h 3100429"/>
                <a:gd name="connsiteX2" fmla="*/ 4118520 w 8168953"/>
                <a:gd name="connsiteY2" fmla="*/ 3099826 h 3100429"/>
                <a:gd name="connsiteX3" fmla="*/ 0 w 8168953"/>
                <a:gd name="connsiteY3" fmla="*/ 1527651 h 3100429"/>
                <a:gd name="connsiteX4" fmla="*/ 2721 w 8168953"/>
                <a:gd name="connsiteY4" fmla="*/ 0 h 3100429"/>
                <a:gd name="connsiteX5" fmla="*/ 4074472 w 8168953"/>
                <a:gd name="connsiteY5" fmla="*/ 1465296 h 3100429"/>
                <a:gd name="connsiteX6" fmla="*/ 8168119 w 8168953"/>
                <a:gd name="connsiteY6" fmla="*/ 7337 h 3100429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166683" h="3099826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bg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                   </a:t>
              </a:r>
            </a:p>
          </p:txBody>
        </p:sp>
        <p:sp>
          <p:nvSpPr>
            <p:cNvPr id="97" name="Oval 96">
              <a:extLst>
                <a:ext uri="{FF2B5EF4-FFF2-40B4-BE49-F238E27FC236}">
                  <a16:creationId xmlns:a16="http://schemas.microsoft.com/office/drawing/2014/main" id="{00F2B9E3-1FE0-3341-9F1D-E60AC91CF4FA}"/>
                </a:ext>
              </a:extLst>
            </p:cNvPr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              </a:t>
              </a:r>
            </a:p>
          </p:txBody>
        </p:sp>
        <p:grpSp>
          <p:nvGrpSpPr>
            <p:cNvPr id="98" name="Group 97">
              <a:extLst>
                <a:ext uri="{FF2B5EF4-FFF2-40B4-BE49-F238E27FC236}">
                  <a16:creationId xmlns:a16="http://schemas.microsoft.com/office/drawing/2014/main" id="{D9A4FE6E-757F-104A-A301-53D57A115B9D}"/>
                </a:ext>
              </a:extLst>
            </p:cNvPr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99" name="Freeform 98">
                <a:extLst>
                  <a:ext uri="{FF2B5EF4-FFF2-40B4-BE49-F238E27FC236}">
                    <a16:creationId xmlns:a16="http://schemas.microsoft.com/office/drawing/2014/main" id="{D1C4D832-AA7B-2F44-88F3-867F1C5C7398}"/>
                  </a:ext>
                </a:extLst>
              </p:cNvPr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avLst/>
                <a:gdLst>
                  <a:gd name="connsiteX0" fmla="*/ 3725333 w 4588933"/>
                  <a:gd name="connsiteY0" fmla="*/ 0 h 1049866"/>
                  <a:gd name="connsiteX1" fmla="*/ 4588933 w 4588933"/>
                  <a:gd name="connsiteY1" fmla="*/ 270933 h 1049866"/>
                  <a:gd name="connsiteX2" fmla="*/ 3962400 w 4588933"/>
                  <a:gd name="connsiteY2" fmla="*/ 541866 h 1049866"/>
                  <a:gd name="connsiteX3" fmla="*/ 3742267 w 4588933"/>
                  <a:gd name="connsiteY3" fmla="*/ 457200 h 1049866"/>
                  <a:gd name="connsiteX4" fmla="*/ 2269067 w 4588933"/>
                  <a:gd name="connsiteY4" fmla="*/ 1049866 h 1049866"/>
                  <a:gd name="connsiteX5" fmla="*/ 880533 w 4588933"/>
                  <a:gd name="connsiteY5" fmla="*/ 457200 h 1049866"/>
                  <a:gd name="connsiteX6" fmla="*/ 592667 w 4588933"/>
                  <a:gd name="connsiteY6" fmla="*/ 541866 h 1049866"/>
                  <a:gd name="connsiteX7" fmla="*/ 0 w 4588933"/>
                  <a:gd name="connsiteY7" fmla="*/ 254000 h 1049866"/>
                  <a:gd name="connsiteX8" fmla="*/ 880533 w 4588933"/>
                  <a:gd name="connsiteY8" fmla="*/ 16933 h 1049866"/>
                  <a:gd name="connsiteX9" fmla="*/ 2302933 w 4588933"/>
                  <a:gd name="connsiteY9" fmla="*/ 626533 h 1049866"/>
                  <a:gd name="connsiteX10" fmla="*/ 3725333 w 4588933"/>
                  <a:gd name="connsiteY10" fmla="*/ 0 h 1049866"/>
                  <a:gd name="connsiteX0" fmla="*/ 3725333 w 4641485"/>
                  <a:gd name="connsiteY0" fmla="*/ 0 h 1049866"/>
                  <a:gd name="connsiteX1" fmla="*/ 4641485 w 4641485"/>
                  <a:gd name="connsiteY1" fmla="*/ 239402 h 1049866"/>
                  <a:gd name="connsiteX2" fmla="*/ 3962400 w 4641485"/>
                  <a:gd name="connsiteY2" fmla="*/ 541866 h 1049866"/>
                  <a:gd name="connsiteX3" fmla="*/ 3742267 w 4641485"/>
                  <a:gd name="connsiteY3" fmla="*/ 457200 h 1049866"/>
                  <a:gd name="connsiteX4" fmla="*/ 2269067 w 4641485"/>
                  <a:gd name="connsiteY4" fmla="*/ 1049866 h 1049866"/>
                  <a:gd name="connsiteX5" fmla="*/ 880533 w 4641485"/>
                  <a:gd name="connsiteY5" fmla="*/ 457200 h 1049866"/>
                  <a:gd name="connsiteX6" fmla="*/ 592667 w 4641485"/>
                  <a:gd name="connsiteY6" fmla="*/ 541866 h 1049866"/>
                  <a:gd name="connsiteX7" fmla="*/ 0 w 4641485"/>
                  <a:gd name="connsiteY7" fmla="*/ 254000 h 1049866"/>
                  <a:gd name="connsiteX8" fmla="*/ 880533 w 4641485"/>
                  <a:gd name="connsiteY8" fmla="*/ 16933 h 1049866"/>
                  <a:gd name="connsiteX9" fmla="*/ 2302933 w 4641485"/>
                  <a:gd name="connsiteY9" fmla="*/ 626533 h 1049866"/>
                  <a:gd name="connsiteX10" fmla="*/ 3725333 w 4641485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73798 w 4673016"/>
                  <a:gd name="connsiteY3" fmla="*/ 45720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84308 w 4673016"/>
                  <a:gd name="connsiteY3" fmla="*/ 404648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815839 w 4673016"/>
                  <a:gd name="connsiteY3" fmla="*/ 46771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4673016" h="104986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100" name="Freeform 99">
                <a:extLst>
                  <a:ext uri="{FF2B5EF4-FFF2-40B4-BE49-F238E27FC236}">
                    <a16:creationId xmlns:a16="http://schemas.microsoft.com/office/drawing/2014/main" id="{17B4F7C5-8F07-6444-9C56-5CCC6DAD8011}"/>
                  </a:ext>
                </a:extLst>
              </p:cNvPr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avLst/>
                <a:gdLst>
                  <a:gd name="connsiteX0" fmla="*/ 21021 w 1744718"/>
                  <a:gd name="connsiteY0" fmla="*/ 0 h 903890"/>
                  <a:gd name="connsiteX1" fmla="*/ 1744718 w 1744718"/>
                  <a:gd name="connsiteY1" fmla="*/ 693683 h 903890"/>
                  <a:gd name="connsiteX2" fmla="*/ 1145628 w 1744718"/>
                  <a:gd name="connsiteY2" fmla="*/ 903890 h 903890"/>
                  <a:gd name="connsiteX3" fmla="*/ 0 w 1744718"/>
                  <a:gd name="connsiteY3" fmla="*/ 451945 h 903890"/>
                  <a:gd name="connsiteX4" fmla="*/ 21021 w 1744718"/>
                  <a:gd name="connsiteY4" fmla="*/ 0 h 9038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44718" h="903890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101" name="Freeform 100">
                <a:extLst>
                  <a:ext uri="{FF2B5EF4-FFF2-40B4-BE49-F238E27FC236}">
                    <a16:creationId xmlns:a16="http://schemas.microsoft.com/office/drawing/2014/main" id="{A4D1016A-A633-4F47-AD16-9F5C4A1B4BBD}"/>
                  </a:ext>
                </a:extLst>
              </p:cNvPr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avLst/>
                <a:gdLst>
                  <a:gd name="connsiteX0" fmla="*/ 1702676 w 1713187"/>
                  <a:gd name="connsiteY0" fmla="*/ 0 h 893380"/>
                  <a:gd name="connsiteX1" fmla="*/ 1713187 w 1713187"/>
                  <a:gd name="connsiteY1" fmla="*/ 472966 h 893380"/>
                  <a:gd name="connsiteX2" fmla="*/ 578069 w 1713187"/>
                  <a:gd name="connsiteY2" fmla="*/ 893380 h 893380"/>
                  <a:gd name="connsiteX3" fmla="*/ 0 w 1713187"/>
                  <a:gd name="connsiteY3" fmla="*/ 693683 h 893380"/>
                  <a:gd name="connsiteX4" fmla="*/ 1702676 w 1713187"/>
                  <a:gd name="connsiteY4" fmla="*/ 0 h 8933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13187" h="893380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102" name="Freeform 101">
                <a:extLst>
                  <a:ext uri="{FF2B5EF4-FFF2-40B4-BE49-F238E27FC236}">
                    <a16:creationId xmlns:a16="http://schemas.microsoft.com/office/drawing/2014/main" id="{4E90D1C0-25CA-D549-8BEC-F6FC08E9AF24}"/>
                  </a:ext>
                </a:extLst>
              </p:cNvPr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avLst/>
                <a:gdLst>
                  <a:gd name="connsiteX0" fmla="*/ 599089 w 4162096"/>
                  <a:gd name="connsiteY0" fmla="*/ 273269 h 1618593"/>
                  <a:gd name="connsiteX1" fmla="*/ 882869 w 4162096"/>
                  <a:gd name="connsiteY1" fmla="*/ 199697 h 1618593"/>
                  <a:gd name="connsiteX2" fmla="*/ 2312276 w 4162096"/>
                  <a:gd name="connsiteY2" fmla="*/ 798786 h 1618593"/>
                  <a:gd name="connsiteX3" fmla="*/ 3794234 w 4162096"/>
                  <a:gd name="connsiteY3" fmla="*/ 199697 h 1618593"/>
                  <a:gd name="connsiteX4" fmla="*/ 4014951 w 4162096"/>
                  <a:gd name="connsiteY4" fmla="*/ 273269 h 1618593"/>
                  <a:gd name="connsiteX5" fmla="*/ 3058510 w 4162096"/>
                  <a:gd name="connsiteY5" fmla="*/ 641131 h 1618593"/>
                  <a:gd name="connsiteX6" fmla="*/ 3026979 w 4162096"/>
                  <a:gd name="connsiteY6" fmla="*/ 1114097 h 1618593"/>
                  <a:gd name="connsiteX7" fmla="*/ 4162096 w 4162096"/>
                  <a:gd name="connsiteY7" fmla="*/ 1545021 h 1618593"/>
                  <a:gd name="connsiteX8" fmla="*/ 3878317 w 4162096"/>
                  <a:gd name="connsiteY8" fmla="*/ 1608083 h 1618593"/>
                  <a:gd name="connsiteX9" fmla="*/ 2301765 w 4162096"/>
                  <a:gd name="connsiteY9" fmla="*/ 945931 h 1618593"/>
                  <a:gd name="connsiteX10" fmla="*/ 693682 w 4162096"/>
                  <a:gd name="connsiteY10" fmla="*/ 1618593 h 1618593"/>
                  <a:gd name="connsiteX11" fmla="*/ 430924 w 4162096"/>
                  <a:gd name="connsiteY11" fmla="*/ 1524000 h 1618593"/>
                  <a:gd name="connsiteX12" fmla="*/ 1576551 w 4162096"/>
                  <a:gd name="connsiteY12" fmla="*/ 1082566 h 1618593"/>
                  <a:gd name="connsiteX13" fmla="*/ 1545020 w 4162096"/>
                  <a:gd name="connsiteY13" fmla="*/ 609600 h 1618593"/>
                  <a:gd name="connsiteX14" fmla="*/ 0 w 4162096"/>
                  <a:gd name="connsiteY14" fmla="*/ 0 h 1618593"/>
                  <a:gd name="connsiteX15" fmla="*/ 872358 w 4162096"/>
                  <a:gd name="connsiteY15" fmla="*/ 210207 h 1618593"/>
                  <a:gd name="connsiteX16" fmla="*/ 872358 w 4162096"/>
                  <a:gd name="connsiteY16" fmla="*/ 210207 h 1618593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15" fmla="*/ 441434 w 3731172"/>
                  <a:gd name="connsiteY15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357351 w 3731172"/>
                  <a:gd name="connsiteY14" fmla="*/ 115613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56137 w 3731172"/>
                  <a:gd name="connsiteY13" fmla="*/ 441434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903890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575034 w 3710151"/>
                  <a:gd name="connsiteY6" fmla="*/ 91440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06565 w 3710151"/>
                  <a:gd name="connsiteY6" fmla="*/ 92491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5151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09858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62012 w 3725019"/>
                  <a:gd name="connsiteY0" fmla="*/ 73572 h 1418896"/>
                  <a:gd name="connsiteX1" fmla="*/ 445792 w 3725019"/>
                  <a:gd name="connsiteY1" fmla="*/ 0 h 1418896"/>
                  <a:gd name="connsiteX2" fmla="*/ 1852896 w 3725019"/>
                  <a:gd name="connsiteY2" fmla="*/ 591655 h 1418896"/>
                  <a:gd name="connsiteX3" fmla="*/ 3357157 w 3725019"/>
                  <a:gd name="connsiteY3" fmla="*/ 0 h 1418896"/>
                  <a:gd name="connsiteX4" fmla="*/ 3577874 w 3725019"/>
                  <a:gd name="connsiteY4" fmla="*/ 73572 h 1418896"/>
                  <a:gd name="connsiteX5" fmla="*/ 2632585 w 3725019"/>
                  <a:gd name="connsiteY5" fmla="*/ 448868 h 1418896"/>
                  <a:gd name="connsiteX6" fmla="*/ 2625150 w 3725019"/>
                  <a:gd name="connsiteY6" fmla="*/ 902607 h 1418896"/>
                  <a:gd name="connsiteX7" fmla="*/ 3725019 w 3725019"/>
                  <a:gd name="connsiteY7" fmla="*/ 1345324 h 1418896"/>
                  <a:gd name="connsiteX8" fmla="*/ 3441240 w 3725019"/>
                  <a:gd name="connsiteY8" fmla="*/ 1408386 h 1418896"/>
                  <a:gd name="connsiteX9" fmla="*/ 1864688 w 3725019"/>
                  <a:gd name="connsiteY9" fmla="*/ 746234 h 1418896"/>
                  <a:gd name="connsiteX10" fmla="*/ 256605 w 3725019"/>
                  <a:gd name="connsiteY10" fmla="*/ 1418896 h 1418896"/>
                  <a:gd name="connsiteX11" fmla="*/ 0 w 3725019"/>
                  <a:gd name="connsiteY11" fmla="*/ 1331097 h 1418896"/>
                  <a:gd name="connsiteX12" fmla="*/ 1113454 w 3725019"/>
                  <a:gd name="connsiteY12" fmla="*/ 903890 h 1418896"/>
                  <a:gd name="connsiteX13" fmla="*/ 1102302 w 3725019"/>
                  <a:gd name="connsiteY13" fmla="*/ 451945 h 1418896"/>
                  <a:gd name="connsiteX14" fmla="*/ 183032 w 3725019"/>
                  <a:gd name="connsiteY14" fmla="*/ 84081 h 1418896"/>
                  <a:gd name="connsiteX15" fmla="*/ 162012 w 3725019"/>
                  <a:gd name="connsiteY15" fmla="*/ 73572 h 14188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725019" h="1418896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</p:grpSp>
      </p:grpSp>
      <p:grpSp>
        <p:nvGrpSpPr>
          <p:cNvPr id="103" name="Group 102">
            <a:extLst>
              <a:ext uri="{FF2B5EF4-FFF2-40B4-BE49-F238E27FC236}">
                <a16:creationId xmlns:a16="http://schemas.microsoft.com/office/drawing/2014/main" id="{5E0A555A-7D83-9C41-BC45-9CE34B97A2A0}"/>
              </a:ext>
            </a:extLst>
          </p:cNvPr>
          <p:cNvGrpSpPr/>
          <p:nvPr/>
        </p:nvGrpSpPr>
        <p:grpSpPr>
          <a:xfrm>
            <a:off x="8711293" y="4233883"/>
            <a:ext cx="578032" cy="285706"/>
            <a:chOff x="7493876" y="2774731"/>
            <a:chExt cx="1481958" cy="894622"/>
          </a:xfrm>
        </p:grpSpPr>
        <p:sp>
          <p:nvSpPr>
            <p:cNvPr id="104" name="Freeform 103">
              <a:extLst>
                <a:ext uri="{FF2B5EF4-FFF2-40B4-BE49-F238E27FC236}">
                  <a16:creationId xmlns:a16="http://schemas.microsoft.com/office/drawing/2014/main" id="{0CEF8A07-20B9-AE45-8F1F-7A43CAB1D71E}"/>
                </a:ext>
              </a:extLst>
            </p:cNvPr>
            <p:cNvSpPr/>
            <p:nvPr/>
          </p:nvSpPr>
          <p:spPr>
            <a:xfrm>
              <a:off x="7493876" y="3084399"/>
              <a:ext cx="1481958" cy="584954"/>
            </a:xfrm>
            <a:custGeom>
              <a:avLst/>
              <a:gdLst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76538 w 8176538"/>
                <a:gd name="connsiteY0" fmla="*/ 0 h 2638097"/>
                <a:gd name="connsiteX1" fmla="*/ 8176538 w 8176538"/>
                <a:gd name="connsiteY1" fmla="*/ 1271752 h 2638097"/>
                <a:gd name="connsiteX2" fmla="*/ 4088015 w 8176538"/>
                <a:gd name="connsiteY2" fmla="*/ 2638097 h 2638097"/>
                <a:gd name="connsiteX3" fmla="*/ 0 w 8176538"/>
                <a:gd name="connsiteY3" fmla="*/ 1269888 h 2638097"/>
                <a:gd name="connsiteX4" fmla="*/ 20511 w 8176538"/>
                <a:gd name="connsiteY4" fmla="*/ 147145 h 2638097"/>
                <a:gd name="connsiteX5" fmla="*/ 4088015 w 8176538"/>
                <a:gd name="connsiteY5" fmla="*/ 1566042 h 2638097"/>
                <a:gd name="connsiteX6" fmla="*/ 8176538 w 8176538"/>
                <a:gd name="connsiteY6" fmla="*/ 0 h 2638097"/>
                <a:gd name="connsiteX0" fmla="*/ 8176538 w 8176538"/>
                <a:gd name="connsiteY0" fmla="*/ 0 h 2772020"/>
                <a:gd name="connsiteX1" fmla="*/ 8176538 w 8176538"/>
                <a:gd name="connsiteY1" fmla="*/ 1271752 h 2772020"/>
                <a:gd name="connsiteX2" fmla="*/ 4099034 w 8176538"/>
                <a:gd name="connsiteY2" fmla="*/ 2772020 h 2772020"/>
                <a:gd name="connsiteX3" fmla="*/ 0 w 8176538"/>
                <a:gd name="connsiteY3" fmla="*/ 1269888 h 2772020"/>
                <a:gd name="connsiteX4" fmla="*/ 20511 w 8176538"/>
                <a:gd name="connsiteY4" fmla="*/ 147145 h 2772020"/>
                <a:gd name="connsiteX5" fmla="*/ 4088015 w 8176538"/>
                <a:gd name="connsiteY5" fmla="*/ 1566042 h 2772020"/>
                <a:gd name="connsiteX6" fmla="*/ 8176538 w 8176538"/>
                <a:gd name="connsiteY6" fmla="*/ 0 h 2772020"/>
                <a:gd name="connsiteX0" fmla="*/ 8176538 w 8176538"/>
                <a:gd name="connsiteY0" fmla="*/ 0 h 2772339"/>
                <a:gd name="connsiteX1" fmla="*/ 8176538 w 8176538"/>
                <a:gd name="connsiteY1" fmla="*/ 1378890 h 2772339"/>
                <a:gd name="connsiteX2" fmla="*/ 4099034 w 8176538"/>
                <a:gd name="connsiteY2" fmla="*/ 2772020 h 2772339"/>
                <a:gd name="connsiteX3" fmla="*/ 0 w 8176538"/>
                <a:gd name="connsiteY3" fmla="*/ 1269888 h 2772339"/>
                <a:gd name="connsiteX4" fmla="*/ 20511 w 8176538"/>
                <a:gd name="connsiteY4" fmla="*/ 147145 h 2772339"/>
                <a:gd name="connsiteX5" fmla="*/ 4088015 w 8176538"/>
                <a:gd name="connsiteY5" fmla="*/ 1566042 h 2772339"/>
                <a:gd name="connsiteX6" fmla="*/ 8176538 w 8176538"/>
                <a:gd name="connsiteY6" fmla="*/ 0 h 2772339"/>
                <a:gd name="connsiteX0" fmla="*/ 8176538 w 8176538"/>
                <a:gd name="connsiteY0" fmla="*/ 0 h 2825888"/>
                <a:gd name="connsiteX1" fmla="*/ 8176538 w 8176538"/>
                <a:gd name="connsiteY1" fmla="*/ 1378890 h 2825888"/>
                <a:gd name="connsiteX2" fmla="*/ 4099034 w 8176538"/>
                <a:gd name="connsiteY2" fmla="*/ 2825590 h 2825888"/>
                <a:gd name="connsiteX3" fmla="*/ 0 w 8176538"/>
                <a:gd name="connsiteY3" fmla="*/ 1269888 h 2825888"/>
                <a:gd name="connsiteX4" fmla="*/ 20511 w 8176538"/>
                <a:gd name="connsiteY4" fmla="*/ 147145 h 2825888"/>
                <a:gd name="connsiteX5" fmla="*/ 4088015 w 8176538"/>
                <a:gd name="connsiteY5" fmla="*/ 1566042 h 2825888"/>
                <a:gd name="connsiteX6" fmla="*/ 8176538 w 8176538"/>
                <a:gd name="connsiteY6" fmla="*/ 0 h 2825888"/>
                <a:gd name="connsiteX0" fmla="*/ 8165518 w 8165518"/>
                <a:gd name="connsiteY0" fmla="*/ 0 h 2825606"/>
                <a:gd name="connsiteX1" fmla="*/ 8165518 w 8165518"/>
                <a:gd name="connsiteY1" fmla="*/ 1378890 h 2825606"/>
                <a:gd name="connsiteX2" fmla="*/ 4088014 w 8165518"/>
                <a:gd name="connsiteY2" fmla="*/ 2825590 h 2825606"/>
                <a:gd name="connsiteX3" fmla="*/ 0 w 8165518"/>
                <a:gd name="connsiteY3" fmla="*/ 1403811 h 2825606"/>
                <a:gd name="connsiteX4" fmla="*/ 9491 w 8165518"/>
                <a:gd name="connsiteY4" fmla="*/ 147145 h 2825606"/>
                <a:gd name="connsiteX5" fmla="*/ 4076995 w 8165518"/>
                <a:gd name="connsiteY5" fmla="*/ 1566042 h 2825606"/>
                <a:gd name="connsiteX6" fmla="*/ 8165518 w 8165518"/>
                <a:gd name="connsiteY6" fmla="*/ 0 h 2825606"/>
                <a:gd name="connsiteX0" fmla="*/ 8165518 w 8165518"/>
                <a:gd name="connsiteY0" fmla="*/ 0 h 2879174"/>
                <a:gd name="connsiteX1" fmla="*/ 8165518 w 8165518"/>
                <a:gd name="connsiteY1" fmla="*/ 1378890 h 2879174"/>
                <a:gd name="connsiteX2" fmla="*/ 4132092 w 8165518"/>
                <a:gd name="connsiteY2" fmla="*/ 2879159 h 2879174"/>
                <a:gd name="connsiteX3" fmla="*/ 0 w 8165518"/>
                <a:gd name="connsiteY3" fmla="*/ 1403811 h 2879174"/>
                <a:gd name="connsiteX4" fmla="*/ 9491 w 8165518"/>
                <a:gd name="connsiteY4" fmla="*/ 147145 h 2879174"/>
                <a:gd name="connsiteX5" fmla="*/ 4076995 w 8165518"/>
                <a:gd name="connsiteY5" fmla="*/ 1566042 h 2879174"/>
                <a:gd name="connsiteX6" fmla="*/ 8165518 w 8165518"/>
                <a:gd name="connsiteY6" fmla="*/ 0 h 2879174"/>
                <a:gd name="connsiteX0" fmla="*/ 8165518 w 8176537"/>
                <a:gd name="connsiteY0" fmla="*/ 0 h 2879410"/>
                <a:gd name="connsiteX1" fmla="*/ 8176537 w 8176537"/>
                <a:gd name="connsiteY1" fmla="*/ 1499420 h 2879410"/>
                <a:gd name="connsiteX2" fmla="*/ 4132092 w 8176537"/>
                <a:gd name="connsiteY2" fmla="*/ 2879159 h 2879410"/>
                <a:gd name="connsiteX3" fmla="*/ 0 w 8176537"/>
                <a:gd name="connsiteY3" fmla="*/ 1403811 h 2879410"/>
                <a:gd name="connsiteX4" fmla="*/ 9491 w 8176537"/>
                <a:gd name="connsiteY4" fmla="*/ 147145 h 2879410"/>
                <a:gd name="connsiteX5" fmla="*/ 4076995 w 8176537"/>
                <a:gd name="connsiteY5" fmla="*/ 1566042 h 2879410"/>
                <a:gd name="connsiteX6" fmla="*/ 8165518 w 8176537"/>
                <a:gd name="connsiteY6" fmla="*/ 0 h 2879410"/>
                <a:gd name="connsiteX0" fmla="*/ 8165518 w 8176537"/>
                <a:gd name="connsiteY0" fmla="*/ 0 h 2879262"/>
                <a:gd name="connsiteX1" fmla="*/ 8176537 w 8176537"/>
                <a:gd name="connsiteY1" fmla="*/ 1499420 h 2879262"/>
                <a:gd name="connsiteX2" fmla="*/ 4132092 w 8176537"/>
                <a:gd name="connsiteY2" fmla="*/ 2879159 h 2879262"/>
                <a:gd name="connsiteX3" fmla="*/ 0 w 8176537"/>
                <a:gd name="connsiteY3" fmla="*/ 1403811 h 2879262"/>
                <a:gd name="connsiteX4" fmla="*/ 9491 w 8176537"/>
                <a:gd name="connsiteY4" fmla="*/ 147145 h 2879262"/>
                <a:gd name="connsiteX5" fmla="*/ 4076995 w 8176537"/>
                <a:gd name="connsiteY5" fmla="*/ 1566042 h 2879262"/>
                <a:gd name="connsiteX6" fmla="*/ 8165518 w 8176537"/>
                <a:gd name="connsiteY6" fmla="*/ 0 h 2879262"/>
                <a:gd name="connsiteX0" fmla="*/ 8165518 w 8176537"/>
                <a:gd name="connsiteY0" fmla="*/ 0 h 2879163"/>
                <a:gd name="connsiteX1" fmla="*/ 8176537 w 8176537"/>
                <a:gd name="connsiteY1" fmla="*/ 1499420 h 2879163"/>
                <a:gd name="connsiteX2" fmla="*/ 4132092 w 8176537"/>
                <a:gd name="connsiteY2" fmla="*/ 2879159 h 2879163"/>
                <a:gd name="connsiteX3" fmla="*/ 0 w 8176537"/>
                <a:gd name="connsiteY3" fmla="*/ 1510948 h 2879163"/>
                <a:gd name="connsiteX4" fmla="*/ 9491 w 8176537"/>
                <a:gd name="connsiteY4" fmla="*/ 147145 h 2879163"/>
                <a:gd name="connsiteX5" fmla="*/ 4076995 w 8176537"/>
                <a:gd name="connsiteY5" fmla="*/ 1566042 h 2879163"/>
                <a:gd name="connsiteX6" fmla="*/ 8165518 w 8176537"/>
                <a:gd name="connsiteY6" fmla="*/ 0 h 2879163"/>
                <a:gd name="connsiteX0" fmla="*/ 8165518 w 8198577"/>
                <a:gd name="connsiteY0" fmla="*/ 0 h 2879451"/>
                <a:gd name="connsiteX1" fmla="*/ 8198577 w 8198577"/>
                <a:gd name="connsiteY1" fmla="*/ 1606558 h 2879451"/>
                <a:gd name="connsiteX2" fmla="*/ 4132092 w 8198577"/>
                <a:gd name="connsiteY2" fmla="*/ 2879159 h 2879451"/>
                <a:gd name="connsiteX3" fmla="*/ 0 w 8198577"/>
                <a:gd name="connsiteY3" fmla="*/ 1510948 h 2879451"/>
                <a:gd name="connsiteX4" fmla="*/ 9491 w 8198577"/>
                <a:gd name="connsiteY4" fmla="*/ 147145 h 2879451"/>
                <a:gd name="connsiteX5" fmla="*/ 4076995 w 8198577"/>
                <a:gd name="connsiteY5" fmla="*/ 1566042 h 2879451"/>
                <a:gd name="connsiteX6" fmla="*/ 8165518 w 8198577"/>
                <a:gd name="connsiteY6" fmla="*/ 0 h 2879451"/>
                <a:gd name="connsiteX0" fmla="*/ 8165518 w 8165518"/>
                <a:gd name="connsiteY0" fmla="*/ 0 h 2880066"/>
                <a:gd name="connsiteX1" fmla="*/ 8165518 w 8165518"/>
                <a:gd name="connsiteY1" fmla="*/ 1673520 h 2880066"/>
                <a:gd name="connsiteX2" fmla="*/ 4132092 w 8165518"/>
                <a:gd name="connsiteY2" fmla="*/ 2879159 h 2880066"/>
                <a:gd name="connsiteX3" fmla="*/ 0 w 8165518"/>
                <a:gd name="connsiteY3" fmla="*/ 1510948 h 2880066"/>
                <a:gd name="connsiteX4" fmla="*/ 9491 w 8165518"/>
                <a:gd name="connsiteY4" fmla="*/ 147145 h 2880066"/>
                <a:gd name="connsiteX5" fmla="*/ 4076995 w 8165518"/>
                <a:gd name="connsiteY5" fmla="*/ 1566042 h 2880066"/>
                <a:gd name="connsiteX6" fmla="*/ 8165518 w 8165518"/>
                <a:gd name="connsiteY6" fmla="*/ 0 h 2880066"/>
                <a:gd name="connsiteX0" fmla="*/ 8156794 w 8156794"/>
                <a:gd name="connsiteY0" fmla="*/ 0 h 2879270"/>
                <a:gd name="connsiteX1" fmla="*/ 8156794 w 8156794"/>
                <a:gd name="connsiteY1" fmla="*/ 1673520 h 2879270"/>
                <a:gd name="connsiteX2" fmla="*/ 4123368 w 8156794"/>
                <a:gd name="connsiteY2" fmla="*/ 2879159 h 2879270"/>
                <a:gd name="connsiteX3" fmla="*/ 2295 w 8156794"/>
                <a:gd name="connsiteY3" fmla="*/ 1618086 h 2879270"/>
                <a:gd name="connsiteX4" fmla="*/ 767 w 8156794"/>
                <a:gd name="connsiteY4" fmla="*/ 147145 h 2879270"/>
                <a:gd name="connsiteX5" fmla="*/ 4068271 w 8156794"/>
                <a:gd name="connsiteY5" fmla="*/ 1566042 h 2879270"/>
                <a:gd name="connsiteX6" fmla="*/ 8156794 w 8156794"/>
                <a:gd name="connsiteY6" fmla="*/ 0 h 287927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20"/>
                <a:gd name="connsiteX1" fmla="*/ 8156794 w 8156794"/>
                <a:gd name="connsiteY1" fmla="*/ 1673520 h 2973020"/>
                <a:gd name="connsiteX2" fmla="*/ 4134388 w 8156794"/>
                <a:gd name="connsiteY2" fmla="*/ 2972904 h 2973020"/>
                <a:gd name="connsiteX3" fmla="*/ 2295 w 8156794"/>
                <a:gd name="connsiteY3" fmla="*/ 1618086 h 2973020"/>
                <a:gd name="connsiteX4" fmla="*/ 767 w 8156794"/>
                <a:gd name="connsiteY4" fmla="*/ 147145 h 2973020"/>
                <a:gd name="connsiteX5" fmla="*/ 4068271 w 8156794"/>
                <a:gd name="connsiteY5" fmla="*/ 1566042 h 2973020"/>
                <a:gd name="connsiteX6" fmla="*/ 8156794 w 8156794"/>
                <a:gd name="connsiteY6" fmla="*/ 0 h 2973020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141"/>
                <a:gd name="connsiteX1" fmla="*/ 8156794 w 8156794"/>
                <a:gd name="connsiteY1" fmla="*/ 1673520 h 2973141"/>
                <a:gd name="connsiteX2" fmla="*/ 4134388 w 8156794"/>
                <a:gd name="connsiteY2" fmla="*/ 2972904 h 2973141"/>
                <a:gd name="connsiteX3" fmla="*/ 2295 w 8156794"/>
                <a:gd name="connsiteY3" fmla="*/ 1618086 h 2973141"/>
                <a:gd name="connsiteX4" fmla="*/ 767 w 8156794"/>
                <a:gd name="connsiteY4" fmla="*/ 147145 h 2973141"/>
                <a:gd name="connsiteX5" fmla="*/ 4068271 w 8156794"/>
                <a:gd name="connsiteY5" fmla="*/ 1566042 h 2973141"/>
                <a:gd name="connsiteX6" fmla="*/ 8156794 w 8156794"/>
                <a:gd name="connsiteY6" fmla="*/ 0 h 2973141"/>
                <a:gd name="connsiteX0" fmla="*/ 8156794 w 8156794"/>
                <a:gd name="connsiteY0" fmla="*/ 0 h 3066827"/>
                <a:gd name="connsiteX1" fmla="*/ 8156794 w 8156794"/>
                <a:gd name="connsiteY1" fmla="*/ 1673520 h 3066827"/>
                <a:gd name="connsiteX2" fmla="*/ 4123353 w 8156794"/>
                <a:gd name="connsiteY2" fmla="*/ 3066650 h 3066827"/>
                <a:gd name="connsiteX3" fmla="*/ 2295 w 8156794"/>
                <a:gd name="connsiteY3" fmla="*/ 1618086 h 3066827"/>
                <a:gd name="connsiteX4" fmla="*/ 767 w 8156794"/>
                <a:gd name="connsiteY4" fmla="*/ 147145 h 3066827"/>
                <a:gd name="connsiteX5" fmla="*/ 4068271 w 8156794"/>
                <a:gd name="connsiteY5" fmla="*/ 1566042 h 3066827"/>
                <a:gd name="connsiteX6" fmla="*/ 8156794 w 8156794"/>
                <a:gd name="connsiteY6" fmla="*/ 0 h 3066827"/>
                <a:gd name="connsiteX0" fmla="*/ 8123689 w 8156794"/>
                <a:gd name="connsiteY0" fmla="*/ 0 h 2999866"/>
                <a:gd name="connsiteX1" fmla="*/ 8156794 w 8156794"/>
                <a:gd name="connsiteY1" fmla="*/ 1606559 h 2999866"/>
                <a:gd name="connsiteX2" fmla="*/ 4123353 w 8156794"/>
                <a:gd name="connsiteY2" fmla="*/ 2999689 h 2999866"/>
                <a:gd name="connsiteX3" fmla="*/ 2295 w 8156794"/>
                <a:gd name="connsiteY3" fmla="*/ 1551125 h 2999866"/>
                <a:gd name="connsiteX4" fmla="*/ 767 w 8156794"/>
                <a:gd name="connsiteY4" fmla="*/ 80184 h 2999866"/>
                <a:gd name="connsiteX5" fmla="*/ 4068271 w 8156794"/>
                <a:gd name="connsiteY5" fmla="*/ 1499081 h 2999866"/>
                <a:gd name="connsiteX6" fmla="*/ 8123689 w 8156794"/>
                <a:gd name="connsiteY6" fmla="*/ 0 h 2999866"/>
                <a:gd name="connsiteX0" fmla="*/ 8167828 w 8167828"/>
                <a:gd name="connsiteY0" fmla="*/ 0 h 3026651"/>
                <a:gd name="connsiteX1" fmla="*/ 8156794 w 8167828"/>
                <a:gd name="connsiteY1" fmla="*/ 1633344 h 3026651"/>
                <a:gd name="connsiteX2" fmla="*/ 4123353 w 8167828"/>
                <a:gd name="connsiteY2" fmla="*/ 3026474 h 3026651"/>
                <a:gd name="connsiteX3" fmla="*/ 2295 w 8167828"/>
                <a:gd name="connsiteY3" fmla="*/ 1577910 h 3026651"/>
                <a:gd name="connsiteX4" fmla="*/ 767 w 8167828"/>
                <a:gd name="connsiteY4" fmla="*/ 106969 h 3026651"/>
                <a:gd name="connsiteX5" fmla="*/ 4068271 w 8167828"/>
                <a:gd name="connsiteY5" fmla="*/ 1525866 h 3026651"/>
                <a:gd name="connsiteX6" fmla="*/ 8167828 w 8167828"/>
                <a:gd name="connsiteY6" fmla="*/ 0 h 3026651"/>
                <a:gd name="connsiteX0" fmla="*/ 8167828 w 8167828"/>
                <a:gd name="connsiteY0" fmla="*/ 0 h 3027228"/>
                <a:gd name="connsiteX1" fmla="*/ 8145760 w 8167828"/>
                <a:gd name="connsiteY1" fmla="*/ 1686913 h 3027228"/>
                <a:gd name="connsiteX2" fmla="*/ 4123353 w 8167828"/>
                <a:gd name="connsiteY2" fmla="*/ 3026474 h 3027228"/>
                <a:gd name="connsiteX3" fmla="*/ 2295 w 8167828"/>
                <a:gd name="connsiteY3" fmla="*/ 1577910 h 3027228"/>
                <a:gd name="connsiteX4" fmla="*/ 767 w 8167828"/>
                <a:gd name="connsiteY4" fmla="*/ 106969 h 3027228"/>
                <a:gd name="connsiteX5" fmla="*/ 4068271 w 8167828"/>
                <a:gd name="connsiteY5" fmla="*/ 1525866 h 3027228"/>
                <a:gd name="connsiteX6" fmla="*/ 8167828 w 8167828"/>
                <a:gd name="connsiteY6" fmla="*/ 0 h 3027228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23689 w 8145760"/>
                <a:gd name="connsiteY0" fmla="*/ 13560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9 w 8145760"/>
                <a:gd name="connsiteY6" fmla="*/ 13560 h 2920259"/>
                <a:gd name="connsiteX0" fmla="*/ 8178863 w 8178863"/>
                <a:gd name="connsiteY0" fmla="*/ 26952 h 2920259"/>
                <a:gd name="connsiteX1" fmla="*/ 8145760 w 8178863"/>
                <a:gd name="connsiteY1" fmla="*/ 1579944 h 2920259"/>
                <a:gd name="connsiteX2" fmla="*/ 4123353 w 8178863"/>
                <a:gd name="connsiteY2" fmla="*/ 2919505 h 2920259"/>
                <a:gd name="connsiteX3" fmla="*/ 2295 w 8178863"/>
                <a:gd name="connsiteY3" fmla="*/ 1470941 h 2920259"/>
                <a:gd name="connsiteX4" fmla="*/ 767 w 8178863"/>
                <a:gd name="connsiteY4" fmla="*/ 0 h 2920259"/>
                <a:gd name="connsiteX5" fmla="*/ 4068271 w 8178863"/>
                <a:gd name="connsiteY5" fmla="*/ 1418897 h 2920259"/>
                <a:gd name="connsiteX6" fmla="*/ 8178863 w 8178863"/>
                <a:gd name="connsiteY6" fmla="*/ 26952 h 2920259"/>
                <a:gd name="connsiteX0" fmla="*/ 8167827 w 8167827"/>
                <a:gd name="connsiteY0" fmla="*/ 40343 h 2920259"/>
                <a:gd name="connsiteX1" fmla="*/ 8145760 w 8167827"/>
                <a:gd name="connsiteY1" fmla="*/ 1579944 h 2920259"/>
                <a:gd name="connsiteX2" fmla="*/ 4123353 w 8167827"/>
                <a:gd name="connsiteY2" fmla="*/ 2919505 h 2920259"/>
                <a:gd name="connsiteX3" fmla="*/ 2295 w 8167827"/>
                <a:gd name="connsiteY3" fmla="*/ 1470941 h 2920259"/>
                <a:gd name="connsiteX4" fmla="*/ 767 w 8167827"/>
                <a:gd name="connsiteY4" fmla="*/ 0 h 2920259"/>
                <a:gd name="connsiteX5" fmla="*/ 4068271 w 8167827"/>
                <a:gd name="connsiteY5" fmla="*/ 1418897 h 2920259"/>
                <a:gd name="connsiteX6" fmla="*/ 8167827 w 8167827"/>
                <a:gd name="connsiteY6" fmla="*/ 40343 h 2920259"/>
                <a:gd name="connsiteX0" fmla="*/ 8123687 w 8145760"/>
                <a:gd name="connsiteY0" fmla="*/ 53735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7 w 8145760"/>
                <a:gd name="connsiteY6" fmla="*/ 53735 h 2920259"/>
                <a:gd name="connsiteX0" fmla="*/ 8161918 w 8161918"/>
                <a:gd name="connsiteY0" fmla="*/ 0 h 2943855"/>
                <a:gd name="connsiteX1" fmla="*/ 8145760 w 8161918"/>
                <a:gd name="connsiteY1" fmla="*/ 1603540 h 2943855"/>
                <a:gd name="connsiteX2" fmla="*/ 4123353 w 8161918"/>
                <a:gd name="connsiteY2" fmla="*/ 2943101 h 2943855"/>
                <a:gd name="connsiteX3" fmla="*/ 2295 w 8161918"/>
                <a:gd name="connsiteY3" fmla="*/ 1494537 h 2943855"/>
                <a:gd name="connsiteX4" fmla="*/ 767 w 8161918"/>
                <a:gd name="connsiteY4" fmla="*/ 23596 h 2943855"/>
                <a:gd name="connsiteX5" fmla="*/ 4068271 w 8161918"/>
                <a:gd name="connsiteY5" fmla="*/ 1442493 h 2943855"/>
                <a:gd name="connsiteX6" fmla="*/ 8161918 w 8161918"/>
                <a:gd name="connsiteY6" fmla="*/ 0 h 2943855"/>
                <a:gd name="connsiteX0" fmla="*/ 8144926 w 8145760"/>
                <a:gd name="connsiteY0" fmla="*/ 43424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44926 w 8145760"/>
                <a:gd name="connsiteY6" fmla="*/ 43424 h 2920259"/>
                <a:gd name="connsiteX0" fmla="*/ 8161918 w 8161918"/>
                <a:gd name="connsiteY0" fmla="*/ 0 h 2959321"/>
                <a:gd name="connsiteX1" fmla="*/ 8145760 w 8161918"/>
                <a:gd name="connsiteY1" fmla="*/ 1619006 h 2959321"/>
                <a:gd name="connsiteX2" fmla="*/ 4123353 w 8161918"/>
                <a:gd name="connsiteY2" fmla="*/ 2958567 h 2959321"/>
                <a:gd name="connsiteX3" fmla="*/ 2295 w 8161918"/>
                <a:gd name="connsiteY3" fmla="*/ 1510003 h 2959321"/>
                <a:gd name="connsiteX4" fmla="*/ 767 w 8161918"/>
                <a:gd name="connsiteY4" fmla="*/ 39062 h 2959321"/>
                <a:gd name="connsiteX5" fmla="*/ 4068271 w 8161918"/>
                <a:gd name="connsiteY5" fmla="*/ 1457959 h 2959321"/>
                <a:gd name="connsiteX6" fmla="*/ 8161918 w 8161918"/>
                <a:gd name="connsiteY6" fmla="*/ 0 h 2959321"/>
                <a:gd name="connsiteX0" fmla="*/ 8161918 w 8162752"/>
                <a:gd name="connsiteY0" fmla="*/ 0 h 2959488"/>
                <a:gd name="connsiteX1" fmla="*/ 8162752 w 8162752"/>
                <a:gd name="connsiteY1" fmla="*/ 1629317 h 2959488"/>
                <a:gd name="connsiteX2" fmla="*/ 4123353 w 8162752"/>
                <a:gd name="connsiteY2" fmla="*/ 2958567 h 2959488"/>
                <a:gd name="connsiteX3" fmla="*/ 2295 w 8162752"/>
                <a:gd name="connsiteY3" fmla="*/ 1510003 h 2959488"/>
                <a:gd name="connsiteX4" fmla="*/ 767 w 8162752"/>
                <a:gd name="connsiteY4" fmla="*/ 39062 h 2959488"/>
                <a:gd name="connsiteX5" fmla="*/ 4068271 w 8162752"/>
                <a:gd name="connsiteY5" fmla="*/ 1457959 h 2959488"/>
                <a:gd name="connsiteX6" fmla="*/ 8161918 w 8162752"/>
                <a:gd name="connsiteY6" fmla="*/ 0 h 2959488"/>
                <a:gd name="connsiteX0" fmla="*/ 8165930 w 8166764"/>
                <a:gd name="connsiteY0" fmla="*/ 7337 h 2966825"/>
                <a:gd name="connsiteX1" fmla="*/ 8166764 w 8166764"/>
                <a:gd name="connsiteY1" fmla="*/ 1636654 h 2966825"/>
                <a:gd name="connsiteX2" fmla="*/ 4127365 w 8166764"/>
                <a:gd name="connsiteY2" fmla="*/ 2965904 h 2966825"/>
                <a:gd name="connsiteX3" fmla="*/ 6307 w 8166764"/>
                <a:gd name="connsiteY3" fmla="*/ 1517340 h 2966825"/>
                <a:gd name="connsiteX4" fmla="*/ 532 w 8166764"/>
                <a:gd name="connsiteY4" fmla="*/ 0 h 2966825"/>
                <a:gd name="connsiteX5" fmla="*/ 4072283 w 8166764"/>
                <a:gd name="connsiteY5" fmla="*/ 1465296 h 2966825"/>
                <a:gd name="connsiteX6" fmla="*/ 8165930 w 8166764"/>
                <a:gd name="connsiteY6" fmla="*/ 7337 h 2966825"/>
                <a:gd name="connsiteX0" fmla="*/ 8168119 w 8168953"/>
                <a:gd name="connsiteY0" fmla="*/ 7337 h 2966682"/>
                <a:gd name="connsiteX1" fmla="*/ 8168953 w 8168953"/>
                <a:gd name="connsiteY1" fmla="*/ 1636654 h 2966682"/>
                <a:gd name="connsiteX2" fmla="*/ 4129554 w 8168953"/>
                <a:gd name="connsiteY2" fmla="*/ 2965904 h 2966682"/>
                <a:gd name="connsiteX3" fmla="*/ 0 w 8168953"/>
                <a:gd name="connsiteY3" fmla="*/ 1527651 h 2966682"/>
                <a:gd name="connsiteX4" fmla="*/ 2721 w 8168953"/>
                <a:gd name="connsiteY4" fmla="*/ 0 h 2966682"/>
                <a:gd name="connsiteX5" fmla="*/ 4074472 w 8168953"/>
                <a:gd name="connsiteY5" fmla="*/ 1465296 h 2966682"/>
                <a:gd name="connsiteX6" fmla="*/ 8168119 w 8168953"/>
                <a:gd name="connsiteY6" fmla="*/ 7337 h 2966682"/>
                <a:gd name="connsiteX0" fmla="*/ 8168119 w 8168953"/>
                <a:gd name="connsiteY0" fmla="*/ 7337 h 3100377"/>
                <a:gd name="connsiteX1" fmla="*/ 8168953 w 8168953"/>
                <a:gd name="connsiteY1" fmla="*/ 1636654 h 3100377"/>
                <a:gd name="connsiteX2" fmla="*/ 4118520 w 8168953"/>
                <a:gd name="connsiteY2" fmla="*/ 3099826 h 3100377"/>
                <a:gd name="connsiteX3" fmla="*/ 0 w 8168953"/>
                <a:gd name="connsiteY3" fmla="*/ 1527651 h 3100377"/>
                <a:gd name="connsiteX4" fmla="*/ 2721 w 8168953"/>
                <a:gd name="connsiteY4" fmla="*/ 0 h 3100377"/>
                <a:gd name="connsiteX5" fmla="*/ 4074472 w 8168953"/>
                <a:gd name="connsiteY5" fmla="*/ 1465296 h 3100377"/>
                <a:gd name="connsiteX6" fmla="*/ 8168119 w 8168953"/>
                <a:gd name="connsiteY6" fmla="*/ 7337 h 3100377"/>
                <a:gd name="connsiteX0" fmla="*/ 8168119 w 8168953"/>
                <a:gd name="connsiteY0" fmla="*/ 7337 h 3100429"/>
                <a:gd name="connsiteX1" fmla="*/ 8168953 w 8168953"/>
                <a:gd name="connsiteY1" fmla="*/ 1636654 h 3100429"/>
                <a:gd name="connsiteX2" fmla="*/ 4118520 w 8168953"/>
                <a:gd name="connsiteY2" fmla="*/ 3099826 h 3100429"/>
                <a:gd name="connsiteX3" fmla="*/ 0 w 8168953"/>
                <a:gd name="connsiteY3" fmla="*/ 1527651 h 3100429"/>
                <a:gd name="connsiteX4" fmla="*/ 2721 w 8168953"/>
                <a:gd name="connsiteY4" fmla="*/ 0 h 3100429"/>
                <a:gd name="connsiteX5" fmla="*/ 4074472 w 8168953"/>
                <a:gd name="connsiteY5" fmla="*/ 1465296 h 3100429"/>
                <a:gd name="connsiteX6" fmla="*/ 8168119 w 8168953"/>
                <a:gd name="connsiteY6" fmla="*/ 7337 h 3100429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166683" h="3099826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bg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                   </a:t>
              </a:r>
            </a:p>
          </p:txBody>
        </p:sp>
        <p:sp>
          <p:nvSpPr>
            <p:cNvPr id="105" name="Oval 104">
              <a:extLst>
                <a:ext uri="{FF2B5EF4-FFF2-40B4-BE49-F238E27FC236}">
                  <a16:creationId xmlns:a16="http://schemas.microsoft.com/office/drawing/2014/main" id="{EA79D59C-1529-9C45-BD77-6FFDD5DEAA40}"/>
                </a:ext>
              </a:extLst>
            </p:cNvPr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              </a:t>
              </a:r>
            </a:p>
          </p:txBody>
        </p:sp>
        <p:grpSp>
          <p:nvGrpSpPr>
            <p:cNvPr id="106" name="Group 105">
              <a:extLst>
                <a:ext uri="{FF2B5EF4-FFF2-40B4-BE49-F238E27FC236}">
                  <a16:creationId xmlns:a16="http://schemas.microsoft.com/office/drawing/2014/main" id="{E973AF34-BA3E-0A49-9E54-BD6B223BA524}"/>
                </a:ext>
              </a:extLst>
            </p:cNvPr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107" name="Freeform 106">
                <a:extLst>
                  <a:ext uri="{FF2B5EF4-FFF2-40B4-BE49-F238E27FC236}">
                    <a16:creationId xmlns:a16="http://schemas.microsoft.com/office/drawing/2014/main" id="{C47C43C3-8FCB-5847-9007-9FF04DAF7450}"/>
                  </a:ext>
                </a:extLst>
              </p:cNvPr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avLst/>
                <a:gdLst>
                  <a:gd name="connsiteX0" fmla="*/ 3725333 w 4588933"/>
                  <a:gd name="connsiteY0" fmla="*/ 0 h 1049866"/>
                  <a:gd name="connsiteX1" fmla="*/ 4588933 w 4588933"/>
                  <a:gd name="connsiteY1" fmla="*/ 270933 h 1049866"/>
                  <a:gd name="connsiteX2" fmla="*/ 3962400 w 4588933"/>
                  <a:gd name="connsiteY2" fmla="*/ 541866 h 1049866"/>
                  <a:gd name="connsiteX3" fmla="*/ 3742267 w 4588933"/>
                  <a:gd name="connsiteY3" fmla="*/ 457200 h 1049866"/>
                  <a:gd name="connsiteX4" fmla="*/ 2269067 w 4588933"/>
                  <a:gd name="connsiteY4" fmla="*/ 1049866 h 1049866"/>
                  <a:gd name="connsiteX5" fmla="*/ 880533 w 4588933"/>
                  <a:gd name="connsiteY5" fmla="*/ 457200 h 1049866"/>
                  <a:gd name="connsiteX6" fmla="*/ 592667 w 4588933"/>
                  <a:gd name="connsiteY6" fmla="*/ 541866 h 1049866"/>
                  <a:gd name="connsiteX7" fmla="*/ 0 w 4588933"/>
                  <a:gd name="connsiteY7" fmla="*/ 254000 h 1049866"/>
                  <a:gd name="connsiteX8" fmla="*/ 880533 w 4588933"/>
                  <a:gd name="connsiteY8" fmla="*/ 16933 h 1049866"/>
                  <a:gd name="connsiteX9" fmla="*/ 2302933 w 4588933"/>
                  <a:gd name="connsiteY9" fmla="*/ 626533 h 1049866"/>
                  <a:gd name="connsiteX10" fmla="*/ 3725333 w 4588933"/>
                  <a:gd name="connsiteY10" fmla="*/ 0 h 1049866"/>
                  <a:gd name="connsiteX0" fmla="*/ 3725333 w 4641485"/>
                  <a:gd name="connsiteY0" fmla="*/ 0 h 1049866"/>
                  <a:gd name="connsiteX1" fmla="*/ 4641485 w 4641485"/>
                  <a:gd name="connsiteY1" fmla="*/ 239402 h 1049866"/>
                  <a:gd name="connsiteX2" fmla="*/ 3962400 w 4641485"/>
                  <a:gd name="connsiteY2" fmla="*/ 541866 h 1049866"/>
                  <a:gd name="connsiteX3" fmla="*/ 3742267 w 4641485"/>
                  <a:gd name="connsiteY3" fmla="*/ 457200 h 1049866"/>
                  <a:gd name="connsiteX4" fmla="*/ 2269067 w 4641485"/>
                  <a:gd name="connsiteY4" fmla="*/ 1049866 h 1049866"/>
                  <a:gd name="connsiteX5" fmla="*/ 880533 w 4641485"/>
                  <a:gd name="connsiteY5" fmla="*/ 457200 h 1049866"/>
                  <a:gd name="connsiteX6" fmla="*/ 592667 w 4641485"/>
                  <a:gd name="connsiteY6" fmla="*/ 541866 h 1049866"/>
                  <a:gd name="connsiteX7" fmla="*/ 0 w 4641485"/>
                  <a:gd name="connsiteY7" fmla="*/ 254000 h 1049866"/>
                  <a:gd name="connsiteX8" fmla="*/ 880533 w 4641485"/>
                  <a:gd name="connsiteY8" fmla="*/ 16933 h 1049866"/>
                  <a:gd name="connsiteX9" fmla="*/ 2302933 w 4641485"/>
                  <a:gd name="connsiteY9" fmla="*/ 626533 h 1049866"/>
                  <a:gd name="connsiteX10" fmla="*/ 3725333 w 4641485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73798 w 4673016"/>
                  <a:gd name="connsiteY3" fmla="*/ 45720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84308 w 4673016"/>
                  <a:gd name="connsiteY3" fmla="*/ 404648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815839 w 4673016"/>
                  <a:gd name="connsiteY3" fmla="*/ 46771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4673016" h="104986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108" name="Freeform 107">
                <a:extLst>
                  <a:ext uri="{FF2B5EF4-FFF2-40B4-BE49-F238E27FC236}">
                    <a16:creationId xmlns:a16="http://schemas.microsoft.com/office/drawing/2014/main" id="{09F2051C-9B20-EE45-9CE2-4D3C79652D1F}"/>
                  </a:ext>
                </a:extLst>
              </p:cNvPr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avLst/>
                <a:gdLst>
                  <a:gd name="connsiteX0" fmla="*/ 21021 w 1744718"/>
                  <a:gd name="connsiteY0" fmla="*/ 0 h 903890"/>
                  <a:gd name="connsiteX1" fmla="*/ 1744718 w 1744718"/>
                  <a:gd name="connsiteY1" fmla="*/ 693683 h 903890"/>
                  <a:gd name="connsiteX2" fmla="*/ 1145628 w 1744718"/>
                  <a:gd name="connsiteY2" fmla="*/ 903890 h 903890"/>
                  <a:gd name="connsiteX3" fmla="*/ 0 w 1744718"/>
                  <a:gd name="connsiteY3" fmla="*/ 451945 h 903890"/>
                  <a:gd name="connsiteX4" fmla="*/ 21021 w 1744718"/>
                  <a:gd name="connsiteY4" fmla="*/ 0 h 9038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44718" h="903890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109" name="Freeform 108">
                <a:extLst>
                  <a:ext uri="{FF2B5EF4-FFF2-40B4-BE49-F238E27FC236}">
                    <a16:creationId xmlns:a16="http://schemas.microsoft.com/office/drawing/2014/main" id="{79216339-F1AE-4C4A-9C17-5BCC324EB3E5}"/>
                  </a:ext>
                </a:extLst>
              </p:cNvPr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avLst/>
                <a:gdLst>
                  <a:gd name="connsiteX0" fmla="*/ 1702676 w 1713187"/>
                  <a:gd name="connsiteY0" fmla="*/ 0 h 893380"/>
                  <a:gd name="connsiteX1" fmla="*/ 1713187 w 1713187"/>
                  <a:gd name="connsiteY1" fmla="*/ 472966 h 893380"/>
                  <a:gd name="connsiteX2" fmla="*/ 578069 w 1713187"/>
                  <a:gd name="connsiteY2" fmla="*/ 893380 h 893380"/>
                  <a:gd name="connsiteX3" fmla="*/ 0 w 1713187"/>
                  <a:gd name="connsiteY3" fmla="*/ 693683 h 893380"/>
                  <a:gd name="connsiteX4" fmla="*/ 1702676 w 1713187"/>
                  <a:gd name="connsiteY4" fmla="*/ 0 h 8933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13187" h="893380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110" name="Freeform 109">
                <a:extLst>
                  <a:ext uri="{FF2B5EF4-FFF2-40B4-BE49-F238E27FC236}">
                    <a16:creationId xmlns:a16="http://schemas.microsoft.com/office/drawing/2014/main" id="{161D2AE2-963A-F744-92D8-01315F746837}"/>
                  </a:ext>
                </a:extLst>
              </p:cNvPr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avLst/>
                <a:gdLst>
                  <a:gd name="connsiteX0" fmla="*/ 599089 w 4162096"/>
                  <a:gd name="connsiteY0" fmla="*/ 273269 h 1618593"/>
                  <a:gd name="connsiteX1" fmla="*/ 882869 w 4162096"/>
                  <a:gd name="connsiteY1" fmla="*/ 199697 h 1618593"/>
                  <a:gd name="connsiteX2" fmla="*/ 2312276 w 4162096"/>
                  <a:gd name="connsiteY2" fmla="*/ 798786 h 1618593"/>
                  <a:gd name="connsiteX3" fmla="*/ 3794234 w 4162096"/>
                  <a:gd name="connsiteY3" fmla="*/ 199697 h 1618593"/>
                  <a:gd name="connsiteX4" fmla="*/ 4014951 w 4162096"/>
                  <a:gd name="connsiteY4" fmla="*/ 273269 h 1618593"/>
                  <a:gd name="connsiteX5" fmla="*/ 3058510 w 4162096"/>
                  <a:gd name="connsiteY5" fmla="*/ 641131 h 1618593"/>
                  <a:gd name="connsiteX6" fmla="*/ 3026979 w 4162096"/>
                  <a:gd name="connsiteY6" fmla="*/ 1114097 h 1618593"/>
                  <a:gd name="connsiteX7" fmla="*/ 4162096 w 4162096"/>
                  <a:gd name="connsiteY7" fmla="*/ 1545021 h 1618593"/>
                  <a:gd name="connsiteX8" fmla="*/ 3878317 w 4162096"/>
                  <a:gd name="connsiteY8" fmla="*/ 1608083 h 1618593"/>
                  <a:gd name="connsiteX9" fmla="*/ 2301765 w 4162096"/>
                  <a:gd name="connsiteY9" fmla="*/ 945931 h 1618593"/>
                  <a:gd name="connsiteX10" fmla="*/ 693682 w 4162096"/>
                  <a:gd name="connsiteY10" fmla="*/ 1618593 h 1618593"/>
                  <a:gd name="connsiteX11" fmla="*/ 430924 w 4162096"/>
                  <a:gd name="connsiteY11" fmla="*/ 1524000 h 1618593"/>
                  <a:gd name="connsiteX12" fmla="*/ 1576551 w 4162096"/>
                  <a:gd name="connsiteY12" fmla="*/ 1082566 h 1618593"/>
                  <a:gd name="connsiteX13" fmla="*/ 1545020 w 4162096"/>
                  <a:gd name="connsiteY13" fmla="*/ 609600 h 1618593"/>
                  <a:gd name="connsiteX14" fmla="*/ 0 w 4162096"/>
                  <a:gd name="connsiteY14" fmla="*/ 0 h 1618593"/>
                  <a:gd name="connsiteX15" fmla="*/ 872358 w 4162096"/>
                  <a:gd name="connsiteY15" fmla="*/ 210207 h 1618593"/>
                  <a:gd name="connsiteX16" fmla="*/ 872358 w 4162096"/>
                  <a:gd name="connsiteY16" fmla="*/ 210207 h 1618593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15" fmla="*/ 441434 w 3731172"/>
                  <a:gd name="connsiteY15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357351 w 3731172"/>
                  <a:gd name="connsiteY14" fmla="*/ 115613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56137 w 3731172"/>
                  <a:gd name="connsiteY13" fmla="*/ 441434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903890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575034 w 3710151"/>
                  <a:gd name="connsiteY6" fmla="*/ 91440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06565 w 3710151"/>
                  <a:gd name="connsiteY6" fmla="*/ 92491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5151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09858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62012 w 3725019"/>
                  <a:gd name="connsiteY0" fmla="*/ 73572 h 1418896"/>
                  <a:gd name="connsiteX1" fmla="*/ 445792 w 3725019"/>
                  <a:gd name="connsiteY1" fmla="*/ 0 h 1418896"/>
                  <a:gd name="connsiteX2" fmla="*/ 1852896 w 3725019"/>
                  <a:gd name="connsiteY2" fmla="*/ 591655 h 1418896"/>
                  <a:gd name="connsiteX3" fmla="*/ 3357157 w 3725019"/>
                  <a:gd name="connsiteY3" fmla="*/ 0 h 1418896"/>
                  <a:gd name="connsiteX4" fmla="*/ 3577874 w 3725019"/>
                  <a:gd name="connsiteY4" fmla="*/ 73572 h 1418896"/>
                  <a:gd name="connsiteX5" fmla="*/ 2632585 w 3725019"/>
                  <a:gd name="connsiteY5" fmla="*/ 448868 h 1418896"/>
                  <a:gd name="connsiteX6" fmla="*/ 2625150 w 3725019"/>
                  <a:gd name="connsiteY6" fmla="*/ 902607 h 1418896"/>
                  <a:gd name="connsiteX7" fmla="*/ 3725019 w 3725019"/>
                  <a:gd name="connsiteY7" fmla="*/ 1345324 h 1418896"/>
                  <a:gd name="connsiteX8" fmla="*/ 3441240 w 3725019"/>
                  <a:gd name="connsiteY8" fmla="*/ 1408386 h 1418896"/>
                  <a:gd name="connsiteX9" fmla="*/ 1864688 w 3725019"/>
                  <a:gd name="connsiteY9" fmla="*/ 746234 h 1418896"/>
                  <a:gd name="connsiteX10" fmla="*/ 256605 w 3725019"/>
                  <a:gd name="connsiteY10" fmla="*/ 1418896 h 1418896"/>
                  <a:gd name="connsiteX11" fmla="*/ 0 w 3725019"/>
                  <a:gd name="connsiteY11" fmla="*/ 1331097 h 1418896"/>
                  <a:gd name="connsiteX12" fmla="*/ 1113454 w 3725019"/>
                  <a:gd name="connsiteY12" fmla="*/ 903890 h 1418896"/>
                  <a:gd name="connsiteX13" fmla="*/ 1102302 w 3725019"/>
                  <a:gd name="connsiteY13" fmla="*/ 451945 h 1418896"/>
                  <a:gd name="connsiteX14" fmla="*/ 183032 w 3725019"/>
                  <a:gd name="connsiteY14" fmla="*/ 84081 h 1418896"/>
                  <a:gd name="connsiteX15" fmla="*/ 162012 w 3725019"/>
                  <a:gd name="connsiteY15" fmla="*/ 73572 h 14188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725019" h="1418896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</p:grpSp>
      </p:grpSp>
      <p:grpSp>
        <p:nvGrpSpPr>
          <p:cNvPr id="111" name="Group 110">
            <a:extLst>
              <a:ext uri="{FF2B5EF4-FFF2-40B4-BE49-F238E27FC236}">
                <a16:creationId xmlns:a16="http://schemas.microsoft.com/office/drawing/2014/main" id="{EFB94137-26B4-A84C-B882-BC754696ADF8}"/>
              </a:ext>
            </a:extLst>
          </p:cNvPr>
          <p:cNvGrpSpPr/>
          <p:nvPr/>
        </p:nvGrpSpPr>
        <p:grpSpPr>
          <a:xfrm>
            <a:off x="7764614" y="3944180"/>
            <a:ext cx="578032" cy="285706"/>
            <a:chOff x="7493876" y="2774731"/>
            <a:chExt cx="1481958" cy="894622"/>
          </a:xfrm>
        </p:grpSpPr>
        <p:sp>
          <p:nvSpPr>
            <p:cNvPr id="112" name="Freeform 111">
              <a:extLst>
                <a:ext uri="{FF2B5EF4-FFF2-40B4-BE49-F238E27FC236}">
                  <a16:creationId xmlns:a16="http://schemas.microsoft.com/office/drawing/2014/main" id="{56959650-8F47-BD44-967D-3B542470869D}"/>
                </a:ext>
              </a:extLst>
            </p:cNvPr>
            <p:cNvSpPr/>
            <p:nvPr/>
          </p:nvSpPr>
          <p:spPr>
            <a:xfrm>
              <a:off x="7493876" y="3084399"/>
              <a:ext cx="1481958" cy="584954"/>
            </a:xfrm>
            <a:custGeom>
              <a:avLst/>
              <a:gdLst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76538 w 8176538"/>
                <a:gd name="connsiteY0" fmla="*/ 0 h 2638097"/>
                <a:gd name="connsiteX1" fmla="*/ 8176538 w 8176538"/>
                <a:gd name="connsiteY1" fmla="*/ 1271752 h 2638097"/>
                <a:gd name="connsiteX2" fmla="*/ 4088015 w 8176538"/>
                <a:gd name="connsiteY2" fmla="*/ 2638097 h 2638097"/>
                <a:gd name="connsiteX3" fmla="*/ 0 w 8176538"/>
                <a:gd name="connsiteY3" fmla="*/ 1269888 h 2638097"/>
                <a:gd name="connsiteX4" fmla="*/ 20511 w 8176538"/>
                <a:gd name="connsiteY4" fmla="*/ 147145 h 2638097"/>
                <a:gd name="connsiteX5" fmla="*/ 4088015 w 8176538"/>
                <a:gd name="connsiteY5" fmla="*/ 1566042 h 2638097"/>
                <a:gd name="connsiteX6" fmla="*/ 8176538 w 8176538"/>
                <a:gd name="connsiteY6" fmla="*/ 0 h 2638097"/>
                <a:gd name="connsiteX0" fmla="*/ 8176538 w 8176538"/>
                <a:gd name="connsiteY0" fmla="*/ 0 h 2772020"/>
                <a:gd name="connsiteX1" fmla="*/ 8176538 w 8176538"/>
                <a:gd name="connsiteY1" fmla="*/ 1271752 h 2772020"/>
                <a:gd name="connsiteX2" fmla="*/ 4099034 w 8176538"/>
                <a:gd name="connsiteY2" fmla="*/ 2772020 h 2772020"/>
                <a:gd name="connsiteX3" fmla="*/ 0 w 8176538"/>
                <a:gd name="connsiteY3" fmla="*/ 1269888 h 2772020"/>
                <a:gd name="connsiteX4" fmla="*/ 20511 w 8176538"/>
                <a:gd name="connsiteY4" fmla="*/ 147145 h 2772020"/>
                <a:gd name="connsiteX5" fmla="*/ 4088015 w 8176538"/>
                <a:gd name="connsiteY5" fmla="*/ 1566042 h 2772020"/>
                <a:gd name="connsiteX6" fmla="*/ 8176538 w 8176538"/>
                <a:gd name="connsiteY6" fmla="*/ 0 h 2772020"/>
                <a:gd name="connsiteX0" fmla="*/ 8176538 w 8176538"/>
                <a:gd name="connsiteY0" fmla="*/ 0 h 2772339"/>
                <a:gd name="connsiteX1" fmla="*/ 8176538 w 8176538"/>
                <a:gd name="connsiteY1" fmla="*/ 1378890 h 2772339"/>
                <a:gd name="connsiteX2" fmla="*/ 4099034 w 8176538"/>
                <a:gd name="connsiteY2" fmla="*/ 2772020 h 2772339"/>
                <a:gd name="connsiteX3" fmla="*/ 0 w 8176538"/>
                <a:gd name="connsiteY3" fmla="*/ 1269888 h 2772339"/>
                <a:gd name="connsiteX4" fmla="*/ 20511 w 8176538"/>
                <a:gd name="connsiteY4" fmla="*/ 147145 h 2772339"/>
                <a:gd name="connsiteX5" fmla="*/ 4088015 w 8176538"/>
                <a:gd name="connsiteY5" fmla="*/ 1566042 h 2772339"/>
                <a:gd name="connsiteX6" fmla="*/ 8176538 w 8176538"/>
                <a:gd name="connsiteY6" fmla="*/ 0 h 2772339"/>
                <a:gd name="connsiteX0" fmla="*/ 8176538 w 8176538"/>
                <a:gd name="connsiteY0" fmla="*/ 0 h 2825888"/>
                <a:gd name="connsiteX1" fmla="*/ 8176538 w 8176538"/>
                <a:gd name="connsiteY1" fmla="*/ 1378890 h 2825888"/>
                <a:gd name="connsiteX2" fmla="*/ 4099034 w 8176538"/>
                <a:gd name="connsiteY2" fmla="*/ 2825590 h 2825888"/>
                <a:gd name="connsiteX3" fmla="*/ 0 w 8176538"/>
                <a:gd name="connsiteY3" fmla="*/ 1269888 h 2825888"/>
                <a:gd name="connsiteX4" fmla="*/ 20511 w 8176538"/>
                <a:gd name="connsiteY4" fmla="*/ 147145 h 2825888"/>
                <a:gd name="connsiteX5" fmla="*/ 4088015 w 8176538"/>
                <a:gd name="connsiteY5" fmla="*/ 1566042 h 2825888"/>
                <a:gd name="connsiteX6" fmla="*/ 8176538 w 8176538"/>
                <a:gd name="connsiteY6" fmla="*/ 0 h 2825888"/>
                <a:gd name="connsiteX0" fmla="*/ 8165518 w 8165518"/>
                <a:gd name="connsiteY0" fmla="*/ 0 h 2825606"/>
                <a:gd name="connsiteX1" fmla="*/ 8165518 w 8165518"/>
                <a:gd name="connsiteY1" fmla="*/ 1378890 h 2825606"/>
                <a:gd name="connsiteX2" fmla="*/ 4088014 w 8165518"/>
                <a:gd name="connsiteY2" fmla="*/ 2825590 h 2825606"/>
                <a:gd name="connsiteX3" fmla="*/ 0 w 8165518"/>
                <a:gd name="connsiteY3" fmla="*/ 1403811 h 2825606"/>
                <a:gd name="connsiteX4" fmla="*/ 9491 w 8165518"/>
                <a:gd name="connsiteY4" fmla="*/ 147145 h 2825606"/>
                <a:gd name="connsiteX5" fmla="*/ 4076995 w 8165518"/>
                <a:gd name="connsiteY5" fmla="*/ 1566042 h 2825606"/>
                <a:gd name="connsiteX6" fmla="*/ 8165518 w 8165518"/>
                <a:gd name="connsiteY6" fmla="*/ 0 h 2825606"/>
                <a:gd name="connsiteX0" fmla="*/ 8165518 w 8165518"/>
                <a:gd name="connsiteY0" fmla="*/ 0 h 2879174"/>
                <a:gd name="connsiteX1" fmla="*/ 8165518 w 8165518"/>
                <a:gd name="connsiteY1" fmla="*/ 1378890 h 2879174"/>
                <a:gd name="connsiteX2" fmla="*/ 4132092 w 8165518"/>
                <a:gd name="connsiteY2" fmla="*/ 2879159 h 2879174"/>
                <a:gd name="connsiteX3" fmla="*/ 0 w 8165518"/>
                <a:gd name="connsiteY3" fmla="*/ 1403811 h 2879174"/>
                <a:gd name="connsiteX4" fmla="*/ 9491 w 8165518"/>
                <a:gd name="connsiteY4" fmla="*/ 147145 h 2879174"/>
                <a:gd name="connsiteX5" fmla="*/ 4076995 w 8165518"/>
                <a:gd name="connsiteY5" fmla="*/ 1566042 h 2879174"/>
                <a:gd name="connsiteX6" fmla="*/ 8165518 w 8165518"/>
                <a:gd name="connsiteY6" fmla="*/ 0 h 2879174"/>
                <a:gd name="connsiteX0" fmla="*/ 8165518 w 8176537"/>
                <a:gd name="connsiteY0" fmla="*/ 0 h 2879410"/>
                <a:gd name="connsiteX1" fmla="*/ 8176537 w 8176537"/>
                <a:gd name="connsiteY1" fmla="*/ 1499420 h 2879410"/>
                <a:gd name="connsiteX2" fmla="*/ 4132092 w 8176537"/>
                <a:gd name="connsiteY2" fmla="*/ 2879159 h 2879410"/>
                <a:gd name="connsiteX3" fmla="*/ 0 w 8176537"/>
                <a:gd name="connsiteY3" fmla="*/ 1403811 h 2879410"/>
                <a:gd name="connsiteX4" fmla="*/ 9491 w 8176537"/>
                <a:gd name="connsiteY4" fmla="*/ 147145 h 2879410"/>
                <a:gd name="connsiteX5" fmla="*/ 4076995 w 8176537"/>
                <a:gd name="connsiteY5" fmla="*/ 1566042 h 2879410"/>
                <a:gd name="connsiteX6" fmla="*/ 8165518 w 8176537"/>
                <a:gd name="connsiteY6" fmla="*/ 0 h 2879410"/>
                <a:gd name="connsiteX0" fmla="*/ 8165518 w 8176537"/>
                <a:gd name="connsiteY0" fmla="*/ 0 h 2879262"/>
                <a:gd name="connsiteX1" fmla="*/ 8176537 w 8176537"/>
                <a:gd name="connsiteY1" fmla="*/ 1499420 h 2879262"/>
                <a:gd name="connsiteX2" fmla="*/ 4132092 w 8176537"/>
                <a:gd name="connsiteY2" fmla="*/ 2879159 h 2879262"/>
                <a:gd name="connsiteX3" fmla="*/ 0 w 8176537"/>
                <a:gd name="connsiteY3" fmla="*/ 1403811 h 2879262"/>
                <a:gd name="connsiteX4" fmla="*/ 9491 w 8176537"/>
                <a:gd name="connsiteY4" fmla="*/ 147145 h 2879262"/>
                <a:gd name="connsiteX5" fmla="*/ 4076995 w 8176537"/>
                <a:gd name="connsiteY5" fmla="*/ 1566042 h 2879262"/>
                <a:gd name="connsiteX6" fmla="*/ 8165518 w 8176537"/>
                <a:gd name="connsiteY6" fmla="*/ 0 h 2879262"/>
                <a:gd name="connsiteX0" fmla="*/ 8165518 w 8176537"/>
                <a:gd name="connsiteY0" fmla="*/ 0 h 2879163"/>
                <a:gd name="connsiteX1" fmla="*/ 8176537 w 8176537"/>
                <a:gd name="connsiteY1" fmla="*/ 1499420 h 2879163"/>
                <a:gd name="connsiteX2" fmla="*/ 4132092 w 8176537"/>
                <a:gd name="connsiteY2" fmla="*/ 2879159 h 2879163"/>
                <a:gd name="connsiteX3" fmla="*/ 0 w 8176537"/>
                <a:gd name="connsiteY3" fmla="*/ 1510948 h 2879163"/>
                <a:gd name="connsiteX4" fmla="*/ 9491 w 8176537"/>
                <a:gd name="connsiteY4" fmla="*/ 147145 h 2879163"/>
                <a:gd name="connsiteX5" fmla="*/ 4076995 w 8176537"/>
                <a:gd name="connsiteY5" fmla="*/ 1566042 h 2879163"/>
                <a:gd name="connsiteX6" fmla="*/ 8165518 w 8176537"/>
                <a:gd name="connsiteY6" fmla="*/ 0 h 2879163"/>
                <a:gd name="connsiteX0" fmla="*/ 8165518 w 8198577"/>
                <a:gd name="connsiteY0" fmla="*/ 0 h 2879451"/>
                <a:gd name="connsiteX1" fmla="*/ 8198577 w 8198577"/>
                <a:gd name="connsiteY1" fmla="*/ 1606558 h 2879451"/>
                <a:gd name="connsiteX2" fmla="*/ 4132092 w 8198577"/>
                <a:gd name="connsiteY2" fmla="*/ 2879159 h 2879451"/>
                <a:gd name="connsiteX3" fmla="*/ 0 w 8198577"/>
                <a:gd name="connsiteY3" fmla="*/ 1510948 h 2879451"/>
                <a:gd name="connsiteX4" fmla="*/ 9491 w 8198577"/>
                <a:gd name="connsiteY4" fmla="*/ 147145 h 2879451"/>
                <a:gd name="connsiteX5" fmla="*/ 4076995 w 8198577"/>
                <a:gd name="connsiteY5" fmla="*/ 1566042 h 2879451"/>
                <a:gd name="connsiteX6" fmla="*/ 8165518 w 8198577"/>
                <a:gd name="connsiteY6" fmla="*/ 0 h 2879451"/>
                <a:gd name="connsiteX0" fmla="*/ 8165518 w 8165518"/>
                <a:gd name="connsiteY0" fmla="*/ 0 h 2880066"/>
                <a:gd name="connsiteX1" fmla="*/ 8165518 w 8165518"/>
                <a:gd name="connsiteY1" fmla="*/ 1673520 h 2880066"/>
                <a:gd name="connsiteX2" fmla="*/ 4132092 w 8165518"/>
                <a:gd name="connsiteY2" fmla="*/ 2879159 h 2880066"/>
                <a:gd name="connsiteX3" fmla="*/ 0 w 8165518"/>
                <a:gd name="connsiteY3" fmla="*/ 1510948 h 2880066"/>
                <a:gd name="connsiteX4" fmla="*/ 9491 w 8165518"/>
                <a:gd name="connsiteY4" fmla="*/ 147145 h 2880066"/>
                <a:gd name="connsiteX5" fmla="*/ 4076995 w 8165518"/>
                <a:gd name="connsiteY5" fmla="*/ 1566042 h 2880066"/>
                <a:gd name="connsiteX6" fmla="*/ 8165518 w 8165518"/>
                <a:gd name="connsiteY6" fmla="*/ 0 h 2880066"/>
                <a:gd name="connsiteX0" fmla="*/ 8156794 w 8156794"/>
                <a:gd name="connsiteY0" fmla="*/ 0 h 2879270"/>
                <a:gd name="connsiteX1" fmla="*/ 8156794 w 8156794"/>
                <a:gd name="connsiteY1" fmla="*/ 1673520 h 2879270"/>
                <a:gd name="connsiteX2" fmla="*/ 4123368 w 8156794"/>
                <a:gd name="connsiteY2" fmla="*/ 2879159 h 2879270"/>
                <a:gd name="connsiteX3" fmla="*/ 2295 w 8156794"/>
                <a:gd name="connsiteY3" fmla="*/ 1618086 h 2879270"/>
                <a:gd name="connsiteX4" fmla="*/ 767 w 8156794"/>
                <a:gd name="connsiteY4" fmla="*/ 147145 h 2879270"/>
                <a:gd name="connsiteX5" fmla="*/ 4068271 w 8156794"/>
                <a:gd name="connsiteY5" fmla="*/ 1566042 h 2879270"/>
                <a:gd name="connsiteX6" fmla="*/ 8156794 w 8156794"/>
                <a:gd name="connsiteY6" fmla="*/ 0 h 287927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20"/>
                <a:gd name="connsiteX1" fmla="*/ 8156794 w 8156794"/>
                <a:gd name="connsiteY1" fmla="*/ 1673520 h 2973020"/>
                <a:gd name="connsiteX2" fmla="*/ 4134388 w 8156794"/>
                <a:gd name="connsiteY2" fmla="*/ 2972904 h 2973020"/>
                <a:gd name="connsiteX3" fmla="*/ 2295 w 8156794"/>
                <a:gd name="connsiteY3" fmla="*/ 1618086 h 2973020"/>
                <a:gd name="connsiteX4" fmla="*/ 767 w 8156794"/>
                <a:gd name="connsiteY4" fmla="*/ 147145 h 2973020"/>
                <a:gd name="connsiteX5" fmla="*/ 4068271 w 8156794"/>
                <a:gd name="connsiteY5" fmla="*/ 1566042 h 2973020"/>
                <a:gd name="connsiteX6" fmla="*/ 8156794 w 8156794"/>
                <a:gd name="connsiteY6" fmla="*/ 0 h 2973020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141"/>
                <a:gd name="connsiteX1" fmla="*/ 8156794 w 8156794"/>
                <a:gd name="connsiteY1" fmla="*/ 1673520 h 2973141"/>
                <a:gd name="connsiteX2" fmla="*/ 4134388 w 8156794"/>
                <a:gd name="connsiteY2" fmla="*/ 2972904 h 2973141"/>
                <a:gd name="connsiteX3" fmla="*/ 2295 w 8156794"/>
                <a:gd name="connsiteY3" fmla="*/ 1618086 h 2973141"/>
                <a:gd name="connsiteX4" fmla="*/ 767 w 8156794"/>
                <a:gd name="connsiteY4" fmla="*/ 147145 h 2973141"/>
                <a:gd name="connsiteX5" fmla="*/ 4068271 w 8156794"/>
                <a:gd name="connsiteY5" fmla="*/ 1566042 h 2973141"/>
                <a:gd name="connsiteX6" fmla="*/ 8156794 w 8156794"/>
                <a:gd name="connsiteY6" fmla="*/ 0 h 2973141"/>
                <a:gd name="connsiteX0" fmla="*/ 8156794 w 8156794"/>
                <a:gd name="connsiteY0" fmla="*/ 0 h 3066827"/>
                <a:gd name="connsiteX1" fmla="*/ 8156794 w 8156794"/>
                <a:gd name="connsiteY1" fmla="*/ 1673520 h 3066827"/>
                <a:gd name="connsiteX2" fmla="*/ 4123353 w 8156794"/>
                <a:gd name="connsiteY2" fmla="*/ 3066650 h 3066827"/>
                <a:gd name="connsiteX3" fmla="*/ 2295 w 8156794"/>
                <a:gd name="connsiteY3" fmla="*/ 1618086 h 3066827"/>
                <a:gd name="connsiteX4" fmla="*/ 767 w 8156794"/>
                <a:gd name="connsiteY4" fmla="*/ 147145 h 3066827"/>
                <a:gd name="connsiteX5" fmla="*/ 4068271 w 8156794"/>
                <a:gd name="connsiteY5" fmla="*/ 1566042 h 3066827"/>
                <a:gd name="connsiteX6" fmla="*/ 8156794 w 8156794"/>
                <a:gd name="connsiteY6" fmla="*/ 0 h 3066827"/>
                <a:gd name="connsiteX0" fmla="*/ 8123689 w 8156794"/>
                <a:gd name="connsiteY0" fmla="*/ 0 h 2999866"/>
                <a:gd name="connsiteX1" fmla="*/ 8156794 w 8156794"/>
                <a:gd name="connsiteY1" fmla="*/ 1606559 h 2999866"/>
                <a:gd name="connsiteX2" fmla="*/ 4123353 w 8156794"/>
                <a:gd name="connsiteY2" fmla="*/ 2999689 h 2999866"/>
                <a:gd name="connsiteX3" fmla="*/ 2295 w 8156794"/>
                <a:gd name="connsiteY3" fmla="*/ 1551125 h 2999866"/>
                <a:gd name="connsiteX4" fmla="*/ 767 w 8156794"/>
                <a:gd name="connsiteY4" fmla="*/ 80184 h 2999866"/>
                <a:gd name="connsiteX5" fmla="*/ 4068271 w 8156794"/>
                <a:gd name="connsiteY5" fmla="*/ 1499081 h 2999866"/>
                <a:gd name="connsiteX6" fmla="*/ 8123689 w 8156794"/>
                <a:gd name="connsiteY6" fmla="*/ 0 h 2999866"/>
                <a:gd name="connsiteX0" fmla="*/ 8167828 w 8167828"/>
                <a:gd name="connsiteY0" fmla="*/ 0 h 3026651"/>
                <a:gd name="connsiteX1" fmla="*/ 8156794 w 8167828"/>
                <a:gd name="connsiteY1" fmla="*/ 1633344 h 3026651"/>
                <a:gd name="connsiteX2" fmla="*/ 4123353 w 8167828"/>
                <a:gd name="connsiteY2" fmla="*/ 3026474 h 3026651"/>
                <a:gd name="connsiteX3" fmla="*/ 2295 w 8167828"/>
                <a:gd name="connsiteY3" fmla="*/ 1577910 h 3026651"/>
                <a:gd name="connsiteX4" fmla="*/ 767 w 8167828"/>
                <a:gd name="connsiteY4" fmla="*/ 106969 h 3026651"/>
                <a:gd name="connsiteX5" fmla="*/ 4068271 w 8167828"/>
                <a:gd name="connsiteY5" fmla="*/ 1525866 h 3026651"/>
                <a:gd name="connsiteX6" fmla="*/ 8167828 w 8167828"/>
                <a:gd name="connsiteY6" fmla="*/ 0 h 3026651"/>
                <a:gd name="connsiteX0" fmla="*/ 8167828 w 8167828"/>
                <a:gd name="connsiteY0" fmla="*/ 0 h 3027228"/>
                <a:gd name="connsiteX1" fmla="*/ 8145760 w 8167828"/>
                <a:gd name="connsiteY1" fmla="*/ 1686913 h 3027228"/>
                <a:gd name="connsiteX2" fmla="*/ 4123353 w 8167828"/>
                <a:gd name="connsiteY2" fmla="*/ 3026474 h 3027228"/>
                <a:gd name="connsiteX3" fmla="*/ 2295 w 8167828"/>
                <a:gd name="connsiteY3" fmla="*/ 1577910 h 3027228"/>
                <a:gd name="connsiteX4" fmla="*/ 767 w 8167828"/>
                <a:gd name="connsiteY4" fmla="*/ 106969 h 3027228"/>
                <a:gd name="connsiteX5" fmla="*/ 4068271 w 8167828"/>
                <a:gd name="connsiteY5" fmla="*/ 1525866 h 3027228"/>
                <a:gd name="connsiteX6" fmla="*/ 8167828 w 8167828"/>
                <a:gd name="connsiteY6" fmla="*/ 0 h 3027228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23689 w 8145760"/>
                <a:gd name="connsiteY0" fmla="*/ 13560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9 w 8145760"/>
                <a:gd name="connsiteY6" fmla="*/ 13560 h 2920259"/>
                <a:gd name="connsiteX0" fmla="*/ 8178863 w 8178863"/>
                <a:gd name="connsiteY0" fmla="*/ 26952 h 2920259"/>
                <a:gd name="connsiteX1" fmla="*/ 8145760 w 8178863"/>
                <a:gd name="connsiteY1" fmla="*/ 1579944 h 2920259"/>
                <a:gd name="connsiteX2" fmla="*/ 4123353 w 8178863"/>
                <a:gd name="connsiteY2" fmla="*/ 2919505 h 2920259"/>
                <a:gd name="connsiteX3" fmla="*/ 2295 w 8178863"/>
                <a:gd name="connsiteY3" fmla="*/ 1470941 h 2920259"/>
                <a:gd name="connsiteX4" fmla="*/ 767 w 8178863"/>
                <a:gd name="connsiteY4" fmla="*/ 0 h 2920259"/>
                <a:gd name="connsiteX5" fmla="*/ 4068271 w 8178863"/>
                <a:gd name="connsiteY5" fmla="*/ 1418897 h 2920259"/>
                <a:gd name="connsiteX6" fmla="*/ 8178863 w 8178863"/>
                <a:gd name="connsiteY6" fmla="*/ 26952 h 2920259"/>
                <a:gd name="connsiteX0" fmla="*/ 8167827 w 8167827"/>
                <a:gd name="connsiteY0" fmla="*/ 40343 h 2920259"/>
                <a:gd name="connsiteX1" fmla="*/ 8145760 w 8167827"/>
                <a:gd name="connsiteY1" fmla="*/ 1579944 h 2920259"/>
                <a:gd name="connsiteX2" fmla="*/ 4123353 w 8167827"/>
                <a:gd name="connsiteY2" fmla="*/ 2919505 h 2920259"/>
                <a:gd name="connsiteX3" fmla="*/ 2295 w 8167827"/>
                <a:gd name="connsiteY3" fmla="*/ 1470941 h 2920259"/>
                <a:gd name="connsiteX4" fmla="*/ 767 w 8167827"/>
                <a:gd name="connsiteY4" fmla="*/ 0 h 2920259"/>
                <a:gd name="connsiteX5" fmla="*/ 4068271 w 8167827"/>
                <a:gd name="connsiteY5" fmla="*/ 1418897 h 2920259"/>
                <a:gd name="connsiteX6" fmla="*/ 8167827 w 8167827"/>
                <a:gd name="connsiteY6" fmla="*/ 40343 h 2920259"/>
                <a:gd name="connsiteX0" fmla="*/ 8123687 w 8145760"/>
                <a:gd name="connsiteY0" fmla="*/ 53735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7 w 8145760"/>
                <a:gd name="connsiteY6" fmla="*/ 53735 h 2920259"/>
                <a:gd name="connsiteX0" fmla="*/ 8161918 w 8161918"/>
                <a:gd name="connsiteY0" fmla="*/ 0 h 2943855"/>
                <a:gd name="connsiteX1" fmla="*/ 8145760 w 8161918"/>
                <a:gd name="connsiteY1" fmla="*/ 1603540 h 2943855"/>
                <a:gd name="connsiteX2" fmla="*/ 4123353 w 8161918"/>
                <a:gd name="connsiteY2" fmla="*/ 2943101 h 2943855"/>
                <a:gd name="connsiteX3" fmla="*/ 2295 w 8161918"/>
                <a:gd name="connsiteY3" fmla="*/ 1494537 h 2943855"/>
                <a:gd name="connsiteX4" fmla="*/ 767 w 8161918"/>
                <a:gd name="connsiteY4" fmla="*/ 23596 h 2943855"/>
                <a:gd name="connsiteX5" fmla="*/ 4068271 w 8161918"/>
                <a:gd name="connsiteY5" fmla="*/ 1442493 h 2943855"/>
                <a:gd name="connsiteX6" fmla="*/ 8161918 w 8161918"/>
                <a:gd name="connsiteY6" fmla="*/ 0 h 2943855"/>
                <a:gd name="connsiteX0" fmla="*/ 8144926 w 8145760"/>
                <a:gd name="connsiteY0" fmla="*/ 43424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44926 w 8145760"/>
                <a:gd name="connsiteY6" fmla="*/ 43424 h 2920259"/>
                <a:gd name="connsiteX0" fmla="*/ 8161918 w 8161918"/>
                <a:gd name="connsiteY0" fmla="*/ 0 h 2959321"/>
                <a:gd name="connsiteX1" fmla="*/ 8145760 w 8161918"/>
                <a:gd name="connsiteY1" fmla="*/ 1619006 h 2959321"/>
                <a:gd name="connsiteX2" fmla="*/ 4123353 w 8161918"/>
                <a:gd name="connsiteY2" fmla="*/ 2958567 h 2959321"/>
                <a:gd name="connsiteX3" fmla="*/ 2295 w 8161918"/>
                <a:gd name="connsiteY3" fmla="*/ 1510003 h 2959321"/>
                <a:gd name="connsiteX4" fmla="*/ 767 w 8161918"/>
                <a:gd name="connsiteY4" fmla="*/ 39062 h 2959321"/>
                <a:gd name="connsiteX5" fmla="*/ 4068271 w 8161918"/>
                <a:gd name="connsiteY5" fmla="*/ 1457959 h 2959321"/>
                <a:gd name="connsiteX6" fmla="*/ 8161918 w 8161918"/>
                <a:gd name="connsiteY6" fmla="*/ 0 h 2959321"/>
                <a:gd name="connsiteX0" fmla="*/ 8161918 w 8162752"/>
                <a:gd name="connsiteY0" fmla="*/ 0 h 2959488"/>
                <a:gd name="connsiteX1" fmla="*/ 8162752 w 8162752"/>
                <a:gd name="connsiteY1" fmla="*/ 1629317 h 2959488"/>
                <a:gd name="connsiteX2" fmla="*/ 4123353 w 8162752"/>
                <a:gd name="connsiteY2" fmla="*/ 2958567 h 2959488"/>
                <a:gd name="connsiteX3" fmla="*/ 2295 w 8162752"/>
                <a:gd name="connsiteY3" fmla="*/ 1510003 h 2959488"/>
                <a:gd name="connsiteX4" fmla="*/ 767 w 8162752"/>
                <a:gd name="connsiteY4" fmla="*/ 39062 h 2959488"/>
                <a:gd name="connsiteX5" fmla="*/ 4068271 w 8162752"/>
                <a:gd name="connsiteY5" fmla="*/ 1457959 h 2959488"/>
                <a:gd name="connsiteX6" fmla="*/ 8161918 w 8162752"/>
                <a:gd name="connsiteY6" fmla="*/ 0 h 2959488"/>
                <a:gd name="connsiteX0" fmla="*/ 8165930 w 8166764"/>
                <a:gd name="connsiteY0" fmla="*/ 7337 h 2966825"/>
                <a:gd name="connsiteX1" fmla="*/ 8166764 w 8166764"/>
                <a:gd name="connsiteY1" fmla="*/ 1636654 h 2966825"/>
                <a:gd name="connsiteX2" fmla="*/ 4127365 w 8166764"/>
                <a:gd name="connsiteY2" fmla="*/ 2965904 h 2966825"/>
                <a:gd name="connsiteX3" fmla="*/ 6307 w 8166764"/>
                <a:gd name="connsiteY3" fmla="*/ 1517340 h 2966825"/>
                <a:gd name="connsiteX4" fmla="*/ 532 w 8166764"/>
                <a:gd name="connsiteY4" fmla="*/ 0 h 2966825"/>
                <a:gd name="connsiteX5" fmla="*/ 4072283 w 8166764"/>
                <a:gd name="connsiteY5" fmla="*/ 1465296 h 2966825"/>
                <a:gd name="connsiteX6" fmla="*/ 8165930 w 8166764"/>
                <a:gd name="connsiteY6" fmla="*/ 7337 h 2966825"/>
                <a:gd name="connsiteX0" fmla="*/ 8168119 w 8168953"/>
                <a:gd name="connsiteY0" fmla="*/ 7337 h 2966682"/>
                <a:gd name="connsiteX1" fmla="*/ 8168953 w 8168953"/>
                <a:gd name="connsiteY1" fmla="*/ 1636654 h 2966682"/>
                <a:gd name="connsiteX2" fmla="*/ 4129554 w 8168953"/>
                <a:gd name="connsiteY2" fmla="*/ 2965904 h 2966682"/>
                <a:gd name="connsiteX3" fmla="*/ 0 w 8168953"/>
                <a:gd name="connsiteY3" fmla="*/ 1527651 h 2966682"/>
                <a:gd name="connsiteX4" fmla="*/ 2721 w 8168953"/>
                <a:gd name="connsiteY4" fmla="*/ 0 h 2966682"/>
                <a:gd name="connsiteX5" fmla="*/ 4074472 w 8168953"/>
                <a:gd name="connsiteY5" fmla="*/ 1465296 h 2966682"/>
                <a:gd name="connsiteX6" fmla="*/ 8168119 w 8168953"/>
                <a:gd name="connsiteY6" fmla="*/ 7337 h 2966682"/>
                <a:gd name="connsiteX0" fmla="*/ 8168119 w 8168953"/>
                <a:gd name="connsiteY0" fmla="*/ 7337 h 3100377"/>
                <a:gd name="connsiteX1" fmla="*/ 8168953 w 8168953"/>
                <a:gd name="connsiteY1" fmla="*/ 1636654 h 3100377"/>
                <a:gd name="connsiteX2" fmla="*/ 4118520 w 8168953"/>
                <a:gd name="connsiteY2" fmla="*/ 3099826 h 3100377"/>
                <a:gd name="connsiteX3" fmla="*/ 0 w 8168953"/>
                <a:gd name="connsiteY3" fmla="*/ 1527651 h 3100377"/>
                <a:gd name="connsiteX4" fmla="*/ 2721 w 8168953"/>
                <a:gd name="connsiteY4" fmla="*/ 0 h 3100377"/>
                <a:gd name="connsiteX5" fmla="*/ 4074472 w 8168953"/>
                <a:gd name="connsiteY5" fmla="*/ 1465296 h 3100377"/>
                <a:gd name="connsiteX6" fmla="*/ 8168119 w 8168953"/>
                <a:gd name="connsiteY6" fmla="*/ 7337 h 3100377"/>
                <a:gd name="connsiteX0" fmla="*/ 8168119 w 8168953"/>
                <a:gd name="connsiteY0" fmla="*/ 7337 h 3100429"/>
                <a:gd name="connsiteX1" fmla="*/ 8168953 w 8168953"/>
                <a:gd name="connsiteY1" fmla="*/ 1636654 h 3100429"/>
                <a:gd name="connsiteX2" fmla="*/ 4118520 w 8168953"/>
                <a:gd name="connsiteY2" fmla="*/ 3099826 h 3100429"/>
                <a:gd name="connsiteX3" fmla="*/ 0 w 8168953"/>
                <a:gd name="connsiteY3" fmla="*/ 1527651 h 3100429"/>
                <a:gd name="connsiteX4" fmla="*/ 2721 w 8168953"/>
                <a:gd name="connsiteY4" fmla="*/ 0 h 3100429"/>
                <a:gd name="connsiteX5" fmla="*/ 4074472 w 8168953"/>
                <a:gd name="connsiteY5" fmla="*/ 1465296 h 3100429"/>
                <a:gd name="connsiteX6" fmla="*/ 8168119 w 8168953"/>
                <a:gd name="connsiteY6" fmla="*/ 7337 h 3100429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166683" h="3099826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bg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                   </a:t>
              </a:r>
            </a:p>
          </p:txBody>
        </p:sp>
        <p:sp>
          <p:nvSpPr>
            <p:cNvPr id="113" name="Oval 112">
              <a:extLst>
                <a:ext uri="{FF2B5EF4-FFF2-40B4-BE49-F238E27FC236}">
                  <a16:creationId xmlns:a16="http://schemas.microsoft.com/office/drawing/2014/main" id="{D4F846E9-5E5D-9246-A16E-A37E1F2DB7E1}"/>
                </a:ext>
              </a:extLst>
            </p:cNvPr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              </a:t>
              </a:r>
            </a:p>
          </p:txBody>
        </p:sp>
        <p:grpSp>
          <p:nvGrpSpPr>
            <p:cNvPr id="114" name="Group 113">
              <a:extLst>
                <a:ext uri="{FF2B5EF4-FFF2-40B4-BE49-F238E27FC236}">
                  <a16:creationId xmlns:a16="http://schemas.microsoft.com/office/drawing/2014/main" id="{6C080F1D-CE13-8A4D-AE86-A9987401AEFE}"/>
                </a:ext>
              </a:extLst>
            </p:cNvPr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115" name="Freeform 114">
                <a:extLst>
                  <a:ext uri="{FF2B5EF4-FFF2-40B4-BE49-F238E27FC236}">
                    <a16:creationId xmlns:a16="http://schemas.microsoft.com/office/drawing/2014/main" id="{C92B06F2-78EF-804D-8E0C-DCE71C44A562}"/>
                  </a:ext>
                </a:extLst>
              </p:cNvPr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avLst/>
                <a:gdLst>
                  <a:gd name="connsiteX0" fmla="*/ 3725333 w 4588933"/>
                  <a:gd name="connsiteY0" fmla="*/ 0 h 1049866"/>
                  <a:gd name="connsiteX1" fmla="*/ 4588933 w 4588933"/>
                  <a:gd name="connsiteY1" fmla="*/ 270933 h 1049866"/>
                  <a:gd name="connsiteX2" fmla="*/ 3962400 w 4588933"/>
                  <a:gd name="connsiteY2" fmla="*/ 541866 h 1049866"/>
                  <a:gd name="connsiteX3" fmla="*/ 3742267 w 4588933"/>
                  <a:gd name="connsiteY3" fmla="*/ 457200 h 1049866"/>
                  <a:gd name="connsiteX4" fmla="*/ 2269067 w 4588933"/>
                  <a:gd name="connsiteY4" fmla="*/ 1049866 h 1049866"/>
                  <a:gd name="connsiteX5" fmla="*/ 880533 w 4588933"/>
                  <a:gd name="connsiteY5" fmla="*/ 457200 h 1049866"/>
                  <a:gd name="connsiteX6" fmla="*/ 592667 w 4588933"/>
                  <a:gd name="connsiteY6" fmla="*/ 541866 h 1049866"/>
                  <a:gd name="connsiteX7" fmla="*/ 0 w 4588933"/>
                  <a:gd name="connsiteY7" fmla="*/ 254000 h 1049866"/>
                  <a:gd name="connsiteX8" fmla="*/ 880533 w 4588933"/>
                  <a:gd name="connsiteY8" fmla="*/ 16933 h 1049866"/>
                  <a:gd name="connsiteX9" fmla="*/ 2302933 w 4588933"/>
                  <a:gd name="connsiteY9" fmla="*/ 626533 h 1049866"/>
                  <a:gd name="connsiteX10" fmla="*/ 3725333 w 4588933"/>
                  <a:gd name="connsiteY10" fmla="*/ 0 h 1049866"/>
                  <a:gd name="connsiteX0" fmla="*/ 3725333 w 4641485"/>
                  <a:gd name="connsiteY0" fmla="*/ 0 h 1049866"/>
                  <a:gd name="connsiteX1" fmla="*/ 4641485 w 4641485"/>
                  <a:gd name="connsiteY1" fmla="*/ 239402 h 1049866"/>
                  <a:gd name="connsiteX2" fmla="*/ 3962400 w 4641485"/>
                  <a:gd name="connsiteY2" fmla="*/ 541866 h 1049866"/>
                  <a:gd name="connsiteX3" fmla="*/ 3742267 w 4641485"/>
                  <a:gd name="connsiteY3" fmla="*/ 457200 h 1049866"/>
                  <a:gd name="connsiteX4" fmla="*/ 2269067 w 4641485"/>
                  <a:gd name="connsiteY4" fmla="*/ 1049866 h 1049866"/>
                  <a:gd name="connsiteX5" fmla="*/ 880533 w 4641485"/>
                  <a:gd name="connsiteY5" fmla="*/ 457200 h 1049866"/>
                  <a:gd name="connsiteX6" fmla="*/ 592667 w 4641485"/>
                  <a:gd name="connsiteY6" fmla="*/ 541866 h 1049866"/>
                  <a:gd name="connsiteX7" fmla="*/ 0 w 4641485"/>
                  <a:gd name="connsiteY7" fmla="*/ 254000 h 1049866"/>
                  <a:gd name="connsiteX8" fmla="*/ 880533 w 4641485"/>
                  <a:gd name="connsiteY8" fmla="*/ 16933 h 1049866"/>
                  <a:gd name="connsiteX9" fmla="*/ 2302933 w 4641485"/>
                  <a:gd name="connsiteY9" fmla="*/ 626533 h 1049866"/>
                  <a:gd name="connsiteX10" fmla="*/ 3725333 w 4641485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73798 w 4673016"/>
                  <a:gd name="connsiteY3" fmla="*/ 45720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84308 w 4673016"/>
                  <a:gd name="connsiteY3" fmla="*/ 404648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815839 w 4673016"/>
                  <a:gd name="connsiteY3" fmla="*/ 46771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4673016" h="104986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116" name="Freeform 115">
                <a:extLst>
                  <a:ext uri="{FF2B5EF4-FFF2-40B4-BE49-F238E27FC236}">
                    <a16:creationId xmlns:a16="http://schemas.microsoft.com/office/drawing/2014/main" id="{C074DBD1-927C-2B4D-B10B-DD852445FB27}"/>
                  </a:ext>
                </a:extLst>
              </p:cNvPr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avLst/>
                <a:gdLst>
                  <a:gd name="connsiteX0" fmla="*/ 21021 w 1744718"/>
                  <a:gd name="connsiteY0" fmla="*/ 0 h 903890"/>
                  <a:gd name="connsiteX1" fmla="*/ 1744718 w 1744718"/>
                  <a:gd name="connsiteY1" fmla="*/ 693683 h 903890"/>
                  <a:gd name="connsiteX2" fmla="*/ 1145628 w 1744718"/>
                  <a:gd name="connsiteY2" fmla="*/ 903890 h 903890"/>
                  <a:gd name="connsiteX3" fmla="*/ 0 w 1744718"/>
                  <a:gd name="connsiteY3" fmla="*/ 451945 h 903890"/>
                  <a:gd name="connsiteX4" fmla="*/ 21021 w 1744718"/>
                  <a:gd name="connsiteY4" fmla="*/ 0 h 9038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44718" h="903890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117" name="Freeform 116">
                <a:extLst>
                  <a:ext uri="{FF2B5EF4-FFF2-40B4-BE49-F238E27FC236}">
                    <a16:creationId xmlns:a16="http://schemas.microsoft.com/office/drawing/2014/main" id="{BC9D84BC-889B-C849-9229-D2795054B391}"/>
                  </a:ext>
                </a:extLst>
              </p:cNvPr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avLst/>
                <a:gdLst>
                  <a:gd name="connsiteX0" fmla="*/ 1702676 w 1713187"/>
                  <a:gd name="connsiteY0" fmla="*/ 0 h 893380"/>
                  <a:gd name="connsiteX1" fmla="*/ 1713187 w 1713187"/>
                  <a:gd name="connsiteY1" fmla="*/ 472966 h 893380"/>
                  <a:gd name="connsiteX2" fmla="*/ 578069 w 1713187"/>
                  <a:gd name="connsiteY2" fmla="*/ 893380 h 893380"/>
                  <a:gd name="connsiteX3" fmla="*/ 0 w 1713187"/>
                  <a:gd name="connsiteY3" fmla="*/ 693683 h 893380"/>
                  <a:gd name="connsiteX4" fmla="*/ 1702676 w 1713187"/>
                  <a:gd name="connsiteY4" fmla="*/ 0 h 8933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13187" h="893380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118" name="Freeform 117">
                <a:extLst>
                  <a:ext uri="{FF2B5EF4-FFF2-40B4-BE49-F238E27FC236}">
                    <a16:creationId xmlns:a16="http://schemas.microsoft.com/office/drawing/2014/main" id="{9073BE05-706B-1446-BB36-AB53194859CD}"/>
                  </a:ext>
                </a:extLst>
              </p:cNvPr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avLst/>
                <a:gdLst>
                  <a:gd name="connsiteX0" fmla="*/ 599089 w 4162096"/>
                  <a:gd name="connsiteY0" fmla="*/ 273269 h 1618593"/>
                  <a:gd name="connsiteX1" fmla="*/ 882869 w 4162096"/>
                  <a:gd name="connsiteY1" fmla="*/ 199697 h 1618593"/>
                  <a:gd name="connsiteX2" fmla="*/ 2312276 w 4162096"/>
                  <a:gd name="connsiteY2" fmla="*/ 798786 h 1618593"/>
                  <a:gd name="connsiteX3" fmla="*/ 3794234 w 4162096"/>
                  <a:gd name="connsiteY3" fmla="*/ 199697 h 1618593"/>
                  <a:gd name="connsiteX4" fmla="*/ 4014951 w 4162096"/>
                  <a:gd name="connsiteY4" fmla="*/ 273269 h 1618593"/>
                  <a:gd name="connsiteX5" fmla="*/ 3058510 w 4162096"/>
                  <a:gd name="connsiteY5" fmla="*/ 641131 h 1618593"/>
                  <a:gd name="connsiteX6" fmla="*/ 3026979 w 4162096"/>
                  <a:gd name="connsiteY6" fmla="*/ 1114097 h 1618593"/>
                  <a:gd name="connsiteX7" fmla="*/ 4162096 w 4162096"/>
                  <a:gd name="connsiteY7" fmla="*/ 1545021 h 1618593"/>
                  <a:gd name="connsiteX8" fmla="*/ 3878317 w 4162096"/>
                  <a:gd name="connsiteY8" fmla="*/ 1608083 h 1618593"/>
                  <a:gd name="connsiteX9" fmla="*/ 2301765 w 4162096"/>
                  <a:gd name="connsiteY9" fmla="*/ 945931 h 1618593"/>
                  <a:gd name="connsiteX10" fmla="*/ 693682 w 4162096"/>
                  <a:gd name="connsiteY10" fmla="*/ 1618593 h 1618593"/>
                  <a:gd name="connsiteX11" fmla="*/ 430924 w 4162096"/>
                  <a:gd name="connsiteY11" fmla="*/ 1524000 h 1618593"/>
                  <a:gd name="connsiteX12" fmla="*/ 1576551 w 4162096"/>
                  <a:gd name="connsiteY12" fmla="*/ 1082566 h 1618593"/>
                  <a:gd name="connsiteX13" fmla="*/ 1545020 w 4162096"/>
                  <a:gd name="connsiteY13" fmla="*/ 609600 h 1618593"/>
                  <a:gd name="connsiteX14" fmla="*/ 0 w 4162096"/>
                  <a:gd name="connsiteY14" fmla="*/ 0 h 1618593"/>
                  <a:gd name="connsiteX15" fmla="*/ 872358 w 4162096"/>
                  <a:gd name="connsiteY15" fmla="*/ 210207 h 1618593"/>
                  <a:gd name="connsiteX16" fmla="*/ 872358 w 4162096"/>
                  <a:gd name="connsiteY16" fmla="*/ 210207 h 1618593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15" fmla="*/ 441434 w 3731172"/>
                  <a:gd name="connsiteY15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357351 w 3731172"/>
                  <a:gd name="connsiteY14" fmla="*/ 115613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56137 w 3731172"/>
                  <a:gd name="connsiteY13" fmla="*/ 441434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903890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575034 w 3710151"/>
                  <a:gd name="connsiteY6" fmla="*/ 91440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06565 w 3710151"/>
                  <a:gd name="connsiteY6" fmla="*/ 92491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5151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09858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62012 w 3725019"/>
                  <a:gd name="connsiteY0" fmla="*/ 73572 h 1418896"/>
                  <a:gd name="connsiteX1" fmla="*/ 445792 w 3725019"/>
                  <a:gd name="connsiteY1" fmla="*/ 0 h 1418896"/>
                  <a:gd name="connsiteX2" fmla="*/ 1852896 w 3725019"/>
                  <a:gd name="connsiteY2" fmla="*/ 591655 h 1418896"/>
                  <a:gd name="connsiteX3" fmla="*/ 3357157 w 3725019"/>
                  <a:gd name="connsiteY3" fmla="*/ 0 h 1418896"/>
                  <a:gd name="connsiteX4" fmla="*/ 3577874 w 3725019"/>
                  <a:gd name="connsiteY4" fmla="*/ 73572 h 1418896"/>
                  <a:gd name="connsiteX5" fmla="*/ 2632585 w 3725019"/>
                  <a:gd name="connsiteY5" fmla="*/ 448868 h 1418896"/>
                  <a:gd name="connsiteX6" fmla="*/ 2625150 w 3725019"/>
                  <a:gd name="connsiteY6" fmla="*/ 902607 h 1418896"/>
                  <a:gd name="connsiteX7" fmla="*/ 3725019 w 3725019"/>
                  <a:gd name="connsiteY7" fmla="*/ 1345324 h 1418896"/>
                  <a:gd name="connsiteX8" fmla="*/ 3441240 w 3725019"/>
                  <a:gd name="connsiteY8" fmla="*/ 1408386 h 1418896"/>
                  <a:gd name="connsiteX9" fmla="*/ 1864688 w 3725019"/>
                  <a:gd name="connsiteY9" fmla="*/ 746234 h 1418896"/>
                  <a:gd name="connsiteX10" fmla="*/ 256605 w 3725019"/>
                  <a:gd name="connsiteY10" fmla="*/ 1418896 h 1418896"/>
                  <a:gd name="connsiteX11" fmla="*/ 0 w 3725019"/>
                  <a:gd name="connsiteY11" fmla="*/ 1331097 h 1418896"/>
                  <a:gd name="connsiteX12" fmla="*/ 1113454 w 3725019"/>
                  <a:gd name="connsiteY12" fmla="*/ 903890 h 1418896"/>
                  <a:gd name="connsiteX13" fmla="*/ 1102302 w 3725019"/>
                  <a:gd name="connsiteY13" fmla="*/ 451945 h 1418896"/>
                  <a:gd name="connsiteX14" fmla="*/ 183032 w 3725019"/>
                  <a:gd name="connsiteY14" fmla="*/ 84081 h 1418896"/>
                  <a:gd name="connsiteX15" fmla="*/ 162012 w 3725019"/>
                  <a:gd name="connsiteY15" fmla="*/ 73572 h 14188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725019" h="1418896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</p:grpSp>
      </p:grpSp>
      <p:grpSp>
        <p:nvGrpSpPr>
          <p:cNvPr id="3" name="Group 2">
            <a:extLst>
              <a:ext uri="{FF2B5EF4-FFF2-40B4-BE49-F238E27FC236}">
                <a16:creationId xmlns:a16="http://schemas.microsoft.com/office/drawing/2014/main" id="{C584E5A3-CC37-804B-8E37-84F25E87BC63}"/>
              </a:ext>
            </a:extLst>
          </p:cNvPr>
          <p:cNvGrpSpPr/>
          <p:nvPr/>
        </p:nvGrpSpPr>
        <p:grpSpPr>
          <a:xfrm>
            <a:off x="8867832" y="4245561"/>
            <a:ext cx="456701" cy="226548"/>
            <a:chOff x="6859123" y="5156933"/>
            <a:chExt cx="456701" cy="226548"/>
          </a:xfrm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C093256C-E351-F04F-8F57-8CBAADAD32D9}"/>
                </a:ext>
              </a:extLst>
            </p:cNvPr>
            <p:cNvSpPr/>
            <p:nvPr/>
          </p:nvSpPr>
          <p:spPr>
            <a:xfrm>
              <a:off x="6859123" y="5156933"/>
              <a:ext cx="456701" cy="226548"/>
            </a:xfrm>
            <a:prstGeom prst="rect">
              <a:avLst/>
            </a:prstGeom>
            <a:solidFill>
              <a:srgbClr val="F989B2"/>
            </a:solidFill>
            <a:ln w="127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0C154E25-F682-744F-8785-AB5EDB9A5A5F}"/>
                </a:ext>
              </a:extLst>
            </p:cNvPr>
            <p:cNvCxnSpPr/>
            <p:nvPr/>
          </p:nvCxnSpPr>
          <p:spPr>
            <a:xfrm flipV="1">
              <a:off x="7249115" y="5189971"/>
              <a:ext cx="0" cy="155752"/>
            </a:xfrm>
            <a:prstGeom prst="line">
              <a:avLst/>
            </a:prstGeom>
            <a:ln w="127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4" name="Straight Connector 213">
              <a:extLst>
                <a:ext uri="{FF2B5EF4-FFF2-40B4-BE49-F238E27FC236}">
                  <a16:creationId xmlns:a16="http://schemas.microsoft.com/office/drawing/2014/main" id="{E29C5F0A-310C-1443-A4BF-D9B6A1F9EDB9}"/>
                </a:ext>
              </a:extLst>
            </p:cNvPr>
            <p:cNvCxnSpPr/>
            <p:nvPr/>
          </p:nvCxnSpPr>
          <p:spPr>
            <a:xfrm flipV="1">
              <a:off x="7197800" y="5189971"/>
              <a:ext cx="0" cy="155752"/>
            </a:xfrm>
            <a:prstGeom prst="line">
              <a:avLst/>
            </a:prstGeom>
            <a:ln w="127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5" name="Straight Connector 214">
              <a:extLst>
                <a:ext uri="{FF2B5EF4-FFF2-40B4-BE49-F238E27FC236}">
                  <a16:creationId xmlns:a16="http://schemas.microsoft.com/office/drawing/2014/main" id="{B65FCB07-1990-1F40-B6A0-2DC9A68091B3}"/>
                </a:ext>
              </a:extLst>
            </p:cNvPr>
            <p:cNvCxnSpPr/>
            <p:nvPr/>
          </p:nvCxnSpPr>
          <p:spPr>
            <a:xfrm flipV="1">
              <a:off x="7146485" y="5189971"/>
              <a:ext cx="0" cy="155752"/>
            </a:xfrm>
            <a:prstGeom prst="line">
              <a:avLst/>
            </a:prstGeom>
            <a:ln w="127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6" name="Straight Connector 215">
              <a:extLst>
                <a:ext uri="{FF2B5EF4-FFF2-40B4-BE49-F238E27FC236}">
                  <a16:creationId xmlns:a16="http://schemas.microsoft.com/office/drawing/2014/main" id="{E0B89AD6-5E3A-1642-BCCA-337C835BC035}"/>
                </a:ext>
              </a:extLst>
            </p:cNvPr>
            <p:cNvCxnSpPr/>
            <p:nvPr/>
          </p:nvCxnSpPr>
          <p:spPr>
            <a:xfrm flipV="1">
              <a:off x="7095171" y="5189971"/>
              <a:ext cx="0" cy="155752"/>
            </a:xfrm>
            <a:prstGeom prst="line">
              <a:avLst/>
            </a:prstGeom>
            <a:ln w="127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7" name="Straight Connector 216">
              <a:extLst>
                <a:ext uri="{FF2B5EF4-FFF2-40B4-BE49-F238E27FC236}">
                  <a16:creationId xmlns:a16="http://schemas.microsoft.com/office/drawing/2014/main" id="{35A1AE44-6AB7-1949-9184-889F736756EC}"/>
                </a:ext>
              </a:extLst>
            </p:cNvPr>
            <p:cNvCxnSpPr/>
            <p:nvPr/>
          </p:nvCxnSpPr>
          <p:spPr>
            <a:xfrm flipV="1">
              <a:off x="7043856" y="5189971"/>
              <a:ext cx="0" cy="155752"/>
            </a:xfrm>
            <a:prstGeom prst="line">
              <a:avLst/>
            </a:prstGeom>
            <a:ln w="127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8" name="Straight Connector 217">
              <a:extLst>
                <a:ext uri="{FF2B5EF4-FFF2-40B4-BE49-F238E27FC236}">
                  <a16:creationId xmlns:a16="http://schemas.microsoft.com/office/drawing/2014/main" id="{C564862D-347A-7E41-8F9D-0ADF80768A2B}"/>
                </a:ext>
              </a:extLst>
            </p:cNvPr>
            <p:cNvCxnSpPr/>
            <p:nvPr/>
          </p:nvCxnSpPr>
          <p:spPr>
            <a:xfrm flipV="1">
              <a:off x="6992541" y="5189971"/>
              <a:ext cx="0" cy="155752"/>
            </a:xfrm>
            <a:prstGeom prst="line">
              <a:avLst/>
            </a:prstGeom>
            <a:ln w="127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9" name="Straight Connector 218">
              <a:extLst>
                <a:ext uri="{FF2B5EF4-FFF2-40B4-BE49-F238E27FC236}">
                  <a16:creationId xmlns:a16="http://schemas.microsoft.com/office/drawing/2014/main" id="{AC855F5F-C9C2-4744-9B1E-696B4F0DB89C}"/>
                </a:ext>
              </a:extLst>
            </p:cNvPr>
            <p:cNvCxnSpPr/>
            <p:nvPr/>
          </p:nvCxnSpPr>
          <p:spPr>
            <a:xfrm flipV="1">
              <a:off x="6941227" y="5189971"/>
              <a:ext cx="0" cy="155752"/>
            </a:xfrm>
            <a:prstGeom prst="line">
              <a:avLst/>
            </a:prstGeom>
            <a:ln w="127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2D3DD9EA-3345-8345-9221-C06D0834BC89}"/>
              </a:ext>
            </a:extLst>
          </p:cNvPr>
          <p:cNvGrpSpPr/>
          <p:nvPr/>
        </p:nvGrpSpPr>
        <p:grpSpPr>
          <a:xfrm>
            <a:off x="7428575" y="2677315"/>
            <a:ext cx="3355719" cy="1705017"/>
            <a:chOff x="7428575" y="2677315"/>
            <a:chExt cx="3355719" cy="1705017"/>
          </a:xfrm>
        </p:grpSpPr>
        <p:sp>
          <p:nvSpPr>
            <p:cNvPr id="13" name="Freeform 12">
              <a:extLst>
                <a:ext uri="{FF2B5EF4-FFF2-40B4-BE49-F238E27FC236}">
                  <a16:creationId xmlns:a16="http://schemas.microsoft.com/office/drawing/2014/main" id="{F7906425-B196-CC44-BB40-5ACEF23B0A29}"/>
                </a:ext>
              </a:extLst>
            </p:cNvPr>
            <p:cNvSpPr/>
            <p:nvPr/>
          </p:nvSpPr>
          <p:spPr>
            <a:xfrm>
              <a:off x="9335149" y="2701273"/>
              <a:ext cx="1406838" cy="1681059"/>
            </a:xfrm>
            <a:custGeom>
              <a:avLst/>
              <a:gdLst>
                <a:gd name="connsiteX0" fmla="*/ 0 w 1541303"/>
                <a:gd name="connsiteY0" fmla="*/ 1605191 h 1605191"/>
                <a:gd name="connsiteX1" fmla="*/ 539056 w 1541303"/>
                <a:gd name="connsiteY1" fmla="*/ 1389568 h 1605191"/>
                <a:gd name="connsiteX2" fmla="*/ 1541303 w 1541303"/>
                <a:gd name="connsiteY2" fmla="*/ 1369603 h 1605191"/>
                <a:gd name="connsiteX3" fmla="*/ 1533317 w 1541303"/>
                <a:gd name="connsiteY3" fmla="*/ 0 h 1605191"/>
                <a:gd name="connsiteX0" fmla="*/ 0 w 1541303"/>
                <a:gd name="connsiteY0" fmla="*/ 1681059 h 1681059"/>
                <a:gd name="connsiteX1" fmla="*/ 539056 w 1541303"/>
                <a:gd name="connsiteY1" fmla="*/ 1465436 h 1681059"/>
                <a:gd name="connsiteX2" fmla="*/ 1541303 w 1541303"/>
                <a:gd name="connsiteY2" fmla="*/ 1445471 h 1681059"/>
                <a:gd name="connsiteX3" fmla="*/ 1525331 w 1541303"/>
                <a:gd name="connsiteY3" fmla="*/ 0 h 16810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541303" h="1681059">
                  <a:moveTo>
                    <a:pt x="0" y="1681059"/>
                  </a:moveTo>
                  <a:lnTo>
                    <a:pt x="539056" y="1465436"/>
                  </a:lnTo>
                  <a:lnTo>
                    <a:pt x="1541303" y="1445471"/>
                  </a:lnTo>
                  <a:lnTo>
                    <a:pt x="1525331" y="0"/>
                  </a:lnTo>
                </a:path>
              </a:pathLst>
            </a:custGeom>
            <a:noFill/>
            <a:ln w="44450">
              <a:solidFill>
                <a:schemeClr val="accent5">
                  <a:lumMod val="75000"/>
                </a:schemeClr>
              </a:solidFill>
              <a:tailEnd type="triangle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14689" name="Freeform 114688">
              <a:extLst>
                <a:ext uri="{FF2B5EF4-FFF2-40B4-BE49-F238E27FC236}">
                  <a16:creationId xmlns:a16="http://schemas.microsoft.com/office/drawing/2014/main" id="{F4B58868-99E6-0645-9773-CB66EC208FBD}"/>
                </a:ext>
              </a:extLst>
            </p:cNvPr>
            <p:cNvSpPr/>
            <p:nvPr/>
          </p:nvSpPr>
          <p:spPr>
            <a:xfrm>
              <a:off x="7473006" y="2677315"/>
              <a:ext cx="1446868" cy="1701024"/>
            </a:xfrm>
            <a:custGeom>
              <a:avLst/>
              <a:gdLst>
                <a:gd name="connsiteX0" fmla="*/ 0 w 1549289"/>
                <a:gd name="connsiteY0" fmla="*/ 0 h 1701024"/>
                <a:gd name="connsiteX1" fmla="*/ 0 w 1549289"/>
                <a:gd name="connsiteY1" fmla="*/ 1485401 h 1701024"/>
                <a:gd name="connsiteX2" fmla="*/ 1030198 w 1549289"/>
                <a:gd name="connsiteY2" fmla="*/ 1453457 h 1701024"/>
                <a:gd name="connsiteX3" fmla="*/ 1549289 w 1549289"/>
                <a:gd name="connsiteY3" fmla="*/ 1701024 h 1701024"/>
                <a:gd name="connsiteX0" fmla="*/ 0 w 1549289"/>
                <a:gd name="connsiteY0" fmla="*/ 0 h 1701024"/>
                <a:gd name="connsiteX1" fmla="*/ 7986 w 1549289"/>
                <a:gd name="connsiteY1" fmla="*/ 1481408 h 1701024"/>
                <a:gd name="connsiteX2" fmla="*/ 1030198 w 1549289"/>
                <a:gd name="connsiteY2" fmla="*/ 1453457 h 1701024"/>
                <a:gd name="connsiteX3" fmla="*/ 1549289 w 1549289"/>
                <a:gd name="connsiteY3" fmla="*/ 1701024 h 1701024"/>
                <a:gd name="connsiteX0" fmla="*/ 0 w 1549289"/>
                <a:gd name="connsiteY0" fmla="*/ 0 h 1701024"/>
                <a:gd name="connsiteX1" fmla="*/ 7986 w 1549289"/>
                <a:gd name="connsiteY1" fmla="*/ 1481408 h 1701024"/>
                <a:gd name="connsiteX2" fmla="*/ 1030198 w 1549289"/>
                <a:gd name="connsiteY2" fmla="*/ 1485401 h 1701024"/>
                <a:gd name="connsiteX3" fmla="*/ 1549289 w 1549289"/>
                <a:gd name="connsiteY3" fmla="*/ 1701024 h 17010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549289" h="1701024">
                  <a:moveTo>
                    <a:pt x="0" y="0"/>
                  </a:moveTo>
                  <a:lnTo>
                    <a:pt x="7986" y="1481408"/>
                  </a:lnTo>
                  <a:lnTo>
                    <a:pt x="1030198" y="1485401"/>
                  </a:lnTo>
                  <a:lnTo>
                    <a:pt x="1549289" y="1701024"/>
                  </a:lnTo>
                </a:path>
              </a:pathLst>
            </a:custGeom>
            <a:noFill/>
            <a:ln w="38100">
              <a:solidFill>
                <a:schemeClr val="accent5">
                  <a:lumMod val="75000"/>
                </a:schemeClr>
              </a:solidFill>
              <a:tailEnd type="triangle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431762DD-608F-AC4F-8D36-9BC825C14FB4}"/>
                </a:ext>
              </a:extLst>
            </p:cNvPr>
            <p:cNvSpPr txBox="1"/>
            <p:nvPr/>
          </p:nvSpPr>
          <p:spPr>
            <a:xfrm>
              <a:off x="10184578" y="3556614"/>
              <a:ext cx="59971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5B9BD5">
                      <a:lumMod val="75000"/>
                    </a:srgbClr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data</a:t>
              </a:r>
            </a:p>
          </p:txBody>
        </p:sp>
        <p:sp>
          <p:nvSpPr>
            <p:cNvPr id="129" name="TextBox 128">
              <a:extLst>
                <a:ext uri="{FF2B5EF4-FFF2-40B4-BE49-F238E27FC236}">
                  <a16:creationId xmlns:a16="http://schemas.microsoft.com/office/drawing/2014/main" id="{38081CC2-E66E-0845-8CCA-2D10C6BE30EA}"/>
                </a:ext>
              </a:extLst>
            </p:cNvPr>
            <p:cNvSpPr txBox="1"/>
            <p:nvPr/>
          </p:nvSpPr>
          <p:spPr>
            <a:xfrm>
              <a:off x="7428575" y="3517694"/>
              <a:ext cx="59971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5B9BD5">
                      <a:lumMod val="75000"/>
                    </a:srgbClr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data</a:t>
              </a:r>
            </a:p>
          </p:txBody>
        </p:sp>
      </p:grpSp>
      <p:grpSp>
        <p:nvGrpSpPr>
          <p:cNvPr id="10" name="Group 9">
            <a:extLst>
              <a:ext uri="{FF2B5EF4-FFF2-40B4-BE49-F238E27FC236}">
                <a16:creationId xmlns:a16="http://schemas.microsoft.com/office/drawing/2014/main" id="{57CD35EA-0731-A641-906C-8974E60D529B}"/>
              </a:ext>
            </a:extLst>
          </p:cNvPr>
          <p:cNvGrpSpPr/>
          <p:nvPr/>
        </p:nvGrpSpPr>
        <p:grpSpPr>
          <a:xfrm>
            <a:off x="6799618" y="2691243"/>
            <a:ext cx="4657206" cy="1827509"/>
            <a:chOff x="6799618" y="2691243"/>
            <a:chExt cx="4657206" cy="1827509"/>
          </a:xfrm>
        </p:grpSpPr>
        <p:sp>
          <p:nvSpPr>
            <p:cNvPr id="124" name="Freeform 123">
              <a:extLst>
                <a:ext uri="{FF2B5EF4-FFF2-40B4-BE49-F238E27FC236}">
                  <a16:creationId xmlns:a16="http://schemas.microsoft.com/office/drawing/2014/main" id="{809FCE5A-94F2-AB43-A427-15DC48978945}"/>
                </a:ext>
              </a:extLst>
            </p:cNvPr>
            <p:cNvSpPr/>
            <p:nvPr/>
          </p:nvSpPr>
          <p:spPr>
            <a:xfrm>
              <a:off x="7353946" y="2691243"/>
              <a:ext cx="3498244" cy="1827509"/>
            </a:xfrm>
            <a:custGeom>
              <a:avLst/>
              <a:gdLst>
                <a:gd name="connsiteX0" fmla="*/ 0 w 1541303"/>
                <a:gd name="connsiteY0" fmla="*/ 1605191 h 1605191"/>
                <a:gd name="connsiteX1" fmla="*/ 539056 w 1541303"/>
                <a:gd name="connsiteY1" fmla="*/ 1389568 h 1605191"/>
                <a:gd name="connsiteX2" fmla="*/ 1541303 w 1541303"/>
                <a:gd name="connsiteY2" fmla="*/ 1369603 h 1605191"/>
                <a:gd name="connsiteX3" fmla="*/ 1533317 w 1541303"/>
                <a:gd name="connsiteY3" fmla="*/ 0 h 1605191"/>
                <a:gd name="connsiteX0" fmla="*/ 0 w 1541303"/>
                <a:gd name="connsiteY0" fmla="*/ 1681059 h 1681059"/>
                <a:gd name="connsiteX1" fmla="*/ 539056 w 1541303"/>
                <a:gd name="connsiteY1" fmla="*/ 1465436 h 1681059"/>
                <a:gd name="connsiteX2" fmla="*/ 1541303 w 1541303"/>
                <a:gd name="connsiteY2" fmla="*/ 1445471 h 1681059"/>
                <a:gd name="connsiteX3" fmla="*/ 1525331 w 1541303"/>
                <a:gd name="connsiteY3" fmla="*/ 0 h 1681059"/>
                <a:gd name="connsiteX0" fmla="*/ 0 w 1541303"/>
                <a:gd name="connsiteY0" fmla="*/ 1681059 h 1681059"/>
                <a:gd name="connsiteX1" fmla="*/ 539056 w 1541303"/>
                <a:gd name="connsiteY1" fmla="*/ 1465436 h 1681059"/>
                <a:gd name="connsiteX2" fmla="*/ 920408 w 1541303"/>
                <a:gd name="connsiteY2" fmla="*/ 1455758 h 1681059"/>
                <a:gd name="connsiteX3" fmla="*/ 1541303 w 1541303"/>
                <a:gd name="connsiteY3" fmla="*/ 1445471 h 1681059"/>
                <a:gd name="connsiteX4" fmla="*/ 1525331 w 1541303"/>
                <a:gd name="connsiteY4" fmla="*/ 0 h 1681059"/>
                <a:gd name="connsiteX0" fmla="*/ 0 w 1541303"/>
                <a:gd name="connsiteY0" fmla="*/ 1681059 h 1681059"/>
                <a:gd name="connsiteX1" fmla="*/ 373242 w 1541303"/>
                <a:gd name="connsiteY1" fmla="*/ 1536549 h 1681059"/>
                <a:gd name="connsiteX2" fmla="*/ 539056 w 1541303"/>
                <a:gd name="connsiteY2" fmla="*/ 1465436 h 1681059"/>
                <a:gd name="connsiteX3" fmla="*/ 920408 w 1541303"/>
                <a:gd name="connsiteY3" fmla="*/ 1455758 h 1681059"/>
                <a:gd name="connsiteX4" fmla="*/ 1541303 w 1541303"/>
                <a:gd name="connsiteY4" fmla="*/ 1445471 h 1681059"/>
                <a:gd name="connsiteX5" fmla="*/ 1525331 w 1541303"/>
                <a:gd name="connsiteY5" fmla="*/ 0 h 1681059"/>
                <a:gd name="connsiteX0" fmla="*/ 0 w 1541303"/>
                <a:gd name="connsiteY0" fmla="*/ 1681059 h 1681059"/>
                <a:gd name="connsiteX1" fmla="*/ 373242 w 1541303"/>
                <a:gd name="connsiteY1" fmla="*/ 1536549 h 1681059"/>
                <a:gd name="connsiteX2" fmla="*/ 232427 w 1541303"/>
                <a:gd name="connsiteY2" fmla="*/ 1591633 h 1681059"/>
                <a:gd name="connsiteX3" fmla="*/ 539056 w 1541303"/>
                <a:gd name="connsiteY3" fmla="*/ 1465436 h 1681059"/>
                <a:gd name="connsiteX4" fmla="*/ 920408 w 1541303"/>
                <a:gd name="connsiteY4" fmla="*/ 1455758 h 1681059"/>
                <a:gd name="connsiteX5" fmla="*/ 1541303 w 1541303"/>
                <a:gd name="connsiteY5" fmla="*/ 1445471 h 1681059"/>
                <a:gd name="connsiteX6" fmla="*/ 1525331 w 1541303"/>
                <a:gd name="connsiteY6" fmla="*/ 0 h 1681059"/>
                <a:gd name="connsiteX0" fmla="*/ 0 w 3882856"/>
                <a:gd name="connsiteY0" fmla="*/ 142370 h 1591633"/>
                <a:gd name="connsiteX1" fmla="*/ 2714795 w 3882856"/>
                <a:gd name="connsiteY1" fmla="*/ 1536549 h 1591633"/>
                <a:gd name="connsiteX2" fmla="*/ 2573980 w 3882856"/>
                <a:gd name="connsiteY2" fmla="*/ 1591633 h 1591633"/>
                <a:gd name="connsiteX3" fmla="*/ 2880609 w 3882856"/>
                <a:gd name="connsiteY3" fmla="*/ 1465436 h 1591633"/>
                <a:gd name="connsiteX4" fmla="*/ 3261961 w 3882856"/>
                <a:gd name="connsiteY4" fmla="*/ 1455758 h 1591633"/>
                <a:gd name="connsiteX5" fmla="*/ 3882856 w 3882856"/>
                <a:gd name="connsiteY5" fmla="*/ 1445471 h 1591633"/>
                <a:gd name="connsiteX6" fmla="*/ 3866884 w 3882856"/>
                <a:gd name="connsiteY6" fmla="*/ 0 h 1591633"/>
                <a:gd name="connsiteX0" fmla="*/ 0 w 3882856"/>
                <a:gd name="connsiteY0" fmla="*/ 142370 h 1591633"/>
                <a:gd name="connsiteX1" fmla="*/ 2163604 w 3882856"/>
                <a:gd name="connsiteY1" fmla="*/ 1510843 h 1591633"/>
                <a:gd name="connsiteX2" fmla="*/ 2573980 w 3882856"/>
                <a:gd name="connsiteY2" fmla="*/ 1591633 h 1591633"/>
                <a:gd name="connsiteX3" fmla="*/ 2880609 w 3882856"/>
                <a:gd name="connsiteY3" fmla="*/ 1465436 h 1591633"/>
                <a:gd name="connsiteX4" fmla="*/ 3261961 w 3882856"/>
                <a:gd name="connsiteY4" fmla="*/ 1455758 h 1591633"/>
                <a:gd name="connsiteX5" fmla="*/ 3882856 w 3882856"/>
                <a:gd name="connsiteY5" fmla="*/ 1445471 h 1591633"/>
                <a:gd name="connsiteX6" fmla="*/ 3866884 w 3882856"/>
                <a:gd name="connsiteY6" fmla="*/ 0 h 1591633"/>
                <a:gd name="connsiteX0" fmla="*/ 33110 w 3915966"/>
                <a:gd name="connsiteY0" fmla="*/ 142370 h 1591633"/>
                <a:gd name="connsiteX1" fmla="*/ 0 w 3915966"/>
                <a:gd name="connsiteY1" fmla="*/ 1510843 h 1591633"/>
                <a:gd name="connsiteX2" fmla="*/ 2607090 w 3915966"/>
                <a:gd name="connsiteY2" fmla="*/ 1591633 h 1591633"/>
                <a:gd name="connsiteX3" fmla="*/ 2913719 w 3915966"/>
                <a:gd name="connsiteY3" fmla="*/ 1465436 h 1591633"/>
                <a:gd name="connsiteX4" fmla="*/ 3295071 w 3915966"/>
                <a:gd name="connsiteY4" fmla="*/ 1455758 h 1591633"/>
                <a:gd name="connsiteX5" fmla="*/ 3915966 w 3915966"/>
                <a:gd name="connsiteY5" fmla="*/ 1445471 h 1591633"/>
                <a:gd name="connsiteX6" fmla="*/ 3899994 w 3915966"/>
                <a:gd name="connsiteY6" fmla="*/ 0 h 1591633"/>
                <a:gd name="connsiteX0" fmla="*/ 33110 w 3915966"/>
                <a:gd name="connsiteY0" fmla="*/ 142370 h 1510843"/>
                <a:gd name="connsiteX1" fmla="*/ 0 w 3915966"/>
                <a:gd name="connsiteY1" fmla="*/ 1510843 h 1510843"/>
                <a:gd name="connsiteX2" fmla="*/ 1263312 w 3915966"/>
                <a:gd name="connsiteY2" fmla="*/ 1477792 h 1510843"/>
                <a:gd name="connsiteX3" fmla="*/ 2913719 w 3915966"/>
                <a:gd name="connsiteY3" fmla="*/ 1465436 h 1510843"/>
                <a:gd name="connsiteX4" fmla="*/ 3295071 w 3915966"/>
                <a:gd name="connsiteY4" fmla="*/ 1455758 h 1510843"/>
                <a:gd name="connsiteX5" fmla="*/ 3915966 w 3915966"/>
                <a:gd name="connsiteY5" fmla="*/ 1445471 h 1510843"/>
                <a:gd name="connsiteX6" fmla="*/ 3899994 w 3915966"/>
                <a:gd name="connsiteY6" fmla="*/ 0 h 1510843"/>
                <a:gd name="connsiteX0" fmla="*/ 33110 w 3915966"/>
                <a:gd name="connsiteY0" fmla="*/ 142370 h 1510843"/>
                <a:gd name="connsiteX1" fmla="*/ 0 w 3915966"/>
                <a:gd name="connsiteY1" fmla="*/ 1510843 h 1510843"/>
                <a:gd name="connsiteX2" fmla="*/ 1263312 w 3915966"/>
                <a:gd name="connsiteY2" fmla="*/ 1477792 h 1510843"/>
                <a:gd name="connsiteX3" fmla="*/ 2373740 w 3915966"/>
                <a:gd name="connsiteY3" fmla="*/ 1470447 h 1510843"/>
                <a:gd name="connsiteX4" fmla="*/ 2913719 w 3915966"/>
                <a:gd name="connsiteY4" fmla="*/ 1465436 h 1510843"/>
                <a:gd name="connsiteX5" fmla="*/ 3295071 w 3915966"/>
                <a:gd name="connsiteY5" fmla="*/ 1455758 h 1510843"/>
                <a:gd name="connsiteX6" fmla="*/ 3915966 w 3915966"/>
                <a:gd name="connsiteY6" fmla="*/ 1445471 h 1510843"/>
                <a:gd name="connsiteX7" fmla="*/ 3899994 w 3915966"/>
                <a:gd name="connsiteY7" fmla="*/ 0 h 1510843"/>
                <a:gd name="connsiteX0" fmla="*/ 33110 w 3915966"/>
                <a:gd name="connsiteY0" fmla="*/ 142370 h 1676095"/>
                <a:gd name="connsiteX1" fmla="*/ 0 w 3915966"/>
                <a:gd name="connsiteY1" fmla="*/ 1510843 h 1676095"/>
                <a:gd name="connsiteX2" fmla="*/ 1263312 w 3915966"/>
                <a:gd name="connsiteY2" fmla="*/ 1477792 h 1676095"/>
                <a:gd name="connsiteX3" fmla="*/ 2192692 w 3915966"/>
                <a:gd name="connsiteY3" fmla="*/ 1676095 h 1676095"/>
                <a:gd name="connsiteX4" fmla="*/ 2913719 w 3915966"/>
                <a:gd name="connsiteY4" fmla="*/ 1465436 h 1676095"/>
                <a:gd name="connsiteX5" fmla="*/ 3295071 w 3915966"/>
                <a:gd name="connsiteY5" fmla="*/ 1455758 h 1676095"/>
                <a:gd name="connsiteX6" fmla="*/ 3915966 w 3915966"/>
                <a:gd name="connsiteY6" fmla="*/ 1445471 h 1676095"/>
                <a:gd name="connsiteX7" fmla="*/ 3899994 w 3915966"/>
                <a:gd name="connsiteY7" fmla="*/ 0 h 1676095"/>
                <a:gd name="connsiteX0" fmla="*/ 33110 w 3915966"/>
                <a:gd name="connsiteY0" fmla="*/ 142370 h 1676095"/>
                <a:gd name="connsiteX1" fmla="*/ 0 w 3915966"/>
                <a:gd name="connsiteY1" fmla="*/ 1510843 h 1676095"/>
                <a:gd name="connsiteX2" fmla="*/ 1263312 w 3915966"/>
                <a:gd name="connsiteY2" fmla="*/ 1477792 h 1676095"/>
                <a:gd name="connsiteX3" fmla="*/ 1609316 w 3915966"/>
                <a:gd name="connsiteY3" fmla="*/ 1551238 h 1676095"/>
                <a:gd name="connsiteX4" fmla="*/ 2192692 w 3915966"/>
                <a:gd name="connsiteY4" fmla="*/ 1676095 h 1676095"/>
                <a:gd name="connsiteX5" fmla="*/ 2913719 w 3915966"/>
                <a:gd name="connsiteY5" fmla="*/ 1465436 h 1676095"/>
                <a:gd name="connsiteX6" fmla="*/ 3295071 w 3915966"/>
                <a:gd name="connsiteY6" fmla="*/ 1455758 h 1676095"/>
                <a:gd name="connsiteX7" fmla="*/ 3915966 w 3915966"/>
                <a:gd name="connsiteY7" fmla="*/ 1445471 h 1676095"/>
                <a:gd name="connsiteX8" fmla="*/ 3899994 w 3915966"/>
                <a:gd name="connsiteY8" fmla="*/ 0 h 1676095"/>
                <a:gd name="connsiteX0" fmla="*/ 33110 w 3915966"/>
                <a:gd name="connsiteY0" fmla="*/ 142370 h 1676095"/>
                <a:gd name="connsiteX1" fmla="*/ 0 w 3915966"/>
                <a:gd name="connsiteY1" fmla="*/ 1510843 h 1676095"/>
                <a:gd name="connsiteX2" fmla="*/ 1263312 w 3915966"/>
                <a:gd name="connsiteY2" fmla="*/ 1477792 h 1676095"/>
                <a:gd name="connsiteX3" fmla="*/ 1589200 w 3915966"/>
                <a:gd name="connsiteY3" fmla="*/ 1661407 h 1676095"/>
                <a:gd name="connsiteX4" fmla="*/ 2192692 w 3915966"/>
                <a:gd name="connsiteY4" fmla="*/ 1676095 h 1676095"/>
                <a:gd name="connsiteX5" fmla="*/ 2913719 w 3915966"/>
                <a:gd name="connsiteY5" fmla="*/ 1465436 h 1676095"/>
                <a:gd name="connsiteX6" fmla="*/ 3295071 w 3915966"/>
                <a:gd name="connsiteY6" fmla="*/ 1455758 h 1676095"/>
                <a:gd name="connsiteX7" fmla="*/ 3915966 w 3915966"/>
                <a:gd name="connsiteY7" fmla="*/ 1445471 h 1676095"/>
                <a:gd name="connsiteX8" fmla="*/ 3899994 w 3915966"/>
                <a:gd name="connsiteY8" fmla="*/ 0 h 1676095"/>
                <a:gd name="connsiteX0" fmla="*/ 17017 w 3915966"/>
                <a:gd name="connsiteY0" fmla="*/ 0 h 1838525"/>
                <a:gd name="connsiteX1" fmla="*/ 0 w 3915966"/>
                <a:gd name="connsiteY1" fmla="*/ 1673273 h 1838525"/>
                <a:gd name="connsiteX2" fmla="*/ 1263312 w 3915966"/>
                <a:gd name="connsiteY2" fmla="*/ 1640222 h 1838525"/>
                <a:gd name="connsiteX3" fmla="*/ 1589200 w 3915966"/>
                <a:gd name="connsiteY3" fmla="*/ 1823837 h 1838525"/>
                <a:gd name="connsiteX4" fmla="*/ 2192692 w 3915966"/>
                <a:gd name="connsiteY4" fmla="*/ 1838525 h 1838525"/>
                <a:gd name="connsiteX5" fmla="*/ 2913719 w 3915966"/>
                <a:gd name="connsiteY5" fmla="*/ 1627866 h 1838525"/>
                <a:gd name="connsiteX6" fmla="*/ 3295071 w 3915966"/>
                <a:gd name="connsiteY6" fmla="*/ 1618188 h 1838525"/>
                <a:gd name="connsiteX7" fmla="*/ 3915966 w 3915966"/>
                <a:gd name="connsiteY7" fmla="*/ 1607901 h 1838525"/>
                <a:gd name="connsiteX8" fmla="*/ 3899994 w 3915966"/>
                <a:gd name="connsiteY8" fmla="*/ 162430 h 1838525"/>
                <a:gd name="connsiteX0" fmla="*/ 0 w 3898949"/>
                <a:gd name="connsiteY0" fmla="*/ 0 h 1838525"/>
                <a:gd name="connsiteX1" fmla="*/ 19193 w 3898949"/>
                <a:gd name="connsiteY1" fmla="*/ 1581465 h 1838525"/>
                <a:gd name="connsiteX2" fmla="*/ 1246295 w 3898949"/>
                <a:gd name="connsiteY2" fmla="*/ 1640222 h 1838525"/>
                <a:gd name="connsiteX3" fmla="*/ 1572183 w 3898949"/>
                <a:gd name="connsiteY3" fmla="*/ 1823837 h 1838525"/>
                <a:gd name="connsiteX4" fmla="*/ 2175675 w 3898949"/>
                <a:gd name="connsiteY4" fmla="*/ 1838525 h 1838525"/>
                <a:gd name="connsiteX5" fmla="*/ 2896702 w 3898949"/>
                <a:gd name="connsiteY5" fmla="*/ 1627866 h 1838525"/>
                <a:gd name="connsiteX6" fmla="*/ 3278054 w 3898949"/>
                <a:gd name="connsiteY6" fmla="*/ 1618188 h 1838525"/>
                <a:gd name="connsiteX7" fmla="*/ 3898949 w 3898949"/>
                <a:gd name="connsiteY7" fmla="*/ 1607901 h 1838525"/>
                <a:gd name="connsiteX8" fmla="*/ 3882977 w 3898949"/>
                <a:gd name="connsiteY8" fmla="*/ 162430 h 1838525"/>
                <a:gd name="connsiteX0" fmla="*/ 0 w 3898949"/>
                <a:gd name="connsiteY0" fmla="*/ 0 h 1838525"/>
                <a:gd name="connsiteX1" fmla="*/ 15169 w 3898949"/>
                <a:gd name="connsiteY1" fmla="*/ 1585137 h 1838525"/>
                <a:gd name="connsiteX2" fmla="*/ 1246295 w 3898949"/>
                <a:gd name="connsiteY2" fmla="*/ 1640222 h 1838525"/>
                <a:gd name="connsiteX3" fmla="*/ 1572183 w 3898949"/>
                <a:gd name="connsiteY3" fmla="*/ 1823837 h 1838525"/>
                <a:gd name="connsiteX4" fmla="*/ 2175675 w 3898949"/>
                <a:gd name="connsiteY4" fmla="*/ 1838525 h 1838525"/>
                <a:gd name="connsiteX5" fmla="*/ 2896702 w 3898949"/>
                <a:gd name="connsiteY5" fmla="*/ 1627866 h 1838525"/>
                <a:gd name="connsiteX6" fmla="*/ 3278054 w 3898949"/>
                <a:gd name="connsiteY6" fmla="*/ 1618188 h 1838525"/>
                <a:gd name="connsiteX7" fmla="*/ 3898949 w 3898949"/>
                <a:gd name="connsiteY7" fmla="*/ 1607901 h 1838525"/>
                <a:gd name="connsiteX8" fmla="*/ 3882977 w 3898949"/>
                <a:gd name="connsiteY8" fmla="*/ 162430 h 1838525"/>
                <a:gd name="connsiteX0" fmla="*/ 0 w 3898949"/>
                <a:gd name="connsiteY0" fmla="*/ 0 h 1838525"/>
                <a:gd name="connsiteX1" fmla="*/ 15169 w 3898949"/>
                <a:gd name="connsiteY1" fmla="*/ 1588809 h 1838525"/>
                <a:gd name="connsiteX2" fmla="*/ 1246295 w 3898949"/>
                <a:gd name="connsiteY2" fmla="*/ 1640222 h 1838525"/>
                <a:gd name="connsiteX3" fmla="*/ 1572183 w 3898949"/>
                <a:gd name="connsiteY3" fmla="*/ 1823837 h 1838525"/>
                <a:gd name="connsiteX4" fmla="*/ 2175675 w 3898949"/>
                <a:gd name="connsiteY4" fmla="*/ 1838525 h 1838525"/>
                <a:gd name="connsiteX5" fmla="*/ 2896702 w 3898949"/>
                <a:gd name="connsiteY5" fmla="*/ 1627866 h 1838525"/>
                <a:gd name="connsiteX6" fmla="*/ 3278054 w 3898949"/>
                <a:gd name="connsiteY6" fmla="*/ 1618188 h 1838525"/>
                <a:gd name="connsiteX7" fmla="*/ 3898949 w 3898949"/>
                <a:gd name="connsiteY7" fmla="*/ 1607901 h 1838525"/>
                <a:gd name="connsiteX8" fmla="*/ 3882977 w 3898949"/>
                <a:gd name="connsiteY8" fmla="*/ 162430 h 1838525"/>
                <a:gd name="connsiteX0" fmla="*/ 0 w 3898949"/>
                <a:gd name="connsiteY0" fmla="*/ 0 h 1838525"/>
                <a:gd name="connsiteX1" fmla="*/ 15169 w 3898949"/>
                <a:gd name="connsiteY1" fmla="*/ 1588809 h 1838525"/>
                <a:gd name="connsiteX2" fmla="*/ 1189969 w 3898949"/>
                <a:gd name="connsiteY2" fmla="*/ 1566776 h 1838525"/>
                <a:gd name="connsiteX3" fmla="*/ 1572183 w 3898949"/>
                <a:gd name="connsiteY3" fmla="*/ 1823837 h 1838525"/>
                <a:gd name="connsiteX4" fmla="*/ 2175675 w 3898949"/>
                <a:gd name="connsiteY4" fmla="*/ 1838525 h 1838525"/>
                <a:gd name="connsiteX5" fmla="*/ 2896702 w 3898949"/>
                <a:gd name="connsiteY5" fmla="*/ 1627866 h 1838525"/>
                <a:gd name="connsiteX6" fmla="*/ 3278054 w 3898949"/>
                <a:gd name="connsiteY6" fmla="*/ 1618188 h 1838525"/>
                <a:gd name="connsiteX7" fmla="*/ 3898949 w 3898949"/>
                <a:gd name="connsiteY7" fmla="*/ 1607901 h 1838525"/>
                <a:gd name="connsiteX8" fmla="*/ 3882977 w 3898949"/>
                <a:gd name="connsiteY8" fmla="*/ 162430 h 1838525"/>
                <a:gd name="connsiteX0" fmla="*/ 0 w 3898949"/>
                <a:gd name="connsiteY0" fmla="*/ 0 h 1838525"/>
                <a:gd name="connsiteX1" fmla="*/ 15169 w 3898949"/>
                <a:gd name="connsiteY1" fmla="*/ 1588809 h 1838525"/>
                <a:gd name="connsiteX2" fmla="*/ 1185946 w 3898949"/>
                <a:gd name="connsiteY2" fmla="*/ 1581465 h 1838525"/>
                <a:gd name="connsiteX3" fmla="*/ 1572183 w 3898949"/>
                <a:gd name="connsiteY3" fmla="*/ 1823837 h 1838525"/>
                <a:gd name="connsiteX4" fmla="*/ 2175675 w 3898949"/>
                <a:gd name="connsiteY4" fmla="*/ 1838525 h 1838525"/>
                <a:gd name="connsiteX5" fmla="*/ 2896702 w 3898949"/>
                <a:gd name="connsiteY5" fmla="*/ 1627866 h 1838525"/>
                <a:gd name="connsiteX6" fmla="*/ 3278054 w 3898949"/>
                <a:gd name="connsiteY6" fmla="*/ 1618188 h 1838525"/>
                <a:gd name="connsiteX7" fmla="*/ 3898949 w 3898949"/>
                <a:gd name="connsiteY7" fmla="*/ 1607901 h 1838525"/>
                <a:gd name="connsiteX8" fmla="*/ 3882977 w 3898949"/>
                <a:gd name="connsiteY8" fmla="*/ 162430 h 1838525"/>
                <a:gd name="connsiteX0" fmla="*/ 0 w 3898949"/>
                <a:gd name="connsiteY0" fmla="*/ 0 h 1838525"/>
                <a:gd name="connsiteX1" fmla="*/ 15169 w 3898949"/>
                <a:gd name="connsiteY1" fmla="*/ 1588809 h 1838525"/>
                <a:gd name="connsiteX2" fmla="*/ 1185946 w 3898949"/>
                <a:gd name="connsiteY2" fmla="*/ 1592482 h 1838525"/>
                <a:gd name="connsiteX3" fmla="*/ 1572183 w 3898949"/>
                <a:gd name="connsiteY3" fmla="*/ 1823837 h 1838525"/>
                <a:gd name="connsiteX4" fmla="*/ 2175675 w 3898949"/>
                <a:gd name="connsiteY4" fmla="*/ 1838525 h 1838525"/>
                <a:gd name="connsiteX5" fmla="*/ 2896702 w 3898949"/>
                <a:gd name="connsiteY5" fmla="*/ 1627866 h 1838525"/>
                <a:gd name="connsiteX6" fmla="*/ 3278054 w 3898949"/>
                <a:gd name="connsiteY6" fmla="*/ 1618188 h 1838525"/>
                <a:gd name="connsiteX7" fmla="*/ 3898949 w 3898949"/>
                <a:gd name="connsiteY7" fmla="*/ 1607901 h 1838525"/>
                <a:gd name="connsiteX8" fmla="*/ 3882977 w 3898949"/>
                <a:gd name="connsiteY8" fmla="*/ 162430 h 1838525"/>
                <a:gd name="connsiteX0" fmla="*/ 0 w 3898949"/>
                <a:gd name="connsiteY0" fmla="*/ 0 h 1827509"/>
                <a:gd name="connsiteX1" fmla="*/ 15169 w 3898949"/>
                <a:gd name="connsiteY1" fmla="*/ 1588809 h 1827509"/>
                <a:gd name="connsiteX2" fmla="*/ 1185946 w 3898949"/>
                <a:gd name="connsiteY2" fmla="*/ 1592482 h 1827509"/>
                <a:gd name="connsiteX3" fmla="*/ 1572183 w 3898949"/>
                <a:gd name="connsiteY3" fmla="*/ 1823837 h 1827509"/>
                <a:gd name="connsiteX4" fmla="*/ 2147513 w 3898949"/>
                <a:gd name="connsiteY4" fmla="*/ 1827509 h 1827509"/>
                <a:gd name="connsiteX5" fmla="*/ 2896702 w 3898949"/>
                <a:gd name="connsiteY5" fmla="*/ 1627866 h 1827509"/>
                <a:gd name="connsiteX6" fmla="*/ 3278054 w 3898949"/>
                <a:gd name="connsiteY6" fmla="*/ 1618188 h 1827509"/>
                <a:gd name="connsiteX7" fmla="*/ 3898949 w 3898949"/>
                <a:gd name="connsiteY7" fmla="*/ 1607901 h 1827509"/>
                <a:gd name="connsiteX8" fmla="*/ 3882977 w 3898949"/>
                <a:gd name="connsiteY8" fmla="*/ 162430 h 1827509"/>
                <a:gd name="connsiteX0" fmla="*/ 0 w 3898949"/>
                <a:gd name="connsiteY0" fmla="*/ 0 h 1827509"/>
                <a:gd name="connsiteX1" fmla="*/ 15169 w 3898949"/>
                <a:gd name="connsiteY1" fmla="*/ 1588809 h 1827509"/>
                <a:gd name="connsiteX2" fmla="*/ 1185946 w 3898949"/>
                <a:gd name="connsiteY2" fmla="*/ 1592482 h 1827509"/>
                <a:gd name="connsiteX3" fmla="*/ 1572183 w 3898949"/>
                <a:gd name="connsiteY3" fmla="*/ 1823837 h 1827509"/>
                <a:gd name="connsiteX4" fmla="*/ 2147513 w 3898949"/>
                <a:gd name="connsiteY4" fmla="*/ 1827509 h 1827509"/>
                <a:gd name="connsiteX5" fmla="*/ 2727724 w 3898949"/>
                <a:gd name="connsiteY5" fmla="*/ 1591143 h 1827509"/>
                <a:gd name="connsiteX6" fmla="*/ 3278054 w 3898949"/>
                <a:gd name="connsiteY6" fmla="*/ 1618188 h 1827509"/>
                <a:gd name="connsiteX7" fmla="*/ 3898949 w 3898949"/>
                <a:gd name="connsiteY7" fmla="*/ 1607901 h 1827509"/>
                <a:gd name="connsiteX8" fmla="*/ 3882977 w 3898949"/>
                <a:gd name="connsiteY8" fmla="*/ 162430 h 1827509"/>
                <a:gd name="connsiteX0" fmla="*/ 0 w 3898949"/>
                <a:gd name="connsiteY0" fmla="*/ 0 h 1827509"/>
                <a:gd name="connsiteX1" fmla="*/ 15169 w 3898949"/>
                <a:gd name="connsiteY1" fmla="*/ 1588809 h 1827509"/>
                <a:gd name="connsiteX2" fmla="*/ 1185946 w 3898949"/>
                <a:gd name="connsiteY2" fmla="*/ 1592482 h 1827509"/>
                <a:gd name="connsiteX3" fmla="*/ 1572183 w 3898949"/>
                <a:gd name="connsiteY3" fmla="*/ 1823837 h 1827509"/>
                <a:gd name="connsiteX4" fmla="*/ 2147513 w 3898949"/>
                <a:gd name="connsiteY4" fmla="*/ 1827509 h 1827509"/>
                <a:gd name="connsiteX5" fmla="*/ 2727724 w 3898949"/>
                <a:gd name="connsiteY5" fmla="*/ 1591143 h 1827509"/>
                <a:gd name="connsiteX6" fmla="*/ 3278054 w 3898949"/>
                <a:gd name="connsiteY6" fmla="*/ 1618188 h 1827509"/>
                <a:gd name="connsiteX7" fmla="*/ 3898949 w 3898949"/>
                <a:gd name="connsiteY7" fmla="*/ 1607901 h 1827509"/>
                <a:gd name="connsiteX8" fmla="*/ 3869708 w 3898949"/>
                <a:gd name="connsiteY8" fmla="*/ 113985 h 1827509"/>
                <a:gd name="connsiteX0" fmla="*/ 0 w 3869708"/>
                <a:gd name="connsiteY0" fmla="*/ 0 h 1827509"/>
                <a:gd name="connsiteX1" fmla="*/ 15169 w 3869708"/>
                <a:gd name="connsiteY1" fmla="*/ 1588809 h 1827509"/>
                <a:gd name="connsiteX2" fmla="*/ 1185946 w 3869708"/>
                <a:gd name="connsiteY2" fmla="*/ 1592482 h 1827509"/>
                <a:gd name="connsiteX3" fmla="*/ 1572183 w 3869708"/>
                <a:gd name="connsiteY3" fmla="*/ 1823837 h 1827509"/>
                <a:gd name="connsiteX4" fmla="*/ 2147513 w 3869708"/>
                <a:gd name="connsiteY4" fmla="*/ 1827509 h 1827509"/>
                <a:gd name="connsiteX5" fmla="*/ 2727724 w 3869708"/>
                <a:gd name="connsiteY5" fmla="*/ 1591143 h 1827509"/>
                <a:gd name="connsiteX6" fmla="*/ 3278054 w 3869708"/>
                <a:gd name="connsiteY6" fmla="*/ 1618188 h 1827509"/>
                <a:gd name="connsiteX7" fmla="*/ 3839239 w 3869708"/>
                <a:gd name="connsiteY7" fmla="*/ 1565511 h 1827509"/>
                <a:gd name="connsiteX8" fmla="*/ 3869708 w 3869708"/>
                <a:gd name="connsiteY8" fmla="*/ 113985 h 1827509"/>
                <a:gd name="connsiteX0" fmla="*/ 0 w 3839239"/>
                <a:gd name="connsiteY0" fmla="*/ 0 h 1827509"/>
                <a:gd name="connsiteX1" fmla="*/ 15169 w 3839239"/>
                <a:gd name="connsiteY1" fmla="*/ 1588809 h 1827509"/>
                <a:gd name="connsiteX2" fmla="*/ 1185946 w 3839239"/>
                <a:gd name="connsiteY2" fmla="*/ 1592482 h 1827509"/>
                <a:gd name="connsiteX3" fmla="*/ 1572183 w 3839239"/>
                <a:gd name="connsiteY3" fmla="*/ 1823837 h 1827509"/>
                <a:gd name="connsiteX4" fmla="*/ 2147513 w 3839239"/>
                <a:gd name="connsiteY4" fmla="*/ 1827509 h 1827509"/>
                <a:gd name="connsiteX5" fmla="*/ 2727724 w 3839239"/>
                <a:gd name="connsiteY5" fmla="*/ 1591143 h 1827509"/>
                <a:gd name="connsiteX6" fmla="*/ 3278054 w 3839239"/>
                <a:gd name="connsiteY6" fmla="*/ 1618188 h 1827509"/>
                <a:gd name="connsiteX7" fmla="*/ 3839239 w 3839239"/>
                <a:gd name="connsiteY7" fmla="*/ 1565511 h 1827509"/>
                <a:gd name="connsiteX8" fmla="*/ 3829902 w 3839239"/>
                <a:gd name="connsiteY8" fmla="*/ 126097 h 1827509"/>
                <a:gd name="connsiteX0" fmla="*/ 0 w 3839239"/>
                <a:gd name="connsiteY0" fmla="*/ 0 h 1827509"/>
                <a:gd name="connsiteX1" fmla="*/ 15169 w 3839239"/>
                <a:gd name="connsiteY1" fmla="*/ 1588809 h 1827509"/>
                <a:gd name="connsiteX2" fmla="*/ 1185946 w 3839239"/>
                <a:gd name="connsiteY2" fmla="*/ 1592482 h 1827509"/>
                <a:gd name="connsiteX3" fmla="*/ 1572183 w 3839239"/>
                <a:gd name="connsiteY3" fmla="*/ 1823837 h 1827509"/>
                <a:gd name="connsiteX4" fmla="*/ 2147513 w 3839239"/>
                <a:gd name="connsiteY4" fmla="*/ 1827509 h 1827509"/>
                <a:gd name="connsiteX5" fmla="*/ 2727724 w 3839239"/>
                <a:gd name="connsiteY5" fmla="*/ 1591143 h 1827509"/>
                <a:gd name="connsiteX6" fmla="*/ 3839239 w 3839239"/>
                <a:gd name="connsiteY6" fmla="*/ 1565511 h 1827509"/>
                <a:gd name="connsiteX7" fmla="*/ 3829902 w 3839239"/>
                <a:gd name="connsiteY7" fmla="*/ 126097 h 1827509"/>
                <a:gd name="connsiteX0" fmla="*/ 0 w 3832605"/>
                <a:gd name="connsiteY0" fmla="*/ 0 h 1827509"/>
                <a:gd name="connsiteX1" fmla="*/ 15169 w 3832605"/>
                <a:gd name="connsiteY1" fmla="*/ 1588809 h 1827509"/>
                <a:gd name="connsiteX2" fmla="*/ 1185946 w 3832605"/>
                <a:gd name="connsiteY2" fmla="*/ 1592482 h 1827509"/>
                <a:gd name="connsiteX3" fmla="*/ 1572183 w 3832605"/>
                <a:gd name="connsiteY3" fmla="*/ 1823837 h 1827509"/>
                <a:gd name="connsiteX4" fmla="*/ 2147513 w 3832605"/>
                <a:gd name="connsiteY4" fmla="*/ 1827509 h 1827509"/>
                <a:gd name="connsiteX5" fmla="*/ 2727724 w 3832605"/>
                <a:gd name="connsiteY5" fmla="*/ 1591143 h 1827509"/>
                <a:gd name="connsiteX6" fmla="*/ 3832605 w 3832605"/>
                <a:gd name="connsiteY6" fmla="*/ 1589734 h 1827509"/>
                <a:gd name="connsiteX7" fmla="*/ 3829902 w 3832605"/>
                <a:gd name="connsiteY7" fmla="*/ 126097 h 18275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3832605" h="1827509">
                  <a:moveTo>
                    <a:pt x="0" y="0"/>
                  </a:moveTo>
                  <a:lnTo>
                    <a:pt x="15169" y="1588809"/>
                  </a:lnTo>
                  <a:lnTo>
                    <a:pt x="1185946" y="1592482"/>
                  </a:lnTo>
                  <a:lnTo>
                    <a:pt x="1572183" y="1823837"/>
                  </a:lnTo>
                  <a:lnTo>
                    <a:pt x="2147513" y="1827509"/>
                  </a:lnTo>
                  <a:lnTo>
                    <a:pt x="2727724" y="1591143"/>
                  </a:lnTo>
                  <a:lnTo>
                    <a:pt x="3832605" y="1589734"/>
                  </a:lnTo>
                  <a:cubicBezTo>
                    <a:pt x="3829493" y="1109929"/>
                    <a:pt x="3833014" y="605902"/>
                    <a:pt x="3829902" y="126097"/>
                  </a:cubicBezTo>
                </a:path>
              </a:pathLst>
            </a:custGeom>
            <a:noFill/>
            <a:ln w="25400">
              <a:solidFill>
                <a:srgbClr val="00B050"/>
              </a:solidFill>
              <a:headEnd type="triangle"/>
              <a:tailEnd type="none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30" name="TextBox 129">
              <a:extLst>
                <a:ext uri="{FF2B5EF4-FFF2-40B4-BE49-F238E27FC236}">
                  <a16:creationId xmlns:a16="http://schemas.microsoft.com/office/drawing/2014/main" id="{AC21E889-4F82-8649-829E-554EB51D7E5D}"/>
                </a:ext>
              </a:extLst>
            </p:cNvPr>
            <p:cNvSpPr txBox="1"/>
            <p:nvPr/>
          </p:nvSpPr>
          <p:spPr>
            <a:xfrm>
              <a:off x="6799618" y="3650736"/>
              <a:ext cx="64742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B050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ACKs</a:t>
              </a:r>
            </a:p>
          </p:txBody>
        </p:sp>
        <p:sp>
          <p:nvSpPr>
            <p:cNvPr id="131" name="TextBox 130">
              <a:extLst>
                <a:ext uri="{FF2B5EF4-FFF2-40B4-BE49-F238E27FC236}">
                  <a16:creationId xmlns:a16="http://schemas.microsoft.com/office/drawing/2014/main" id="{4D544F8A-E5C9-4C42-B077-C996AF3E7BF7}"/>
                </a:ext>
              </a:extLst>
            </p:cNvPr>
            <p:cNvSpPr txBox="1"/>
            <p:nvPr/>
          </p:nvSpPr>
          <p:spPr>
            <a:xfrm>
              <a:off x="10809403" y="3772400"/>
              <a:ext cx="64742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B050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ACKs</a:t>
              </a:r>
            </a:p>
          </p:txBody>
        </p:sp>
      </p:grpSp>
      <p:sp>
        <p:nvSpPr>
          <p:cNvPr id="176" name="Freeform 254">
            <a:extLst>
              <a:ext uri="{FF2B5EF4-FFF2-40B4-BE49-F238E27FC236}">
                <a16:creationId xmlns:a16="http://schemas.microsoft.com/office/drawing/2014/main" id="{098028B6-BF7C-6A40-A6E7-BD363548A403}"/>
              </a:ext>
            </a:extLst>
          </p:cNvPr>
          <p:cNvSpPr>
            <a:spLocks/>
          </p:cNvSpPr>
          <p:nvPr/>
        </p:nvSpPr>
        <p:spPr bwMode="auto">
          <a:xfrm>
            <a:off x="11178866" y="2363683"/>
            <a:ext cx="250825" cy="1212850"/>
          </a:xfrm>
          <a:custGeom>
            <a:avLst/>
            <a:gdLst>
              <a:gd name="T0" fmla="*/ 2147483647 w 366"/>
              <a:gd name="T1" fmla="*/ 2147483647 h 1284"/>
              <a:gd name="T2" fmla="*/ 2147483647 w 366"/>
              <a:gd name="T3" fmla="*/ 0 h 1284"/>
              <a:gd name="T4" fmla="*/ 0 w 366"/>
              <a:gd name="T5" fmla="*/ 2147483647 h 1284"/>
              <a:gd name="T6" fmla="*/ 2147483647 w 366"/>
              <a:gd name="T7" fmla="*/ 2147483647 h 1284"/>
              <a:gd name="T8" fmla="*/ 2147483647 w 366"/>
              <a:gd name="T9" fmla="*/ 2147483647 h 1284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366" h="1284">
                <a:moveTo>
                  <a:pt x="366" y="1278"/>
                </a:moveTo>
                <a:lnTo>
                  <a:pt x="12" y="0"/>
                </a:lnTo>
                <a:lnTo>
                  <a:pt x="0" y="1224"/>
                </a:lnTo>
                <a:lnTo>
                  <a:pt x="186" y="1284"/>
                </a:lnTo>
                <a:lnTo>
                  <a:pt x="366" y="1278"/>
                </a:lnTo>
                <a:close/>
              </a:path>
            </a:pathLst>
          </a:custGeom>
          <a:gradFill rotWithShape="1">
            <a:gsLst>
              <a:gs pos="0">
                <a:srgbClr val="B2B2B2"/>
              </a:gs>
              <a:gs pos="100000">
                <a:srgbClr val="FFFFFF"/>
              </a:gs>
            </a:gsLst>
            <a:lin ang="0" scaled="1"/>
          </a:gradFill>
          <a:ln w="9525">
            <a:solidFill>
              <a:srgbClr val="DDDDDD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grpSp>
        <p:nvGrpSpPr>
          <p:cNvPr id="184" name="Group 289">
            <a:extLst>
              <a:ext uri="{FF2B5EF4-FFF2-40B4-BE49-F238E27FC236}">
                <a16:creationId xmlns:a16="http://schemas.microsoft.com/office/drawing/2014/main" id="{36A89038-0233-574C-A16F-E12F82E32856}"/>
              </a:ext>
            </a:extLst>
          </p:cNvPr>
          <p:cNvGrpSpPr>
            <a:grpSpLocks/>
          </p:cNvGrpSpPr>
          <p:nvPr/>
        </p:nvGrpSpPr>
        <p:grpSpPr bwMode="auto">
          <a:xfrm>
            <a:off x="11355079" y="3260620"/>
            <a:ext cx="231775" cy="441325"/>
            <a:chOff x="4140" y="429"/>
            <a:chExt cx="1425" cy="2396"/>
          </a:xfrm>
        </p:grpSpPr>
        <p:sp>
          <p:nvSpPr>
            <p:cNvPr id="188" name="Freeform 290">
              <a:extLst>
                <a:ext uri="{FF2B5EF4-FFF2-40B4-BE49-F238E27FC236}">
                  <a16:creationId xmlns:a16="http://schemas.microsoft.com/office/drawing/2014/main" id="{9264264F-C8FF-E941-B8DB-F2A13E30F566}"/>
                </a:ext>
              </a:extLst>
            </p:cNvPr>
            <p:cNvSpPr>
              <a:spLocks/>
            </p:cNvSpPr>
            <p:nvPr/>
          </p:nvSpPr>
          <p:spPr bwMode="auto">
            <a:xfrm>
              <a:off x="5268" y="433"/>
              <a:ext cx="283" cy="2286"/>
            </a:xfrm>
            <a:custGeom>
              <a:avLst/>
              <a:gdLst>
                <a:gd name="T0" fmla="*/ 7 w 354"/>
                <a:gd name="T1" fmla="*/ 0 h 2742"/>
                <a:gd name="T2" fmla="*/ 38 w 354"/>
                <a:gd name="T3" fmla="*/ 55 h 2742"/>
                <a:gd name="T4" fmla="*/ 37 w 354"/>
                <a:gd name="T5" fmla="*/ 425 h 2742"/>
                <a:gd name="T6" fmla="*/ 0 w 354"/>
                <a:gd name="T7" fmla="*/ 445 h 2742"/>
                <a:gd name="T8" fmla="*/ 7 w 354"/>
                <a:gd name="T9" fmla="*/ 0 h 274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4" h="2742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 rotWithShape="1"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189" name="Rectangle 291">
              <a:extLst>
                <a:ext uri="{FF2B5EF4-FFF2-40B4-BE49-F238E27FC236}">
                  <a16:creationId xmlns:a16="http://schemas.microsoft.com/office/drawing/2014/main" id="{5580AF65-ED2C-7F4A-90B9-25AFA8C927C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08" y="429"/>
              <a:ext cx="1044" cy="2284"/>
            </a:xfrm>
            <a:prstGeom prst="rect">
              <a:avLst/>
            </a:pr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190" name="Freeform 292">
              <a:extLst>
                <a:ext uri="{FF2B5EF4-FFF2-40B4-BE49-F238E27FC236}">
                  <a16:creationId xmlns:a16="http://schemas.microsoft.com/office/drawing/2014/main" id="{BC0C9A2A-A362-5D48-A13D-A730292A1B69}"/>
                </a:ext>
              </a:extLst>
            </p:cNvPr>
            <p:cNvSpPr>
              <a:spLocks/>
            </p:cNvSpPr>
            <p:nvPr/>
          </p:nvSpPr>
          <p:spPr bwMode="auto">
            <a:xfrm>
              <a:off x="5321" y="570"/>
              <a:ext cx="169" cy="2115"/>
            </a:xfrm>
            <a:custGeom>
              <a:avLst/>
              <a:gdLst>
                <a:gd name="T0" fmla="*/ 2 w 211"/>
                <a:gd name="T1" fmla="*/ 0 h 2537"/>
                <a:gd name="T2" fmla="*/ 23 w 211"/>
                <a:gd name="T3" fmla="*/ 36 h 2537"/>
                <a:gd name="T4" fmla="*/ 2 w 211"/>
                <a:gd name="T5" fmla="*/ 405 h 2537"/>
                <a:gd name="T6" fmla="*/ 2 w 211"/>
                <a:gd name="T7" fmla="*/ 0 h 2537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11" h="2537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 rotWithShape="1"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191" name="Freeform 293">
              <a:extLst>
                <a:ext uri="{FF2B5EF4-FFF2-40B4-BE49-F238E27FC236}">
                  <a16:creationId xmlns:a16="http://schemas.microsoft.com/office/drawing/2014/main" id="{741E5815-F201-3946-BA11-1961624585EC}"/>
                </a:ext>
              </a:extLst>
            </p:cNvPr>
            <p:cNvSpPr>
              <a:spLocks/>
            </p:cNvSpPr>
            <p:nvPr/>
          </p:nvSpPr>
          <p:spPr bwMode="auto">
            <a:xfrm>
              <a:off x="5284" y="1640"/>
              <a:ext cx="263" cy="189"/>
            </a:xfrm>
            <a:custGeom>
              <a:avLst/>
              <a:gdLst>
                <a:gd name="T0" fmla="*/ 2 w 328"/>
                <a:gd name="T1" fmla="*/ 0 h 226"/>
                <a:gd name="T2" fmla="*/ 36 w 328"/>
                <a:gd name="T3" fmla="*/ 21 h 226"/>
                <a:gd name="T4" fmla="*/ 36 w 328"/>
                <a:gd name="T5" fmla="*/ 38 h 226"/>
                <a:gd name="T6" fmla="*/ 0 w 328"/>
                <a:gd name="T7" fmla="*/ 16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195" name="Rectangle 294">
              <a:extLst>
                <a:ext uri="{FF2B5EF4-FFF2-40B4-BE49-F238E27FC236}">
                  <a16:creationId xmlns:a16="http://schemas.microsoft.com/office/drawing/2014/main" id="{16834F46-BEA1-E54A-99D2-06A1D9E4EFA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08" y="696"/>
              <a:ext cx="595" cy="43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grpSp>
          <p:nvGrpSpPr>
            <p:cNvPr id="202" name="Group 295">
              <a:extLst>
                <a:ext uri="{FF2B5EF4-FFF2-40B4-BE49-F238E27FC236}">
                  <a16:creationId xmlns:a16="http://schemas.microsoft.com/office/drawing/2014/main" id="{EFE1DB65-55C6-A040-8489-E8E7A5072621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49" y="668"/>
              <a:ext cx="581" cy="145"/>
              <a:chOff x="614" y="2568"/>
              <a:chExt cx="725" cy="139"/>
            </a:xfrm>
          </p:grpSpPr>
          <p:sp>
            <p:nvSpPr>
              <p:cNvPr id="233" name="AutoShape 296">
                <a:extLst>
                  <a:ext uri="{FF2B5EF4-FFF2-40B4-BE49-F238E27FC236}">
                    <a16:creationId xmlns:a16="http://schemas.microsoft.com/office/drawing/2014/main" id="{60C873E6-EA5F-E546-9871-6CD69A03054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09" y="2570"/>
                <a:ext cx="731" cy="140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endParaRPr>
              </a:p>
            </p:txBody>
          </p:sp>
          <p:sp>
            <p:nvSpPr>
              <p:cNvPr id="234" name="AutoShape 297">
                <a:extLst>
                  <a:ext uri="{FF2B5EF4-FFF2-40B4-BE49-F238E27FC236}">
                    <a16:creationId xmlns:a16="http://schemas.microsoft.com/office/drawing/2014/main" id="{AE94AAEC-480B-8047-91E5-519724D0625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1" y="2587"/>
                <a:ext cx="706" cy="107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endParaRPr>
              </a:p>
            </p:txBody>
          </p:sp>
        </p:grpSp>
        <p:sp>
          <p:nvSpPr>
            <p:cNvPr id="203" name="Rectangle 298">
              <a:extLst>
                <a:ext uri="{FF2B5EF4-FFF2-40B4-BE49-F238E27FC236}">
                  <a16:creationId xmlns:a16="http://schemas.microsoft.com/office/drawing/2014/main" id="{66AA352A-88C1-474E-8553-BFDBC71D6A7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28" y="1015"/>
              <a:ext cx="595" cy="52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grpSp>
          <p:nvGrpSpPr>
            <p:cNvPr id="204" name="Group 299">
              <a:extLst>
                <a:ext uri="{FF2B5EF4-FFF2-40B4-BE49-F238E27FC236}">
                  <a16:creationId xmlns:a16="http://schemas.microsoft.com/office/drawing/2014/main" id="{063BD826-F329-CE4F-8A05-BAE407197A8D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47" y="994"/>
              <a:ext cx="581" cy="134"/>
              <a:chOff x="614" y="2568"/>
              <a:chExt cx="725" cy="139"/>
            </a:xfrm>
          </p:grpSpPr>
          <p:sp>
            <p:nvSpPr>
              <p:cNvPr id="231" name="AutoShape 300">
                <a:extLst>
                  <a:ext uri="{FF2B5EF4-FFF2-40B4-BE49-F238E27FC236}">
                    <a16:creationId xmlns:a16="http://schemas.microsoft.com/office/drawing/2014/main" id="{502F9F8E-D733-304B-8917-5387C94462A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2" y="2572"/>
                <a:ext cx="731" cy="134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endParaRPr>
              </a:p>
            </p:txBody>
          </p:sp>
          <p:sp>
            <p:nvSpPr>
              <p:cNvPr id="232" name="AutoShape 301">
                <a:extLst>
                  <a:ext uri="{FF2B5EF4-FFF2-40B4-BE49-F238E27FC236}">
                    <a16:creationId xmlns:a16="http://schemas.microsoft.com/office/drawing/2014/main" id="{8FA48F3E-A09B-9947-AC4E-53AB08CAC06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4" y="2590"/>
                <a:ext cx="706" cy="98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endParaRPr>
              </a:p>
            </p:txBody>
          </p:sp>
        </p:grpSp>
        <p:sp>
          <p:nvSpPr>
            <p:cNvPr id="205" name="Rectangle 302">
              <a:extLst>
                <a:ext uri="{FF2B5EF4-FFF2-40B4-BE49-F238E27FC236}">
                  <a16:creationId xmlns:a16="http://schemas.microsoft.com/office/drawing/2014/main" id="{7E665F5D-879D-9E40-84B5-66D85E68A50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18" y="1360"/>
              <a:ext cx="595" cy="43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206" name="Rectangle 303">
              <a:extLst>
                <a:ext uri="{FF2B5EF4-FFF2-40B4-BE49-F238E27FC236}">
                  <a16:creationId xmlns:a16="http://schemas.microsoft.com/office/drawing/2014/main" id="{7647528B-9EF0-E54D-974E-7DFC9403762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28" y="1653"/>
              <a:ext cx="595" cy="52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grpSp>
          <p:nvGrpSpPr>
            <p:cNvPr id="207" name="Group 304">
              <a:extLst>
                <a:ext uri="{FF2B5EF4-FFF2-40B4-BE49-F238E27FC236}">
                  <a16:creationId xmlns:a16="http://schemas.microsoft.com/office/drawing/2014/main" id="{467A70C4-7121-374D-AFDB-661BA82AC2A8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35" y="1627"/>
              <a:ext cx="582" cy="151"/>
              <a:chOff x="614" y="2568"/>
              <a:chExt cx="725" cy="139"/>
            </a:xfrm>
          </p:grpSpPr>
          <p:sp>
            <p:nvSpPr>
              <p:cNvPr id="229" name="AutoShape 305">
                <a:extLst>
                  <a:ext uri="{FF2B5EF4-FFF2-40B4-BE49-F238E27FC236}">
                    <a16:creationId xmlns:a16="http://schemas.microsoft.com/office/drawing/2014/main" id="{C5AF588B-0651-0545-9142-FD07BC87638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4" y="2568"/>
                <a:ext cx="730" cy="198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endParaRPr>
              </a:p>
            </p:txBody>
          </p:sp>
          <p:sp>
            <p:nvSpPr>
              <p:cNvPr id="230" name="AutoShape 306">
                <a:extLst>
                  <a:ext uri="{FF2B5EF4-FFF2-40B4-BE49-F238E27FC236}">
                    <a16:creationId xmlns:a16="http://schemas.microsoft.com/office/drawing/2014/main" id="{9BEB1652-4112-004D-B7AC-1F3734A3C04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7" y="2584"/>
                <a:ext cx="705" cy="111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endParaRPr>
              </a:p>
            </p:txBody>
          </p:sp>
        </p:grpSp>
        <p:sp>
          <p:nvSpPr>
            <p:cNvPr id="208" name="Freeform 307">
              <a:extLst>
                <a:ext uri="{FF2B5EF4-FFF2-40B4-BE49-F238E27FC236}">
                  <a16:creationId xmlns:a16="http://schemas.microsoft.com/office/drawing/2014/main" id="{D7A79ECE-B70D-2548-A773-6DCE4F281A8C}"/>
                </a:ext>
              </a:extLst>
            </p:cNvPr>
            <p:cNvSpPr>
              <a:spLocks/>
            </p:cNvSpPr>
            <p:nvPr/>
          </p:nvSpPr>
          <p:spPr bwMode="auto">
            <a:xfrm>
              <a:off x="5288" y="1354"/>
              <a:ext cx="263" cy="188"/>
            </a:xfrm>
            <a:custGeom>
              <a:avLst/>
              <a:gdLst>
                <a:gd name="T0" fmla="*/ 2 w 328"/>
                <a:gd name="T1" fmla="*/ 0 h 226"/>
                <a:gd name="T2" fmla="*/ 36 w 328"/>
                <a:gd name="T3" fmla="*/ 20 h 226"/>
                <a:gd name="T4" fmla="*/ 36 w 328"/>
                <a:gd name="T5" fmla="*/ 36 h 226"/>
                <a:gd name="T6" fmla="*/ 0 w 328"/>
                <a:gd name="T7" fmla="*/ 15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grpSp>
          <p:nvGrpSpPr>
            <p:cNvPr id="209" name="Group 308">
              <a:extLst>
                <a:ext uri="{FF2B5EF4-FFF2-40B4-BE49-F238E27FC236}">
                  <a16:creationId xmlns:a16="http://schemas.microsoft.com/office/drawing/2014/main" id="{1ECF4553-693A-DD4D-A0E2-8AA0E2504F64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39" y="1327"/>
              <a:ext cx="582" cy="139"/>
              <a:chOff x="614" y="2568"/>
              <a:chExt cx="725" cy="139"/>
            </a:xfrm>
          </p:grpSpPr>
          <p:sp>
            <p:nvSpPr>
              <p:cNvPr id="227" name="AutoShape 309">
                <a:extLst>
                  <a:ext uri="{FF2B5EF4-FFF2-40B4-BE49-F238E27FC236}">
                    <a16:creationId xmlns:a16="http://schemas.microsoft.com/office/drawing/2014/main" id="{9C16F586-202A-6C49-BECE-8D7B0011EBA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09" y="2566"/>
                <a:ext cx="730" cy="138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endParaRPr>
              </a:p>
            </p:txBody>
          </p:sp>
          <p:sp>
            <p:nvSpPr>
              <p:cNvPr id="228" name="AutoShape 310">
                <a:extLst>
                  <a:ext uri="{FF2B5EF4-FFF2-40B4-BE49-F238E27FC236}">
                    <a16:creationId xmlns:a16="http://schemas.microsoft.com/office/drawing/2014/main" id="{C758F7C7-9330-BE46-A86A-D42B5637C8E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2" y="2584"/>
                <a:ext cx="705" cy="103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endParaRPr>
              </a:p>
            </p:txBody>
          </p:sp>
        </p:grpSp>
        <p:sp>
          <p:nvSpPr>
            <p:cNvPr id="210" name="Rectangle 311">
              <a:extLst>
                <a:ext uri="{FF2B5EF4-FFF2-40B4-BE49-F238E27FC236}">
                  <a16:creationId xmlns:a16="http://schemas.microsoft.com/office/drawing/2014/main" id="{533FE805-6D97-3D40-A722-65F7EC32A1D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53" y="429"/>
              <a:ext cx="68" cy="2293"/>
            </a:xfrm>
            <a:prstGeom prst="rect">
              <a:avLst/>
            </a:prstGeom>
            <a:gradFill rotWithShape="1"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211" name="Freeform 312">
              <a:extLst>
                <a:ext uri="{FF2B5EF4-FFF2-40B4-BE49-F238E27FC236}">
                  <a16:creationId xmlns:a16="http://schemas.microsoft.com/office/drawing/2014/main" id="{620834FD-6B76-EA4B-A18C-65A47D402B00}"/>
                </a:ext>
              </a:extLst>
            </p:cNvPr>
            <p:cNvSpPr>
              <a:spLocks/>
            </p:cNvSpPr>
            <p:nvPr/>
          </p:nvSpPr>
          <p:spPr bwMode="auto">
            <a:xfrm>
              <a:off x="5312" y="1007"/>
              <a:ext cx="237" cy="213"/>
            </a:xfrm>
            <a:custGeom>
              <a:avLst/>
              <a:gdLst>
                <a:gd name="T0" fmla="*/ 2 w 296"/>
                <a:gd name="T1" fmla="*/ 0 h 256"/>
                <a:gd name="T2" fmla="*/ 32 w 296"/>
                <a:gd name="T3" fmla="*/ 22 h 256"/>
                <a:gd name="T4" fmla="*/ 32 w 296"/>
                <a:gd name="T5" fmla="*/ 41 h 256"/>
                <a:gd name="T6" fmla="*/ 0 w 296"/>
                <a:gd name="T7" fmla="*/ 15 h 256"/>
                <a:gd name="T8" fmla="*/ 2 w 296"/>
                <a:gd name="T9" fmla="*/ 0 h 25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96" h="25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212" name="Freeform 313">
              <a:extLst>
                <a:ext uri="{FF2B5EF4-FFF2-40B4-BE49-F238E27FC236}">
                  <a16:creationId xmlns:a16="http://schemas.microsoft.com/office/drawing/2014/main" id="{C5A12F9D-49AB-5145-AA15-D382AA5D35C0}"/>
                </a:ext>
              </a:extLst>
            </p:cNvPr>
            <p:cNvSpPr>
              <a:spLocks/>
            </p:cNvSpPr>
            <p:nvPr/>
          </p:nvSpPr>
          <p:spPr bwMode="auto">
            <a:xfrm>
              <a:off x="5315" y="680"/>
              <a:ext cx="244" cy="240"/>
            </a:xfrm>
            <a:custGeom>
              <a:avLst/>
              <a:gdLst>
                <a:gd name="T0" fmla="*/ 0 w 304"/>
                <a:gd name="T1" fmla="*/ 0 h 288"/>
                <a:gd name="T2" fmla="*/ 34 w 304"/>
                <a:gd name="T3" fmla="*/ 27 h 288"/>
                <a:gd name="T4" fmla="*/ 31 w 304"/>
                <a:gd name="T5" fmla="*/ 48 h 288"/>
                <a:gd name="T6" fmla="*/ 2 w 304"/>
                <a:gd name="T7" fmla="*/ 20 h 288"/>
                <a:gd name="T8" fmla="*/ 0 w 304"/>
                <a:gd name="T9" fmla="*/ 0 h 28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04" h="288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213" name="Oval 314">
              <a:extLst>
                <a:ext uri="{FF2B5EF4-FFF2-40B4-BE49-F238E27FC236}">
                  <a16:creationId xmlns:a16="http://schemas.microsoft.com/office/drawing/2014/main" id="{80DD1625-6CB9-AC4C-88B8-9DC831FCEE6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16" y="2610"/>
              <a:ext cx="49" cy="95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220" name="Freeform 315">
              <a:extLst>
                <a:ext uri="{FF2B5EF4-FFF2-40B4-BE49-F238E27FC236}">
                  <a16:creationId xmlns:a16="http://schemas.microsoft.com/office/drawing/2014/main" id="{A65F0511-3C28-C743-A21D-6264A2118463}"/>
                </a:ext>
              </a:extLst>
            </p:cNvPr>
            <p:cNvSpPr>
              <a:spLocks/>
            </p:cNvSpPr>
            <p:nvPr/>
          </p:nvSpPr>
          <p:spPr bwMode="auto">
            <a:xfrm>
              <a:off x="5302" y="2614"/>
              <a:ext cx="245" cy="200"/>
            </a:xfrm>
            <a:custGeom>
              <a:avLst/>
              <a:gdLst>
                <a:gd name="T0" fmla="*/ 0 w 306"/>
                <a:gd name="T1" fmla="*/ 18 h 240"/>
                <a:gd name="T2" fmla="*/ 2 w 306"/>
                <a:gd name="T3" fmla="*/ 40 h 240"/>
                <a:gd name="T4" fmla="*/ 34 w 306"/>
                <a:gd name="T5" fmla="*/ 18 h 240"/>
                <a:gd name="T6" fmla="*/ 32 w 306"/>
                <a:gd name="T7" fmla="*/ 0 h 240"/>
                <a:gd name="T8" fmla="*/ 0 w 306"/>
                <a:gd name="T9" fmla="*/ 18 h 24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06" h="240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221" name="AutoShape 316">
              <a:extLst>
                <a:ext uri="{FF2B5EF4-FFF2-40B4-BE49-F238E27FC236}">
                  <a16:creationId xmlns:a16="http://schemas.microsoft.com/office/drawing/2014/main" id="{FADC981B-C983-6D40-AEA7-04B355ECAD3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40" y="2678"/>
              <a:ext cx="1201" cy="147"/>
            </a:xfrm>
            <a:prstGeom prst="roundRect">
              <a:avLst>
                <a:gd name="adj" fmla="val 50000"/>
              </a:avLst>
            </a:prstGeom>
            <a:solidFill>
              <a:srgbClr val="DDDDDD"/>
            </a:solidFill>
            <a:ln w="9525">
              <a:solidFill>
                <a:srgbClr val="00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222" name="AutoShape 317">
              <a:extLst>
                <a:ext uri="{FF2B5EF4-FFF2-40B4-BE49-F238E27FC236}">
                  <a16:creationId xmlns:a16="http://schemas.microsoft.com/office/drawing/2014/main" id="{708D79ED-DBE2-644C-B85E-DB3961F564F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08" y="2713"/>
              <a:ext cx="1064" cy="78"/>
            </a:xfrm>
            <a:prstGeom prst="roundRect">
              <a:avLst>
                <a:gd name="adj" fmla="val 50000"/>
              </a:avLst>
            </a:prstGeom>
            <a:gradFill rotWithShape="1">
              <a:gsLst>
                <a:gs pos="0">
                  <a:srgbClr val="000000"/>
                </a:gs>
                <a:gs pos="100000">
                  <a:srgbClr val="808080"/>
                </a:gs>
              </a:gsLst>
              <a:lin ang="0" scaled="1"/>
            </a:gradFill>
            <a:ln w="9525">
              <a:solidFill>
                <a:srgbClr val="00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223" name="Oval 318">
              <a:extLst>
                <a:ext uri="{FF2B5EF4-FFF2-40B4-BE49-F238E27FC236}">
                  <a16:creationId xmlns:a16="http://schemas.microsoft.com/office/drawing/2014/main" id="{87AF5859-5E53-EE4C-954A-8D2D2B20071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06" y="2385"/>
              <a:ext cx="156" cy="138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224" name="Oval 319">
              <a:extLst>
                <a:ext uri="{FF2B5EF4-FFF2-40B4-BE49-F238E27FC236}">
                  <a16:creationId xmlns:a16="http://schemas.microsoft.com/office/drawing/2014/main" id="{43616DFE-DE4C-D94C-B77F-413A270CAAE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82" y="2385"/>
              <a:ext cx="166" cy="138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Arial" charset="0"/>
              </a:endParaRPr>
            </a:p>
          </p:txBody>
        </p:sp>
        <p:sp>
          <p:nvSpPr>
            <p:cNvPr id="225" name="Oval 320">
              <a:extLst>
                <a:ext uri="{FF2B5EF4-FFF2-40B4-BE49-F238E27FC236}">
                  <a16:creationId xmlns:a16="http://schemas.microsoft.com/office/drawing/2014/main" id="{63CB7C6A-7959-294B-919F-406DF43820E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57" y="2377"/>
              <a:ext cx="166" cy="147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226" name="Rectangle 321">
              <a:extLst>
                <a:ext uri="{FF2B5EF4-FFF2-40B4-BE49-F238E27FC236}">
                  <a16:creationId xmlns:a16="http://schemas.microsoft.com/office/drawing/2014/main" id="{3ED5D38A-C2F0-8444-B700-8ED29C8B7FB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57" y="1834"/>
              <a:ext cx="88" cy="758"/>
            </a:xfrm>
            <a:prstGeom prst="rect">
              <a:avLst/>
            </a:prstGeom>
            <a:solidFill>
              <a:srgbClr val="292929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</p:grpSp>
      <p:sp>
        <p:nvSpPr>
          <p:cNvPr id="128" name="Rectangle 3">
            <a:extLst>
              <a:ext uri="{FF2B5EF4-FFF2-40B4-BE49-F238E27FC236}">
                <a16:creationId xmlns:a16="http://schemas.microsoft.com/office/drawing/2014/main" id="{4AEA1865-8C28-134C-8B6C-07E3981D0325}"/>
              </a:ext>
            </a:extLst>
          </p:cNvPr>
          <p:cNvSpPr txBox="1">
            <a:spLocks noChangeArrowheads="1"/>
          </p:cNvSpPr>
          <p:nvPr/>
        </p:nvSpPr>
        <p:spPr>
          <a:xfrm>
            <a:off x="921800" y="4257398"/>
            <a:ext cx="5562600" cy="63223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66725" marR="0" lvl="0" indent="-33655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pitchFamily="2" charset="2"/>
              <a:buChar char="§"/>
              <a:tabLst/>
              <a:defRPr/>
            </a:pP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approach taken by TCP</a:t>
            </a:r>
            <a:endParaRPr kumimoji="0" lang="en-US" sz="3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33" name="Slide Number Placeholder 2">
            <a:extLst>
              <a:ext uri="{FF2B5EF4-FFF2-40B4-BE49-F238E27FC236}">
                <a16:creationId xmlns:a16="http://schemas.microsoft.com/office/drawing/2014/main" id="{80FEFCD4-E64A-AA4F-ACAB-74CB4ECDD26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19616" y="6443089"/>
            <a:ext cx="2743200" cy="365125"/>
          </a:xfrm>
        </p:spPr>
        <p:txBody>
          <a:bodyPr/>
          <a:lstStyle/>
          <a:p>
            <a:r>
              <a:rPr lang="en-US" dirty="0"/>
              <a:t>Transport Layer: 3-</a:t>
            </a:r>
            <a:fld id="{C4204591-24BD-A542-B9D5-F8D8A88D2FEE}" type="slidenum">
              <a:rPr lang="en-US" smtClean="0"/>
              <a:pPr/>
              <a:t>29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491648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00"/>
                            </p:stCondLst>
                            <p:childTnLst>
                              <p:par>
                                <p:cTn id="9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1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" dur="500"/>
                                        <p:tgtEl>
                                          <p:spTgt spid="1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8" grpId="0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289" name="Rectangle 3">
            <a:extLst>
              <a:ext uri="{FF2B5EF4-FFF2-40B4-BE49-F238E27FC236}">
                <a16:creationId xmlns:a16="http://schemas.microsoft.com/office/drawing/2014/main" id="{D469BBE5-2D5E-1245-BE57-AED04CA89E18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718945" y="5640403"/>
            <a:ext cx="5781368" cy="736333"/>
          </a:xfrm>
        </p:spPr>
        <p:txBody>
          <a:bodyPr>
            <a:normAutofit/>
          </a:bodyPr>
          <a:lstStyle/>
          <a:p>
            <a:pPr marL="407988" indent="-277813">
              <a:defRPr/>
            </a:pPr>
            <a:r>
              <a:rPr lang="en-US" sz="3000" dirty="0"/>
              <a:t>TCP ECN, ATM, </a:t>
            </a:r>
            <a:r>
              <a:rPr lang="en-US" sz="3000" dirty="0" err="1"/>
              <a:t>DECbit</a:t>
            </a:r>
            <a:r>
              <a:rPr lang="en-US" sz="3000" dirty="0"/>
              <a:t> protocols</a:t>
            </a:r>
            <a:endParaRPr lang="en-US" sz="3500" dirty="0">
              <a:cs typeface="+mn-cs"/>
            </a:endParaRPr>
          </a:p>
        </p:txBody>
      </p:sp>
      <p:sp>
        <p:nvSpPr>
          <p:cNvPr id="97284" name="Rectangle 2">
            <a:extLst>
              <a:ext uri="{FF2B5EF4-FFF2-40B4-BE49-F238E27FC236}">
                <a16:creationId xmlns:a16="http://schemas.microsoft.com/office/drawing/2014/main" id="{15E2A5A3-138A-0644-B40C-0B75A1130E1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>
              <a:defRPr/>
            </a:pPr>
            <a:r>
              <a:rPr lang="en-US" sz="4800" dirty="0"/>
              <a:t>Approaches towards congestion control</a:t>
            </a:r>
            <a:endParaRPr lang="en-US" sz="5400" dirty="0">
              <a:cs typeface="+mj-cs"/>
            </a:endParaRPr>
          </a:p>
        </p:txBody>
      </p:sp>
      <p:sp>
        <p:nvSpPr>
          <p:cNvPr id="128" name="Freeform 2">
            <a:extLst>
              <a:ext uri="{FF2B5EF4-FFF2-40B4-BE49-F238E27FC236}">
                <a16:creationId xmlns:a16="http://schemas.microsoft.com/office/drawing/2014/main" id="{366E9ABE-54D6-794A-BFDC-C271FA98FBA8}"/>
              </a:ext>
            </a:extLst>
          </p:cNvPr>
          <p:cNvSpPr>
            <a:spLocks/>
          </p:cNvSpPr>
          <p:nvPr/>
        </p:nvSpPr>
        <p:spPr bwMode="auto">
          <a:xfrm>
            <a:off x="7675918" y="3459066"/>
            <a:ext cx="2848871" cy="1480906"/>
          </a:xfrm>
          <a:custGeom>
            <a:avLst/>
            <a:gdLst>
              <a:gd name="T0" fmla="*/ 2147483647 w 1794"/>
              <a:gd name="T1" fmla="*/ 2147483647 h 933"/>
              <a:gd name="T2" fmla="*/ 2147483647 w 1794"/>
              <a:gd name="T3" fmla="*/ 2147483647 h 933"/>
              <a:gd name="T4" fmla="*/ 2147483647 w 1794"/>
              <a:gd name="T5" fmla="*/ 2147483647 h 933"/>
              <a:gd name="T6" fmla="*/ 2147483647 w 1794"/>
              <a:gd name="T7" fmla="*/ 2147483647 h 933"/>
              <a:gd name="T8" fmla="*/ 2147483647 w 1794"/>
              <a:gd name="T9" fmla="*/ 2147483647 h 933"/>
              <a:gd name="T10" fmla="*/ 2147483647 w 1794"/>
              <a:gd name="T11" fmla="*/ 2147483647 h 933"/>
              <a:gd name="T12" fmla="*/ 2147483647 w 1794"/>
              <a:gd name="T13" fmla="*/ 2147483647 h 933"/>
              <a:gd name="T14" fmla="*/ 2147483647 w 1794"/>
              <a:gd name="T15" fmla="*/ 2147483647 h 933"/>
              <a:gd name="T16" fmla="*/ 2147483647 w 1794"/>
              <a:gd name="T17" fmla="*/ 2147483647 h 933"/>
              <a:gd name="T18" fmla="*/ 2147483647 w 1794"/>
              <a:gd name="T19" fmla="*/ 2147483647 h 933"/>
              <a:gd name="T20" fmla="*/ 2147483647 w 1794"/>
              <a:gd name="T21" fmla="*/ 2147483647 h 933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w 1794"/>
              <a:gd name="T34" fmla="*/ 0 h 933"/>
              <a:gd name="T35" fmla="*/ 1794 w 1794"/>
              <a:gd name="T36" fmla="*/ 933 h 933"/>
            </a:gdLst>
            <a:ahLst/>
            <a:cxnLst>
              <a:cxn ang="T22">
                <a:pos x="T0" y="T1"/>
              </a:cxn>
              <a:cxn ang="T23">
                <a:pos x="T2" y="T3"/>
              </a:cxn>
              <a:cxn ang="T24">
                <a:pos x="T4" y="T5"/>
              </a:cxn>
              <a:cxn ang="T25">
                <a:pos x="T6" y="T7"/>
              </a:cxn>
              <a:cxn ang="T26">
                <a:pos x="T8" y="T9"/>
              </a:cxn>
              <a:cxn ang="T27">
                <a:pos x="T10" y="T11"/>
              </a:cxn>
              <a:cxn ang="T28">
                <a:pos x="T12" y="T13"/>
              </a:cxn>
              <a:cxn ang="T29">
                <a:pos x="T14" y="T15"/>
              </a:cxn>
              <a:cxn ang="T30">
                <a:pos x="T16" y="T17"/>
              </a:cxn>
              <a:cxn ang="T31">
                <a:pos x="T18" y="T19"/>
              </a:cxn>
              <a:cxn ang="T32">
                <a:pos x="T20" y="T21"/>
              </a:cxn>
            </a:cxnLst>
            <a:rect l="T33" t="T34" r="T35" b="T36"/>
            <a:pathLst>
              <a:path w="1794" h="933">
                <a:moveTo>
                  <a:pt x="6" y="483"/>
                </a:moveTo>
                <a:cubicBezTo>
                  <a:pt x="0" y="365"/>
                  <a:pt x="16" y="189"/>
                  <a:pt x="108" y="125"/>
                </a:cubicBezTo>
                <a:cubicBezTo>
                  <a:pt x="200" y="61"/>
                  <a:pt x="389" y="116"/>
                  <a:pt x="559" y="100"/>
                </a:cubicBezTo>
                <a:cubicBezTo>
                  <a:pt x="729" y="84"/>
                  <a:pt x="935" y="0"/>
                  <a:pt x="1128" y="29"/>
                </a:cubicBezTo>
                <a:cubicBezTo>
                  <a:pt x="1321" y="58"/>
                  <a:pt x="1638" y="142"/>
                  <a:pt x="1716" y="275"/>
                </a:cubicBezTo>
                <a:cubicBezTo>
                  <a:pt x="1794" y="408"/>
                  <a:pt x="1652" y="721"/>
                  <a:pt x="1596" y="827"/>
                </a:cubicBezTo>
                <a:cubicBezTo>
                  <a:pt x="1540" y="933"/>
                  <a:pt x="1506" y="894"/>
                  <a:pt x="1380" y="911"/>
                </a:cubicBezTo>
                <a:cubicBezTo>
                  <a:pt x="1254" y="928"/>
                  <a:pt x="1001" y="929"/>
                  <a:pt x="840" y="929"/>
                </a:cubicBezTo>
                <a:cubicBezTo>
                  <a:pt x="679" y="929"/>
                  <a:pt x="530" y="927"/>
                  <a:pt x="414" y="911"/>
                </a:cubicBezTo>
                <a:cubicBezTo>
                  <a:pt x="298" y="895"/>
                  <a:pt x="211" y="903"/>
                  <a:pt x="143" y="832"/>
                </a:cubicBezTo>
                <a:cubicBezTo>
                  <a:pt x="75" y="761"/>
                  <a:pt x="4" y="624"/>
                  <a:pt x="6" y="483"/>
                </a:cubicBezTo>
                <a:close/>
              </a:path>
            </a:pathLst>
          </a:custGeom>
          <a:solidFill>
            <a:srgbClr val="66CC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Arial"/>
            </a:endParaRPr>
          </a:p>
        </p:txBody>
      </p:sp>
      <p:sp>
        <p:nvSpPr>
          <p:cNvPr id="132" name="Freeform 6">
            <a:extLst>
              <a:ext uri="{FF2B5EF4-FFF2-40B4-BE49-F238E27FC236}">
                <a16:creationId xmlns:a16="http://schemas.microsoft.com/office/drawing/2014/main" id="{FFF13A6F-0F53-424B-A39A-76E877F099A6}"/>
              </a:ext>
            </a:extLst>
          </p:cNvPr>
          <p:cNvSpPr>
            <a:spLocks/>
          </p:cNvSpPr>
          <p:nvPr/>
        </p:nvSpPr>
        <p:spPr bwMode="auto">
          <a:xfrm>
            <a:off x="8314293" y="3762231"/>
            <a:ext cx="543096" cy="295229"/>
          </a:xfrm>
          <a:custGeom>
            <a:avLst/>
            <a:gdLst>
              <a:gd name="T0" fmla="*/ 0 w 342"/>
              <a:gd name="T1" fmla="*/ 2147483647 h 186"/>
              <a:gd name="T2" fmla="*/ 2147483647 w 342"/>
              <a:gd name="T3" fmla="*/ 0 h 186"/>
              <a:gd name="T4" fmla="*/ 0 60000 65536"/>
              <a:gd name="T5" fmla="*/ 0 60000 65536"/>
              <a:gd name="T6" fmla="*/ 0 w 342"/>
              <a:gd name="T7" fmla="*/ 0 h 186"/>
              <a:gd name="T8" fmla="*/ 342 w 342"/>
              <a:gd name="T9" fmla="*/ 186 h 186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T6" t="T7" r="T8" b="T9"/>
            <a:pathLst>
              <a:path w="342" h="186">
                <a:moveTo>
                  <a:pt x="0" y="186"/>
                </a:moveTo>
                <a:lnTo>
                  <a:pt x="342" y="0"/>
                </a:lnTo>
              </a:path>
            </a:pathLst>
          </a:custGeom>
          <a:noFill/>
          <a:ln w="1270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Arial"/>
            </a:endParaRPr>
          </a:p>
        </p:txBody>
      </p:sp>
      <p:sp>
        <p:nvSpPr>
          <p:cNvPr id="134" name="Freeform 91">
            <a:extLst>
              <a:ext uri="{FF2B5EF4-FFF2-40B4-BE49-F238E27FC236}">
                <a16:creationId xmlns:a16="http://schemas.microsoft.com/office/drawing/2014/main" id="{0468E56B-A027-0D44-AEB8-704F79D68813}"/>
              </a:ext>
            </a:extLst>
          </p:cNvPr>
          <p:cNvSpPr>
            <a:spLocks/>
          </p:cNvSpPr>
          <p:nvPr/>
        </p:nvSpPr>
        <p:spPr bwMode="auto">
          <a:xfrm>
            <a:off x="9356021" y="3755882"/>
            <a:ext cx="504984" cy="307927"/>
          </a:xfrm>
          <a:custGeom>
            <a:avLst/>
            <a:gdLst>
              <a:gd name="T0" fmla="*/ 0 w 318"/>
              <a:gd name="T1" fmla="*/ 0 h 194"/>
              <a:gd name="T2" fmla="*/ 2147483647 w 318"/>
              <a:gd name="T3" fmla="*/ 2147483647 h 194"/>
              <a:gd name="T4" fmla="*/ 0 60000 65536"/>
              <a:gd name="T5" fmla="*/ 0 60000 65536"/>
              <a:gd name="T6" fmla="*/ 0 w 318"/>
              <a:gd name="T7" fmla="*/ 0 h 194"/>
              <a:gd name="T8" fmla="*/ 318 w 318"/>
              <a:gd name="T9" fmla="*/ 194 h 194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T6" t="T7" r="T8" b="T9"/>
            <a:pathLst>
              <a:path w="318" h="194">
                <a:moveTo>
                  <a:pt x="0" y="0"/>
                </a:moveTo>
                <a:lnTo>
                  <a:pt x="318" y="194"/>
                </a:lnTo>
              </a:path>
            </a:pathLst>
          </a:custGeom>
          <a:noFill/>
          <a:ln w="1270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Arial"/>
            </a:endParaRPr>
          </a:p>
        </p:txBody>
      </p:sp>
      <p:sp>
        <p:nvSpPr>
          <p:cNvPr id="135" name="Freeform 92">
            <a:extLst>
              <a:ext uri="{FF2B5EF4-FFF2-40B4-BE49-F238E27FC236}">
                <a16:creationId xmlns:a16="http://schemas.microsoft.com/office/drawing/2014/main" id="{054FFAAB-E9BC-3E4C-8FB9-3EA2FFF0707B}"/>
              </a:ext>
            </a:extLst>
          </p:cNvPr>
          <p:cNvSpPr>
            <a:spLocks/>
          </p:cNvSpPr>
          <p:nvPr/>
        </p:nvSpPr>
        <p:spPr bwMode="auto">
          <a:xfrm>
            <a:off x="8290473" y="4147933"/>
            <a:ext cx="481164" cy="238088"/>
          </a:xfrm>
          <a:custGeom>
            <a:avLst/>
            <a:gdLst>
              <a:gd name="T0" fmla="*/ 0 w 294"/>
              <a:gd name="T1" fmla="*/ 0 h 174"/>
              <a:gd name="T2" fmla="*/ 2147483647 w 294"/>
              <a:gd name="T3" fmla="*/ 2147483647 h 174"/>
              <a:gd name="T4" fmla="*/ 0 60000 65536"/>
              <a:gd name="T5" fmla="*/ 0 60000 65536"/>
              <a:gd name="T6" fmla="*/ 0 w 294"/>
              <a:gd name="T7" fmla="*/ 0 h 174"/>
              <a:gd name="T8" fmla="*/ 294 w 294"/>
              <a:gd name="T9" fmla="*/ 174 h 174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T6" t="T7" r="T8" b="T9"/>
            <a:pathLst>
              <a:path w="294" h="174">
                <a:moveTo>
                  <a:pt x="0" y="0"/>
                </a:moveTo>
                <a:lnTo>
                  <a:pt x="294" y="174"/>
                </a:lnTo>
              </a:path>
            </a:pathLst>
          </a:custGeom>
          <a:noFill/>
          <a:ln w="1270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Arial"/>
            </a:endParaRPr>
          </a:p>
        </p:txBody>
      </p:sp>
      <p:sp>
        <p:nvSpPr>
          <p:cNvPr id="136" name="Freeform 93">
            <a:extLst>
              <a:ext uri="{FF2B5EF4-FFF2-40B4-BE49-F238E27FC236}">
                <a16:creationId xmlns:a16="http://schemas.microsoft.com/office/drawing/2014/main" id="{1504AC5D-D6C1-D049-A591-6F0963B988CC}"/>
              </a:ext>
            </a:extLst>
          </p:cNvPr>
          <p:cNvSpPr>
            <a:spLocks/>
          </p:cNvSpPr>
          <p:nvPr/>
        </p:nvSpPr>
        <p:spPr bwMode="auto">
          <a:xfrm>
            <a:off x="9238509" y="4124124"/>
            <a:ext cx="628848" cy="247611"/>
          </a:xfrm>
          <a:custGeom>
            <a:avLst/>
            <a:gdLst>
              <a:gd name="T0" fmla="*/ 0 w 378"/>
              <a:gd name="T1" fmla="*/ 2147483647 h 174"/>
              <a:gd name="T2" fmla="*/ 2147483647 w 378"/>
              <a:gd name="T3" fmla="*/ 0 h 174"/>
              <a:gd name="T4" fmla="*/ 0 60000 65536"/>
              <a:gd name="T5" fmla="*/ 0 60000 65536"/>
              <a:gd name="T6" fmla="*/ 0 w 378"/>
              <a:gd name="T7" fmla="*/ 0 h 174"/>
              <a:gd name="T8" fmla="*/ 378 w 378"/>
              <a:gd name="T9" fmla="*/ 174 h 174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T6" t="T7" r="T8" b="T9"/>
            <a:pathLst>
              <a:path w="378" h="174">
                <a:moveTo>
                  <a:pt x="0" y="174"/>
                </a:moveTo>
                <a:lnTo>
                  <a:pt x="378" y="0"/>
                </a:lnTo>
              </a:path>
            </a:pathLst>
          </a:custGeom>
          <a:noFill/>
          <a:ln w="1270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Arial"/>
            </a:endParaRPr>
          </a:p>
        </p:txBody>
      </p:sp>
      <p:sp>
        <p:nvSpPr>
          <p:cNvPr id="137" name="Freeform 94">
            <a:extLst>
              <a:ext uri="{FF2B5EF4-FFF2-40B4-BE49-F238E27FC236}">
                <a16:creationId xmlns:a16="http://schemas.microsoft.com/office/drawing/2014/main" id="{49EE5ACA-6705-2D4D-9A89-77A1C64919B5}"/>
              </a:ext>
            </a:extLst>
          </p:cNvPr>
          <p:cNvSpPr>
            <a:spLocks/>
          </p:cNvSpPr>
          <p:nvPr/>
        </p:nvSpPr>
        <p:spPr bwMode="auto">
          <a:xfrm>
            <a:off x="9905469" y="4178091"/>
            <a:ext cx="206440" cy="507920"/>
          </a:xfrm>
          <a:custGeom>
            <a:avLst/>
            <a:gdLst>
              <a:gd name="T0" fmla="*/ 0 w 118"/>
              <a:gd name="T1" fmla="*/ 2147483647 h 500"/>
              <a:gd name="T2" fmla="*/ 2147483647 w 118"/>
              <a:gd name="T3" fmla="*/ 0 h 500"/>
              <a:gd name="T4" fmla="*/ 0 60000 65536"/>
              <a:gd name="T5" fmla="*/ 0 60000 65536"/>
              <a:gd name="T6" fmla="*/ 0 w 118"/>
              <a:gd name="T7" fmla="*/ 0 h 500"/>
              <a:gd name="T8" fmla="*/ 118 w 118"/>
              <a:gd name="T9" fmla="*/ 500 h 500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T6" t="T7" r="T8" b="T9"/>
            <a:pathLst>
              <a:path w="118" h="500">
                <a:moveTo>
                  <a:pt x="0" y="500"/>
                </a:moveTo>
                <a:lnTo>
                  <a:pt x="118" y="0"/>
                </a:lnTo>
              </a:path>
            </a:pathLst>
          </a:custGeom>
          <a:noFill/>
          <a:ln w="1270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Arial"/>
            </a:endParaRPr>
          </a:p>
        </p:txBody>
      </p:sp>
      <p:sp>
        <p:nvSpPr>
          <p:cNvPr id="138" name="Freeform 95">
            <a:extLst>
              <a:ext uri="{FF2B5EF4-FFF2-40B4-BE49-F238E27FC236}">
                <a16:creationId xmlns:a16="http://schemas.microsoft.com/office/drawing/2014/main" id="{C75D3801-AA9A-394F-B133-0C907B494EA8}"/>
              </a:ext>
            </a:extLst>
          </p:cNvPr>
          <p:cNvSpPr>
            <a:spLocks/>
          </p:cNvSpPr>
          <p:nvPr/>
        </p:nvSpPr>
        <p:spPr bwMode="auto">
          <a:xfrm>
            <a:off x="8670005" y="4711407"/>
            <a:ext cx="736832" cy="74601"/>
          </a:xfrm>
          <a:custGeom>
            <a:avLst/>
            <a:gdLst>
              <a:gd name="T0" fmla="*/ 2147483647 w 370"/>
              <a:gd name="T1" fmla="*/ 2147483647 h 32"/>
              <a:gd name="T2" fmla="*/ 0 w 370"/>
              <a:gd name="T3" fmla="*/ 0 h 32"/>
              <a:gd name="T4" fmla="*/ 0 60000 65536"/>
              <a:gd name="T5" fmla="*/ 0 60000 65536"/>
              <a:gd name="T6" fmla="*/ 0 w 370"/>
              <a:gd name="T7" fmla="*/ 0 h 32"/>
              <a:gd name="T8" fmla="*/ 370 w 370"/>
              <a:gd name="T9" fmla="*/ 32 h 32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T6" t="T7" r="T8" b="T9"/>
            <a:pathLst>
              <a:path w="370" h="32">
                <a:moveTo>
                  <a:pt x="370" y="32"/>
                </a:moveTo>
                <a:lnTo>
                  <a:pt x="0" y="0"/>
                </a:lnTo>
              </a:path>
            </a:pathLst>
          </a:custGeom>
          <a:noFill/>
          <a:ln w="1270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Arial"/>
            </a:endParaRPr>
          </a:p>
        </p:txBody>
      </p:sp>
      <p:sp>
        <p:nvSpPr>
          <p:cNvPr id="139" name="Freeform 96">
            <a:extLst>
              <a:ext uri="{FF2B5EF4-FFF2-40B4-BE49-F238E27FC236}">
                <a16:creationId xmlns:a16="http://schemas.microsoft.com/office/drawing/2014/main" id="{22DFD150-DCC3-9C4E-B2A1-9978ADFC2D32}"/>
              </a:ext>
            </a:extLst>
          </p:cNvPr>
          <p:cNvSpPr>
            <a:spLocks/>
          </p:cNvSpPr>
          <p:nvPr/>
        </p:nvSpPr>
        <p:spPr bwMode="auto">
          <a:xfrm>
            <a:off x="8133261" y="4171742"/>
            <a:ext cx="193736" cy="425383"/>
          </a:xfrm>
          <a:custGeom>
            <a:avLst/>
            <a:gdLst>
              <a:gd name="T0" fmla="*/ 2147483647 w 176"/>
              <a:gd name="T1" fmla="*/ 2147483647 h 412"/>
              <a:gd name="T2" fmla="*/ 2147483647 w 176"/>
              <a:gd name="T3" fmla="*/ 2147483647 h 412"/>
              <a:gd name="T4" fmla="*/ 0 w 176"/>
              <a:gd name="T5" fmla="*/ 0 h 412"/>
              <a:gd name="T6" fmla="*/ 0 60000 65536"/>
              <a:gd name="T7" fmla="*/ 0 60000 65536"/>
              <a:gd name="T8" fmla="*/ 0 60000 65536"/>
              <a:gd name="T9" fmla="*/ 0 w 176"/>
              <a:gd name="T10" fmla="*/ 0 h 412"/>
              <a:gd name="T11" fmla="*/ 176 w 176"/>
              <a:gd name="T12" fmla="*/ 412 h 412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76" h="412">
                <a:moveTo>
                  <a:pt x="162" y="408"/>
                </a:moveTo>
                <a:lnTo>
                  <a:pt x="176" y="412"/>
                </a:lnTo>
                <a:lnTo>
                  <a:pt x="0" y="0"/>
                </a:lnTo>
              </a:path>
            </a:pathLst>
          </a:custGeom>
          <a:noFill/>
          <a:ln w="1270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Arial"/>
            </a:endParaRPr>
          </a:p>
        </p:txBody>
      </p:sp>
      <p:grpSp>
        <p:nvGrpSpPr>
          <p:cNvPr id="140" name="Group 139">
            <a:extLst>
              <a:ext uri="{FF2B5EF4-FFF2-40B4-BE49-F238E27FC236}">
                <a16:creationId xmlns:a16="http://schemas.microsoft.com/office/drawing/2014/main" id="{FE2A56FD-5BF2-8A47-B917-EC5BDAE7B6D9}"/>
              </a:ext>
            </a:extLst>
          </p:cNvPr>
          <p:cNvGrpSpPr/>
          <p:nvPr/>
        </p:nvGrpSpPr>
        <p:grpSpPr>
          <a:xfrm>
            <a:off x="9719734" y="3946352"/>
            <a:ext cx="578032" cy="285706"/>
            <a:chOff x="7493876" y="2774731"/>
            <a:chExt cx="1481958" cy="894622"/>
          </a:xfrm>
        </p:grpSpPr>
        <p:sp>
          <p:nvSpPr>
            <p:cNvPr id="295" name="Freeform 294">
              <a:extLst>
                <a:ext uri="{FF2B5EF4-FFF2-40B4-BE49-F238E27FC236}">
                  <a16:creationId xmlns:a16="http://schemas.microsoft.com/office/drawing/2014/main" id="{A22F5E6C-8071-584B-A45A-61580F1DF3A8}"/>
                </a:ext>
              </a:extLst>
            </p:cNvPr>
            <p:cNvSpPr/>
            <p:nvPr/>
          </p:nvSpPr>
          <p:spPr>
            <a:xfrm>
              <a:off x="7493876" y="3084399"/>
              <a:ext cx="1481958" cy="584954"/>
            </a:xfrm>
            <a:custGeom>
              <a:avLst/>
              <a:gdLst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76538 w 8176538"/>
                <a:gd name="connsiteY0" fmla="*/ 0 h 2638097"/>
                <a:gd name="connsiteX1" fmla="*/ 8176538 w 8176538"/>
                <a:gd name="connsiteY1" fmla="*/ 1271752 h 2638097"/>
                <a:gd name="connsiteX2" fmla="*/ 4088015 w 8176538"/>
                <a:gd name="connsiteY2" fmla="*/ 2638097 h 2638097"/>
                <a:gd name="connsiteX3" fmla="*/ 0 w 8176538"/>
                <a:gd name="connsiteY3" fmla="*/ 1269888 h 2638097"/>
                <a:gd name="connsiteX4" fmla="*/ 20511 w 8176538"/>
                <a:gd name="connsiteY4" fmla="*/ 147145 h 2638097"/>
                <a:gd name="connsiteX5" fmla="*/ 4088015 w 8176538"/>
                <a:gd name="connsiteY5" fmla="*/ 1566042 h 2638097"/>
                <a:gd name="connsiteX6" fmla="*/ 8176538 w 8176538"/>
                <a:gd name="connsiteY6" fmla="*/ 0 h 2638097"/>
                <a:gd name="connsiteX0" fmla="*/ 8176538 w 8176538"/>
                <a:gd name="connsiteY0" fmla="*/ 0 h 2772020"/>
                <a:gd name="connsiteX1" fmla="*/ 8176538 w 8176538"/>
                <a:gd name="connsiteY1" fmla="*/ 1271752 h 2772020"/>
                <a:gd name="connsiteX2" fmla="*/ 4099034 w 8176538"/>
                <a:gd name="connsiteY2" fmla="*/ 2772020 h 2772020"/>
                <a:gd name="connsiteX3" fmla="*/ 0 w 8176538"/>
                <a:gd name="connsiteY3" fmla="*/ 1269888 h 2772020"/>
                <a:gd name="connsiteX4" fmla="*/ 20511 w 8176538"/>
                <a:gd name="connsiteY4" fmla="*/ 147145 h 2772020"/>
                <a:gd name="connsiteX5" fmla="*/ 4088015 w 8176538"/>
                <a:gd name="connsiteY5" fmla="*/ 1566042 h 2772020"/>
                <a:gd name="connsiteX6" fmla="*/ 8176538 w 8176538"/>
                <a:gd name="connsiteY6" fmla="*/ 0 h 2772020"/>
                <a:gd name="connsiteX0" fmla="*/ 8176538 w 8176538"/>
                <a:gd name="connsiteY0" fmla="*/ 0 h 2772339"/>
                <a:gd name="connsiteX1" fmla="*/ 8176538 w 8176538"/>
                <a:gd name="connsiteY1" fmla="*/ 1378890 h 2772339"/>
                <a:gd name="connsiteX2" fmla="*/ 4099034 w 8176538"/>
                <a:gd name="connsiteY2" fmla="*/ 2772020 h 2772339"/>
                <a:gd name="connsiteX3" fmla="*/ 0 w 8176538"/>
                <a:gd name="connsiteY3" fmla="*/ 1269888 h 2772339"/>
                <a:gd name="connsiteX4" fmla="*/ 20511 w 8176538"/>
                <a:gd name="connsiteY4" fmla="*/ 147145 h 2772339"/>
                <a:gd name="connsiteX5" fmla="*/ 4088015 w 8176538"/>
                <a:gd name="connsiteY5" fmla="*/ 1566042 h 2772339"/>
                <a:gd name="connsiteX6" fmla="*/ 8176538 w 8176538"/>
                <a:gd name="connsiteY6" fmla="*/ 0 h 2772339"/>
                <a:gd name="connsiteX0" fmla="*/ 8176538 w 8176538"/>
                <a:gd name="connsiteY0" fmla="*/ 0 h 2825888"/>
                <a:gd name="connsiteX1" fmla="*/ 8176538 w 8176538"/>
                <a:gd name="connsiteY1" fmla="*/ 1378890 h 2825888"/>
                <a:gd name="connsiteX2" fmla="*/ 4099034 w 8176538"/>
                <a:gd name="connsiteY2" fmla="*/ 2825590 h 2825888"/>
                <a:gd name="connsiteX3" fmla="*/ 0 w 8176538"/>
                <a:gd name="connsiteY3" fmla="*/ 1269888 h 2825888"/>
                <a:gd name="connsiteX4" fmla="*/ 20511 w 8176538"/>
                <a:gd name="connsiteY4" fmla="*/ 147145 h 2825888"/>
                <a:gd name="connsiteX5" fmla="*/ 4088015 w 8176538"/>
                <a:gd name="connsiteY5" fmla="*/ 1566042 h 2825888"/>
                <a:gd name="connsiteX6" fmla="*/ 8176538 w 8176538"/>
                <a:gd name="connsiteY6" fmla="*/ 0 h 2825888"/>
                <a:gd name="connsiteX0" fmla="*/ 8165518 w 8165518"/>
                <a:gd name="connsiteY0" fmla="*/ 0 h 2825606"/>
                <a:gd name="connsiteX1" fmla="*/ 8165518 w 8165518"/>
                <a:gd name="connsiteY1" fmla="*/ 1378890 h 2825606"/>
                <a:gd name="connsiteX2" fmla="*/ 4088014 w 8165518"/>
                <a:gd name="connsiteY2" fmla="*/ 2825590 h 2825606"/>
                <a:gd name="connsiteX3" fmla="*/ 0 w 8165518"/>
                <a:gd name="connsiteY3" fmla="*/ 1403811 h 2825606"/>
                <a:gd name="connsiteX4" fmla="*/ 9491 w 8165518"/>
                <a:gd name="connsiteY4" fmla="*/ 147145 h 2825606"/>
                <a:gd name="connsiteX5" fmla="*/ 4076995 w 8165518"/>
                <a:gd name="connsiteY5" fmla="*/ 1566042 h 2825606"/>
                <a:gd name="connsiteX6" fmla="*/ 8165518 w 8165518"/>
                <a:gd name="connsiteY6" fmla="*/ 0 h 2825606"/>
                <a:gd name="connsiteX0" fmla="*/ 8165518 w 8165518"/>
                <a:gd name="connsiteY0" fmla="*/ 0 h 2879174"/>
                <a:gd name="connsiteX1" fmla="*/ 8165518 w 8165518"/>
                <a:gd name="connsiteY1" fmla="*/ 1378890 h 2879174"/>
                <a:gd name="connsiteX2" fmla="*/ 4132092 w 8165518"/>
                <a:gd name="connsiteY2" fmla="*/ 2879159 h 2879174"/>
                <a:gd name="connsiteX3" fmla="*/ 0 w 8165518"/>
                <a:gd name="connsiteY3" fmla="*/ 1403811 h 2879174"/>
                <a:gd name="connsiteX4" fmla="*/ 9491 w 8165518"/>
                <a:gd name="connsiteY4" fmla="*/ 147145 h 2879174"/>
                <a:gd name="connsiteX5" fmla="*/ 4076995 w 8165518"/>
                <a:gd name="connsiteY5" fmla="*/ 1566042 h 2879174"/>
                <a:gd name="connsiteX6" fmla="*/ 8165518 w 8165518"/>
                <a:gd name="connsiteY6" fmla="*/ 0 h 2879174"/>
                <a:gd name="connsiteX0" fmla="*/ 8165518 w 8176537"/>
                <a:gd name="connsiteY0" fmla="*/ 0 h 2879410"/>
                <a:gd name="connsiteX1" fmla="*/ 8176537 w 8176537"/>
                <a:gd name="connsiteY1" fmla="*/ 1499420 h 2879410"/>
                <a:gd name="connsiteX2" fmla="*/ 4132092 w 8176537"/>
                <a:gd name="connsiteY2" fmla="*/ 2879159 h 2879410"/>
                <a:gd name="connsiteX3" fmla="*/ 0 w 8176537"/>
                <a:gd name="connsiteY3" fmla="*/ 1403811 h 2879410"/>
                <a:gd name="connsiteX4" fmla="*/ 9491 w 8176537"/>
                <a:gd name="connsiteY4" fmla="*/ 147145 h 2879410"/>
                <a:gd name="connsiteX5" fmla="*/ 4076995 w 8176537"/>
                <a:gd name="connsiteY5" fmla="*/ 1566042 h 2879410"/>
                <a:gd name="connsiteX6" fmla="*/ 8165518 w 8176537"/>
                <a:gd name="connsiteY6" fmla="*/ 0 h 2879410"/>
                <a:gd name="connsiteX0" fmla="*/ 8165518 w 8176537"/>
                <a:gd name="connsiteY0" fmla="*/ 0 h 2879262"/>
                <a:gd name="connsiteX1" fmla="*/ 8176537 w 8176537"/>
                <a:gd name="connsiteY1" fmla="*/ 1499420 h 2879262"/>
                <a:gd name="connsiteX2" fmla="*/ 4132092 w 8176537"/>
                <a:gd name="connsiteY2" fmla="*/ 2879159 h 2879262"/>
                <a:gd name="connsiteX3" fmla="*/ 0 w 8176537"/>
                <a:gd name="connsiteY3" fmla="*/ 1403811 h 2879262"/>
                <a:gd name="connsiteX4" fmla="*/ 9491 w 8176537"/>
                <a:gd name="connsiteY4" fmla="*/ 147145 h 2879262"/>
                <a:gd name="connsiteX5" fmla="*/ 4076995 w 8176537"/>
                <a:gd name="connsiteY5" fmla="*/ 1566042 h 2879262"/>
                <a:gd name="connsiteX6" fmla="*/ 8165518 w 8176537"/>
                <a:gd name="connsiteY6" fmla="*/ 0 h 2879262"/>
                <a:gd name="connsiteX0" fmla="*/ 8165518 w 8176537"/>
                <a:gd name="connsiteY0" fmla="*/ 0 h 2879163"/>
                <a:gd name="connsiteX1" fmla="*/ 8176537 w 8176537"/>
                <a:gd name="connsiteY1" fmla="*/ 1499420 h 2879163"/>
                <a:gd name="connsiteX2" fmla="*/ 4132092 w 8176537"/>
                <a:gd name="connsiteY2" fmla="*/ 2879159 h 2879163"/>
                <a:gd name="connsiteX3" fmla="*/ 0 w 8176537"/>
                <a:gd name="connsiteY3" fmla="*/ 1510948 h 2879163"/>
                <a:gd name="connsiteX4" fmla="*/ 9491 w 8176537"/>
                <a:gd name="connsiteY4" fmla="*/ 147145 h 2879163"/>
                <a:gd name="connsiteX5" fmla="*/ 4076995 w 8176537"/>
                <a:gd name="connsiteY5" fmla="*/ 1566042 h 2879163"/>
                <a:gd name="connsiteX6" fmla="*/ 8165518 w 8176537"/>
                <a:gd name="connsiteY6" fmla="*/ 0 h 2879163"/>
                <a:gd name="connsiteX0" fmla="*/ 8165518 w 8198577"/>
                <a:gd name="connsiteY0" fmla="*/ 0 h 2879451"/>
                <a:gd name="connsiteX1" fmla="*/ 8198577 w 8198577"/>
                <a:gd name="connsiteY1" fmla="*/ 1606558 h 2879451"/>
                <a:gd name="connsiteX2" fmla="*/ 4132092 w 8198577"/>
                <a:gd name="connsiteY2" fmla="*/ 2879159 h 2879451"/>
                <a:gd name="connsiteX3" fmla="*/ 0 w 8198577"/>
                <a:gd name="connsiteY3" fmla="*/ 1510948 h 2879451"/>
                <a:gd name="connsiteX4" fmla="*/ 9491 w 8198577"/>
                <a:gd name="connsiteY4" fmla="*/ 147145 h 2879451"/>
                <a:gd name="connsiteX5" fmla="*/ 4076995 w 8198577"/>
                <a:gd name="connsiteY5" fmla="*/ 1566042 h 2879451"/>
                <a:gd name="connsiteX6" fmla="*/ 8165518 w 8198577"/>
                <a:gd name="connsiteY6" fmla="*/ 0 h 2879451"/>
                <a:gd name="connsiteX0" fmla="*/ 8165518 w 8165518"/>
                <a:gd name="connsiteY0" fmla="*/ 0 h 2880066"/>
                <a:gd name="connsiteX1" fmla="*/ 8165518 w 8165518"/>
                <a:gd name="connsiteY1" fmla="*/ 1673520 h 2880066"/>
                <a:gd name="connsiteX2" fmla="*/ 4132092 w 8165518"/>
                <a:gd name="connsiteY2" fmla="*/ 2879159 h 2880066"/>
                <a:gd name="connsiteX3" fmla="*/ 0 w 8165518"/>
                <a:gd name="connsiteY3" fmla="*/ 1510948 h 2880066"/>
                <a:gd name="connsiteX4" fmla="*/ 9491 w 8165518"/>
                <a:gd name="connsiteY4" fmla="*/ 147145 h 2880066"/>
                <a:gd name="connsiteX5" fmla="*/ 4076995 w 8165518"/>
                <a:gd name="connsiteY5" fmla="*/ 1566042 h 2880066"/>
                <a:gd name="connsiteX6" fmla="*/ 8165518 w 8165518"/>
                <a:gd name="connsiteY6" fmla="*/ 0 h 2880066"/>
                <a:gd name="connsiteX0" fmla="*/ 8156794 w 8156794"/>
                <a:gd name="connsiteY0" fmla="*/ 0 h 2879270"/>
                <a:gd name="connsiteX1" fmla="*/ 8156794 w 8156794"/>
                <a:gd name="connsiteY1" fmla="*/ 1673520 h 2879270"/>
                <a:gd name="connsiteX2" fmla="*/ 4123368 w 8156794"/>
                <a:gd name="connsiteY2" fmla="*/ 2879159 h 2879270"/>
                <a:gd name="connsiteX3" fmla="*/ 2295 w 8156794"/>
                <a:gd name="connsiteY3" fmla="*/ 1618086 h 2879270"/>
                <a:gd name="connsiteX4" fmla="*/ 767 w 8156794"/>
                <a:gd name="connsiteY4" fmla="*/ 147145 h 2879270"/>
                <a:gd name="connsiteX5" fmla="*/ 4068271 w 8156794"/>
                <a:gd name="connsiteY5" fmla="*/ 1566042 h 2879270"/>
                <a:gd name="connsiteX6" fmla="*/ 8156794 w 8156794"/>
                <a:gd name="connsiteY6" fmla="*/ 0 h 287927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20"/>
                <a:gd name="connsiteX1" fmla="*/ 8156794 w 8156794"/>
                <a:gd name="connsiteY1" fmla="*/ 1673520 h 2973020"/>
                <a:gd name="connsiteX2" fmla="*/ 4134388 w 8156794"/>
                <a:gd name="connsiteY2" fmla="*/ 2972904 h 2973020"/>
                <a:gd name="connsiteX3" fmla="*/ 2295 w 8156794"/>
                <a:gd name="connsiteY3" fmla="*/ 1618086 h 2973020"/>
                <a:gd name="connsiteX4" fmla="*/ 767 w 8156794"/>
                <a:gd name="connsiteY4" fmla="*/ 147145 h 2973020"/>
                <a:gd name="connsiteX5" fmla="*/ 4068271 w 8156794"/>
                <a:gd name="connsiteY5" fmla="*/ 1566042 h 2973020"/>
                <a:gd name="connsiteX6" fmla="*/ 8156794 w 8156794"/>
                <a:gd name="connsiteY6" fmla="*/ 0 h 2973020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141"/>
                <a:gd name="connsiteX1" fmla="*/ 8156794 w 8156794"/>
                <a:gd name="connsiteY1" fmla="*/ 1673520 h 2973141"/>
                <a:gd name="connsiteX2" fmla="*/ 4134388 w 8156794"/>
                <a:gd name="connsiteY2" fmla="*/ 2972904 h 2973141"/>
                <a:gd name="connsiteX3" fmla="*/ 2295 w 8156794"/>
                <a:gd name="connsiteY3" fmla="*/ 1618086 h 2973141"/>
                <a:gd name="connsiteX4" fmla="*/ 767 w 8156794"/>
                <a:gd name="connsiteY4" fmla="*/ 147145 h 2973141"/>
                <a:gd name="connsiteX5" fmla="*/ 4068271 w 8156794"/>
                <a:gd name="connsiteY5" fmla="*/ 1566042 h 2973141"/>
                <a:gd name="connsiteX6" fmla="*/ 8156794 w 8156794"/>
                <a:gd name="connsiteY6" fmla="*/ 0 h 2973141"/>
                <a:gd name="connsiteX0" fmla="*/ 8156794 w 8156794"/>
                <a:gd name="connsiteY0" fmla="*/ 0 h 3066827"/>
                <a:gd name="connsiteX1" fmla="*/ 8156794 w 8156794"/>
                <a:gd name="connsiteY1" fmla="*/ 1673520 h 3066827"/>
                <a:gd name="connsiteX2" fmla="*/ 4123353 w 8156794"/>
                <a:gd name="connsiteY2" fmla="*/ 3066650 h 3066827"/>
                <a:gd name="connsiteX3" fmla="*/ 2295 w 8156794"/>
                <a:gd name="connsiteY3" fmla="*/ 1618086 h 3066827"/>
                <a:gd name="connsiteX4" fmla="*/ 767 w 8156794"/>
                <a:gd name="connsiteY4" fmla="*/ 147145 h 3066827"/>
                <a:gd name="connsiteX5" fmla="*/ 4068271 w 8156794"/>
                <a:gd name="connsiteY5" fmla="*/ 1566042 h 3066827"/>
                <a:gd name="connsiteX6" fmla="*/ 8156794 w 8156794"/>
                <a:gd name="connsiteY6" fmla="*/ 0 h 3066827"/>
                <a:gd name="connsiteX0" fmla="*/ 8123689 w 8156794"/>
                <a:gd name="connsiteY0" fmla="*/ 0 h 2999866"/>
                <a:gd name="connsiteX1" fmla="*/ 8156794 w 8156794"/>
                <a:gd name="connsiteY1" fmla="*/ 1606559 h 2999866"/>
                <a:gd name="connsiteX2" fmla="*/ 4123353 w 8156794"/>
                <a:gd name="connsiteY2" fmla="*/ 2999689 h 2999866"/>
                <a:gd name="connsiteX3" fmla="*/ 2295 w 8156794"/>
                <a:gd name="connsiteY3" fmla="*/ 1551125 h 2999866"/>
                <a:gd name="connsiteX4" fmla="*/ 767 w 8156794"/>
                <a:gd name="connsiteY4" fmla="*/ 80184 h 2999866"/>
                <a:gd name="connsiteX5" fmla="*/ 4068271 w 8156794"/>
                <a:gd name="connsiteY5" fmla="*/ 1499081 h 2999866"/>
                <a:gd name="connsiteX6" fmla="*/ 8123689 w 8156794"/>
                <a:gd name="connsiteY6" fmla="*/ 0 h 2999866"/>
                <a:gd name="connsiteX0" fmla="*/ 8167828 w 8167828"/>
                <a:gd name="connsiteY0" fmla="*/ 0 h 3026651"/>
                <a:gd name="connsiteX1" fmla="*/ 8156794 w 8167828"/>
                <a:gd name="connsiteY1" fmla="*/ 1633344 h 3026651"/>
                <a:gd name="connsiteX2" fmla="*/ 4123353 w 8167828"/>
                <a:gd name="connsiteY2" fmla="*/ 3026474 h 3026651"/>
                <a:gd name="connsiteX3" fmla="*/ 2295 w 8167828"/>
                <a:gd name="connsiteY3" fmla="*/ 1577910 h 3026651"/>
                <a:gd name="connsiteX4" fmla="*/ 767 w 8167828"/>
                <a:gd name="connsiteY4" fmla="*/ 106969 h 3026651"/>
                <a:gd name="connsiteX5" fmla="*/ 4068271 w 8167828"/>
                <a:gd name="connsiteY5" fmla="*/ 1525866 h 3026651"/>
                <a:gd name="connsiteX6" fmla="*/ 8167828 w 8167828"/>
                <a:gd name="connsiteY6" fmla="*/ 0 h 3026651"/>
                <a:gd name="connsiteX0" fmla="*/ 8167828 w 8167828"/>
                <a:gd name="connsiteY0" fmla="*/ 0 h 3027228"/>
                <a:gd name="connsiteX1" fmla="*/ 8145760 w 8167828"/>
                <a:gd name="connsiteY1" fmla="*/ 1686913 h 3027228"/>
                <a:gd name="connsiteX2" fmla="*/ 4123353 w 8167828"/>
                <a:gd name="connsiteY2" fmla="*/ 3026474 h 3027228"/>
                <a:gd name="connsiteX3" fmla="*/ 2295 w 8167828"/>
                <a:gd name="connsiteY3" fmla="*/ 1577910 h 3027228"/>
                <a:gd name="connsiteX4" fmla="*/ 767 w 8167828"/>
                <a:gd name="connsiteY4" fmla="*/ 106969 h 3027228"/>
                <a:gd name="connsiteX5" fmla="*/ 4068271 w 8167828"/>
                <a:gd name="connsiteY5" fmla="*/ 1525866 h 3027228"/>
                <a:gd name="connsiteX6" fmla="*/ 8167828 w 8167828"/>
                <a:gd name="connsiteY6" fmla="*/ 0 h 3027228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23689 w 8145760"/>
                <a:gd name="connsiteY0" fmla="*/ 13560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9 w 8145760"/>
                <a:gd name="connsiteY6" fmla="*/ 13560 h 2920259"/>
                <a:gd name="connsiteX0" fmla="*/ 8178863 w 8178863"/>
                <a:gd name="connsiteY0" fmla="*/ 26952 h 2920259"/>
                <a:gd name="connsiteX1" fmla="*/ 8145760 w 8178863"/>
                <a:gd name="connsiteY1" fmla="*/ 1579944 h 2920259"/>
                <a:gd name="connsiteX2" fmla="*/ 4123353 w 8178863"/>
                <a:gd name="connsiteY2" fmla="*/ 2919505 h 2920259"/>
                <a:gd name="connsiteX3" fmla="*/ 2295 w 8178863"/>
                <a:gd name="connsiteY3" fmla="*/ 1470941 h 2920259"/>
                <a:gd name="connsiteX4" fmla="*/ 767 w 8178863"/>
                <a:gd name="connsiteY4" fmla="*/ 0 h 2920259"/>
                <a:gd name="connsiteX5" fmla="*/ 4068271 w 8178863"/>
                <a:gd name="connsiteY5" fmla="*/ 1418897 h 2920259"/>
                <a:gd name="connsiteX6" fmla="*/ 8178863 w 8178863"/>
                <a:gd name="connsiteY6" fmla="*/ 26952 h 2920259"/>
                <a:gd name="connsiteX0" fmla="*/ 8167827 w 8167827"/>
                <a:gd name="connsiteY0" fmla="*/ 40343 h 2920259"/>
                <a:gd name="connsiteX1" fmla="*/ 8145760 w 8167827"/>
                <a:gd name="connsiteY1" fmla="*/ 1579944 h 2920259"/>
                <a:gd name="connsiteX2" fmla="*/ 4123353 w 8167827"/>
                <a:gd name="connsiteY2" fmla="*/ 2919505 h 2920259"/>
                <a:gd name="connsiteX3" fmla="*/ 2295 w 8167827"/>
                <a:gd name="connsiteY3" fmla="*/ 1470941 h 2920259"/>
                <a:gd name="connsiteX4" fmla="*/ 767 w 8167827"/>
                <a:gd name="connsiteY4" fmla="*/ 0 h 2920259"/>
                <a:gd name="connsiteX5" fmla="*/ 4068271 w 8167827"/>
                <a:gd name="connsiteY5" fmla="*/ 1418897 h 2920259"/>
                <a:gd name="connsiteX6" fmla="*/ 8167827 w 8167827"/>
                <a:gd name="connsiteY6" fmla="*/ 40343 h 2920259"/>
                <a:gd name="connsiteX0" fmla="*/ 8123687 w 8145760"/>
                <a:gd name="connsiteY0" fmla="*/ 53735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7 w 8145760"/>
                <a:gd name="connsiteY6" fmla="*/ 53735 h 2920259"/>
                <a:gd name="connsiteX0" fmla="*/ 8161918 w 8161918"/>
                <a:gd name="connsiteY0" fmla="*/ 0 h 2943855"/>
                <a:gd name="connsiteX1" fmla="*/ 8145760 w 8161918"/>
                <a:gd name="connsiteY1" fmla="*/ 1603540 h 2943855"/>
                <a:gd name="connsiteX2" fmla="*/ 4123353 w 8161918"/>
                <a:gd name="connsiteY2" fmla="*/ 2943101 h 2943855"/>
                <a:gd name="connsiteX3" fmla="*/ 2295 w 8161918"/>
                <a:gd name="connsiteY3" fmla="*/ 1494537 h 2943855"/>
                <a:gd name="connsiteX4" fmla="*/ 767 w 8161918"/>
                <a:gd name="connsiteY4" fmla="*/ 23596 h 2943855"/>
                <a:gd name="connsiteX5" fmla="*/ 4068271 w 8161918"/>
                <a:gd name="connsiteY5" fmla="*/ 1442493 h 2943855"/>
                <a:gd name="connsiteX6" fmla="*/ 8161918 w 8161918"/>
                <a:gd name="connsiteY6" fmla="*/ 0 h 2943855"/>
                <a:gd name="connsiteX0" fmla="*/ 8144926 w 8145760"/>
                <a:gd name="connsiteY0" fmla="*/ 43424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44926 w 8145760"/>
                <a:gd name="connsiteY6" fmla="*/ 43424 h 2920259"/>
                <a:gd name="connsiteX0" fmla="*/ 8161918 w 8161918"/>
                <a:gd name="connsiteY0" fmla="*/ 0 h 2959321"/>
                <a:gd name="connsiteX1" fmla="*/ 8145760 w 8161918"/>
                <a:gd name="connsiteY1" fmla="*/ 1619006 h 2959321"/>
                <a:gd name="connsiteX2" fmla="*/ 4123353 w 8161918"/>
                <a:gd name="connsiteY2" fmla="*/ 2958567 h 2959321"/>
                <a:gd name="connsiteX3" fmla="*/ 2295 w 8161918"/>
                <a:gd name="connsiteY3" fmla="*/ 1510003 h 2959321"/>
                <a:gd name="connsiteX4" fmla="*/ 767 w 8161918"/>
                <a:gd name="connsiteY4" fmla="*/ 39062 h 2959321"/>
                <a:gd name="connsiteX5" fmla="*/ 4068271 w 8161918"/>
                <a:gd name="connsiteY5" fmla="*/ 1457959 h 2959321"/>
                <a:gd name="connsiteX6" fmla="*/ 8161918 w 8161918"/>
                <a:gd name="connsiteY6" fmla="*/ 0 h 2959321"/>
                <a:gd name="connsiteX0" fmla="*/ 8161918 w 8162752"/>
                <a:gd name="connsiteY0" fmla="*/ 0 h 2959488"/>
                <a:gd name="connsiteX1" fmla="*/ 8162752 w 8162752"/>
                <a:gd name="connsiteY1" fmla="*/ 1629317 h 2959488"/>
                <a:gd name="connsiteX2" fmla="*/ 4123353 w 8162752"/>
                <a:gd name="connsiteY2" fmla="*/ 2958567 h 2959488"/>
                <a:gd name="connsiteX3" fmla="*/ 2295 w 8162752"/>
                <a:gd name="connsiteY3" fmla="*/ 1510003 h 2959488"/>
                <a:gd name="connsiteX4" fmla="*/ 767 w 8162752"/>
                <a:gd name="connsiteY4" fmla="*/ 39062 h 2959488"/>
                <a:gd name="connsiteX5" fmla="*/ 4068271 w 8162752"/>
                <a:gd name="connsiteY5" fmla="*/ 1457959 h 2959488"/>
                <a:gd name="connsiteX6" fmla="*/ 8161918 w 8162752"/>
                <a:gd name="connsiteY6" fmla="*/ 0 h 2959488"/>
                <a:gd name="connsiteX0" fmla="*/ 8165930 w 8166764"/>
                <a:gd name="connsiteY0" fmla="*/ 7337 h 2966825"/>
                <a:gd name="connsiteX1" fmla="*/ 8166764 w 8166764"/>
                <a:gd name="connsiteY1" fmla="*/ 1636654 h 2966825"/>
                <a:gd name="connsiteX2" fmla="*/ 4127365 w 8166764"/>
                <a:gd name="connsiteY2" fmla="*/ 2965904 h 2966825"/>
                <a:gd name="connsiteX3" fmla="*/ 6307 w 8166764"/>
                <a:gd name="connsiteY3" fmla="*/ 1517340 h 2966825"/>
                <a:gd name="connsiteX4" fmla="*/ 532 w 8166764"/>
                <a:gd name="connsiteY4" fmla="*/ 0 h 2966825"/>
                <a:gd name="connsiteX5" fmla="*/ 4072283 w 8166764"/>
                <a:gd name="connsiteY5" fmla="*/ 1465296 h 2966825"/>
                <a:gd name="connsiteX6" fmla="*/ 8165930 w 8166764"/>
                <a:gd name="connsiteY6" fmla="*/ 7337 h 2966825"/>
                <a:gd name="connsiteX0" fmla="*/ 8168119 w 8168953"/>
                <a:gd name="connsiteY0" fmla="*/ 7337 h 2966682"/>
                <a:gd name="connsiteX1" fmla="*/ 8168953 w 8168953"/>
                <a:gd name="connsiteY1" fmla="*/ 1636654 h 2966682"/>
                <a:gd name="connsiteX2" fmla="*/ 4129554 w 8168953"/>
                <a:gd name="connsiteY2" fmla="*/ 2965904 h 2966682"/>
                <a:gd name="connsiteX3" fmla="*/ 0 w 8168953"/>
                <a:gd name="connsiteY3" fmla="*/ 1527651 h 2966682"/>
                <a:gd name="connsiteX4" fmla="*/ 2721 w 8168953"/>
                <a:gd name="connsiteY4" fmla="*/ 0 h 2966682"/>
                <a:gd name="connsiteX5" fmla="*/ 4074472 w 8168953"/>
                <a:gd name="connsiteY5" fmla="*/ 1465296 h 2966682"/>
                <a:gd name="connsiteX6" fmla="*/ 8168119 w 8168953"/>
                <a:gd name="connsiteY6" fmla="*/ 7337 h 2966682"/>
                <a:gd name="connsiteX0" fmla="*/ 8168119 w 8168953"/>
                <a:gd name="connsiteY0" fmla="*/ 7337 h 3100377"/>
                <a:gd name="connsiteX1" fmla="*/ 8168953 w 8168953"/>
                <a:gd name="connsiteY1" fmla="*/ 1636654 h 3100377"/>
                <a:gd name="connsiteX2" fmla="*/ 4118520 w 8168953"/>
                <a:gd name="connsiteY2" fmla="*/ 3099826 h 3100377"/>
                <a:gd name="connsiteX3" fmla="*/ 0 w 8168953"/>
                <a:gd name="connsiteY3" fmla="*/ 1527651 h 3100377"/>
                <a:gd name="connsiteX4" fmla="*/ 2721 w 8168953"/>
                <a:gd name="connsiteY4" fmla="*/ 0 h 3100377"/>
                <a:gd name="connsiteX5" fmla="*/ 4074472 w 8168953"/>
                <a:gd name="connsiteY5" fmla="*/ 1465296 h 3100377"/>
                <a:gd name="connsiteX6" fmla="*/ 8168119 w 8168953"/>
                <a:gd name="connsiteY6" fmla="*/ 7337 h 3100377"/>
                <a:gd name="connsiteX0" fmla="*/ 8168119 w 8168953"/>
                <a:gd name="connsiteY0" fmla="*/ 7337 h 3100429"/>
                <a:gd name="connsiteX1" fmla="*/ 8168953 w 8168953"/>
                <a:gd name="connsiteY1" fmla="*/ 1636654 h 3100429"/>
                <a:gd name="connsiteX2" fmla="*/ 4118520 w 8168953"/>
                <a:gd name="connsiteY2" fmla="*/ 3099826 h 3100429"/>
                <a:gd name="connsiteX3" fmla="*/ 0 w 8168953"/>
                <a:gd name="connsiteY3" fmla="*/ 1527651 h 3100429"/>
                <a:gd name="connsiteX4" fmla="*/ 2721 w 8168953"/>
                <a:gd name="connsiteY4" fmla="*/ 0 h 3100429"/>
                <a:gd name="connsiteX5" fmla="*/ 4074472 w 8168953"/>
                <a:gd name="connsiteY5" fmla="*/ 1465296 h 3100429"/>
                <a:gd name="connsiteX6" fmla="*/ 8168119 w 8168953"/>
                <a:gd name="connsiteY6" fmla="*/ 7337 h 3100429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166683" h="3099826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bg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                   </a:t>
              </a:r>
            </a:p>
          </p:txBody>
        </p:sp>
        <p:sp>
          <p:nvSpPr>
            <p:cNvPr id="296" name="Oval 295">
              <a:extLst>
                <a:ext uri="{FF2B5EF4-FFF2-40B4-BE49-F238E27FC236}">
                  <a16:creationId xmlns:a16="http://schemas.microsoft.com/office/drawing/2014/main" id="{19D9D590-1C6D-B940-8236-FB7A7C7C3E17}"/>
                </a:ext>
              </a:extLst>
            </p:cNvPr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              </a:t>
              </a:r>
            </a:p>
          </p:txBody>
        </p:sp>
        <p:grpSp>
          <p:nvGrpSpPr>
            <p:cNvPr id="297" name="Group 296">
              <a:extLst>
                <a:ext uri="{FF2B5EF4-FFF2-40B4-BE49-F238E27FC236}">
                  <a16:creationId xmlns:a16="http://schemas.microsoft.com/office/drawing/2014/main" id="{55AD85DE-1093-294C-A79D-C39AACCD04DE}"/>
                </a:ext>
              </a:extLst>
            </p:cNvPr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298" name="Freeform 297">
                <a:extLst>
                  <a:ext uri="{FF2B5EF4-FFF2-40B4-BE49-F238E27FC236}">
                    <a16:creationId xmlns:a16="http://schemas.microsoft.com/office/drawing/2014/main" id="{74555870-3136-5F47-A50A-B9C84ADD9B5F}"/>
                  </a:ext>
                </a:extLst>
              </p:cNvPr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avLst/>
                <a:gdLst>
                  <a:gd name="connsiteX0" fmla="*/ 3725333 w 4588933"/>
                  <a:gd name="connsiteY0" fmla="*/ 0 h 1049866"/>
                  <a:gd name="connsiteX1" fmla="*/ 4588933 w 4588933"/>
                  <a:gd name="connsiteY1" fmla="*/ 270933 h 1049866"/>
                  <a:gd name="connsiteX2" fmla="*/ 3962400 w 4588933"/>
                  <a:gd name="connsiteY2" fmla="*/ 541866 h 1049866"/>
                  <a:gd name="connsiteX3" fmla="*/ 3742267 w 4588933"/>
                  <a:gd name="connsiteY3" fmla="*/ 457200 h 1049866"/>
                  <a:gd name="connsiteX4" fmla="*/ 2269067 w 4588933"/>
                  <a:gd name="connsiteY4" fmla="*/ 1049866 h 1049866"/>
                  <a:gd name="connsiteX5" fmla="*/ 880533 w 4588933"/>
                  <a:gd name="connsiteY5" fmla="*/ 457200 h 1049866"/>
                  <a:gd name="connsiteX6" fmla="*/ 592667 w 4588933"/>
                  <a:gd name="connsiteY6" fmla="*/ 541866 h 1049866"/>
                  <a:gd name="connsiteX7" fmla="*/ 0 w 4588933"/>
                  <a:gd name="connsiteY7" fmla="*/ 254000 h 1049866"/>
                  <a:gd name="connsiteX8" fmla="*/ 880533 w 4588933"/>
                  <a:gd name="connsiteY8" fmla="*/ 16933 h 1049866"/>
                  <a:gd name="connsiteX9" fmla="*/ 2302933 w 4588933"/>
                  <a:gd name="connsiteY9" fmla="*/ 626533 h 1049866"/>
                  <a:gd name="connsiteX10" fmla="*/ 3725333 w 4588933"/>
                  <a:gd name="connsiteY10" fmla="*/ 0 h 1049866"/>
                  <a:gd name="connsiteX0" fmla="*/ 3725333 w 4641485"/>
                  <a:gd name="connsiteY0" fmla="*/ 0 h 1049866"/>
                  <a:gd name="connsiteX1" fmla="*/ 4641485 w 4641485"/>
                  <a:gd name="connsiteY1" fmla="*/ 239402 h 1049866"/>
                  <a:gd name="connsiteX2" fmla="*/ 3962400 w 4641485"/>
                  <a:gd name="connsiteY2" fmla="*/ 541866 h 1049866"/>
                  <a:gd name="connsiteX3" fmla="*/ 3742267 w 4641485"/>
                  <a:gd name="connsiteY3" fmla="*/ 457200 h 1049866"/>
                  <a:gd name="connsiteX4" fmla="*/ 2269067 w 4641485"/>
                  <a:gd name="connsiteY4" fmla="*/ 1049866 h 1049866"/>
                  <a:gd name="connsiteX5" fmla="*/ 880533 w 4641485"/>
                  <a:gd name="connsiteY5" fmla="*/ 457200 h 1049866"/>
                  <a:gd name="connsiteX6" fmla="*/ 592667 w 4641485"/>
                  <a:gd name="connsiteY6" fmla="*/ 541866 h 1049866"/>
                  <a:gd name="connsiteX7" fmla="*/ 0 w 4641485"/>
                  <a:gd name="connsiteY7" fmla="*/ 254000 h 1049866"/>
                  <a:gd name="connsiteX8" fmla="*/ 880533 w 4641485"/>
                  <a:gd name="connsiteY8" fmla="*/ 16933 h 1049866"/>
                  <a:gd name="connsiteX9" fmla="*/ 2302933 w 4641485"/>
                  <a:gd name="connsiteY9" fmla="*/ 626533 h 1049866"/>
                  <a:gd name="connsiteX10" fmla="*/ 3725333 w 4641485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73798 w 4673016"/>
                  <a:gd name="connsiteY3" fmla="*/ 45720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84308 w 4673016"/>
                  <a:gd name="connsiteY3" fmla="*/ 404648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815839 w 4673016"/>
                  <a:gd name="connsiteY3" fmla="*/ 46771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4673016" h="104986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299" name="Freeform 298">
                <a:extLst>
                  <a:ext uri="{FF2B5EF4-FFF2-40B4-BE49-F238E27FC236}">
                    <a16:creationId xmlns:a16="http://schemas.microsoft.com/office/drawing/2014/main" id="{4C89C07A-54CC-1F4B-8662-219BDC60226A}"/>
                  </a:ext>
                </a:extLst>
              </p:cNvPr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avLst/>
                <a:gdLst>
                  <a:gd name="connsiteX0" fmla="*/ 21021 w 1744718"/>
                  <a:gd name="connsiteY0" fmla="*/ 0 h 903890"/>
                  <a:gd name="connsiteX1" fmla="*/ 1744718 w 1744718"/>
                  <a:gd name="connsiteY1" fmla="*/ 693683 h 903890"/>
                  <a:gd name="connsiteX2" fmla="*/ 1145628 w 1744718"/>
                  <a:gd name="connsiteY2" fmla="*/ 903890 h 903890"/>
                  <a:gd name="connsiteX3" fmla="*/ 0 w 1744718"/>
                  <a:gd name="connsiteY3" fmla="*/ 451945 h 903890"/>
                  <a:gd name="connsiteX4" fmla="*/ 21021 w 1744718"/>
                  <a:gd name="connsiteY4" fmla="*/ 0 h 9038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44718" h="903890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300" name="Freeform 299">
                <a:extLst>
                  <a:ext uri="{FF2B5EF4-FFF2-40B4-BE49-F238E27FC236}">
                    <a16:creationId xmlns:a16="http://schemas.microsoft.com/office/drawing/2014/main" id="{AD074A1D-33A9-FD4E-9502-6E1A7B8749FE}"/>
                  </a:ext>
                </a:extLst>
              </p:cNvPr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avLst/>
                <a:gdLst>
                  <a:gd name="connsiteX0" fmla="*/ 1702676 w 1713187"/>
                  <a:gd name="connsiteY0" fmla="*/ 0 h 893380"/>
                  <a:gd name="connsiteX1" fmla="*/ 1713187 w 1713187"/>
                  <a:gd name="connsiteY1" fmla="*/ 472966 h 893380"/>
                  <a:gd name="connsiteX2" fmla="*/ 578069 w 1713187"/>
                  <a:gd name="connsiteY2" fmla="*/ 893380 h 893380"/>
                  <a:gd name="connsiteX3" fmla="*/ 0 w 1713187"/>
                  <a:gd name="connsiteY3" fmla="*/ 693683 h 893380"/>
                  <a:gd name="connsiteX4" fmla="*/ 1702676 w 1713187"/>
                  <a:gd name="connsiteY4" fmla="*/ 0 h 8933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13187" h="893380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301" name="Freeform 300">
                <a:extLst>
                  <a:ext uri="{FF2B5EF4-FFF2-40B4-BE49-F238E27FC236}">
                    <a16:creationId xmlns:a16="http://schemas.microsoft.com/office/drawing/2014/main" id="{CCD24AC6-75BD-7240-ACA1-858F993F7615}"/>
                  </a:ext>
                </a:extLst>
              </p:cNvPr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avLst/>
                <a:gdLst>
                  <a:gd name="connsiteX0" fmla="*/ 599089 w 4162096"/>
                  <a:gd name="connsiteY0" fmla="*/ 273269 h 1618593"/>
                  <a:gd name="connsiteX1" fmla="*/ 882869 w 4162096"/>
                  <a:gd name="connsiteY1" fmla="*/ 199697 h 1618593"/>
                  <a:gd name="connsiteX2" fmla="*/ 2312276 w 4162096"/>
                  <a:gd name="connsiteY2" fmla="*/ 798786 h 1618593"/>
                  <a:gd name="connsiteX3" fmla="*/ 3794234 w 4162096"/>
                  <a:gd name="connsiteY3" fmla="*/ 199697 h 1618593"/>
                  <a:gd name="connsiteX4" fmla="*/ 4014951 w 4162096"/>
                  <a:gd name="connsiteY4" fmla="*/ 273269 h 1618593"/>
                  <a:gd name="connsiteX5" fmla="*/ 3058510 w 4162096"/>
                  <a:gd name="connsiteY5" fmla="*/ 641131 h 1618593"/>
                  <a:gd name="connsiteX6" fmla="*/ 3026979 w 4162096"/>
                  <a:gd name="connsiteY6" fmla="*/ 1114097 h 1618593"/>
                  <a:gd name="connsiteX7" fmla="*/ 4162096 w 4162096"/>
                  <a:gd name="connsiteY7" fmla="*/ 1545021 h 1618593"/>
                  <a:gd name="connsiteX8" fmla="*/ 3878317 w 4162096"/>
                  <a:gd name="connsiteY8" fmla="*/ 1608083 h 1618593"/>
                  <a:gd name="connsiteX9" fmla="*/ 2301765 w 4162096"/>
                  <a:gd name="connsiteY9" fmla="*/ 945931 h 1618593"/>
                  <a:gd name="connsiteX10" fmla="*/ 693682 w 4162096"/>
                  <a:gd name="connsiteY10" fmla="*/ 1618593 h 1618593"/>
                  <a:gd name="connsiteX11" fmla="*/ 430924 w 4162096"/>
                  <a:gd name="connsiteY11" fmla="*/ 1524000 h 1618593"/>
                  <a:gd name="connsiteX12" fmla="*/ 1576551 w 4162096"/>
                  <a:gd name="connsiteY12" fmla="*/ 1082566 h 1618593"/>
                  <a:gd name="connsiteX13" fmla="*/ 1545020 w 4162096"/>
                  <a:gd name="connsiteY13" fmla="*/ 609600 h 1618593"/>
                  <a:gd name="connsiteX14" fmla="*/ 0 w 4162096"/>
                  <a:gd name="connsiteY14" fmla="*/ 0 h 1618593"/>
                  <a:gd name="connsiteX15" fmla="*/ 872358 w 4162096"/>
                  <a:gd name="connsiteY15" fmla="*/ 210207 h 1618593"/>
                  <a:gd name="connsiteX16" fmla="*/ 872358 w 4162096"/>
                  <a:gd name="connsiteY16" fmla="*/ 210207 h 1618593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15" fmla="*/ 441434 w 3731172"/>
                  <a:gd name="connsiteY15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357351 w 3731172"/>
                  <a:gd name="connsiteY14" fmla="*/ 115613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56137 w 3731172"/>
                  <a:gd name="connsiteY13" fmla="*/ 441434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903890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575034 w 3710151"/>
                  <a:gd name="connsiteY6" fmla="*/ 91440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06565 w 3710151"/>
                  <a:gd name="connsiteY6" fmla="*/ 92491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5151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09858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62012 w 3725019"/>
                  <a:gd name="connsiteY0" fmla="*/ 73572 h 1418896"/>
                  <a:gd name="connsiteX1" fmla="*/ 445792 w 3725019"/>
                  <a:gd name="connsiteY1" fmla="*/ 0 h 1418896"/>
                  <a:gd name="connsiteX2" fmla="*/ 1852896 w 3725019"/>
                  <a:gd name="connsiteY2" fmla="*/ 591655 h 1418896"/>
                  <a:gd name="connsiteX3" fmla="*/ 3357157 w 3725019"/>
                  <a:gd name="connsiteY3" fmla="*/ 0 h 1418896"/>
                  <a:gd name="connsiteX4" fmla="*/ 3577874 w 3725019"/>
                  <a:gd name="connsiteY4" fmla="*/ 73572 h 1418896"/>
                  <a:gd name="connsiteX5" fmla="*/ 2632585 w 3725019"/>
                  <a:gd name="connsiteY5" fmla="*/ 448868 h 1418896"/>
                  <a:gd name="connsiteX6" fmla="*/ 2625150 w 3725019"/>
                  <a:gd name="connsiteY6" fmla="*/ 902607 h 1418896"/>
                  <a:gd name="connsiteX7" fmla="*/ 3725019 w 3725019"/>
                  <a:gd name="connsiteY7" fmla="*/ 1345324 h 1418896"/>
                  <a:gd name="connsiteX8" fmla="*/ 3441240 w 3725019"/>
                  <a:gd name="connsiteY8" fmla="*/ 1408386 h 1418896"/>
                  <a:gd name="connsiteX9" fmla="*/ 1864688 w 3725019"/>
                  <a:gd name="connsiteY9" fmla="*/ 746234 h 1418896"/>
                  <a:gd name="connsiteX10" fmla="*/ 256605 w 3725019"/>
                  <a:gd name="connsiteY10" fmla="*/ 1418896 h 1418896"/>
                  <a:gd name="connsiteX11" fmla="*/ 0 w 3725019"/>
                  <a:gd name="connsiteY11" fmla="*/ 1331097 h 1418896"/>
                  <a:gd name="connsiteX12" fmla="*/ 1113454 w 3725019"/>
                  <a:gd name="connsiteY12" fmla="*/ 903890 h 1418896"/>
                  <a:gd name="connsiteX13" fmla="*/ 1102302 w 3725019"/>
                  <a:gd name="connsiteY13" fmla="*/ 451945 h 1418896"/>
                  <a:gd name="connsiteX14" fmla="*/ 183032 w 3725019"/>
                  <a:gd name="connsiteY14" fmla="*/ 84081 h 1418896"/>
                  <a:gd name="connsiteX15" fmla="*/ 162012 w 3725019"/>
                  <a:gd name="connsiteY15" fmla="*/ 73572 h 14188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725019" h="1418896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</p:grpSp>
      </p:grpSp>
      <p:grpSp>
        <p:nvGrpSpPr>
          <p:cNvPr id="141" name="Group 140">
            <a:extLst>
              <a:ext uri="{FF2B5EF4-FFF2-40B4-BE49-F238E27FC236}">
                <a16:creationId xmlns:a16="http://schemas.microsoft.com/office/drawing/2014/main" id="{87D364BE-067C-ED48-9F93-CCBD43D1F1FD}"/>
              </a:ext>
            </a:extLst>
          </p:cNvPr>
          <p:cNvGrpSpPr/>
          <p:nvPr/>
        </p:nvGrpSpPr>
        <p:grpSpPr>
          <a:xfrm>
            <a:off x="9351606" y="4600112"/>
            <a:ext cx="578032" cy="285706"/>
            <a:chOff x="7493876" y="2774731"/>
            <a:chExt cx="1481958" cy="894622"/>
          </a:xfrm>
        </p:grpSpPr>
        <p:sp>
          <p:nvSpPr>
            <p:cNvPr id="288" name="Freeform 287">
              <a:extLst>
                <a:ext uri="{FF2B5EF4-FFF2-40B4-BE49-F238E27FC236}">
                  <a16:creationId xmlns:a16="http://schemas.microsoft.com/office/drawing/2014/main" id="{56103B33-85E9-6646-AD36-73F16468B3C6}"/>
                </a:ext>
              </a:extLst>
            </p:cNvPr>
            <p:cNvSpPr/>
            <p:nvPr/>
          </p:nvSpPr>
          <p:spPr>
            <a:xfrm>
              <a:off x="7493876" y="3084399"/>
              <a:ext cx="1481958" cy="584954"/>
            </a:xfrm>
            <a:custGeom>
              <a:avLst/>
              <a:gdLst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76538 w 8176538"/>
                <a:gd name="connsiteY0" fmla="*/ 0 h 2638097"/>
                <a:gd name="connsiteX1" fmla="*/ 8176538 w 8176538"/>
                <a:gd name="connsiteY1" fmla="*/ 1271752 h 2638097"/>
                <a:gd name="connsiteX2" fmla="*/ 4088015 w 8176538"/>
                <a:gd name="connsiteY2" fmla="*/ 2638097 h 2638097"/>
                <a:gd name="connsiteX3" fmla="*/ 0 w 8176538"/>
                <a:gd name="connsiteY3" fmla="*/ 1269888 h 2638097"/>
                <a:gd name="connsiteX4" fmla="*/ 20511 w 8176538"/>
                <a:gd name="connsiteY4" fmla="*/ 147145 h 2638097"/>
                <a:gd name="connsiteX5" fmla="*/ 4088015 w 8176538"/>
                <a:gd name="connsiteY5" fmla="*/ 1566042 h 2638097"/>
                <a:gd name="connsiteX6" fmla="*/ 8176538 w 8176538"/>
                <a:gd name="connsiteY6" fmla="*/ 0 h 2638097"/>
                <a:gd name="connsiteX0" fmla="*/ 8176538 w 8176538"/>
                <a:gd name="connsiteY0" fmla="*/ 0 h 2772020"/>
                <a:gd name="connsiteX1" fmla="*/ 8176538 w 8176538"/>
                <a:gd name="connsiteY1" fmla="*/ 1271752 h 2772020"/>
                <a:gd name="connsiteX2" fmla="*/ 4099034 w 8176538"/>
                <a:gd name="connsiteY2" fmla="*/ 2772020 h 2772020"/>
                <a:gd name="connsiteX3" fmla="*/ 0 w 8176538"/>
                <a:gd name="connsiteY3" fmla="*/ 1269888 h 2772020"/>
                <a:gd name="connsiteX4" fmla="*/ 20511 w 8176538"/>
                <a:gd name="connsiteY4" fmla="*/ 147145 h 2772020"/>
                <a:gd name="connsiteX5" fmla="*/ 4088015 w 8176538"/>
                <a:gd name="connsiteY5" fmla="*/ 1566042 h 2772020"/>
                <a:gd name="connsiteX6" fmla="*/ 8176538 w 8176538"/>
                <a:gd name="connsiteY6" fmla="*/ 0 h 2772020"/>
                <a:gd name="connsiteX0" fmla="*/ 8176538 w 8176538"/>
                <a:gd name="connsiteY0" fmla="*/ 0 h 2772339"/>
                <a:gd name="connsiteX1" fmla="*/ 8176538 w 8176538"/>
                <a:gd name="connsiteY1" fmla="*/ 1378890 h 2772339"/>
                <a:gd name="connsiteX2" fmla="*/ 4099034 w 8176538"/>
                <a:gd name="connsiteY2" fmla="*/ 2772020 h 2772339"/>
                <a:gd name="connsiteX3" fmla="*/ 0 w 8176538"/>
                <a:gd name="connsiteY3" fmla="*/ 1269888 h 2772339"/>
                <a:gd name="connsiteX4" fmla="*/ 20511 w 8176538"/>
                <a:gd name="connsiteY4" fmla="*/ 147145 h 2772339"/>
                <a:gd name="connsiteX5" fmla="*/ 4088015 w 8176538"/>
                <a:gd name="connsiteY5" fmla="*/ 1566042 h 2772339"/>
                <a:gd name="connsiteX6" fmla="*/ 8176538 w 8176538"/>
                <a:gd name="connsiteY6" fmla="*/ 0 h 2772339"/>
                <a:gd name="connsiteX0" fmla="*/ 8176538 w 8176538"/>
                <a:gd name="connsiteY0" fmla="*/ 0 h 2825888"/>
                <a:gd name="connsiteX1" fmla="*/ 8176538 w 8176538"/>
                <a:gd name="connsiteY1" fmla="*/ 1378890 h 2825888"/>
                <a:gd name="connsiteX2" fmla="*/ 4099034 w 8176538"/>
                <a:gd name="connsiteY2" fmla="*/ 2825590 h 2825888"/>
                <a:gd name="connsiteX3" fmla="*/ 0 w 8176538"/>
                <a:gd name="connsiteY3" fmla="*/ 1269888 h 2825888"/>
                <a:gd name="connsiteX4" fmla="*/ 20511 w 8176538"/>
                <a:gd name="connsiteY4" fmla="*/ 147145 h 2825888"/>
                <a:gd name="connsiteX5" fmla="*/ 4088015 w 8176538"/>
                <a:gd name="connsiteY5" fmla="*/ 1566042 h 2825888"/>
                <a:gd name="connsiteX6" fmla="*/ 8176538 w 8176538"/>
                <a:gd name="connsiteY6" fmla="*/ 0 h 2825888"/>
                <a:gd name="connsiteX0" fmla="*/ 8165518 w 8165518"/>
                <a:gd name="connsiteY0" fmla="*/ 0 h 2825606"/>
                <a:gd name="connsiteX1" fmla="*/ 8165518 w 8165518"/>
                <a:gd name="connsiteY1" fmla="*/ 1378890 h 2825606"/>
                <a:gd name="connsiteX2" fmla="*/ 4088014 w 8165518"/>
                <a:gd name="connsiteY2" fmla="*/ 2825590 h 2825606"/>
                <a:gd name="connsiteX3" fmla="*/ 0 w 8165518"/>
                <a:gd name="connsiteY3" fmla="*/ 1403811 h 2825606"/>
                <a:gd name="connsiteX4" fmla="*/ 9491 w 8165518"/>
                <a:gd name="connsiteY4" fmla="*/ 147145 h 2825606"/>
                <a:gd name="connsiteX5" fmla="*/ 4076995 w 8165518"/>
                <a:gd name="connsiteY5" fmla="*/ 1566042 h 2825606"/>
                <a:gd name="connsiteX6" fmla="*/ 8165518 w 8165518"/>
                <a:gd name="connsiteY6" fmla="*/ 0 h 2825606"/>
                <a:gd name="connsiteX0" fmla="*/ 8165518 w 8165518"/>
                <a:gd name="connsiteY0" fmla="*/ 0 h 2879174"/>
                <a:gd name="connsiteX1" fmla="*/ 8165518 w 8165518"/>
                <a:gd name="connsiteY1" fmla="*/ 1378890 h 2879174"/>
                <a:gd name="connsiteX2" fmla="*/ 4132092 w 8165518"/>
                <a:gd name="connsiteY2" fmla="*/ 2879159 h 2879174"/>
                <a:gd name="connsiteX3" fmla="*/ 0 w 8165518"/>
                <a:gd name="connsiteY3" fmla="*/ 1403811 h 2879174"/>
                <a:gd name="connsiteX4" fmla="*/ 9491 w 8165518"/>
                <a:gd name="connsiteY4" fmla="*/ 147145 h 2879174"/>
                <a:gd name="connsiteX5" fmla="*/ 4076995 w 8165518"/>
                <a:gd name="connsiteY5" fmla="*/ 1566042 h 2879174"/>
                <a:gd name="connsiteX6" fmla="*/ 8165518 w 8165518"/>
                <a:gd name="connsiteY6" fmla="*/ 0 h 2879174"/>
                <a:gd name="connsiteX0" fmla="*/ 8165518 w 8176537"/>
                <a:gd name="connsiteY0" fmla="*/ 0 h 2879410"/>
                <a:gd name="connsiteX1" fmla="*/ 8176537 w 8176537"/>
                <a:gd name="connsiteY1" fmla="*/ 1499420 h 2879410"/>
                <a:gd name="connsiteX2" fmla="*/ 4132092 w 8176537"/>
                <a:gd name="connsiteY2" fmla="*/ 2879159 h 2879410"/>
                <a:gd name="connsiteX3" fmla="*/ 0 w 8176537"/>
                <a:gd name="connsiteY3" fmla="*/ 1403811 h 2879410"/>
                <a:gd name="connsiteX4" fmla="*/ 9491 w 8176537"/>
                <a:gd name="connsiteY4" fmla="*/ 147145 h 2879410"/>
                <a:gd name="connsiteX5" fmla="*/ 4076995 w 8176537"/>
                <a:gd name="connsiteY5" fmla="*/ 1566042 h 2879410"/>
                <a:gd name="connsiteX6" fmla="*/ 8165518 w 8176537"/>
                <a:gd name="connsiteY6" fmla="*/ 0 h 2879410"/>
                <a:gd name="connsiteX0" fmla="*/ 8165518 w 8176537"/>
                <a:gd name="connsiteY0" fmla="*/ 0 h 2879262"/>
                <a:gd name="connsiteX1" fmla="*/ 8176537 w 8176537"/>
                <a:gd name="connsiteY1" fmla="*/ 1499420 h 2879262"/>
                <a:gd name="connsiteX2" fmla="*/ 4132092 w 8176537"/>
                <a:gd name="connsiteY2" fmla="*/ 2879159 h 2879262"/>
                <a:gd name="connsiteX3" fmla="*/ 0 w 8176537"/>
                <a:gd name="connsiteY3" fmla="*/ 1403811 h 2879262"/>
                <a:gd name="connsiteX4" fmla="*/ 9491 w 8176537"/>
                <a:gd name="connsiteY4" fmla="*/ 147145 h 2879262"/>
                <a:gd name="connsiteX5" fmla="*/ 4076995 w 8176537"/>
                <a:gd name="connsiteY5" fmla="*/ 1566042 h 2879262"/>
                <a:gd name="connsiteX6" fmla="*/ 8165518 w 8176537"/>
                <a:gd name="connsiteY6" fmla="*/ 0 h 2879262"/>
                <a:gd name="connsiteX0" fmla="*/ 8165518 w 8176537"/>
                <a:gd name="connsiteY0" fmla="*/ 0 h 2879163"/>
                <a:gd name="connsiteX1" fmla="*/ 8176537 w 8176537"/>
                <a:gd name="connsiteY1" fmla="*/ 1499420 h 2879163"/>
                <a:gd name="connsiteX2" fmla="*/ 4132092 w 8176537"/>
                <a:gd name="connsiteY2" fmla="*/ 2879159 h 2879163"/>
                <a:gd name="connsiteX3" fmla="*/ 0 w 8176537"/>
                <a:gd name="connsiteY3" fmla="*/ 1510948 h 2879163"/>
                <a:gd name="connsiteX4" fmla="*/ 9491 w 8176537"/>
                <a:gd name="connsiteY4" fmla="*/ 147145 h 2879163"/>
                <a:gd name="connsiteX5" fmla="*/ 4076995 w 8176537"/>
                <a:gd name="connsiteY5" fmla="*/ 1566042 h 2879163"/>
                <a:gd name="connsiteX6" fmla="*/ 8165518 w 8176537"/>
                <a:gd name="connsiteY6" fmla="*/ 0 h 2879163"/>
                <a:gd name="connsiteX0" fmla="*/ 8165518 w 8198577"/>
                <a:gd name="connsiteY0" fmla="*/ 0 h 2879451"/>
                <a:gd name="connsiteX1" fmla="*/ 8198577 w 8198577"/>
                <a:gd name="connsiteY1" fmla="*/ 1606558 h 2879451"/>
                <a:gd name="connsiteX2" fmla="*/ 4132092 w 8198577"/>
                <a:gd name="connsiteY2" fmla="*/ 2879159 h 2879451"/>
                <a:gd name="connsiteX3" fmla="*/ 0 w 8198577"/>
                <a:gd name="connsiteY3" fmla="*/ 1510948 h 2879451"/>
                <a:gd name="connsiteX4" fmla="*/ 9491 w 8198577"/>
                <a:gd name="connsiteY4" fmla="*/ 147145 h 2879451"/>
                <a:gd name="connsiteX5" fmla="*/ 4076995 w 8198577"/>
                <a:gd name="connsiteY5" fmla="*/ 1566042 h 2879451"/>
                <a:gd name="connsiteX6" fmla="*/ 8165518 w 8198577"/>
                <a:gd name="connsiteY6" fmla="*/ 0 h 2879451"/>
                <a:gd name="connsiteX0" fmla="*/ 8165518 w 8165518"/>
                <a:gd name="connsiteY0" fmla="*/ 0 h 2880066"/>
                <a:gd name="connsiteX1" fmla="*/ 8165518 w 8165518"/>
                <a:gd name="connsiteY1" fmla="*/ 1673520 h 2880066"/>
                <a:gd name="connsiteX2" fmla="*/ 4132092 w 8165518"/>
                <a:gd name="connsiteY2" fmla="*/ 2879159 h 2880066"/>
                <a:gd name="connsiteX3" fmla="*/ 0 w 8165518"/>
                <a:gd name="connsiteY3" fmla="*/ 1510948 h 2880066"/>
                <a:gd name="connsiteX4" fmla="*/ 9491 w 8165518"/>
                <a:gd name="connsiteY4" fmla="*/ 147145 h 2880066"/>
                <a:gd name="connsiteX5" fmla="*/ 4076995 w 8165518"/>
                <a:gd name="connsiteY5" fmla="*/ 1566042 h 2880066"/>
                <a:gd name="connsiteX6" fmla="*/ 8165518 w 8165518"/>
                <a:gd name="connsiteY6" fmla="*/ 0 h 2880066"/>
                <a:gd name="connsiteX0" fmla="*/ 8156794 w 8156794"/>
                <a:gd name="connsiteY0" fmla="*/ 0 h 2879270"/>
                <a:gd name="connsiteX1" fmla="*/ 8156794 w 8156794"/>
                <a:gd name="connsiteY1" fmla="*/ 1673520 h 2879270"/>
                <a:gd name="connsiteX2" fmla="*/ 4123368 w 8156794"/>
                <a:gd name="connsiteY2" fmla="*/ 2879159 h 2879270"/>
                <a:gd name="connsiteX3" fmla="*/ 2295 w 8156794"/>
                <a:gd name="connsiteY3" fmla="*/ 1618086 h 2879270"/>
                <a:gd name="connsiteX4" fmla="*/ 767 w 8156794"/>
                <a:gd name="connsiteY4" fmla="*/ 147145 h 2879270"/>
                <a:gd name="connsiteX5" fmla="*/ 4068271 w 8156794"/>
                <a:gd name="connsiteY5" fmla="*/ 1566042 h 2879270"/>
                <a:gd name="connsiteX6" fmla="*/ 8156794 w 8156794"/>
                <a:gd name="connsiteY6" fmla="*/ 0 h 287927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20"/>
                <a:gd name="connsiteX1" fmla="*/ 8156794 w 8156794"/>
                <a:gd name="connsiteY1" fmla="*/ 1673520 h 2973020"/>
                <a:gd name="connsiteX2" fmla="*/ 4134388 w 8156794"/>
                <a:gd name="connsiteY2" fmla="*/ 2972904 h 2973020"/>
                <a:gd name="connsiteX3" fmla="*/ 2295 w 8156794"/>
                <a:gd name="connsiteY3" fmla="*/ 1618086 h 2973020"/>
                <a:gd name="connsiteX4" fmla="*/ 767 w 8156794"/>
                <a:gd name="connsiteY4" fmla="*/ 147145 h 2973020"/>
                <a:gd name="connsiteX5" fmla="*/ 4068271 w 8156794"/>
                <a:gd name="connsiteY5" fmla="*/ 1566042 h 2973020"/>
                <a:gd name="connsiteX6" fmla="*/ 8156794 w 8156794"/>
                <a:gd name="connsiteY6" fmla="*/ 0 h 2973020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141"/>
                <a:gd name="connsiteX1" fmla="*/ 8156794 w 8156794"/>
                <a:gd name="connsiteY1" fmla="*/ 1673520 h 2973141"/>
                <a:gd name="connsiteX2" fmla="*/ 4134388 w 8156794"/>
                <a:gd name="connsiteY2" fmla="*/ 2972904 h 2973141"/>
                <a:gd name="connsiteX3" fmla="*/ 2295 w 8156794"/>
                <a:gd name="connsiteY3" fmla="*/ 1618086 h 2973141"/>
                <a:gd name="connsiteX4" fmla="*/ 767 w 8156794"/>
                <a:gd name="connsiteY4" fmla="*/ 147145 h 2973141"/>
                <a:gd name="connsiteX5" fmla="*/ 4068271 w 8156794"/>
                <a:gd name="connsiteY5" fmla="*/ 1566042 h 2973141"/>
                <a:gd name="connsiteX6" fmla="*/ 8156794 w 8156794"/>
                <a:gd name="connsiteY6" fmla="*/ 0 h 2973141"/>
                <a:gd name="connsiteX0" fmla="*/ 8156794 w 8156794"/>
                <a:gd name="connsiteY0" fmla="*/ 0 h 3066827"/>
                <a:gd name="connsiteX1" fmla="*/ 8156794 w 8156794"/>
                <a:gd name="connsiteY1" fmla="*/ 1673520 h 3066827"/>
                <a:gd name="connsiteX2" fmla="*/ 4123353 w 8156794"/>
                <a:gd name="connsiteY2" fmla="*/ 3066650 h 3066827"/>
                <a:gd name="connsiteX3" fmla="*/ 2295 w 8156794"/>
                <a:gd name="connsiteY3" fmla="*/ 1618086 h 3066827"/>
                <a:gd name="connsiteX4" fmla="*/ 767 w 8156794"/>
                <a:gd name="connsiteY4" fmla="*/ 147145 h 3066827"/>
                <a:gd name="connsiteX5" fmla="*/ 4068271 w 8156794"/>
                <a:gd name="connsiteY5" fmla="*/ 1566042 h 3066827"/>
                <a:gd name="connsiteX6" fmla="*/ 8156794 w 8156794"/>
                <a:gd name="connsiteY6" fmla="*/ 0 h 3066827"/>
                <a:gd name="connsiteX0" fmla="*/ 8123689 w 8156794"/>
                <a:gd name="connsiteY0" fmla="*/ 0 h 2999866"/>
                <a:gd name="connsiteX1" fmla="*/ 8156794 w 8156794"/>
                <a:gd name="connsiteY1" fmla="*/ 1606559 h 2999866"/>
                <a:gd name="connsiteX2" fmla="*/ 4123353 w 8156794"/>
                <a:gd name="connsiteY2" fmla="*/ 2999689 h 2999866"/>
                <a:gd name="connsiteX3" fmla="*/ 2295 w 8156794"/>
                <a:gd name="connsiteY3" fmla="*/ 1551125 h 2999866"/>
                <a:gd name="connsiteX4" fmla="*/ 767 w 8156794"/>
                <a:gd name="connsiteY4" fmla="*/ 80184 h 2999866"/>
                <a:gd name="connsiteX5" fmla="*/ 4068271 w 8156794"/>
                <a:gd name="connsiteY5" fmla="*/ 1499081 h 2999866"/>
                <a:gd name="connsiteX6" fmla="*/ 8123689 w 8156794"/>
                <a:gd name="connsiteY6" fmla="*/ 0 h 2999866"/>
                <a:gd name="connsiteX0" fmla="*/ 8167828 w 8167828"/>
                <a:gd name="connsiteY0" fmla="*/ 0 h 3026651"/>
                <a:gd name="connsiteX1" fmla="*/ 8156794 w 8167828"/>
                <a:gd name="connsiteY1" fmla="*/ 1633344 h 3026651"/>
                <a:gd name="connsiteX2" fmla="*/ 4123353 w 8167828"/>
                <a:gd name="connsiteY2" fmla="*/ 3026474 h 3026651"/>
                <a:gd name="connsiteX3" fmla="*/ 2295 w 8167828"/>
                <a:gd name="connsiteY3" fmla="*/ 1577910 h 3026651"/>
                <a:gd name="connsiteX4" fmla="*/ 767 w 8167828"/>
                <a:gd name="connsiteY4" fmla="*/ 106969 h 3026651"/>
                <a:gd name="connsiteX5" fmla="*/ 4068271 w 8167828"/>
                <a:gd name="connsiteY5" fmla="*/ 1525866 h 3026651"/>
                <a:gd name="connsiteX6" fmla="*/ 8167828 w 8167828"/>
                <a:gd name="connsiteY6" fmla="*/ 0 h 3026651"/>
                <a:gd name="connsiteX0" fmla="*/ 8167828 w 8167828"/>
                <a:gd name="connsiteY0" fmla="*/ 0 h 3027228"/>
                <a:gd name="connsiteX1" fmla="*/ 8145760 w 8167828"/>
                <a:gd name="connsiteY1" fmla="*/ 1686913 h 3027228"/>
                <a:gd name="connsiteX2" fmla="*/ 4123353 w 8167828"/>
                <a:gd name="connsiteY2" fmla="*/ 3026474 h 3027228"/>
                <a:gd name="connsiteX3" fmla="*/ 2295 w 8167828"/>
                <a:gd name="connsiteY3" fmla="*/ 1577910 h 3027228"/>
                <a:gd name="connsiteX4" fmla="*/ 767 w 8167828"/>
                <a:gd name="connsiteY4" fmla="*/ 106969 h 3027228"/>
                <a:gd name="connsiteX5" fmla="*/ 4068271 w 8167828"/>
                <a:gd name="connsiteY5" fmla="*/ 1525866 h 3027228"/>
                <a:gd name="connsiteX6" fmla="*/ 8167828 w 8167828"/>
                <a:gd name="connsiteY6" fmla="*/ 0 h 3027228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23689 w 8145760"/>
                <a:gd name="connsiteY0" fmla="*/ 13560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9 w 8145760"/>
                <a:gd name="connsiteY6" fmla="*/ 13560 h 2920259"/>
                <a:gd name="connsiteX0" fmla="*/ 8178863 w 8178863"/>
                <a:gd name="connsiteY0" fmla="*/ 26952 h 2920259"/>
                <a:gd name="connsiteX1" fmla="*/ 8145760 w 8178863"/>
                <a:gd name="connsiteY1" fmla="*/ 1579944 h 2920259"/>
                <a:gd name="connsiteX2" fmla="*/ 4123353 w 8178863"/>
                <a:gd name="connsiteY2" fmla="*/ 2919505 h 2920259"/>
                <a:gd name="connsiteX3" fmla="*/ 2295 w 8178863"/>
                <a:gd name="connsiteY3" fmla="*/ 1470941 h 2920259"/>
                <a:gd name="connsiteX4" fmla="*/ 767 w 8178863"/>
                <a:gd name="connsiteY4" fmla="*/ 0 h 2920259"/>
                <a:gd name="connsiteX5" fmla="*/ 4068271 w 8178863"/>
                <a:gd name="connsiteY5" fmla="*/ 1418897 h 2920259"/>
                <a:gd name="connsiteX6" fmla="*/ 8178863 w 8178863"/>
                <a:gd name="connsiteY6" fmla="*/ 26952 h 2920259"/>
                <a:gd name="connsiteX0" fmla="*/ 8167827 w 8167827"/>
                <a:gd name="connsiteY0" fmla="*/ 40343 h 2920259"/>
                <a:gd name="connsiteX1" fmla="*/ 8145760 w 8167827"/>
                <a:gd name="connsiteY1" fmla="*/ 1579944 h 2920259"/>
                <a:gd name="connsiteX2" fmla="*/ 4123353 w 8167827"/>
                <a:gd name="connsiteY2" fmla="*/ 2919505 h 2920259"/>
                <a:gd name="connsiteX3" fmla="*/ 2295 w 8167827"/>
                <a:gd name="connsiteY3" fmla="*/ 1470941 h 2920259"/>
                <a:gd name="connsiteX4" fmla="*/ 767 w 8167827"/>
                <a:gd name="connsiteY4" fmla="*/ 0 h 2920259"/>
                <a:gd name="connsiteX5" fmla="*/ 4068271 w 8167827"/>
                <a:gd name="connsiteY5" fmla="*/ 1418897 h 2920259"/>
                <a:gd name="connsiteX6" fmla="*/ 8167827 w 8167827"/>
                <a:gd name="connsiteY6" fmla="*/ 40343 h 2920259"/>
                <a:gd name="connsiteX0" fmla="*/ 8123687 w 8145760"/>
                <a:gd name="connsiteY0" fmla="*/ 53735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7 w 8145760"/>
                <a:gd name="connsiteY6" fmla="*/ 53735 h 2920259"/>
                <a:gd name="connsiteX0" fmla="*/ 8161918 w 8161918"/>
                <a:gd name="connsiteY0" fmla="*/ 0 h 2943855"/>
                <a:gd name="connsiteX1" fmla="*/ 8145760 w 8161918"/>
                <a:gd name="connsiteY1" fmla="*/ 1603540 h 2943855"/>
                <a:gd name="connsiteX2" fmla="*/ 4123353 w 8161918"/>
                <a:gd name="connsiteY2" fmla="*/ 2943101 h 2943855"/>
                <a:gd name="connsiteX3" fmla="*/ 2295 w 8161918"/>
                <a:gd name="connsiteY3" fmla="*/ 1494537 h 2943855"/>
                <a:gd name="connsiteX4" fmla="*/ 767 w 8161918"/>
                <a:gd name="connsiteY4" fmla="*/ 23596 h 2943855"/>
                <a:gd name="connsiteX5" fmla="*/ 4068271 w 8161918"/>
                <a:gd name="connsiteY5" fmla="*/ 1442493 h 2943855"/>
                <a:gd name="connsiteX6" fmla="*/ 8161918 w 8161918"/>
                <a:gd name="connsiteY6" fmla="*/ 0 h 2943855"/>
                <a:gd name="connsiteX0" fmla="*/ 8144926 w 8145760"/>
                <a:gd name="connsiteY0" fmla="*/ 43424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44926 w 8145760"/>
                <a:gd name="connsiteY6" fmla="*/ 43424 h 2920259"/>
                <a:gd name="connsiteX0" fmla="*/ 8161918 w 8161918"/>
                <a:gd name="connsiteY0" fmla="*/ 0 h 2959321"/>
                <a:gd name="connsiteX1" fmla="*/ 8145760 w 8161918"/>
                <a:gd name="connsiteY1" fmla="*/ 1619006 h 2959321"/>
                <a:gd name="connsiteX2" fmla="*/ 4123353 w 8161918"/>
                <a:gd name="connsiteY2" fmla="*/ 2958567 h 2959321"/>
                <a:gd name="connsiteX3" fmla="*/ 2295 w 8161918"/>
                <a:gd name="connsiteY3" fmla="*/ 1510003 h 2959321"/>
                <a:gd name="connsiteX4" fmla="*/ 767 w 8161918"/>
                <a:gd name="connsiteY4" fmla="*/ 39062 h 2959321"/>
                <a:gd name="connsiteX5" fmla="*/ 4068271 w 8161918"/>
                <a:gd name="connsiteY5" fmla="*/ 1457959 h 2959321"/>
                <a:gd name="connsiteX6" fmla="*/ 8161918 w 8161918"/>
                <a:gd name="connsiteY6" fmla="*/ 0 h 2959321"/>
                <a:gd name="connsiteX0" fmla="*/ 8161918 w 8162752"/>
                <a:gd name="connsiteY0" fmla="*/ 0 h 2959488"/>
                <a:gd name="connsiteX1" fmla="*/ 8162752 w 8162752"/>
                <a:gd name="connsiteY1" fmla="*/ 1629317 h 2959488"/>
                <a:gd name="connsiteX2" fmla="*/ 4123353 w 8162752"/>
                <a:gd name="connsiteY2" fmla="*/ 2958567 h 2959488"/>
                <a:gd name="connsiteX3" fmla="*/ 2295 w 8162752"/>
                <a:gd name="connsiteY3" fmla="*/ 1510003 h 2959488"/>
                <a:gd name="connsiteX4" fmla="*/ 767 w 8162752"/>
                <a:gd name="connsiteY4" fmla="*/ 39062 h 2959488"/>
                <a:gd name="connsiteX5" fmla="*/ 4068271 w 8162752"/>
                <a:gd name="connsiteY5" fmla="*/ 1457959 h 2959488"/>
                <a:gd name="connsiteX6" fmla="*/ 8161918 w 8162752"/>
                <a:gd name="connsiteY6" fmla="*/ 0 h 2959488"/>
                <a:gd name="connsiteX0" fmla="*/ 8165930 w 8166764"/>
                <a:gd name="connsiteY0" fmla="*/ 7337 h 2966825"/>
                <a:gd name="connsiteX1" fmla="*/ 8166764 w 8166764"/>
                <a:gd name="connsiteY1" fmla="*/ 1636654 h 2966825"/>
                <a:gd name="connsiteX2" fmla="*/ 4127365 w 8166764"/>
                <a:gd name="connsiteY2" fmla="*/ 2965904 h 2966825"/>
                <a:gd name="connsiteX3" fmla="*/ 6307 w 8166764"/>
                <a:gd name="connsiteY3" fmla="*/ 1517340 h 2966825"/>
                <a:gd name="connsiteX4" fmla="*/ 532 w 8166764"/>
                <a:gd name="connsiteY4" fmla="*/ 0 h 2966825"/>
                <a:gd name="connsiteX5" fmla="*/ 4072283 w 8166764"/>
                <a:gd name="connsiteY5" fmla="*/ 1465296 h 2966825"/>
                <a:gd name="connsiteX6" fmla="*/ 8165930 w 8166764"/>
                <a:gd name="connsiteY6" fmla="*/ 7337 h 2966825"/>
                <a:gd name="connsiteX0" fmla="*/ 8168119 w 8168953"/>
                <a:gd name="connsiteY0" fmla="*/ 7337 h 2966682"/>
                <a:gd name="connsiteX1" fmla="*/ 8168953 w 8168953"/>
                <a:gd name="connsiteY1" fmla="*/ 1636654 h 2966682"/>
                <a:gd name="connsiteX2" fmla="*/ 4129554 w 8168953"/>
                <a:gd name="connsiteY2" fmla="*/ 2965904 h 2966682"/>
                <a:gd name="connsiteX3" fmla="*/ 0 w 8168953"/>
                <a:gd name="connsiteY3" fmla="*/ 1527651 h 2966682"/>
                <a:gd name="connsiteX4" fmla="*/ 2721 w 8168953"/>
                <a:gd name="connsiteY4" fmla="*/ 0 h 2966682"/>
                <a:gd name="connsiteX5" fmla="*/ 4074472 w 8168953"/>
                <a:gd name="connsiteY5" fmla="*/ 1465296 h 2966682"/>
                <a:gd name="connsiteX6" fmla="*/ 8168119 w 8168953"/>
                <a:gd name="connsiteY6" fmla="*/ 7337 h 2966682"/>
                <a:gd name="connsiteX0" fmla="*/ 8168119 w 8168953"/>
                <a:gd name="connsiteY0" fmla="*/ 7337 h 3100377"/>
                <a:gd name="connsiteX1" fmla="*/ 8168953 w 8168953"/>
                <a:gd name="connsiteY1" fmla="*/ 1636654 h 3100377"/>
                <a:gd name="connsiteX2" fmla="*/ 4118520 w 8168953"/>
                <a:gd name="connsiteY2" fmla="*/ 3099826 h 3100377"/>
                <a:gd name="connsiteX3" fmla="*/ 0 w 8168953"/>
                <a:gd name="connsiteY3" fmla="*/ 1527651 h 3100377"/>
                <a:gd name="connsiteX4" fmla="*/ 2721 w 8168953"/>
                <a:gd name="connsiteY4" fmla="*/ 0 h 3100377"/>
                <a:gd name="connsiteX5" fmla="*/ 4074472 w 8168953"/>
                <a:gd name="connsiteY5" fmla="*/ 1465296 h 3100377"/>
                <a:gd name="connsiteX6" fmla="*/ 8168119 w 8168953"/>
                <a:gd name="connsiteY6" fmla="*/ 7337 h 3100377"/>
                <a:gd name="connsiteX0" fmla="*/ 8168119 w 8168953"/>
                <a:gd name="connsiteY0" fmla="*/ 7337 h 3100429"/>
                <a:gd name="connsiteX1" fmla="*/ 8168953 w 8168953"/>
                <a:gd name="connsiteY1" fmla="*/ 1636654 h 3100429"/>
                <a:gd name="connsiteX2" fmla="*/ 4118520 w 8168953"/>
                <a:gd name="connsiteY2" fmla="*/ 3099826 h 3100429"/>
                <a:gd name="connsiteX3" fmla="*/ 0 w 8168953"/>
                <a:gd name="connsiteY3" fmla="*/ 1527651 h 3100429"/>
                <a:gd name="connsiteX4" fmla="*/ 2721 w 8168953"/>
                <a:gd name="connsiteY4" fmla="*/ 0 h 3100429"/>
                <a:gd name="connsiteX5" fmla="*/ 4074472 w 8168953"/>
                <a:gd name="connsiteY5" fmla="*/ 1465296 h 3100429"/>
                <a:gd name="connsiteX6" fmla="*/ 8168119 w 8168953"/>
                <a:gd name="connsiteY6" fmla="*/ 7337 h 3100429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166683" h="3099826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bg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                   </a:t>
              </a:r>
            </a:p>
          </p:txBody>
        </p:sp>
        <p:sp>
          <p:nvSpPr>
            <p:cNvPr id="289" name="Oval 288">
              <a:extLst>
                <a:ext uri="{FF2B5EF4-FFF2-40B4-BE49-F238E27FC236}">
                  <a16:creationId xmlns:a16="http://schemas.microsoft.com/office/drawing/2014/main" id="{A249CC8A-2DD9-A540-96D6-72B9DFE29F20}"/>
                </a:ext>
              </a:extLst>
            </p:cNvPr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              </a:t>
              </a:r>
            </a:p>
          </p:txBody>
        </p:sp>
        <p:grpSp>
          <p:nvGrpSpPr>
            <p:cNvPr id="290" name="Group 289">
              <a:extLst>
                <a:ext uri="{FF2B5EF4-FFF2-40B4-BE49-F238E27FC236}">
                  <a16:creationId xmlns:a16="http://schemas.microsoft.com/office/drawing/2014/main" id="{BB9841D9-85A4-6641-AFC4-673E96A51A94}"/>
                </a:ext>
              </a:extLst>
            </p:cNvPr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291" name="Freeform 290">
                <a:extLst>
                  <a:ext uri="{FF2B5EF4-FFF2-40B4-BE49-F238E27FC236}">
                    <a16:creationId xmlns:a16="http://schemas.microsoft.com/office/drawing/2014/main" id="{1F8ACD1E-2A08-8148-97FE-2327BF094A0F}"/>
                  </a:ext>
                </a:extLst>
              </p:cNvPr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avLst/>
                <a:gdLst>
                  <a:gd name="connsiteX0" fmla="*/ 3725333 w 4588933"/>
                  <a:gd name="connsiteY0" fmla="*/ 0 h 1049866"/>
                  <a:gd name="connsiteX1" fmla="*/ 4588933 w 4588933"/>
                  <a:gd name="connsiteY1" fmla="*/ 270933 h 1049866"/>
                  <a:gd name="connsiteX2" fmla="*/ 3962400 w 4588933"/>
                  <a:gd name="connsiteY2" fmla="*/ 541866 h 1049866"/>
                  <a:gd name="connsiteX3" fmla="*/ 3742267 w 4588933"/>
                  <a:gd name="connsiteY3" fmla="*/ 457200 h 1049866"/>
                  <a:gd name="connsiteX4" fmla="*/ 2269067 w 4588933"/>
                  <a:gd name="connsiteY4" fmla="*/ 1049866 h 1049866"/>
                  <a:gd name="connsiteX5" fmla="*/ 880533 w 4588933"/>
                  <a:gd name="connsiteY5" fmla="*/ 457200 h 1049866"/>
                  <a:gd name="connsiteX6" fmla="*/ 592667 w 4588933"/>
                  <a:gd name="connsiteY6" fmla="*/ 541866 h 1049866"/>
                  <a:gd name="connsiteX7" fmla="*/ 0 w 4588933"/>
                  <a:gd name="connsiteY7" fmla="*/ 254000 h 1049866"/>
                  <a:gd name="connsiteX8" fmla="*/ 880533 w 4588933"/>
                  <a:gd name="connsiteY8" fmla="*/ 16933 h 1049866"/>
                  <a:gd name="connsiteX9" fmla="*/ 2302933 w 4588933"/>
                  <a:gd name="connsiteY9" fmla="*/ 626533 h 1049866"/>
                  <a:gd name="connsiteX10" fmla="*/ 3725333 w 4588933"/>
                  <a:gd name="connsiteY10" fmla="*/ 0 h 1049866"/>
                  <a:gd name="connsiteX0" fmla="*/ 3725333 w 4641485"/>
                  <a:gd name="connsiteY0" fmla="*/ 0 h 1049866"/>
                  <a:gd name="connsiteX1" fmla="*/ 4641485 w 4641485"/>
                  <a:gd name="connsiteY1" fmla="*/ 239402 h 1049866"/>
                  <a:gd name="connsiteX2" fmla="*/ 3962400 w 4641485"/>
                  <a:gd name="connsiteY2" fmla="*/ 541866 h 1049866"/>
                  <a:gd name="connsiteX3" fmla="*/ 3742267 w 4641485"/>
                  <a:gd name="connsiteY3" fmla="*/ 457200 h 1049866"/>
                  <a:gd name="connsiteX4" fmla="*/ 2269067 w 4641485"/>
                  <a:gd name="connsiteY4" fmla="*/ 1049866 h 1049866"/>
                  <a:gd name="connsiteX5" fmla="*/ 880533 w 4641485"/>
                  <a:gd name="connsiteY5" fmla="*/ 457200 h 1049866"/>
                  <a:gd name="connsiteX6" fmla="*/ 592667 w 4641485"/>
                  <a:gd name="connsiteY6" fmla="*/ 541866 h 1049866"/>
                  <a:gd name="connsiteX7" fmla="*/ 0 w 4641485"/>
                  <a:gd name="connsiteY7" fmla="*/ 254000 h 1049866"/>
                  <a:gd name="connsiteX8" fmla="*/ 880533 w 4641485"/>
                  <a:gd name="connsiteY8" fmla="*/ 16933 h 1049866"/>
                  <a:gd name="connsiteX9" fmla="*/ 2302933 w 4641485"/>
                  <a:gd name="connsiteY9" fmla="*/ 626533 h 1049866"/>
                  <a:gd name="connsiteX10" fmla="*/ 3725333 w 4641485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73798 w 4673016"/>
                  <a:gd name="connsiteY3" fmla="*/ 45720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84308 w 4673016"/>
                  <a:gd name="connsiteY3" fmla="*/ 404648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815839 w 4673016"/>
                  <a:gd name="connsiteY3" fmla="*/ 46771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4673016" h="104986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292" name="Freeform 291">
                <a:extLst>
                  <a:ext uri="{FF2B5EF4-FFF2-40B4-BE49-F238E27FC236}">
                    <a16:creationId xmlns:a16="http://schemas.microsoft.com/office/drawing/2014/main" id="{4E9748D8-5A01-D746-848B-32926B95C5C0}"/>
                  </a:ext>
                </a:extLst>
              </p:cNvPr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avLst/>
                <a:gdLst>
                  <a:gd name="connsiteX0" fmla="*/ 21021 w 1744718"/>
                  <a:gd name="connsiteY0" fmla="*/ 0 h 903890"/>
                  <a:gd name="connsiteX1" fmla="*/ 1744718 w 1744718"/>
                  <a:gd name="connsiteY1" fmla="*/ 693683 h 903890"/>
                  <a:gd name="connsiteX2" fmla="*/ 1145628 w 1744718"/>
                  <a:gd name="connsiteY2" fmla="*/ 903890 h 903890"/>
                  <a:gd name="connsiteX3" fmla="*/ 0 w 1744718"/>
                  <a:gd name="connsiteY3" fmla="*/ 451945 h 903890"/>
                  <a:gd name="connsiteX4" fmla="*/ 21021 w 1744718"/>
                  <a:gd name="connsiteY4" fmla="*/ 0 h 9038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44718" h="903890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293" name="Freeform 292">
                <a:extLst>
                  <a:ext uri="{FF2B5EF4-FFF2-40B4-BE49-F238E27FC236}">
                    <a16:creationId xmlns:a16="http://schemas.microsoft.com/office/drawing/2014/main" id="{FD69F9EC-EC8E-3148-A0CF-68ADE0916073}"/>
                  </a:ext>
                </a:extLst>
              </p:cNvPr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avLst/>
                <a:gdLst>
                  <a:gd name="connsiteX0" fmla="*/ 1702676 w 1713187"/>
                  <a:gd name="connsiteY0" fmla="*/ 0 h 893380"/>
                  <a:gd name="connsiteX1" fmla="*/ 1713187 w 1713187"/>
                  <a:gd name="connsiteY1" fmla="*/ 472966 h 893380"/>
                  <a:gd name="connsiteX2" fmla="*/ 578069 w 1713187"/>
                  <a:gd name="connsiteY2" fmla="*/ 893380 h 893380"/>
                  <a:gd name="connsiteX3" fmla="*/ 0 w 1713187"/>
                  <a:gd name="connsiteY3" fmla="*/ 693683 h 893380"/>
                  <a:gd name="connsiteX4" fmla="*/ 1702676 w 1713187"/>
                  <a:gd name="connsiteY4" fmla="*/ 0 h 8933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13187" h="893380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294" name="Freeform 293">
                <a:extLst>
                  <a:ext uri="{FF2B5EF4-FFF2-40B4-BE49-F238E27FC236}">
                    <a16:creationId xmlns:a16="http://schemas.microsoft.com/office/drawing/2014/main" id="{0C246818-5046-3547-9748-C8A5F8D31AA4}"/>
                  </a:ext>
                </a:extLst>
              </p:cNvPr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avLst/>
                <a:gdLst>
                  <a:gd name="connsiteX0" fmla="*/ 599089 w 4162096"/>
                  <a:gd name="connsiteY0" fmla="*/ 273269 h 1618593"/>
                  <a:gd name="connsiteX1" fmla="*/ 882869 w 4162096"/>
                  <a:gd name="connsiteY1" fmla="*/ 199697 h 1618593"/>
                  <a:gd name="connsiteX2" fmla="*/ 2312276 w 4162096"/>
                  <a:gd name="connsiteY2" fmla="*/ 798786 h 1618593"/>
                  <a:gd name="connsiteX3" fmla="*/ 3794234 w 4162096"/>
                  <a:gd name="connsiteY3" fmla="*/ 199697 h 1618593"/>
                  <a:gd name="connsiteX4" fmla="*/ 4014951 w 4162096"/>
                  <a:gd name="connsiteY4" fmla="*/ 273269 h 1618593"/>
                  <a:gd name="connsiteX5" fmla="*/ 3058510 w 4162096"/>
                  <a:gd name="connsiteY5" fmla="*/ 641131 h 1618593"/>
                  <a:gd name="connsiteX6" fmla="*/ 3026979 w 4162096"/>
                  <a:gd name="connsiteY6" fmla="*/ 1114097 h 1618593"/>
                  <a:gd name="connsiteX7" fmla="*/ 4162096 w 4162096"/>
                  <a:gd name="connsiteY7" fmla="*/ 1545021 h 1618593"/>
                  <a:gd name="connsiteX8" fmla="*/ 3878317 w 4162096"/>
                  <a:gd name="connsiteY8" fmla="*/ 1608083 h 1618593"/>
                  <a:gd name="connsiteX9" fmla="*/ 2301765 w 4162096"/>
                  <a:gd name="connsiteY9" fmla="*/ 945931 h 1618593"/>
                  <a:gd name="connsiteX10" fmla="*/ 693682 w 4162096"/>
                  <a:gd name="connsiteY10" fmla="*/ 1618593 h 1618593"/>
                  <a:gd name="connsiteX11" fmla="*/ 430924 w 4162096"/>
                  <a:gd name="connsiteY11" fmla="*/ 1524000 h 1618593"/>
                  <a:gd name="connsiteX12" fmla="*/ 1576551 w 4162096"/>
                  <a:gd name="connsiteY12" fmla="*/ 1082566 h 1618593"/>
                  <a:gd name="connsiteX13" fmla="*/ 1545020 w 4162096"/>
                  <a:gd name="connsiteY13" fmla="*/ 609600 h 1618593"/>
                  <a:gd name="connsiteX14" fmla="*/ 0 w 4162096"/>
                  <a:gd name="connsiteY14" fmla="*/ 0 h 1618593"/>
                  <a:gd name="connsiteX15" fmla="*/ 872358 w 4162096"/>
                  <a:gd name="connsiteY15" fmla="*/ 210207 h 1618593"/>
                  <a:gd name="connsiteX16" fmla="*/ 872358 w 4162096"/>
                  <a:gd name="connsiteY16" fmla="*/ 210207 h 1618593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15" fmla="*/ 441434 w 3731172"/>
                  <a:gd name="connsiteY15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357351 w 3731172"/>
                  <a:gd name="connsiteY14" fmla="*/ 115613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56137 w 3731172"/>
                  <a:gd name="connsiteY13" fmla="*/ 441434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903890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575034 w 3710151"/>
                  <a:gd name="connsiteY6" fmla="*/ 91440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06565 w 3710151"/>
                  <a:gd name="connsiteY6" fmla="*/ 92491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5151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09858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62012 w 3725019"/>
                  <a:gd name="connsiteY0" fmla="*/ 73572 h 1418896"/>
                  <a:gd name="connsiteX1" fmla="*/ 445792 w 3725019"/>
                  <a:gd name="connsiteY1" fmla="*/ 0 h 1418896"/>
                  <a:gd name="connsiteX2" fmla="*/ 1852896 w 3725019"/>
                  <a:gd name="connsiteY2" fmla="*/ 591655 h 1418896"/>
                  <a:gd name="connsiteX3" fmla="*/ 3357157 w 3725019"/>
                  <a:gd name="connsiteY3" fmla="*/ 0 h 1418896"/>
                  <a:gd name="connsiteX4" fmla="*/ 3577874 w 3725019"/>
                  <a:gd name="connsiteY4" fmla="*/ 73572 h 1418896"/>
                  <a:gd name="connsiteX5" fmla="*/ 2632585 w 3725019"/>
                  <a:gd name="connsiteY5" fmla="*/ 448868 h 1418896"/>
                  <a:gd name="connsiteX6" fmla="*/ 2625150 w 3725019"/>
                  <a:gd name="connsiteY6" fmla="*/ 902607 h 1418896"/>
                  <a:gd name="connsiteX7" fmla="*/ 3725019 w 3725019"/>
                  <a:gd name="connsiteY7" fmla="*/ 1345324 h 1418896"/>
                  <a:gd name="connsiteX8" fmla="*/ 3441240 w 3725019"/>
                  <a:gd name="connsiteY8" fmla="*/ 1408386 h 1418896"/>
                  <a:gd name="connsiteX9" fmla="*/ 1864688 w 3725019"/>
                  <a:gd name="connsiteY9" fmla="*/ 746234 h 1418896"/>
                  <a:gd name="connsiteX10" fmla="*/ 256605 w 3725019"/>
                  <a:gd name="connsiteY10" fmla="*/ 1418896 h 1418896"/>
                  <a:gd name="connsiteX11" fmla="*/ 0 w 3725019"/>
                  <a:gd name="connsiteY11" fmla="*/ 1331097 h 1418896"/>
                  <a:gd name="connsiteX12" fmla="*/ 1113454 w 3725019"/>
                  <a:gd name="connsiteY12" fmla="*/ 903890 h 1418896"/>
                  <a:gd name="connsiteX13" fmla="*/ 1102302 w 3725019"/>
                  <a:gd name="connsiteY13" fmla="*/ 451945 h 1418896"/>
                  <a:gd name="connsiteX14" fmla="*/ 183032 w 3725019"/>
                  <a:gd name="connsiteY14" fmla="*/ 84081 h 1418896"/>
                  <a:gd name="connsiteX15" fmla="*/ 162012 w 3725019"/>
                  <a:gd name="connsiteY15" fmla="*/ 73572 h 14188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725019" h="1418896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</p:grpSp>
      </p:grpSp>
      <p:grpSp>
        <p:nvGrpSpPr>
          <p:cNvPr id="175" name="Group 174">
            <a:extLst>
              <a:ext uri="{FF2B5EF4-FFF2-40B4-BE49-F238E27FC236}">
                <a16:creationId xmlns:a16="http://schemas.microsoft.com/office/drawing/2014/main" id="{4D4971E8-AD3B-214C-97F6-17EC02BCA29D}"/>
              </a:ext>
            </a:extLst>
          </p:cNvPr>
          <p:cNvGrpSpPr/>
          <p:nvPr/>
        </p:nvGrpSpPr>
        <p:grpSpPr>
          <a:xfrm>
            <a:off x="8195132" y="4551443"/>
            <a:ext cx="578032" cy="285706"/>
            <a:chOff x="7493876" y="2774731"/>
            <a:chExt cx="1481958" cy="894622"/>
          </a:xfrm>
        </p:grpSpPr>
        <p:sp>
          <p:nvSpPr>
            <p:cNvPr id="281" name="Freeform 280">
              <a:extLst>
                <a:ext uri="{FF2B5EF4-FFF2-40B4-BE49-F238E27FC236}">
                  <a16:creationId xmlns:a16="http://schemas.microsoft.com/office/drawing/2014/main" id="{9739AEF0-B1B8-F540-9C41-AE1C85694CAA}"/>
                </a:ext>
              </a:extLst>
            </p:cNvPr>
            <p:cNvSpPr/>
            <p:nvPr/>
          </p:nvSpPr>
          <p:spPr>
            <a:xfrm>
              <a:off x="7493876" y="3084399"/>
              <a:ext cx="1481958" cy="584954"/>
            </a:xfrm>
            <a:custGeom>
              <a:avLst/>
              <a:gdLst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76538 w 8176538"/>
                <a:gd name="connsiteY0" fmla="*/ 0 h 2638097"/>
                <a:gd name="connsiteX1" fmla="*/ 8176538 w 8176538"/>
                <a:gd name="connsiteY1" fmla="*/ 1271752 h 2638097"/>
                <a:gd name="connsiteX2" fmla="*/ 4088015 w 8176538"/>
                <a:gd name="connsiteY2" fmla="*/ 2638097 h 2638097"/>
                <a:gd name="connsiteX3" fmla="*/ 0 w 8176538"/>
                <a:gd name="connsiteY3" fmla="*/ 1269888 h 2638097"/>
                <a:gd name="connsiteX4" fmla="*/ 20511 w 8176538"/>
                <a:gd name="connsiteY4" fmla="*/ 147145 h 2638097"/>
                <a:gd name="connsiteX5" fmla="*/ 4088015 w 8176538"/>
                <a:gd name="connsiteY5" fmla="*/ 1566042 h 2638097"/>
                <a:gd name="connsiteX6" fmla="*/ 8176538 w 8176538"/>
                <a:gd name="connsiteY6" fmla="*/ 0 h 2638097"/>
                <a:gd name="connsiteX0" fmla="*/ 8176538 w 8176538"/>
                <a:gd name="connsiteY0" fmla="*/ 0 h 2772020"/>
                <a:gd name="connsiteX1" fmla="*/ 8176538 w 8176538"/>
                <a:gd name="connsiteY1" fmla="*/ 1271752 h 2772020"/>
                <a:gd name="connsiteX2" fmla="*/ 4099034 w 8176538"/>
                <a:gd name="connsiteY2" fmla="*/ 2772020 h 2772020"/>
                <a:gd name="connsiteX3" fmla="*/ 0 w 8176538"/>
                <a:gd name="connsiteY3" fmla="*/ 1269888 h 2772020"/>
                <a:gd name="connsiteX4" fmla="*/ 20511 w 8176538"/>
                <a:gd name="connsiteY4" fmla="*/ 147145 h 2772020"/>
                <a:gd name="connsiteX5" fmla="*/ 4088015 w 8176538"/>
                <a:gd name="connsiteY5" fmla="*/ 1566042 h 2772020"/>
                <a:gd name="connsiteX6" fmla="*/ 8176538 w 8176538"/>
                <a:gd name="connsiteY6" fmla="*/ 0 h 2772020"/>
                <a:gd name="connsiteX0" fmla="*/ 8176538 w 8176538"/>
                <a:gd name="connsiteY0" fmla="*/ 0 h 2772339"/>
                <a:gd name="connsiteX1" fmla="*/ 8176538 w 8176538"/>
                <a:gd name="connsiteY1" fmla="*/ 1378890 h 2772339"/>
                <a:gd name="connsiteX2" fmla="*/ 4099034 w 8176538"/>
                <a:gd name="connsiteY2" fmla="*/ 2772020 h 2772339"/>
                <a:gd name="connsiteX3" fmla="*/ 0 w 8176538"/>
                <a:gd name="connsiteY3" fmla="*/ 1269888 h 2772339"/>
                <a:gd name="connsiteX4" fmla="*/ 20511 w 8176538"/>
                <a:gd name="connsiteY4" fmla="*/ 147145 h 2772339"/>
                <a:gd name="connsiteX5" fmla="*/ 4088015 w 8176538"/>
                <a:gd name="connsiteY5" fmla="*/ 1566042 h 2772339"/>
                <a:gd name="connsiteX6" fmla="*/ 8176538 w 8176538"/>
                <a:gd name="connsiteY6" fmla="*/ 0 h 2772339"/>
                <a:gd name="connsiteX0" fmla="*/ 8176538 w 8176538"/>
                <a:gd name="connsiteY0" fmla="*/ 0 h 2825888"/>
                <a:gd name="connsiteX1" fmla="*/ 8176538 w 8176538"/>
                <a:gd name="connsiteY1" fmla="*/ 1378890 h 2825888"/>
                <a:gd name="connsiteX2" fmla="*/ 4099034 w 8176538"/>
                <a:gd name="connsiteY2" fmla="*/ 2825590 h 2825888"/>
                <a:gd name="connsiteX3" fmla="*/ 0 w 8176538"/>
                <a:gd name="connsiteY3" fmla="*/ 1269888 h 2825888"/>
                <a:gd name="connsiteX4" fmla="*/ 20511 w 8176538"/>
                <a:gd name="connsiteY4" fmla="*/ 147145 h 2825888"/>
                <a:gd name="connsiteX5" fmla="*/ 4088015 w 8176538"/>
                <a:gd name="connsiteY5" fmla="*/ 1566042 h 2825888"/>
                <a:gd name="connsiteX6" fmla="*/ 8176538 w 8176538"/>
                <a:gd name="connsiteY6" fmla="*/ 0 h 2825888"/>
                <a:gd name="connsiteX0" fmla="*/ 8165518 w 8165518"/>
                <a:gd name="connsiteY0" fmla="*/ 0 h 2825606"/>
                <a:gd name="connsiteX1" fmla="*/ 8165518 w 8165518"/>
                <a:gd name="connsiteY1" fmla="*/ 1378890 h 2825606"/>
                <a:gd name="connsiteX2" fmla="*/ 4088014 w 8165518"/>
                <a:gd name="connsiteY2" fmla="*/ 2825590 h 2825606"/>
                <a:gd name="connsiteX3" fmla="*/ 0 w 8165518"/>
                <a:gd name="connsiteY3" fmla="*/ 1403811 h 2825606"/>
                <a:gd name="connsiteX4" fmla="*/ 9491 w 8165518"/>
                <a:gd name="connsiteY4" fmla="*/ 147145 h 2825606"/>
                <a:gd name="connsiteX5" fmla="*/ 4076995 w 8165518"/>
                <a:gd name="connsiteY5" fmla="*/ 1566042 h 2825606"/>
                <a:gd name="connsiteX6" fmla="*/ 8165518 w 8165518"/>
                <a:gd name="connsiteY6" fmla="*/ 0 h 2825606"/>
                <a:gd name="connsiteX0" fmla="*/ 8165518 w 8165518"/>
                <a:gd name="connsiteY0" fmla="*/ 0 h 2879174"/>
                <a:gd name="connsiteX1" fmla="*/ 8165518 w 8165518"/>
                <a:gd name="connsiteY1" fmla="*/ 1378890 h 2879174"/>
                <a:gd name="connsiteX2" fmla="*/ 4132092 w 8165518"/>
                <a:gd name="connsiteY2" fmla="*/ 2879159 h 2879174"/>
                <a:gd name="connsiteX3" fmla="*/ 0 w 8165518"/>
                <a:gd name="connsiteY3" fmla="*/ 1403811 h 2879174"/>
                <a:gd name="connsiteX4" fmla="*/ 9491 w 8165518"/>
                <a:gd name="connsiteY4" fmla="*/ 147145 h 2879174"/>
                <a:gd name="connsiteX5" fmla="*/ 4076995 w 8165518"/>
                <a:gd name="connsiteY5" fmla="*/ 1566042 h 2879174"/>
                <a:gd name="connsiteX6" fmla="*/ 8165518 w 8165518"/>
                <a:gd name="connsiteY6" fmla="*/ 0 h 2879174"/>
                <a:gd name="connsiteX0" fmla="*/ 8165518 w 8176537"/>
                <a:gd name="connsiteY0" fmla="*/ 0 h 2879410"/>
                <a:gd name="connsiteX1" fmla="*/ 8176537 w 8176537"/>
                <a:gd name="connsiteY1" fmla="*/ 1499420 h 2879410"/>
                <a:gd name="connsiteX2" fmla="*/ 4132092 w 8176537"/>
                <a:gd name="connsiteY2" fmla="*/ 2879159 h 2879410"/>
                <a:gd name="connsiteX3" fmla="*/ 0 w 8176537"/>
                <a:gd name="connsiteY3" fmla="*/ 1403811 h 2879410"/>
                <a:gd name="connsiteX4" fmla="*/ 9491 w 8176537"/>
                <a:gd name="connsiteY4" fmla="*/ 147145 h 2879410"/>
                <a:gd name="connsiteX5" fmla="*/ 4076995 w 8176537"/>
                <a:gd name="connsiteY5" fmla="*/ 1566042 h 2879410"/>
                <a:gd name="connsiteX6" fmla="*/ 8165518 w 8176537"/>
                <a:gd name="connsiteY6" fmla="*/ 0 h 2879410"/>
                <a:gd name="connsiteX0" fmla="*/ 8165518 w 8176537"/>
                <a:gd name="connsiteY0" fmla="*/ 0 h 2879262"/>
                <a:gd name="connsiteX1" fmla="*/ 8176537 w 8176537"/>
                <a:gd name="connsiteY1" fmla="*/ 1499420 h 2879262"/>
                <a:gd name="connsiteX2" fmla="*/ 4132092 w 8176537"/>
                <a:gd name="connsiteY2" fmla="*/ 2879159 h 2879262"/>
                <a:gd name="connsiteX3" fmla="*/ 0 w 8176537"/>
                <a:gd name="connsiteY3" fmla="*/ 1403811 h 2879262"/>
                <a:gd name="connsiteX4" fmla="*/ 9491 w 8176537"/>
                <a:gd name="connsiteY4" fmla="*/ 147145 h 2879262"/>
                <a:gd name="connsiteX5" fmla="*/ 4076995 w 8176537"/>
                <a:gd name="connsiteY5" fmla="*/ 1566042 h 2879262"/>
                <a:gd name="connsiteX6" fmla="*/ 8165518 w 8176537"/>
                <a:gd name="connsiteY6" fmla="*/ 0 h 2879262"/>
                <a:gd name="connsiteX0" fmla="*/ 8165518 w 8176537"/>
                <a:gd name="connsiteY0" fmla="*/ 0 h 2879163"/>
                <a:gd name="connsiteX1" fmla="*/ 8176537 w 8176537"/>
                <a:gd name="connsiteY1" fmla="*/ 1499420 h 2879163"/>
                <a:gd name="connsiteX2" fmla="*/ 4132092 w 8176537"/>
                <a:gd name="connsiteY2" fmla="*/ 2879159 h 2879163"/>
                <a:gd name="connsiteX3" fmla="*/ 0 w 8176537"/>
                <a:gd name="connsiteY3" fmla="*/ 1510948 h 2879163"/>
                <a:gd name="connsiteX4" fmla="*/ 9491 w 8176537"/>
                <a:gd name="connsiteY4" fmla="*/ 147145 h 2879163"/>
                <a:gd name="connsiteX5" fmla="*/ 4076995 w 8176537"/>
                <a:gd name="connsiteY5" fmla="*/ 1566042 h 2879163"/>
                <a:gd name="connsiteX6" fmla="*/ 8165518 w 8176537"/>
                <a:gd name="connsiteY6" fmla="*/ 0 h 2879163"/>
                <a:gd name="connsiteX0" fmla="*/ 8165518 w 8198577"/>
                <a:gd name="connsiteY0" fmla="*/ 0 h 2879451"/>
                <a:gd name="connsiteX1" fmla="*/ 8198577 w 8198577"/>
                <a:gd name="connsiteY1" fmla="*/ 1606558 h 2879451"/>
                <a:gd name="connsiteX2" fmla="*/ 4132092 w 8198577"/>
                <a:gd name="connsiteY2" fmla="*/ 2879159 h 2879451"/>
                <a:gd name="connsiteX3" fmla="*/ 0 w 8198577"/>
                <a:gd name="connsiteY3" fmla="*/ 1510948 h 2879451"/>
                <a:gd name="connsiteX4" fmla="*/ 9491 w 8198577"/>
                <a:gd name="connsiteY4" fmla="*/ 147145 h 2879451"/>
                <a:gd name="connsiteX5" fmla="*/ 4076995 w 8198577"/>
                <a:gd name="connsiteY5" fmla="*/ 1566042 h 2879451"/>
                <a:gd name="connsiteX6" fmla="*/ 8165518 w 8198577"/>
                <a:gd name="connsiteY6" fmla="*/ 0 h 2879451"/>
                <a:gd name="connsiteX0" fmla="*/ 8165518 w 8165518"/>
                <a:gd name="connsiteY0" fmla="*/ 0 h 2880066"/>
                <a:gd name="connsiteX1" fmla="*/ 8165518 w 8165518"/>
                <a:gd name="connsiteY1" fmla="*/ 1673520 h 2880066"/>
                <a:gd name="connsiteX2" fmla="*/ 4132092 w 8165518"/>
                <a:gd name="connsiteY2" fmla="*/ 2879159 h 2880066"/>
                <a:gd name="connsiteX3" fmla="*/ 0 w 8165518"/>
                <a:gd name="connsiteY3" fmla="*/ 1510948 h 2880066"/>
                <a:gd name="connsiteX4" fmla="*/ 9491 w 8165518"/>
                <a:gd name="connsiteY4" fmla="*/ 147145 h 2880066"/>
                <a:gd name="connsiteX5" fmla="*/ 4076995 w 8165518"/>
                <a:gd name="connsiteY5" fmla="*/ 1566042 h 2880066"/>
                <a:gd name="connsiteX6" fmla="*/ 8165518 w 8165518"/>
                <a:gd name="connsiteY6" fmla="*/ 0 h 2880066"/>
                <a:gd name="connsiteX0" fmla="*/ 8156794 w 8156794"/>
                <a:gd name="connsiteY0" fmla="*/ 0 h 2879270"/>
                <a:gd name="connsiteX1" fmla="*/ 8156794 w 8156794"/>
                <a:gd name="connsiteY1" fmla="*/ 1673520 h 2879270"/>
                <a:gd name="connsiteX2" fmla="*/ 4123368 w 8156794"/>
                <a:gd name="connsiteY2" fmla="*/ 2879159 h 2879270"/>
                <a:gd name="connsiteX3" fmla="*/ 2295 w 8156794"/>
                <a:gd name="connsiteY3" fmla="*/ 1618086 h 2879270"/>
                <a:gd name="connsiteX4" fmla="*/ 767 w 8156794"/>
                <a:gd name="connsiteY4" fmla="*/ 147145 h 2879270"/>
                <a:gd name="connsiteX5" fmla="*/ 4068271 w 8156794"/>
                <a:gd name="connsiteY5" fmla="*/ 1566042 h 2879270"/>
                <a:gd name="connsiteX6" fmla="*/ 8156794 w 8156794"/>
                <a:gd name="connsiteY6" fmla="*/ 0 h 287927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20"/>
                <a:gd name="connsiteX1" fmla="*/ 8156794 w 8156794"/>
                <a:gd name="connsiteY1" fmla="*/ 1673520 h 2973020"/>
                <a:gd name="connsiteX2" fmla="*/ 4134388 w 8156794"/>
                <a:gd name="connsiteY2" fmla="*/ 2972904 h 2973020"/>
                <a:gd name="connsiteX3" fmla="*/ 2295 w 8156794"/>
                <a:gd name="connsiteY3" fmla="*/ 1618086 h 2973020"/>
                <a:gd name="connsiteX4" fmla="*/ 767 w 8156794"/>
                <a:gd name="connsiteY4" fmla="*/ 147145 h 2973020"/>
                <a:gd name="connsiteX5" fmla="*/ 4068271 w 8156794"/>
                <a:gd name="connsiteY5" fmla="*/ 1566042 h 2973020"/>
                <a:gd name="connsiteX6" fmla="*/ 8156794 w 8156794"/>
                <a:gd name="connsiteY6" fmla="*/ 0 h 2973020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141"/>
                <a:gd name="connsiteX1" fmla="*/ 8156794 w 8156794"/>
                <a:gd name="connsiteY1" fmla="*/ 1673520 h 2973141"/>
                <a:gd name="connsiteX2" fmla="*/ 4134388 w 8156794"/>
                <a:gd name="connsiteY2" fmla="*/ 2972904 h 2973141"/>
                <a:gd name="connsiteX3" fmla="*/ 2295 w 8156794"/>
                <a:gd name="connsiteY3" fmla="*/ 1618086 h 2973141"/>
                <a:gd name="connsiteX4" fmla="*/ 767 w 8156794"/>
                <a:gd name="connsiteY4" fmla="*/ 147145 h 2973141"/>
                <a:gd name="connsiteX5" fmla="*/ 4068271 w 8156794"/>
                <a:gd name="connsiteY5" fmla="*/ 1566042 h 2973141"/>
                <a:gd name="connsiteX6" fmla="*/ 8156794 w 8156794"/>
                <a:gd name="connsiteY6" fmla="*/ 0 h 2973141"/>
                <a:gd name="connsiteX0" fmla="*/ 8156794 w 8156794"/>
                <a:gd name="connsiteY0" fmla="*/ 0 h 3066827"/>
                <a:gd name="connsiteX1" fmla="*/ 8156794 w 8156794"/>
                <a:gd name="connsiteY1" fmla="*/ 1673520 h 3066827"/>
                <a:gd name="connsiteX2" fmla="*/ 4123353 w 8156794"/>
                <a:gd name="connsiteY2" fmla="*/ 3066650 h 3066827"/>
                <a:gd name="connsiteX3" fmla="*/ 2295 w 8156794"/>
                <a:gd name="connsiteY3" fmla="*/ 1618086 h 3066827"/>
                <a:gd name="connsiteX4" fmla="*/ 767 w 8156794"/>
                <a:gd name="connsiteY4" fmla="*/ 147145 h 3066827"/>
                <a:gd name="connsiteX5" fmla="*/ 4068271 w 8156794"/>
                <a:gd name="connsiteY5" fmla="*/ 1566042 h 3066827"/>
                <a:gd name="connsiteX6" fmla="*/ 8156794 w 8156794"/>
                <a:gd name="connsiteY6" fmla="*/ 0 h 3066827"/>
                <a:gd name="connsiteX0" fmla="*/ 8123689 w 8156794"/>
                <a:gd name="connsiteY0" fmla="*/ 0 h 2999866"/>
                <a:gd name="connsiteX1" fmla="*/ 8156794 w 8156794"/>
                <a:gd name="connsiteY1" fmla="*/ 1606559 h 2999866"/>
                <a:gd name="connsiteX2" fmla="*/ 4123353 w 8156794"/>
                <a:gd name="connsiteY2" fmla="*/ 2999689 h 2999866"/>
                <a:gd name="connsiteX3" fmla="*/ 2295 w 8156794"/>
                <a:gd name="connsiteY3" fmla="*/ 1551125 h 2999866"/>
                <a:gd name="connsiteX4" fmla="*/ 767 w 8156794"/>
                <a:gd name="connsiteY4" fmla="*/ 80184 h 2999866"/>
                <a:gd name="connsiteX5" fmla="*/ 4068271 w 8156794"/>
                <a:gd name="connsiteY5" fmla="*/ 1499081 h 2999866"/>
                <a:gd name="connsiteX6" fmla="*/ 8123689 w 8156794"/>
                <a:gd name="connsiteY6" fmla="*/ 0 h 2999866"/>
                <a:gd name="connsiteX0" fmla="*/ 8167828 w 8167828"/>
                <a:gd name="connsiteY0" fmla="*/ 0 h 3026651"/>
                <a:gd name="connsiteX1" fmla="*/ 8156794 w 8167828"/>
                <a:gd name="connsiteY1" fmla="*/ 1633344 h 3026651"/>
                <a:gd name="connsiteX2" fmla="*/ 4123353 w 8167828"/>
                <a:gd name="connsiteY2" fmla="*/ 3026474 h 3026651"/>
                <a:gd name="connsiteX3" fmla="*/ 2295 w 8167828"/>
                <a:gd name="connsiteY3" fmla="*/ 1577910 h 3026651"/>
                <a:gd name="connsiteX4" fmla="*/ 767 w 8167828"/>
                <a:gd name="connsiteY4" fmla="*/ 106969 h 3026651"/>
                <a:gd name="connsiteX5" fmla="*/ 4068271 w 8167828"/>
                <a:gd name="connsiteY5" fmla="*/ 1525866 h 3026651"/>
                <a:gd name="connsiteX6" fmla="*/ 8167828 w 8167828"/>
                <a:gd name="connsiteY6" fmla="*/ 0 h 3026651"/>
                <a:gd name="connsiteX0" fmla="*/ 8167828 w 8167828"/>
                <a:gd name="connsiteY0" fmla="*/ 0 h 3027228"/>
                <a:gd name="connsiteX1" fmla="*/ 8145760 w 8167828"/>
                <a:gd name="connsiteY1" fmla="*/ 1686913 h 3027228"/>
                <a:gd name="connsiteX2" fmla="*/ 4123353 w 8167828"/>
                <a:gd name="connsiteY2" fmla="*/ 3026474 h 3027228"/>
                <a:gd name="connsiteX3" fmla="*/ 2295 w 8167828"/>
                <a:gd name="connsiteY3" fmla="*/ 1577910 h 3027228"/>
                <a:gd name="connsiteX4" fmla="*/ 767 w 8167828"/>
                <a:gd name="connsiteY4" fmla="*/ 106969 h 3027228"/>
                <a:gd name="connsiteX5" fmla="*/ 4068271 w 8167828"/>
                <a:gd name="connsiteY5" fmla="*/ 1525866 h 3027228"/>
                <a:gd name="connsiteX6" fmla="*/ 8167828 w 8167828"/>
                <a:gd name="connsiteY6" fmla="*/ 0 h 3027228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23689 w 8145760"/>
                <a:gd name="connsiteY0" fmla="*/ 13560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9 w 8145760"/>
                <a:gd name="connsiteY6" fmla="*/ 13560 h 2920259"/>
                <a:gd name="connsiteX0" fmla="*/ 8178863 w 8178863"/>
                <a:gd name="connsiteY0" fmla="*/ 26952 h 2920259"/>
                <a:gd name="connsiteX1" fmla="*/ 8145760 w 8178863"/>
                <a:gd name="connsiteY1" fmla="*/ 1579944 h 2920259"/>
                <a:gd name="connsiteX2" fmla="*/ 4123353 w 8178863"/>
                <a:gd name="connsiteY2" fmla="*/ 2919505 h 2920259"/>
                <a:gd name="connsiteX3" fmla="*/ 2295 w 8178863"/>
                <a:gd name="connsiteY3" fmla="*/ 1470941 h 2920259"/>
                <a:gd name="connsiteX4" fmla="*/ 767 w 8178863"/>
                <a:gd name="connsiteY4" fmla="*/ 0 h 2920259"/>
                <a:gd name="connsiteX5" fmla="*/ 4068271 w 8178863"/>
                <a:gd name="connsiteY5" fmla="*/ 1418897 h 2920259"/>
                <a:gd name="connsiteX6" fmla="*/ 8178863 w 8178863"/>
                <a:gd name="connsiteY6" fmla="*/ 26952 h 2920259"/>
                <a:gd name="connsiteX0" fmla="*/ 8167827 w 8167827"/>
                <a:gd name="connsiteY0" fmla="*/ 40343 h 2920259"/>
                <a:gd name="connsiteX1" fmla="*/ 8145760 w 8167827"/>
                <a:gd name="connsiteY1" fmla="*/ 1579944 h 2920259"/>
                <a:gd name="connsiteX2" fmla="*/ 4123353 w 8167827"/>
                <a:gd name="connsiteY2" fmla="*/ 2919505 h 2920259"/>
                <a:gd name="connsiteX3" fmla="*/ 2295 w 8167827"/>
                <a:gd name="connsiteY3" fmla="*/ 1470941 h 2920259"/>
                <a:gd name="connsiteX4" fmla="*/ 767 w 8167827"/>
                <a:gd name="connsiteY4" fmla="*/ 0 h 2920259"/>
                <a:gd name="connsiteX5" fmla="*/ 4068271 w 8167827"/>
                <a:gd name="connsiteY5" fmla="*/ 1418897 h 2920259"/>
                <a:gd name="connsiteX6" fmla="*/ 8167827 w 8167827"/>
                <a:gd name="connsiteY6" fmla="*/ 40343 h 2920259"/>
                <a:gd name="connsiteX0" fmla="*/ 8123687 w 8145760"/>
                <a:gd name="connsiteY0" fmla="*/ 53735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7 w 8145760"/>
                <a:gd name="connsiteY6" fmla="*/ 53735 h 2920259"/>
                <a:gd name="connsiteX0" fmla="*/ 8161918 w 8161918"/>
                <a:gd name="connsiteY0" fmla="*/ 0 h 2943855"/>
                <a:gd name="connsiteX1" fmla="*/ 8145760 w 8161918"/>
                <a:gd name="connsiteY1" fmla="*/ 1603540 h 2943855"/>
                <a:gd name="connsiteX2" fmla="*/ 4123353 w 8161918"/>
                <a:gd name="connsiteY2" fmla="*/ 2943101 h 2943855"/>
                <a:gd name="connsiteX3" fmla="*/ 2295 w 8161918"/>
                <a:gd name="connsiteY3" fmla="*/ 1494537 h 2943855"/>
                <a:gd name="connsiteX4" fmla="*/ 767 w 8161918"/>
                <a:gd name="connsiteY4" fmla="*/ 23596 h 2943855"/>
                <a:gd name="connsiteX5" fmla="*/ 4068271 w 8161918"/>
                <a:gd name="connsiteY5" fmla="*/ 1442493 h 2943855"/>
                <a:gd name="connsiteX6" fmla="*/ 8161918 w 8161918"/>
                <a:gd name="connsiteY6" fmla="*/ 0 h 2943855"/>
                <a:gd name="connsiteX0" fmla="*/ 8144926 w 8145760"/>
                <a:gd name="connsiteY0" fmla="*/ 43424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44926 w 8145760"/>
                <a:gd name="connsiteY6" fmla="*/ 43424 h 2920259"/>
                <a:gd name="connsiteX0" fmla="*/ 8161918 w 8161918"/>
                <a:gd name="connsiteY0" fmla="*/ 0 h 2959321"/>
                <a:gd name="connsiteX1" fmla="*/ 8145760 w 8161918"/>
                <a:gd name="connsiteY1" fmla="*/ 1619006 h 2959321"/>
                <a:gd name="connsiteX2" fmla="*/ 4123353 w 8161918"/>
                <a:gd name="connsiteY2" fmla="*/ 2958567 h 2959321"/>
                <a:gd name="connsiteX3" fmla="*/ 2295 w 8161918"/>
                <a:gd name="connsiteY3" fmla="*/ 1510003 h 2959321"/>
                <a:gd name="connsiteX4" fmla="*/ 767 w 8161918"/>
                <a:gd name="connsiteY4" fmla="*/ 39062 h 2959321"/>
                <a:gd name="connsiteX5" fmla="*/ 4068271 w 8161918"/>
                <a:gd name="connsiteY5" fmla="*/ 1457959 h 2959321"/>
                <a:gd name="connsiteX6" fmla="*/ 8161918 w 8161918"/>
                <a:gd name="connsiteY6" fmla="*/ 0 h 2959321"/>
                <a:gd name="connsiteX0" fmla="*/ 8161918 w 8162752"/>
                <a:gd name="connsiteY0" fmla="*/ 0 h 2959488"/>
                <a:gd name="connsiteX1" fmla="*/ 8162752 w 8162752"/>
                <a:gd name="connsiteY1" fmla="*/ 1629317 h 2959488"/>
                <a:gd name="connsiteX2" fmla="*/ 4123353 w 8162752"/>
                <a:gd name="connsiteY2" fmla="*/ 2958567 h 2959488"/>
                <a:gd name="connsiteX3" fmla="*/ 2295 w 8162752"/>
                <a:gd name="connsiteY3" fmla="*/ 1510003 h 2959488"/>
                <a:gd name="connsiteX4" fmla="*/ 767 w 8162752"/>
                <a:gd name="connsiteY4" fmla="*/ 39062 h 2959488"/>
                <a:gd name="connsiteX5" fmla="*/ 4068271 w 8162752"/>
                <a:gd name="connsiteY5" fmla="*/ 1457959 h 2959488"/>
                <a:gd name="connsiteX6" fmla="*/ 8161918 w 8162752"/>
                <a:gd name="connsiteY6" fmla="*/ 0 h 2959488"/>
                <a:gd name="connsiteX0" fmla="*/ 8165930 w 8166764"/>
                <a:gd name="connsiteY0" fmla="*/ 7337 h 2966825"/>
                <a:gd name="connsiteX1" fmla="*/ 8166764 w 8166764"/>
                <a:gd name="connsiteY1" fmla="*/ 1636654 h 2966825"/>
                <a:gd name="connsiteX2" fmla="*/ 4127365 w 8166764"/>
                <a:gd name="connsiteY2" fmla="*/ 2965904 h 2966825"/>
                <a:gd name="connsiteX3" fmla="*/ 6307 w 8166764"/>
                <a:gd name="connsiteY3" fmla="*/ 1517340 h 2966825"/>
                <a:gd name="connsiteX4" fmla="*/ 532 w 8166764"/>
                <a:gd name="connsiteY4" fmla="*/ 0 h 2966825"/>
                <a:gd name="connsiteX5" fmla="*/ 4072283 w 8166764"/>
                <a:gd name="connsiteY5" fmla="*/ 1465296 h 2966825"/>
                <a:gd name="connsiteX6" fmla="*/ 8165930 w 8166764"/>
                <a:gd name="connsiteY6" fmla="*/ 7337 h 2966825"/>
                <a:gd name="connsiteX0" fmla="*/ 8168119 w 8168953"/>
                <a:gd name="connsiteY0" fmla="*/ 7337 h 2966682"/>
                <a:gd name="connsiteX1" fmla="*/ 8168953 w 8168953"/>
                <a:gd name="connsiteY1" fmla="*/ 1636654 h 2966682"/>
                <a:gd name="connsiteX2" fmla="*/ 4129554 w 8168953"/>
                <a:gd name="connsiteY2" fmla="*/ 2965904 h 2966682"/>
                <a:gd name="connsiteX3" fmla="*/ 0 w 8168953"/>
                <a:gd name="connsiteY3" fmla="*/ 1527651 h 2966682"/>
                <a:gd name="connsiteX4" fmla="*/ 2721 w 8168953"/>
                <a:gd name="connsiteY4" fmla="*/ 0 h 2966682"/>
                <a:gd name="connsiteX5" fmla="*/ 4074472 w 8168953"/>
                <a:gd name="connsiteY5" fmla="*/ 1465296 h 2966682"/>
                <a:gd name="connsiteX6" fmla="*/ 8168119 w 8168953"/>
                <a:gd name="connsiteY6" fmla="*/ 7337 h 2966682"/>
                <a:gd name="connsiteX0" fmla="*/ 8168119 w 8168953"/>
                <a:gd name="connsiteY0" fmla="*/ 7337 h 3100377"/>
                <a:gd name="connsiteX1" fmla="*/ 8168953 w 8168953"/>
                <a:gd name="connsiteY1" fmla="*/ 1636654 h 3100377"/>
                <a:gd name="connsiteX2" fmla="*/ 4118520 w 8168953"/>
                <a:gd name="connsiteY2" fmla="*/ 3099826 h 3100377"/>
                <a:gd name="connsiteX3" fmla="*/ 0 w 8168953"/>
                <a:gd name="connsiteY3" fmla="*/ 1527651 h 3100377"/>
                <a:gd name="connsiteX4" fmla="*/ 2721 w 8168953"/>
                <a:gd name="connsiteY4" fmla="*/ 0 h 3100377"/>
                <a:gd name="connsiteX5" fmla="*/ 4074472 w 8168953"/>
                <a:gd name="connsiteY5" fmla="*/ 1465296 h 3100377"/>
                <a:gd name="connsiteX6" fmla="*/ 8168119 w 8168953"/>
                <a:gd name="connsiteY6" fmla="*/ 7337 h 3100377"/>
                <a:gd name="connsiteX0" fmla="*/ 8168119 w 8168953"/>
                <a:gd name="connsiteY0" fmla="*/ 7337 h 3100429"/>
                <a:gd name="connsiteX1" fmla="*/ 8168953 w 8168953"/>
                <a:gd name="connsiteY1" fmla="*/ 1636654 h 3100429"/>
                <a:gd name="connsiteX2" fmla="*/ 4118520 w 8168953"/>
                <a:gd name="connsiteY2" fmla="*/ 3099826 h 3100429"/>
                <a:gd name="connsiteX3" fmla="*/ 0 w 8168953"/>
                <a:gd name="connsiteY3" fmla="*/ 1527651 h 3100429"/>
                <a:gd name="connsiteX4" fmla="*/ 2721 w 8168953"/>
                <a:gd name="connsiteY4" fmla="*/ 0 h 3100429"/>
                <a:gd name="connsiteX5" fmla="*/ 4074472 w 8168953"/>
                <a:gd name="connsiteY5" fmla="*/ 1465296 h 3100429"/>
                <a:gd name="connsiteX6" fmla="*/ 8168119 w 8168953"/>
                <a:gd name="connsiteY6" fmla="*/ 7337 h 3100429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166683" h="3099826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bg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                   </a:t>
              </a:r>
            </a:p>
          </p:txBody>
        </p:sp>
        <p:sp>
          <p:nvSpPr>
            <p:cNvPr id="282" name="Oval 281">
              <a:extLst>
                <a:ext uri="{FF2B5EF4-FFF2-40B4-BE49-F238E27FC236}">
                  <a16:creationId xmlns:a16="http://schemas.microsoft.com/office/drawing/2014/main" id="{9A8C264F-EE1E-AE42-AD54-26038D64E2D2}"/>
                </a:ext>
              </a:extLst>
            </p:cNvPr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              </a:t>
              </a:r>
            </a:p>
          </p:txBody>
        </p:sp>
        <p:grpSp>
          <p:nvGrpSpPr>
            <p:cNvPr id="283" name="Group 282">
              <a:extLst>
                <a:ext uri="{FF2B5EF4-FFF2-40B4-BE49-F238E27FC236}">
                  <a16:creationId xmlns:a16="http://schemas.microsoft.com/office/drawing/2014/main" id="{C4315C5D-BBB1-1548-A740-5E5B96BEB874}"/>
                </a:ext>
              </a:extLst>
            </p:cNvPr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284" name="Freeform 283">
                <a:extLst>
                  <a:ext uri="{FF2B5EF4-FFF2-40B4-BE49-F238E27FC236}">
                    <a16:creationId xmlns:a16="http://schemas.microsoft.com/office/drawing/2014/main" id="{895B76F4-731F-1A42-B1DA-2147C72110E8}"/>
                  </a:ext>
                </a:extLst>
              </p:cNvPr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avLst/>
                <a:gdLst>
                  <a:gd name="connsiteX0" fmla="*/ 3725333 w 4588933"/>
                  <a:gd name="connsiteY0" fmla="*/ 0 h 1049866"/>
                  <a:gd name="connsiteX1" fmla="*/ 4588933 w 4588933"/>
                  <a:gd name="connsiteY1" fmla="*/ 270933 h 1049866"/>
                  <a:gd name="connsiteX2" fmla="*/ 3962400 w 4588933"/>
                  <a:gd name="connsiteY2" fmla="*/ 541866 h 1049866"/>
                  <a:gd name="connsiteX3" fmla="*/ 3742267 w 4588933"/>
                  <a:gd name="connsiteY3" fmla="*/ 457200 h 1049866"/>
                  <a:gd name="connsiteX4" fmla="*/ 2269067 w 4588933"/>
                  <a:gd name="connsiteY4" fmla="*/ 1049866 h 1049866"/>
                  <a:gd name="connsiteX5" fmla="*/ 880533 w 4588933"/>
                  <a:gd name="connsiteY5" fmla="*/ 457200 h 1049866"/>
                  <a:gd name="connsiteX6" fmla="*/ 592667 w 4588933"/>
                  <a:gd name="connsiteY6" fmla="*/ 541866 h 1049866"/>
                  <a:gd name="connsiteX7" fmla="*/ 0 w 4588933"/>
                  <a:gd name="connsiteY7" fmla="*/ 254000 h 1049866"/>
                  <a:gd name="connsiteX8" fmla="*/ 880533 w 4588933"/>
                  <a:gd name="connsiteY8" fmla="*/ 16933 h 1049866"/>
                  <a:gd name="connsiteX9" fmla="*/ 2302933 w 4588933"/>
                  <a:gd name="connsiteY9" fmla="*/ 626533 h 1049866"/>
                  <a:gd name="connsiteX10" fmla="*/ 3725333 w 4588933"/>
                  <a:gd name="connsiteY10" fmla="*/ 0 h 1049866"/>
                  <a:gd name="connsiteX0" fmla="*/ 3725333 w 4641485"/>
                  <a:gd name="connsiteY0" fmla="*/ 0 h 1049866"/>
                  <a:gd name="connsiteX1" fmla="*/ 4641485 w 4641485"/>
                  <a:gd name="connsiteY1" fmla="*/ 239402 h 1049866"/>
                  <a:gd name="connsiteX2" fmla="*/ 3962400 w 4641485"/>
                  <a:gd name="connsiteY2" fmla="*/ 541866 h 1049866"/>
                  <a:gd name="connsiteX3" fmla="*/ 3742267 w 4641485"/>
                  <a:gd name="connsiteY3" fmla="*/ 457200 h 1049866"/>
                  <a:gd name="connsiteX4" fmla="*/ 2269067 w 4641485"/>
                  <a:gd name="connsiteY4" fmla="*/ 1049866 h 1049866"/>
                  <a:gd name="connsiteX5" fmla="*/ 880533 w 4641485"/>
                  <a:gd name="connsiteY5" fmla="*/ 457200 h 1049866"/>
                  <a:gd name="connsiteX6" fmla="*/ 592667 w 4641485"/>
                  <a:gd name="connsiteY6" fmla="*/ 541866 h 1049866"/>
                  <a:gd name="connsiteX7" fmla="*/ 0 w 4641485"/>
                  <a:gd name="connsiteY7" fmla="*/ 254000 h 1049866"/>
                  <a:gd name="connsiteX8" fmla="*/ 880533 w 4641485"/>
                  <a:gd name="connsiteY8" fmla="*/ 16933 h 1049866"/>
                  <a:gd name="connsiteX9" fmla="*/ 2302933 w 4641485"/>
                  <a:gd name="connsiteY9" fmla="*/ 626533 h 1049866"/>
                  <a:gd name="connsiteX10" fmla="*/ 3725333 w 4641485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73798 w 4673016"/>
                  <a:gd name="connsiteY3" fmla="*/ 45720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84308 w 4673016"/>
                  <a:gd name="connsiteY3" fmla="*/ 404648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815839 w 4673016"/>
                  <a:gd name="connsiteY3" fmla="*/ 46771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4673016" h="104986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285" name="Freeform 284">
                <a:extLst>
                  <a:ext uri="{FF2B5EF4-FFF2-40B4-BE49-F238E27FC236}">
                    <a16:creationId xmlns:a16="http://schemas.microsoft.com/office/drawing/2014/main" id="{0DD88259-DBF1-C849-9347-E21FCDE91C24}"/>
                  </a:ext>
                </a:extLst>
              </p:cNvPr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avLst/>
                <a:gdLst>
                  <a:gd name="connsiteX0" fmla="*/ 21021 w 1744718"/>
                  <a:gd name="connsiteY0" fmla="*/ 0 h 903890"/>
                  <a:gd name="connsiteX1" fmla="*/ 1744718 w 1744718"/>
                  <a:gd name="connsiteY1" fmla="*/ 693683 h 903890"/>
                  <a:gd name="connsiteX2" fmla="*/ 1145628 w 1744718"/>
                  <a:gd name="connsiteY2" fmla="*/ 903890 h 903890"/>
                  <a:gd name="connsiteX3" fmla="*/ 0 w 1744718"/>
                  <a:gd name="connsiteY3" fmla="*/ 451945 h 903890"/>
                  <a:gd name="connsiteX4" fmla="*/ 21021 w 1744718"/>
                  <a:gd name="connsiteY4" fmla="*/ 0 h 9038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44718" h="903890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286" name="Freeform 285">
                <a:extLst>
                  <a:ext uri="{FF2B5EF4-FFF2-40B4-BE49-F238E27FC236}">
                    <a16:creationId xmlns:a16="http://schemas.microsoft.com/office/drawing/2014/main" id="{7F83BAF8-E480-3243-8D32-1B36CF28B4D5}"/>
                  </a:ext>
                </a:extLst>
              </p:cNvPr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avLst/>
                <a:gdLst>
                  <a:gd name="connsiteX0" fmla="*/ 1702676 w 1713187"/>
                  <a:gd name="connsiteY0" fmla="*/ 0 h 893380"/>
                  <a:gd name="connsiteX1" fmla="*/ 1713187 w 1713187"/>
                  <a:gd name="connsiteY1" fmla="*/ 472966 h 893380"/>
                  <a:gd name="connsiteX2" fmla="*/ 578069 w 1713187"/>
                  <a:gd name="connsiteY2" fmla="*/ 893380 h 893380"/>
                  <a:gd name="connsiteX3" fmla="*/ 0 w 1713187"/>
                  <a:gd name="connsiteY3" fmla="*/ 693683 h 893380"/>
                  <a:gd name="connsiteX4" fmla="*/ 1702676 w 1713187"/>
                  <a:gd name="connsiteY4" fmla="*/ 0 h 8933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13187" h="893380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287" name="Freeform 286">
                <a:extLst>
                  <a:ext uri="{FF2B5EF4-FFF2-40B4-BE49-F238E27FC236}">
                    <a16:creationId xmlns:a16="http://schemas.microsoft.com/office/drawing/2014/main" id="{05F54ED9-26EA-304E-B1C7-6F58A4EB5376}"/>
                  </a:ext>
                </a:extLst>
              </p:cNvPr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avLst/>
                <a:gdLst>
                  <a:gd name="connsiteX0" fmla="*/ 599089 w 4162096"/>
                  <a:gd name="connsiteY0" fmla="*/ 273269 h 1618593"/>
                  <a:gd name="connsiteX1" fmla="*/ 882869 w 4162096"/>
                  <a:gd name="connsiteY1" fmla="*/ 199697 h 1618593"/>
                  <a:gd name="connsiteX2" fmla="*/ 2312276 w 4162096"/>
                  <a:gd name="connsiteY2" fmla="*/ 798786 h 1618593"/>
                  <a:gd name="connsiteX3" fmla="*/ 3794234 w 4162096"/>
                  <a:gd name="connsiteY3" fmla="*/ 199697 h 1618593"/>
                  <a:gd name="connsiteX4" fmla="*/ 4014951 w 4162096"/>
                  <a:gd name="connsiteY4" fmla="*/ 273269 h 1618593"/>
                  <a:gd name="connsiteX5" fmla="*/ 3058510 w 4162096"/>
                  <a:gd name="connsiteY5" fmla="*/ 641131 h 1618593"/>
                  <a:gd name="connsiteX6" fmla="*/ 3026979 w 4162096"/>
                  <a:gd name="connsiteY6" fmla="*/ 1114097 h 1618593"/>
                  <a:gd name="connsiteX7" fmla="*/ 4162096 w 4162096"/>
                  <a:gd name="connsiteY7" fmla="*/ 1545021 h 1618593"/>
                  <a:gd name="connsiteX8" fmla="*/ 3878317 w 4162096"/>
                  <a:gd name="connsiteY8" fmla="*/ 1608083 h 1618593"/>
                  <a:gd name="connsiteX9" fmla="*/ 2301765 w 4162096"/>
                  <a:gd name="connsiteY9" fmla="*/ 945931 h 1618593"/>
                  <a:gd name="connsiteX10" fmla="*/ 693682 w 4162096"/>
                  <a:gd name="connsiteY10" fmla="*/ 1618593 h 1618593"/>
                  <a:gd name="connsiteX11" fmla="*/ 430924 w 4162096"/>
                  <a:gd name="connsiteY11" fmla="*/ 1524000 h 1618593"/>
                  <a:gd name="connsiteX12" fmla="*/ 1576551 w 4162096"/>
                  <a:gd name="connsiteY12" fmla="*/ 1082566 h 1618593"/>
                  <a:gd name="connsiteX13" fmla="*/ 1545020 w 4162096"/>
                  <a:gd name="connsiteY13" fmla="*/ 609600 h 1618593"/>
                  <a:gd name="connsiteX14" fmla="*/ 0 w 4162096"/>
                  <a:gd name="connsiteY14" fmla="*/ 0 h 1618593"/>
                  <a:gd name="connsiteX15" fmla="*/ 872358 w 4162096"/>
                  <a:gd name="connsiteY15" fmla="*/ 210207 h 1618593"/>
                  <a:gd name="connsiteX16" fmla="*/ 872358 w 4162096"/>
                  <a:gd name="connsiteY16" fmla="*/ 210207 h 1618593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15" fmla="*/ 441434 w 3731172"/>
                  <a:gd name="connsiteY15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357351 w 3731172"/>
                  <a:gd name="connsiteY14" fmla="*/ 115613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56137 w 3731172"/>
                  <a:gd name="connsiteY13" fmla="*/ 441434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903890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575034 w 3710151"/>
                  <a:gd name="connsiteY6" fmla="*/ 91440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06565 w 3710151"/>
                  <a:gd name="connsiteY6" fmla="*/ 92491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5151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09858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62012 w 3725019"/>
                  <a:gd name="connsiteY0" fmla="*/ 73572 h 1418896"/>
                  <a:gd name="connsiteX1" fmla="*/ 445792 w 3725019"/>
                  <a:gd name="connsiteY1" fmla="*/ 0 h 1418896"/>
                  <a:gd name="connsiteX2" fmla="*/ 1852896 w 3725019"/>
                  <a:gd name="connsiteY2" fmla="*/ 591655 h 1418896"/>
                  <a:gd name="connsiteX3" fmla="*/ 3357157 w 3725019"/>
                  <a:gd name="connsiteY3" fmla="*/ 0 h 1418896"/>
                  <a:gd name="connsiteX4" fmla="*/ 3577874 w 3725019"/>
                  <a:gd name="connsiteY4" fmla="*/ 73572 h 1418896"/>
                  <a:gd name="connsiteX5" fmla="*/ 2632585 w 3725019"/>
                  <a:gd name="connsiteY5" fmla="*/ 448868 h 1418896"/>
                  <a:gd name="connsiteX6" fmla="*/ 2625150 w 3725019"/>
                  <a:gd name="connsiteY6" fmla="*/ 902607 h 1418896"/>
                  <a:gd name="connsiteX7" fmla="*/ 3725019 w 3725019"/>
                  <a:gd name="connsiteY7" fmla="*/ 1345324 h 1418896"/>
                  <a:gd name="connsiteX8" fmla="*/ 3441240 w 3725019"/>
                  <a:gd name="connsiteY8" fmla="*/ 1408386 h 1418896"/>
                  <a:gd name="connsiteX9" fmla="*/ 1864688 w 3725019"/>
                  <a:gd name="connsiteY9" fmla="*/ 746234 h 1418896"/>
                  <a:gd name="connsiteX10" fmla="*/ 256605 w 3725019"/>
                  <a:gd name="connsiteY10" fmla="*/ 1418896 h 1418896"/>
                  <a:gd name="connsiteX11" fmla="*/ 0 w 3725019"/>
                  <a:gd name="connsiteY11" fmla="*/ 1331097 h 1418896"/>
                  <a:gd name="connsiteX12" fmla="*/ 1113454 w 3725019"/>
                  <a:gd name="connsiteY12" fmla="*/ 903890 h 1418896"/>
                  <a:gd name="connsiteX13" fmla="*/ 1102302 w 3725019"/>
                  <a:gd name="connsiteY13" fmla="*/ 451945 h 1418896"/>
                  <a:gd name="connsiteX14" fmla="*/ 183032 w 3725019"/>
                  <a:gd name="connsiteY14" fmla="*/ 84081 h 1418896"/>
                  <a:gd name="connsiteX15" fmla="*/ 162012 w 3725019"/>
                  <a:gd name="connsiteY15" fmla="*/ 73572 h 14188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725019" h="1418896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</p:grpSp>
      </p:grpSp>
      <p:grpSp>
        <p:nvGrpSpPr>
          <p:cNvPr id="176" name="Group 175">
            <a:extLst>
              <a:ext uri="{FF2B5EF4-FFF2-40B4-BE49-F238E27FC236}">
                <a16:creationId xmlns:a16="http://schemas.microsoft.com/office/drawing/2014/main" id="{73201F79-4BE9-2E4A-9B0C-FB48F9222B08}"/>
              </a:ext>
            </a:extLst>
          </p:cNvPr>
          <p:cNvGrpSpPr/>
          <p:nvPr/>
        </p:nvGrpSpPr>
        <p:grpSpPr>
          <a:xfrm>
            <a:off x="8800632" y="3636044"/>
            <a:ext cx="578032" cy="285706"/>
            <a:chOff x="7493876" y="2774731"/>
            <a:chExt cx="1481958" cy="894622"/>
          </a:xfrm>
        </p:grpSpPr>
        <p:sp>
          <p:nvSpPr>
            <p:cNvPr id="274" name="Freeform 273">
              <a:extLst>
                <a:ext uri="{FF2B5EF4-FFF2-40B4-BE49-F238E27FC236}">
                  <a16:creationId xmlns:a16="http://schemas.microsoft.com/office/drawing/2014/main" id="{B69ED55D-3ADE-7541-A833-BAED4178F4ED}"/>
                </a:ext>
              </a:extLst>
            </p:cNvPr>
            <p:cNvSpPr/>
            <p:nvPr/>
          </p:nvSpPr>
          <p:spPr>
            <a:xfrm>
              <a:off x="7493876" y="3084399"/>
              <a:ext cx="1481958" cy="584954"/>
            </a:xfrm>
            <a:custGeom>
              <a:avLst/>
              <a:gdLst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76538 w 8176538"/>
                <a:gd name="connsiteY0" fmla="*/ 0 h 2638097"/>
                <a:gd name="connsiteX1" fmla="*/ 8176538 w 8176538"/>
                <a:gd name="connsiteY1" fmla="*/ 1271752 h 2638097"/>
                <a:gd name="connsiteX2" fmla="*/ 4088015 w 8176538"/>
                <a:gd name="connsiteY2" fmla="*/ 2638097 h 2638097"/>
                <a:gd name="connsiteX3" fmla="*/ 0 w 8176538"/>
                <a:gd name="connsiteY3" fmla="*/ 1269888 h 2638097"/>
                <a:gd name="connsiteX4" fmla="*/ 20511 w 8176538"/>
                <a:gd name="connsiteY4" fmla="*/ 147145 h 2638097"/>
                <a:gd name="connsiteX5" fmla="*/ 4088015 w 8176538"/>
                <a:gd name="connsiteY5" fmla="*/ 1566042 h 2638097"/>
                <a:gd name="connsiteX6" fmla="*/ 8176538 w 8176538"/>
                <a:gd name="connsiteY6" fmla="*/ 0 h 2638097"/>
                <a:gd name="connsiteX0" fmla="*/ 8176538 w 8176538"/>
                <a:gd name="connsiteY0" fmla="*/ 0 h 2772020"/>
                <a:gd name="connsiteX1" fmla="*/ 8176538 w 8176538"/>
                <a:gd name="connsiteY1" fmla="*/ 1271752 h 2772020"/>
                <a:gd name="connsiteX2" fmla="*/ 4099034 w 8176538"/>
                <a:gd name="connsiteY2" fmla="*/ 2772020 h 2772020"/>
                <a:gd name="connsiteX3" fmla="*/ 0 w 8176538"/>
                <a:gd name="connsiteY3" fmla="*/ 1269888 h 2772020"/>
                <a:gd name="connsiteX4" fmla="*/ 20511 w 8176538"/>
                <a:gd name="connsiteY4" fmla="*/ 147145 h 2772020"/>
                <a:gd name="connsiteX5" fmla="*/ 4088015 w 8176538"/>
                <a:gd name="connsiteY5" fmla="*/ 1566042 h 2772020"/>
                <a:gd name="connsiteX6" fmla="*/ 8176538 w 8176538"/>
                <a:gd name="connsiteY6" fmla="*/ 0 h 2772020"/>
                <a:gd name="connsiteX0" fmla="*/ 8176538 w 8176538"/>
                <a:gd name="connsiteY0" fmla="*/ 0 h 2772339"/>
                <a:gd name="connsiteX1" fmla="*/ 8176538 w 8176538"/>
                <a:gd name="connsiteY1" fmla="*/ 1378890 h 2772339"/>
                <a:gd name="connsiteX2" fmla="*/ 4099034 w 8176538"/>
                <a:gd name="connsiteY2" fmla="*/ 2772020 h 2772339"/>
                <a:gd name="connsiteX3" fmla="*/ 0 w 8176538"/>
                <a:gd name="connsiteY3" fmla="*/ 1269888 h 2772339"/>
                <a:gd name="connsiteX4" fmla="*/ 20511 w 8176538"/>
                <a:gd name="connsiteY4" fmla="*/ 147145 h 2772339"/>
                <a:gd name="connsiteX5" fmla="*/ 4088015 w 8176538"/>
                <a:gd name="connsiteY5" fmla="*/ 1566042 h 2772339"/>
                <a:gd name="connsiteX6" fmla="*/ 8176538 w 8176538"/>
                <a:gd name="connsiteY6" fmla="*/ 0 h 2772339"/>
                <a:gd name="connsiteX0" fmla="*/ 8176538 w 8176538"/>
                <a:gd name="connsiteY0" fmla="*/ 0 h 2825888"/>
                <a:gd name="connsiteX1" fmla="*/ 8176538 w 8176538"/>
                <a:gd name="connsiteY1" fmla="*/ 1378890 h 2825888"/>
                <a:gd name="connsiteX2" fmla="*/ 4099034 w 8176538"/>
                <a:gd name="connsiteY2" fmla="*/ 2825590 h 2825888"/>
                <a:gd name="connsiteX3" fmla="*/ 0 w 8176538"/>
                <a:gd name="connsiteY3" fmla="*/ 1269888 h 2825888"/>
                <a:gd name="connsiteX4" fmla="*/ 20511 w 8176538"/>
                <a:gd name="connsiteY4" fmla="*/ 147145 h 2825888"/>
                <a:gd name="connsiteX5" fmla="*/ 4088015 w 8176538"/>
                <a:gd name="connsiteY5" fmla="*/ 1566042 h 2825888"/>
                <a:gd name="connsiteX6" fmla="*/ 8176538 w 8176538"/>
                <a:gd name="connsiteY6" fmla="*/ 0 h 2825888"/>
                <a:gd name="connsiteX0" fmla="*/ 8165518 w 8165518"/>
                <a:gd name="connsiteY0" fmla="*/ 0 h 2825606"/>
                <a:gd name="connsiteX1" fmla="*/ 8165518 w 8165518"/>
                <a:gd name="connsiteY1" fmla="*/ 1378890 h 2825606"/>
                <a:gd name="connsiteX2" fmla="*/ 4088014 w 8165518"/>
                <a:gd name="connsiteY2" fmla="*/ 2825590 h 2825606"/>
                <a:gd name="connsiteX3" fmla="*/ 0 w 8165518"/>
                <a:gd name="connsiteY3" fmla="*/ 1403811 h 2825606"/>
                <a:gd name="connsiteX4" fmla="*/ 9491 w 8165518"/>
                <a:gd name="connsiteY4" fmla="*/ 147145 h 2825606"/>
                <a:gd name="connsiteX5" fmla="*/ 4076995 w 8165518"/>
                <a:gd name="connsiteY5" fmla="*/ 1566042 h 2825606"/>
                <a:gd name="connsiteX6" fmla="*/ 8165518 w 8165518"/>
                <a:gd name="connsiteY6" fmla="*/ 0 h 2825606"/>
                <a:gd name="connsiteX0" fmla="*/ 8165518 w 8165518"/>
                <a:gd name="connsiteY0" fmla="*/ 0 h 2879174"/>
                <a:gd name="connsiteX1" fmla="*/ 8165518 w 8165518"/>
                <a:gd name="connsiteY1" fmla="*/ 1378890 h 2879174"/>
                <a:gd name="connsiteX2" fmla="*/ 4132092 w 8165518"/>
                <a:gd name="connsiteY2" fmla="*/ 2879159 h 2879174"/>
                <a:gd name="connsiteX3" fmla="*/ 0 w 8165518"/>
                <a:gd name="connsiteY3" fmla="*/ 1403811 h 2879174"/>
                <a:gd name="connsiteX4" fmla="*/ 9491 w 8165518"/>
                <a:gd name="connsiteY4" fmla="*/ 147145 h 2879174"/>
                <a:gd name="connsiteX5" fmla="*/ 4076995 w 8165518"/>
                <a:gd name="connsiteY5" fmla="*/ 1566042 h 2879174"/>
                <a:gd name="connsiteX6" fmla="*/ 8165518 w 8165518"/>
                <a:gd name="connsiteY6" fmla="*/ 0 h 2879174"/>
                <a:gd name="connsiteX0" fmla="*/ 8165518 w 8176537"/>
                <a:gd name="connsiteY0" fmla="*/ 0 h 2879410"/>
                <a:gd name="connsiteX1" fmla="*/ 8176537 w 8176537"/>
                <a:gd name="connsiteY1" fmla="*/ 1499420 h 2879410"/>
                <a:gd name="connsiteX2" fmla="*/ 4132092 w 8176537"/>
                <a:gd name="connsiteY2" fmla="*/ 2879159 h 2879410"/>
                <a:gd name="connsiteX3" fmla="*/ 0 w 8176537"/>
                <a:gd name="connsiteY3" fmla="*/ 1403811 h 2879410"/>
                <a:gd name="connsiteX4" fmla="*/ 9491 w 8176537"/>
                <a:gd name="connsiteY4" fmla="*/ 147145 h 2879410"/>
                <a:gd name="connsiteX5" fmla="*/ 4076995 w 8176537"/>
                <a:gd name="connsiteY5" fmla="*/ 1566042 h 2879410"/>
                <a:gd name="connsiteX6" fmla="*/ 8165518 w 8176537"/>
                <a:gd name="connsiteY6" fmla="*/ 0 h 2879410"/>
                <a:gd name="connsiteX0" fmla="*/ 8165518 w 8176537"/>
                <a:gd name="connsiteY0" fmla="*/ 0 h 2879262"/>
                <a:gd name="connsiteX1" fmla="*/ 8176537 w 8176537"/>
                <a:gd name="connsiteY1" fmla="*/ 1499420 h 2879262"/>
                <a:gd name="connsiteX2" fmla="*/ 4132092 w 8176537"/>
                <a:gd name="connsiteY2" fmla="*/ 2879159 h 2879262"/>
                <a:gd name="connsiteX3" fmla="*/ 0 w 8176537"/>
                <a:gd name="connsiteY3" fmla="*/ 1403811 h 2879262"/>
                <a:gd name="connsiteX4" fmla="*/ 9491 w 8176537"/>
                <a:gd name="connsiteY4" fmla="*/ 147145 h 2879262"/>
                <a:gd name="connsiteX5" fmla="*/ 4076995 w 8176537"/>
                <a:gd name="connsiteY5" fmla="*/ 1566042 h 2879262"/>
                <a:gd name="connsiteX6" fmla="*/ 8165518 w 8176537"/>
                <a:gd name="connsiteY6" fmla="*/ 0 h 2879262"/>
                <a:gd name="connsiteX0" fmla="*/ 8165518 w 8176537"/>
                <a:gd name="connsiteY0" fmla="*/ 0 h 2879163"/>
                <a:gd name="connsiteX1" fmla="*/ 8176537 w 8176537"/>
                <a:gd name="connsiteY1" fmla="*/ 1499420 h 2879163"/>
                <a:gd name="connsiteX2" fmla="*/ 4132092 w 8176537"/>
                <a:gd name="connsiteY2" fmla="*/ 2879159 h 2879163"/>
                <a:gd name="connsiteX3" fmla="*/ 0 w 8176537"/>
                <a:gd name="connsiteY3" fmla="*/ 1510948 h 2879163"/>
                <a:gd name="connsiteX4" fmla="*/ 9491 w 8176537"/>
                <a:gd name="connsiteY4" fmla="*/ 147145 h 2879163"/>
                <a:gd name="connsiteX5" fmla="*/ 4076995 w 8176537"/>
                <a:gd name="connsiteY5" fmla="*/ 1566042 h 2879163"/>
                <a:gd name="connsiteX6" fmla="*/ 8165518 w 8176537"/>
                <a:gd name="connsiteY6" fmla="*/ 0 h 2879163"/>
                <a:gd name="connsiteX0" fmla="*/ 8165518 w 8198577"/>
                <a:gd name="connsiteY0" fmla="*/ 0 h 2879451"/>
                <a:gd name="connsiteX1" fmla="*/ 8198577 w 8198577"/>
                <a:gd name="connsiteY1" fmla="*/ 1606558 h 2879451"/>
                <a:gd name="connsiteX2" fmla="*/ 4132092 w 8198577"/>
                <a:gd name="connsiteY2" fmla="*/ 2879159 h 2879451"/>
                <a:gd name="connsiteX3" fmla="*/ 0 w 8198577"/>
                <a:gd name="connsiteY3" fmla="*/ 1510948 h 2879451"/>
                <a:gd name="connsiteX4" fmla="*/ 9491 w 8198577"/>
                <a:gd name="connsiteY4" fmla="*/ 147145 h 2879451"/>
                <a:gd name="connsiteX5" fmla="*/ 4076995 w 8198577"/>
                <a:gd name="connsiteY5" fmla="*/ 1566042 h 2879451"/>
                <a:gd name="connsiteX6" fmla="*/ 8165518 w 8198577"/>
                <a:gd name="connsiteY6" fmla="*/ 0 h 2879451"/>
                <a:gd name="connsiteX0" fmla="*/ 8165518 w 8165518"/>
                <a:gd name="connsiteY0" fmla="*/ 0 h 2880066"/>
                <a:gd name="connsiteX1" fmla="*/ 8165518 w 8165518"/>
                <a:gd name="connsiteY1" fmla="*/ 1673520 h 2880066"/>
                <a:gd name="connsiteX2" fmla="*/ 4132092 w 8165518"/>
                <a:gd name="connsiteY2" fmla="*/ 2879159 h 2880066"/>
                <a:gd name="connsiteX3" fmla="*/ 0 w 8165518"/>
                <a:gd name="connsiteY3" fmla="*/ 1510948 h 2880066"/>
                <a:gd name="connsiteX4" fmla="*/ 9491 w 8165518"/>
                <a:gd name="connsiteY4" fmla="*/ 147145 h 2880066"/>
                <a:gd name="connsiteX5" fmla="*/ 4076995 w 8165518"/>
                <a:gd name="connsiteY5" fmla="*/ 1566042 h 2880066"/>
                <a:gd name="connsiteX6" fmla="*/ 8165518 w 8165518"/>
                <a:gd name="connsiteY6" fmla="*/ 0 h 2880066"/>
                <a:gd name="connsiteX0" fmla="*/ 8156794 w 8156794"/>
                <a:gd name="connsiteY0" fmla="*/ 0 h 2879270"/>
                <a:gd name="connsiteX1" fmla="*/ 8156794 w 8156794"/>
                <a:gd name="connsiteY1" fmla="*/ 1673520 h 2879270"/>
                <a:gd name="connsiteX2" fmla="*/ 4123368 w 8156794"/>
                <a:gd name="connsiteY2" fmla="*/ 2879159 h 2879270"/>
                <a:gd name="connsiteX3" fmla="*/ 2295 w 8156794"/>
                <a:gd name="connsiteY3" fmla="*/ 1618086 h 2879270"/>
                <a:gd name="connsiteX4" fmla="*/ 767 w 8156794"/>
                <a:gd name="connsiteY4" fmla="*/ 147145 h 2879270"/>
                <a:gd name="connsiteX5" fmla="*/ 4068271 w 8156794"/>
                <a:gd name="connsiteY5" fmla="*/ 1566042 h 2879270"/>
                <a:gd name="connsiteX6" fmla="*/ 8156794 w 8156794"/>
                <a:gd name="connsiteY6" fmla="*/ 0 h 287927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20"/>
                <a:gd name="connsiteX1" fmla="*/ 8156794 w 8156794"/>
                <a:gd name="connsiteY1" fmla="*/ 1673520 h 2973020"/>
                <a:gd name="connsiteX2" fmla="*/ 4134388 w 8156794"/>
                <a:gd name="connsiteY2" fmla="*/ 2972904 h 2973020"/>
                <a:gd name="connsiteX3" fmla="*/ 2295 w 8156794"/>
                <a:gd name="connsiteY3" fmla="*/ 1618086 h 2973020"/>
                <a:gd name="connsiteX4" fmla="*/ 767 w 8156794"/>
                <a:gd name="connsiteY4" fmla="*/ 147145 h 2973020"/>
                <a:gd name="connsiteX5" fmla="*/ 4068271 w 8156794"/>
                <a:gd name="connsiteY5" fmla="*/ 1566042 h 2973020"/>
                <a:gd name="connsiteX6" fmla="*/ 8156794 w 8156794"/>
                <a:gd name="connsiteY6" fmla="*/ 0 h 2973020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141"/>
                <a:gd name="connsiteX1" fmla="*/ 8156794 w 8156794"/>
                <a:gd name="connsiteY1" fmla="*/ 1673520 h 2973141"/>
                <a:gd name="connsiteX2" fmla="*/ 4134388 w 8156794"/>
                <a:gd name="connsiteY2" fmla="*/ 2972904 h 2973141"/>
                <a:gd name="connsiteX3" fmla="*/ 2295 w 8156794"/>
                <a:gd name="connsiteY3" fmla="*/ 1618086 h 2973141"/>
                <a:gd name="connsiteX4" fmla="*/ 767 w 8156794"/>
                <a:gd name="connsiteY4" fmla="*/ 147145 h 2973141"/>
                <a:gd name="connsiteX5" fmla="*/ 4068271 w 8156794"/>
                <a:gd name="connsiteY5" fmla="*/ 1566042 h 2973141"/>
                <a:gd name="connsiteX6" fmla="*/ 8156794 w 8156794"/>
                <a:gd name="connsiteY6" fmla="*/ 0 h 2973141"/>
                <a:gd name="connsiteX0" fmla="*/ 8156794 w 8156794"/>
                <a:gd name="connsiteY0" fmla="*/ 0 h 3066827"/>
                <a:gd name="connsiteX1" fmla="*/ 8156794 w 8156794"/>
                <a:gd name="connsiteY1" fmla="*/ 1673520 h 3066827"/>
                <a:gd name="connsiteX2" fmla="*/ 4123353 w 8156794"/>
                <a:gd name="connsiteY2" fmla="*/ 3066650 h 3066827"/>
                <a:gd name="connsiteX3" fmla="*/ 2295 w 8156794"/>
                <a:gd name="connsiteY3" fmla="*/ 1618086 h 3066827"/>
                <a:gd name="connsiteX4" fmla="*/ 767 w 8156794"/>
                <a:gd name="connsiteY4" fmla="*/ 147145 h 3066827"/>
                <a:gd name="connsiteX5" fmla="*/ 4068271 w 8156794"/>
                <a:gd name="connsiteY5" fmla="*/ 1566042 h 3066827"/>
                <a:gd name="connsiteX6" fmla="*/ 8156794 w 8156794"/>
                <a:gd name="connsiteY6" fmla="*/ 0 h 3066827"/>
                <a:gd name="connsiteX0" fmla="*/ 8123689 w 8156794"/>
                <a:gd name="connsiteY0" fmla="*/ 0 h 2999866"/>
                <a:gd name="connsiteX1" fmla="*/ 8156794 w 8156794"/>
                <a:gd name="connsiteY1" fmla="*/ 1606559 h 2999866"/>
                <a:gd name="connsiteX2" fmla="*/ 4123353 w 8156794"/>
                <a:gd name="connsiteY2" fmla="*/ 2999689 h 2999866"/>
                <a:gd name="connsiteX3" fmla="*/ 2295 w 8156794"/>
                <a:gd name="connsiteY3" fmla="*/ 1551125 h 2999866"/>
                <a:gd name="connsiteX4" fmla="*/ 767 w 8156794"/>
                <a:gd name="connsiteY4" fmla="*/ 80184 h 2999866"/>
                <a:gd name="connsiteX5" fmla="*/ 4068271 w 8156794"/>
                <a:gd name="connsiteY5" fmla="*/ 1499081 h 2999866"/>
                <a:gd name="connsiteX6" fmla="*/ 8123689 w 8156794"/>
                <a:gd name="connsiteY6" fmla="*/ 0 h 2999866"/>
                <a:gd name="connsiteX0" fmla="*/ 8167828 w 8167828"/>
                <a:gd name="connsiteY0" fmla="*/ 0 h 3026651"/>
                <a:gd name="connsiteX1" fmla="*/ 8156794 w 8167828"/>
                <a:gd name="connsiteY1" fmla="*/ 1633344 h 3026651"/>
                <a:gd name="connsiteX2" fmla="*/ 4123353 w 8167828"/>
                <a:gd name="connsiteY2" fmla="*/ 3026474 h 3026651"/>
                <a:gd name="connsiteX3" fmla="*/ 2295 w 8167828"/>
                <a:gd name="connsiteY3" fmla="*/ 1577910 h 3026651"/>
                <a:gd name="connsiteX4" fmla="*/ 767 w 8167828"/>
                <a:gd name="connsiteY4" fmla="*/ 106969 h 3026651"/>
                <a:gd name="connsiteX5" fmla="*/ 4068271 w 8167828"/>
                <a:gd name="connsiteY5" fmla="*/ 1525866 h 3026651"/>
                <a:gd name="connsiteX6" fmla="*/ 8167828 w 8167828"/>
                <a:gd name="connsiteY6" fmla="*/ 0 h 3026651"/>
                <a:gd name="connsiteX0" fmla="*/ 8167828 w 8167828"/>
                <a:gd name="connsiteY0" fmla="*/ 0 h 3027228"/>
                <a:gd name="connsiteX1" fmla="*/ 8145760 w 8167828"/>
                <a:gd name="connsiteY1" fmla="*/ 1686913 h 3027228"/>
                <a:gd name="connsiteX2" fmla="*/ 4123353 w 8167828"/>
                <a:gd name="connsiteY2" fmla="*/ 3026474 h 3027228"/>
                <a:gd name="connsiteX3" fmla="*/ 2295 w 8167828"/>
                <a:gd name="connsiteY3" fmla="*/ 1577910 h 3027228"/>
                <a:gd name="connsiteX4" fmla="*/ 767 w 8167828"/>
                <a:gd name="connsiteY4" fmla="*/ 106969 h 3027228"/>
                <a:gd name="connsiteX5" fmla="*/ 4068271 w 8167828"/>
                <a:gd name="connsiteY5" fmla="*/ 1525866 h 3027228"/>
                <a:gd name="connsiteX6" fmla="*/ 8167828 w 8167828"/>
                <a:gd name="connsiteY6" fmla="*/ 0 h 3027228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23689 w 8145760"/>
                <a:gd name="connsiteY0" fmla="*/ 13560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9 w 8145760"/>
                <a:gd name="connsiteY6" fmla="*/ 13560 h 2920259"/>
                <a:gd name="connsiteX0" fmla="*/ 8178863 w 8178863"/>
                <a:gd name="connsiteY0" fmla="*/ 26952 h 2920259"/>
                <a:gd name="connsiteX1" fmla="*/ 8145760 w 8178863"/>
                <a:gd name="connsiteY1" fmla="*/ 1579944 h 2920259"/>
                <a:gd name="connsiteX2" fmla="*/ 4123353 w 8178863"/>
                <a:gd name="connsiteY2" fmla="*/ 2919505 h 2920259"/>
                <a:gd name="connsiteX3" fmla="*/ 2295 w 8178863"/>
                <a:gd name="connsiteY3" fmla="*/ 1470941 h 2920259"/>
                <a:gd name="connsiteX4" fmla="*/ 767 w 8178863"/>
                <a:gd name="connsiteY4" fmla="*/ 0 h 2920259"/>
                <a:gd name="connsiteX5" fmla="*/ 4068271 w 8178863"/>
                <a:gd name="connsiteY5" fmla="*/ 1418897 h 2920259"/>
                <a:gd name="connsiteX6" fmla="*/ 8178863 w 8178863"/>
                <a:gd name="connsiteY6" fmla="*/ 26952 h 2920259"/>
                <a:gd name="connsiteX0" fmla="*/ 8167827 w 8167827"/>
                <a:gd name="connsiteY0" fmla="*/ 40343 h 2920259"/>
                <a:gd name="connsiteX1" fmla="*/ 8145760 w 8167827"/>
                <a:gd name="connsiteY1" fmla="*/ 1579944 h 2920259"/>
                <a:gd name="connsiteX2" fmla="*/ 4123353 w 8167827"/>
                <a:gd name="connsiteY2" fmla="*/ 2919505 h 2920259"/>
                <a:gd name="connsiteX3" fmla="*/ 2295 w 8167827"/>
                <a:gd name="connsiteY3" fmla="*/ 1470941 h 2920259"/>
                <a:gd name="connsiteX4" fmla="*/ 767 w 8167827"/>
                <a:gd name="connsiteY4" fmla="*/ 0 h 2920259"/>
                <a:gd name="connsiteX5" fmla="*/ 4068271 w 8167827"/>
                <a:gd name="connsiteY5" fmla="*/ 1418897 h 2920259"/>
                <a:gd name="connsiteX6" fmla="*/ 8167827 w 8167827"/>
                <a:gd name="connsiteY6" fmla="*/ 40343 h 2920259"/>
                <a:gd name="connsiteX0" fmla="*/ 8123687 w 8145760"/>
                <a:gd name="connsiteY0" fmla="*/ 53735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7 w 8145760"/>
                <a:gd name="connsiteY6" fmla="*/ 53735 h 2920259"/>
                <a:gd name="connsiteX0" fmla="*/ 8161918 w 8161918"/>
                <a:gd name="connsiteY0" fmla="*/ 0 h 2943855"/>
                <a:gd name="connsiteX1" fmla="*/ 8145760 w 8161918"/>
                <a:gd name="connsiteY1" fmla="*/ 1603540 h 2943855"/>
                <a:gd name="connsiteX2" fmla="*/ 4123353 w 8161918"/>
                <a:gd name="connsiteY2" fmla="*/ 2943101 h 2943855"/>
                <a:gd name="connsiteX3" fmla="*/ 2295 w 8161918"/>
                <a:gd name="connsiteY3" fmla="*/ 1494537 h 2943855"/>
                <a:gd name="connsiteX4" fmla="*/ 767 w 8161918"/>
                <a:gd name="connsiteY4" fmla="*/ 23596 h 2943855"/>
                <a:gd name="connsiteX5" fmla="*/ 4068271 w 8161918"/>
                <a:gd name="connsiteY5" fmla="*/ 1442493 h 2943855"/>
                <a:gd name="connsiteX6" fmla="*/ 8161918 w 8161918"/>
                <a:gd name="connsiteY6" fmla="*/ 0 h 2943855"/>
                <a:gd name="connsiteX0" fmla="*/ 8144926 w 8145760"/>
                <a:gd name="connsiteY0" fmla="*/ 43424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44926 w 8145760"/>
                <a:gd name="connsiteY6" fmla="*/ 43424 h 2920259"/>
                <a:gd name="connsiteX0" fmla="*/ 8161918 w 8161918"/>
                <a:gd name="connsiteY0" fmla="*/ 0 h 2959321"/>
                <a:gd name="connsiteX1" fmla="*/ 8145760 w 8161918"/>
                <a:gd name="connsiteY1" fmla="*/ 1619006 h 2959321"/>
                <a:gd name="connsiteX2" fmla="*/ 4123353 w 8161918"/>
                <a:gd name="connsiteY2" fmla="*/ 2958567 h 2959321"/>
                <a:gd name="connsiteX3" fmla="*/ 2295 w 8161918"/>
                <a:gd name="connsiteY3" fmla="*/ 1510003 h 2959321"/>
                <a:gd name="connsiteX4" fmla="*/ 767 w 8161918"/>
                <a:gd name="connsiteY4" fmla="*/ 39062 h 2959321"/>
                <a:gd name="connsiteX5" fmla="*/ 4068271 w 8161918"/>
                <a:gd name="connsiteY5" fmla="*/ 1457959 h 2959321"/>
                <a:gd name="connsiteX6" fmla="*/ 8161918 w 8161918"/>
                <a:gd name="connsiteY6" fmla="*/ 0 h 2959321"/>
                <a:gd name="connsiteX0" fmla="*/ 8161918 w 8162752"/>
                <a:gd name="connsiteY0" fmla="*/ 0 h 2959488"/>
                <a:gd name="connsiteX1" fmla="*/ 8162752 w 8162752"/>
                <a:gd name="connsiteY1" fmla="*/ 1629317 h 2959488"/>
                <a:gd name="connsiteX2" fmla="*/ 4123353 w 8162752"/>
                <a:gd name="connsiteY2" fmla="*/ 2958567 h 2959488"/>
                <a:gd name="connsiteX3" fmla="*/ 2295 w 8162752"/>
                <a:gd name="connsiteY3" fmla="*/ 1510003 h 2959488"/>
                <a:gd name="connsiteX4" fmla="*/ 767 w 8162752"/>
                <a:gd name="connsiteY4" fmla="*/ 39062 h 2959488"/>
                <a:gd name="connsiteX5" fmla="*/ 4068271 w 8162752"/>
                <a:gd name="connsiteY5" fmla="*/ 1457959 h 2959488"/>
                <a:gd name="connsiteX6" fmla="*/ 8161918 w 8162752"/>
                <a:gd name="connsiteY6" fmla="*/ 0 h 2959488"/>
                <a:gd name="connsiteX0" fmla="*/ 8165930 w 8166764"/>
                <a:gd name="connsiteY0" fmla="*/ 7337 h 2966825"/>
                <a:gd name="connsiteX1" fmla="*/ 8166764 w 8166764"/>
                <a:gd name="connsiteY1" fmla="*/ 1636654 h 2966825"/>
                <a:gd name="connsiteX2" fmla="*/ 4127365 w 8166764"/>
                <a:gd name="connsiteY2" fmla="*/ 2965904 h 2966825"/>
                <a:gd name="connsiteX3" fmla="*/ 6307 w 8166764"/>
                <a:gd name="connsiteY3" fmla="*/ 1517340 h 2966825"/>
                <a:gd name="connsiteX4" fmla="*/ 532 w 8166764"/>
                <a:gd name="connsiteY4" fmla="*/ 0 h 2966825"/>
                <a:gd name="connsiteX5" fmla="*/ 4072283 w 8166764"/>
                <a:gd name="connsiteY5" fmla="*/ 1465296 h 2966825"/>
                <a:gd name="connsiteX6" fmla="*/ 8165930 w 8166764"/>
                <a:gd name="connsiteY6" fmla="*/ 7337 h 2966825"/>
                <a:gd name="connsiteX0" fmla="*/ 8168119 w 8168953"/>
                <a:gd name="connsiteY0" fmla="*/ 7337 h 2966682"/>
                <a:gd name="connsiteX1" fmla="*/ 8168953 w 8168953"/>
                <a:gd name="connsiteY1" fmla="*/ 1636654 h 2966682"/>
                <a:gd name="connsiteX2" fmla="*/ 4129554 w 8168953"/>
                <a:gd name="connsiteY2" fmla="*/ 2965904 h 2966682"/>
                <a:gd name="connsiteX3" fmla="*/ 0 w 8168953"/>
                <a:gd name="connsiteY3" fmla="*/ 1527651 h 2966682"/>
                <a:gd name="connsiteX4" fmla="*/ 2721 w 8168953"/>
                <a:gd name="connsiteY4" fmla="*/ 0 h 2966682"/>
                <a:gd name="connsiteX5" fmla="*/ 4074472 w 8168953"/>
                <a:gd name="connsiteY5" fmla="*/ 1465296 h 2966682"/>
                <a:gd name="connsiteX6" fmla="*/ 8168119 w 8168953"/>
                <a:gd name="connsiteY6" fmla="*/ 7337 h 2966682"/>
                <a:gd name="connsiteX0" fmla="*/ 8168119 w 8168953"/>
                <a:gd name="connsiteY0" fmla="*/ 7337 h 3100377"/>
                <a:gd name="connsiteX1" fmla="*/ 8168953 w 8168953"/>
                <a:gd name="connsiteY1" fmla="*/ 1636654 h 3100377"/>
                <a:gd name="connsiteX2" fmla="*/ 4118520 w 8168953"/>
                <a:gd name="connsiteY2" fmla="*/ 3099826 h 3100377"/>
                <a:gd name="connsiteX3" fmla="*/ 0 w 8168953"/>
                <a:gd name="connsiteY3" fmla="*/ 1527651 h 3100377"/>
                <a:gd name="connsiteX4" fmla="*/ 2721 w 8168953"/>
                <a:gd name="connsiteY4" fmla="*/ 0 h 3100377"/>
                <a:gd name="connsiteX5" fmla="*/ 4074472 w 8168953"/>
                <a:gd name="connsiteY5" fmla="*/ 1465296 h 3100377"/>
                <a:gd name="connsiteX6" fmla="*/ 8168119 w 8168953"/>
                <a:gd name="connsiteY6" fmla="*/ 7337 h 3100377"/>
                <a:gd name="connsiteX0" fmla="*/ 8168119 w 8168953"/>
                <a:gd name="connsiteY0" fmla="*/ 7337 h 3100429"/>
                <a:gd name="connsiteX1" fmla="*/ 8168953 w 8168953"/>
                <a:gd name="connsiteY1" fmla="*/ 1636654 h 3100429"/>
                <a:gd name="connsiteX2" fmla="*/ 4118520 w 8168953"/>
                <a:gd name="connsiteY2" fmla="*/ 3099826 h 3100429"/>
                <a:gd name="connsiteX3" fmla="*/ 0 w 8168953"/>
                <a:gd name="connsiteY3" fmla="*/ 1527651 h 3100429"/>
                <a:gd name="connsiteX4" fmla="*/ 2721 w 8168953"/>
                <a:gd name="connsiteY4" fmla="*/ 0 h 3100429"/>
                <a:gd name="connsiteX5" fmla="*/ 4074472 w 8168953"/>
                <a:gd name="connsiteY5" fmla="*/ 1465296 h 3100429"/>
                <a:gd name="connsiteX6" fmla="*/ 8168119 w 8168953"/>
                <a:gd name="connsiteY6" fmla="*/ 7337 h 3100429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166683" h="3099826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bg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                   </a:t>
              </a:r>
            </a:p>
          </p:txBody>
        </p:sp>
        <p:sp>
          <p:nvSpPr>
            <p:cNvPr id="275" name="Oval 274">
              <a:extLst>
                <a:ext uri="{FF2B5EF4-FFF2-40B4-BE49-F238E27FC236}">
                  <a16:creationId xmlns:a16="http://schemas.microsoft.com/office/drawing/2014/main" id="{475EA0AA-3E1E-A848-A884-768A31DBCF21}"/>
                </a:ext>
              </a:extLst>
            </p:cNvPr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              </a:t>
              </a:r>
            </a:p>
          </p:txBody>
        </p:sp>
        <p:grpSp>
          <p:nvGrpSpPr>
            <p:cNvPr id="276" name="Group 275">
              <a:extLst>
                <a:ext uri="{FF2B5EF4-FFF2-40B4-BE49-F238E27FC236}">
                  <a16:creationId xmlns:a16="http://schemas.microsoft.com/office/drawing/2014/main" id="{33E36C01-9187-3C43-B7AF-0C810E75817D}"/>
                </a:ext>
              </a:extLst>
            </p:cNvPr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277" name="Freeform 276">
                <a:extLst>
                  <a:ext uri="{FF2B5EF4-FFF2-40B4-BE49-F238E27FC236}">
                    <a16:creationId xmlns:a16="http://schemas.microsoft.com/office/drawing/2014/main" id="{7E1D2CF9-8553-254D-99D3-498E60EF92FB}"/>
                  </a:ext>
                </a:extLst>
              </p:cNvPr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avLst/>
                <a:gdLst>
                  <a:gd name="connsiteX0" fmla="*/ 3725333 w 4588933"/>
                  <a:gd name="connsiteY0" fmla="*/ 0 h 1049866"/>
                  <a:gd name="connsiteX1" fmla="*/ 4588933 w 4588933"/>
                  <a:gd name="connsiteY1" fmla="*/ 270933 h 1049866"/>
                  <a:gd name="connsiteX2" fmla="*/ 3962400 w 4588933"/>
                  <a:gd name="connsiteY2" fmla="*/ 541866 h 1049866"/>
                  <a:gd name="connsiteX3" fmla="*/ 3742267 w 4588933"/>
                  <a:gd name="connsiteY3" fmla="*/ 457200 h 1049866"/>
                  <a:gd name="connsiteX4" fmla="*/ 2269067 w 4588933"/>
                  <a:gd name="connsiteY4" fmla="*/ 1049866 h 1049866"/>
                  <a:gd name="connsiteX5" fmla="*/ 880533 w 4588933"/>
                  <a:gd name="connsiteY5" fmla="*/ 457200 h 1049866"/>
                  <a:gd name="connsiteX6" fmla="*/ 592667 w 4588933"/>
                  <a:gd name="connsiteY6" fmla="*/ 541866 h 1049866"/>
                  <a:gd name="connsiteX7" fmla="*/ 0 w 4588933"/>
                  <a:gd name="connsiteY7" fmla="*/ 254000 h 1049866"/>
                  <a:gd name="connsiteX8" fmla="*/ 880533 w 4588933"/>
                  <a:gd name="connsiteY8" fmla="*/ 16933 h 1049866"/>
                  <a:gd name="connsiteX9" fmla="*/ 2302933 w 4588933"/>
                  <a:gd name="connsiteY9" fmla="*/ 626533 h 1049866"/>
                  <a:gd name="connsiteX10" fmla="*/ 3725333 w 4588933"/>
                  <a:gd name="connsiteY10" fmla="*/ 0 h 1049866"/>
                  <a:gd name="connsiteX0" fmla="*/ 3725333 w 4641485"/>
                  <a:gd name="connsiteY0" fmla="*/ 0 h 1049866"/>
                  <a:gd name="connsiteX1" fmla="*/ 4641485 w 4641485"/>
                  <a:gd name="connsiteY1" fmla="*/ 239402 h 1049866"/>
                  <a:gd name="connsiteX2" fmla="*/ 3962400 w 4641485"/>
                  <a:gd name="connsiteY2" fmla="*/ 541866 h 1049866"/>
                  <a:gd name="connsiteX3" fmla="*/ 3742267 w 4641485"/>
                  <a:gd name="connsiteY3" fmla="*/ 457200 h 1049866"/>
                  <a:gd name="connsiteX4" fmla="*/ 2269067 w 4641485"/>
                  <a:gd name="connsiteY4" fmla="*/ 1049866 h 1049866"/>
                  <a:gd name="connsiteX5" fmla="*/ 880533 w 4641485"/>
                  <a:gd name="connsiteY5" fmla="*/ 457200 h 1049866"/>
                  <a:gd name="connsiteX6" fmla="*/ 592667 w 4641485"/>
                  <a:gd name="connsiteY6" fmla="*/ 541866 h 1049866"/>
                  <a:gd name="connsiteX7" fmla="*/ 0 w 4641485"/>
                  <a:gd name="connsiteY7" fmla="*/ 254000 h 1049866"/>
                  <a:gd name="connsiteX8" fmla="*/ 880533 w 4641485"/>
                  <a:gd name="connsiteY8" fmla="*/ 16933 h 1049866"/>
                  <a:gd name="connsiteX9" fmla="*/ 2302933 w 4641485"/>
                  <a:gd name="connsiteY9" fmla="*/ 626533 h 1049866"/>
                  <a:gd name="connsiteX10" fmla="*/ 3725333 w 4641485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73798 w 4673016"/>
                  <a:gd name="connsiteY3" fmla="*/ 45720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84308 w 4673016"/>
                  <a:gd name="connsiteY3" fmla="*/ 404648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815839 w 4673016"/>
                  <a:gd name="connsiteY3" fmla="*/ 46771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4673016" h="104986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278" name="Freeform 277">
                <a:extLst>
                  <a:ext uri="{FF2B5EF4-FFF2-40B4-BE49-F238E27FC236}">
                    <a16:creationId xmlns:a16="http://schemas.microsoft.com/office/drawing/2014/main" id="{10BB4142-3B92-B24F-AF76-70C8728A34AA}"/>
                  </a:ext>
                </a:extLst>
              </p:cNvPr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avLst/>
                <a:gdLst>
                  <a:gd name="connsiteX0" fmla="*/ 21021 w 1744718"/>
                  <a:gd name="connsiteY0" fmla="*/ 0 h 903890"/>
                  <a:gd name="connsiteX1" fmla="*/ 1744718 w 1744718"/>
                  <a:gd name="connsiteY1" fmla="*/ 693683 h 903890"/>
                  <a:gd name="connsiteX2" fmla="*/ 1145628 w 1744718"/>
                  <a:gd name="connsiteY2" fmla="*/ 903890 h 903890"/>
                  <a:gd name="connsiteX3" fmla="*/ 0 w 1744718"/>
                  <a:gd name="connsiteY3" fmla="*/ 451945 h 903890"/>
                  <a:gd name="connsiteX4" fmla="*/ 21021 w 1744718"/>
                  <a:gd name="connsiteY4" fmla="*/ 0 h 9038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44718" h="903890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279" name="Freeform 278">
                <a:extLst>
                  <a:ext uri="{FF2B5EF4-FFF2-40B4-BE49-F238E27FC236}">
                    <a16:creationId xmlns:a16="http://schemas.microsoft.com/office/drawing/2014/main" id="{A8740BCE-7F97-7642-B163-168373E22B11}"/>
                  </a:ext>
                </a:extLst>
              </p:cNvPr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avLst/>
                <a:gdLst>
                  <a:gd name="connsiteX0" fmla="*/ 1702676 w 1713187"/>
                  <a:gd name="connsiteY0" fmla="*/ 0 h 893380"/>
                  <a:gd name="connsiteX1" fmla="*/ 1713187 w 1713187"/>
                  <a:gd name="connsiteY1" fmla="*/ 472966 h 893380"/>
                  <a:gd name="connsiteX2" fmla="*/ 578069 w 1713187"/>
                  <a:gd name="connsiteY2" fmla="*/ 893380 h 893380"/>
                  <a:gd name="connsiteX3" fmla="*/ 0 w 1713187"/>
                  <a:gd name="connsiteY3" fmla="*/ 693683 h 893380"/>
                  <a:gd name="connsiteX4" fmla="*/ 1702676 w 1713187"/>
                  <a:gd name="connsiteY4" fmla="*/ 0 h 8933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13187" h="893380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280" name="Freeform 279">
                <a:extLst>
                  <a:ext uri="{FF2B5EF4-FFF2-40B4-BE49-F238E27FC236}">
                    <a16:creationId xmlns:a16="http://schemas.microsoft.com/office/drawing/2014/main" id="{9B5C1122-8A18-FC4A-A85F-6F1A1A2BF152}"/>
                  </a:ext>
                </a:extLst>
              </p:cNvPr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avLst/>
                <a:gdLst>
                  <a:gd name="connsiteX0" fmla="*/ 599089 w 4162096"/>
                  <a:gd name="connsiteY0" fmla="*/ 273269 h 1618593"/>
                  <a:gd name="connsiteX1" fmla="*/ 882869 w 4162096"/>
                  <a:gd name="connsiteY1" fmla="*/ 199697 h 1618593"/>
                  <a:gd name="connsiteX2" fmla="*/ 2312276 w 4162096"/>
                  <a:gd name="connsiteY2" fmla="*/ 798786 h 1618593"/>
                  <a:gd name="connsiteX3" fmla="*/ 3794234 w 4162096"/>
                  <a:gd name="connsiteY3" fmla="*/ 199697 h 1618593"/>
                  <a:gd name="connsiteX4" fmla="*/ 4014951 w 4162096"/>
                  <a:gd name="connsiteY4" fmla="*/ 273269 h 1618593"/>
                  <a:gd name="connsiteX5" fmla="*/ 3058510 w 4162096"/>
                  <a:gd name="connsiteY5" fmla="*/ 641131 h 1618593"/>
                  <a:gd name="connsiteX6" fmla="*/ 3026979 w 4162096"/>
                  <a:gd name="connsiteY6" fmla="*/ 1114097 h 1618593"/>
                  <a:gd name="connsiteX7" fmla="*/ 4162096 w 4162096"/>
                  <a:gd name="connsiteY7" fmla="*/ 1545021 h 1618593"/>
                  <a:gd name="connsiteX8" fmla="*/ 3878317 w 4162096"/>
                  <a:gd name="connsiteY8" fmla="*/ 1608083 h 1618593"/>
                  <a:gd name="connsiteX9" fmla="*/ 2301765 w 4162096"/>
                  <a:gd name="connsiteY9" fmla="*/ 945931 h 1618593"/>
                  <a:gd name="connsiteX10" fmla="*/ 693682 w 4162096"/>
                  <a:gd name="connsiteY10" fmla="*/ 1618593 h 1618593"/>
                  <a:gd name="connsiteX11" fmla="*/ 430924 w 4162096"/>
                  <a:gd name="connsiteY11" fmla="*/ 1524000 h 1618593"/>
                  <a:gd name="connsiteX12" fmla="*/ 1576551 w 4162096"/>
                  <a:gd name="connsiteY12" fmla="*/ 1082566 h 1618593"/>
                  <a:gd name="connsiteX13" fmla="*/ 1545020 w 4162096"/>
                  <a:gd name="connsiteY13" fmla="*/ 609600 h 1618593"/>
                  <a:gd name="connsiteX14" fmla="*/ 0 w 4162096"/>
                  <a:gd name="connsiteY14" fmla="*/ 0 h 1618593"/>
                  <a:gd name="connsiteX15" fmla="*/ 872358 w 4162096"/>
                  <a:gd name="connsiteY15" fmla="*/ 210207 h 1618593"/>
                  <a:gd name="connsiteX16" fmla="*/ 872358 w 4162096"/>
                  <a:gd name="connsiteY16" fmla="*/ 210207 h 1618593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15" fmla="*/ 441434 w 3731172"/>
                  <a:gd name="connsiteY15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357351 w 3731172"/>
                  <a:gd name="connsiteY14" fmla="*/ 115613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56137 w 3731172"/>
                  <a:gd name="connsiteY13" fmla="*/ 441434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903890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575034 w 3710151"/>
                  <a:gd name="connsiteY6" fmla="*/ 91440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06565 w 3710151"/>
                  <a:gd name="connsiteY6" fmla="*/ 92491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5151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09858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62012 w 3725019"/>
                  <a:gd name="connsiteY0" fmla="*/ 73572 h 1418896"/>
                  <a:gd name="connsiteX1" fmla="*/ 445792 w 3725019"/>
                  <a:gd name="connsiteY1" fmla="*/ 0 h 1418896"/>
                  <a:gd name="connsiteX2" fmla="*/ 1852896 w 3725019"/>
                  <a:gd name="connsiteY2" fmla="*/ 591655 h 1418896"/>
                  <a:gd name="connsiteX3" fmla="*/ 3357157 w 3725019"/>
                  <a:gd name="connsiteY3" fmla="*/ 0 h 1418896"/>
                  <a:gd name="connsiteX4" fmla="*/ 3577874 w 3725019"/>
                  <a:gd name="connsiteY4" fmla="*/ 73572 h 1418896"/>
                  <a:gd name="connsiteX5" fmla="*/ 2632585 w 3725019"/>
                  <a:gd name="connsiteY5" fmla="*/ 448868 h 1418896"/>
                  <a:gd name="connsiteX6" fmla="*/ 2625150 w 3725019"/>
                  <a:gd name="connsiteY6" fmla="*/ 902607 h 1418896"/>
                  <a:gd name="connsiteX7" fmla="*/ 3725019 w 3725019"/>
                  <a:gd name="connsiteY7" fmla="*/ 1345324 h 1418896"/>
                  <a:gd name="connsiteX8" fmla="*/ 3441240 w 3725019"/>
                  <a:gd name="connsiteY8" fmla="*/ 1408386 h 1418896"/>
                  <a:gd name="connsiteX9" fmla="*/ 1864688 w 3725019"/>
                  <a:gd name="connsiteY9" fmla="*/ 746234 h 1418896"/>
                  <a:gd name="connsiteX10" fmla="*/ 256605 w 3725019"/>
                  <a:gd name="connsiteY10" fmla="*/ 1418896 h 1418896"/>
                  <a:gd name="connsiteX11" fmla="*/ 0 w 3725019"/>
                  <a:gd name="connsiteY11" fmla="*/ 1331097 h 1418896"/>
                  <a:gd name="connsiteX12" fmla="*/ 1113454 w 3725019"/>
                  <a:gd name="connsiteY12" fmla="*/ 903890 h 1418896"/>
                  <a:gd name="connsiteX13" fmla="*/ 1102302 w 3725019"/>
                  <a:gd name="connsiteY13" fmla="*/ 451945 h 1418896"/>
                  <a:gd name="connsiteX14" fmla="*/ 183032 w 3725019"/>
                  <a:gd name="connsiteY14" fmla="*/ 84081 h 1418896"/>
                  <a:gd name="connsiteX15" fmla="*/ 162012 w 3725019"/>
                  <a:gd name="connsiteY15" fmla="*/ 73572 h 14188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725019" h="1418896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</p:grpSp>
      </p:grpSp>
      <p:grpSp>
        <p:nvGrpSpPr>
          <p:cNvPr id="177" name="Group 176">
            <a:extLst>
              <a:ext uri="{FF2B5EF4-FFF2-40B4-BE49-F238E27FC236}">
                <a16:creationId xmlns:a16="http://schemas.microsoft.com/office/drawing/2014/main" id="{2CAF0E6F-60BF-1240-A259-C66B643E89AC}"/>
              </a:ext>
            </a:extLst>
          </p:cNvPr>
          <p:cNvGrpSpPr/>
          <p:nvPr/>
        </p:nvGrpSpPr>
        <p:grpSpPr>
          <a:xfrm>
            <a:off x="8711293" y="4233883"/>
            <a:ext cx="578032" cy="285706"/>
            <a:chOff x="7493876" y="2774731"/>
            <a:chExt cx="1481958" cy="894622"/>
          </a:xfrm>
        </p:grpSpPr>
        <p:sp>
          <p:nvSpPr>
            <p:cNvPr id="267" name="Freeform 266">
              <a:extLst>
                <a:ext uri="{FF2B5EF4-FFF2-40B4-BE49-F238E27FC236}">
                  <a16:creationId xmlns:a16="http://schemas.microsoft.com/office/drawing/2014/main" id="{4E5B85EA-9E84-A242-B1CC-71F987F7E597}"/>
                </a:ext>
              </a:extLst>
            </p:cNvPr>
            <p:cNvSpPr/>
            <p:nvPr/>
          </p:nvSpPr>
          <p:spPr>
            <a:xfrm>
              <a:off x="7493876" y="3084399"/>
              <a:ext cx="1481958" cy="584954"/>
            </a:xfrm>
            <a:custGeom>
              <a:avLst/>
              <a:gdLst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76538 w 8176538"/>
                <a:gd name="connsiteY0" fmla="*/ 0 h 2638097"/>
                <a:gd name="connsiteX1" fmla="*/ 8176538 w 8176538"/>
                <a:gd name="connsiteY1" fmla="*/ 1271752 h 2638097"/>
                <a:gd name="connsiteX2" fmla="*/ 4088015 w 8176538"/>
                <a:gd name="connsiteY2" fmla="*/ 2638097 h 2638097"/>
                <a:gd name="connsiteX3" fmla="*/ 0 w 8176538"/>
                <a:gd name="connsiteY3" fmla="*/ 1269888 h 2638097"/>
                <a:gd name="connsiteX4" fmla="*/ 20511 w 8176538"/>
                <a:gd name="connsiteY4" fmla="*/ 147145 h 2638097"/>
                <a:gd name="connsiteX5" fmla="*/ 4088015 w 8176538"/>
                <a:gd name="connsiteY5" fmla="*/ 1566042 h 2638097"/>
                <a:gd name="connsiteX6" fmla="*/ 8176538 w 8176538"/>
                <a:gd name="connsiteY6" fmla="*/ 0 h 2638097"/>
                <a:gd name="connsiteX0" fmla="*/ 8176538 w 8176538"/>
                <a:gd name="connsiteY0" fmla="*/ 0 h 2772020"/>
                <a:gd name="connsiteX1" fmla="*/ 8176538 w 8176538"/>
                <a:gd name="connsiteY1" fmla="*/ 1271752 h 2772020"/>
                <a:gd name="connsiteX2" fmla="*/ 4099034 w 8176538"/>
                <a:gd name="connsiteY2" fmla="*/ 2772020 h 2772020"/>
                <a:gd name="connsiteX3" fmla="*/ 0 w 8176538"/>
                <a:gd name="connsiteY3" fmla="*/ 1269888 h 2772020"/>
                <a:gd name="connsiteX4" fmla="*/ 20511 w 8176538"/>
                <a:gd name="connsiteY4" fmla="*/ 147145 h 2772020"/>
                <a:gd name="connsiteX5" fmla="*/ 4088015 w 8176538"/>
                <a:gd name="connsiteY5" fmla="*/ 1566042 h 2772020"/>
                <a:gd name="connsiteX6" fmla="*/ 8176538 w 8176538"/>
                <a:gd name="connsiteY6" fmla="*/ 0 h 2772020"/>
                <a:gd name="connsiteX0" fmla="*/ 8176538 w 8176538"/>
                <a:gd name="connsiteY0" fmla="*/ 0 h 2772339"/>
                <a:gd name="connsiteX1" fmla="*/ 8176538 w 8176538"/>
                <a:gd name="connsiteY1" fmla="*/ 1378890 h 2772339"/>
                <a:gd name="connsiteX2" fmla="*/ 4099034 w 8176538"/>
                <a:gd name="connsiteY2" fmla="*/ 2772020 h 2772339"/>
                <a:gd name="connsiteX3" fmla="*/ 0 w 8176538"/>
                <a:gd name="connsiteY3" fmla="*/ 1269888 h 2772339"/>
                <a:gd name="connsiteX4" fmla="*/ 20511 w 8176538"/>
                <a:gd name="connsiteY4" fmla="*/ 147145 h 2772339"/>
                <a:gd name="connsiteX5" fmla="*/ 4088015 w 8176538"/>
                <a:gd name="connsiteY5" fmla="*/ 1566042 h 2772339"/>
                <a:gd name="connsiteX6" fmla="*/ 8176538 w 8176538"/>
                <a:gd name="connsiteY6" fmla="*/ 0 h 2772339"/>
                <a:gd name="connsiteX0" fmla="*/ 8176538 w 8176538"/>
                <a:gd name="connsiteY0" fmla="*/ 0 h 2825888"/>
                <a:gd name="connsiteX1" fmla="*/ 8176538 w 8176538"/>
                <a:gd name="connsiteY1" fmla="*/ 1378890 h 2825888"/>
                <a:gd name="connsiteX2" fmla="*/ 4099034 w 8176538"/>
                <a:gd name="connsiteY2" fmla="*/ 2825590 h 2825888"/>
                <a:gd name="connsiteX3" fmla="*/ 0 w 8176538"/>
                <a:gd name="connsiteY3" fmla="*/ 1269888 h 2825888"/>
                <a:gd name="connsiteX4" fmla="*/ 20511 w 8176538"/>
                <a:gd name="connsiteY4" fmla="*/ 147145 h 2825888"/>
                <a:gd name="connsiteX5" fmla="*/ 4088015 w 8176538"/>
                <a:gd name="connsiteY5" fmla="*/ 1566042 h 2825888"/>
                <a:gd name="connsiteX6" fmla="*/ 8176538 w 8176538"/>
                <a:gd name="connsiteY6" fmla="*/ 0 h 2825888"/>
                <a:gd name="connsiteX0" fmla="*/ 8165518 w 8165518"/>
                <a:gd name="connsiteY0" fmla="*/ 0 h 2825606"/>
                <a:gd name="connsiteX1" fmla="*/ 8165518 w 8165518"/>
                <a:gd name="connsiteY1" fmla="*/ 1378890 h 2825606"/>
                <a:gd name="connsiteX2" fmla="*/ 4088014 w 8165518"/>
                <a:gd name="connsiteY2" fmla="*/ 2825590 h 2825606"/>
                <a:gd name="connsiteX3" fmla="*/ 0 w 8165518"/>
                <a:gd name="connsiteY3" fmla="*/ 1403811 h 2825606"/>
                <a:gd name="connsiteX4" fmla="*/ 9491 w 8165518"/>
                <a:gd name="connsiteY4" fmla="*/ 147145 h 2825606"/>
                <a:gd name="connsiteX5" fmla="*/ 4076995 w 8165518"/>
                <a:gd name="connsiteY5" fmla="*/ 1566042 h 2825606"/>
                <a:gd name="connsiteX6" fmla="*/ 8165518 w 8165518"/>
                <a:gd name="connsiteY6" fmla="*/ 0 h 2825606"/>
                <a:gd name="connsiteX0" fmla="*/ 8165518 w 8165518"/>
                <a:gd name="connsiteY0" fmla="*/ 0 h 2879174"/>
                <a:gd name="connsiteX1" fmla="*/ 8165518 w 8165518"/>
                <a:gd name="connsiteY1" fmla="*/ 1378890 h 2879174"/>
                <a:gd name="connsiteX2" fmla="*/ 4132092 w 8165518"/>
                <a:gd name="connsiteY2" fmla="*/ 2879159 h 2879174"/>
                <a:gd name="connsiteX3" fmla="*/ 0 w 8165518"/>
                <a:gd name="connsiteY3" fmla="*/ 1403811 h 2879174"/>
                <a:gd name="connsiteX4" fmla="*/ 9491 w 8165518"/>
                <a:gd name="connsiteY4" fmla="*/ 147145 h 2879174"/>
                <a:gd name="connsiteX5" fmla="*/ 4076995 w 8165518"/>
                <a:gd name="connsiteY5" fmla="*/ 1566042 h 2879174"/>
                <a:gd name="connsiteX6" fmla="*/ 8165518 w 8165518"/>
                <a:gd name="connsiteY6" fmla="*/ 0 h 2879174"/>
                <a:gd name="connsiteX0" fmla="*/ 8165518 w 8176537"/>
                <a:gd name="connsiteY0" fmla="*/ 0 h 2879410"/>
                <a:gd name="connsiteX1" fmla="*/ 8176537 w 8176537"/>
                <a:gd name="connsiteY1" fmla="*/ 1499420 h 2879410"/>
                <a:gd name="connsiteX2" fmla="*/ 4132092 w 8176537"/>
                <a:gd name="connsiteY2" fmla="*/ 2879159 h 2879410"/>
                <a:gd name="connsiteX3" fmla="*/ 0 w 8176537"/>
                <a:gd name="connsiteY3" fmla="*/ 1403811 h 2879410"/>
                <a:gd name="connsiteX4" fmla="*/ 9491 w 8176537"/>
                <a:gd name="connsiteY4" fmla="*/ 147145 h 2879410"/>
                <a:gd name="connsiteX5" fmla="*/ 4076995 w 8176537"/>
                <a:gd name="connsiteY5" fmla="*/ 1566042 h 2879410"/>
                <a:gd name="connsiteX6" fmla="*/ 8165518 w 8176537"/>
                <a:gd name="connsiteY6" fmla="*/ 0 h 2879410"/>
                <a:gd name="connsiteX0" fmla="*/ 8165518 w 8176537"/>
                <a:gd name="connsiteY0" fmla="*/ 0 h 2879262"/>
                <a:gd name="connsiteX1" fmla="*/ 8176537 w 8176537"/>
                <a:gd name="connsiteY1" fmla="*/ 1499420 h 2879262"/>
                <a:gd name="connsiteX2" fmla="*/ 4132092 w 8176537"/>
                <a:gd name="connsiteY2" fmla="*/ 2879159 h 2879262"/>
                <a:gd name="connsiteX3" fmla="*/ 0 w 8176537"/>
                <a:gd name="connsiteY3" fmla="*/ 1403811 h 2879262"/>
                <a:gd name="connsiteX4" fmla="*/ 9491 w 8176537"/>
                <a:gd name="connsiteY4" fmla="*/ 147145 h 2879262"/>
                <a:gd name="connsiteX5" fmla="*/ 4076995 w 8176537"/>
                <a:gd name="connsiteY5" fmla="*/ 1566042 h 2879262"/>
                <a:gd name="connsiteX6" fmla="*/ 8165518 w 8176537"/>
                <a:gd name="connsiteY6" fmla="*/ 0 h 2879262"/>
                <a:gd name="connsiteX0" fmla="*/ 8165518 w 8176537"/>
                <a:gd name="connsiteY0" fmla="*/ 0 h 2879163"/>
                <a:gd name="connsiteX1" fmla="*/ 8176537 w 8176537"/>
                <a:gd name="connsiteY1" fmla="*/ 1499420 h 2879163"/>
                <a:gd name="connsiteX2" fmla="*/ 4132092 w 8176537"/>
                <a:gd name="connsiteY2" fmla="*/ 2879159 h 2879163"/>
                <a:gd name="connsiteX3" fmla="*/ 0 w 8176537"/>
                <a:gd name="connsiteY3" fmla="*/ 1510948 h 2879163"/>
                <a:gd name="connsiteX4" fmla="*/ 9491 w 8176537"/>
                <a:gd name="connsiteY4" fmla="*/ 147145 h 2879163"/>
                <a:gd name="connsiteX5" fmla="*/ 4076995 w 8176537"/>
                <a:gd name="connsiteY5" fmla="*/ 1566042 h 2879163"/>
                <a:gd name="connsiteX6" fmla="*/ 8165518 w 8176537"/>
                <a:gd name="connsiteY6" fmla="*/ 0 h 2879163"/>
                <a:gd name="connsiteX0" fmla="*/ 8165518 w 8198577"/>
                <a:gd name="connsiteY0" fmla="*/ 0 h 2879451"/>
                <a:gd name="connsiteX1" fmla="*/ 8198577 w 8198577"/>
                <a:gd name="connsiteY1" fmla="*/ 1606558 h 2879451"/>
                <a:gd name="connsiteX2" fmla="*/ 4132092 w 8198577"/>
                <a:gd name="connsiteY2" fmla="*/ 2879159 h 2879451"/>
                <a:gd name="connsiteX3" fmla="*/ 0 w 8198577"/>
                <a:gd name="connsiteY3" fmla="*/ 1510948 h 2879451"/>
                <a:gd name="connsiteX4" fmla="*/ 9491 w 8198577"/>
                <a:gd name="connsiteY4" fmla="*/ 147145 h 2879451"/>
                <a:gd name="connsiteX5" fmla="*/ 4076995 w 8198577"/>
                <a:gd name="connsiteY5" fmla="*/ 1566042 h 2879451"/>
                <a:gd name="connsiteX6" fmla="*/ 8165518 w 8198577"/>
                <a:gd name="connsiteY6" fmla="*/ 0 h 2879451"/>
                <a:gd name="connsiteX0" fmla="*/ 8165518 w 8165518"/>
                <a:gd name="connsiteY0" fmla="*/ 0 h 2880066"/>
                <a:gd name="connsiteX1" fmla="*/ 8165518 w 8165518"/>
                <a:gd name="connsiteY1" fmla="*/ 1673520 h 2880066"/>
                <a:gd name="connsiteX2" fmla="*/ 4132092 w 8165518"/>
                <a:gd name="connsiteY2" fmla="*/ 2879159 h 2880066"/>
                <a:gd name="connsiteX3" fmla="*/ 0 w 8165518"/>
                <a:gd name="connsiteY3" fmla="*/ 1510948 h 2880066"/>
                <a:gd name="connsiteX4" fmla="*/ 9491 w 8165518"/>
                <a:gd name="connsiteY4" fmla="*/ 147145 h 2880066"/>
                <a:gd name="connsiteX5" fmla="*/ 4076995 w 8165518"/>
                <a:gd name="connsiteY5" fmla="*/ 1566042 h 2880066"/>
                <a:gd name="connsiteX6" fmla="*/ 8165518 w 8165518"/>
                <a:gd name="connsiteY6" fmla="*/ 0 h 2880066"/>
                <a:gd name="connsiteX0" fmla="*/ 8156794 w 8156794"/>
                <a:gd name="connsiteY0" fmla="*/ 0 h 2879270"/>
                <a:gd name="connsiteX1" fmla="*/ 8156794 w 8156794"/>
                <a:gd name="connsiteY1" fmla="*/ 1673520 h 2879270"/>
                <a:gd name="connsiteX2" fmla="*/ 4123368 w 8156794"/>
                <a:gd name="connsiteY2" fmla="*/ 2879159 h 2879270"/>
                <a:gd name="connsiteX3" fmla="*/ 2295 w 8156794"/>
                <a:gd name="connsiteY3" fmla="*/ 1618086 h 2879270"/>
                <a:gd name="connsiteX4" fmla="*/ 767 w 8156794"/>
                <a:gd name="connsiteY4" fmla="*/ 147145 h 2879270"/>
                <a:gd name="connsiteX5" fmla="*/ 4068271 w 8156794"/>
                <a:gd name="connsiteY5" fmla="*/ 1566042 h 2879270"/>
                <a:gd name="connsiteX6" fmla="*/ 8156794 w 8156794"/>
                <a:gd name="connsiteY6" fmla="*/ 0 h 287927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20"/>
                <a:gd name="connsiteX1" fmla="*/ 8156794 w 8156794"/>
                <a:gd name="connsiteY1" fmla="*/ 1673520 h 2973020"/>
                <a:gd name="connsiteX2" fmla="*/ 4134388 w 8156794"/>
                <a:gd name="connsiteY2" fmla="*/ 2972904 h 2973020"/>
                <a:gd name="connsiteX3" fmla="*/ 2295 w 8156794"/>
                <a:gd name="connsiteY3" fmla="*/ 1618086 h 2973020"/>
                <a:gd name="connsiteX4" fmla="*/ 767 w 8156794"/>
                <a:gd name="connsiteY4" fmla="*/ 147145 h 2973020"/>
                <a:gd name="connsiteX5" fmla="*/ 4068271 w 8156794"/>
                <a:gd name="connsiteY5" fmla="*/ 1566042 h 2973020"/>
                <a:gd name="connsiteX6" fmla="*/ 8156794 w 8156794"/>
                <a:gd name="connsiteY6" fmla="*/ 0 h 2973020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141"/>
                <a:gd name="connsiteX1" fmla="*/ 8156794 w 8156794"/>
                <a:gd name="connsiteY1" fmla="*/ 1673520 h 2973141"/>
                <a:gd name="connsiteX2" fmla="*/ 4134388 w 8156794"/>
                <a:gd name="connsiteY2" fmla="*/ 2972904 h 2973141"/>
                <a:gd name="connsiteX3" fmla="*/ 2295 w 8156794"/>
                <a:gd name="connsiteY3" fmla="*/ 1618086 h 2973141"/>
                <a:gd name="connsiteX4" fmla="*/ 767 w 8156794"/>
                <a:gd name="connsiteY4" fmla="*/ 147145 h 2973141"/>
                <a:gd name="connsiteX5" fmla="*/ 4068271 w 8156794"/>
                <a:gd name="connsiteY5" fmla="*/ 1566042 h 2973141"/>
                <a:gd name="connsiteX6" fmla="*/ 8156794 w 8156794"/>
                <a:gd name="connsiteY6" fmla="*/ 0 h 2973141"/>
                <a:gd name="connsiteX0" fmla="*/ 8156794 w 8156794"/>
                <a:gd name="connsiteY0" fmla="*/ 0 h 3066827"/>
                <a:gd name="connsiteX1" fmla="*/ 8156794 w 8156794"/>
                <a:gd name="connsiteY1" fmla="*/ 1673520 h 3066827"/>
                <a:gd name="connsiteX2" fmla="*/ 4123353 w 8156794"/>
                <a:gd name="connsiteY2" fmla="*/ 3066650 h 3066827"/>
                <a:gd name="connsiteX3" fmla="*/ 2295 w 8156794"/>
                <a:gd name="connsiteY3" fmla="*/ 1618086 h 3066827"/>
                <a:gd name="connsiteX4" fmla="*/ 767 w 8156794"/>
                <a:gd name="connsiteY4" fmla="*/ 147145 h 3066827"/>
                <a:gd name="connsiteX5" fmla="*/ 4068271 w 8156794"/>
                <a:gd name="connsiteY5" fmla="*/ 1566042 h 3066827"/>
                <a:gd name="connsiteX6" fmla="*/ 8156794 w 8156794"/>
                <a:gd name="connsiteY6" fmla="*/ 0 h 3066827"/>
                <a:gd name="connsiteX0" fmla="*/ 8123689 w 8156794"/>
                <a:gd name="connsiteY0" fmla="*/ 0 h 2999866"/>
                <a:gd name="connsiteX1" fmla="*/ 8156794 w 8156794"/>
                <a:gd name="connsiteY1" fmla="*/ 1606559 h 2999866"/>
                <a:gd name="connsiteX2" fmla="*/ 4123353 w 8156794"/>
                <a:gd name="connsiteY2" fmla="*/ 2999689 h 2999866"/>
                <a:gd name="connsiteX3" fmla="*/ 2295 w 8156794"/>
                <a:gd name="connsiteY3" fmla="*/ 1551125 h 2999866"/>
                <a:gd name="connsiteX4" fmla="*/ 767 w 8156794"/>
                <a:gd name="connsiteY4" fmla="*/ 80184 h 2999866"/>
                <a:gd name="connsiteX5" fmla="*/ 4068271 w 8156794"/>
                <a:gd name="connsiteY5" fmla="*/ 1499081 h 2999866"/>
                <a:gd name="connsiteX6" fmla="*/ 8123689 w 8156794"/>
                <a:gd name="connsiteY6" fmla="*/ 0 h 2999866"/>
                <a:gd name="connsiteX0" fmla="*/ 8167828 w 8167828"/>
                <a:gd name="connsiteY0" fmla="*/ 0 h 3026651"/>
                <a:gd name="connsiteX1" fmla="*/ 8156794 w 8167828"/>
                <a:gd name="connsiteY1" fmla="*/ 1633344 h 3026651"/>
                <a:gd name="connsiteX2" fmla="*/ 4123353 w 8167828"/>
                <a:gd name="connsiteY2" fmla="*/ 3026474 h 3026651"/>
                <a:gd name="connsiteX3" fmla="*/ 2295 w 8167828"/>
                <a:gd name="connsiteY3" fmla="*/ 1577910 h 3026651"/>
                <a:gd name="connsiteX4" fmla="*/ 767 w 8167828"/>
                <a:gd name="connsiteY4" fmla="*/ 106969 h 3026651"/>
                <a:gd name="connsiteX5" fmla="*/ 4068271 w 8167828"/>
                <a:gd name="connsiteY5" fmla="*/ 1525866 h 3026651"/>
                <a:gd name="connsiteX6" fmla="*/ 8167828 w 8167828"/>
                <a:gd name="connsiteY6" fmla="*/ 0 h 3026651"/>
                <a:gd name="connsiteX0" fmla="*/ 8167828 w 8167828"/>
                <a:gd name="connsiteY0" fmla="*/ 0 h 3027228"/>
                <a:gd name="connsiteX1" fmla="*/ 8145760 w 8167828"/>
                <a:gd name="connsiteY1" fmla="*/ 1686913 h 3027228"/>
                <a:gd name="connsiteX2" fmla="*/ 4123353 w 8167828"/>
                <a:gd name="connsiteY2" fmla="*/ 3026474 h 3027228"/>
                <a:gd name="connsiteX3" fmla="*/ 2295 w 8167828"/>
                <a:gd name="connsiteY3" fmla="*/ 1577910 h 3027228"/>
                <a:gd name="connsiteX4" fmla="*/ 767 w 8167828"/>
                <a:gd name="connsiteY4" fmla="*/ 106969 h 3027228"/>
                <a:gd name="connsiteX5" fmla="*/ 4068271 w 8167828"/>
                <a:gd name="connsiteY5" fmla="*/ 1525866 h 3027228"/>
                <a:gd name="connsiteX6" fmla="*/ 8167828 w 8167828"/>
                <a:gd name="connsiteY6" fmla="*/ 0 h 3027228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23689 w 8145760"/>
                <a:gd name="connsiteY0" fmla="*/ 13560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9 w 8145760"/>
                <a:gd name="connsiteY6" fmla="*/ 13560 h 2920259"/>
                <a:gd name="connsiteX0" fmla="*/ 8178863 w 8178863"/>
                <a:gd name="connsiteY0" fmla="*/ 26952 h 2920259"/>
                <a:gd name="connsiteX1" fmla="*/ 8145760 w 8178863"/>
                <a:gd name="connsiteY1" fmla="*/ 1579944 h 2920259"/>
                <a:gd name="connsiteX2" fmla="*/ 4123353 w 8178863"/>
                <a:gd name="connsiteY2" fmla="*/ 2919505 h 2920259"/>
                <a:gd name="connsiteX3" fmla="*/ 2295 w 8178863"/>
                <a:gd name="connsiteY3" fmla="*/ 1470941 h 2920259"/>
                <a:gd name="connsiteX4" fmla="*/ 767 w 8178863"/>
                <a:gd name="connsiteY4" fmla="*/ 0 h 2920259"/>
                <a:gd name="connsiteX5" fmla="*/ 4068271 w 8178863"/>
                <a:gd name="connsiteY5" fmla="*/ 1418897 h 2920259"/>
                <a:gd name="connsiteX6" fmla="*/ 8178863 w 8178863"/>
                <a:gd name="connsiteY6" fmla="*/ 26952 h 2920259"/>
                <a:gd name="connsiteX0" fmla="*/ 8167827 w 8167827"/>
                <a:gd name="connsiteY0" fmla="*/ 40343 h 2920259"/>
                <a:gd name="connsiteX1" fmla="*/ 8145760 w 8167827"/>
                <a:gd name="connsiteY1" fmla="*/ 1579944 h 2920259"/>
                <a:gd name="connsiteX2" fmla="*/ 4123353 w 8167827"/>
                <a:gd name="connsiteY2" fmla="*/ 2919505 h 2920259"/>
                <a:gd name="connsiteX3" fmla="*/ 2295 w 8167827"/>
                <a:gd name="connsiteY3" fmla="*/ 1470941 h 2920259"/>
                <a:gd name="connsiteX4" fmla="*/ 767 w 8167827"/>
                <a:gd name="connsiteY4" fmla="*/ 0 h 2920259"/>
                <a:gd name="connsiteX5" fmla="*/ 4068271 w 8167827"/>
                <a:gd name="connsiteY5" fmla="*/ 1418897 h 2920259"/>
                <a:gd name="connsiteX6" fmla="*/ 8167827 w 8167827"/>
                <a:gd name="connsiteY6" fmla="*/ 40343 h 2920259"/>
                <a:gd name="connsiteX0" fmla="*/ 8123687 w 8145760"/>
                <a:gd name="connsiteY0" fmla="*/ 53735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7 w 8145760"/>
                <a:gd name="connsiteY6" fmla="*/ 53735 h 2920259"/>
                <a:gd name="connsiteX0" fmla="*/ 8161918 w 8161918"/>
                <a:gd name="connsiteY0" fmla="*/ 0 h 2943855"/>
                <a:gd name="connsiteX1" fmla="*/ 8145760 w 8161918"/>
                <a:gd name="connsiteY1" fmla="*/ 1603540 h 2943855"/>
                <a:gd name="connsiteX2" fmla="*/ 4123353 w 8161918"/>
                <a:gd name="connsiteY2" fmla="*/ 2943101 h 2943855"/>
                <a:gd name="connsiteX3" fmla="*/ 2295 w 8161918"/>
                <a:gd name="connsiteY3" fmla="*/ 1494537 h 2943855"/>
                <a:gd name="connsiteX4" fmla="*/ 767 w 8161918"/>
                <a:gd name="connsiteY4" fmla="*/ 23596 h 2943855"/>
                <a:gd name="connsiteX5" fmla="*/ 4068271 w 8161918"/>
                <a:gd name="connsiteY5" fmla="*/ 1442493 h 2943855"/>
                <a:gd name="connsiteX6" fmla="*/ 8161918 w 8161918"/>
                <a:gd name="connsiteY6" fmla="*/ 0 h 2943855"/>
                <a:gd name="connsiteX0" fmla="*/ 8144926 w 8145760"/>
                <a:gd name="connsiteY0" fmla="*/ 43424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44926 w 8145760"/>
                <a:gd name="connsiteY6" fmla="*/ 43424 h 2920259"/>
                <a:gd name="connsiteX0" fmla="*/ 8161918 w 8161918"/>
                <a:gd name="connsiteY0" fmla="*/ 0 h 2959321"/>
                <a:gd name="connsiteX1" fmla="*/ 8145760 w 8161918"/>
                <a:gd name="connsiteY1" fmla="*/ 1619006 h 2959321"/>
                <a:gd name="connsiteX2" fmla="*/ 4123353 w 8161918"/>
                <a:gd name="connsiteY2" fmla="*/ 2958567 h 2959321"/>
                <a:gd name="connsiteX3" fmla="*/ 2295 w 8161918"/>
                <a:gd name="connsiteY3" fmla="*/ 1510003 h 2959321"/>
                <a:gd name="connsiteX4" fmla="*/ 767 w 8161918"/>
                <a:gd name="connsiteY4" fmla="*/ 39062 h 2959321"/>
                <a:gd name="connsiteX5" fmla="*/ 4068271 w 8161918"/>
                <a:gd name="connsiteY5" fmla="*/ 1457959 h 2959321"/>
                <a:gd name="connsiteX6" fmla="*/ 8161918 w 8161918"/>
                <a:gd name="connsiteY6" fmla="*/ 0 h 2959321"/>
                <a:gd name="connsiteX0" fmla="*/ 8161918 w 8162752"/>
                <a:gd name="connsiteY0" fmla="*/ 0 h 2959488"/>
                <a:gd name="connsiteX1" fmla="*/ 8162752 w 8162752"/>
                <a:gd name="connsiteY1" fmla="*/ 1629317 h 2959488"/>
                <a:gd name="connsiteX2" fmla="*/ 4123353 w 8162752"/>
                <a:gd name="connsiteY2" fmla="*/ 2958567 h 2959488"/>
                <a:gd name="connsiteX3" fmla="*/ 2295 w 8162752"/>
                <a:gd name="connsiteY3" fmla="*/ 1510003 h 2959488"/>
                <a:gd name="connsiteX4" fmla="*/ 767 w 8162752"/>
                <a:gd name="connsiteY4" fmla="*/ 39062 h 2959488"/>
                <a:gd name="connsiteX5" fmla="*/ 4068271 w 8162752"/>
                <a:gd name="connsiteY5" fmla="*/ 1457959 h 2959488"/>
                <a:gd name="connsiteX6" fmla="*/ 8161918 w 8162752"/>
                <a:gd name="connsiteY6" fmla="*/ 0 h 2959488"/>
                <a:gd name="connsiteX0" fmla="*/ 8165930 w 8166764"/>
                <a:gd name="connsiteY0" fmla="*/ 7337 h 2966825"/>
                <a:gd name="connsiteX1" fmla="*/ 8166764 w 8166764"/>
                <a:gd name="connsiteY1" fmla="*/ 1636654 h 2966825"/>
                <a:gd name="connsiteX2" fmla="*/ 4127365 w 8166764"/>
                <a:gd name="connsiteY2" fmla="*/ 2965904 h 2966825"/>
                <a:gd name="connsiteX3" fmla="*/ 6307 w 8166764"/>
                <a:gd name="connsiteY3" fmla="*/ 1517340 h 2966825"/>
                <a:gd name="connsiteX4" fmla="*/ 532 w 8166764"/>
                <a:gd name="connsiteY4" fmla="*/ 0 h 2966825"/>
                <a:gd name="connsiteX5" fmla="*/ 4072283 w 8166764"/>
                <a:gd name="connsiteY5" fmla="*/ 1465296 h 2966825"/>
                <a:gd name="connsiteX6" fmla="*/ 8165930 w 8166764"/>
                <a:gd name="connsiteY6" fmla="*/ 7337 h 2966825"/>
                <a:gd name="connsiteX0" fmla="*/ 8168119 w 8168953"/>
                <a:gd name="connsiteY0" fmla="*/ 7337 h 2966682"/>
                <a:gd name="connsiteX1" fmla="*/ 8168953 w 8168953"/>
                <a:gd name="connsiteY1" fmla="*/ 1636654 h 2966682"/>
                <a:gd name="connsiteX2" fmla="*/ 4129554 w 8168953"/>
                <a:gd name="connsiteY2" fmla="*/ 2965904 h 2966682"/>
                <a:gd name="connsiteX3" fmla="*/ 0 w 8168953"/>
                <a:gd name="connsiteY3" fmla="*/ 1527651 h 2966682"/>
                <a:gd name="connsiteX4" fmla="*/ 2721 w 8168953"/>
                <a:gd name="connsiteY4" fmla="*/ 0 h 2966682"/>
                <a:gd name="connsiteX5" fmla="*/ 4074472 w 8168953"/>
                <a:gd name="connsiteY5" fmla="*/ 1465296 h 2966682"/>
                <a:gd name="connsiteX6" fmla="*/ 8168119 w 8168953"/>
                <a:gd name="connsiteY6" fmla="*/ 7337 h 2966682"/>
                <a:gd name="connsiteX0" fmla="*/ 8168119 w 8168953"/>
                <a:gd name="connsiteY0" fmla="*/ 7337 h 3100377"/>
                <a:gd name="connsiteX1" fmla="*/ 8168953 w 8168953"/>
                <a:gd name="connsiteY1" fmla="*/ 1636654 h 3100377"/>
                <a:gd name="connsiteX2" fmla="*/ 4118520 w 8168953"/>
                <a:gd name="connsiteY2" fmla="*/ 3099826 h 3100377"/>
                <a:gd name="connsiteX3" fmla="*/ 0 w 8168953"/>
                <a:gd name="connsiteY3" fmla="*/ 1527651 h 3100377"/>
                <a:gd name="connsiteX4" fmla="*/ 2721 w 8168953"/>
                <a:gd name="connsiteY4" fmla="*/ 0 h 3100377"/>
                <a:gd name="connsiteX5" fmla="*/ 4074472 w 8168953"/>
                <a:gd name="connsiteY5" fmla="*/ 1465296 h 3100377"/>
                <a:gd name="connsiteX6" fmla="*/ 8168119 w 8168953"/>
                <a:gd name="connsiteY6" fmla="*/ 7337 h 3100377"/>
                <a:gd name="connsiteX0" fmla="*/ 8168119 w 8168953"/>
                <a:gd name="connsiteY0" fmla="*/ 7337 h 3100429"/>
                <a:gd name="connsiteX1" fmla="*/ 8168953 w 8168953"/>
                <a:gd name="connsiteY1" fmla="*/ 1636654 h 3100429"/>
                <a:gd name="connsiteX2" fmla="*/ 4118520 w 8168953"/>
                <a:gd name="connsiteY2" fmla="*/ 3099826 h 3100429"/>
                <a:gd name="connsiteX3" fmla="*/ 0 w 8168953"/>
                <a:gd name="connsiteY3" fmla="*/ 1527651 h 3100429"/>
                <a:gd name="connsiteX4" fmla="*/ 2721 w 8168953"/>
                <a:gd name="connsiteY4" fmla="*/ 0 h 3100429"/>
                <a:gd name="connsiteX5" fmla="*/ 4074472 w 8168953"/>
                <a:gd name="connsiteY5" fmla="*/ 1465296 h 3100429"/>
                <a:gd name="connsiteX6" fmla="*/ 8168119 w 8168953"/>
                <a:gd name="connsiteY6" fmla="*/ 7337 h 3100429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166683" h="3099826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bg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                   </a:t>
              </a:r>
            </a:p>
          </p:txBody>
        </p:sp>
        <p:sp>
          <p:nvSpPr>
            <p:cNvPr id="268" name="Oval 267">
              <a:extLst>
                <a:ext uri="{FF2B5EF4-FFF2-40B4-BE49-F238E27FC236}">
                  <a16:creationId xmlns:a16="http://schemas.microsoft.com/office/drawing/2014/main" id="{C034AB19-CDAE-D044-BA78-A52EC7269597}"/>
                </a:ext>
              </a:extLst>
            </p:cNvPr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              </a:t>
              </a:r>
            </a:p>
          </p:txBody>
        </p:sp>
        <p:grpSp>
          <p:nvGrpSpPr>
            <p:cNvPr id="269" name="Group 268">
              <a:extLst>
                <a:ext uri="{FF2B5EF4-FFF2-40B4-BE49-F238E27FC236}">
                  <a16:creationId xmlns:a16="http://schemas.microsoft.com/office/drawing/2014/main" id="{9E108296-06B4-4949-A9AD-3C1FA5DCEA06}"/>
                </a:ext>
              </a:extLst>
            </p:cNvPr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270" name="Freeform 269">
                <a:extLst>
                  <a:ext uri="{FF2B5EF4-FFF2-40B4-BE49-F238E27FC236}">
                    <a16:creationId xmlns:a16="http://schemas.microsoft.com/office/drawing/2014/main" id="{8530AB93-30E4-7A4B-88C4-61542A5A0ACB}"/>
                  </a:ext>
                </a:extLst>
              </p:cNvPr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avLst/>
                <a:gdLst>
                  <a:gd name="connsiteX0" fmla="*/ 3725333 w 4588933"/>
                  <a:gd name="connsiteY0" fmla="*/ 0 h 1049866"/>
                  <a:gd name="connsiteX1" fmla="*/ 4588933 w 4588933"/>
                  <a:gd name="connsiteY1" fmla="*/ 270933 h 1049866"/>
                  <a:gd name="connsiteX2" fmla="*/ 3962400 w 4588933"/>
                  <a:gd name="connsiteY2" fmla="*/ 541866 h 1049866"/>
                  <a:gd name="connsiteX3" fmla="*/ 3742267 w 4588933"/>
                  <a:gd name="connsiteY3" fmla="*/ 457200 h 1049866"/>
                  <a:gd name="connsiteX4" fmla="*/ 2269067 w 4588933"/>
                  <a:gd name="connsiteY4" fmla="*/ 1049866 h 1049866"/>
                  <a:gd name="connsiteX5" fmla="*/ 880533 w 4588933"/>
                  <a:gd name="connsiteY5" fmla="*/ 457200 h 1049866"/>
                  <a:gd name="connsiteX6" fmla="*/ 592667 w 4588933"/>
                  <a:gd name="connsiteY6" fmla="*/ 541866 h 1049866"/>
                  <a:gd name="connsiteX7" fmla="*/ 0 w 4588933"/>
                  <a:gd name="connsiteY7" fmla="*/ 254000 h 1049866"/>
                  <a:gd name="connsiteX8" fmla="*/ 880533 w 4588933"/>
                  <a:gd name="connsiteY8" fmla="*/ 16933 h 1049866"/>
                  <a:gd name="connsiteX9" fmla="*/ 2302933 w 4588933"/>
                  <a:gd name="connsiteY9" fmla="*/ 626533 h 1049866"/>
                  <a:gd name="connsiteX10" fmla="*/ 3725333 w 4588933"/>
                  <a:gd name="connsiteY10" fmla="*/ 0 h 1049866"/>
                  <a:gd name="connsiteX0" fmla="*/ 3725333 w 4641485"/>
                  <a:gd name="connsiteY0" fmla="*/ 0 h 1049866"/>
                  <a:gd name="connsiteX1" fmla="*/ 4641485 w 4641485"/>
                  <a:gd name="connsiteY1" fmla="*/ 239402 h 1049866"/>
                  <a:gd name="connsiteX2" fmla="*/ 3962400 w 4641485"/>
                  <a:gd name="connsiteY2" fmla="*/ 541866 h 1049866"/>
                  <a:gd name="connsiteX3" fmla="*/ 3742267 w 4641485"/>
                  <a:gd name="connsiteY3" fmla="*/ 457200 h 1049866"/>
                  <a:gd name="connsiteX4" fmla="*/ 2269067 w 4641485"/>
                  <a:gd name="connsiteY4" fmla="*/ 1049866 h 1049866"/>
                  <a:gd name="connsiteX5" fmla="*/ 880533 w 4641485"/>
                  <a:gd name="connsiteY5" fmla="*/ 457200 h 1049866"/>
                  <a:gd name="connsiteX6" fmla="*/ 592667 w 4641485"/>
                  <a:gd name="connsiteY6" fmla="*/ 541866 h 1049866"/>
                  <a:gd name="connsiteX7" fmla="*/ 0 w 4641485"/>
                  <a:gd name="connsiteY7" fmla="*/ 254000 h 1049866"/>
                  <a:gd name="connsiteX8" fmla="*/ 880533 w 4641485"/>
                  <a:gd name="connsiteY8" fmla="*/ 16933 h 1049866"/>
                  <a:gd name="connsiteX9" fmla="*/ 2302933 w 4641485"/>
                  <a:gd name="connsiteY9" fmla="*/ 626533 h 1049866"/>
                  <a:gd name="connsiteX10" fmla="*/ 3725333 w 4641485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73798 w 4673016"/>
                  <a:gd name="connsiteY3" fmla="*/ 45720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84308 w 4673016"/>
                  <a:gd name="connsiteY3" fmla="*/ 404648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815839 w 4673016"/>
                  <a:gd name="connsiteY3" fmla="*/ 46771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4673016" h="104986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271" name="Freeform 270">
                <a:extLst>
                  <a:ext uri="{FF2B5EF4-FFF2-40B4-BE49-F238E27FC236}">
                    <a16:creationId xmlns:a16="http://schemas.microsoft.com/office/drawing/2014/main" id="{D239BC1C-F100-2448-A44B-0B1C3E017E28}"/>
                  </a:ext>
                </a:extLst>
              </p:cNvPr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avLst/>
                <a:gdLst>
                  <a:gd name="connsiteX0" fmla="*/ 21021 w 1744718"/>
                  <a:gd name="connsiteY0" fmla="*/ 0 h 903890"/>
                  <a:gd name="connsiteX1" fmla="*/ 1744718 w 1744718"/>
                  <a:gd name="connsiteY1" fmla="*/ 693683 h 903890"/>
                  <a:gd name="connsiteX2" fmla="*/ 1145628 w 1744718"/>
                  <a:gd name="connsiteY2" fmla="*/ 903890 h 903890"/>
                  <a:gd name="connsiteX3" fmla="*/ 0 w 1744718"/>
                  <a:gd name="connsiteY3" fmla="*/ 451945 h 903890"/>
                  <a:gd name="connsiteX4" fmla="*/ 21021 w 1744718"/>
                  <a:gd name="connsiteY4" fmla="*/ 0 h 9038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44718" h="903890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272" name="Freeform 271">
                <a:extLst>
                  <a:ext uri="{FF2B5EF4-FFF2-40B4-BE49-F238E27FC236}">
                    <a16:creationId xmlns:a16="http://schemas.microsoft.com/office/drawing/2014/main" id="{7FCAA9D2-9640-064E-9D9B-F975C49ECB6F}"/>
                  </a:ext>
                </a:extLst>
              </p:cNvPr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avLst/>
                <a:gdLst>
                  <a:gd name="connsiteX0" fmla="*/ 1702676 w 1713187"/>
                  <a:gd name="connsiteY0" fmla="*/ 0 h 893380"/>
                  <a:gd name="connsiteX1" fmla="*/ 1713187 w 1713187"/>
                  <a:gd name="connsiteY1" fmla="*/ 472966 h 893380"/>
                  <a:gd name="connsiteX2" fmla="*/ 578069 w 1713187"/>
                  <a:gd name="connsiteY2" fmla="*/ 893380 h 893380"/>
                  <a:gd name="connsiteX3" fmla="*/ 0 w 1713187"/>
                  <a:gd name="connsiteY3" fmla="*/ 693683 h 893380"/>
                  <a:gd name="connsiteX4" fmla="*/ 1702676 w 1713187"/>
                  <a:gd name="connsiteY4" fmla="*/ 0 h 8933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13187" h="893380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273" name="Freeform 272">
                <a:extLst>
                  <a:ext uri="{FF2B5EF4-FFF2-40B4-BE49-F238E27FC236}">
                    <a16:creationId xmlns:a16="http://schemas.microsoft.com/office/drawing/2014/main" id="{645CEC1F-F8DD-F048-9976-7ECD55871224}"/>
                  </a:ext>
                </a:extLst>
              </p:cNvPr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avLst/>
                <a:gdLst>
                  <a:gd name="connsiteX0" fmla="*/ 599089 w 4162096"/>
                  <a:gd name="connsiteY0" fmla="*/ 273269 h 1618593"/>
                  <a:gd name="connsiteX1" fmla="*/ 882869 w 4162096"/>
                  <a:gd name="connsiteY1" fmla="*/ 199697 h 1618593"/>
                  <a:gd name="connsiteX2" fmla="*/ 2312276 w 4162096"/>
                  <a:gd name="connsiteY2" fmla="*/ 798786 h 1618593"/>
                  <a:gd name="connsiteX3" fmla="*/ 3794234 w 4162096"/>
                  <a:gd name="connsiteY3" fmla="*/ 199697 h 1618593"/>
                  <a:gd name="connsiteX4" fmla="*/ 4014951 w 4162096"/>
                  <a:gd name="connsiteY4" fmla="*/ 273269 h 1618593"/>
                  <a:gd name="connsiteX5" fmla="*/ 3058510 w 4162096"/>
                  <a:gd name="connsiteY5" fmla="*/ 641131 h 1618593"/>
                  <a:gd name="connsiteX6" fmla="*/ 3026979 w 4162096"/>
                  <a:gd name="connsiteY6" fmla="*/ 1114097 h 1618593"/>
                  <a:gd name="connsiteX7" fmla="*/ 4162096 w 4162096"/>
                  <a:gd name="connsiteY7" fmla="*/ 1545021 h 1618593"/>
                  <a:gd name="connsiteX8" fmla="*/ 3878317 w 4162096"/>
                  <a:gd name="connsiteY8" fmla="*/ 1608083 h 1618593"/>
                  <a:gd name="connsiteX9" fmla="*/ 2301765 w 4162096"/>
                  <a:gd name="connsiteY9" fmla="*/ 945931 h 1618593"/>
                  <a:gd name="connsiteX10" fmla="*/ 693682 w 4162096"/>
                  <a:gd name="connsiteY10" fmla="*/ 1618593 h 1618593"/>
                  <a:gd name="connsiteX11" fmla="*/ 430924 w 4162096"/>
                  <a:gd name="connsiteY11" fmla="*/ 1524000 h 1618593"/>
                  <a:gd name="connsiteX12" fmla="*/ 1576551 w 4162096"/>
                  <a:gd name="connsiteY12" fmla="*/ 1082566 h 1618593"/>
                  <a:gd name="connsiteX13" fmla="*/ 1545020 w 4162096"/>
                  <a:gd name="connsiteY13" fmla="*/ 609600 h 1618593"/>
                  <a:gd name="connsiteX14" fmla="*/ 0 w 4162096"/>
                  <a:gd name="connsiteY14" fmla="*/ 0 h 1618593"/>
                  <a:gd name="connsiteX15" fmla="*/ 872358 w 4162096"/>
                  <a:gd name="connsiteY15" fmla="*/ 210207 h 1618593"/>
                  <a:gd name="connsiteX16" fmla="*/ 872358 w 4162096"/>
                  <a:gd name="connsiteY16" fmla="*/ 210207 h 1618593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15" fmla="*/ 441434 w 3731172"/>
                  <a:gd name="connsiteY15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357351 w 3731172"/>
                  <a:gd name="connsiteY14" fmla="*/ 115613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56137 w 3731172"/>
                  <a:gd name="connsiteY13" fmla="*/ 441434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903890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575034 w 3710151"/>
                  <a:gd name="connsiteY6" fmla="*/ 91440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06565 w 3710151"/>
                  <a:gd name="connsiteY6" fmla="*/ 92491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5151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09858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62012 w 3725019"/>
                  <a:gd name="connsiteY0" fmla="*/ 73572 h 1418896"/>
                  <a:gd name="connsiteX1" fmla="*/ 445792 w 3725019"/>
                  <a:gd name="connsiteY1" fmla="*/ 0 h 1418896"/>
                  <a:gd name="connsiteX2" fmla="*/ 1852896 w 3725019"/>
                  <a:gd name="connsiteY2" fmla="*/ 591655 h 1418896"/>
                  <a:gd name="connsiteX3" fmla="*/ 3357157 w 3725019"/>
                  <a:gd name="connsiteY3" fmla="*/ 0 h 1418896"/>
                  <a:gd name="connsiteX4" fmla="*/ 3577874 w 3725019"/>
                  <a:gd name="connsiteY4" fmla="*/ 73572 h 1418896"/>
                  <a:gd name="connsiteX5" fmla="*/ 2632585 w 3725019"/>
                  <a:gd name="connsiteY5" fmla="*/ 448868 h 1418896"/>
                  <a:gd name="connsiteX6" fmla="*/ 2625150 w 3725019"/>
                  <a:gd name="connsiteY6" fmla="*/ 902607 h 1418896"/>
                  <a:gd name="connsiteX7" fmla="*/ 3725019 w 3725019"/>
                  <a:gd name="connsiteY7" fmla="*/ 1345324 h 1418896"/>
                  <a:gd name="connsiteX8" fmla="*/ 3441240 w 3725019"/>
                  <a:gd name="connsiteY8" fmla="*/ 1408386 h 1418896"/>
                  <a:gd name="connsiteX9" fmla="*/ 1864688 w 3725019"/>
                  <a:gd name="connsiteY9" fmla="*/ 746234 h 1418896"/>
                  <a:gd name="connsiteX10" fmla="*/ 256605 w 3725019"/>
                  <a:gd name="connsiteY10" fmla="*/ 1418896 h 1418896"/>
                  <a:gd name="connsiteX11" fmla="*/ 0 w 3725019"/>
                  <a:gd name="connsiteY11" fmla="*/ 1331097 h 1418896"/>
                  <a:gd name="connsiteX12" fmla="*/ 1113454 w 3725019"/>
                  <a:gd name="connsiteY12" fmla="*/ 903890 h 1418896"/>
                  <a:gd name="connsiteX13" fmla="*/ 1102302 w 3725019"/>
                  <a:gd name="connsiteY13" fmla="*/ 451945 h 1418896"/>
                  <a:gd name="connsiteX14" fmla="*/ 183032 w 3725019"/>
                  <a:gd name="connsiteY14" fmla="*/ 84081 h 1418896"/>
                  <a:gd name="connsiteX15" fmla="*/ 162012 w 3725019"/>
                  <a:gd name="connsiteY15" fmla="*/ 73572 h 14188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725019" h="1418896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</p:grpSp>
      </p:grpSp>
      <p:grpSp>
        <p:nvGrpSpPr>
          <p:cNvPr id="178" name="Group 177">
            <a:extLst>
              <a:ext uri="{FF2B5EF4-FFF2-40B4-BE49-F238E27FC236}">
                <a16:creationId xmlns:a16="http://schemas.microsoft.com/office/drawing/2014/main" id="{B80B3CBF-96BC-A640-867D-5DE8C38FCAA4}"/>
              </a:ext>
            </a:extLst>
          </p:cNvPr>
          <p:cNvGrpSpPr/>
          <p:nvPr/>
        </p:nvGrpSpPr>
        <p:grpSpPr>
          <a:xfrm>
            <a:off x="7764614" y="3944180"/>
            <a:ext cx="578032" cy="285706"/>
            <a:chOff x="7493876" y="2774731"/>
            <a:chExt cx="1481958" cy="894622"/>
          </a:xfrm>
        </p:grpSpPr>
        <p:sp>
          <p:nvSpPr>
            <p:cNvPr id="260" name="Freeform 259">
              <a:extLst>
                <a:ext uri="{FF2B5EF4-FFF2-40B4-BE49-F238E27FC236}">
                  <a16:creationId xmlns:a16="http://schemas.microsoft.com/office/drawing/2014/main" id="{E2DEA29E-E539-DD4A-8E78-F10B0CB91D3F}"/>
                </a:ext>
              </a:extLst>
            </p:cNvPr>
            <p:cNvSpPr/>
            <p:nvPr/>
          </p:nvSpPr>
          <p:spPr>
            <a:xfrm>
              <a:off x="7493876" y="3084399"/>
              <a:ext cx="1481958" cy="584954"/>
            </a:xfrm>
            <a:custGeom>
              <a:avLst/>
              <a:gdLst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76538 w 8176538"/>
                <a:gd name="connsiteY0" fmla="*/ 0 h 2638097"/>
                <a:gd name="connsiteX1" fmla="*/ 8176538 w 8176538"/>
                <a:gd name="connsiteY1" fmla="*/ 1271752 h 2638097"/>
                <a:gd name="connsiteX2" fmla="*/ 4088015 w 8176538"/>
                <a:gd name="connsiteY2" fmla="*/ 2638097 h 2638097"/>
                <a:gd name="connsiteX3" fmla="*/ 0 w 8176538"/>
                <a:gd name="connsiteY3" fmla="*/ 1269888 h 2638097"/>
                <a:gd name="connsiteX4" fmla="*/ 20511 w 8176538"/>
                <a:gd name="connsiteY4" fmla="*/ 147145 h 2638097"/>
                <a:gd name="connsiteX5" fmla="*/ 4088015 w 8176538"/>
                <a:gd name="connsiteY5" fmla="*/ 1566042 h 2638097"/>
                <a:gd name="connsiteX6" fmla="*/ 8176538 w 8176538"/>
                <a:gd name="connsiteY6" fmla="*/ 0 h 2638097"/>
                <a:gd name="connsiteX0" fmla="*/ 8176538 w 8176538"/>
                <a:gd name="connsiteY0" fmla="*/ 0 h 2772020"/>
                <a:gd name="connsiteX1" fmla="*/ 8176538 w 8176538"/>
                <a:gd name="connsiteY1" fmla="*/ 1271752 h 2772020"/>
                <a:gd name="connsiteX2" fmla="*/ 4099034 w 8176538"/>
                <a:gd name="connsiteY2" fmla="*/ 2772020 h 2772020"/>
                <a:gd name="connsiteX3" fmla="*/ 0 w 8176538"/>
                <a:gd name="connsiteY3" fmla="*/ 1269888 h 2772020"/>
                <a:gd name="connsiteX4" fmla="*/ 20511 w 8176538"/>
                <a:gd name="connsiteY4" fmla="*/ 147145 h 2772020"/>
                <a:gd name="connsiteX5" fmla="*/ 4088015 w 8176538"/>
                <a:gd name="connsiteY5" fmla="*/ 1566042 h 2772020"/>
                <a:gd name="connsiteX6" fmla="*/ 8176538 w 8176538"/>
                <a:gd name="connsiteY6" fmla="*/ 0 h 2772020"/>
                <a:gd name="connsiteX0" fmla="*/ 8176538 w 8176538"/>
                <a:gd name="connsiteY0" fmla="*/ 0 h 2772339"/>
                <a:gd name="connsiteX1" fmla="*/ 8176538 w 8176538"/>
                <a:gd name="connsiteY1" fmla="*/ 1378890 h 2772339"/>
                <a:gd name="connsiteX2" fmla="*/ 4099034 w 8176538"/>
                <a:gd name="connsiteY2" fmla="*/ 2772020 h 2772339"/>
                <a:gd name="connsiteX3" fmla="*/ 0 w 8176538"/>
                <a:gd name="connsiteY3" fmla="*/ 1269888 h 2772339"/>
                <a:gd name="connsiteX4" fmla="*/ 20511 w 8176538"/>
                <a:gd name="connsiteY4" fmla="*/ 147145 h 2772339"/>
                <a:gd name="connsiteX5" fmla="*/ 4088015 w 8176538"/>
                <a:gd name="connsiteY5" fmla="*/ 1566042 h 2772339"/>
                <a:gd name="connsiteX6" fmla="*/ 8176538 w 8176538"/>
                <a:gd name="connsiteY6" fmla="*/ 0 h 2772339"/>
                <a:gd name="connsiteX0" fmla="*/ 8176538 w 8176538"/>
                <a:gd name="connsiteY0" fmla="*/ 0 h 2825888"/>
                <a:gd name="connsiteX1" fmla="*/ 8176538 w 8176538"/>
                <a:gd name="connsiteY1" fmla="*/ 1378890 h 2825888"/>
                <a:gd name="connsiteX2" fmla="*/ 4099034 w 8176538"/>
                <a:gd name="connsiteY2" fmla="*/ 2825590 h 2825888"/>
                <a:gd name="connsiteX3" fmla="*/ 0 w 8176538"/>
                <a:gd name="connsiteY3" fmla="*/ 1269888 h 2825888"/>
                <a:gd name="connsiteX4" fmla="*/ 20511 w 8176538"/>
                <a:gd name="connsiteY4" fmla="*/ 147145 h 2825888"/>
                <a:gd name="connsiteX5" fmla="*/ 4088015 w 8176538"/>
                <a:gd name="connsiteY5" fmla="*/ 1566042 h 2825888"/>
                <a:gd name="connsiteX6" fmla="*/ 8176538 w 8176538"/>
                <a:gd name="connsiteY6" fmla="*/ 0 h 2825888"/>
                <a:gd name="connsiteX0" fmla="*/ 8165518 w 8165518"/>
                <a:gd name="connsiteY0" fmla="*/ 0 h 2825606"/>
                <a:gd name="connsiteX1" fmla="*/ 8165518 w 8165518"/>
                <a:gd name="connsiteY1" fmla="*/ 1378890 h 2825606"/>
                <a:gd name="connsiteX2" fmla="*/ 4088014 w 8165518"/>
                <a:gd name="connsiteY2" fmla="*/ 2825590 h 2825606"/>
                <a:gd name="connsiteX3" fmla="*/ 0 w 8165518"/>
                <a:gd name="connsiteY3" fmla="*/ 1403811 h 2825606"/>
                <a:gd name="connsiteX4" fmla="*/ 9491 w 8165518"/>
                <a:gd name="connsiteY4" fmla="*/ 147145 h 2825606"/>
                <a:gd name="connsiteX5" fmla="*/ 4076995 w 8165518"/>
                <a:gd name="connsiteY5" fmla="*/ 1566042 h 2825606"/>
                <a:gd name="connsiteX6" fmla="*/ 8165518 w 8165518"/>
                <a:gd name="connsiteY6" fmla="*/ 0 h 2825606"/>
                <a:gd name="connsiteX0" fmla="*/ 8165518 w 8165518"/>
                <a:gd name="connsiteY0" fmla="*/ 0 h 2879174"/>
                <a:gd name="connsiteX1" fmla="*/ 8165518 w 8165518"/>
                <a:gd name="connsiteY1" fmla="*/ 1378890 h 2879174"/>
                <a:gd name="connsiteX2" fmla="*/ 4132092 w 8165518"/>
                <a:gd name="connsiteY2" fmla="*/ 2879159 h 2879174"/>
                <a:gd name="connsiteX3" fmla="*/ 0 w 8165518"/>
                <a:gd name="connsiteY3" fmla="*/ 1403811 h 2879174"/>
                <a:gd name="connsiteX4" fmla="*/ 9491 w 8165518"/>
                <a:gd name="connsiteY4" fmla="*/ 147145 h 2879174"/>
                <a:gd name="connsiteX5" fmla="*/ 4076995 w 8165518"/>
                <a:gd name="connsiteY5" fmla="*/ 1566042 h 2879174"/>
                <a:gd name="connsiteX6" fmla="*/ 8165518 w 8165518"/>
                <a:gd name="connsiteY6" fmla="*/ 0 h 2879174"/>
                <a:gd name="connsiteX0" fmla="*/ 8165518 w 8176537"/>
                <a:gd name="connsiteY0" fmla="*/ 0 h 2879410"/>
                <a:gd name="connsiteX1" fmla="*/ 8176537 w 8176537"/>
                <a:gd name="connsiteY1" fmla="*/ 1499420 h 2879410"/>
                <a:gd name="connsiteX2" fmla="*/ 4132092 w 8176537"/>
                <a:gd name="connsiteY2" fmla="*/ 2879159 h 2879410"/>
                <a:gd name="connsiteX3" fmla="*/ 0 w 8176537"/>
                <a:gd name="connsiteY3" fmla="*/ 1403811 h 2879410"/>
                <a:gd name="connsiteX4" fmla="*/ 9491 w 8176537"/>
                <a:gd name="connsiteY4" fmla="*/ 147145 h 2879410"/>
                <a:gd name="connsiteX5" fmla="*/ 4076995 w 8176537"/>
                <a:gd name="connsiteY5" fmla="*/ 1566042 h 2879410"/>
                <a:gd name="connsiteX6" fmla="*/ 8165518 w 8176537"/>
                <a:gd name="connsiteY6" fmla="*/ 0 h 2879410"/>
                <a:gd name="connsiteX0" fmla="*/ 8165518 w 8176537"/>
                <a:gd name="connsiteY0" fmla="*/ 0 h 2879262"/>
                <a:gd name="connsiteX1" fmla="*/ 8176537 w 8176537"/>
                <a:gd name="connsiteY1" fmla="*/ 1499420 h 2879262"/>
                <a:gd name="connsiteX2" fmla="*/ 4132092 w 8176537"/>
                <a:gd name="connsiteY2" fmla="*/ 2879159 h 2879262"/>
                <a:gd name="connsiteX3" fmla="*/ 0 w 8176537"/>
                <a:gd name="connsiteY3" fmla="*/ 1403811 h 2879262"/>
                <a:gd name="connsiteX4" fmla="*/ 9491 w 8176537"/>
                <a:gd name="connsiteY4" fmla="*/ 147145 h 2879262"/>
                <a:gd name="connsiteX5" fmla="*/ 4076995 w 8176537"/>
                <a:gd name="connsiteY5" fmla="*/ 1566042 h 2879262"/>
                <a:gd name="connsiteX6" fmla="*/ 8165518 w 8176537"/>
                <a:gd name="connsiteY6" fmla="*/ 0 h 2879262"/>
                <a:gd name="connsiteX0" fmla="*/ 8165518 w 8176537"/>
                <a:gd name="connsiteY0" fmla="*/ 0 h 2879163"/>
                <a:gd name="connsiteX1" fmla="*/ 8176537 w 8176537"/>
                <a:gd name="connsiteY1" fmla="*/ 1499420 h 2879163"/>
                <a:gd name="connsiteX2" fmla="*/ 4132092 w 8176537"/>
                <a:gd name="connsiteY2" fmla="*/ 2879159 h 2879163"/>
                <a:gd name="connsiteX3" fmla="*/ 0 w 8176537"/>
                <a:gd name="connsiteY3" fmla="*/ 1510948 h 2879163"/>
                <a:gd name="connsiteX4" fmla="*/ 9491 w 8176537"/>
                <a:gd name="connsiteY4" fmla="*/ 147145 h 2879163"/>
                <a:gd name="connsiteX5" fmla="*/ 4076995 w 8176537"/>
                <a:gd name="connsiteY5" fmla="*/ 1566042 h 2879163"/>
                <a:gd name="connsiteX6" fmla="*/ 8165518 w 8176537"/>
                <a:gd name="connsiteY6" fmla="*/ 0 h 2879163"/>
                <a:gd name="connsiteX0" fmla="*/ 8165518 w 8198577"/>
                <a:gd name="connsiteY0" fmla="*/ 0 h 2879451"/>
                <a:gd name="connsiteX1" fmla="*/ 8198577 w 8198577"/>
                <a:gd name="connsiteY1" fmla="*/ 1606558 h 2879451"/>
                <a:gd name="connsiteX2" fmla="*/ 4132092 w 8198577"/>
                <a:gd name="connsiteY2" fmla="*/ 2879159 h 2879451"/>
                <a:gd name="connsiteX3" fmla="*/ 0 w 8198577"/>
                <a:gd name="connsiteY3" fmla="*/ 1510948 h 2879451"/>
                <a:gd name="connsiteX4" fmla="*/ 9491 w 8198577"/>
                <a:gd name="connsiteY4" fmla="*/ 147145 h 2879451"/>
                <a:gd name="connsiteX5" fmla="*/ 4076995 w 8198577"/>
                <a:gd name="connsiteY5" fmla="*/ 1566042 h 2879451"/>
                <a:gd name="connsiteX6" fmla="*/ 8165518 w 8198577"/>
                <a:gd name="connsiteY6" fmla="*/ 0 h 2879451"/>
                <a:gd name="connsiteX0" fmla="*/ 8165518 w 8165518"/>
                <a:gd name="connsiteY0" fmla="*/ 0 h 2880066"/>
                <a:gd name="connsiteX1" fmla="*/ 8165518 w 8165518"/>
                <a:gd name="connsiteY1" fmla="*/ 1673520 h 2880066"/>
                <a:gd name="connsiteX2" fmla="*/ 4132092 w 8165518"/>
                <a:gd name="connsiteY2" fmla="*/ 2879159 h 2880066"/>
                <a:gd name="connsiteX3" fmla="*/ 0 w 8165518"/>
                <a:gd name="connsiteY3" fmla="*/ 1510948 h 2880066"/>
                <a:gd name="connsiteX4" fmla="*/ 9491 w 8165518"/>
                <a:gd name="connsiteY4" fmla="*/ 147145 h 2880066"/>
                <a:gd name="connsiteX5" fmla="*/ 4076995 w 8165518"/>
                <a:gd name="connsiteY5" fmla="*/ 1566042 h 2880066"/>
                <a:gd name="connsiteX6" fmla="*/ 8165518 w 8165518"/>
                <a:gd name="connsiteY6" fmla="*/ 0 h 2880066"/>
                <a:gd name="connsiteX0" fmla="*/ 8156794 w 8156794"/>
                <a:gd name="connsiteY0" fmla="*/ 0 h 2879270"/>
                <a:gd name="connsiteX1" fmla="*/ 8156794 w 8156794"/>
                <a:gd name="connsiteY1" fmla="*/ 1673520 h 2879270"/>
                <a:gd name="connsiteX2" fmla="*/ 4123368 w 8156794"/>
                <a:gd name="connsiteY2" fmla="*/ 2879159 h 2879270"/>
                <a:gd name="connsiteX3" fmla="*/ 2295 w 8156794"/>
                <a:gd name="connsiteY3" fmla="*/ 1618086 h 2879270"/>
                <a:gd name="connsiteX4" fmla="*/ 767 w 8156794"/>
                <a:gd name="connsiteY4" fmla="*/ 147145 h 2879270"/>
                <a:gd name="connsiteX5" fmla="*/ 4068271 w 8156794"/>
                <a:gd name="connsiteY5" fmla="*/ 1566042 h 2879270"/>
                <a:gd name="connsiteX6" fmla="*/ 8156794 w 8156794"/>
                <a:gd name="connsiteY6" fmla="*/ 0 h 287927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20"/>
                <a:gd name="connsiteX1" fmla="*/ 8156794 w 8156794"/>
                <a:gd name="connsiteY1" fmla="*/ 1673520 h 2973020"/>
                <a:gd name="connsiteX2" fmla="*/ 4134388 w 8156794"/>
                <a:gd name="connsiteY2" fmla="*/ 2972904 h 2973020"/>
                <a:gd name="connsiteX3" fmla="*/ 2295 w 8156794"/>
                <a:gd name="connsiteY3" fmla="*/ 1618086 h 2973020"/>
                <a:gd name="connsiteX4" fmla="*/ 767 w 8156794"/>
                <a:gd name="connsiteY4" fmla="*/ 147145 h 2973020"/>
                <a:gd name="connsiteX5" fmla="*/ 4068271 w 8156794"/>
                <a:gd name="connsiteY5" fmla="*/ 1566042 h 2973020"/>
                <a:gd name="connsiteX6" fmla="*/ 8156794 w 8156794"/>
                <a:gd name="connsiteY6" fmla="*/ 0 h 2973020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141"/>
                <a:gd name="connsiteX1" fmla="*/ 8156794 w 8156794"/>
                <a:gd name="connsiteY1" fmla="*/ 1673520 h 2973141"/>
                <a:gd name="connsiteX2" fmla="*/ 4134388 w 8156794"/>
                <a:gd name="connsiteY2" fmla="*/ 2972904 h 2973141"/>
                <a:gd name="connsiteX3" fmla="*/ 2295 w 8156794"/>
                <a:gd name="connsiteY3" fmla="*/ 1618086 h 2973141"/>
                <a:gd name="connsiteX4" fmla="*/ 767 w 8156794"/>
                <a:gd name="connsiteY4" fmla="*/ 147145 h 2973141"/>
                <a:gd name="connsiteX5" fmla="*/ 4068271 w 8156794"/>
                <a:gd name="connsiteY5" fmla="*/ 1566042 h 2973141"/>
                <a:gd name="connsiteX6" fmla="*/ 8156794 w 8156794"/>
                <a:gd name="connsiteY6" fmla="*/ 0 h 2973141"/>
                <a:gd name="connsiteX0" fmla="*/ 8156794 w 8156794"/>
                <a:gd name="connsiteY0" fmla="*/ 0 h 3066827"/>
                <a:gd name="connsiteX1" fmla="*/ 8156794 w 8156794"/>
                <a:gd name="connsiteY1" fmla="*/ 1673520 h 3066827"/>
                <a:gd name="connsiteX2" fmla="*/ 4123353 w 8156794"/>
                <a:gd name="connsiteY2" fmla="*/ 3066650 h 3066827"/>
                <a:gd name="connsiteX3" fmla="*/ 2295 w 8156794"/>
                <a:gd name="connsiteY3" fmla="*/ 1618086 h 3066827"/>
                <a:gd name="connsiteX4" fmla="*/ 767 w 8156794"/>
                <a:gd name="connsiteY4" fmla="*/ 147145 h 3066827"/>
                <a:gd name="connsiteX5" fmla="*/ 4068271 w 8156794"/>
                <a:gd name="connsiteY5" fmla="*/ 1566042 h 3066827"/>
                <a:gd name="connsiteX6" fmla="*/ 8156794 w 8156794"/>
                <a:gd name="connsiteY6" fmla="*/ 0 h 3066827"/>
                <a:gd name="connsiteX0" fmla="*/ 8123689 w 8156794"/>
                <a:gd name="connsiteY0" fmla="*/ 0 h 2999866"/>
                <a:gd name="connsiteX1" fmla="*/ 8156794 w 8156794"/>
                <a:gd name="connsiteY1" fmla="*/ 1606559 h 2999866"/>
                <a:gd name="connsiteX2" fmla="*/ 4123353 w 8156794"/>
                <a:gd name="connsiteY2" fmla="*/ 2999689 h 2999866"/>
                <a:gd name="connsiteX3" fmla="*/ 2295 w 8156794"/>
                <a:gd name="connsiteY3" fmla="*/ 1551125 h 2999866"/>
                <a:gd name="connsiteX4" fmla="*/ 767 w 8156794"/>
                <a:gd name="connsiteY4" fmla="*/ 80184 h 2999866"/>
                <a:gd name="connsiteX5" fmla="*/ 4068271 w 8156794"/>
                <a:gd name="connsiteY5" fmla="*/ 1499081 h 2999866"/>
                <a:gd name="connsiteX6" fmla="*/ 8123689 w 8156794"/>
                <a:gd name="connsiteY6" fmla="*/ 0 h 2999866"/>
                <a:gd name="connsiteX0" fmla="*/ 8167828 w 8167828"/>
                <a:gd name="connsiteY0" fmla="*/ 0 h 3026651"/>
                <a:gd name="connsiteX1" fmla="*/ 8156794 w 8167828"/>
                <a:gd name="connsiteY1" fmla="*/ 1633344 h 3026651"/>
                <a:gd name="connsiteX2" fmla="*/ 4123353 w 8167828"/>
                <a:gd name="connsiteY2" fmla="*/ 3026474 h 3026651"/>
                <a:gd name="connsiteX3" fmla="*/ 2295 w 8167828"/>
                <a:gd name="connsiteY3" fmla="*/ 1577910 h 3026651"/>
                <a:gd name="connsiteX4" fmla="*/ 767 w 8167828"/>
                <a:gd name="connsiteY4" fmla="*/ 106969 h 3026651"/>
                <a:gd name="connsiteX5" fmla="*/ 4068271 w 8167828"/>
                <a:gd name="connsiteY5" fmla="*/ 1525866 h 3026651"/>
                <a:gd name="connsiteX6" fmla="*/ 8167828 w 8167828"/>
                <a:gd name="connsiteY6" fmla="*/ 0 h 3026651"/>
                <a:gd name="connsiteX0" fmla="*/ 8167828 w 8167828"/>
                <a:gd name="connsiteY0" fmla="*/ 0 h 3027228"/>
                <a:gd name="connsiteX1" fmla="*/ 8145760 w 8167828"/>
                <a:gd name="connsiteY1" fmla="*/ 1686913 h 3027228"/>
                <a:gd name="connsiteX2" fmla="*/ 4123353 w 8167828"/>
                <a:gd name="connsiteY2" fmla="*/ 3026474 h 3027228"/>
                <a:gd name="connsiteX3" fmla="*/ 2295 w 8167828"/>
                <a:gd name="connsiteY3" fmla="*/ 1577910 h 3027228"/>
                <a:gd name="connsiteX4" fmla="*/ 767 w 8167828"/>
                <a:gd name="connsiteY4" fmla="*/ 106969 h 3027228"/>
                <a:gd name="connsiteX5" fmla="*/ 4068271 w 8167828"/>
                <a:gd name="connsiteY5" fmla="*/ 1525866 h 3027228"/>
                <a:gd name="connsiteX6" fmla="*/ 8167828 w 8167828"/>
                <a:gd name="connsiteY6" fmla="*/ 0 h 3027228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23689 w 8145760"/>
                <a:gd name="connsiteY0" fmla="*/ 13560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9 w 8145760"/>
                <a:gd name="connsiteY6" fmla="*/ 13560 h 2920259"/>
                <a:gd name="connsiteX0" fmla="*/ 8178863 w 8178863"/>
                <a:gd name="connsiteY0" fmla="*/ 26952 h 2920259"/>
                <a:gd name="connsiteX1" fmla="*/ 8145760 w 8178863"/>
                <a:gd name="connsiteY1" fmla="*/ 1579944 h 2920259"/>
                <a:gd name="connsiteX2" fmla="*/ 4123353 w 8178863"/>
                <a:gd name="connsiteY2" fmla="*/ 2919505 h 2920259"/>
                <a:gd name="connsiteX3" fmla="*/ 2295 w 8178863"/>
                <a:gd name="connsiteY3" fmla="*/ 1470941 h 2920259"/>
                <a:gd name="connsiteX4" fmla="*/ 767 w 8178863"/>
                <a:gd name="connsiteY4" fmla="*/ 0 h 2920259"/>
                <a:gd name="connsiteX5" fmla="*/ 4068271 w 8178863"/>
                <a:gd name="connsiteY5" fmla="*/ 1418897 h 2920259"/>
                <a:gd name="connsiteX6" fmla="*/ 8178863 w 8178863"/>
                <a:gd name="connsiteY6" fmla="*/ 26952 h 2920259"/>
                <a:gd name="connsiteX0" fmla="*/ 8167827 w 8167827"/>
                <a:gd name="connsiteY0" fmla="*/ 40343 h 2920259"/>
                <a:gd name="connsiteX1" fmla="*/ 8145760 w 8167827"/>
                <a:gd name="connsiteY1" fmla="*/ 1579944 h 2920259"/>
                <a:gd name="connsiteX2" fmla="*/ 4123353 w 8167827"/>
                <a:gd name="connsiteY2" fmla="*/ 2919505 h 2920259"/>
                <a:gd name="connsiteX3" fmla="*/ 2295 w 8167827"/>
                <a:gd name="connsiteY3" fmla="*/ 1470941 h 2920259"/>
                <a:gd name="connsiteX4" fmla="*/ 767 w 8167827"/>
                <a:gd name="connsiteY4" fmla="*/ 0 h 2920259"/>
                <a:gd name="connsiteX5" fmla="*/ 4068271 w 8167827"/>
                <a:gd name="connsiteY5" fmla="*/ 1418897 h 2920259"/>
                <a:gd name="connsiteX6" fmla="*/ 8167827 w 8167827"/>
                <a:gd name="connsiteY6" fmla="*/ 40343 h 2920259"/>
                <a:gd name="connsiteX0" fmla="*/ 8123687 w 8145760"/>
                <a:gd name="connsiteY0" fmla="*/ 53735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7 w 8145760"/>
                <a:gd name="connsiteY6" fmla="*/ 53735 h 2920259"/>
                <a:gd name="connsiteX0" fmla="*/ 8161918 w 8161918"/>
                <a:gd name="connsiteY0" fmla="*/ 0 h 2943855"/>
                <a:gd name="connsiteX1" fmla="*/ 8145760 w 8161918"/>
                <a:gd name="connsiteY1" fmla="*/ 1603540 h 2943855"/>
                <a:gd name="connsiteX2" fmla="*/ 4123353 w 8161918"/>
                <a:gd name="connsiteY2" fmla="*/ 2943101 h 2943855"/>
                <a:gd name="connsiteX3" fmla="*/ 2295 w 8161918"/>
                <a:gd name="connsiteY3" fmla="*/ 1494537 h 2943855"/>
                <a:gd name="connsiteX4" fmla="*/ 767 w 8161918"/>
                <a:gd name="connsiteY4" fmla="*/ 23596 h 2943855"/>
                <a:gd name="connsiteX5" fmla="*/ 4068271 w 8161918"/>
                <a:gd name="connsiteY5" fmla="*/ 1442493 h 2943855"/>
                <a:gd name="connsiteX6" fmla="*/ 8161918 w 8161918"/>
                <a:gd name="connsiteY6" fmla="*/ 0 h 2943855"/>
                <a:gd name="connsiteX0" fmla="*/ 8144926 w 8145760"/>
                <a:gd name="connsiteY0" fmla="*/ 43424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44926 w 8145760"/>
                <a:gd name="connsiteY6" fmla="*/ 43424 h 2920259"/>
                <a:gd name="connsiteX0" fmla="*/ 8161918 w 8161918"/>
                <a:gd name="connsiteY0" fmla="*/ 0 h 2959321"/>
                <a:gd name="connsiteX1" fmla="*/ 8145760 w 8161918"/>
                <a:gd name="connsiteY1" fmla="*/ 1619006 h 2959321"/>
                <a:gd name="connsiteX2" fmla="*/ 4123353 w 8161918"/>
                <a:gd name="connsiteY2" fmla="*/ 2958567 h 2959321"/>
                <a:gd name="connsiteX3" fmla="*/ 2295 w 8161918"/>
                <a:gd name="connsiteY3" fmla="*/ 1510003 h 2959321"/>
                <a:gd name="connsiteX4" fmla="*/ 767 w 8161918"/>
                <a:gd name="connsiteY4" fmla="*/ 39062 h 2959321"/>
                <a:gd name="connsiteX5" fmla="*/ 4068271 w 8161918"/>
                <a:gd name="connsiteY5" fmla="*/ 1457959 h 2959321"/>
                <a:gd name="connsiteX6" fmla="*/ 8161918 w 8161918"/>
                <a:gd name="connsiteY6" fmla="*/ 0 h 2959321"/>
                <a:gd name="connsiteX0" fmla="*/ 8161918 w 8162752"/>
                <a:gd name="connsiteY0" fmla="*/ 0 h 2959488"/>
                <a:gd name="connsiteX1" fmla="*/ 8162752 w 8162752"/>
                <a:gd name="connsiteY1" fmla="*/ 1629317 h 2959488"/>
                <a:gd name="connsiteX2" fmla="*/ 4123353 w 8162752"/>
                <a:gd name="connsiteY2" fmla="*/ 2958567 h 2959488"/>
                <a:gd name="connsiteX3" fmla="*/ 2295 w 8162752"/>
                <a:gd name="connsiteY3" fmla="*/ 1510003 h 2959488"/>
                <a:gd name="connsiteX4" fmla="*/ 767 w 8162752"/>
                <a:gd name="connsiteY4" fmla="*/ 39062 h 2959488"/>
                <a:gd name="connsiteX5" fmla="*/ 4068271 w 8162752"/>
                <a:gd name="connsiteY5" fmla="*/ 1457959 h 2959488"/>
                <a:gd name="connsiteX6" fmla="*/ 8161918 w 8162752"/>
                <a:gd name="connsiteY6" fmla="*/ 0 h 2959488"/>
                <a:gd name="connsiteX0" fmla="*/ 8165930 w 8166764"/>
                <a:gd name="connsiteY0" fmla="*/ 7337 h 2966825"/>
                <a:gd name="connsiteX1" fmla="*/ 8166764 w 8166764"/>
                <a:gd name="connsiteY1" fmla="*/ 1636654 h 2966825"/>
                <a:gd name="connsiteX2" fmla="*/ 4127365 w 8166764"/>
                <a:gd name="connsiteY2" fmla="*/ 2965904 h 2966825"/>
                <a:gd name="connsiteX3" fmla="*/ 6307 w 8166764"/>
                <a:gd name="connsiteY3" fmla="*/ 1517340 h 2966825"/>
                <a:gd name="connsiteX4" fmla="*/ 532 w 8166764"/>
                <a:gd name="connsiteY4" fmla="*/ 0 h 2966825"/>
                <a:gd name="connsiteX5" fmla="*/ 4072283 w 8166764"/>
                <a:gd name="connsiteY5" fmla="*/ 1465296 h 2966825"/>
                <a:gd name="connsiteX6" fmla="*/ 8165930 w 8166764"/>
                <a:gd name="connsiteY6" fmla="*/ 7337 h 2966825"/>
                <a:gd name="connsiteX0" fmla="*/ 8168119 w 8168953"/>
                <a:gd name="connsiteY0" fmla="*/ 7337 h 2966682"/>
                <a:gd name="connsiteX1" fmla="*/ 8168953 w 8168953"/>
                <a:gd name="connsiteY1" fmla="*/ 1636654 h 2966682"/>
                <a:gd name="connsiteX2" fmla="*/ 4129554 w 8168953"/>
                <a:gd name="connsiteY2" fmla="*/ 2965904 h 2966682"/>
                <a:gd name="connsiteX3" fmla="*/ 0 w 8168953"/>
                <a:gd name="connsiteY3" fmla="*/ 1527651 h 2966682"/>
                <a:gd name="connsiteX4" fmla="*/ 2721 w 8168953"/>
                <a:gd name="connsiteY4" fmla="*/ 0 h 2966682"/>
                <a:gd name="connsiteX5" fmla="*/ 4074472 w 8168953"/>
                <a:gd name="connsiteY5" fmla="*/ 1465296 h 2966682"/>
                <a:gd name="connsiteX6" fmla="*/ 8168119 w 8168953"/>
                <a:gd name="connsiteY6" fmla="*/ 7337 h 2966682"/>
                <a:gd name="connsiteX0" fmla="*/ 8168119 w 8168953"/>
                <a:gd name="connsiteY0" fmla="*/ 7337 h 3100377"/>
                <a:gd name="connsiteX1" fmla="*/ 8168953 w 8168953"/>
                <a:gd name="connsiteY1" fmla="*/ 1636654 h 3100377"/>
                <a:gd name="connsiteX2" fmla="*/ 4118520 w 8168953"/>
                <a:gd name="connsiteY2" fmla="*/ 3099826 h 3100377"/>
                <a:gd name="connsiteX3" fmla="*/ 0 w 8168953"/>
                <a:gd name="connsiteY3" fmla="*/ 1527651 h 3100377"/>
                <a:gd name="connsiteX4" fmla="*/ 2721 w 8168953"/>
                <a:gd name="connsiteY4" fmla="*/ 0 h 3100377"/>
                <a:gd name="connsiteX5" fmla="*/ 4074472 w 8168953"/>
                <a:gd name="connsiteY5" fmla="*/ 1465296 h 3100377"/>
                <a:gd name="connsiteX6" fmla="*/ 8168119 w 8168953"/>
                <a:gd name="connsiteY6" fmla="*/ 7337 h 3100377"/>
                <a:gd name="connsiteX0" fmla="*/ 8168119 w 8168953"/>
                <a:gd name="connsiteY0" fmla="*/ 7337 h 3100429"/>
                <a:gd name="connsiteX1" fmla="*/ 8168953 w 8168953"/>
                <a:gd name="connsiteY1" fmla="*/ 1636654 h 3100429"/>
                <a:gd name="connsiteX2" fmla="*/ 4118520 w 8168953"/>
                <a:gd name="connsiteY2" fmla="*/ 3099826 h 3100429"/>
                <a:gd name="connsiteX3" fmla="*/ 0 w 8168953"/>
                <a:gd name="connsiteY3" fmla="*/ 1527651 h 3100429"/>
                <a:gd name="connsiteX4" fmla="*/ 2721 w 8168953"/>
                <a:gd name="connsiteY4" fmla="*/ 0 h 3100429"/>
                <a:gd name="connsiteX5" fmla="*/ 4074472 w 8168953"/>
                <a:gd name="connsiteY5" fmla="*/ 1465296 h 3100429"/>
                <a:gd name="connsiteX6" fmla="*/ 8168119 w 8168953"/>
                <a:gd name="connsiteY6" fmla="*/ 7337 h 3100429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166683" h="3099826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bg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                   </a:t>
              </a:r>
            </a:p>
          </p:txBody>
        </p:sp>
        <p:sp>
          <p:nvSpPr>
            <p:cNvPr id="261" name="Oval 260">
              <a:extLst>
                <a:ext uri="{FF2B5EF4-FFF2-40B4-BE49-F238E27FC236}">
                  <a16:creationId xmlns:a16="http://schemas.microsoft.com/office/drawing/2014/main" id="{B75DAF39-296E-174B-9017-65859A66C614}"/>
                </a:ext>
              </a:extLst>
            </p:cNvPr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              </a:t>
              </a:r>
            </a:p>
          </p:txBody>
        </p:sp>
        <p:grpSp>
          <p:nvGrpSpPr>
            <p:cNvPr id="262" name="Group 261">
              <a:extLst>
                <a:ext uri="{FF2B5EF4-FFF2-40B4-BE49-F238E27FC236}">
                  <a16:creationId xmlns:a16="http://schemas.microsoft.com/office/drawing/2014/main" id="{F88F2AE9-EF9D-9349-9FB8-E52CAD986B93}"/>
                </a:ext>
              </a:extLst>
            </p:cNvPr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263" name="Freeform 262">
                <a:extLst>
                  <a:ext uri="{FF2B5EF4-FFF2-40B4-BE49-F238E27FC236}">
                    <a16:creationId xmlns:a16="http://schemas.microsoft.com/office/drawing/2014/main" id="{FB60E484-FF23-D44E-87D8-BB30525A1A16}"/>
                  </a:ext>
                </a:extLst>
              </p:cNvPr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avLst/>
                <a:gdLst>
                  <a:gd name="connsiteX0" fmla="*/ 3725333 w 4588933"/>
                  <a:gd name="connsiteY0" fmla="*/ 0 h 1049866"/>
                  <a:gd name="connsiteX1" fmla="*/ 4588933 w 4588933"/>
                  <a:gd name="connsiteY1" fmla="*/ 270933 h 1049866"/>
                  <a:gd name="connsiteX2" fmla="*/ 3962400 w 4588933"/>
                  <a:gd name="connsiteY2" fmla="*/ 541866 h 1049866"/>
                  <a:gd name="connsiteX3" fmla="*/ 3742267 w 4588933"/>
                  <a:gd name="connsiteY3" fmla="*/ 457200 h 1049866"/>
                  <a:gd name="connsiteX4" fmla="*/ 2269067 w 4588933"/>
                  <a:gd name="connsiteY4" fmla="*/ 1049866 h 1049866"/>
                  <a:gd name="connsiteX5" fmla="*/ 880533 w 4588933"/>
                  <a:gd name="connsiteY5" fmla="*/ 457200 h 1049866"/>
                  <a:gd name="connsiteX6" fmla="*/ 592667 w 4588933"/>
                  <a:gd name="connsiteY6" fmla="*/ 541866 h 1049866"/>
                  <a:gd name="connsiteX7" fmla="*/ 0 w 4588933"/>
                  <a:gd name="connsiteY7" fmla="*/ 254000 h 1049866"/>
                  <a:gd name="connsiteX8" fmla="*/ 880533 w 4588933"/>
                  <a:gd name="connsiteY8" fmla="*/ 16933 h 1049866"/>
                  <a:gd name="connsiteX9" fmla="*/ 2302933 w 4588933"/>
                  <a:gd name="connsiteY9" fmla="*/ 626533 h 1049866"/>
                  <a:gd name="connsiteX10" fmla="*/ 3725333 w 4588933"/>
                  <a:gd name="connsiteY10" fmla="*/ 0 h 1049866"/>
                  <a:gd name="connsiteX0" fmla="*/ 3725333 w 4641485"/>
                  <a:gd name="connsiteY0" fmla="*/ 0 h 1049866"/>
                  <a:gd name="connsiteX1" fmla="*/ 4641485 w 4641485"/>
                  <a:gd name="connsiteY1" fmla="*/ 239402 h 1049866"/>
                  <a:gd name="connsiteX2" fmla="*/ 3962400 w 4641485"/>
                  <a:gd name="connsiteY2" fmla="*/ 541866 h 1049866"/>
                  <a:gd name="connsiteX3" fmla="*/ 3742267 w 4641485"/>
                  <a:gd name="connsiteY3" fmla="*/ 457200 h 1049866"/>
                  <a:gd name="connsiteX4" fmla="*/ 2269067 w 4641485"/>
                  <a:gd name="connsiteY4" fmla="*/ 1049866 h 1049866"/>
                  <a:gd name="connsiteX5" fmla="*/ 880533 w 4641485"/>
                  <a:gd name="connsiteY5" fmla="*/ 457200 h 1049866"/>
                  <a:gd name="connsiteX6" fmla="*/ 592667 w 4641485"/>
                  <a:gd name="connsiteY6" fmla="*/ 541866 h 1049866"/>
                  <a:gd name="connsiteX7" fmla="*/ 0 w 4641485"/>
                  <a:gd name="connsiteY7" fmla="*/ 254000 h 1049866"/>
                  <a:gd name="connsiteX8" fmla="*/ 880533 w 4641485"/>
                  <a:gd name="connsiteY8" fmla="*/ 16933 h 1049866"/>
                  <a:gd name="connsiteX9" fmla="*/ 2302933 w 4641485"/>
                  <a:gd name="connsiteY9" fmla="*/ 626533 h 1049866"/>
                  <a:gd name="connsiteX10" fmla="*/ 3725333 w 4641485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73798 w 4673016"/>
                  <a:gd name="connsiteY3" fmla="*/ 45720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84308 w 4673016"/>
                  <a:gd name="connsiteY3" fmla="*/ 404648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815839 w 4673016"/>
                  <a:gd name="connsiteY3" fmla="*/ 46771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4673016" h="104986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264" name="Freeform 263">
                <a:extLst>
                  <a:ext uri="{FF2B5EF4-FFF2-40B4-BE49-F238E27FC236}">
                    <a16:creationId xmlns:a16="http://schemas.microsoft.com/office/drawing/2014/main" id="{B0FF7CDC-AB3A-6C44-8273-6FEA8A00EF4A}"/>
                  </a:ext>
                </a:extLst>
              </p:cNvPr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avLst/>
                <a:gdLst>
                  <a:gd name="connsiteX0" fmla="*/ 21021 w 1744718"/>
                  <a:gd name="connsiteY0" fmla="*/ 0 h 903890"/>
                  <a:gd name="connsiteX1" fmla="*/ 1744718 w 1744718"/>
                  <a:gd name="connsiteY1" fmla="*/ 693683 h 903890"/>
                  <a:gd name="connsiteX2" fmla="*/ 1145628 w 1744718"/>
                  <a:gd name="connsiteY2" fmla="*/ 903890 h 903890"/>
                  <a:gd name="connsiteX3" fmla="*/ 0 w 1744718"/>
                  <a:gd name="connsiteY3" fmla="*/ 451945 h 903890"/>
                  <a:gd name="connsiteX4" fmla="*/ 21021 w 1744718"/>
                  <a:gd name="connsiteY4" fmla="*/ 0 h 9038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44718" h="903890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265" name="Freeform 264">
                <a:extLst>
                  <a:ext uri="{FF2B5EF4-FFF2-40B4-BE49-F238E27FC236}">
                    <a16:creationId xmlns:a16="http://schemas.microsoft.com/office/drawing/2014/main" id="{D102FF9A-7D62-CC4B-8939-37FC1A1E61D3}"/>
                  </a:ext>
                </a:extLst>
              </p:cNvPr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avLst/>
                <a:gdLst>
                  <a:gd name="connsiteX0" fmla="*/ 1702676 w 1713187"/>
                  <a:gd name="connsiteY0" fmla="*/ 0 h 893380"/>
                  <a:gd name="connsiteX1" fmla="*/ 1713187 w 1713187"/>
                  <a:gd name="connsiteY1" fmla="*/ 472966 h 893380"/>
                  <a:gd name="connsiteX2" fmla="*/ 578069 w 1713187"/>
                  <a:gd name="connsiteY2" fmla="*/ 893380 h 893380"/>
                  <a:gd name="connsiteX3" fmla="*/ 0 w 1713187"/>
                  <a:gd name="connsiteY3" fmla="*/ 693683 h 893380"/>
                  <a:gd name="connsiteX4" fmla="*/ 1702676 w 1713187"/>
                  <a:gd name="connsiteY4" fmla="*/ 0 h 8933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13187" h="893380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266" name="Freeform 265">
                <a:extLst>
                  <a:ext uri="{FF2B5EF4-FFF2-40B4-BE49-F238E27FC236}">
                    <a16:creationId xmlns:a16="http://schemas.microsoft.com/office/drawing/2014/main" id="{928B49DE-7679-8C46-A671-A7856D8F840E}"/>
                  </a:ext>
                </a:extLst>
              </p:cNvPr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avLst/>
                <a:gdLst>
                  <a:gd name="connsiteX0" fmla="*/ 599089 w 4162096"/>
                  <a:gd name="connsiteY0" fmla="*/ 273269 h 1618593"/>
                  <a:gd name="connsiteX1" fmla="*/ 882869 w 4162096"/>
                  <a:gd name="connsiteY1" fmla="*/ 199697 h 1618593"/>
                  <a:gd name="connsiteX2" fmla="*/ 2312276 w 4162096"/>
                  <a:gd name="connsiteY2" fmla="*/ 798786 h 1618593"/>
                  <a:gd name="connsiteX3" fmla="*/ 3794234 w 4162096"/>
                  <a:gd name="connsiteY3" fmla="*/ 199697 h 1618593"/>
                  <a:gd name="connsiteX4" fmla="*/ 4014951 w 4162096"/>
                  <a:gd name="connsiteY4" fmla="*/ 273269 h 1618593"/>
                  <a:gd name="connsiteX5" fmla="*/ 3058510 w 4162096"/>
                  <a:gd name="connsiteY5" fmla="*/ 641131 h 1618593"/>
                  <a:gd name="connsiteX6" fmla="*/ 3026979 w 4162096"/>
                  <a:gd name="connsiteY6" fmla="*/ 1114097 h 1618593"/>
                  <a:gd name="connsiteX7" fmla="*/ 4162096 w 4162096"/>
                  <a:gd name="connsiteY7" fmla="*/ 1545021 h 1618593"/>
                  <a:gd name="connsiteX8" fmla="*/ 3878317 w 4162096"/>
                  <a:gd name="connsiteY8" fmla="*/ 1608083 h 1618593"/>
                  <a:gd name="connsiteX9" fmla="*/ 2301765 w 4162096"/>
                  <a:gd name="connsiteY9" fmla="*/ 945931 h 1618593"/>
                  <a:gd name="connsiteX10" fmla="*/ 693682 w 4162096"/>
                  <a:gd name="connsiteY10" fmla="*/ 1618593 h 1618593"/>
                  <a:gd name="connsiteX11" fmla="*/ 430924 w 4162096"/>
                  <a:gd name="connsiteY11" fmla="*/ 1524000 h 1618593"/>
                  <a:gd name="connsiteX12" fmla="*/ 1576551 w 4162096"/>
                  <a:gd name="connsiteY12" fmla="*/ 1082566 h 1618593"/>
                  <a:gd name="connsiteX13" fmla="*/ 1545020 w 4162096"/>
                  <a:gd name="connsiteY13" fmla="*/ 609600 h 1618593"/>
                  <a:gd name="connsiteX14" fmla="*/ 0 w 4162096"/>
                  <a:gd name="connsiteY14" fmla="*/ 0 h 1618593"/>
                  <a:gd name="connsiteX15" fmla="*/ 872358 w 4162096"/>
                  <a:gd name="connsiteY15" fmla="*/ 210207 h 1618593"/>
                  <a:gd name="connsiteX16" fmla="*/ 872358 w 4162096"/>
                  <a:gd name="connsiteY16" fmla="*/ 210207 h 1618593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15" fmla="*/ 441434 w 3731172"/>
                  <a:gd name="connsiteY15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357351 w 3731172"/>
                  <a:gd name="connsiteY14" fmla="*/ 115613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56137 w 3731172"/>
                  <a:gd name="connsiteY13" fmla="*/ 441434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903890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575034 w 3710151"/>
                  <a:gd name="connsiteY6" fmla="*/ 91440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06565 w 3710151"/>
                  <a:gd name="connsiteY6" fmla="*/ 92491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5151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09858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62012 w 3725019"/>
                  <a:gd name="connsiteY0" fmla="*/ 73572 h 1418896"/>
                  <a:gd name="connsiteX1" fmla="*/ 445792 w 3725019"/>
                  <a:gd name="connsiteY1" fmla="*/ 0 h 1418896"/>
                  <a:gd name="connsiteX2" fmla="*/ 1852896 w 3725019"/>
                  <a:gd name="connsiteY2" fmla="*/ 591655 h 1418896"/>
                  <a:gd name="connsiteX3" fmla="*/ 3357157 w 3725019"/>
                  <a:gd name="connsiteY3" fmla="*/ 0 h 1418896"/>
                  <a:gd name="connsiteX4" fmla="*/ 3577874 w 3725019"/>
                  <a:gd name="connsiteY4" fmla="*/ 73572 h 1418896"/>
                  <a:gd name="connsiteX5" fmla="*/ 2632585 w 3725019"/>
                  <a:gd name="connsiteY5" fmla="*/ 448868 h 1418896"/>
                  <a:gd name="connsiteX6" fmla="*/ 2625150 w 3725019"/>
                  <a:gd name="connsiteY6" fmla="*/ 902607 h 1418896"/>
                  <a:gd name="connsiteX7" fmla="*/ 3725019 w 3725019"/>
                  <a:gd name="connsiteY7" fmla="*/ 1345324 h 1418896"/>
                  <a:gd name="connsiteX8" fmla="*/ 3441240 w 3725019"/>
                  <a:gd name="connsiteY8" fmla="*/ 1408386 h 1418896"/>
                  <a:gd name="connsiteX9" fmla="*/ 1864688 w 3725019"/>
                  <a:gd name="connsiteY9" fmla="*/ 746234 h 1418896"/>
                  <a:gd name="connsiteX10" fmla="*/ 256605 w 3725019"/>
                  <a:gd name="connsiteY10" fmla="*/ 1418896 h 1418896"/>
                  <a:gd name="connsiteX11" fmla="*/ 0 w 3725019"/>
                  <a:gd name="connsiteY11" fmla="*/ 1331097 h 1418896"/>
                  <a:gd name="connsiteX12" fmla="*/ 1113454 w 3725019"/>
                  <a:gd name="connsiteY12" fmla="*/ 903890 h 1418896"/>
                  <a:gd name="connsiteX13" fmla="*/ 1102302 w 3725019"/>
                  <a:gd name="connsiteY13" fmla="*/ 451945 h 1418896"/>
                  <a:gd name="connsiteX14" fmla="*/ 183032 w 3725019"/>
                  <a:gd name="connsiteY14" fmla="*/ 84081 h 1418896"/>
                  <a:gd name="connsiteX15" fmla="*/ 162012 w 3725019"/>
                  <a:gd name="connsiteY15" fmla="*/ 73572 h 14188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725019" h="1418896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</p:grpSp>
      </p:grpSp>
      <p:sp>
        <p:nvSpPr>
          <p:cNvPr id="179" name="Freeform 254">
            <a:extLst>
              <a:ext uri="{FF2B5EF4-FFF2-40B4-BE49-F238E27FC236}">
                <a16:creationId xmlns:a16="http://schemas.microsoft.com/office/drawing/2014/main" id="{4BD65FCE-B086-1C41-89A5-8DAF6BA0013D}"/>
              </a:ext>
            </a:extLst>
          </p:cNvPr>
          <p:cNvSpPr>
            <a:spLocks/>
          </p:cNvSpPr>
          <p:nvPr/>
        </p:nvSpPr>
        <p:spPr bwMode="auto">
          <a:xfrm>
            <a:off x="11178866" y="2363683"/>
            <a:ext cx="250825" cy="1212850"/>
          </a:xfrm>
          <a:custGeom>
            <a:avLst/>
            <a:gdLst>
              <a:gd name="T0" fmla="*/ 2147483647 w 366"/>
              <a:gd name="T1" fmla="*/ 2147483647 h 1284"/>
              <a:gd name="T2" fmla="*/ 2147483647 w 366"/>
              <a:gd name="T3" fmla="*/ 0 h 1284"/>
              <a:gd name="T4" fmla="*/ 0 w 366"/>
              <a:gd name="T5" fmla="*/ 2147483647 h 1284"/>
              <a:gd name="T6" fmla="*/ 2147483647 w 366"/>
              <a:gd name="T7" fmla="*/ 2147483647 h 1284"/>
              <a:gd name="T8" fmla="*/ 2147483647 w 366"/>
              <a:gd name="T9" fmla="*/ 2147483647 h 1284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366" h="1284">
                <a:moveTo>
                  <a:pt x="366" y="1278"/>
                </a:moveTo>
                <a:lnTo>
                  <a:pt x="12" y="0"/>
                </a:lnTo>
                <a:lnTo>
                  <a:pt x="0" y="1224"/>
                </a:lnTo>
                <a:lnTo>
                  <a:pt x="186" y="1284"/>
                </a:lnTo>
                <a:lnTo>
                  <a:pt x="366" y="1278"/>
                </a:lnTo>
                <a:close/>
              </a:path>
            </a:pathLst>
          </a:custGeom>
          <a:gradFill rotWithShape="1">
            <a:gsLst>
              <a:gs pos="0">
                <a:srgbClr val="B2B2B2"/>
              </a:gs>
              <a:gs pos="100000">
                <a:srgbClr val="FFFFFF"/>
              </a:gs>
            </a:gsLst>
            <a:lin ang="0" scaled="1"/>
          </a:gradFill>
          <a:ln w="9525">
            <a:solidFill>
              <a:srgbClr val="DDDDDD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grpSp>
        <p:nvGrpSpPr>
          <p:cNvPr id="180" name="Group 289">
            <a:extLst>
              <a:ext uri="{FF2B5EF4-FFF2-40B4-BE49-F238E27FC236}">
                <a16:creationId xmlns:a16="http://schemas.microsoft.com/office/drawing/2014/main" id="{282CC52C-6D00-A04B-884E-AF704D4FD9CC}"/>
              </a:ext>
            </a:extLst>
          </p:cNvPr>
          <p:cNvGrpSpPr>
            <a:grpSpLocks/>
          </p:cNvGrpSpPr>
          <p:nvPr/>
        </p:nvGrpSpPr>
        <p:grpSpPr bwMode="auto">
          <a:xfrm>
            <a:off x="11355079" y="3260620"/>
            <a:ext cx="231775" cy="441325"/>
            <a:chOff x="4140" y="429"/>
            <a:chExt cx="1425" cy="2396"/>
          </a:xfrm>
        </p:grpSpPr>
        <p:sp>
          <p:nvSpPr>
            <p:cNvPr id="228" name="Freeform 290">
              <a:extLst>
                <a:ext uri="{FF2B5EF4-FFF2-40B4-BE49-F238E27FC236}">
                  <a16:creationId xmlns:a16="http://schemas.microsoft.com/office/drawing/2014/main" id="{DD58842D-C583-744E-BFD5-323B2ED543E8}"/>
                </a:ext>
              </a:extLst>
            </p:cNvPr>
            <p:cNvSpPr>
              <a:spLocks/>
            </p:cNvSpPr>
            <p:nvPr/>
          </p:nvSpPr>
          <p:spPr bwMode="auto">
            <a:xfrm>
              <a:off x="5268" y="433"/>
              <a:ext cx="283" cy="2286"/>
            </a:xfrm>
            <a:custGeom>
              <a:avLst/>
              <a:gdLst>
                <a:gd name="T0" fmla="*/ 7 w 354"/>
                <a:gd name="T1" fmla="*/ 0 h 2742"/>
                <a:gd name="T2" fmla="*/ 38 w 354"/>
                <a:gd name="T3" fmla="*/ 55 h 2742"/>
                <a:gd name="T4" fmla="*/ 37 w 354"/>
                <a:gd name="T5" fmla="*/ 425 h 2742"/>
                <a:gd name="T6" fmla="*/ 0 w 354"/>
                <a:gd name="T7" fmla="*/ 445 h 2742"/>
                <a:gd name="T8" fmla="*/ 7 w 354"/>
                <a:gd name="T9" fmla="*/ 0 h 274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4" h="2742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 rotWithShape="1"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229" name="Rectangle 291">
              <a:extLst>
                <a:ext uri="{FF2B5EF4-FFF2-40B4-BE49-F238E27FC236}">
                  <a16:creationId xmlns:a16="http://schemas.microsoft.com/office/drawing/2014/main" id="{7A587CA9-D508-B244-898D-908A8BD8F72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08" y="429"/>
              <a:ext cx="1044" cy="2284"/>
            </a:xfrm>
            <a:prstGeom prst="rect">
              <a:avLst/>
            </a:pr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230" name="Freeform 292">
              <a:extLst>
                <a:ext uri="{FF2B5EF4-FFF2-40B4-BE49-F238E27FC236}">
                  <a16:creationId xmlns:a16="http://schemas.microsoft.com/office/drawing/2014/main" id="{15485B65-6A91-A741-B71C-C9054384FF19}"/>
                </a:ext>
              </a:extLst>
            </p:cNvPr>
            <p:cNvSpPr>
              <a:spLocks/>
            </p:cNvSpPr>
            <p:nvPr/>
          </p:nvSpPr>
          <p:spPr bwMode="auto">
            <a:xfrm>
              <a:off x="5321" y="570"/>
              <a:ext cx="169" cy="2115"/>
            </a:xfrm>
            <a:custGeom>
              <a:avLst/>
              <a:gdLst>
                <a:gd name="T0" fmla="*/ 2 w 211"/>
                <a:gd name="T1" fmla="*/ 0 h 2537"/>
                <a:gd name="T2" fmla="*/ 23 w 211"/>
                <a:gd name="T3" fmla="*/ 36 h 2537"/>
                <a:gd name="T4" fmla="*/ 2 w 211"/>
                <a:gd name="T5" fmla="*/ 405 h 2537"/>
                <a:gd name="T6" fmla="*/ 2 w 211"/>
                <a:gd name="T7" fmla="*/ 0 h 2537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11" h="2537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 rotWithShape="1"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231" name="Freeform 293">
              <a:extLst>
                <a:ext uri="{FF2B5EF4-FFF2-40B4-BE49-F238E27FC236}">
                  <a16:creationId xmlns:a16="http://schemas.microsoft.com/office/drawing/2014/main" id="{9FD462AB-E254-4B44-ACEE-57DF3FEA3E4E}"/>
                </a:ext>
              </a:extLst>
            </p:cNvPr>
            <p:cNvSpPr>
              <a:spLocks/>
            </p:cNvSpPr>
            <p:nvPr/>
          </p:nvSpPr>
          <p:spPr bwMode="auto">
            <a:xfrm>
              <a:off x="5284" y="1640"/>
              <a:ext cx="263" cy="189"/>
            </a:xfrm>
            <a:custGeom>
              <a:avLst/>
              <a:gdLst>
                <a:gd name="T0" fmla="*/ 2 w 328"/>
                <a:gd name="T1" fmla="*/ 0 h 226"/>
                <a:gd name="T2" fmla="*/ 36 w 328"/>
                <a:gd name="T3" fmla="*/ 21 h 226"/>
                <a:gd name="T4" fmla="*/ 36 w 328"/>
                <a:gd name="T5" fmla="*/ 38 h 226"/>
                <a:gd name="T6" fmla="*/ 0 w 328"/>
                <a:gd name="T7" fmla="*/ 16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232" name="Rectangle 294">
              <a:extLst>
                <a:ext uri="{FF2B5EF4-FFF2-40B4-BE49-F238E27FC236}">
                  <a16:creationId xmlns:a16="http://schemas.microsoft.com/office/drawing/2014/main" id="{8B02D026-F14D-2740-A4A5-53851F0B246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08" y="696"/>
              <a:ext cx="595" cy="43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grpSp>
          <p:nvGrpSpPr>
            <p:cNvPr id="233" name="Group 295">
              <a:extLst>
                <a:ext uri="{FF2B5EF4-FFF2-40B4-BE49-F238E27FC236}">
                  <a16:creationId xmlns:a16="http://schemas.microsoft.com/office/drawing/2014/main" id="{B0C25286-A814-9143-B593-142AD05ACA7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49" y="668"/>
              <a:ext cx="581" cy="145"/>
              <a:chOff x="614" y="2568"/>
              <a:chExt cx="725" cy="139"/>
            </a:xfrm>
          </p:grpSpPr>
          <p:sp>
            <p:nvSpPr>
              <p:cNvPr id="258" name="AutoShape 296">
                <a:extLst>
                  <a:ext uri="{FF2B5EF4-FFF2-40B4-BE49-F238E27FC236}">
                    <a16:creationId xmlns:a16="http://schemas.microsoft.com/office/drawing/2014/main" id="{2F585279-173F-3044-B252-4EED42C34D7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09" y="2570"/>
                <a:ext cx="731" cy="140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endParaRPr>
              </a:p>
            </p:txBody>
          </p:sp>
          <p:sp>
            <p:nvSpPr>
              <p:cNvPr id="259" name="AutoShape 297">
                <a:extLst>
                  <a:ext uri="{FF2B5EF4-FFF2-40B4-BE49-F238E27FC236}">
                    <a16:creationId xmlns:a16="http://schemas.microsoft.com/office/drawing/2014/main" id="{C0B63C95-0F44-8E4E-AEF1-8EEACAC76CD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1" y="2587"/>
                <a:ext cx="706" cy="107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endParaRPr>
              </a:p>
            </p:txBody>
          </p:sp>
        </p:grpSp>
        <p:sp>
          <p:nvSpPr>
            <p:cNvPr id="234" name="Rectangle 298">
              <a:extLst>
                <a:ext uri="{FF2B5EF4-FFF2-40B4-BE49-F238E27FC236}">
                  <a16:creationId xmlns:a16="http://schemas.microsoft.com/office/drawing/2014/main" id="{640C9C7A-DAFB-DB46-B834-AEAC566FA64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28" y="1015"/>
              <a:ext cx="595" cy="52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grpSp>
          <p:nvGrpSpPr>
            <p:cNvPr id="235" name="Group 299">
              <a:extLst>
                <a:ext uri="{FF2B5EF4-FFF2-40B4-BE49-F238E27FC236}">
                  <a16:creationId xmlns:a16="http://schemas.microsoft.com/office/drawing/2014/main" id="{23F48019-DD1C-564E-B574-A8D1DB03F640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47" y="994"/>
              <a:ext cx="581" cy="134"/>
              <a:chOff x="614" y="2568"/>
              <a:chExt cx="725" cy="139"/>
            </a:xfrm>
          </p:grpSpPr>
          <p:sp>
            <p:nvSpPr>
              <p:cNvPr id="256" name="AutoShape 300">
                <a:extLst>
                  <a:ext uri="{FF2B5EF4-FFF2-40B4-BE49-F238E27FC236}">
                    <a16:creationId xmlns:a16="http://schemas.microsoft.com/office/drawing/2014/main" id="{E4024405-5028-0C46-8622-FC0B3C82022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2" y="2572"/>
                <a:ext cx="731" cy="134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endParaRPr>
              </a:p>
            </p:txBody>
          </p:sp>
          <p:sp>
            <p:nvSpPr>
              <p:cNvPr id="257" name="AutoShape 301">
                <a:extLst>
                  <a:ext uri="{FF2B5EF4-FFF2-40B4-BE49-F238E27FC236}">
                    <a16:creationId xmlns:a16="http://schemas.microsoft.com/office/drawing/2014/main" id="{A5F943AE-9009-0944-89F8-AA45045404E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4" y="2590"/>
                <a:ext cx="706" cy="98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endParaRPr>
              </a:p>
            </p:txBody>
          </p:sp>
        </p:grpSp>
        <p:sp>
          <p:nvSpPr>
            <p:cNvPr id="236" name="Rectangle 302">
              <a:extLst>
                <a:ext uri="{FF2B5EF4-FFF2-40B4-BE49-F238E27FC236}">
                  <a16:creationId xmlns:a16="http://schemas.microsoft.com/office/drawing/2014/main" id="{1D7CBC12-6E8F-5743-B297-791903B3F60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18" y="1360"/>
              <a:ext cx="595" cy="43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237" name="Rectangle 303">
              <a:extLst>
                <a:ext uri="{FF2B5EF4-FFF2-40B4-BE49-F238E27FC236}">
                  <a16:creationId xmlns:a16="http://schemas.microsoft.com/office/drawing/2014/main" id="{C3850711-AC6C-D149-8913-D8083044DE4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28" y="1653"/>
              <a:ext cx="595" cy="52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grpSp>
          <p:nvGrpSpPr>
            <p:cNvPr id="238" name="Group 304">
              <a:extLst>
                <a:ext uri="{FF2B5EF4-FFF2-40B4-BE49-F238E27FC236}">
                  <a16:creationId xmlns:a16="http://schemas.microsoft.com/office/drawing/2014/main" id="{9D49FEB6-488F-2048-A11B-E06E76DBE7A4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35" y="1627"/>
              <a:ext cx="582" cy="151"/>
              <a:chOff x="614" y="2568"/>
              <a:chExt cx="725" cy="139"/>
            </a:xfrm>
          </p:grpSpPr>
          <p:sp>
            <p:nvSpPr>
              <p:cNvPr id="254" name="AutoShape 305">
                <a:extLst>
                  <a:ext uri="{FF2B5EF4-FFF2-40B4-BE49-F238E27FC236}">
                    <a16:creationId xmlns:a16="http://schemas.microsoft.com/office/drawing/2014/main" id="{0B25DD4D-3C90-584F-8831-6C80F4C7A98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4" y="2568"/>
                <a:ext cx="730" cy="198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endParaRPr>
              </a:p>
            </p:txBody>
          </p:sp>
          <p:sp>
            <p:nvSpPr>
              <p:cNvPr id="255" name="AutoShape 306">
                <a:extLst>
                  <a:ext uri="{FF2B5EF4-FFF2-40B4-BE49-F238E27FC236}">
                    <a16:creationId xmlns:a16="http://schemas.microsoft.com/office/drawing/2014/main" id="{B7F3D7FB-8973-D44C-AD5E-E00A87134B2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7" y="2584"/>
                <a:ext cx="705" cy="111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endParaRPr>
              </a:p>
            </p:txBody>
          </p:sp>
        </p:grpSp>
        <p:sp>
          <p:nvSpPr>
            <p:cNvPr id="239" name="Freeform 307">
              <a:extLst>
                <a:ext uri="{FF2B5EF4-FFF2-40B4-BE49-F238E27FC236}">
                  <a16:creationId xmlns:a16="http://schemas.microsoft.com/office/drawing/2014/main" id="{43DC40CF-325A-0047-882C-F0B88908FD27}"/>
                </a:ext>
              </a:extLst>
            </p:cNvPr>
            <p:cNvSpPr>
              <a:spLocks/>
            </p:cNvSpPr>
            <p:nvPr/>
          </p:nvSpPr>
          <p:spPr bwMode="auto">
            <a:xfrm>
              <a:off x="5288" y="1354"/>
              <a:ext cx="263" cy="188"/>
            </a:xfrm>
            <a:custGeom>
              <a:avLst/>
              <a:gdLst>
                <a:gd name="T0" fmla="*/ 2 w 328"/>
                <a:gd name="T1" fmla="*/ 0 h 226"/>
                <a:gd name="T2" fmla="*/ 36 w 328"/>
                <a:gd name="T3" fmla="*/ 20 h 226"/>
                <a:gd name="T4" fmla="*/ 36 w 328"/>
                <a:gd name="T5" fmla="*/ 36 h 226"/>
                <a:gd name="T6" fmla="*/ 0 w 328"/>
                <a:gd name="T7" fmla="*/ 15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grpSp>
          <p:nvGrpSpPr>
            <p:cNvPr id="240" name="Group 308">
              <a:extLst>
                <a:ext uri="{FF2B5EF4-FFF2-40B4-BE49-F238E27FC236}">
                  <a16:creationId xmlns:a16="http://schemas.microsoft.com/office/drawing/2014/main" id="{F5FBB7ED-0006-594A-8F05-82D90CE6725A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39" y="1327"/>
              <a:ext cx="582" cy="139"/>
              <a:chOff x="614" y="2568"/>
              <a:chExt cx="725" cy="139"/>
            </a:xfrm>
          </p:grpSpPr>
          <p:sp>
            <p:nvSpPr>
              <p:cNvPr id="252" name="AutoShape 309">
                <a:extLst>
                  <a:ext uri="{FF2B5EF4-FFF2-40B4-BE49-F238E27FC236}">
                    <a16:creationId xmlns:a16="http://schemas.microsoft.com/office/drawing/2014/main" id="{1A4A3E68-C445-A84F-A76F-8ADDE253BDD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09" y="2566"/>
                <a:ext cx="730" cy="138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endParaRPr>
              </a:p>
            </p:txBody>
          </p:sp>
          <p:sp>
            <p:nvSpPr>
              <p:cNvPr id="253" name="AutoShape 310">
                <a:extLst>
                  <a:ext uri="{FF2B5EF4-FFF2-40B4-BE49-F238E27FC236}">
                    <a16:creationId xmlns:a16="http://schemas.microsoft.com/office/drawing/2014/main" id="{A0077764-7657-B447-9665-316638C7516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2" y="2584"/>
                <a:ext cx="705" cy="103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endParaRPr>
              </a:p>
            </p:txBody>
          </p:sp>
        </p:grpSp>
        <p:sp>
          <p:nvSpPr>
            <p:cNvPr id="241" name="Rectangle 311">
              <a:extLst>
                <a:ext uri="{FF2B5EF4-FFF2-40B4-BE49-F238E27FC236}">
                  <a16:creationId xmlns:a16="http://schemas.microsoft.com/office/drawing/2014/main" id="{8B482C5C-EFF7-D349-8CCD-0F43172E89C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53" y="429"/>
              <a:ext cx="68" cy="2293"/>
            </a:xfrm>
            <a:prstGeom prst="rect">
              <a:avLst/>
            </a:prstGeom>
            <a:gradFill rotWithShape="1"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242" name="Freeform 312">
              <a:extLst>
                <a:ext uri="{FF2B5EF4-FFF2-40B4-BE49-F238E27FC236}">
                  <a16:creationId xmlns:a16="http://schemas.microsoft.com/office/drawing/2014/main" id="{4021586C-DA67-AA41-BA88-7AEAD6F261BC}"/>
                </a:ext>
              </a:extLst>
            </p:cNvPr>
            <p:cNvSpPr>
              <a:spLocks/>
            </p:cNvSpPr>
            <p:nvPr/>
          </p:nvSpPr>
          <p:spPr bwMode="auto">
            <a:xfrm>
              <a:off x="5312" y="1007"/>
              <a:ext cx="237" cy="213"/>
            </a:xfrm>
            <a:custGeom>
              <a:avLst/>
              <a:gdLst>
                <a:gd name="T0" fmla="*/ 2 w 296"/>
                <a:gd name="T1" fmla="*/ 0 h 256"/>
                <a:gd name="T2" fmla="*/ 32 w 296"/>
                <a:gd name="T3" fmla="*/ 22 h 256"/>
                <a:gd name="T4" fmla="*/ 32 w 296"/>
                <a:gd name="T5" fmla="*/ 41 h 256"/>
                <a:gd name="T6" fmla="*/ 0 w 296"/>
                <a:gd name="T7" fmla="*/ 15 h 256"/>
                <a:gd name="T8" fmla="*/ 2 w 296"/>
                <a:gd name="T9" fmla="*/ 0 h 25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96" h="25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243" name="Freeform 313">
              <a:extLst>
                <a:ext uri="{FF2B5EF4-FFF2-40B4-BE49-F238E27FC236}">
                  <a16:creationId xmlns:a16="http://schemas.microsoft.com/office/drawing/2014/main" id="{3D9F60F4-9173-9246-8E1F-2C2859D17EA1}"/>
                </a:ext>
              </a:extLst>
            </p:cNvPr>
            <p:cNvSpPr>
              <a:spLocks/>
            </p:cNvSpPr>
            <p:nvPr/>
          </p:nvSpPr>
          <p:spPr bwMode="auto">
            <a:xfrm>
              <a:off x="5315" y="680"/>
              <a:ext cx="244" cy="240"/>
            </a:xfrm>
            <a:custGeom>
              <a:avLst/>
              <a:gdLst>
                <a:gd name="T0" fmla="*/ 0 w 304"/>
                <a:gd name="T1" fmla="*/ 0 h 288"/>
                <a:gd name="T2" fmla="*/ 34 w 304"/>
                <a:gd name="T3" fmla="*/ 27 h 288"/>
                <a:gd name="T4" fmla="*/ 31 w 304"/>
                <a:gd name="T5" fmla="*/ 48 h 288"/>
                <a:gd name="T6" fmla="*/ 2 w 304"/>
                <a:gd name="T7" fmla="*/ 20 h 288"/>
                <a:gd name="T8" fmla="*/ 0 w 304"/>
                <a:gd name="T9" fmla="*/ 0 h 28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04" h="288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244" name="Oval 314">
              <a:extLst>
                <a:ext uri="{FF2B5EF4-FFF2-40B4-BE49-F238E27FC236}">
                  <a16:creationId xmlns:a16="http://schemas.microsoft.com/office/drawing/2014/main" id="{8765AD34-763D-1F46-AA79-FB63EC3993F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16" y="2610"/>
              <a:ext cx="49" cy="95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245" name="Freeform 315">
              <a:extLst>
                <a:ext uri="{FF2B5EF4-FFF2-40B4-BE49-F238E27FC236}">
                  <a16:creationId xmlns:a16="http://schemas.microsoft.com/office/drawing/2014/main" id="{E10BDF5D-EA0F-F042-BD9B-6E36BFF56F07}"/>
                </a:ext>
              </a:extLst>
            </p:cNvPr>
            <p:cNvSpPr>
              <a:spLocks/>
            </p:cNvSpPr>
            <p:nvPr/>
          </p:nvSpPr>
          <p:spPr bwMode="auto">
            <a:xfrm>
              <a:off x="5302" y="2614"/>
              <a:ext cx="245" cy="200"/>
            </a:xfrm>
            <a:custGeom>
              <a:avLst/>
              <a:gdLst>
                <a:gd name="T0" fmla="*/ 0 w 306"/>
                <a:gd name="T1" fmla="*/ 18 h 240"/>
                <a:gd name="T2" fmla="*/ 2 w 306"/>
                <a:gd name="T3" fmla="*/ 40 h 240"/>
                <a:gd name="T4" fmla="*/ 34 w 306"/>
                <a:gd name="T5" fmla="*/ 18 h 240"/>
                <a:gd name="T6" fmla="*/ 32 w 306"/>
                <a:gd name="T7" fmla="*/ 0 h 240"/>
                <a:gd name="T8" fmla="*/ 0 w 306"/>
                <a:gd name="T9" fmla="*/ 18 h 24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06" h="240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246" name="AutoShape 316">
              <a:extLst>
                <a:ext uri="{FF2B5EF4-FFF2-40B4-BE49-F238E27FC236}">
                  <a16:creationId xmlns:a16="http://schemas.microsoft.com/office/drawing/2014/main" id="{6C729113-6D55-C84E-BE58-123F8F05354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40" y="2678"/>
              <a:ext cx="1201" cy="147"/>
            </a:xfrm>
            <a:prstGeom prst="roundRect">
              <a:avLst>
                <a:gd name="adj" fmla="val 50000"/>
              </a:avLst>
            </a:prstGeom>
            <a:solidFill>
              <a:srgbClr val="DDDDDD"/>
            </a:solidFill>
            <a:ln w="9525">
              <a:solidFill>
                <a:srgbClr val="00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247" name="AutoShape 317">
              <a:extLst>
                <a:ext uri="{FF2B5EF4-FFF2-40B4-BE49-F238E27FC236}">
                  <a16:creationId xmlns:a16="http://schemas.microsoft.com/office/drawing/2014/main" id="{81EA52A6-99B7-3846-9B34-7CB52FA093B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08" y="2713"/>
              <a:ext cx="1064" cy="78"/>
            </a:xfrm>
            <a:prstGeom prst="roundRect">
              <a:avLst>
                <a:gd name="adj" fmla="val 50000"/>
              </a:avLst>
            </a:prstGeom>
            <a:gradFill rotWithShape="1">
              <a:gsLst>
                <a:gs pos="0">
                  <a:srgbClr val="000000"/>
                </a:gs>
                <a:gs pos="100000">
                  <a:srgbClr val="808080"/>
                </a:gs>
              </a:gsLst>
              <a:lin ang="0" scaled="1"/>
            </a:gradFill>
            <a:ln w="9525">
              <a:solidFill>
                <a:srgbClr val="00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248" name="Oval 318">
              <a:extLst>
                <a:ext uri="{FF2B5EF4-FFF2-40B4-BE49-F238E27FC236}">
                  <a16:creationId xmlns:a16="http://schemas.microsoft.com/office/drawing/2014/main" id="{D941D592-57DE-E849-8C9C-58F0B961526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06" y="2385"/>
              <a:ext cx="156" cy="138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249" name="Oval 319">
              <a:extLst>
                <a:ext uri="{FF2B5EF4-FFF2-40B4-BE49-F238E27FC236}">
                  <a16:creationId xmlns:a16="http://schemas.microsoft.com/office/drawing/2014/main" id="{BE056CB0-2EDD-6D4A-957A-3CCB3F3B3C6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82" y="2385"/>
              <a:ext cx="166" cy="138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Arial" charset="0"/>
              </a:endParaRPr>
            </a:p>
          </p:txBody>
        </p:sp>
        <p:sp>
          <p:nvSpPr>
            <p:cNvPr id="250" name="Oval 320">
              <a:extLst>
                <a:ext uri="{FF2B5EF4-FFF2-40B4-BE49-F238E27FC236}">
                  <a16:creationId xmlns:a16="http://schemas.microsoft.com/office/drawing/2014/main" id="{0996AC45-D45C-6E49-8EA2-6B239FB493B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57" y="2377"/>
              <a:ext cx="166" cy="147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251" name="Rectangle 321">
              <a:extLst>
                <a:ext uri="{FF2B5EF4-FFF2-40B4-BE49-F238E27FC236}">
                  <a16:creationId xmlns:a16="http://schemas.microsoft.com/office/drawing/2014/main" id="{4AD2A6FD-B1C1-2846-85C2-F6D452B32A9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57" y="1834"/>
              <a:ext cx="88" cy="758"/>
            </a:xfrm>
            <a:prstGeom prst="rect">
              <a:avLst/>
            </a:prstGeom>
            <a:solidFill>
              <a:srgbClr val="292929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</p:grpSp>
      <p:sp>
        <p:nvSpPr>
          <p:cNvPr id="181" name="Freeform 270">
            <a:extLst>
              <a:ext uri="{FF2B5EF4-FFF2-40B4-BE49-F238E27FC236}">
                <a16:creationId xmlns:a16="http://schemas.microsoft.com/office/drawing/2014/main" id="{327C52FA-DE4A-E94F-8911-ABEE881AA22F}"/>
              </a:ext>
            </a:extLst>
          </p:cNvPr>
          <p:cNvSpPr>
            <a:spLocks/>
          </p:cNvSpPr>
          <p:nvPr/>
        </p:nvSpPr>
        <p:spPr bwMode="auto">
          <a:xfrm flipH="1">
            <a:off x="6810066" y="2305050"/>
            <a:ext cx="250825" cy="1201738"/>
          </a:xfrm>
          <a:custGeom>
            <a:avLst/>
            <a:gdLst>
              <a:gd name="T0" fmla="*/ 2147483647 w 366"/>
              <a:gd name="T1" fmla="*/ 2147483647 h 1284"/>
              <a:gd name="T2" fmla="*/ 2147483647 w 366"/>
              <a:gd name="T3" fmla="*/ 0 h 1284"/>
              <a:gd name="T4" fmla="*/ 0 w 366"/>
              <a:gd name="T5" fmla="*/ 2147483647 h 1284"/>
              <a:gd name="T6" fmla="*/ 2147483647 w 366"/>
              <a:gd name="T7" fmla="*/ 2147483647 h 1284"/>
              <a:gd name="T8" fmla="*/ 2147483647 w 366"/>
              <a:gd name="T9" fmla="*/ 2147483647 h 1284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366" h="1284">
                <a:moveTo>
                  <a:pt x="366" y="1278"/>
                </a:moveTo>
                <a:lnTo>
                  <a:pt x="12" y="0"/>
                </a:lnTo>
                <a:lnTo>
                  <a:pt x="0" y="1224"/>
                </a:lnTo>
                <a:lnTo>
                  <a:pt x="186" y="1284"/>
                </a:lnTo>
                <a:lnTo>
                  <a:pt x="366" y="1278"/>
                </a:lnTo>
                <a:close/>
              </a:path>
            </a:pathLst>
          </a:custGeom>
          <a:gradFill rotWithShape="1">
            <a:gsLst>
              <a:gs pos="0">
                <a:srgbClr val="B2B2B2"/>
              </a:gs>
              <a:gs pos="100000">
                <a:srgbClr val="FFFFFF"/>
              </a:gs>
            </a:gsLst>
            <a:lin ang="0" scaled="1"/>
          </a:gradFill>
          <a:ln w="9525">
            <a:noFill/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grpSp>
        <p:nvGrpSpPr>
          <p:cNvPr id="182" name="Group 354">
            <a:extLst>
              <a:ext uri="{FF2B5EF4-FFF2-40B4-BE49-F238E27FC236}">
                <a16:creationId xmlns:a16="http://schemas.microsoft.com/office/drawing/2014/main" id="{249020EA-8359-DA4E-A6BD-01714A19478B}"/>
              </a:ext>
            </a:extLst>
          </p:cNvPr>
          <p:cNvGrpSpPr>
            <a:grpSpLocks/>
          </p:cNvGrpSpPr>
          <p:nvPr/>
        </p:nvGrpSpPr>
        <p:grpSpPr bwMode="auto">
          <a:xfrm>
            <a:off x="6405254" y="3243263"/>
            <a:ext cx="525462" cy="434975"/>
            <a:chOff x="-44" y="1473"/>
            <a:chExt cx="981" cy="1105"/>
          </a:xfrm>
        </p:grpSpPr>
        <p:pic>
          <p:nvPicPr>
            <p:cNvPr id="226" name="Picture 355" descr="desktop_computer_stylized_medium">
              <a:extLst>
                <a:ext uri="{FF2B5EF4-FFF2-40B4-BE49-F238E27FC236}">
                  <a16:creationId xmlns:a16="http://schemas.microsoft.com/office/drawing/2014/main" id="{F5E082B2-BADD-164A-983C-4F21EE85450F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227" name="Freeform 356">
              <a:extLst>
                <a:ext uri="{FF2B5EF4-FFF2-40B4-BE49-F238E27FC236}">
                  <a16:creationId xmlns:a16="http://schemas.microsoft.com/office/drawing/2014/main" id="{079D48B4-8397-C148-BF34-3B142B762236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5595 w 356"/>
                <a:gd name="T3" fmla="*/ 341 h 368"/>
                <a:gd name="T4" fmla="*/ 6638 w 356"/>
                <a:gd name="T5" fmla="*/ 7113 h 368"/>
                <a:gd name="T6" fmla="*/ 1463 w 356"/>
                <a:gd name="T7" fmla="*/ 8895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 cmpd="sng">
                  <a:solidFill>
                    <a:schemeClr val="tx1"/>
                  </a:solidFill>
                  <a:prstDash val="solid"/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</p:grpSp>
      <p:grpSp>
        <p:nvGrpSpPr>
          <p:cNvPr id="184" name="Group 183">
            <a:extLst>
              <a:ext uri="{FF2B5EF4-FFF2-40B4-BE49-F238E27FC236}">
                <a16:creationId xmlns:a16="http://schemas.microsoft.com/office/drawing/2014/main" id="{B24BA112-55AD-AC41-BD94-9D9DBD9F7E9A}"/>
              </a:ext>
            </a:extLst>
          </p:cNvPr>
          <p:cNvGrpSpPr/>
          <p:nvPr/>
        </p:nvGrpSpPr>
        <p:grpSpPr>
          <a:xfrm>
            <a:off x="7045286" y="2362077"/>
            <a:ext cx="717868" cy="1154474"/>
            <a:chOff x="7664720" y="2799688"/>
            <a:chExt cx="717868" cy="1154474"/>
          </a:xfrm>
        </p:grpSpPr>
        <p:sp>
          <p:nvSpPr>
            <p:cNvPr id="221" name="Rectangle 220">
              <a:extLst>
                <a:ext uri="{FF2B5EF4-FFF2-40B4-BE49-F238E27FC236}">
                  <a16:creationId xmlns:a16="http://schemas.microsoft.com/office/drawing/2014/main" id="{1D5C8C48-4AA2-D144-9071-4FC46876C0CD}"/>
                </a:ext>
              </a:extLst>
            </p:cNvPr>
            <p:cNvSpPr/>
            <p:nvPr/>
          </p:nvSpPr>
          <p:spPr>
            <a:xfrm>
              <a:off x="7671781" y="2799688"/>
              <a:ext cx="702570" cy="1154474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</a:ln>
            <a:effectLst>
              <a:outerShdw blurRad="50800" dist="38100" dir="2700000" algn="tl" rotWithShape="0">
                <a:srgbClr val="0000A3">
                  <a:alpha val="40000"/>
                </a:srgb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cxnSp>
          <p:nvCxnSpPr>
            <p:cNvPr id="222" name="Straight Connector 221">
              <a:extLst>
                <a:ext uri="{FF2B5EF4-FFF2-40B4-BE49-F238E27FC236}">
                  <a16:creationId xmlns:a16="http://schemas.microsoft.com/office/drawing/2014/main" id="{C9115613-D043-F746-9E95-BE91F6C8BCC9}"/>
                </a:ext>
              </a:extLst>
            </p:cNvPr>
            <p:cNvCxnSpPr/>
            <p:nvPr/>
          </p:nvCxnSpPr>
          <p:spPr>
            <a:xfrm>
              <a:off x="7664720" y="3029172"/>
              <a:ext cx="702570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3" name="Straight Connector 222">
              <a:extLst>
                <a:ext uri="{FF2B5EF4-FFF2-40B4-BE49-F238E27FC236}">
                  <a16:creationId xmlns:a16="http://schemas.microsoft.com/office/drawing/2014/main" id="{74476B4D-7B72-FD42-B168-C58F9397FB9F}"/>
                </a:ext>
              </a:extLst>
            </p:cNvPr>
            <p:cNvCxnSpPr/>
            <p:nvPr/>
          </p:nvCxnSpPr>
          <p:spPr>
            <a:xfrm>
              <a:off x="7668839" y="3266304"/>
              <a:ext cx="702570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4" name="Straight Connector 223">
              <a:extLst>
                <a:ext uri="{FF2B5EF4-FFF2-40B4-BE49-F238E27FC236}">
                  <a16:creationId xmlns:a16="http://schemas.microsoft.com/office/drawing/2014/main" id="{893A87B8-2634-E14A-80D8-9E6D65DFA444}"/>
                </a:ext>
              </a:extLst>
            </p:cNvPr>
            <p:cNvCxnSpPr/>
            <p:nvPr/>
          </p:nvCxnSpPr>
          <p:spPr>
            <a:xfrm>
              <a:off x="7680018" y="3499906"/>
              <a:ext cx="702570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5" name="Straight Connector 224">
              <a:extLst>
                <a:ext uri="{FF2B5EF4-FFF2-40B4-BE49-F238E27FC236}">
                  <a16:creationId xmlns:a16="http://schemas.microsoft.com/office/drawing/2014/main" id="{84DDD5A1-E55B-8D44-8F53-EA448F2F5AB7}"/>
                </a:ext>
              </a:extLst>
            </p:cNvPr>
            <p:cNvCxnSpPr/>
            <p:nvPr/>
          </p:nvCxnSpPr>
          <p:spPr>
            <a:xfrm>
              <a:off x="7670015" y="3726448"/>
              <a:ext cx="702570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88" name="Group 187">
            <a:extLst>
              <a:ext uri="{FF2B5EF4-FFF2-40B4-BE49-F238E27FC236}">
                <a16:creationId xmlns:a16="http://schemas.microsoft.com/office/drawing/2014/main" id="{D946DB51-76AF-794B-896C-CE798C356CDC}"/>
              </a:ext>
            </a:extLst>
          </p:cNvPr>
          <p:cNvGrpSpPr/>
          <p:nvPr/>
        </p:nvGrpSpPr>
        <p:grpSpPr>
          <a:xfrm>
            <a:off x="10476914" y="2368655"/>
            <a:ext cx="717868" cy="1154474"/>
            <a:chOff x="7664720" y="2795550"/>
            <a:chExt cx="717868" cy="1154474"/>
          </a:xfrm>
        </p:grpSpPr>
        <p:sp>
          <p:nvSpPr>
            <p:cNvPr id="210" name="Rectangle 209">
              <a:extLst>
                <a:ext uri="{FF2B5EF4-FFF2-40B4-BE49-F238E27FC236}">
                  <a16:creationId xmlns:a16="http://schemas.microsoft.com/office/drawing/2014/main" id="{2945C805-FB4D-1F41-B9DC-8E71DE43D0DF}"/>
                </a:ext>
              </a:extLst>
            </p:cNvPr>
            <p:cNvSpPr/>
            <p:nvPr/>
          </p:nvSpPr>
          <p:spPr>
            <a:xfrm>
              <a:off x="7671781" y="2795550"/>
              <a:ext cx="702570" cy="1154474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</a:ln>
            <a:effectLst>
              <a:outerShdw blurRad="50800" dist="38100" dir="2700000" algn="tl" rotWithShape="0">
                <a:srgbClr val="0000A3">
                  <a:alpha val="40000"/>
                </a:srgb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cxnSp>
          <p:nvCxnSpPr>
            <p:cNvPr id="211" name="Straight Connector 210">
              <a:extLst>
                <a:ext uri="{FF2B5EF4-FFF2-40B4-BE49-F238E27FC236}">
                  <a16:creationId xmlns:a16="http://schemas.microsoft.com/office/drawing/2014/main" id="{5C0CB443-CBC2-9E45-9CB6-C744CDA9BFD1}"/>
                </a:ext>
              </a:extLst>
            </p:cNvPr>
            <p:cNvCxnSpPr/>
            <p:nvPr/>
          </p:nvCxnSpPr>
          <p:spPr>
            <a:xfrm>
              <a:off x="7664720" y="3029172"/>
              <a:ext cx="702570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2" name="Straight Connector 211">
              <a:extLst>
                <a:ext uri="{FF2B5EF4-FFF2-40B4-BE49-F238E27FC236}">
                  <a16:creationId xmlns:a16="http://schemas.microsoft.com/office/drawing/2014/main" id="{804DF73C-F88C-FA4D-8328-09984DEA993E}"/>
                </a:ext>
              </a:extLst>
            </p:cNvPr>
            <p:cNvCxnSpPr/>
            <p:nvPr/>
          </p:nvCxnSpPr>
          <p:spPr>
            <a:xfrm>
              <a:off x="7668839" y="3266304"/>
              <a:ext cx="702570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3" name="Straight Connector 212">
              <a:extLst>
                <a:ext uri="{FF2B5EF4-FFF2-40B4-BE49-F238E27FC236}">
                  <a16:creationId xmlns:a16="http://schemas.microsoft.com/office/drawing/2014/main" id="{F977C676-85FB-0F40-8B20-289C82EC6C10}"/>
                </a:ext>
              </a:extLst>
            </p:cNvPr>
            <p:cNvCxnSpPr/>
            <p:nvPr/>
          </p:nvCxnSpPr>
          <p:spPr>
            <a:xfrm>
              <a:off x="7680018" y="3499906"/>
              <a:ext cx="702570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0" name="Straight Connector 219">
              <a:extLst>
                <a:ext uri="{FF2B5EF4-FFF2-40B4-BE49-F238E27FC236}">
                  <a16:creationId xmlns:a16="http://schemas.microsoft.com/office/drawing/2014/main" id="{D0AB40D6-D3E3-F644-A0B4-C65086440100}"/>
                </a:ext>
              </a:extLst>
            </p:cNvPr>
            <p:cNvCxnSpPr/>
            <p:nvPr/>
          </p:nvCxnSpPr>
          <p:spPr>
            <a:xfrm>
              <a:off x="7670015" y="3726448"/>
              <a:ext cx="702570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89" name="Group 188">
            <a:extLst>
              <a:ext uri="{FF2B5EF4-FFF2-40B4-BE49-F238E27FC236}">
                <a16:creationId xmlns:a16="http://schemas.microsoft.com/office/drawing/2014/main" id="{CD01A017-DD54-D843-8EFE-4E068B32A548}"/>
              </a:ext>
            </a:extLst>
          </p:cNvPr>
          <p:cNvGrpSpPr/>
          <p:nvPr/>
        </p:nvGrpSpPr>
        <p:grpSpPr>
          <a:xfrm>
            <a:off x="8867832" y="4245561"/>
            <a:ext cx="456701" cy="226548"/>
            <a:chOff x="6859123" y="5156933"/>
            <a:chExt cx="456701" cy="226548"/>
          </a:xfrm>
        </p:grpSpPr>
        <p:sp>
          <p:nvSpPr>
            <p:cNvPr id="202" name="Rectangle 201">
              <a:extLst>
                <a:ext uri="{FF2B5EF4-FFF2-40B4-BE49-F238E27FC236}">
                  <a16:creationId xmlns:a16="http://schemas.microsoft.com/office/drawing/2014/main" id="{A9C46B58-EB58-CD4B-901C-36557A6BBB8A}"/>
                </a:ext>
              </a:extLst>
            </p:cNvPr>
            <p:cNvSpPr/>
            <p:nvPr/>
          </p:nvSpPr>
          <p:spPr>
            <a:xfrm>
              <a:off x="6859123" y="5156933"/>
              <a:ext cx="456701" cy="226548"/>
            </a:xfrm>
            <a:prstGeom prst="rect">
              <a:avLst/>
            </a:prstGeom>
            <a:solidFill>
              <a:srgbClr val="F989B2"/>
            </a:solidFill>
            <a:ln w="127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cxnSp>
          <p:nvCxnSpPr>
            <p:cNvPr id="203" name="Straight Connector 202">
              <a:extLst>
                <a:ext uri="{FF2B5EF4-FFF2-40B4-BE49-F238E27FC236}">
                  <a16:creationId xmlns:a16="http://schemas.microsoft.com/office/drawing/2014/main" id="{F310AA80-E5E5-9D45-B059-DBF356B23652}"/>
                </a:ext>
              </a:extLst>
            </p:cNvPr>
            <p:cNvCxnSpPr/>
            <p:nvPr/>
          </p:nvCxnSpPr>
          <p:spPr>
            <a:xfrm flipV="1">
              <a:off x="7249115" y="5189971"/>
              <a:ext cx="0" cy="155752"/>
            </a:xfrm>
            <a:prstGeom prst="line">
              <a:avLst/>
            </a:prstGeom>
            <a:ln w="127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4" name="Straight Connector 203">
              <a:extLst>
                <a:ext uri="{FF2B5EF4-FFF2-40B4-BE49-F238E27FC236}">
                  <a16:creationId xmlns:a16="http://schemas.microsoft.com/office/drawing/2014/main" id="{2B504DA0-0830-A247-BFB2-5B08B92F485C}"/>
                </a:ext>
              </a:extLst>
            </p:cNvPr>
            <p:cNvCxnSpPr/>
            <p:nvPr/>
          </p:nvCxnSpPr>
          <p:spPr>
            <a:xfrm flipV="1">
              <a:off x="7197800" y="5189971"/>
              <a:ext cx="0" cy="155752"/>
            </a:xfrm>
            <a:prstGeom prst="line">
              <a:avLst/>
            </a:prstGeom>
            <a:ln w="127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5" name="Straight Connector 204">
              <a:extLst>
                <a:ext uri="{FF2B5EF4-FFF2-40B4-BE49-F238E27FC236}">
                  <a16:creationId xmlns:a16="http://schemas.microsoft.com/office/drawing/2014/main" id="{89AA1B6E-8009-4F41-B5BE-F62AE9B4630F}"/>
                </a:ext>
              </a:extLst>
            </p:cNvPr>
            <p:cNvCxnSpPr/>
            <p:nvPr/>
          </p:nvCxnSpPr>
          <p:spPr>
            <a:xfrm flipV="1">
              <a:off x="7146485" y="5189971"/>
              <a:ext cx="0" cy="155752"/>
            </a:xfrm>
            <a:prstGeom prst="line">
              <a:avLst/>
            </a:prstGeom>
            <a:ln w="127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6" name="Straight Connector 205">
              <a:extLst>
                <a:ext uri="{FF2B5EF4-FFF2-40B4-BE49-F238E27FC236}">
                  <a16:creationId xmlns:a16="http://schemas.microsoft.com/office/drawing/2014/main" id="{69984DBE-4678-3045-8619-E36B03BB624E}"/>
                </a:ext>
              </a:extLst>
            </p:cNvPr>
            <p:cNvCxnSpPr/>
            <p:nvPr/>
          </p:nvCxnSpPr>
          <p:spPr>
            <a:xfrm flipV="1">
              <a:off x="7095171" y="5189971"/>
              <a:ext cx="0" cy="155752"/>
            </a:xfrm>
            <a:prstGeom prst="line">
              <a:avLst/>
            </a:prstGeom>
            <a:ln w="127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7" name="Straight Connector 206">
              <a:extLst>
                <a:ext uri="{FF2B5EF4-FFF2-40B4-BE49-F238E27FC236}">
                  <a16:creationId xmlns:a16="http://schemas.microsoft.com/office/drawing/2014/main" id="{334E391C-886C-FD40-90C5-307C327A8D88}"/>
                </a:ext>
              </a:extLst>
            </p:cNvPr>
            <p:cNvCxnSpPr/>
            <p:nvPr/>
          </p:nvCxnSpPr>
          <p:spPr>
            <a:xfrm flipV="1">
              <a:off x="7043856" y="5189971"/>
              <a:ext cx="0" cy="155752"/>
            </a:xfrm>
            <a:prstGeom prst="line">
              <a:avLst/>
            </a:prstGeom>
            <a:ln w="127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8" name="Straight Connector 207">
              <a:extLst>
                <a:ext uri="{FF2B5EF4-FFF2-40B4-BE49-F238E27FC236}">
                  <a16:creationId xmlns:a16="http://schemas.microsoft.com/office/drawing/2014/main" id="{8740E756-940A-C245-BFC2-46F263F13E78}"/>
                </a:ext>
              </a:extLst>
            </p:cNvPr>
            <p:cNvCxnSpPr/>
            <p:nvPr/>
          </p:nvCxnSpPr>
          <p:spPr>
            <a:xfrm flipV="1">
              <a:off x="6992541" y="5189971"/>
              <a:ext cx="0" cy="155752"/>
            </a:xfrm>
            <a:prstGeom prst="line">
              <a:avLst/>
            </a:prstGeom>
            <a:ln w="127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9" name="Straight Connector 208">
              <a:extLst>
                <a:ext uri="{FF2B5EF4-FFF2-40B4-BE49-F238E27FC236}">
                  <a16:creationId xmlns:a16="http://schemas.microsoft.com/office/drawing/2014/main" id="{3646C395-21B6-0B4A-B835-DCBA9C58427F}"/>
                </a:ext>
              </a:extLst>
            </p:cNvPr>
            <p:cNvCxnSpPr/>
            <p:nvPr/>
          </p:nvCxnSpPr>
          <p:spPr>
            <a:xfrm flipV="1">
              <a:off x="6941227" y="5189971"/>
              <a:ext cx="0" cy="155752"/>
            </a:xfrm>
            <a:prstGeom prst="line">
              <a:avLst/>
            </a:prstGeom>
            <a:ln w="127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2" name="Group 11">
            <a:extLst>
              <a:ext uri="{FF2B5EF4-FFF2-40B4-BE49-F238E27FC236}">
                <a16:creationId xmlns:a16="http://schemas.microsoft.com/office/drawing/2014/main" id="{E87911E2-4676-1041-AC82-896E82DBBF94}"/>
              </a:ext>
            </a:extLst>
          </p:cNvPr>
          <p:cNvGrpSpPr/>
          <p:nvPr/>
        </p:nvGrpSpPr>
        <p:grpSpPr>
          <a:xfrm>
            <a:off x="7552398" y="2762175"/>
            <a:ext cx="3061681" cy="1433307"/>
            <a:chOff x="7552398" y="2762175"/>
            <a:chExt cx="3061681" cy="1433307"/>
          </a:xfrm>
        </p:grpSpPr>
        <p:sp>
          <p:nvSpPr>
            <p:cNvPr id="306" name="Freeform 305">
              <a:extLst>
                <a:ext uri="{FF2B5EF4-FFF2-40B4-BE49-F238E27FC236}">
                  <a16:creationId xmlns:a16="http://schemas.microsoft.com/office/drawing/2014/main" id="{A047DABE-6D91-2B46-B457-9C4D910EAC34}"/>
                </a:ext>
              </a:extLst>
            </p:cNvPr>
            <p:cNvSpPr/>
            <p:nvPr/>
          </p:nvSpPr>
          <p:spPr>
            <a:xfrm flipH="1">
              <a:off x="9104671" y="2771139"/>
              <a:ext cx="1509408" cy="1424343"/>
            </a:xfrm>
            <a:custGeom>
              <a:avLst/>
              <a:gdLst>
                <a:gd name="connsiteX0" fmla="*/ 1327355 w 1327355"/>
                <a:gd name="connsiteY0" fmla="*/ 1386348 h 1386348"/>
                <a:gd name="connsiteX1" fmla="*/ 0 w 1327355"/>
                <a:gd name="connsiteY1" fmla="*/ 0 h 1386348"/>
                <a:gd name="connsiteX0" fmla="*/ 1327355 w 1327355"/>
                <a:gd name="connsiteY0" fmla="*/ 1386348 h 1386348"/>
                <a:gd name="connsiteX1" fmla="*/ 0 w 1327355"/>
                <a:gd name="connsiteY1" fmla="*/ 0 h 1386348"/>
                <a:gd name="connsiteX0" fmla="*/ 1327355 w 1327355"/>
                <a:gd name="connsiteY0" fmla="*/ 1386348 h 1386348"/>
                <a:gd name="connsiteX1" fmla="*/ 0 w 1327355"/>
                <a:gd name="connsiteY1" fmla="*/ 0 h 1386348"/>
                <a:gd name="connsiteX0" fmla="*/ 1509408 w 1509408"/>
                <a:gd name="connsiteY0" fmla="*/ 1378340 h 1378340"/>
                <a:gd name="connsiteX1" fmla="*/ 0 w 1509408"/>
                <a:gd name="connsiteY1" fmla="*/ 0 h 1378340"/>
                <a:gd name="connsiteX0" fmla="*/ 1509408 w 1509408"/>
                <a:gd name="connsiteY0" fmla="*/ 1378340 h 1378340"/>
                <a:gd name="connsiteX1" fmla="*/ 0 w 1509408"/>
                <a:gd name="connsiteY1" fmla="*/ 0 h 1378340"/>
                <a:gd name="connsiteX0" fmla="*/ 1509408 w 1509408"/>
                <a:gd name="connsiteY0" fmla="*/ 1378340 h 1378340"/>
                <a:gd name="connsiteX1" fmla="*/ 0 w 1509408"/>
                <a:gd name="connsiteY1" fmla="*/ 0 h 1378340"/>
                <a:gd name="connsiteX0" fmla="*/ 1509408 w 1509408"/>
                <a:gd name="connsiteY0" fmla="*/ 1378340 h 1378340"/>
                <a:gd name="connsiteX1" fmla="*/ 0 w 1509408"/>
                <a:gd name="connsiteY1" fmla="*/ 0 h 13783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509408" h="1378340">
                  <a:moveTo>
                    <a:pt x="1509408" y="1378340"/>
                  </a:moveTo>
                  <a:cubicBezTo>
                    <a:pt x="1268229" y="509348"/>
                    <a:pt x="882368" y="54174"/>
                    <a:pt x="0" y="0"/>
                  </a:cubicBezTo>
                </a:path>
              </a:pathLst>
            </a:custGeom>
            <a:noFill/>
            <a:ln>
              <a:solidFill>
                <a:srgbClr val="FF0000"/>
              </a:solidFill>
              <a:tailEnd type="triangle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307" name="Freeform 306">
              <a:extLst>
                <a:ext uri="{FF2B5EF4-FFF2-40B4-BE49-F238E27FC236}">
                  <a16:creationId xmlns:a16="http://schemas.microsoft.com/office/drawing/2014/main" id="{268EAC65-5523-F449-A3E7-F1059BFF90A8}"/>
                </a:ext>
              </a:extLst>
            </p:cNvPr>
            <p:cNvSpPr/>
            <p:nvPr/>
          </p:nvSpPr>
          <p:spPr>
            <a:xfrm>
              <a:off x="7552398" y="2762175"/>
              <a:ext cx="1509408" cy="1424343"/>
            </a:xfrm>
            <a:custGeom>
              <a:avLst/>
              <a:gdLst>
                <a:gd name="connsiteX0" fmla="*/ 1327355 w 1327355"/>
                <a:gd name="connsiteY0" fmla="*/ 1386348 h 1386348"/>
                <a:gd name="connsiteX1" fmla="*/ 0 w 1327355"/>
                <a:gd name="connsiteY1" fmla="*/ 0 h 1386348"/>
                <a:gd name="connsiteX0" fmla="*/ 1327355 w 1327355"/>
                <a:gd name="connsiteY0" fmla="*/ 1386348 h 1386348"/>
                <a:gd name="connsiteX1" fmla="*/ 0 w 1327355"/>
                <a:gd name="connsiteY1" fmla="*/ 0 h 1386348"/>
                <a:gd name="connsiteX0" fmla="*/ 1327355 w 1327355"/>
                <a:gd name="connsiteY0" fmla="*/ 1386348 h 1386348"/>
                <a:gd name="connsiteX1" fmla="*/ 0 w 1327355"/>
                <a:gd name="connsiteY1" fmla="*/ 0 h 1386348"/>
                <a:gd name="connsiteX0" fmla="*/ 1509408 w 1509408"/>
                <a:gd name="connsiteY0" fmla="*/ 1378340 h 1378340"/>
                <a:gd name="connsiteX1" fmla="*/ 0 w 1509408"/>
                <a:gd name="connsiteY1" fmla="*/ 0 h 1378340"/>
                <a:gd name="connsiteX0" fmla="*/ 1509408 w 1509408"/>
                <a:gd name="connsiteY0" fmla="*/ 1378340 h 1378340"/>
                <a:gd name="connsiteX1" fmla="*/ 0 w 1509408"/>
                <a:gd name="connsiteY1" fmla="*/ 0 h 1378340"/>
                <a:gd name="connsiteX0" fmla="*/ 1509408 w 1509408"/>
                <a:gd name="connsiteY0" fmla="*/ 1378340 h 1378340"/>
                <a:gd name="connsiteX1" fmla="*/ 0 w 1509408"/>
                <a:gd name="connsiteY1" fmla="*/ 0 h 1378340"/>
                <a:gd name="connsiteX0" fmla="*/ 1509408 w 1509408"/>
                <a:gd name="connsiteY0" fmla="*/ 1378340 h 1378340"/>
                <a:gd name="connsiteX1" fmla="*/ 0 w 1509408"/>
                <a:gd name="connsiteY1" fmla="*/ 0 h 13783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509408" h="1378340">
                  <a:moveTo>
                    <a:pt x="1509408" y="1378340"/>
                  </a:moveTo>
                  <a:cubicBezTo>
                    <a:pt x="1268229" y="509348"/>
                    <a:pt x="882368" y="54174"/>
                    <a:pt x="0" y="0"/>
                  </a:cubicBezTo>
                </a:path>
              </a:pathLst>
            </a:custGeom>
            <a:noFill/>
            <a:ln>
              <a:solidFill>
                <a:srgbClr val="FF0000"/>
              </a:solidFill>
              <a:tailEnd type="triangle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grpSp>
        <p:nvGrpSpPr>
          <p:cNvPr id="308" name="Group 307">
            <a:extLst>
              <a:ext uri="{FF2B5EF4-FFF2-40B4-BE49-F238E27FC236}">
                <a16:creationId xmlns:a16="http://schemas.microsoft.com/office/drawing/2014/main" id="{CDE6A3E2-3661-2F4D-A6C8-724B4A3D05ED}"/>
              </a:ext>
            </a:extLst>
          </p:cNvPr>
          <p:cNvGrpSpPr/>
          <p:nvPr/>
        </p:nvGrpSpPr>
        <p:grpSpPr>
          <a:xfrm>
            <a:off x="7428575" y="2677315"/>
            <a:ext cx="3355719" cy="1705017"/>
            <a:chOff x="7428575" y="2677315"/>
            <a:chExt cx="3355719" cy="1705017"/>
          </a:xfrm>
        </p:grpSpPr>
        <p:sp>
          <p:nvSpPr>
            <p:cNvPr id="309" name="Freeform 308">
              <a:extLst>
                <a:ext uri="{FF2B5EF4-FFF2-40B4-BE49-F238E27FC236}">
                  <a16:creationId xmlns:a16="http://schemas.microsoft.com/office/drawing/2014/main" id="{B47BEEA4-E4B8-A64E-885F-14003C8F5A1B}"/>
                </a:ext>
              </a:extLst>
            </p:cNvPr>
            <p:cNvSpPr/>
            <p:nvPr/>
          </p:nvSpPr>
          <p:spPr>
            <a:xfrm>
              <a:off x="9335149" y="2701273"/>
              <a:ext cx="1406838" cy="1681059"/>
            </a:xfrm>
            <a:custGeom>
              <a:avLst/>
              <a:gdLst>
                <a:gd name="connsiteX0" fmla="*/ 0 w 1541303"/>
                <a:gd name="connsiteY0" fmla="*/ 1605191 h 1605191"/>
                <a:gd name="connsiteX1" fmla="*/ 539056 w 1541303"/>
                <a:gd name="connsiteY1" fmla="*/ 1389568 h 1605191"/>
                <a:gd name="connsiteX2" fmla="*/ 1541303 w 1541303"/>
                <a:gd name="connsiteY2" fmla="*/ 1369603 h 1605191"/>
                <a:gd name="connsiteX3" fmla="*/ 1533317 w 1541303"/>
                <a:gd name="connsiteY3" fmla="*/ 0 h 1605191"/>
                <a:gd name="connsiteX0" fmla="*/ 0 w 1541303"/>
                <a:gd name="connsiteY0" fmla="*/ 1681059 h 1681059"/>
                <a:gd name="connsiteX1" fmla="*/ 539056 w 1541303"/>
                <a:gd name="connsiteY1" fmla="*/ 1465436 h 1681059"/>
                <a:gd name="connsiteX2" fmla="*/ 1541303 w 1541303"/>
                <a:gd name="connsiteY2" fmla="*/ 1445471 h 1681059"/>
                <a:gd name="connsiteX3" fmla="*/ 1525331 w 1541303"/>
                <a:gd name="connsiteY3" fmla="*/ 0 h 16810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541303" h="1681059">
                  <a:moveTo>
                    <a:pt x="0" y="1681059"/>
                  </a:moveTo>
                  <a:lnTo>
                    <a:pt x="539056" y="1465436"/>
                  </a:lnTo>
                  <a:lnTo>
                    <a:pt x="1541303" y="1445471"/>
                  </a:lnTo>
                  <a:lnTo>
                    <a:pt x="1525331" y="0"/>
                  </a:lnTo>
                </a:path>
              </a:pathLst>
            </a:custGeom>
            <a:noFill/>
            <a:ln w="44450">
              <a:solidFill>
                <a:schemeClr val="accent5">
                  <a:lumMod val="75000"/>
                </a:schemeClr>
              </a:solidFill>
              <a:tailEnd type="triangle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310" name="Freeform 309">
              <a:extLst>
                <a:ext uri="{FF2B5EF4-FFF2-40B4-BE49-F238E27FC236}">
                  <a16:creationId xmlns:a16="http://schemas.microsoft.com/office/drawing/2014/main" id="{304AE042-2E8A-D141-BC94-ED99460E627E}"/>
                </a:ext>
              </a:extLst>
            </p:cNvPr>
            <p:cNvSpPr/>
            <p:nvPr/>
          </p:nvSpPr>
          <p:spPr>
            <a:xfrm>
              <a:off x="7473006" y="2677315"/>
              <a:ext cx="1446868" cy="1701024"/>
            </a:xfrm>
            <a:custGeom>
              <a:avLst/>
              <a:gdLst>
                <a:gd name="connsiteX0" fmla="*/ 0 w 1549289"/>
                <a:gd name="connsiteY0" fmla="*/ 0 h 1701024"/>
                <a:gd name="connsiteX1" fmla="*/ 0 w 1549289"/>
                <a:gd name="connsiteY1" fmla="*/ 1485401 h 1701024"/>
                <a:gd name="connsiteX2" fmla="*/ 1030198 w 1549289"/>
                <a:gd name="connsiteY2" fmla="*/ 1453457 h 1701024"/>
                <a:gd name="connsiteX3" fmla="*/ 1549289 w 1549289"/>
                <a:gd name="connsiteY3" fmla="*/ 1701024 h 1701024"/>
                <a:gd name="connsiteX0" fmla="*/ 0 w 1549289"/>
                <a:gd name="connsiteY0" fmla="*/ 0 h 1701024"/>
                <a:gd name="connsiteX1" fmla="*/ 7986 w 1549289"/>
                <a:gd name="connsiteY1" fmla="*/ 1481408 h 1701024"/>
                <a:gd name="connsiteX2" fmla="*/ 1030198 w 1549289"/>
                <a:gd name="connsiteY2" fmla="*/ 1453457 h 1701024"/>
                <a:gd name="connsiteX3" fmla="*/ 1549289 w 1549289"/>
                <a:gd name="connsiteY3" fmla="*/ 1701024 h 1701024"/>
                <a:gd name="connsiteX0" fmla="*/ 0 w 1549289"/>
                <a:gd name="connsiteY0" fmla="*/ 0 h 1701024"/>
                <a:gd name="connsiteX1" fmla="*/ 7986 w 1549289"/>
                <a:gd name="connsiteY1" fmla="*/ 1481408 h 1701024"/>
                <a:gd name="connsiteX2" fmla="*/ 1030198 w 1549289"/>
                <a:gd name="connsiteY2" fmla="*/ 1485401 h 1701024"/>
                <a:gd name="connsiteX3" fmla="*/ 1549289 w 1549289"/>
                <a:gd name="connsiteY3" fmla="*/ 1701024 h 17010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549289" h="1701024">
                  <a:moveTo>
                    <a:pt x="0" y="0"/>
                  </a:moveTo>
                  <a:lnTo>
                    <a:pt x="7986" y="1481408"/>
                  </a:lnTo>
                  <a:lnTo>
                    <a:pt x="1030198" y="1485401"/>
                  </a:lnTo>
                  <a:lnTo>
                    <a:pt x="1549289" y="1701024"/>
                  </a:lnTo>
                </a:path>
              </a:pathLst>
            </a:custGeom>
            <a:noFill/>
            <a:ln w="38100">
              <a:solidFill>
                <a:schemeClr val="accent5">
                  <a:lumMod val="75000"/>
                </a:schemeClr>
              </a:solidFill>
              <a:tailEnd type="triangle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311" name="TextBox 310">
              <a:extLst>
                <a:ext uri="{FF2B5EF4-FFF2-40B4-BE49-F238E27FC236}">
                  <a16:creationId xmlns:a16="http://schemas.microsoft.com/office/drawing/2014/main" id="{272D3047-A7CC-1745-B040-00D1E25997AF}"/>
                </a:ext>
              </a:extLst>
            </p:cNvPr>
            <p:cNvSpPr txBox="1"/>
            <p:nvPr/>
          </p:nvSpPr>
          <p:spPr>
            <a:xfrm>
              <a:off x="10184578" y="3556614"/>
              <a:ext cx="59971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5B9BD5">
                      <a:lumMod val="75000"/>
                    </a:srgbClr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data</a:t>
              </a:r>
            </a:p>
          </p:txBody>
        </p:sp>
        <p:sp>
          <p:nvSpPr>
            <p:cNvPr id="312" name="TextBox 311">
              <a:extLst>
                <a:ext uri="{FF2B5EF4-FFF2-40B4-BE49-F238E27FC236}">
                  <a16:creationId xmlns:a16="http://schemas.microsoft.com/office/drawing/2014/main" id="{BBCAFBB0-6D98-9742-AB87-26B3EE90BCAB}"/>
                </a:ext>
              </a:extLst>
            </p:cNvPr>
            <p:cNvSpPr txBox="1"/>
            <p:nvPr/>
          </p:nvSpPr>
          <p:spPr>
            <a:xfrm>
              <a:off x="7428575" y="3517694"/>
              <a:ext cx="59971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5B9BD5">
                      <a:lumMod val="75000"/>
                    </a:srgbClr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data</a:t>
              </a:r>
            </a:p>
          </p:txBody>
        </p:sp>
      </p:grpSp>
      <p:grpSp>
        <p:nvGrpSpPr>
          <p:cNvPr id="313" name="Group 312">
            <a:extLst>
              <a:ext uri="{FF2B5EF4-FFF2-40B4-BE49-F238E27FC236}">
                <a16:creationId xmlns:a16="http://schemas.microsoft.com/office/drawing/2014/main" id="{5DFB8599-7DDC-8447-ADE3-2DAD2C0402AB}"/>
              </a:ext>
            </a:extLst>
          </p:cNvPr>
          <p:cNvGrpSpPr/>
          <p:nvPr/>
        </p:nvGrpSpPr>
        <p:grpSpPr>
          <a:xfrm>
            <a:off x="6799618" y="2691243"/>
            <a:ext cx="4657206" cy="1827509"/>
            <a:chOff x="6799618" y="2691243"/>
            <a:chExt cx="4657206" cy="1827509"/>
          </a:xfrm>
        </p:grpSpPr>
        <p:sp>
          <p:nvSpPr>
            <p:cNvPr id="314" name="Freeform 313">
              <a:extLst>
                <a:ext uri="{FF2B5EF4-FFF2-40B4-BE49-F238E27FC236}">
                  <a16:creationId xmlns:a16="http://schemas.microsoft.com/office/drawing/2014/main" id="{67AC42C5-3F9E-0D4E-B80B-DB0208D256F0}"/>
                </a:ext>
              </a:extLst>
            </p:cNvPr>
            <p:cNvSpPr/>
            <p:nvPr/>
          </p:nvSpPr>
          <p:spPr>
            <a:xfrm>
              <a:off x="7353946" y="2691243"/>
              <a:ext cx="3498244" cy="1827509"/>
            </a:xfrm>
            <a:custGeom>
              <a:avLst/>
              <a:gdLst>
                <a:gd name="connsiteX0" fmla="*/ 0 w 1541303"/>
                <a:gd name="connsiteY0" fmla="*/ 1605191 h 1605191"/>
                <a:gd name="connsiteX1" fmla="*/ 539056 w 1541303"/>
                <a:gd name="connsiteY1" fmla="*/ 1389568 h 1605191"/>
                <a:gd name="connsiteX2" fmla="*/ 1541303 w 1541303"/>
                <a:gd name="connsiteY2" fmla="*/ 1369603 h 1605191"/>
                <a:gd name="connsiteX3" fmla="*/ 1533317 w 1541303"/>
                <a:gd name="connsiteY3" fmla="*/ 0 h 1605191"/>
                <a:gd name="connsiteX0" fmla="*/ 0 w 1541303"/>
                <a:gd name="connsiteY0" fmla="*/ 1681059 h 1681059"/>
                <a:gd name="connsiteX1" fmla="*/ 539056 w 1541303"/>
                <a:gd name="connsiteY1" fmla="*/ 1465436 h 1681059"/>
                <a:gd name="connsiteX2" fmla="*/ 1541303 w 1541303"/>
                <a:gd name="connsiteY2" fmla="*/ 1445471 h 1681059"/>
                <a:gd name="connsiteX3" fmla="*/ 1525331 w 1541303"/>
                <a:gd name="connsiteY3" fmla="*/ 0 h 1681059"/>
                <a:gd name="connsiteX0" fmla="*/ 0 w 1541303"/>
                <a:gd name="connsiteY0" fmla="*/ 1681059 h 1681059"/>
                <a:gd name="connsiteX1" fmla="*/ 539056 w 1541303"/>
                <a:gd name="connsiteY1" fmla="*/ 1465436 h 1681059"/>
                <a:gd name="connsiteX2" fmla="*/ 920408 w 1541303"/>
                <a:gd name="connsiteY2" fmla="*/ 1455758 h 1681059"/>
                <a:gd name="connsiteX3" fmla="*/ 1541303 w 1541303"/>
                <a:gd name="connsiteY3" fmla="*/ 1445471 h 1681059"/>
                <a:gd name="connsiteX4" fmla="*/ 1525331 w 1541303"/>
                <a:gd name="connsiteY4" fmla="*/ 0 h 1681059"/>
                <a:gd name="connsiteX0" fmla="*/ 0 w 1541303"/>
                <a:gd name="connsiteY0" fmla="*/ 1681059 h 1681059"/>
                <a:gd name="connsiteX1" fmla="*/ 373242 w 1541303"/>
                <a:gd name="connsiteY1" fmla="*/ 1536549 h 1681059"/>
                <a:gd name="connsiteX2" fmla="*/ 539056 w 1541303"/>
                <a:gd name="connsiteY2" fmla="*/ 1465436 h 1681059"/>
                <a:gd name="connsiteX3" fmla="*/ 920408 w 1541303"/>
                <a:gd name="connsiteY3" fmla="*/ 1455758 h 1681059"/>
                <a:gd name="connsiteX4" fmla="*/ 1541303 w 1541303"/>
                <a:gd name="connsiteY4" fmla="*/ 1445471 h 1681059"/>
                <a:gd name="connsiteX5" fmla="*/ 1525331 w 1541303"/>
                <a:gd name="connsiteY5" fmla="*/ 0 h 1681059"/>
                <a:gd name="connsiteX0" fmla="*/ 0 w 1541303"/>
                <a:gd name="connsiteY0" fmla="*/ 1681059 h 1681059"/>
                <a:gd name="connsiteX1" fmla="*/ 373242 w 1541303"/>
                <a:gd name="connsiteY1" fmla="*/ 1536549 h 1681059"/>
                <a:gd name="connsiteX2" fmla="*/ 232427 w 1541303"/>
                <a:gd name="connsiteY2" fmla="*/ 1591633 h 1681059"/>
                <a:gd name="connsiteX3" fmla="*/ 539056 w 1541303"/>
                <a:gd name="connsiteY3" fmla="*/ 1465436 h 1681059"/>
                <a:gd name="connsiteX4" fmla="*/ 920408 w 1541303"/>
                <a:gd name="connsiteY4" fmla="*/ 1455758 h 1681059"/>
                <a:gd name="connsiteX5" fmla="*/ 1541303 w 1541303"/>
                <a:gd name="connsiteY5" fmla="*/ 1445471 h 1681059"/>
                <a:gd name="connsiteX6" fmla="*/ 1525331 w 1541303"/>
                <a:gd name="connsiteY6" fmla="*/ 0 h 1681059"/>
                <a:gd name="connsiteX0" fmla="*/ 0 w 3882856"/>
                <a:gd name="connsiteY0" fmla="*/ 142370 h 1591633"/>
                <a:gd name="connsiteX1" fmla="*/ 2714795 w 3882856"/>
                <a:gd name="connsiteY1" fmla="*/ 1536549 h 1591633"/>
                <a:gd name="connsiteX2" fmla="*/ 2573980 w 3882856"/>
                <a:gd name="connsiteY2" fmla="*/ 1591633 h 1591633"/>
                <a:gd name="connsiteX3" fmla="*/ 2880609 w 3882856"/>
                <a:gd name="connsiteY3" fmla="*/ 1465436 h 1591633"/>
                <a:gd name="connsiteX4" fmla="*/ 3261961 w 3882856"/>
                <a:gd name="connsiteY4" fmla="*/ 1455758 h 1591633"/>
                <a:gd name="connsiteX5" fmla="*/ 3882856 w 3882856"/>
                <a:gd name="connsiteY5" fmla="*/ 1445471 h 1591633"/>
                <a:gd name="connsiteX6" fmla="*/ 3866884 w 3882856"/>
                <a:gd name="connsiteY6" fmla="*/ 0 h 1591633"/>
                <a:gd name="connsiteX0" fmla="*/ 0 w 3882856"/>
                <a:gd name="connsiteY0" fmla="*/ 142370 h 1591633"/>
                <a:gd name="connsiteX1" fmla="*/ 2163604 w 3882856"/>
                <a:gd name="connsiteY1" fmla="*/ 1510843 h 1591633"/>
                <a:gd name="connsiteX2" fmla="*/ 2573980 w 3882856"/>
                <a:gd name="connsiteY2" fmla="*/ 1591633 h 1591633"/>
                <a:gd name="connsiteX3" fmla="*/ 2880609 w 3882856"/>
                <a:gd name="connsiteY3" fmla="*/ 1465436 h 1591633"/>
                <a:gd name="connsiteX4" fmla="*/ 3261961 w 3882856"/>
                <a:gd name="connsiteY4" fmla="*/ 1455758 h 1591633"/>
                <a:gd name="connsiteX5" fmla="*/ 3882856 w 3882856"/>
                <a:gd name="connsiteY5" fmla="*/ 1445471 h 1591633"/>
                <a:gd name="connsiteX6" fmla="*/ 3866884 w 3882856"/>
                <a:gd name="connsiteY6" fmla="*/ 0 h 1591633"/>
                <a:gd name="connsiteX0" fmla="*/ 33110 w 3915966"/>
                <a:gd name="connsiteY0" fmla="*/ 142370 h 1591633"/>
                <a:gd name="connsiteX1" fmla="*/ 0 w 3915966"/>
                <a:gd name="connsiteY1" fmla="*/ 1510843 h 1591633"/>
                <a:gd name="connsiteX2" fmla="*/ 2607090 w 3915966"/>
                <a:gd name="connsiteY2" fmla="*/ 1591633 h 1591633"/>
                <a:gd name="connsiteX3" fmla="*/ 2913719 w 3915966"/>
                <a:gd name="connsiteY3" fmla="*/ 1465436 h 1591633"/>
                <a:gd name="connsiteX4" fmla="*/ 3295071 w 3915966"/>
                <a:gd name="connsiteY4" fmla="*/ 1455758 h 1591633"/>
                <a:gd name="connsiteX5" fmla="*/ 3915966 w 3915966"/>
                <a:gd name="connsiteY5" fmla="*/ 1445471 h 1591633"/>
                <a:gd name="connsiteX6" fmla="*/ 3899994 w 3915966"/>
                <a:gd name="connsiteY6" fmla="*/ 0 h 1591633"/>
                <a:gd name="connsiteX0" fmla="*/ 33110 w 3915966"/>
                <a:gd name="connsiteY0" fmla="*/ 142370 h 1510843"/>
                <a:gd name="connsiteX1" fmla="*/ 0 w 3915966"/>
                <a:gd name="connsiteY1" fmla="*/ 1510843 h 1510843"/>
                <a:gd name="connsiteX2" fmla="*/ 1263312 w 3915966"/>
                <a:gd name="connsiteY2" fmla="*/ 1477792 h 1510843"/>
                <a:gd name="connsiteX3" fmla="*/ 2913719 w 3915966"/>
                <a:gd name="connsiteY3" fmla="*/ 1465436 h 1510843"/>
                <a:gd name="connsiteX4" fmla="*/ 3295071 w 3915966"/>
                <a:gd name="connsiteY4" fmla="*/ 1455758 h 1510843"/>
                <a:gd name="connsiteX5" fmla="*/ 3915966 w 3915966"/>
                <a:gd name="connsiteY5" fmla="*/ 1445471 h 1510843"/>
                <a:gd name="connsiteX6" fmla="*/ 3899994 w 3915966"/>
                <a:gd name="connsiteY6" fmla="*/ 0 h 1510843"/>
                <a:gd name="connsiteX0" fmla="*/ 33110 w 3915966"/>
                <a:gd name="connsiteY0" fmla="*/ 142370 h 1510843"/>
                <a:gd name="connsiteX1" fmla="*/ 0 w 3915966"/>
                <a:gd name="connsiteY1" fmla="*/ 1510843 h 1510843"/>
                <a:gd name="connsiteX2" fmla="*/ 1263312 w 3915966"/>
                <a:gd name="connsiteY2" fmla="*/ 1477792 h 1510843"/>
                <a:gd name="connsiteX3" fmla="*/ 2373740 w 3915966"/>
                <a:gd name="connsiteY3" fmla="*/ 1470447 h 1510843"/>
                <a:gd name="connsiteX4" fmla="*/ 2913719 w 3915966"/>
                <a:gd name="connsiteY4" fmla="*/ 1465436 h 1510843"/>
                <a:gd name="connsiteX5" fmla="*/ 3295071 w 3915966"/>
                <a:gd name="connsiteY5" fmla="*/ 1455758 h 1510843"/>
                <a:gd name="connsiteX6" fmla="*/ 3915966 w 3915966"/>
                <a:gd name="connsiteY6" fmla="*/ 1445471 h 1510843"/>
                <a:gd name="connsiteX7" fmla="*/ 3899994 w 3915966"/>
                <a:gd name="connsiteY7" fmla="*/ 0 h 1510843"/>
                <a:gd name="connsiteX0" fmla="*/ 33110 w 3915966"/>
                <a:gd name="connsiteY0" fmla="*/ 142370 h 1676095"/>
                <a:gd name="connsiteX1" fmla="*/ 0 w 3915966"/>
                <a:gd name="connsiteY1" fmla="*/ 1510843 h 1676095"/>
                <a:gd name="connsiteX2" fmla="*/ 1263312 w 3915966"/>
                <a:gd name="connsiteY2" fmla="*/ 1477792 h 1676095"/>
                <a:gd name="connsiteX3" fmla="*/ 2192692 w 3915966"/>
                <a:gd name="connsiteY3" fmla="*/ 1676095 h 1676095"/>
                <a:gd name="connsiteX4" fmla="*/ 2913719 w 3915966"/>
                <a:gd name="connsiteY4" fmla="*/ 1465436 h 1676095"/>
                <a:gd name="connsiteX5" fmla="*/ 3295071 w 3915966"/>
                <a:gd name="connsiteY5" fmla="*/ 1455758 h 1676095"/>
                <a:gd name="connsiteX6" fmla="*/ 3915966 w 3915966"/>
                <a:gd name="connsiteY6" fmla="*/ 1445471 h 1676095"/>
                <a:gd name="connsiteX7" fmla="*/ 3899994 w 3915966"/>
                <a:gd name="connsiteY7" fmla="*/ 0 h 1676095"/>
                <a:gd name="connsiteX0" fmla="*/ 33110 w 3915966"/>
                <a:gd name="connsiteY0" fmla="*/ 142370 h 1676095"/>
                <a:gd name="connsiteX1" fmla="*/ 0 w 3915966"/>
                <a:gd name="connsiteY1" fmla="*/ 1510843 h 1676095"/>
                <a:gd name="connsiteX2" fmla="*/ 1263312 w 3915966"/>
                <a:gd name="connsiteY2" fmla="*/ 1477792 h 1676095"/>
                <a:gd name="connsiteX3" fmla="*/ 1609316 w 3915966"/>
                <a:gd name="connsiteY3" fmla="*/ 1551238 h 1676095"/>
                <a:gd name="connsiteX4" fmla="*/ 2192692 w 3915966"/>
                <a:gd name="connsiteY4" fmla="*/ 1676095 h 1676095"/>
                <a:gd name="connsiteX5" fmla="*/ 2913719 w 3915966"/>
                <a:gd name="connsiteY5" fmla="*/ 1465436 h 1676095"/>
                <a:gd name="connsiteX6" fmla="*/ 3295071 w 3915966"/>
                <a:gd name="connsiteY6" fmla="*/ 1455758 h 1676095"/>
                <a:gd name="connsiteX7" fmla="*/ 3915966 w 3915966"/>
                <a:gd name="connsiteY7" fmla="*/ 1445471 h 1676095"/>
                <a:gd name="connsiteX8" fmla="*/ 3899994 w 3915966"/>
                <a:gd name="connsiteY8" fmla="*/ 0 h 1676095"/>
                <a:gd name="connsiteX0" fmla="*/ 33110 w 3915966"/>
                <a:gd name="connsiteY0" fmla="*/ 142370 h 1676095"/>
                <a:gd name="connsiteX1" fmla="*/ 0 w 3915966"/>
                <a:gd name="connsiteY1" fmla="*/ 1510843 h 1676095"/>
                <a:gd name="connsiteX2" fmla="*/ 1263312 w 3915966"/>
                <a:gd name="connsiteY2" fmla="*/ 1477792 h 1676095"/>
                <a:gd name="connsiteX3" fmla="*/ 1589200 w 3915966"/>
                <a:gd name="connsiteY3" fmla="*/ 1661407 h 1676095"/>
                <a:gd name="connsiteX4" fmla="*/ 2192692 w 3915966"/>
                <a:gd name="connsiteY4" fmla="*/ 1676095 h 1676095"/>
                <a:gd name="connsiteX5" fmla="*/ 2913719 w 3915966"/>
                <a:gd name="connsiteY5" fmla="*/ 1465436 h 1676095"/>
                <a:gd name="connsiteX6" fmla="*/ 3295071 w 3915966"/>
                <a:gd name="connsiteY6" fmla="*/ 1455758 h 1676095"/>
                <a:gd name="connsiteX7" fmla="*/ 3915966 w 3915966"/>
                <a:gd name="connsiteY7" fmla="*/ 1445471 h 1676095"/>
                <a:gd name="connsiteX8" fmla="*/ 3899994 w 3915966"/>
                <a:gd name="connsiteY8" fmla="*/ 0 h 1676095"/>
                <a:gd name="connsiteX0" fmla="*/ 17017 w 3915966"/>
                <a:gd name="connsiteY0" fmla="*/ 0 h 1838525"/>
                <a:gd name="connsiteX1" fmla="*/ 0 w 3915966"/>
                <a:gd name="connsiteY1" fmla="*/ 1673273 h 1838525"/>
                <a:gd name="connsiteX2" fmla="*/ 1263312 w 3915966"/>
                <a:gd name="connsiteY2" fmla="*/ 1640222 h 1838525"/>
                <a:gd name="connsiteX3" fmla="*/ 1589200 w 3915966"/>
                <a:gd name="connsiteY3" fmla="*/ 1823837 h 1838525"/>
                <a:gd name="connsiteX4" fmla="*/ 2192692 w 3915966"/>
                <a:gd name="connsiteY4" fmla="*/ 1838525 h 1838525"/>
                <a:gd name="connsiteX5" fmla="*/ 2913719 w 3915966"/>
                <a:gd name="connsiteY5" fmla="*/ 1627866 h 1838525"/>
                <a:gd name="connsiteX6" fmla="*/ 3295071 w 3915966"/>
                <a:gd name="connsiteY6" fmla="*/ 1618188 h 1838525"/>
                <a:gd name="connsiteX7" fmla="*/ 3915966 w 3915966"/>
                <a:gd name="connsiteY7" fmla="*/ 1607901 h 1838525"/>
                <a:gd name="connsiteX8" fmla="*/ 3899994 w 3915966"/>
                <a:gd name="connsiteY8" fmla="*/ 162430 h 1838525"/>
                <a:gd name="connsiteX0" fmla="*/ 0 w 3898949"/>
                <a:gd name="connsiteY0" fmla="*/ 0 h 1838525"/>
                <a:gd name="connsiteX1" fmla="*/ 19193 w 3898949"/>
                <a:gd name="connsiteY1" fmla="*/ 1581465 h 1838525"/>
                <a:gd name="connsiteX2" fmla="*/ 1246295 w 3898949"/>
                <a:gd name="connsiteY2" fmla="*/ 1640222 h 1838525"/>
                <a:gd name="connsiteX3" fmla="*/ 1572183 w 3898949"/>
                <a:gd name="connsiteY3" fmla="*/ 1823837 h 1838525"/>
                <a:gd name="connsiteX4" fmla="*/ 2175675 w 3898949"/>
                <a:gd name="connsiteY4" fmla="*/ 1838525 h 1838525"/>
                <a:gd name="connsiteX5" fmla="*/ 2896702 w 3898949"/>
                <a:gd name="connsiteY5" fmla="*/ 1627866 h 1838525"/>
                <a:gd name="connsiteX6" fmla="*/ 3278054 w 3898949"/>
                <a:gd name="connsiteY6" fmla="*/ 1618188 h 1838525"/>
                <a:gd name="connsiteX7" fmla="*/ 3898949 w 3898949"/>
                <a:gd name="connsiteY7" fmla="*/ 1607901 h 1838525"/>
                <a:gd name="connsiteX8" fmla="*/ 3882977 w 3898949"/>
                <a:gd name="connsiteY8" fmla="*/ 162430 h 1838525"/>
                <a:gd name="connsiteX0" fmla="*/ 0 w 3898949"/>
                <a:gd name="connsiteY0" fmla="*/ 0 h 1838525"/>
                <a:gd name="connsiteX1" fmla="*/ 15169 w 3898949"/>
                <a:gd name="connsiteY1" fmla="*/ 1585137 h 1838525"/>
                <a:gd name="connsiteX2" fmla="*/ 1246295 w 3898949"/>
                <a:gd name="connsiteY2" fmla="*/ 1640222 h 1838525"/>
                <a:gd name="connsiteX3" fmla="*/ 1572183 w 3898949"/>
                <a:gd name="connsiteY3" fmla="*/ 1823837 h 1838525"/>
                <a:gd name="connsiteX4" fmla="*/ 2175675 w 3898949"/>
                <a:gd name="connsiteY4" fmla="*/ 1838525 h 1838525"/>
                <a:gd name="connsiteX5" fmla="*/ 2896702 w 3898949"/>
                <a:gd name="connsiteY5" fmla="*/ 1627866 h 1838525"/>
                <a:gd name="connsiteX6" fmla="*/ 3278054 w 3898949"/>
                <a:gd name="connsiteY6" fmla="*/ 1618188 h 1838525"/>
                <a:gd name="connsiteX7" fmla="*/ 3898949 w 3898949"/>
                <a:gd name="connsiteY7" fmla="*/ 1607901 h 1838525"/>
                <a:gd name="connsiteX8" fmla="*/ 3882977 w 3898949"/>
                <a:gd name="connsiteY8" fmla="*/ 162430 h 1838525"/>
                <a:gd name="connsiteX0" fmla="*/ 0 w 3898949"/>
                <a:gd name="connsiteY0" fmla="*/ 0 h 1838525"/>
                <a:gd name="connsiteX1" fmla="*/ 15169 w 3898949"/>
                <a:gd name="connsiteY1" fmla="*/ 1588809 h 1838525"/>
                <a:gd name="connsiteX2" fmla="*/ 1246295 w 3898949"/>
                <a:gd name="connsiteY2" fmla="*/ 1640222 h 1838525"/>
                <a:gd name="connsiteX3" fmla="*/ 1572183 w 3898949"/>
                <a:gd name="connsiteY3" fmla="*/ 1823837 h 1838525"/>
                <a:gd name="connsiteX4" fmla="*/ 2175675 w 3898949"/>
                <a:gd name="connsiteY4" fmla="*/ 1838525 h 1838525"/>
                <a:gd name="connsiteX5" fmla="*/ 2896702 w 3898949"/>
                <a:gd name="connsiteY5" fmla="*/ 1627866 h 1838525"/>
                <a:gd name="connsiteX6" fmla="*/ 3278054 w 3898949"/>
                <a:gd name="connsiteY6" fmla="*/ 1618188 h 1838525"/>
                <a:gd name="connsiteX7" fmla="*/ 3898949 w 3898949"/>
                <a:gd name="connsiteY7" fmla="*/ 1607901 h 1838525"/>
                <a:gd name="connsiteX8" fmla="*/ 3882977 w 3898949"/>
                <a:gd name="connsiteY8" fmla="*/ 162430 h 1838525"/>
                <a:gd name="connsiteX0" fmla="*/ 0 w 3898949"/>
                <a:gd name="connsiteY0" fmla="*/ 0 h 1838525"/>
                <a:gd name="connsiteX1" fmla="*/ 15169 w 3898949"/>
                <a:gd name="connsiteY1" fmla="*/ 1588809 h 1838525"/>
                <a:gd name="connsiteX2" fmla="*/ 1189969 w 3898949"/>
                <a:gd name="connsiteY2" fmla="*/ 1566776 h 1838525"/>
                <a:gd name="connsiteX3" fmla="*/ 1572183 w 3898949"/>
                <a:gd name="connsiteY3" fmla="*/ 1823837 h 1838525"/>
                <a:gd name="connsiteX4" fmla="*/ 2175675 w 3898949"/>
                <a:gd name="connsiteY4" fmla="*/ 1838525 h 1838525"/>
                <a:gd name="connsiteX5" fmla="*/ 2896702 w 3898949"/>
                <a:gd name="connsiteY5" fmla="*/ 1627866 h 1838525"/>
                <a:gd name="connsiteX6" fmla="*/ 3278054 w 3898949"/>
                <a:gd name="connsiteY6" fmla="*/ 1618188 h 1838525"/>
                <a:gd name="connsiteX7" fmla="*/ 3898949 w 3898949"/>
                <a:gd name="connsiteY7" fmla="*/ 1607901 h 1838525"/>
                <a:gd name="connsiteX8" fmla="*/ 3882977 w 3898949"/>
                <a:gd name="connsiteY8" fmla="*/ 162430 h 1838525"/>
                <a:gd name="connsiteX0" fmla="*/ 0 w 3898949"/>
                <a:gd name="connsiteY0" fmla="*/ 0 h 1838525"/>
                <a:gd name="connsiteX1" fmla="*/ 15169 w 3898949"/>
                <a:gd name="connsiteY1" fmla="*/ 1588809 h 1838525"/>
                <a:gd name="connsiteX2" fmla="*/ 1185946 w 3898949"/>
                <a:gd name="connsiteY2" fmla="*/ 1581465 h 1838525"/>
                <a:gd name="connsiteX3" fmla="*/ 1572183 w 3898949"/>
                <a:gd name="connsiteY3" fmla="*/ 1823837 h 1838525"/>
                <a:gd name="connsiteX4" fmla="*/ 2175675 w 3898949"/>
                <a:gd name="connsiteY4" fmla="*/ 1838525 h 1838525"/>
                <a:gd name="connsiteX5" fmla="*/ 2896702 w 3898949"/>
                <a:gd name="connsiteY5" fmla="*/ 1627866 h 1838525"/>
                <a:gd name="connsiteX6" fmla="*/ 3278054 w 3898949"/>
                <a:gd name="connsiteY6" fmla="*/ 1618188 h 1838525"/>
                <a:gd name="connsiteX7" fmla="*/ 3898949 w 3898949"/>
                <a:gd name="connsiteY7" fmla="*/ 1607901 h 1838525"/>
                <a:gd name="connsiteX8" fmla="*/ 3882977 w 3898949"/>
                <a:gd name="connsiteY8" fmla="*/ 162430 h 1838525"/>
                <a:gd name="connsiteX0" fmla="*/ 0 w 3898949"/>
                <a:gd name="connsiteY0" fmla="*/ 0 h 1838525"/>
                <a:gd name="connsiteX1" fmla="*/ 15169 w 3898949"/>
                <a:gd name="connsiteY1" fmla="*/ 1588809 h 1838525"/>
                <a:gd name="connsiteX2" fmla="*/ 1185946 w 3898949"/>
                <a:gd name="connsiteY2" fmla="*/ 1592482 h 1838525"/>
                <a:gd name="connsiteX3" fmla="*/ 1572183 w 3898949"/>
                <a:gd name="connsiteY3" fmla="*/ 1823837 h 1838525"/>
                <a:gd name="connsiteX4" fmla="*/ 2175675 w 3898949"/>
                <a:gd name="connsiteY4" fmla="*/ 1838525 h 1838525"/>
                <a:gd name="connsiteX5" fmla="*/ 2896702 w 3898949"/>
                <a:gd name="connsiteY5" fmla="*/ 1627866 h 1838525"/>
                <a:gd name="connsiteX6" fmla="*/ 3278054 w 3898949"/>
                <a:gd name="connsiteY6" fmla="*/ 1618188 h 1838525"/>
                <a:gd name="connsiteX7" fmla="*/ 3898949 w 3898949"/>
                <a:gd name="connsiteY7" fmla="*/ 1607901 h 1838525"/>
                <a:gd name="connsiteX8" fmla="*/ 3882977 w 3898949"/>
                <a:gd name="connsiteY8" fmla="*/ 162430 h 1838525"/>
                <a:gd name="connsiteX0" fmla="*/ 0 w 3898949"/>
                <a:gd name="connsiteY0" fmla="*/ 0 h 1827509"/>
                <a:gd name="connsiteX1" fmla="*/ 15169 w 3898949"/>
                <a:gd name="connsiteY1" fmla="*/ 1588809 h 1827509"/>
                <a:gd name="connsiteX2" fmla="*/ 1185946 w 3898949"/>
                <a:gd name="connsiteY2" fmla="*/ 1592482 h 1827509"/>
                <a:gd name="connsiteX3" fmla="*/ 1572183 w 3898949"/>
                <a:gd name="connsiteY3" fmla="*/ 1823837 h 1827509"/>
                <a:gd name="connsiteX4" fmla="*/ 2147513 w 3898949"/>
                <a:gd name="connsiteY4" fmla="*/ 1827509 h 1827509"/>
                <a:gd name="connsiteX5" fmla="*/ 2896702 w 3898949"/>
                <a:gd name="connsiteY5" fmla="*/ 1627866 h 1827509"/>
                <a:gd name="connsiteX6" fmla="*/ 3278054 w 3898949"/>
                <a:gd name="connsiteY6" fmla="*/ 1618188 h 1827509"/>
                <a:gd name="connsiteX7" fmla="*/ 3898949 w 3898949"/>
                <a:gd name="connsiteY7" fmla="*/ 1607901 h 1827509"/>
                <a:gd name="connsiteX8" fmla="*/ 3882977 w 3898949"/>
                <a:gd name="connsiteY8" fmla="*/ 162430 h 1827509"/>
                <a:gd name="connsiteX0" fmla="*/ 0 w 3898949"/>
                <a:gd name="connsiteY0" fmla="*/ 0 h 1827509"/>
                <a:gd name="connsiteX1" fmla="*/ 15169 w 3898949"/>
                <a:gd name="connsiteY1" fmla="*/ 1588809 h 1827509"/>
                <a:gd name="connsiteX2" fmla="*/ 1185946 w 3898949"/>
                <a:gd name="connsiteY2" fmla="*/ 1592482 h 1827509"/>
                <a:gd name="connsiteX3" fmla="*/ 1572183 w 3898949"/>
                <a:gd name="connsiteY3" fmla="*/ 1823837 h 1827509"/>
                <a:gd name="connsiteX4" fmla="*/ 2147513 w 3898949"/>
                <a:gd name="connsiteY4" fmla="*/ 1827509 h 1827509"/>
                <a:gd name="connsiteX5" fmla="*/ 2727724 w 3898949"/>
                <a:gd name="connsiteY5" fmla="*/ 1591143 h 1827509"/>
                <a:gd name="connsiteX6" fmla="*/ 3278054 w 3898949"/>
                <a:gd name="connsiteY6" fmla="*/ 1618188 h 1827509"/>
                <a:gd name="connsiteX7" fmla="*/ 3898949 w 3898949"/>
                <a:gd name="connsiteY7" fmla="*/ 1607901 h 1827509"/>
                <a:gd name="connsiteX8" fmla="*/ 3882977 w 3898949"/>
                <a:gd name="connsiteY8" fmla="*/ 162430 h 1827509"/>
                <a:gd name="connsiteX0" fmla="*/ 0 w 3898949"/>
                <a:gd name="connsiteY0" fmla="*/ 0 h 1827509"/>
                <a:gd name="connsiteX1" fmla="*/ 15169 w 3898949"/>
                <a:gd name="connsiteY1" fmla="*/ 1588809 h 1827509"/>
                <a:gd name="connsiteX2" fmla="*/ 1185946 w 3898949"/>
                <a:gd name="connsiteY2" fmla="*/ 1592482 h 1827509"/>
                <a:gd name="connsiteX3" fmla="*/ 1572183 w 3898949"/>
                <a:gd name="connsiteY3" fmla="*/ 1823837 h 1827509"/>
                <a:gd name="connsiteX4" fmla="*/ 2147513 w 3898949"/>
                <a:gd name="connsiteY4" fmla="*/ 1827509 h 1827509"/>
                <a:gd name="connsiteX5" fmla="*/ 2727724 w 3898949"/>
                <a:gd name="connsiteY5" fmla="*/ 1591143 h 1827509"/>
                <a:gd name="connsiteX6" fmla="*/ 3278054 w 3898949"/>
                <a:gd name="connsiteY6" fmla="*/ 1618188 h 1827509"/>
                <a:gd name="connsiteX7" fmla="*/ 3898949 w 3898949"/>
                <a:gd name="connsiteY7" fmla="*/ 1607901 h 1827509"/>
                <a:gd name="connsiteX8" fmla="*/ 3869708 w 3898949"/>
                <a:gd name="connsiteY8" fmla="*/ 113985 h 1827509"/>
                <a:gd name="connsiteX0" fmla="*/ 0 w 3869708"/>
                <a:gd name="connsiteY0" fmla="*/ 0 h 1827509"/>
                <a:gd name="connsiteX1" fmla="*/ 15169 w 3869708"/>
                <a:gd name="connsiteY1" fmla="*/ 1588809 h 1827509"/>
                <a:gd name="connsiteX2" fmla="*/ 1185946 w 3869708"/>
                <a:gd name="connsiteY2" fmla="*/ 1592482 h 1827509"/>
                <a:gd name="connsiteX3" fmla="*/ 1572183 w 3869708"/>
                <a:gd name="connsiteY3" fmla="*/ 1823837 h 1827509"/>
                <a:gd name="connsiteX4" fmla="*/ 2147513 w 3869708"/>
                <a:gd name="connsiteY4" fmla="*/ 1827509 h 1827509"/>
                <a:gd name="connsiteX5" fmla="*/ 2727724 w 3869708"/>
                <a:gd name="connsiteY5" fmla="*/ 1591143 h 1827509"/>
                <a:gd name="connsiteX6" fmla="*/ 3278054 w 3869708"/>
                <a:gd name="connsiteY6" fmla="*/ 1618188 h 1827509"/>
                <a:gd name="connsiteX7" fmla="*/ 3839239 w 3869708"/>
                <a:gd name="connsiteY7" fmla="*/ 1565511 h 1827509"/>
                <a:gd name="connsiteX8" fmla="*/ 3869708 w 3869708"/>
                <a:gd name="connsiteY8" fmla="*/ 113985 h 1827509"/>
                <a:gd name="connsiteX0" fmla="*/ 0 w 3839239"/>
                <a:gd name="connsiteY0" fmla="*/ 0 h 1827509"/>
                <a:gd name="connsiteX1" fmla="*/ 15169 w 3839239"/>
                <a:gd name="connsiteY1" fmla="*/ 1588809 h 1827509"/>
                <a:gd name="connsiteX2" fmla="*/ 1185946 w 3839239"/>
                <a:gd name="connsiteY2" fmla="*/ 1592482 h 1827509"/>
                <a:gd name="connsiteX3" fmla="*/ 1572183 w 3839239"/>
                <a:gd name="connsiteY3" fmla="*/ 1823837 h 1827509"/>
                <a:gd name="connsiteX4" fmla="*/ 2147513 w 3839239"/>
                <a:gd name="connsiteY4" fmla="*/ 1827509 h 1827509"/>
                <a:gd name="connsiteX5" fmla="*/ 2727724 w 3839239"/>
                <a:gd name="connsiteY5" fmla="*/ 1591143 h 1827509"/>
                <a:gd name="connsiteX6" fmla="*/ 3278054 w 3839239"/>
                <a:gd name="connsiteY6" fmla="*/ 1618188 h 1827509"/>
                <a:gd name="connsiteX7" fmla="*/ 3839239 w 3839239"/>
                <a:gd name="connsiteY7" fmla="*/ 1565511 h 1827509"/>
                <a:gd name="connsiteX8" fmla="*/ 3829902 w 3839239"/>
                <a:gd name="connsiteY8" fmla="*/ 126097 h 1827509"/>
                <a:gd name="connsiteX0" fmla="*/ 0 w 3839239"/>
                <a:gd name="connsiteY0" fmla="*/ 0 h 1827509"/>
                <a:gd name="connsiteX1" fmla="*/ 15169 w 3839239"/>
                <a:gd name="connsiteY1" fmla="*/ 1588809 h 1827509"/>
                <a:gd name="connsiteX2" fmla="*/ 1185946 w 3839239"/>
                <a:gd name="connsiteY2" fmla="*/ 1592482 h 1827509"/>
                <a:gd name="connsiteX3" fmla="*/ 1572183 w 3839239"/>
                <a:gd name="connsiteY3" fmla="*/ 1823837 h 1827509"/>
                <a:gd name="connsiteX4" fmla="*/ 2147513 w 3839239"/>
                <a:gd name="connsiteY4" fmla="*/ 1827509 h 1827509"/>
                <a:gd name="connsiteX5" fmla="*/ 2727724 w 3839239"/>
                <a:gd name="connsiteY5" fmla="*/ 1591143 h 1827509"/>
                <a:gd name="connsiteX6" fmla="*/ 3839239 w 3839239"/>
                <a:gd name="connsiteY6" fmla="*/ 1565511 h 1827509"/>
                <a:gd name="connsiteX7" fmla="*/ 3829902 w 3839239"/>
                <a:gd name="connsiteY7" fmla="*/ 126097 h 1827509"/>
                <a:gd name="connsiteX0" fmla="*/ 0 w 3832605"/>
                <a:gd name="connsiteY0" fmla="*/ 0 h 1827509"/>
                <a:gd name="connsiteX1" fmla="*/ 15169 w 3832605"/>
                <a:gd name="connsiteY1" fmla="*/ 1588809 h 1827509"/>
                <a:gd name="connsiteX2" fmla="*/ 1185946 w 3832605"/>
                <a:gd name="connsiteY2" fmla="*/ 1592482 h 1827509"/>
                <a:gd name="connsiteX3" fmla="*/ 1572183 w 3832605"/>
                <a:gd name="connsiteY3" fmla="*/ 1823837 h 1827509"/>
                <a:gd name="connsiteX4" fmla="*/ 2147513 w 3832605"/>
                <a:gd name="connsiteY4" fmla="*/ 1827509 h 1827509"/>
                <a:gd name="connsiteX5" fmla="*/ 2727724 w 3832605"/>
                <a:gd name="connsiteY5" fmla="*/ 1591143 h 1827509"/>
                <a:gd name="connsiteX6" fmla="*/ 3832605 w 3832605"/>
                <a:gd name="connsiteY6" fmla="*/ 1589734 h 1827509"/>
                <a:gd name="connsiteX7" fmla="*/ 3829902 w 3832605"/>
                <a:gd name="connsiteY7" fmla="*/ 126097 h 18275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3832605" h="1827509">
                  <a:moveTo>
                    <a:pt x="0" y="0"/>
                  </a:moveTo>
                  <a:lnTo>
                    <a:pt x="15169" y="1588809"/>
                  </a:lnTo>
                  <a:lnTo>
                    <a:pt x="1185946" y="1592482"/>
                  </a:lnTo>
                  <a:lnTo>
                    <a:pt x="1572183" y="1823837"/>
                  </a:lnTo>
                  <a:lnTo>
                    <a:pt x="2147513" y="1827509"/>
                  </a:lnTo>
                  <a:lnTo>
                    <a:pt x="2727724" y="1591143"/>
                  </a:lnTo>
                  <a:lnTo>
                    <a:pt x="3832605" y="1589734"/>
                  </a:lnTo>
                  <a:cubicBezTo>
                    <a:pt x="3829493" y="1109929"/>
                    <a:pt x="3833014" y="605902"/>
                    <a:pt x="3829902" y="126097"/>
                  </a:cubicBezTo>
                </a:path>
              </a:pathLst>
            </a:custGeom>
            <a:noFill/>
            <a:ln w="25400">
              <a:solidFill>
                <a:srgbClr val="00B050"/>
              </a:solidFill>
              <a:headEnd type="triangle"/>
              <a:tailEnd type="none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315" name="TextBox 314">
              <a:extLst>
                <a:ext uri="{FF2B5EF4-FFF2-40B4-BE49-F238E27FC236}">
                  <a16:creationId xmlns:a16="http://schemas.microsoft.com/office/drawing/2014/main" id="{4B1BE921-31E4-C342-B3CD-DD49B4829966}"/>
                </a:ext>
              </a:extLst>
            </p:cNvPr>
            <p:cNvSpPr txBox="1"/>
            <p:nvPr/>
          </p:nvSpPr>
          <p:spPr>
            <a:xfrm>
              <a:off x="6799618" y="3650736"/>
              <a:ext cx="64742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B050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ACKs</a:t>
              </a:r>
            </a:p>
          </p:txBody>
        </p:sp>
        <p:sp>
          <p:nvSpPr>
            <p:cNvPr id="316" name="TextBox 315">
              <a:extLst>
                <a:ext uri="{FF2B5EF4-FFF2-40B4-BE49-F238E27FC236}">
                  <a16:creationId xmlns:a16="http://schemas.microsoft.com/office/drawing/2014/main" id="{E8B4DCFA-3A87-864C-A054-ED417A34E19F}"/>
                </a:ext>
              </a:extLst>
            </p:cNvPr>
            <p:cNvSpPr txBox="1"/>
            <p:nvPr/>
          </p:nvSpPr>
          <p:spPr>
            <a:xfrm>
              <a:off x="10809403" y="3772400"/>
              <a:ext cx="64742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B050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ACKs</a:t>
              </a:r>
            </a:p>
          </p:txBody>
        </p: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CFA18EA5-E5A9-6043-B7D4-AA1698F72E02}"/>
              </a:ext>
            </a:extLst>
          </p:cNvPr>
          <p:cNvSpPr txBox="1"/>
          <p:nvPr/>
        </p:nvSpPr>
        <p:spPr>
          <a:xfrm>
            <a:off x="8061221" y="2622756"/>
            <a:ext cx="209551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explicit congestion info</a:t>
            </a:r>
          </a:p>
        </p:txBody>
      </p:sp>
      <p:sp>
        <p:nvSpPr>
          <p:cNvPr id="133" name="Rectangle 3">
            <a:extLst>
              <a:ext uri="{FF2B5EF4-FFF2-40B4-BE49-F238E27FC236}">
                <a16:creationId xmlns:a16="http://schemas.microsoft.com/office/drawing/2014/main" id="{5D568CC7-EA67-7743-9944-2BC5136F529F}"/>
              </a:ext>
            </a:extLst>
          </p:cNvPr>
          <p:cNvSpPr txBox="1">
            <a:spLocks noChangeArrowheads="1"/>
          </p:cNvSpPr>
          <p:nvPr/>
        </p:nvSpPr>
        <p:spPr>
          <a:xfrm>
            <a:off x="698090" y="1818967"/>
            <a:ext cx="5781368" cy="382143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52425" marR="0" lvl="0" indent="-22225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charset="0"/>
              <a:buNone/>
              <a:tabLst/>
              <a:defRPr/>
            </a:pPr>
            <a:r>
              <a:rPr kumimoji="0" lang="en-US" sz="35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Network-assisted congestion control:</a:t>
            </a:r>
          </a:p>
          <a:p>
            <a:pPr marL="407988" marR="0" lvl="0" indent="-277813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pitchFamily="2" charset="2"/>
              <a:buChar char="§"/>
              <a:tabLst/>
              <a:defRPr/>
            </a:pPr>
            <a:r>
              <a:rPr kumimoji="0" lang="en-US" sz="3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routers provide </a:t>
            </a:r>
            <a:r>
              <a:rPr kumimoji="0" lang="en-US" sz="3000" b="0" i="1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direct</a:t>
            </a:r>
            <a:r>
              <a:rPr kumimoji="0" lang="en-US" sz="3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feedback to sending/receiving hosts with flows passing through congested router</a:t>
            </a:r>
          </a:p>
          <a:p>
            <a:pPr marL="407988" marR="0" lvl="0" indent="-277813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pitchFamily="2" charset="2"/>
              <a:buChar char="§"/>
              <a:tabLst/>
              <a:defRPr/>
            </a:pPr>
            <a:r>
              <a:rPr kumimoji="0" lang="en-US" sz="3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may indicate congestion level or explicitly set sending rate</a:t>
            </a:r>
          </a:p>
        </p:txBody>
      </p:sp>
      <p:sp>
        <p:nvSpPr>
          <p:cNvPr id="142" name="Slide Number Placeholder 2">
            <a:extLst>
              <a:ext uri="{FF2B5EF4-FFF2-40B4-BE49-F238E27FC236}">
                <a16:creationId xmlns:a16="http://schemas.microsoft.com/office/drawing/2014/main" id="{2CD52159-2B0E-9F4A-977B-27EEC203D78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19616" y="6443089"/>
            <a:ext cx="2743200" cy="365125"/>
          </a:xfrm>
        </p:spPr>
        <p:txBody>
          <a:bodyPr/>
          <a:lstStyle/>
          <a:p>
            <a:r>
              <a:rPr lang="en-US" dirty="0"/>
              <a:t>Transport Layer: 3-</a:t>
            </a:r>
            <a:fld id="{C4204591-24BD-A542-B9D5-F8D8A88D2FEE}" type="slidenum">
              <a:rPr lang="en-US" smtClean="0"/>
              <a:pPr/>
              <a:t>30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298853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3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00"/>
                            </p:stCondLst>
                            <p:childTnLst>
                              <p:par>
                                <p:cTn id="9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1" dur="1000"/>
                                        <p:tgtEl>
                                          <p:spTgt spid="3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500"/>
                            </p:stCondLst>
                            <p:childTnLst>
                              <p:par>
                                <p:cTn id="18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0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28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5" dur="500"/>
                                        <p:tgtEl>
                                          <p:spTgt spid="9728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7289" grpId="0" build="p"/>
      <p:bldP spid="2" grpId="0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8CD900-19EC-824C-BF74-AADFBF5A17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8691" y="289325"/>
            <a:ext cx="10515600" cy="894622"/>
          </a:xfrm>
        </p:spPr>
        <p:txBody>
          <a:bodyPr/>
          <a:lstStyle/>
          <a:p>
            <a:r>
              <a:rPr lang="en-US" altLang="en-US" dirty="0">
                <a:cs typeface="Calibri" panose="020F0502020204030204" pitchFamily="34" charset="0"/>
              </a:rPr>
              <a:t>Chapter 3: roadmap</a:t>
            </a:r>
            <a:endParaRPr lang="en-US" dirty="0"/>
          </a:p>
        </p:txBody>
      </p:sp>
      <p:sp>
        <p:nvSpPr>
          <p:cNvPr id="9" name="Rectangle 4">
            <a:extLst>
              <a:ext uri="{FF2B5EF4-FFF2-40B4-BE49-F238E27FC236}">
                <a16:creationId xmlns:a16="http://schemas.microsoft.com/office/drawing/2014/main" id="{55AB9D8D-7F05-094B-8DA6-3095A7A7A096}"/>
              </a:ext>
            </a:extLst>
          </p:cNvPr>
          <p:cNvSpPr>
            <a:spLocks noGrp="1" noChangeArrowheads="1"/>
          </p:cNvSpPr>
          <p:nvPr>
            <p:ph sz="half" idx="2"/>
          </p:nvPr>
        </p:nvSpPr>
        <p:spPr>
          <a:xfrm>
            <a:off x="798690" y="1414011"/>
            <a:ext cx="6618109" cy="5029078"/>
          </a:xfrm>
        </p:spPr>
        <p:txBody>
          <a:bodyPr>
            <a:normAutofit/>
          </a:bodyPr>
          <a:lstStyle/>
          <a:p>
            <a:pPr marL="403225" indent="-285750">
              <a:spcBef>
                <a:spcPts val="800"/>
              </a:spcBef>
              <a:buClr>
                <a:schemeClr val="bg1">
                  <a:lumMod val="75000"/>
                </a:schemeClr>
              </a:buClr>
            </a:pPr>
            <a:r>
              <a:rPr lang="en-US" altLang="en-US" sz="3200" dirty="0">
                <a:solidFill>
                  <a:schemeClr val="bg1">
                    <a:lumMod val="75000"/>
                  </a:schemeClr>
                </a:solidFill>
                <a:cs typeface="Calibri" panose="020F0502020204030204" pitchFamily="34" charset="0"/>
              </a:rPr>
              <a:t>Transport-layer services</a:t>
            </a:r>
          </a:p>
          <a:p>
            <a:pPr marL="403225" indent="-285750">
              <a:spcBef>
                <a:spcPts val="800"/>
              </a:spcBef>
              <a:buClr>
                <a:schemeClr val="bg1">
                  <a:lumMod val="75000"/>
                </a:schemeClr>
              </a:buClr>
            </a:pPr>
            <a:r>
              <a:rPr lang="en-US" altLang="en-US" sz="3200" dirty="0">
                <a:solidFill>
                  <a:schemeClr val="bg1">
                    <a:lumMod val="75000"/>
                  </a:schemeClr>
                </a:solidFill>
                <a:cs typeface="Calibri" panose="020F0502020204030204" pitchFamily="34" charset="0"/>
              </a:rPr>
              <a:t>Multiplexing and demultiplexing</a:t>
            </a:r>
          </a:p>
          <a:p>
            <a:pPr marL="403225" indent="-285750">
              <a:spcBef>
                <a:spcPts val="800"/>
              </a:spcBef>
              <a:buClr>
                <a:schemeClr val="bg1">
                  <a:lumMod val="75000"/>
                </a:schemeClr>
              </a:buClr>
            </a:pPr>
            <a:r>
              <a:rPr lang="en-US" altLang="en-US" sz="3200" dirty="0">
                <a:solidFill>
                  <a:schemeClr val="bg1">
                    <a:lumMod val="75000"/>
                  </a:schemeClr>
                </a:solidFill>
                <a:cs typeface="Calibri" panose="020F0502020204030204" pitchFamily="34" charset="0"/>
              </a:rPr>
              <a:t>Connectionless transport: UDP</a:t>
            </a:r>
          </a:p>
          <a:p>
            <a:pPr marL="403225" indent="-285750">
              <a:spcBef>
                <a:spcPts val="800"/>
              </a:spcBef>
              <a:buClr>
                <a:schemeClr val="bg1">
                  <a:lumMod val="75000"/>
                </a:schemeClr>
              </a:buClr>
            </a:pPr>
            <a:r>
              <a:rPr lang="en-US" altLang="en-US" sz="3200" dirty="0">
                <a:solidFill>
                  <a:schemeClr val="bg1">
                    <a:lumMod val="75000"/>
                  </a:schemeClr>
                </a:solidFill>
                <a:cs typeface="Calibri" panose="020F0502020204030204" pitchFamily="34" charset="0"/>
              </a:rPr>
              <a:t>Principles of reliable data transfer </a:t>
            </a:r>
          </a:p>
          <a:p>
            <a:pPr marL="403225" indent="-285750">
              <a:spcBef>
                <a:spcPts val="800"/>
              </a:spcBef>
              <a:buClr>
                <a:schemeClr val="bg1">
                  <a:lumMod val="75000"/>
                </a:schemeClr>
              </a:buClr>
            </a:pPr>
            <a:r>
              <a:rPr lang="en-US" sz="3200" dirty="0">
                <a:solidFill>
                  <a:schemeClr val="bg1">
                    <a:lumMod val="75000"/>
                  </a:schemeClr>
                </a:solidFill>
              </a:rPr>
              <a:t>Connection-oriented transport: TCP</a:t>
            </a:r>
          </a:p>
          <a:p>
            <a:pPr marL="403225" indent="-285750">
              <a:spcBef>
                <a:spcPts val="800"/>
              </a:spcBef>
              <a:buClr>
                <a:schemeClr val="bg1">
                  <a:lumMod val="75000"/>
                </a:schemeClr>
              </a:buClr>
            </a:pPr>
            <a:r>
              <a:rPr lang="en-US" sz="3200" dirty="0">
                <a:solidFill>
                  <a:schemeClr val="bg1">
                    <a:lumMod val="75000"/>
                  </a:schemeClr>
                </a:solidFill>
              </a:rPr>
              <a:t>Principles of congestion control</a:t>
            </a:r>
          </a:p>
          <a:p>
            <a:pPr marL="403225" indent="-285750">
              <a:spcBef>
                <a:spcPts val="800"/>
              </a:spcBef>
            </a:pPr>
            <a:r>
              <a:rPr lang="en-US" sz="3200" dirty="0"/>
              <a:t>TCP congestion control</a:t>
            </a:r>
          </a:p>
          <a:p>
            <a:pPr marL="403225" indent="-285750">
              <a:spcBef>
                <a:spcPts val="800"/>
              </a:spcBef>
            </a:pPr>
            <a:r>
              <a:rPr lang="en-US" sz="3200" dirty="0">
                <a:solidFill>
                  <a:schemeClr val="bg1">
                    <a:lumMod val="75000"/>
                  </a:schemeClr>
                </a:solidFill>
              </a:rPr>
              <a:t>Evolution of transport-layer functionality</a:t>
            </a:r>
            <a:endParaRPr lang="en-US" sz="3200" dirty="0"/>
          </a:p>
          <a:p>
            <a:pPr eaLnBrk="1" hangingPunct="1">
              <a:buFont typeface="Wingdings" panose="05000000000000000000" pitchFamily="2" charset="2"/>
              <a:buNone/>
            </a:pPr>
            <a:endParaRPr lang="en-US" altLang="en-US" sz="2400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ED4EED6-AA2C-5A44-91DA-4CFB7A4AA24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r>
              <a:rPr lang="en-US" dirty="0"/>
              <a:t>Transport Layer: 3-</a:t>
            </a:r>
            <a:fld id="{C4204591-24BD-A542-B9D5-F8D8A88D2FEE}" type="slidenum">
              <a:rPr lang="en-US" smtClean="0"/>
              <a:pPr/>
              <a:t>31</a:t>
            </a:fld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53F12A5-E6F0-8F46-A507-3CB3CDD11A7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4329" y="1293471"/>
            <a:ext cx="3657600" cy="2743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52428799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8CD900-19EC-824C-BF74-AADFBF5A17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1390" y="258153"/>
            <a:ext cx="11393310" cy="894622"/>
          </a:xfrm>
        </p:spPr>
        <p:txBody>
          <a:bodyPr>
            <a:normAutofit/>
          </a:bodyPr>
          <a:lstStyle/>
          <a:p>
            <a:r>
              <a:rPr lang="en-US" sz="4800" dirty="0"/>
              <a:t>TCP congestion control: AIMD</a:t>
            </a:r>
            <a:endParaRPr lang="en-US" sz="4400" b="0" dirty="0"/>
          </a:p>
        </p:txBody>
      </p:sp>
      <p:sp>
        <p:nvSpPr>
          <p:cNvPr id="135" name="Rectangle 8">
            <a:extLst>
              <a:ext uri="{FF2B5EF4-FFF2-40B4-BE49-F238E27FC236}">
                <a16:creationId xmlns:a16="http://schemas.microsoft.com/office/drawing/2014/main" id="{C755821F-F513-514B-9B5B-FF9A16FD83AB}"/>
              </a:ext>
            </a:extLst>
          </p:cNvPr>
          <p:cNvSpPr>
            <a:spLocks noChangeArrowheads="1"/>
          </p:cNvSpPr>
          <p:nvPr/>
        </p:nvSpPr>
        <p:spPr bwMode="auto">
          <a:xfrm>
            <a:off x="901700" y="1168400"/>
            <a:ext cx="10274300" cy="1447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marL="292100" marR="0" lvl="0" indent="-292100" algn="l" defTabSz="914400" rtl="0" eaLnBrk="1" fontAlgn="auto" latinLnBrk="0" hangingPunct="1">
              <a:lnSpc>
                <a:spcPct val="85000"/>
              </a:lnSpc>
              <a:spcBef>
                <a:spcPct val="20000"/>
              </a:spcBef>
              <a:spcAft>
                <a:spcPts val="0"/>
              </a:spcAft>
              <a:buClr>
                <a:srgbClr val="000099"/>
              </a:buClr>
              <a:buSzPct val="100000"/>
              <a:buFont typeface="Wingdings" charset="2"/>
              <a:buChar char="§"/>
              <a:tabLst/>
              <a:defRPr/>
            </a:pPr>
            <a:r>
              <a:rPr kumimoji="0" lang="en-US" sz="2800" b="0" i="1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  <a:cs typeface="+mn-cs"/>
              </a:rPr>
              <a:t>approach: 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  <a:cs typeface="+mn-cs"/>
              </a:rPr>
              <a:t>senders can</a:t>
            </a:r>
            <a:r>
              <a:rPr kumimoji="0" lang="en-US" sz="2800" b="0" i="1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  <a:cs typeface="+mn-cs"/>
              </a:rPr>
              <a:t> 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  <a:cs typeface="+mn-cs"/>
              </a:rPr>
              <a:t>increase sending rate until packet loss (congestion) occurs, then decrease sending rate on loss event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ill Sans MT" charset="0"/>
              <a:ea typeface="ＭＳ Ｐゴシック" charset="0"/>
              <a:cs typeface="+mn-cs"/>
            </a:endParaRPr>
          </a:p>
        </p:txBody>
      </p:sp>
      <p:sp>
        <p:nvSpPr>
          <p:cNvPr id="141" name="Text Box 13">
            <a:extLst>
              <a:ext uri="{FF2B5EF4-FFF2-40B4-BE49-F238E27FC236}">
                <a16:creationId xmlns:a16="http://schemas.microsoft.com/office/drawing/2014/main" id="{2FD36304-869C-CE42-8550-F12B5FFE239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688708" y="4380805"/>
            <a:ext cx="2769156" cy="150810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0013A3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  <a:cs typeface="+mn-cs"/>
              </a:rPr>
              <a:t>AIMD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  <a:cs typeface="+mn-cs"/>
              </a:rPr>
              <a:t> sawtooth</a:t>
            </a:r>
          </a:p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  <a:cs typeface="+mn-cs"/>
              </a:rPr>
              <a:t>behavior: </a:t>
            </a:r>
            <a:r>
              <a:rPr kumimoji="0" lang="en-US" sz="2800" b="0" i="1" u="none" strike="noStrike" kern="1200" cap="none" spc="0" normalizeH="0" baseline="0" noProof="0" dirty="0">
                <a:ln>
                  <a:noFill/>
                </a:ln>
                <a:solidFill>
                  <a:srgbClr val="0013A3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  <a:cs typeface="+mn-cs"/>
              </a:rPr>
              <a:t>probing</a:t>
            </a:r>
          </a:p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  <a:cs typeface="+mn-cs"/>
              </a:rPr>
              <a:t>for bandwidth</a:t>
            </a:r>
          </a:p>
        </p:txBody>
      </p:sp>
      <p:sp>
        <p:nvSpPr>
          <p:cNvPr id="35" name="Rectangle 11">
            <a:extLst>
              <a:ext uri="{FF2B5EF4-FFF2-40B4-BE49-F238E27FC236}">
                <a16:creationId xmlns:a16="http://schemas.microsoft.com/office/drawing/2014/main" id="{F39215FA-39B5-484D-8395-F0F1A1C5D622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17339" y="3774454"/>
            <a:ext cx="685800" cy="3048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charset="0"/>
              <a:ea typeface="ＭＳ Ｐゴシック" charset="0"/>
              <a:cs typeface="+mn-cs"/>
            </a:endParaRPr>
          </a:p>
        </p:txBody>
      </p:sp>
      <p:sp>
        <p:nvSpPr>
          <p:cNvPr id="36" name="Line 19">
            <a:extLst>
              <a:ext uri="{FF2B5EF4-FFF2-40B4-BE49-F238E27FC236}">
                <a16:creationId xmlns:a16="http://schemas.microsoft.com/office/drawing/2014/main" id="{D3F6ABF2-92A9-2C40-8D08-91E54606260B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898189" y="5196854"/>
            <a:ext cx="169863" cy="169862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charset="0"/>
              <a:ea typeface="ＭＳ Ｐゴシック" charset="0"/>
              <a:cs typeface="+mn-cs"/>
            </a:endParaRPr>
          </a:p>
        </p:txBody>
      </p:sp>
      <p:sp>
        <p:nvSpPr>
          <p:cNvPr id="37" name="Line 20">
            <a:extLst>
              <a:ext uri="{FF2B5EF4-FFF2-40B4-BE49-F238E27FC236}">
                <a16:creationId xmlns:a16="http://schemas.microsoft.com/office/drawing/2014/main" id="{38434DE2-13CB-044F-991F-ED186F200404}"/>
              </a:ext>
            </a:extLst>
          </p:cNvPr>
          <p:cNvSpPr>
            <a:spLocks noChangeShapeType="1"/>
          </p:cNvSpPr>
          <p:nvPr/>
        </p:nvSpPr>
        <p:spPr bwMode="auto">
          <a:xfrm>
            <a:off x="4079164" y="5185741"/>
            <a:ext cx="0" cy="642938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charset="0"/>
              <a:ea typeface="ＭＳ Ｐゴシック" charset="0"/>
              <a:cs typeface="+mn-cs"/>
            </a:endParaRPr>
          </a:p>
        </p:txBody>
      </p:sp>
      <p:sp>
        <p:nvSpPr>
          <p:cNvPr id="38" name="Line 21">
            <a:extLst>
              <a:ext uri="{FF2B5EF4-FFF2-40B4-BE49-F238E27FC236}">
                <a16:creationId xmlns:a16="http://schemas.microsoft.com/office/drawing/2014/main" id="{1937BB13-75B0-4947-8F7E-C69526352422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4068052" y="4869829"/>
            <a:ext cx="982662" cy="981075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charset="0"/>
              <a:ea typeface="ＭＳ Ｐゴシック" charset="0"/>
              <a:cs typeface="+mn-cs"/>
            </a:endParaRPr>
          </a:p>
        </p:txBody>
      </p:sp>
      <p:sp>
        <p:nvSpPr>
          <p:cNvPr id="39" name="Line 22">
            <a:extLst>
              <a:ext uri="{FF2B5EF4-FFF2-40B4-BE49-F238E27FC236}">
                <a16:creationId xmlns:a16="http://schemas.microsoft.com/office/drawing/2014/main" id="{D3110501-FE57-9545-B9AC-7B103AF98E40}"/>
              </a:ext>
            </a:extLst>
          </p:cNvPr>
          <p:cNvSpPr>
            <a:spLocks noChangeShapeType="1"/>
          </p:cNvSpPr>
          <p:nvPr/>
        </p:nvSpPr>
        <p:spPr bwMode="auto">
          <a:xfrm>
            <a:off x="5039602" y="4871416"/>
            <a:ext cx="0" cy="801688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charset="0"/>
              <a:ea typeface="ＭＳ Ｐゴシック" charset="0"/>
              <a:cs typeface="+mn-cs"/>
            </a:endParaRPr>
          </a:p>
        </p:txBody>
      </p:sp>
      <p:sp>
        <p:nvSpPr>
          <p:cNvPr id="41" name="Line 23">
            <a:extLst>
              <a:ext uri="{FF2B5EF4-FFF2-40B4-BE49-F238E27FC236}">
                <a16:creationId xmlns:a16="http://schemas.microsoft.com/office/drawing/2014/main" id="{AAAA55BA-D404-204C-AECA-45F566AECF40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5031664" y="5168279"/>
            <a:ext cx="525463" cy="523875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charset="0"/>
              <a:ea typeface="ＭＳ Ｐゴシック" charset="0"/>
              <a:cs typeface="+mn-cs"/>
            </a:endParaRPr>
          </a:p>
        </p:txBody>
      </p:sp>
      <p:sp>
        <p:nvSpPr>
          <p:cNvPr id="43" name="Line 24">
            <a:extLst>
              <a:ext uri="{FF2B5EF4-FFF2-40B4-BE49-F238E27FC236}">
                <a16:creationId xmlns:a16="http://schemas.microsoft.com/office/drawing/2014/main" id="{43AEBE7F-F2BB-5943-A7EA-ACC4591C9E55}"/>
              </a:ext>
            </a:extLst>
          </p:cNvPr>
          <p:cNvSpPr>
            <a:spLocks noChangeShapeType="1"/>
          </p:cNvSpPr>
          <p:nvPr/>
        </p:nvSpPr>
        <p:spPr bwMode="auto">
          <a:xfrm>
            <a:off x="5557127" y="5163516"/>
            <a:ext cx="0" cy="688975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charset="0"/>
              <a:ea typeface="ＭＳ Ｐゴシック" charset="0"/>
              <a:cs typeface="+mn-cs"/>
            </a:endParaRPr>
          </a:p>
        </p:txBody>
      </p:sp>
      <p:sp>
        <p:nvSpPr>
          <p:cNvPr id="44" name="Line 25">
            <a:extLst>
              <a:ext uri="{FF2B5EF4-FFF2-40B4-BE49-F238E27FC236}">
                <a16:creationId xmlns:a16="http://schemas.microsoft.com/office/drawing/2014/main" id="{6F7F0A4B-818C-8448-8543-A37DAD19EABE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5568240" y="4849191"/>
            <a:ext cx="969963" cy="981075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charset="0"/>
              <a:ea typeface="ＭＳ Ｐゴシック" charset="0"/>
              <a:cs typeface="+mn-cs"/>
            </a:endParaRPr>
          </a:p>
        </p:txBody>
      </p:sp>
      <p:sp>
        <p:nvSpPr>
          <p:cNvPr id="45" name="Line 26">
            <a:extLst>
              <a:ext uri="{FF2B5EF4-FFF2-40B4-BE49-F238E27FC236}">
                <a16:creationId xmlns:a16="http://schemas.microsoft.com/office/drawing/2014/main" id="{19538173-60A5-BC46-A9E4-749776021102}"/>
              </a:ext>
            </a:extLst>
          </p:cNvPr>
          <p:cNvSpPr>
            <a:spLocks noChangeShapeType="1"/>
          </p:cNvSpPr>
          <p:nvPr/>
        </p:nvSpPr>
        <p:spPr bwMode="auto">
          <a:xfrm>
            <a:off x="6533440" y="4849191"/>
            <a:ext cx="11113" cy="835025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charset="0"/>
              <a:ea typeface="ＭＳ Ｐゴシック" charset="0"/>
              <a:cs typeface="+mn-cs"/>
            </a:endParaRPr>
          </a:p>
        </p:txBody>
      </p:sp>
      <p:sp>
        <p:nvSpPr>
          <p:cNvPr id="46" name="Line 29">
            <a:extLst>
              <a:ext uri="{FF2B5EF4-FFF2-40B4-BE49-F238E27FC236}">
                <a16:creationId xmlns:a16="http://schemas.microsoft.com/office/drawing/2014/main" id="{30FAE305-421D-C042-8E51-7C7D81EEF5FE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6538202" y="5012704"/>
            <a:ext cx="666750" cy="66675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charset="0"/>
              <a:ea typeface="ＭＳ Ｐゴシック" charset="0"/>
              <a:cs typeface="+mn-cs"/>
            </a:endParaRPr>
          </a:p>
        </p:txBody>
      </p:sp>
      <p:sp>
        <p:nvSpPr>
          <p:cNvPr id="47" name="Line 30">
            <a:extLst>
              <a:ext uri="{FF2B5EF4-FFF2-40B4-BE49-F238E27FC236}">
                <a16:creationId xmlns:a16="http://schemas.microsoft.com/office/drawing/2014/main" id="{031213C2-BAEE-5346-905B-3F89E1716013}"/>
              </a:ext>
            </a:extLst>
          </p:cNvPr>
          <p:cNvSpPr>
            <a:spLocks noChangeShapeType="1"/>
          </p:cNvSpPr>
          <p:nvPr/>
        </p:nvSpPr>
        <p:spPr bwMode="auto">
          <a:xfrm>
            <a:off x="7204952" y="4998416"/>
            <a:ext cx="0" cy="747712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charset="0"/>
              <a:ea typeface="ＭＳ Ｐゴシック" charset="0"/>
              <a:cs typeface="+mn-cs"/>
            </a:endParaRPr>
          </a:p>
        </p:txBody>
      </p:sp>
      <p:sp>
        <p:nvSpPr>
          <p:cNvPr id="48" name="Line 31">
            <a:extLst>
              <a:ext uri="{FF2B5EF4-FFF2-40B4-BE49-F238E27FC236}">
                <a16:creationId xmlns:a16="http://schemas.microsoft.com/office/drawing/2014/main" id="{AEA390E0-709D-FA45-91DE-52C0460D608A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7195427" y="4746004"/>
            <a:ext cx="876300" cy="1014412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charset="0"/>
              <a:ea typeface="ＭＳ Ｐゴシック" charset="0"/>
              <a:cs typeface="+mn-cs"/>
            </a:endParaRPr>
          </a:p>
        </p:txBody>
      </p:sp>
      <p:grpSp>
        <p:nvGrpSpPr>
          <p:cNvPr id="53" name="Group 52">
            <a:extLst>
              <a:ext uri="{FF2B5EF4-FFF2-40B4-BE49-F238E27FC236}">
                <a16:creationId xmlns:a16="http://schemas.microsoft.com/office/drawing/2014/main" id="{82C492E2-E058-BD40-8FFC-FCED8F0093C0}"/>
              </a:ext>
            </a:extLst>
          </p:cNvPr>
          <p:cNvGrpSpPr/>
          <p:nvPr/>
        </p:nvGrpSpPr>
        <p:grpSpPr>
          <a:xfrm>
            <a:off x="3439503" y="4254500"/>
            <a:ext cx="4602061" cy="2566366"/>
            <a:chOff x="4099903" y="3937000"/>
            <a:chExt cx="4602061" cy="2566366"/>
          </a:xfrm>
        </p:grpSpPr>
        <p:sp>
          <p:nvSpPr>
            <p:cNvPr id="54" name="Text Box 12">
              <a:extLst>
                <a:ext uri="{FF2B5EF4-FFF2-40B4-BE49-F238E27FC236}">
                  <a16:creationId xmlns:a16="http://schemas.microsoft.com/office/drawing/2014/main" id="{18CC901F-184A-1147-B991-15E650618DC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 rot="16200000">
              <a:off x="3117142" y="4919761"/>
              <a:ext cx="2273300" cy="307777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+mn-cs"/>
                </a:rPr>
                <a:t>TCP sender  Sending rate</a:t>
              </a:r>
            </a:p>
          </p:txBody>
        </p:sp>
        <p:sp>
          <p:nvSpPr>
            <p:cNvPr id="55" name="Line 17">
              <a:extLst>
                <a:ext uri="{FF2B5EF4-FFF2-40B4-BE49-F238E27FC236}">
                  <a16:creationId xmlns:a16="http://schemas.microsoft.com/office/drawing/2014/main" id="{EF2F6AD0-B3EF-0B4C-88EA-BCCC113FD5F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558589" y="6176341"/>
              <a:ext cx="4143375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56" name="Line 18">
              <a:extLst>
                <a:ext uri="{FF2B5EF4-FFF2-40B4-BE49-F238E27FC236}">
                  <a16:creationId xmlns:a16="http://schemas.microsoft.com/office/drawing/2014/main" id="{11B2DFEF-102F-D74F-9B47-304A5DF4E68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546600" y="4203700"/>
              <a:ext cx="877" cy="1974229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58" name="Text Box 40">
              <a:extLst>
                <a:ext uri="{FF2B5EF4-FFF2-40B4-BE49-F238E27FC236}">
                  <a16:creationId xmlns:a16="http://schemas.microsoft.com/office/drawing/2014/main" id="{27E5BB5F-DA02-D949-9477-C50B724C712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125452" y="6166816"/>
              <a:ext cx="576262" cy="3365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rPr>
                <a:t>time</a:t>
              </a:r>
            </a:p>
          </p:txBody>
        </p:sp>
      </p:grpSp>
      <p:grpSp>
        <p:nvGrpSpPr>
          <p:cNvPr id="9" name="Group 8">
            <a:extLst>
              <a:ext uri="{FF2B5EF4-FFF2-40B4-BE49-F238E27FC236}">
                <a16:creationId xmlns:a16="http://schemas.microsoft.com/office/drawing/2014/main" id="{CE38AC8E-A4ED-7042-8221-EEFB417FF7BA}"/>
              </a:ext>
            </a:extLst>
          </p:cNvPr>
          <p:cNvGrpSpPr/>
          <p:nvPr/>
        </p:nvGrpSpPr>
        <p:grpSpPr>
          <a:xfrm>
            <a:off x="965200" y="2146300"/>
            <a:ext cx="5054600" cy="1905000"/>
            <a:chOff x="0" y="4533900"/>
            <a:chExt cx="4762500" cy="1905000"/>
          </a:xfrm>
        </p:grpSpPr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EA9A0FF2-0607-BD44-8404-E086F64972BE}"/>
                </a:ext>
              </a:extLst>
            </p:cNvPr>
            <p:cNvSpPr/>
            <p:nvPr/>
          </p:nvSpPr>
          <p:spPr>
            <a:xfrm>
              <a:off x="406846" y="4737100"/>
              <a:ext cx="4334880" cy="143510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00B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60" name="Rectangle 8">
              <a:extLst>
                <a:ext uri="{FF2B5EF4-FFF2-40B4-BE49-F238E27FC236}">
                  <a16:creationId xmlns:a16="http://schemas.microsoft.com/office/drawing/2014/main" id="{83C5ED77-5FA7-AC4C-AB2A-245D62DB4EB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4991100"/>
              <a:ext cx="4762500" cy="14478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457200" marR="0" lvl="1" indent="0" algn="l" defTabSz="914400" rtl="0" eaLnBrk="1" fontAlgn="auto" latinLnBrk="0" hangingPunct="1">
                <a:lnSpc>
                  <a:spcPct val="85000"/>
                </a:lnSpc>
                <a:spcBef>
                  <a:spcPct val="20000"/>
                </a:spcBef>
                <a:spcAft>
                  <a:spcPts val="0"/>
                </a:spcAft>
                <a:buClr>
                  <a:srgbClr val="000099"/>
                </a:buClr>
                <a:buSzTx/>
                <a:buFontTx/>
                <a:buNone/>
                <a:tabLst/>
                <a:defRPr/>
              </a:pPr>
              <a:r>
                <a:rPr kumimoji="0" lang="en-US" sz="26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ＭＳ Ｐゴシック" charset="0"/>
                  <a:cs typeface="+mn-cs"/>
                </a:rPr>
                <a:t>increase sending rate </a:t>
              </a:r>
              <a:r>
                <a:rPr kumimoji="0" lang="en-US" sz="26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Gill Sans MT" charset="0"/>
                  <a:ea typeface="ＭＳ Ｐゴシック" charset="0"/>
                  <a:cs typeface="+mn-cs"/>
                </a:rPr>
                <a:t>by </a:t>
              </a:r>
              <a:r>
                <a:rPr kumimoji="0" lang="en-US" sz="26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ＭＳ Ｐゴシック" charset="0"/>
                  <a:cs typeface="+mn-cs"/>
                </a:rPr>
                <a:t>1 maximum segment size every RTT until loss detected</a:t>
              </a:r>
              <a:endParaRPr kumimoji="0" lang="en-US" sz="26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  <a:cs typeface="+mn-cs"/>
              </a:endParaRPr>
            </a:p>
          </p:txBody>
        </p:sp>
        <p:sp>
          <p:nvSpPr>
            <p:cNvPr id="136" name="Rectangle 8">
              <a:extLst>
                <a:ext uri="{FF2B5EF4-FFF2-40B4-BE49-F238E27FC236}">
                  <a16:creationId xmlns:a16="http://schemas.microsoft.com/office/drawing/2014/main" id="{91ECB6E6-4418-7243-B13D-E7E4DAE72D3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8000" y="4533900"/>
              <a:ext cx="2667000" cy="4445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85000"/>
                </a:lnSpc>
                <a:spcBef>
                  <a:spcPct val="20000"/>
                </a:spcBef>
                <a:spcAft>
                  <a:spcPts val="0"/>
                </a:spcAft>
                <a:buClr>
                  <a:srgbClr val="000099"/>
                </a:buClr>
                <a:buSzTx/>
                <a:buFontTx/>
                <a:buNone/>
                <a:tabLst/>
                <a:defRPr/>
              </a:pPr>
              <a:r>
                <a:rPr kumimoji="0" lang="en-US" sz="2800" b="0" i="1" u="sng" strike="noStrike" kern="1200" cap="none" spc="0" normalizeH="0" baseline="0" noProof="0" dirty="0">
                  <a:ln>
                    <a:noFill/>
                  </a:ln>
                  <a:solidFill>
                    <a:srgbClr val="00B050"/>
                  </a:solidFill>
                  <a:effectLst/>
                  <a:uLnTx/>
                  <a:uFillTx/>
                  <a:latin typeface="Calibri" panose="020F0502020204030204"/>
                  <a:ea typeface="ＭＳ Ｐゴシック" charset="0"/>
                  <a:cs typeface="+mn-cs"/>
                </a:rPr>
                <a:t>A</a:t>
              </a:r>
              <a:r>
                <a:rPr kumimoji="0" lang="en-US" sz="2800" b="0" i="1" u="none" strike="noStrike" kern="1200" cap="none" spc="0" normalizeH="0" baseline="0" noProof="0" dirty="0">
                  <a:ln>
                    <a:noFill/>
                  </a:ln>
                  <a:solidFill>
                    <a:srgbClr val="00B050"/>
                  </a:solidFill>
                  <a:effectLst/>
                  <a:uLnTx/>
                  <a:uFillTx/>
                  <a:latin typeface="Calibri" panose="020F0502020204030204"/>
                  <a:ea typeface="ＭＳ Ｐゴシック" charset="0"/>
                  <a:cs typeface="+mn-cs"/>
                </a:rPr>
                <a:t>dditive </a:t>
              </a:r>
              <a:r>
                <a:rPr kumimoji="0" lang="en-US" sz="2800" b="0" i="1" u="sng" strike="noStrike" kern="1200" cap="none" spc="0" normalizeH="0" baseline="0" noProof="0" dirty="0">
                  <a:ln>
                    <a:noFill/>
                  </a:ln>
                  <a:solidFill>
                    <a:srgbClr val="00B050"/>
                  </a:solidFill>
                  <a:effectLst/>
                  <a:uLnTx/>
                  <a:uFillTx/>
                  <a:latin typeface="Calibri" panose="020F0502020204030204"/>
                  <a:ea typeface="ＭＳ Ｐゴシック" charset="0"/>
                  <a:cs typeface="+mn-cs"/>
                </a:rPr>
                <a:t>I</a:t>
              </a:r>
              <a:r>
                <a:rPr kumimoji="0" lang="en-US" sz="2800" b="0" i="1" u="none" strike="noStrike" kern="1200" cap="none" spc="0" normalizeH="0" baseline="0" noProof="0" dirty="0">
                  <a:ln>
                    <a:noFill/>
                  </a:ln>
                  <a:solidFill>
                    <a:srgbClr val="00B050"/>
                  </a:solidFill>
                  <a:effectLst/>
                  <a:uLnTx/>
                  <a:uFillTx/>
                  <a:latin typeface="Calibri" panose="020F0502020204030204"/>
                  <a:ea typeface="ＭＳ Ｐゴシック" charset="0"/>
                  <a:cs typeface="+mn-cs"/>
                </a:rPr>
                <a:t>ncrease</a:t>
              </a:r>
              <a:endPara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Gill Sans MT" charset="0"/>
                <a:ea typeface="ＭＳ Ｐゴシック" charset="0"/>
                <a:cs typeface="+mn-cs"/>
              </a:endParaRPr>
            </a:p>
          </p:txBody>
        </p:sp>
      </p:grpSp>
      <p:grpSp>
        <p:nvGrpSpPr>
          <p:cNvPr id="63" name="Group 62">
            <a:extLst>
              <a:ext uri="{FF2B5EF4-FFF2-40B4-BE49-F238E27FC236}">
                <a16:creationId xmlns:a16="http://schemas.microsoft.com/office/drawing/2014/main" id="{29F4C833-80E3-E14A-98F5-D02EBF4C0AC6}"/>
              </a:ext>
            </a:extLst>
          </p:cNvPr>
          <p:cNvGrpSpPr/>
          <p:nvPr/>
        </p:nvGrpSpPr>
        <p:grpSpPr>
          <a:xfrm>
            <a:off x="6007100" y="2197100"/>
            <a:ext cx="4749800" cy="1422400"/>
            <a:chOff x="38100" y="4533900"/>
            <a:chExt cx="4749800" cy="1422400"/>
          </a:xfrm>
        </p:grpSpPr>
        <p:sp>
          <p:nvSpPr>
            <p:cNvPr id="64" name="Rectangle 63">
              <a:extLst>
                <a:ext uri="{FF2B5EF4-FFF2-40B4-BE49-F238E27FC236}">
                  <a16:creationId xmlns:a16="http://schemas.microsoft.com/office/drawing/2014/main" id="{7ED9889A-D576-6948-99EB-B6AAAAF94FF1}"/>
                </a:ext>
              </a:extLst>
            </p:cNvPr>
            <p:cNvSpPr/>
            <p:nvPr/>
          </p:nvSpPr>
          <p:spPr>
            <a:xfrm>
              <a:off x="342900" y="4686300"/>
              <a:ext cx="4267200" cy="127000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65" name="Rectangle 8">
              <a:extLst>
                <a:ext uri="{FF2B5EF4-FFF2-40B4-BE49-F238E27FC236}">
                  <a16:creationId xmlns:a16="http://schemas.microsoft.com/office/drawing/2014/main" id="{12492D08-6387-3C44-BE8F-DFB7A535E29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100" y="4991100"/>
              <a:ext cx="4749800" cy="8255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457200" marR="0" lvl="1" indent="0" algn="l" defTabSz="914400" rtl="0" eaLnBrk="1" fontAlgn="auto" latinLnBrk="0" hangingPunct="1">
                <a:lnSpc>
                  <a:spcPct val="85000"/>
                </a:lnSpc>
                <a:spcBef>
                  <a:spcPct val="20000"/>
                </a:spcBef>
                <a:spcAft>
                  <a:spcPts val="0"/>
                </a:spcAft>
                <a:buClr>
                  <a:srgbClr val="000099"/>
                </a:buClr>
                <a:buSzTx/>
                <a:buFontTx/>
                <a:buNone/>
                <a:tabLst/>
                <a:defRPr/>
              </a:pPr>
              <a:r>
                <a:rPr kumimoji="0" lang="en-US" sz="26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ＭＳ Ｐゴシック" charset="0"/>
                  <a:cs typeface="+mn-cs"/>
                </a:rPr>
                <a:t>cut sending rate in half at each loss event</a:t>
              </a:r>
              <a:endParaRPr kumimoji="0" lang="en-US" sz="26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ＭＳ Ｐゴシック" charset="0"/>
                <a:cs typeface="+mn-cs"/>
              </a:endParaRPr>
            </a:p>
            <a:p>
              <a:pPr marL="342900" marR="0" lvl="0" indent="-342900" algn="l" defTabSz="914400" rtl="0" eaLnBrk="1" fontAlgn="auto" latinLnBrk="0" hangingPunct="1">
                <a:lnSpc>
                  <a:spcPct val="85000"/>
                </a:lnSpc>
                <a:spcBef>
                  <a:spcPct val="20000"/>
                </a:spcBef>
                <a:spcAft>
                  <a:spcPts val="0"/>
                </a:spcAft>
                <a:buClr>
                  <a:srgbClr val="000099"/>
                </a:buClr>
                <a:buSzPct val="65000"/>
                <a:buFont typeface="Wingdings" charset="0"/>
                <a:buChar char="v"/>
                <a:tabLst/>
                <a:defRPr/>
              </a:pPr>
              <a:endPara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 charset="0"/>
                <a:ea typeface="ＭＳ Ｐゴシック" charset="0"/>
                <a:cs typeface="+mn-cs"/>
              </a:endParaRPr>
            </a:p>
          </p:txBody>
        </p:sp>
        <p:sp>
          <p:nvSpPr>
            <p:cNvPr id="66" name="Rectangle 8">
              <a:extLst>
                <a:ext uri="{FF2B5EF4-FFF2-40B4-BE49-F238E27FC236}">
                  <a16:creationId xmlns:a16="http://schemas.microsoft.com/office/drawing/2014/main" id="{4FA342B4-82DA-FE44-A283-F18BBA2F6E1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8000" y="4533900"/>
              <a:ext cx="3746500" cy="4445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85000"/>
                </a:lnSpc>
                <a:spcBef>
                  <a:spcPct val="20000"/>
                </a:spcBef>
                <a:spcAft>
                  <a:spcPts val="0"/>
                </a:spcAft>
                <a:buClr>
                  <a:srgbClr val="000099"/>
                </a:buClr>
                <a:buSzTx/>
                <a:buFontTx/>
                <a:buNone/>
                <a:tabLst/>
                <a:defRPr/>
              </a:pPr>
              <a:r>
                <a:rPr kumimoji="0" lang="en-US" sz="2800" b="0" i="1" u="sng" strike="noStrike" kern="1200" cap="none" spc="0" normalizeH="0" baseline="0" noProof="0" dirty="0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Calibri" panose="020F0502020204030204"/>
                  <a:ea typeface="ＭＳ Ｐゴシック" charset="0"/>
                  <a:cs typeface="+mn-cs"/>
                </a:rPr>
                <a:t>M</a:t>
              </a:r>
              <a:r>
                <a:rPr kumimoji="0" lang="en-US" sz="2800" b="0" i="1" u="none" strike="noStrike" kern="1200" cap="none" spc="0" normalizeH="0" baseline="0" noProof="0" dirty="0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Calibri" panose="020F0502020204030204"/>
                  <a:ea typeface="ＭＳ Ｐゴシック" charset="0"/>
                  <a:cs typeface="+mn-cs"/>
                </a:rPr>
                <a:t>ultiplicative </a:t>
              </a:r>
              <a:r>
                <a:rPr kumimoji="0" lang="en-US" sz="2800" b="0" i="1" u="sng" strike="noStrike" kern="1200" cap="none" spc="0" normalizeH="0" baseline="0" noProof="0" dirty="0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Calibri" panose="020F0502020204030204"/>
                  <a:ea typeface="ＭＳ Ｐゴシック" charset="0"/>
                  <a:cs typeface="+mn-cs"/>
                </a:rPr>
                <a:t>D</a:t>
              </a:r>
              <a:r>
                <a:rPr kumimoji="0" lang="en-US" sz="2800" b="0" i="1" u="none" strike="noStrike" kern="1200" cap="none" spc="0" normalizeH="0" baseline="0" noProof="0" dirty="0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Calibri" panose="020F0502020204030204"/>
                  <a:ea typeface="ＭＳ Ｐゴシック" charset="0"/>
                  <a:cs typeface="+mn-cs"/>
                </a:rPr>
                <a:t>ecrease</a:t>
              </a:r>
              <a:endPara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Gill Sans MT" charset="0"/>
                <a:ea typeface="ＭＳ Ｐゴシック" charset="0"/>
                <a:cs typeface="+mn-cs"/>
              </a:endParaRPr>
            </a:p>
          </p:txBody>
        </p:sp>
      </p:grpSp>
      <p:grpSp>
        <p:nvGrpSpPr>
          <p:cNvPr id="33" name="Group 32">
            <a:extLst>
              <a:ext uri="{FF2B5EF4-FFF2-40B4-BE49-F238E27FC236}">
                <a16:creationId xmlns:a16="http://schemas.microsoft.com/office/drawing/2014/main" id="{08B9E571-5EFE-DF45-ABEE-F217088B731C}"/>
              </a:ext>
            </a:extLst>
          </p:cNvPr>
          <p:cNvGrpSpPr/>
          <p:nvPr/>
        </p:nvGrpSpPr>
        <p:grpSpPr>
          <a:xfrm>
            <a:off x="3952943" y="3784600"/>
            <a:ext cx="3599234" cy="1591283"/>
            <a:chOff x="3965643" y="3797300"/>
            <a:chExt cx="3599234" cy="1591283"/>
          </a:xfrm>
        </p:grpSpPr>
        <p:grpSp>
          <p:nvGrpSpPr>
            <p:cNvPr id="32" name="Group 31">
              <a:extLst>
                <a:ext uri="{FF2B5EF4-FFF2-40B4-BE49-F238E27FC236}">
                  <a16:creationId xmlns:a16="http://schemas.microsoft.com/office/drawing/2014/main" id="{B98081F5-35B5-A849-A6DC-D92ECEF0752A}"/>
                </a:ext>
              </a:extLst>
            </p:cNvPr>
            <p:cNvGrpSpPr/>
            <p:nvPr/>
          </p:nvGrpSpPr>
          <p:grpSpPr>
            <a:xfrm>
              <a:off x="3965643" y="4159386"/>
              <a:ext cx="3599234" cy="1229197"/>
              <a:chOff x="3965643" y="4159386"/>
              <a:chExt cx="3599234" cy="1229197"/>
            </a:xfrm>
          </p:grpSpPr>
          <p:cxnSp>
            <p:nvCxnSpPr>
              <p:cNvPr id="11" name="Straight Arrow Connector 10">
                <a:extLst>
                  <a:ext uri="{FF2B5EF4-FFF2-40B4-BE49-F238E27FC236}">
                    <a16:creationId xmlns:a16="http://schemas.microsoft.com/office/drawing/2014/main" id="{01079667-0DAA-D94E-A312-DB3C9977FD14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972128" y="4163438"/>
                <a:ext cx="0" cy="1056262"/>
              </a:xfrm>
              <a:prstGeom prst="straightConnector1">
                <a:avLst/>
              </a:prstGeom>
              <a:ln w="12700">
                <a:solidFill>
                  <a:srgbClr val="00B050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1" name="Straight Arrow Connector 70">
                <a:extLst>
                  <a:ext uri="{FF2B5EF4-FFF2-40B4-BE49-F238E27FC236}">
                    <a16:creationId xmlns:a16="http://schemas.microsoft.com/office/drawing/2014/main" id="{E4E7717F-1A0D-FF4E-812D-3FD618E53878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480128" y="4163438"/>
                <a:ext cx="0" cy="1221362"/>
              </a:xfrm>
              <a:prstGeom prst="straightConnector1">
                <a:avLst/>
              </a:prstGeom>
              <a:ln w="12700">
                <a:solidFill>
                  <a:srgbClr val="00B050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2" name="Straight Arrow Connector 71">
                <a:extLst>
                  <a:ext uri="{FF2B5EF4-FFF2-40B4-BE49-F238E27FC236}">
                    <a16:creationId xmlns:a16="http://schemas.microsoft.com/office/drawing/2014/main" id="{4D125F63-AD27-6B45-AE19-4ABD9BFAAB03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295630" y="4163438"/>
                <a:ext cx="0" cy="1225145"/>
              </a:xfrm>
              <a:prstGeom prst="straightConnector1">
                <a:avLst/>
              </a:prstGeom>
              <a:ln w="12700">
                <a:solidFill>
                  <a:srgbClr val="00B050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3" name="Straight Arrow Connector 72">
                <a:extLst>
                  <a:ext uri="{FF2B5EF4-FFF2-40B4-BE49-F238E27FC236}">
                    <a16:creationId xmlns:a16="http://schemas.microsoft.com/office/drawing/2014/main" id="{072EFC86-C803-E843-B374-808FCECBC349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964941" y="4171542"/>
                <a:ext cx="0" cy="1204339"/>
              </a:xfrm>
              <a:prstGeom prst="straightConnector1">
                <a:avLst/>
              </a:prstGeom>
              <a:ln w="12700">
                <a:solidFill>
                  <a:srgbClr val="00B050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4" name="Straight Arrow Connector 73">
                <a:extLst>
                  <a:ext uri="{FF2B5EF4-FFF2-40B4-BE49-F238E27FC236}">
                    <a16:creationId xmlns:a16="http://schemas.microsoft.com/office/drawing/2014/main" id="{519D5D13-5D07-4C47-B49B-8AC41BCDCFBB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794500" y="4165056"/>
                <a:ext cx="0" cy="1193800"/>
              </a:xfrm>
              <a:prstGeom prst="straightConnector1">
                <a:avLst/>
              </a:prstGeom>
              <a:ln w="12700">
                <a:solidFill>
                  <a:srgbClr val="00B050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5" name="Straight Arrow Connector 74">
                <a:extLst>
                  <a:ext uri="{FF2B5EF4-FFF2-40B4-BE49-F238E27FC236}">
                    <a16:creationId xmlns:a16="http://schemas.microsoft.com/office/drawing/2014/main" id="{449C30FB-E09A-8645-AF59-0F93ED23D5ED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559743" y="4159386"/>
                <a:ext cx="0" cy="1106520"/>
              </a:xfrm>
              <a:prstGeom prst="straightConnector1">
                <a:avLst/>
              </a:prstGeom>
              <a:ln w="12700">
                <a:solidFill>
                  <a:srgbClr val="00B050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" name="Straight Connector 14">
                <a:extLst>
                  <a:ext uri="{FF2B5EF4-FFF2-40B4-BE49-F238E27FC236}">
                    <a16:creationId xmlns:a16="http://schemas.microsoft.com/office/drawing/2014/main" id="{9CE80244-8AE8-9244-8BD7-F7A494EF70AA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965643" y="4162357"/>
                <a:ext cx="3599234" cy="0"/>
              </a:xfrm>
              <a:prstGeom prst="line">
                <a:avLst/>
              </a:prstGeom>
              <a:ln w="12700"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31" name="Straight Arrow Connector 30">
              <a:extLst>
                <a:ext uri="{FF2B5EF4-FFF2-40B4-BE49-F238E27FC236}">
                  <a16:creationId xmlns:a16="http://schemas.microsoft.com/office/drawing/2014/main" id="{CA3311EB-6DA1-BE40-8300-E0A7E76CCC9C}"/>
                </a:ext>
              </a:extLst>
            </p:cNvPr>
            <p:cNvCxnSpPr/>
            <p:nvPr/>
          </p:nvCxnSpPr>
          <p:spPr>
            <a:xfrm>
              <a:off x="5651500" y="3797300"/>
              <a:ext cx="0" cy="381000"/>
            </a:xfrm>
            <a:prstGeom prst="straightConnector1">
              <a:avLst/>
            </a:prstGeom>
            <a:ln w="12700">
              <a:solidFill>
                <a:srgbClr val="00B05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88" name="Group 87">
            <a:extLst>
              <a:ext uri="{FF2B5EF4-FFF2-40B4-BE49-F238E27FC236}">
                <a16:creationId xmlns:a16="http://schemas.microsoft.com/office/drawing/2014/main" id="{46745885-D0C9-5C4A-8189-6C1C08532D61}"/>
              </a:ext>
            </a:extLst>
          </p:cNvPr>
          <p:cNvGrpSpPr/>
          <p:nvPr/>
        </p:nvGrpSpPr>
        <p:grpSpPr>
          <a:xfrm>
            <a:off x="4108450" y="3622675"/>
            <a:ext cx="3819526" cy="1695450"/>
            <a:chOff x="4108450" y="3622675"/>
            <a:chExt cx="3819526" cy="1695450"/>
          </a:xfrm>
        </p:grpSpPr>
        <p:grpSp>
          <p:nvGrpSpPr>
            <p:cNvPr id="85" name="Group 84">
              <a:extLst>
                <a:ext uri="{FF2B5EF4-FFF2-40B4-BE49-F238E27FC236}">
                  <a16:creationId xmlns:a16="http://schemas.microsoft.com/office/drawing/2014/main" id="{CE8174FE-3375-6647-833E-1BBA1779B8E0}"/>
                </a:ext>
              </a:extLst>
            </p:cNvPr>
            <p:cNvGrpSpPr/>
            <p:nvPr/>
          </p:nvGrpSpPr>
          <p:grpSpPr>
            <a:xfrm>
              <a:off x="4108450" y="3975100"/>
              <a:ext cx="3819526" cy="1343025"/>
              <a:chOff x="4108450" y="3975100"/>
              <a:chExt cx="3819526" cy="1343025"/>
            </a:xfrm>
          </p:grpSpPr>
          <p:cxnSp>
            <p:nvCxnSpPr>
              <p:cNvPr id="61" name="Straight Arrow Connector 60">
                <a:extLst>
                  <a:ext uri="{FF2B5EF4-FFF2-40B4-BE49-F238E27FC236}">
                    <a16:creationId xmlns:a16="http://schemas.microsoft.com/office/drawing/2014/main" id="{D9182BCB-9C63-4F4E-9BFE-C6ED53E7206A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7245350" y="3981450"/>
                <a:ext cx="679450" cy="1254125"/>
              </a:xfrm>
              <a:prstGeom prst="straightConnector1">
                <a:avLst/>
              </a:prstGeom>
              <a:ln w="12700">
                <a:solidFill>
                  <a:srgbClr val="C00000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8" name="Straight Arrow Connector 97">
                <a:extLst>
                  <a:ext uri="{FF2B5EF4-FFF2-40B4-BE49-F238E27FC236}">
                    <a16:creationId xmlns:a16="http://schemas.microsoft.com/office/drawing/2014/main" id="{3A530988-F896-F240-A4FD-4D4D80C11F42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4108450" y="3975100"/>
                <a:ext cx="3816350" cy="1339850"/>
              </a:xfrm>
              <a:prstGeom prst="straightConnector1">
                <a:avLst/>
              </a:prstGeom>
              <a:ln w="12700">
                <a:solidFill>
                  <a:srgbClr val="C00000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1" name="Straight Arrow Connector 100">
                <a:extLst>
                  <a:ext uri="{FF2B5EF4-FFF2-40B4-BE49-F238E27FC236}">
                    <a16:creationId xmlns:a16="http://schemas.microsoft.com/office/drawing/2014/main" id="{6D2A9933-F916-0E46-A509-25FD8F001806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5070475" y="3978275"/>
                <a:ext cx="2854325" cy="1298575"/>
              </a:xfrm>
              <a:prstGeom prst="straightConnector1">
                <a:avLst/>
              </a:prstGeom>
              <a:ln w="12700">
                <a:solidFill>
                  <a:srgbClr val="C00000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3" name="Straight Arrow Connector 102">
                <a:extLst>
                  <a:ext uri="{FF2B5EF4-FFF2-40B4-BE49-F238E27FC236}">
                    <a16:creationId xmlns:a16="http://schemas.microsoft.com/office/drawing/2014/main" id="{BDE4AE1E-DD47-A648-8E75-B628D3E56B38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5607050" y="3984625"/>
                <a:ext cx="2320926" cy="1333500"/>
              </a:xfrm>
              <a:prstGeom prst="straightConnector1">
                <a:avLst/>
              </a:prstGeom>
              <a:ln w="12700">
                <a:solidFill>
                  <a:srgbClr val="C00000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5" name="Straight Arrow Connector 104">
                <a:extLst>
                  <a:ext uri="{FF2B5EF4-FFF2-40B4-BE49-F238E27FC236}">
                    <a16:creationId xmlns:a16="http://schemas.microsoft.com/office/drawing/2014/main" id="{2C801921-8F99-4345-AADF-C79B5379ABCC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6565900" y="3984625"/>
                <a:ext cx="1358900" cy="1193800"/>
              </a:xfrm>
              <a:prstGeom prst="straightConnector1">
                <a:avLst/>
              </a:prstGeom>
              <a:ln w="12700">
                <a:solidFill>
                  <a:srgbClr val="C00000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87" name="Straight Connector 86">
              <a:extLst>
                <a:ext uri="{FF2B5EF4-FFF2-40B4-BE49-F238E27FC236}">
                  <a16:creationId xmlns:a16="http://schemas.microsoft.com/office/drawing/2014/main" id="{E7A7E738-8F7C-B641-98A4-26125EAB1AA9}"/>
                </a:ext>
              </a:extLst>
            </p:cNvPr>
            <p:cNvCxnSpPr/>
            <p:nvPr/>
          </p:nvCxnSpPr>
          <p:spPr>
            <a:xfrm flipV="1">
              <a:off x="7921625" y="3622675"/>
              <a:ext cx="0" cy="358775"/>
            </a:xfrm>
            <a:prstGeom prst="line">
              <a:avLst/>
            </a:prstGeom>
            <a:ln w="12700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9" name="Slide Number Placeholder 2">
            <a:extLst>
              <a:ext uri="{FF2B5EF4-FFF2-40B4-BE49-F238E27FC236}">
                <a16:creationId xmlns:a16="http://schemas.microsoft.com/office/drawing/2014/main" id="{F67FBF66-1006-C849-9ABA-320AB4C17D7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19616" y="6443089"/>
            <a:ext cx="2743200" cy="365125"/>
          </a:xfrm>
        </p:spPr>
        <p:txBody>
          <a:bodyPr/>
          <a:lstStyle/>
          <a:p>
            <a:r>
              <a:rPr lang="en-US" dirty="0"/>
              <a:t>Transport Layer: 3-</a:t>
            </a:r>
            <a:fld id="{C4204591-24BD-A542-B9D5-F8D8A88D2FEE}" type="slidenum">
              <a:rPr lang="en-US" smtClean="0"/>
              <a:pPr/>
              <a:t>32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38981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6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000"/>
                            </p:stCondLst>
                            <p:childTnLst>
                              <p:par>
                                <p:cTn id="1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1500"/>
                            </p:stCondLst>
                            <p:childTnLst>
                              <p:par>
                                <p:cTn id="22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4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2000"/>
                            </p:stCondLst>
                            <p:childTnLst>
                              <p:par>
                                <p:cTn id="2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2500"/>
                            </p:stCondLst>
                            <p:childTnLst>
                              <p:par>
                                <p:cTn id="30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2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3000"/>
                            </p:stCondLst>
                            <p:childTnLst>
                              <p:par>
                                <p:cTn id="34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6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3500"/>
                            </p:stCondLst>
                            <p:childTnLst>
                              <p:par>
                                <p:cTn id="38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0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4000"/>
                            </p:stCondLst>
                            <p:childTnLst>
                              <p:par>
                                <p:cTn id="42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4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>
                            <p:stCondLst>
                              <p:cond delay="4500"/>
                            </p:stCondLst>
                            <p:childTnLst>
                              <p:par>
                                <p:cTn id="46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8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>
                            <p:stCondLst>
                              <p:cond delay="5000"/>
                            </p:stCondLst>
                            <p:childTnLst>
                              <p:par>
                                <p:cTn id="50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2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8" fill="hold">
                            <p:stCondLst>
                              <p:cond delay="500"/>
                            </p:stCondLst>
                            <p:childTnLst>
                              <p:par>
                                <p:cTn id="59" presetID="22" presetClass="entr" presetSubtype="1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1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6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9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68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0" fill="hold">
                            <p:stCondLst>
                              <p:cond delay="500"/>
                            </p:stCondLst>
                            <p:childTnLst>
                              <p:par>
                                <p:cTn id="71" presetID="22" presetClass="entr" presetSubtype="1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3" dur="500"/>
                                        <p:tgtEl>
                                          <p:spTgt spid="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8" dur="500"/>
                                        <p:tgtEl>
                                          <p:spTgt spid="1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9" presetID="9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80" dur="500"/>
                                        <p:tgtEl>
                                          <p:spTgt spid="8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1" grpId="0"/>
      <p:bldP spid="36" grpId="0" animBg="1"/>
      <p:bldP spid="37" grpId="0" animBg="1"/>
      <p:bldP spid="38" grpId="0" animBg="1"/>
      <p:bldP spid="39" grpId="0" animBg="1"/>
      <p:bldP spid="41" grpId="0" animBg="1"/>
      <p:bldP spid="43" grpId="0" animBg="1"/>
      <p:bldP spid="44" grpId="0" animBg="1"/>
      <p:bldP spid="45" grpId="0" animBg="1"/>
      <p:bldP spid="46" grpId="0" animBg="1"/>
      <p:bldP spid="47" grpId="0" animBg="1"/>
      <p:bldP spid="48" grpId="0" animBg="1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8CD900-19EC-824C-BF74-AADFBF5A17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1390" y="258153"/>
            <a:ext cx="11393310" cy="894622"/>
          </a:xfrm>
        </p:spPr>
        <p:txBody>
          <a:bodyPr>
            <a:normAutofit/>
          </a:bodyPr>
          <a:lstStyle/>
          <a:p>
            <a:r>
              <a:rPr lang="en-US" sz="4800" b="0" dirty="0"/>
              <a:t>TCP AIMD: more</a:t>
            </a:r>
            <a:endParaRPr lang="en-US" sz="4400" b="0" dirty="0"/>
          </a:p>
        </p:txBody>
      </p:sp>
      <p:sp>
        <p:nvSpPr>
          <p:cNvPr id="135" name="Rectangle 8">
            <a:extLst>
              <a:ext uri="{FF2B5EF4-FFF2-40B4-BE49-F238E27FC236}">
                <a16:creationId xmlns:a16="http://schemas.microsoft.com/office/drawing/2014/main" id="{C755821F-F513-514B-9B5B-FF9A16FD83AB}"/>
              </a:ext>
            </a:extLst>
          </p:cNvPr>
          <p:cNvSpPr>
            <a:spLocks noChangeArrowheads="1"/>
          </p:cNvSpPr>
          <p:nvPr/>
        </p:nvSpPr>
        <p:spPr bwMode="auto">
          <a:xfrm>
            <a:off x="901700" y="1361440"/>
            <a:ext cx="9847580" cy="176784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ct val="20000"/>
              </a:spcBef>
              <a:spcAft>
                <a:spcPts val="0"/>
              </a:spcAft>
              <a:buClr>
                <a:srgbClr val="000099"/>
              </a:buClr>
              <a:buSzPct val="100000"/>
              <a:buFontTx/>
              <a:buNone/>
              <a:tabLst/>
              <a:defRPr/>
            </a:pPr>
            <a:r>
              <a:rPr kumimoji="0" lang="en-US" sz="2800" b="0" i="1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  <a:cs typeface="+mn-cs"/>
              </a:rPr>
              <a:t>Multiplicative decrease 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  <a:cs typeface="+mn-cs"/>
              </a:rPr>
              <a:t>detail:  sending rate is </a:t>
            </a:r>
          </a:p>
          <a:p>
            <a:pPr marL="406400" marR="0" lvl="0" indent="-304800" algn="l" defTabSz="914400" rtl="0" eaLnBrk="1" fontAlgn="auto" latinLnBrk="0" hangingPunct="1">
              <a:lnSpc>
                <a:spcPct val="85000"/>
              </a:lnSpc>
              <a:spcBef>
                <a:spcPct val="20000"/>
              </a:spcBef>
              <a:spcAft>
                <a:spcPts val="0"/>
              </a:spcAft>
              <a:buClr>
                <a:srgbClr val="000099"/>
              </a:buClr>
              <a:buSzPct val="100000"/>
              <a:buFont typeface="Wingdings" charset="2"/>
              <a:buChar char="§"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  <a:cs typeface="+mn-cs"/>
              </a:rPr>
              <a:t>Cut in half on loss detected by triple duplicate ACK (TCP Reno)</a:t>
            </a:r>
          </a:p>
          <a:p>
            <a:pPr marL="406400" marR="0" lvl="0" indent="-304800" algn="l" defTabSz="914400" rtl="0" eaLnBrk="1" fontAlgn="auto" latinLnBrk="0" hangingPunct="1">
              <a:lnSpc>
                <a:spcPct val="85000"/>
              </a:lnSpc>
              <a:spcBef>
                <a:spcPct val="20000"/>
              </a:spcBef>
              <a:spcAft>
                <a:spcPts val="0"/>
              </a:spcAft>
              <a:buClr>
                <a:srgbClr val="000099"/>
              </a:buClr>
              <a:buSzPct val="100000"/>
              <a:buFont typeface="Wingdings" charset="2"/>
              <a:buChar char="§"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  <a:cs typeface="+mn-cs"/>
              </a:rPr>
              <a:t>Cut to 1 MSS (maximum segment size) when loss detected by timeout (TCP Tahoe)</a:t>
            </a:r>
          </a:p>
          <a:p>
            <a:pPr marL="406400" marR="0" lvl="0" indent="-304800" algn="l" defTabSz="914400" rtl="0" eaLnBrk="1" fontAlgn="auto" latinLnBrk="0" hangingPunct="1">
              <a:lnSpc>
                <a:spcPct val="85000"/>
              </a:lnSpc>
              <a:spcBef>
                <a:spcPct val="20000"/>
              </a:spcBef>
              <a:spcAft>
                <a:spcPts val="0"/>
              </a:spcAft>
              <a:buClr>
                <a:srgbClr val="000099"/>
              </a:buClr>
              <a:buSzPct val="100000"/>
              <a:buFont typeface="Wingdings" charset="2"/>
              <a:buChar char="§"/>
              <a:tabLst/>
              <a:defRPr/>
            </a:pP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ＭＳ Ｐゴシック" charset="0"/>
              <a:cs typeface="+mn-cs"/>
            </a:endParaRPr>
          </a:p>
          <a:p>
            <a:pPr marL="292100" marR="0" lvl="0" indent="-292100" algn="l" defTabSz="914400" rtl="0" eaLnBrk="1" fontAlgn="auto" latinLnBrk="0" hangingPunct="1">
              <a:lnSpc>
                <a:spcPct val="85000"/>
              </a:lnSpc>
              <a:spcBef>
                <a:spcPct val="20000"/>
              </a:spcBef>
              <a:spcAft>
                <a:spcPts val="0"/>
              </a:spcAft>
              <a:buClr>
                <a:srgbClr val="000099"/>
              </a:buClr>
              <a:buSzPct val="100000"/>
              <a:buFont typeface="Wingdings" charset="2"/>
              <a:buChar char="§"/>
              <a:tabLst/>
              <a:defRPr/>
            </a:pP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ill Sans MT" charset="0"/>
              <a:ea typeface="ＭＳ Ｐゴシック" charset="0"/>
              <a:cs typeface="+mn-cs"/>
            </a:endParaRPr>
          </a:p>
        </p:txBody>
      </p:sp>
      <p:sp>
        <p:nvSpPr>
          <p:cNvPr id="49" name="Rectangle 8">
            <a:extLst>
              <a:ext uri="{FF2B5EF4-FFF2-40B4-BE49-F238E27FC236}">
                <a16:creationId xmlns:a16="http://schemas.microsoft.com/office/drawing/2014/main" id="{FEB15F8D-408A-A649-8405-2EA6EA738400}"/>
              </a:ext>
            </a:extLst>
          </p:cNvPr>
          <p:cNvSpPr>
            <a:spLocks noChangeArrowheads="1"/>
          </p:cNvSpPr>
          <p:nvPr/>
        </p:nvSpPr>
        <p:spPr bwMode="auto">
          <a:xfrm>
            <a:off x="861060" y="3362960"/>
            <a:ext cx="9847580" cy="176784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ct val="20000"/>
              </a:spcBef>
              <a:spcAft>
                <a:spcPts val="0"/>
              </a:spcAft>
              <a:buClr>
                <a:srgbClr val="000099"/>
              </a:buClr>
              <a:buSzPct val="100000"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  <a:cs typeface="+mn-cs"/>
              </a:rPr>
              <a:t>Why</a:t>
            </a:r>
            <a:r>
              <a:rPr kumimoji="0" lang="en-US" sz="2800" b="0" i="1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  <a:cs typeface="+mn-cs"/>
              </a:rPr>
              <a:t> </a:t>
            </a:r>
            <a:r>
              <a:rPr kumimoji="0" lang="en-US" sz="2800" b="0" i="0" u="sng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  <a:cs typeface="+mn-cs"/>
              </a:rPr>
              <a:t>A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  <a:cs typeface="+mn-cs"/>
              </a:rPr>
              <a:t>I</a:t>
            </a:r>
            <a:r>
              <a:rPr kumimoji="0" lang="en-US" sz="2800" b="0" i="0" u="sng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  <a:cs typeface="+mn-cs"/>
              </a:rPr>
              <a:t>M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  <a:cs typeface="+mn-cs"/>
              </a:rPr>
              <a:t>D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  <a:cs typeface="+mn-cs"/>
              </a:rPr>
              <a:t>?</a:t>
            </a:r>
            <a:r>
              <a:rPr kumimoji="0" lang="en-US" sz="2800" b="0" i="1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  <a:cs typeface="+mn-cs"/>
              </a:rPr>
              <a:t> 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  <a:cs typeface="+mn-cs"/>
              </a:rPr>
              <a:t> </a:t>
            </a:r>
          </a:p>
          <a:p>
            <a:pPr marL="406400" marR="0" lvl="0" indent="-304800" algn="l" defTabSz="914400" rtl="0" eaLnBrk="1" fontAlgn="auto" latinLnBrk="0" hangingPunct="1">
              <a:lnSpc>
                <a:spcPct val="85000"/>
              </a:lnSpc>
              <a:spcBef>
                <a:spcPct val="20000"/>
              </a:spcBef>
              <a:spcAft>
                <a:spcPts val="0"/>
              </a:spcAft>
              <a:buClr>
                <a:srgbClr val="000099"/>
              </a:buClr>
              <a:buSzPct val="100000"/>
              <a:buFont typeface="Wingdings" charset="2"/>
              <a:buChar char="§"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  <a:cs typeface="+mn-cs"/>
              </a:rPr>
              <a:t>AIMD – a distributed, asynchronous algorithm – has been shown to:</a:t>
            </a:r>
          </a:p>
          <a:p>
            <a:pPr marL="690563" marR="0" lvl="1" indent="-284163" algn="l" defTabSz="914400" rtl="0" eaLnBrk="1" fontAlgn="auto" latinLnBrk="0" hangingPunct="1">
              <a:lnSpc>
                <a:spcPct val="85000"/>
              </a:lnSpc>
              <a:spcBef>
                <a:spcPct val="20000"/>
              </a:spcBef>
              <a:spcAft>
                <a:spcPts val="0"/>
              </a:spcAft>
              <a:buClr>
                <a:srgbClr val="000099"/>
              </a:buClr>
              <a:buSzPct val="100000"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  <a:cs typeface="+mn-cs"/>
              </a:rPr>
              <a:t>optimize congested flow rates network wide!</a:t>
            </a:r>
          </a:p>
          <a:p>
            <a:pPr marL="690563" marR="0" lvl="1" indent="-284163" algn="l" defTabSz="914400" rtl="0" eaLnBrk="1" fontAlgn="auto" latinLnBrk="0" hangingPunct="1">
              <a:lnSpc>
                <a:spcPct val="85000"/>
              </a:lnSpc>
              <a:spcBef>
                <a:spcPct val="20000"/>
              </a:spcBef>
              <a:spcAft>
                <a:spcPts val="0"/>
              </a:spcAft>
              <a:buClr>
                <a:srgbClr val="000099"/>
              </a:buClr>
              <a:buSzPct val="100000"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  <a:cs typeface="+mn-cs"/>
              </a:rPr>
              <a:t>have desirable stability properties</a:t>
            </a:r>
          </a:p>
          <a:p>
            <a:pPr marL="101600" marR="0" lvl="0" indent="0" algn="l" defTabSz="914400" rtl="0" eaLnBrk="1" fontAlgn="auto" latinLnBrk="0" hangingPunct="1">
              <a:lnSpc>
                <a:spcPct val="85000"/>
              </a:lnSpc>
              <a:spcBef>
                <a:spcPct val="20000"/>
              </a:spcBef>
              <a:spcAft>
                <a:spcPts val="0"/>
              </a:spcAft>
              <a:buClr>
                <a:srgbClr val="000099"/>
              </a:buClr>
              <a:buSzPct val="100000"/>
              <a:buFontTx/>
              <a:buNone/>
              <a:tabLst/>
              <a:defRPr/>
            </a:pP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ＭＳ Ｐゴシック" charset="0"/>
              <a:cs typeface="+mn-cs"/>
            </a:endParaRPr>
          </a:p>
          <a:p>
            <a:pPr marL="292100" marR="0" lvl="0" indent="-292100" algn="l" defTabSz="914400" rtl="0" eaLnBrk="1" fontAlgn="auto" latinLnBrk="0" hangingPunct="1">
              <a:lnSpc>
                <a:spcPct val="85000"/>
              </a:lnSpc>
              <a:spcBef>
                <a:spcPct val="20000"/>
              </a:spcBef>
              <a:spcAft>
                <a:spcPts val="0"/>
              </a:spcAft>
              <a:buClr>
                <a:srgbClr val="000099"/>
              </a:buClr>
              <a:buSzPct val="100000"/>
              <a:buFont typeface="Wingdings" charset="2"/>
              <a:buChar char="§"/>
              <a:tabLst/>
              <a:defRPr/>
            </a:pP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ill Sans MT" charset="0"/>
              <a:ea typeface="ＭＳ Ｐゴシック" charset="0"/>
              <a:cs typeface="+mn-cs"/>
            </a:endParaRPr>
          </a:p>
        </p:txBody>
      </p:sp>
      <p:sp>
        <p:nvSpPr>
          <p:cNvPr id="5" name="Slide Number Placeholder 2">
            <a:extLst>
              <a:ext uri="{FF2B5EF4-FFF2-40B4-BE49-F238E27FC236}">
                <a16:creationId xmlns:a16="http://schemas.microsoft.com/office/drawing/2014/main" id="{1DCE9A74-28EC-4B49-833C-3052DE20980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19616" y="6443089"/>
            <a:ext cx="2743200" cy="365125"/>
          </a:xfrm>
        </p:spPr>
        <p:txBody>
          <a:bodyPr/>
          <a:lstStyle/>
          <a:p>
            <a:r>
              <a:rPr lang="en-US" dirty="0"/>
              <a:t>Transport Layer: 3-</a:t>
            </a:r>
            <a:fld id="{C4204591-24BD-A542-B9D5-F8D8A88D2FEE}" type="slidenum">
              <a:rPr lang="en-US" smtClean="0"/>
              <a:pPr/>
              <a:t>33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309152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9" grpId="0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8CD900-19EC-824C-BF74-AADFBF5A17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2800" y="259443"/>
            <a:ext cx="11393310" cy="894622"/>
          </a:xfrm>
        </p:spPr>
        <p:txBody>
          <a:bodyPr>
            <a:normAutofit/>
          </a:bodyPr>
          <a:lstStyle/>
          <a:p>
            <a:r>
              <a:rPr lang="en-US" sz="4800" dirty="0"/>
              <a:t>TCP congestion control: details</a:t>
            </a:r>
            <a:endParaRPr lang="en-US" sz="4400" b="0" dirty="0"/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E52FB642-7743-D04C-959D-0819117703FA}"/>
              </a:ext>
            </a:extLst>
          </p:cNvPr>
          <p:cNvGrpSpPr/>
          <p:nvPr/>
        </p:nvGrpSpPr>
        <p:grpSpPr>
          <a:xfrm>
            <a:off x="1116489" y="4838128"/>
            <a:ext cx="10034111" cy="1695450"/>
            <a:chOff x="1116489" y="4838128"/>
            <a:chExt cx="10034111" cy="1695450"/>
          </a:xfrm>
        </p:grpSpPr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0C3AD1E1-01ED-504A-8B9E-72DE11AF70D1}"/>
                </a:ext>
              </a:extLst>
            </p:cNvPr>
            <p:cNvSpPr/>
            <p:nvPr/>
          </p:nvSpPr>
          <p:spPr>
            <a:xfrm>
              <a:off x="5989208" y="4895568"/>
              <a:ext cx="5161392" cy="365124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02" name="Rectangle 3">
              <a:extLst>
                <a:ext uri="{FF2B5EF4-FFF2-40B4-BE49-F238E27FC236}">
                  <a16:creationId xmlns:a16="http://schemas.microsoft.com/office/drawing/2014/main" id="{A0DE5D89-38AB-C14E-891D-428C6A0ADF6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116489" y="4838128"/>
              <a:ext cx="9628822" cy="16954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  <a:ext uri="{FAA26D3D-D897-4be2-8F04-BA451C77F1D7}">
                <ma14:placeholderFlag xmlns:ma14="http://schemas.microsoft.com/office/mac/drawingml/2011/main" xmlns="" val="1"/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lvl1pPr marL="284163" indent="-284163" algn="l" rtl="0" eaLnBrk="0" fontAlgn="base" hangingPunct="0">
                <a:lnSpc>
                  <a:spcPct val="85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99"/>
                </a:buClr>
                <a:buSzPct val="100000"/>
                <a:buFont typeface="Wingdings" pitchFamily="2" charset="2"/>
                <a:buChar char="§"/>
                <a:defRPr sz="2800">
                  <a:solidFill>
                    <a:schemeClr val="tx1"/>
                  </a:solidFill>
                  <a:latin typeface="+mn-lt"/>
                  <a:ea typeface="ＭＳ Ｐゴシック" charset="0"/>
                  <a:cs typeface="ＭＳ Ｐゴシック" charset="0"/>
                </a:defRPr>
              </a:lvl1pPr>
              <a:lvl2pPr marL="687388" indent="-230188" algn="l" rtl="0" eaLnBrk="0" fontAlgn="base" hangingPunct="0">
                <a:lnSpc>
                  <a:spcPct val="85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99"/>
                </a:buClr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+mn-lt"/>
                  <a:ea typeface="ＭＳ Ｐゴシック" charset="0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+mn-lt"/>
                  <a:ea typeface="ＭＳ Ｐゴシック" charset="0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1800">
                  <a:solidFill>
                    <a:schemeClr val="tx1"/>
                  </a:solidFill>
                  <a:latin typeface="Times New Roman" pitchFamily="-109" charset="0"/>
                  <a:ea typeface="ＭＳ Ｐゴシック" charset="0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800">
                  <a:solidFill>
                    <a:schemeClr val="tx1"/>
                  </a:solidFill>
                  <a:latin typeface="Times New Roman" pitchFamily="-109" charset="0"/>
                  <a:ea typeface="ＭＳ Ｐゴシック" charset="0"/>
                </a:defRPr>
              </a:lvl5pPr>
              <a:lvl6pPr marL="25146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800">
                  <a:solidFill>
                    <a:schemeClr val="tx1"/>
                  </a:solidFill>
                  <a:latin typeface="Times New Roman" pitchFamily="-109" charset="0"/>
                </a:defRPr>
              </a:lvl6pPr>
              <a:lvl7pPr marL="29718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800">
                  <a:solidFill>
                    <a:schemeClr val="tx1"/>
                  </a:solidFill>
                  <a:latin typeface="Times New Roman" pitchFamily="-109" charset="0"/>
                </a:defRPr>
              </a:lvl7pPr>
              <a:lvl8pPr marL="3429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800">
                  <a:solidFill>
                    <a:schemeClr val="tx1"/>
                  </a:solidFill>
                  <a:latin typeface="Times New Roman" pitchFamily="-109" charset="0"/>
                </a:defRPr>
              </a:lvl8pPr>
              <a:lvl9pPr marL="3886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800">
                  <a:solidFill>
                    <a:schemeClr val="tx1"/>
                  </a:solidFill>
                  <a:latin typeface="Times New Roman" pitchFamily="-109" charset="0"/>
                </a:defRPr>
              </a:lvl9pPr>
            </a:lstStyle>
            <a:p>
              <a:pPr marL="284163" marR="0" lvl="0" indent="-284163" algn="l" defTabSz="914400" rtl="0" eaLnBrk="0" fontAlgn="base" latinLnBrk="0" hangingPunct="0">
                <a:lnSpc>
                  <a:spcPct val="9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99"/>
                </a:buClr>
                <a:buSzPct val="100000"/>
                <a:buFont typeface="Wingdings" charset="2"/>
                <a:buChar char="§"/>
                <a:tabLst/>
                <a:defRPr/>
              </a:pPr>
              <a:r>
                <a:rPr kumimoji="0" lang="en-US" sz="2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ea typeface="ＭＳ Ｐゴシック" charset="0"/>
                  <a:cs typeface="+mn-cs"/>
                </a:rPr>
                <a:t>TCP sender limits transmission:</a:t>
              </a:r>
            </a:p>
            <a:p>
              <a:pPr marL="284163" marR="0" lvl="0" indent="-284163" algn="l" defTabSz="914400" rtl="0" eaLnBrk="0" fontAlgn="base" latinLnBrk="0" hangingPunct="0">
                <a:lnSpc>
                  <a:spcPct val="9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99"/>
                </a:buClr>
                <a:buSzPct val="100000"/>
                <a:buFont typeface="Wingdings" charset="2"/>
                <a:buChar char="§"/>
                <a:tabLst/>
                <a:defRPr/>
              </a:pPr>
              <a:r>
                <a:rPr kumimoji="0" lang="en-US" sz="2800" b="0" i="0" u="none" strike="noStrike" kern="0" cap="none" spc="0" normalizeH="0" baseline="0" noProof="0" dirty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" pitchFamily="2" charset="0"/>
                  <a:ea typeface="ＭＳ Ｐゴシック" charset="0"/>
                  <a:cs typeface="+mn-cs"/>
                </a:rPr>
                <a:t>cwnd</a:t>
              </a:r>
              <a:r>
                <a:rPr kumimoji="0" lang="en-US" sz="2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" pitchFamily="2" charset="0"/>
                  <a:ea typeface="ＭＳ Ｐゴシック" charset="0"/>
                  <a:cs typeface="+mn-cs"/>
                </a:rPr>
                <a:t> </a:t>
              </a:r>
              <a:r>
                <a:rPr kumimoji="0" lang="en-US" sz="2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ea typeface="ＭＳ Ｐゴシック" charset="0"/>
                  <a:cs typeface="+mn-cs"/>
                </a:rPr>
                <a:t>is dynamically adjusted in response to observed network congestion (implementing TCP congestion control)</a:t>
              </a:r>
            </a:p>
            <a:p>
              <a:pPr marL="284163" marR="0" lvl="0" indent="-284163" algn="l" defTabSz="914400" rtl="0" eaLnBrk="0" fontAlgn="base" latinLnBrk="0" hangingPunct="0">
                <a:lnSpc>
                  <a:spcPct val="85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99"/>
                </a:buClr>
                <a:buSzPct val="100000"/>
                <a:buFont typeface="Wingdings" charset="2"/>
                <a:buChar char="§"/>
                <a:tabLst/>
                <a:defRPr/>
              </a:pPr>
              <a:endParaRPr kumimoji="0" lang="en-US" sz="2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ill Sans MT"/>
                <a:ea typeface="ＭＳ Ｐゴシック" charset="0"/>
                <a:cs typeface="+mn-cs"/>
              </a:endParaRPr>
            </a:p>
          </p:txBody>
        </p:sp>
        <p:grpSp>
          <p:nvGrpSpPr>
            <p:cNvPr id="16" name="Group 15">
              <a:extLst>
                <a:ext uri="{FF2B5EF4-FFF2-40B4-BE49-F238E27FC236}">
                  <a16:creationId xmlns:a16="http://schemas.microsoft.com/office/drawing/2014/main" id="{33A34342-F85F-A641-8C18-F113159FACD0}"/>
                </a:ext>
              </a:extLst>
            </p:cNvPr>
            <p:cNvGrpSpPr/>
            <p:nvPr/>
          </p:nvGrpSpPr>
          <p:grpSpPr>
            <a:xfrm>
              <a:off x="6040008" y="4887177"/>
              <a:ext cx="4888123" cy="397144"/>
              <a:chOff x="5614194" y="4809655"/>
              <a:chExt cx="4888123" cy="397144"/>
            </a:xfrm>
          </p:grpSpPr>
          <p:sp>
            <p:nvSpPr>
              <p:cNvPr id="181" name="Text Box 71">
                <a:extLst>
                  <a:ext uri="{FF2B5EF4-FFF2-40B4-BE49-F238E27FC236}">
                    <a16:creationId xmlns:a16="http://schemas.microsoft.com/office/drawing/2014/main" id="{77C08B5B-9AE1-D240-830E-26ECD6D1665B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5614194" y="4868630"/>
                <a:ext cx="4395788" cy="338169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square">
                <a:spAutoFit/>
              </a:bodyPr>
              <a:lstStyle>
                <a:lvl1pPr marL="225425" indent="-225425"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1pPr>
                <a:lvl2pPr marL="742950" indent="-285750"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2pPr>
                <a:lvl3pPr marL="1143000" indent="-228600"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3pPr>
                <a:lvl4pPr marL="1600200" indent="-228600"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4pPr>
                <a:lvl5pPr marL="2057400" indent="-228600"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9pPr>
              </a:lstStyle>
              <a:p>
                <a:pPr marL="225425" marR="0" lvl="0" indent="-225425" algn="l" defTabSz="914400" rtl="0" eaLnBrk="0" fontAlgn="base" latinLnBrk="0" hangingPunct="0">
                  <a:lnSpc>
                    <a:spcPct val="85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000099"/>
                  </a:buClr>
                  <a:buSzPct val="65000"/>
                  <a:buFont typeface="Wingdings" charset="0"/>
                  <a:buNone/>
                  <a:tabLst/>
                  <a:defRPr/>
                </a:pPr>
                <a:r>
                  <a:rPr kumimoji="0" lang="en-US" sz="1800" b="1" i="0" u="none" strike="noStrike" kern="1200" cap="none" spc="0" normalizeH="0" baseline="0" noProof="0" dirty="0" err="1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ourier New" charset="0"/>
                    <a:ea typeface="ＭＳ Ｐゴシック" charset="0"/>
                    <a:cs typeface="+mn-cs"/>
                  </a:rPr>
                  <a:t>LastByteSent</a:t>
                </a:r>
                <a:r>
                  <a:rPr kumimoji="0" lang="en-US" sz="18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ourier New" charset="0"/>
                    <a:ea typeface="ＭＳ Ｐゴシック" charset="0"/>
                    <a:cs typeface="+mn-cs"/>
                  </a:rPr>
                  <a:t>- </a:t>
                </a:r>
                <a:r>
                  <a:rPr kumimoji="0" lang="en-US" sz="1800" b="1" i="0" u="none" strike="noStrike" kern="1200" cap="none" spc="0" normalizeH="0" baseline="0" noProof="0" dirty="0" err="1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ourier New" charset="0"/>
                    <a:ea typeface="ＭＳ Ｐゴシック" charset="0"/>
                    <a:cs typeface="+mn-cs"/>
                  </a:rPr>
                  <a:t>LastByteAcked</a:t>
                </a: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charset="0"/>
                  <a:ea typeface="ＭＳ Ｐゴシック" charset="0"/>
                  <a:cs typeface="+mn-cs"/>
                </a:endParaRPr>
              </a:p>
            </p:txBody>
          </p:sp>
          <p:grpSp>
            <p:nvGrpSpPr>
              <p:cNvPr id="15" name="Group 14">
                <a:extLst>
                  <a:ext uri="{FF2B5EF4-FFF2-40B4-BE49-F238E27FC236}">
                    <a16:creationId xmlns:a16="http://schemas.microsoft.com/office/drawing/2014/main" id="{FED586FE-6CBA-AA48-85C7-A1A11BDABF7D}"/>
                  </a:ext>
                </a:extLst>
              </p:cNvPr>
              <p:cNvGrpSpPr/>
              <p:nvPr/>
            </p:nvGrpSpPr>
            <p:grpSpPr>
              <a:xfrm>
                <a:off x="9416467" y="4809655"/>
                <a:ext cx="1085850" cy="366713"/>
                <a:chOff x="7709188" y="4768381"/>
                <a:chExt cx="1085850" cy="366713"/>
              </a:xfrm>
            </p:grpSpPr>
            <p:grpSp>
              <p:nvGrpSpPr>
                <p:cNvPr id="182" name="Group 74">
                  <a:extLst>
                    <a:ext uri="{FF2B5EF4-FFF2-40B4-BE49-F238E27FC236}">
                      <a16:creationId xmlns:a16="http://schemas.microsoft.com/office/drawing/2014/main" id="{059D1AF2-00E8-024F-B782-BBF97100FEB7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7709188" y="4789019"/>
                  <a:ext cx="350837" cy="336550"/>
                  <a:chOff x="2059" y="2097"/>
                  <a:chExt cx="221" cy="212"/>
                </a:xfrm>
              </p:grpSpPr>
              <p:sp>
                <p:nvSpPr>
                  <p:cNvPr id="183" name="Text Box 72">
                    <a:extLst>
                      <a:ext uri="{FF2B5EF4-FFF2-40B4-BE49-F238E27FC236}">
                        <a16:creationId xmlns:a16="http://schemas.microsoft.com/office/drawing/2014/main" id="{50EA1644-3183-7A41-97FA-03AEA0F526B2}"/>
                      </a:ext>
                    </a:extLst>
                  </p:cNvPr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2059" y="2097"/>
                    <a:ext cx="221" cy="212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  <a:extLst>
                    <a:ext uri="{909E8E84-426E-40dd-AFC4-6F175D3DCCD1}">
                      <a14:hiddenFill xmlns:a14="http://schemas.microsoft.com/office/drawing/2010/main" xmlns="">
                        <a:solidFill>
                          <a:schemeClr val="accent1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xmlns=""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 xmlns="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 wrap="none">
                    <a:spAutoFit/>
                  </a:bodyPr>
                  <a:lstStyle>
                    <a:lvl1pPr>
                      <a:defRPr sz="1600">
                        <a:solidFill>
                          <a:schemeClr val="tx1"/>
                        </a:solidFill>
                        <a:latin typeface="Tahoma" charset="0"/>
                        <a:ea typeface="ＭＳ Ｐゴシック" charset="0"/>
                      </a:defRPr>
                    </a:lvl1pPr>
                    <a:lvl2pPr marL="742950" indent="-285750">
                      <a:defRPr sz="1600">
                        <a:solidFill>
                          <a:schemeClr val="tx1"/>
                        </a:solidFill>
                        <a:latin typeface="Tahoma" charset="0"/>
                        <a:ea typeface="ＭＳ Ｐゴシック" charset="0"/>
                      </a:defRPr>
                    </a:lvl2pPr>
                    <a:lvl3pPr marL="1143000" indent="-228600">
                      <a:defRPr sz="1600">
                        <a:solidFill>
                          <a:schemeClr val="tx1"/>
                        </a:solidFill>
                        <a:latin typeface="Tahoma" charset="0"/>
                        <a:ea typeface="ＭＳ Ｐゴシック" charset="0"/>
                      </a:defRPr>
                    </a:lvl3pPr>
                    <a:lvl4pPr marL="1600200" indent="-228600">
                      <a:defRPr sz="1600">
                        <a:solidFill>
                          <a:schemeClr val="tx1"/>
                        </a:solidFill>
                        <a:latin typeface="Tahoma" charset="0"/>
                        <a:ea typeface="ＭＳ Ｐゴシック" charset="0"/>
                      </a:defRPr>
                    </a:lvl4pPr>
                    <a:lvl5pPr marL="2057400" indent="-228600">
                      <a:defRPr sz="1600">
                        <a:solidFill>
                          <a:schemeClr val="tx1"/>
                        </a:solidFill>
                        <a:latin typeface="Tahoma" charset="0"/>
                        <a:ea typeface="ＭＳ Ｐゴシック" charset="0"/>
                      </a:defRPr>
                    </a:lvl5pPr>
                    <a:lvl6pPr marL="25146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1600">
                        <a:solidFill>
                          <a:schemeClr val="tx1"/>
                        </a:solidFill>
                        <a:latin typeface="Tahoma" charset="0"/>
                        <a:ea typeface="ＭＳ Ｐゴシック" charset="0"/>
                      </a:defRPr>
                    </a:lvl6pPr>
                    <a:lvl7pPr marL="29718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1600">
                        <a:solidFill>
                          <a:schemeClr val="tx1"/>
                        </a:solidFill>
                        <a:latin typeface="Tahoma" charset="0"/>
                        <a:ea typeface="ＭＳ Ｐゴシック" charset="0"/>
                      </a:defRPr>
                    </a:lvl7pPr>
                    <a:lvl8pPr marL="34290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1600">
                        <a:solidFill>
                          <a:schemeClr val="tx1"/>
                        </a:solidFill>
                        <a:latin typeface="Tahoma" charset="0"/>
                        <a:ea typeface="ＭＳ Ｐゴシック" charset="0"/>
                      </a:defRPr>
                    </a:lvl8pPr>
                    <a:lvl9pPr marL="38862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1600">
                        <a:solidFill>
                          <a:schemeClr val="tx1"/>
                        </a:solidFill>
                        <a:latin typeface="Tahoma" charset="0"/>
                        <a:ea typeface="ＭＳ Ｐゴシック" charset="0"/>
                      </a:defRPr>
                    </a:lvl9pPr>
                  </a:lstStyle>
                  <a:p>
                    <a:pPr marL="0" marR="0" lvl="0" indent="0" algn="ctr" defTabSz="914400" rtl="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r>
                      <a:rPr kumimoji="0" lang="en-US" sz="1600" b="1" i="0" u="none" strike="noStrike" kern="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Tahoma" charset="0"/>
                        <a:ea typeface="ＭＳ Ｐゴシック" charset="0"/>
                        <a:cs typeface="+mn-cs"/>
                      </a:rPr>
                      <a:t>&lt;</a:t>
                    </a:r>
                  </a:p>
                </p:txBody>
              </p:sp>
              <p:sp>
                <p:nvSpPr>
                  <p:cNvPr id="184" name="Line 73">
                    <a:extLst>
                      <a:ext uri="{FF2B5EF4-FFF2-40B4-BE49-F238E27FC236}">
                        <a16:creationId xmlns:a16="http://schemas.microsoft.com/office/drawing/2014/main" id="{B966005D-C4C4-C547-86E3-65FDA3A33E10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2133" y="2269"/>
                    <a:ext cx="85" cy="0"/>
                  </a:xfrm>
                  <a:prstGeom prst="line">
                    <a:avLst/>
                  </a:prstGeom>
                  <a:noFill/>
                  <a:ln w="19050">
                    <a:solidFill>
                      <a:srgbClr val="000000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 xmlns="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 xmlns="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 wrap="none"/>
                  <a:lstStyle/>
                  <a:p>
                    <a:pPr marL="0" marR="0" lvl="0" indent="0" algn="ctr" defTabSz="914400" rtl="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600" b="0" i="0" u="none" strike="noStrike" kern="0" cap="none" spc="0" normalizeH="0" baseline="0" noProof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Tahoma" charset="0"/>
                      <a:ea typeface="ＭＳ Ｐゴシック" charset="0"/>
                      <a:cs typeface="+mn-cs"/>
                    </a:endParaRPr>
                  </a:p>
                </p:txBody>
              </p:sp>
            </p:grpSp>
            <p:sp>
              <p:nvSpPr>
                <p:cNvPr id="185" name="Text Box 75">
                  <a:extLst>
                    <a:ext uri="{FF2B5EF4-FFF2-40B4-BE49-F238E27FC236}">
                      <a16:creationId xmlns:a16="http://schemas.microsoft.com/office/drawing/2014/main" id="{4F80A37A-B578-A447-95BD-D5D7AC31E664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8064788" y="4768381"/>
                  <a:ext cx="730250" cy="366713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 xmlns="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xmlns="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 sz="1600">
                      <a:solidFill>
                        <a:schemeClr val="tx1"/>
                      </a:solidFill>
                      <a:latin typeface="Tahoma" charset="0"/>
                      <a:ea typeface="ＭＳ Ｐゴシック" charset="0"/>
                    </a:defRPr>
                  </a:lvl1pPr>
                  <a:lvl2pPr marL="742950" indent="-285750">
                    <a:defRPr sz="1600">
                      <a:solidFill>
                        <a:schemeClr val="tx1"/>
                      </a:solidFill>
                      <a:latin typeface="Tahoma" charset="0"/>
                      <a:ea typeface="ＭＳ Ｐゴシック" charset="0"/>
                    </a:defRPr>
                  </a:lvl2pPr>
                  <a:lvl3pPr marL="1143000" indent="-228600">
                    <a:defRPr sz="1600">
                      <a:solidFill>
                        <a:schemeClr val="tx1"/>
                      </a:solidFill>
                      <a:latin typeface="Tahoma" charset="0"/>
                      <a:ea typeface="ＭＳ Ｐゴシック" charset="0"/>
                    </a:defRPr>
                  </a:lvl3pPr>
                  <a:lvl4pPr marL="1600200" indent="-228600">
                    <a:defRPr sz="1600">
                      <a:solidFill>
                        <a:schemeClr val="tx1"/>
                      </a:solidFill>
                      <a:latin typeface="Tahoma" charset="0"/>
                      <a:ea typeface="ＭＳ Ｐゴシック" charset="0"/>
                    </a:defRPr>
                  </a:lvl4pPr>
                  <a:lvl5pPr marL="2057400" indent="-228600">
                    <a:defRPr sz="1600">
                      <a:solidFill>
                        <a:schemeClr val="tx1"/>
                      </a:solidFill>
                      <a:latin typeface="Tahoma" charset="0"/>
                      <a:ea typeface="ＭＳ Ｐゴシック" charset="0"/>
                    </a:defRPr>
                  </a:lvl5pPr>
                  <a:lvl6pPr marL="25146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Tahoma" charset="0"/>
                      <a:ea typeface="ＭＳ Ｐゴシック" charset="0"/>
                    </a:defRPr>
                  </a:lvl6pPr>
                  <a:lvl7pPr marL="29718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Tahoma" charset="0"/>
                      <a:ea typeface="ＭＳ Ｐゴシック" charset="0"/>
                    </a:defRPr>
                  </a:lvl7pPr>
                  <a:lvl8pPr marL="34290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Tahoma" charset="0"/>
                      <a:ea typeface="ＭＳ Ｐゴシック" charset="0"/>
                    </a:defRPr>
                  </a:lvl8pPr>
                  <a:lvl9pPr marL="38862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Tahoma" charset="0"/>
                      <a:ea typeface="ＭＳ Ｐゴシック" charset="0"/>
                    </a:defRPr>
                  </a:lvl9pPr>
                </a:lstStyle>
                <a:p>
                  <a:pPr marL="0" marR="0" lvl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1800" b="1" i="0" u="none" strike="noStrike" kern="1200" cap="none" spc="0" normalizeH="0" baseline="0" noProof="0" dirty="0" err="1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Courier New" charset="0"/>
                      <a:ea typeface="ＭＳ Ｐゴシック" charset="0"/>
                      <a:cs typeface="+mn-cs"/>
                    </a:rPr>
                    <a:t>cwnd</a:t>
                  </a:r>
                  <a:endParaRPr kumimoji="0" lang="en-US" sz="18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ourier New" charset="0"/>
                    <a:ea typeface="ＭＳ Ｐゴシック" charset="0"/>
                    <a:cs typeface="+mn-cs"/>
                  </a:endParaRPr>
                </a:p>
              </p:txBody>
            </p:sp>
          </p:grpSp>
        </p:grpSp>
      </p:grpSp>
      <p:sp>
        <p:nvSpPr>
          <p:cNvPr id="165" name="Rectangle 47">
            <a:extLst>
              <a:ext uri="{FF2B5EF4-FFF2-40B4-BE49-F238E27FC236}">
                <a16:creationId xmlns:a16="http://schemas.microsoft.com/office/drawing/2014/main" id="{DE6B816E-28FD-F042-BAC6-6005321F732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14221" y="2927773"/>
            <a:ext cx="4503412" cy="107541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charset="0"/>
              <a:ea typeface="ＭＳ Ｐゴシック" charset="0"/>
              <a:cs typeface="+mn-cs"/>
            </a:endParaRP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C2EB66EB-894C-A043-A360-C60A865F68A4}"/>
              </a:ext>
            </a:extLst>
          </p:cNvPr>
          <p:cNvGrpSpPr/>
          <p:nvPr/>
        </p:nvGrpSpPr>
        <p:grpSpPr>
          <a:xfrm>
            <a:off x="1289051" y="2849038"/>
            <a:ext cx="1267801" cy="861704"/>
            <a:chOff x="1289051" y="2849038"/>
            <a:chExt cx="1267801" cy="861704"/>
          </a:xfrm>
        </p:grpSpPr>
        <p:sp>
          <p:nvSpPr>
            <p:cNvPr id="168" name="Freeform 53">
              <a:extLst>
                <a:ext uri="{FF2B5EF4-FFF2-40B4-BE49-F238E27FC236}">
                  <a16:creationId xmlns:a16="http://schemas.microsoft.com/office/drawing/2014/main" id="{E3EEFD92-7050-9249-80C1-240C22D52535}"/>
                </a:ext>
              </a:extLst>
            </p:cNvPr>
            <p:cNvSpPr>
              <a:spLocks/>
            </p:cNvSpPr>
            <p:nvPr/>
          </p:nvSpPr>
          <p:spPr bwMode="auto">
            <a:xfrm>
              <a:off x="2369283" y="2849038"/>
              <a:ext cx="187569" cy="464732"/>
            </a:xfrm>
            <a:custGeom>
              <a:avLst/>
              <a:gdLst>
                <a:gd name="T0" fmla="*/ 2147483647 w 91"/>
                <a:gd name="T1" fmla="*/ 0 h 242"/>
                <a:gd name="T2" fmla="*/ 2147483647 w 91"/>
                <a:gd name="T3" fmla="*/ 2147483647 h 242"/>
                <a:gd name="T4" fmla="*/ 0 w 91"/>
                <a:gd name="T5" fmla="*/ 2147483647 h 242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91" h="242">
                  <a:moveTo>
                    <a:pt x="91" y="0"/>
                  </a:moveTo>
                  <a:lnTo>
                    <a:pt x="88" y="242"/>
                  </a:lnTo>
                  <a:lnTo>
                    <a:pt x="0" y="242"/>
                  </a:lnTo>
                </a:path>
              </a:pathLst>
            </a:custGeom>
            <a:noFill/>
            <a:ln w="19050" cmpd="sng">
              <a:solidFill>
                <a:srgbClr val="CC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170" name="Text Box 57">
              <a:extLst>
                <a:ext uri="{FF2B5EF4-FFF2-40B4-BE49-F238E27FC236}">
                  <a16:creationId xmlns:a16="http://schemas.microsoft.com/office/drawing/2014/main" id="{4DCFBA68-55DB-2E45-83BC-59D80627D5D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289051" y="3119811"/>
              <a:ext cx="986168" cy="5909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ea typeface="ＭＳ Ｐゴシック" charset="0"/>
                  <a:cs typeface="+mn-cs"/>
                </a:rPr>
                <a:t>last byte</a:t>
              </a:r>
            </a:p>
            <a:p>
              <a:pPr marL="0" marR="0" lvl="0" indent="0" algn="l" defTabSz="914400" rtl="0" eaLnBrk="0" fontAlgn="base" latinLnBrk="0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0" cap="none" spc="0" normalizeH="0" baseline="0" noProof="0" dirty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ea typeface="ＭＳ Ｐゴシック" charset="0"/>
                  <a:cs typeface="+mn-cs"/>
                </a:rPr>
                <a:t>ACKed</a:t>
              </a: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  <a:cs typeface="+mn-cs"/>
              </a:endParaRPr>
            </a:p>
          </p:txBody>
        </p:sp>
      </p:grpSp>
      <p:grpSp>
        <p:nvGrpSpPr>
          <p:cNvPr id="13" name="Group 12">
            <a:extLst>
              <a:ext uri="{FF2B5EF4-FFF2-40B4-BE49-F238E27FC236}">
                <a16:creationId xmlns:a16="http://schemas.microsoft.com/office/drawing/2014/main" id="{A8C3752B-025F-E94F-8654-13F54E9C670F}"/>
              </a:ext>
            </a:extLst>
          </p:cNvPr>
          <p:cNvGrpSpPr/>
          <p:nvPr/>
        </p:nvGrpSpPr>
        <p:grpSpPr>
          <a:xfrm>
            <a:off x="3824084" y="2948877"/>
            <a:ext cx="1759290" cy="1283237"/>
            <a:chOff x="3824084" y="2948877"/>
            <a:chExt cx="1759290" cy="1283237"/>
          </a:xfrm>
        </p:grpSpPr>
        <p:sp>
          <p:nvSpPr>
            <p:cNvPr id="172" name="Text Box 59">
              <a:extLst>
                <a:ext uri="{FF2B5EF4-FFF2-40B4-BE49-F238E27FC236}">
                  <a16:creationId xmlns:a16="http://schemas.microsoft.com/office/drawing/2014/main" id="{44BFDC0C-7E1F-194B-B1D5-936A1056896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979525" y="3890482"/>
              <a:ext cx="1603849" cy="34163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ea typeface="ＭＳ Ｐゴシック" charset="0"/>
                  <a:cs typeface="+mn-cs"/>
                </a:rPr>
                <a:t>last byte sent</a:t>
              </a:r>
            </a:p>
          </p:txBody>
        </p:sp>
        <p:sp>
          <p:nvSpPr>
            <p:cNvPr id="180" name="Freeform 69">
              <a:extLst>
                <a:ext uri="{FF2B5EF4-FFF2-40B4-BE49-F238E27FC236}">
                  <a16:creationId xmlns:a16="http://schemas.microsoft.com/office/drawing/2014/main" id="{33A90F9A-C7CE-C44A-B81F-BFED1356069E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3824084" y="2948877"/>
              <a:ext cx="190240" cy="1102896"/>
            </a:xfrm>
            <a:custGeom>
              <a:avLst/>
              <a:gdLst>
                <a:gd name="T0" fmla="*/ 2147483647 w 91"/>
                <a:gd name="T1" fmla="*/ 0 h 242"/>
                <a:gd name="T2" fmla="*/ 2147483647 w 91"/>
                <a:gd name="T3" fmla="*/ 2147483647 h 242"/>
                <a:gd name="T4" fmla="*/ 0 w 91"/>
                <a:gd name="T5" fmla="*/ 2147483647 h 242"/>
                <a:gd name="T6" fmla="*/ 0 60000 65536"/>
                <a:gd name="T7" fmla="*/ 0 60000 65536"/>
                <a:gd name="T8" fmla="*/ 0 60000 65536"/>
                <a:gd name="connsiteX0" fmla="*/ 9412 w 9670"/>
                <a:gd name="connsiteY0" fmla="*/ 0 h 9938"/>
                <a:gd name="connsiteX1" fmla="*/ 9670 w 9670"/>
                <a:gd name="connsiteY1" fmla="*/ 9938 h 9938"/>
                <a:gd name="connsiteX2" fmla="*/ 0 w 9670"/>
                <a:gd name="connsiteY2" fmla="*/ 9938 h 99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9670" h="9938">
                  <a:moveTo>
                    <a:pt x="9412" y="0"/>
                  </a:moveTo>
                  <a:lnTo>
                    <a:pt x="9670" y="9938"/>
                  </a:lnTo>
                  <a:lnTo>
                    <a:pt x="0" y="9938"/>
                  </a:lnTo>
                </a:path>
              </a:pathLst>
            </a:custGeom>
            <a:noFill/>
            <a:ln w="19050" cmpd="sng">
              <a:solidFill>
                <a:srgbClr val="CC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endParaRPr>
            </a:p>
          </p:txBody>
        </p:sp>
      </p:grpSp>
      <p:grpSp>
        <p:nvGrpSpPr>
          <p:cNvPr id="10" name="Group 9">
            <a:extLst>
              <a:ext uri="{FF2B5EF4-FFF2-40B4-BE49-F238E27FC236}">
                <a16:creationId xmlns:a16="http://schemas.microsoft.com/office/drawing/2014/main" id="{42CF5997-36CB-D147-BC28-3AEB4C853BEA}"/>
              </a:ext>
            </a:extLst>
          </p:cNvPr>
          <p:cNvGrpSpPr/>
          <p:nvPr/>
        </p:nvGrpSpPr>
        <p:grpSpPr>
          <a:xfrm>
            <a:off x="1289051" y="1292332"/>
            <a:ext cx="4641849" cy="1497173"/>
            <a:chOff x="1289051" y="1292332"/>
            <a:chExt cx="4641849" cy="1497173"/>
          </a:xfrm>
        </p:grpSpPr>
        <p:sp>
          <p:nvSpPr>
            <p:cNvPr id="104" name="Rectangle 12">
              <a:extLst>
                <a:ext uri="{FF2B5EF4-FFF2-40B4-BE49-F238E27FC236}">
                  <a16:creationId xmlns:a16="http://schemas.microsoft.com/office/drawing/2014/main" id="{04993FEE-920A-A241-8D22-76E5FD7EE6A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70854" y="2034797"/>
              <a:ext cx="86000" cy="752789"/>
            </a:xfrm>
            <a:prstGeom prst="rect">
              <a:avLst/>
            </a:prstGeom>
            <a:gradFill rotWithShape="1">
              <a:gsLst>
                <a:gs pos="0">
                  <a:srgbClr val="FFFFFF"/>
                </a:gs>
                <a:gs pos="100000">
                  <a:srgbClr val="33CC33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105" name="Rectangle 13">
              <a:extLst>
                <a:ext uri="{FF2B5EF4-FFF2-40B4-BE49-F238E27FC236}">
                  <a16:creationId xmlns:a16="http://schemas.microsoft.com/office/drawing/2014/main" id="{18E83275-ACB2-EC4C-B6DC-CBDA17C3A86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98805" y="2036716"/>
              <a:ext cx="85998" cy="752789"/>
            </a:xfrm>
            <a:prstGeom prst="rect">
              <a:avLst/>
            </a:prstGeom>
            <a:solidFill>
              <a:srgbClr val="33CC33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106" name="Rectangle 14">
              <a:extLst>
                <a:ext uri="{FF2B5EF4-FFF2-40B4-BE49-F238E27FC236}">
                  <a16:creationId xmlns:a16="http://schemas.microsoft.com/office/drawing/2014/main" id="{DAC860B7-5379-0C49-8B6D-4F42EEEC890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28852" y="2034797"/>
              <a:ext cx="85998" cy="752789"/>
            </a:xfrm>
            <a:prstGeom prst="rect">
              <a:avLst/>
            </a:prstGeom>
            <a:solidFill>
              <a:srgbClr val="33CC33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107" name="Rectangle 15">
              <a:extLst>
                <a:ext uri="{FF2B5EF4-FFF2-40B4-BE49-F238E27FC236}">
                  <a16:creationId xmlns:a16="http://schemas.microsoft.com/office/drawing/2014/main" id="{850E3686-28F1-ED45-BCA0-8626CD94C24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56801" y="2034797"/>
              <a:ext cx="86000" cy="752789"/>
            </a:xfrm>
            <a:prstGeom prst="rect">
              <a:avLst/>
            </a:prstGeom>
            <a:solidFill>
              <a:srgbClr val="33CC33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108" name="Rectangle 16">
              <a:extLst>
                <a:ext uri="{FF2B5EF4-FFF2-40B4-BE49-F238E27FC236}">
                  <a16:creationId xmlns:a16="http://schemas.microsoft.com/office/drawing/2014/main" id="{2B67993F-458E-AA4F-8BDA-DD554E74E99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82653" y="2034797"/>
              <a:ext cx="86000" cy="752789"/>
            </a:xfrm>
            <a:prstGeom prst="rect">
              <a:avLst/>
            </a:prstGeom>
            <a:solidFill>
              <a:srgbClr val="33CC33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109" name="Rectangle 17">
              <a:extLst>
                <a:ext uri="{FF2B5EF4-FFF2-40B4-BE49-F238E27FC236}">
                  <a16:creationId xmlns:a16="http://schemas.microsoft.com/office/drawing/2014/main" id="{0FAD288D-252F-5745-BF73-6A260AA674C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10604" y="2034797"/>
              <a:ext cx="85998" cy="752789"/>
            </a:xfrm>
            <a:prstGeom prst="rect">
              <a:avLst/>
            </a:prstGeom>
            <a:solidFill>
              <a:srgbClr val="33CC33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110" name="Rectangle 18">
              <a:extLst>
                <a:ext uri="{FF2B5EF4-FFF2-40B4-BE49-F238E27FC236}">
                  <a16:creationId xmlns:a16="http://schemas.microsoft.com/office/drawing/2014/main" id="{F50804B5-A9B0-B741-A2CB-DC3CFBF3864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32261" y="2034797"/>
              <a:ext cx="85998" cy="752789"/>
            </a:xfrm>
            <a:prstGeom prst="rect">
              <a:avLst/>
            </a:prstGeom>
            <a:solidFill>
              <a:srgbClr val="33CC33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111" name="Rectangle 19">
              <a:extLst>
                <a:ext uri="{FF2B5EF4-FFF2-40B4-BE49-F238E27FC236}">
                  <a16:creationId xmlns:a16="http://schemas.microsoft.com/office/drawing/2014/main" id="{E9319E92-5123-8943-BEB7-081DA31ABF1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58113" y="2034797"/>
              <a:ext cx="85998" cy="752789"/>
            </a:xfrm>
            <a:prstGeom prst="rect">
              <a:avLst/>
            </a:prstGeom>
            <a:solidFill>
              <a:srgbClr val="33CC33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112" name="Rectangle 20">
              <a:extLst>
                <a:ext uri="{FF2B5EF4-FFF2-40B4-BE49-F238E27FC236}">
                  <a16:creationId xmlns:a16="http://schemas.microsoft.com/office/drawing/2014/main" id="{C56329EF-B8DA-E848-8471-F7AB6A81A0A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83965" y="2034797"/>
              <a:ext cx="85998" cy="752789"/>
            </a:xfrm>
            <a:prstGeom prst="rect">
              <a:avLst/>
            </a:prstGeom>
            <a:solidFill>
              <a:srgbClr val="33CC33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113" name="Rectangle 21">
              <a:extLst>
                <a:ext uri="{FF2B5EF4-FFF2-40B4-BE49-F238E27FC236}">
                  <a16:creationId xmlns:a16="http://schemas.microsoft.com/office/drawing/2014/main" id="{B6EA82BD-4235-744C-8CC2-3D0E8446333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24500" y="2034797"/>
              <a:ext cx="86000" cy="752789"/>
            </a:xfrm>
            <a:prstGeom prst="rect">
              <a:avLst/>
            </a:prstGeom>
            <a:solidFill>
              <a:srgbClr val="33CC33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114" name="Rectangle 22">
              <a:extLst>
                <a:ext uri="{FF2B5EF4-FFF2-40B4-BE49-F238E27FC236}">
                  <a16:creationId xmlns:a16="http://schemas.microsoft.com/office/drawing/2014/main" id="{3AB484C5-F544-AD4F-AC56-F33B38DBB98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54547" y="2036716"/>
              <a:ext cx="86000" cy="752789"/>
            </a:xfrm>
            <a:prstGeom prst="rect">
              <a:avLst/>
            </a:prstGeom>
            <a:solidFill>
              <a:srgbClr val="FFFF0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115" name="Rectangle 23">
              <a:extLst>
                <a:ext uri="{FF2B5EF4-FFF2-40B4-BE49-F238E27FC236}">
                  <a16:creationId xmlns:a16="http://schemas.microsoft.com/office/drawing/2014/main" id="{1DD6947E-4A84-9D4E-B2FC-3A5E7F6D1E3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82498" y="2034797"/>
              <a:ext cx="85998" cy="752789"/>
            </a:xfrm>
            <a:prstGeom prst="rect">
              <a:avLst/>
            </a:prstGeom>
            <a:solidFill>
              <a:srgbClr val="FFFF0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116" name="Rectangle 24">
              <a:extLst>
                <a:ext uri="{FF2B5EF4-FFF2-40B4-BE49-F238E27FC236}">
                  <a16:creationId xmlns:a16="http://schemas.microsoft.com/office/drawing/2014/main" id="{2A55A81B-B032-0840-A48D-1D5352A231A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910447" y="2034797"/>
              <a:ext cx="86000" cy="752789"/>
            </a:xfrm>
            <a:prstGeom prst="rect">
              <a:avLst/>
            </a:prstGeom>
            <a:solidFill>
              <a:srgbClr val="FFFF0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117" name="Rectangle 25">
              <a:extLst>
                <a:ext uri="{FF2B5EF4-FFF2-40B4-BE49-F238E27FC236}">
                  <a16:creationId xmlns:a16="http://schemas.microsoft.com/office/drawing/2014/main" id="{EBC4122E-0CCF-1548-9A66-7DCD08E748C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38397" y="2034797"/>
              <a:ext cx="85998" cy="752789"/>
            </a:xfrm>
            <a:prstGeom prst="rect">
              <a:avLst/>
            </a:prstGeom>
            <a:solidFill>
              <a:srgbClr val="FFFF0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118" name="Rectangle 26">
              <a:extLst>
                <a:ext uri="{FF2B5EF4-FFF2-40B4-BE49-F238E27FC236}">
                  <a16:creationId xmlns:a16="http://schemas.microsoft.com/office/drawing/2014/main" id="{DB7235A0-624C-DB45-8BCC-3CE6B91647F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164249" y="2034797"/>
              <a:ext cx="85998" cy="752789"/>
            </a:xfrm>
            <a:prstGeom prst="rect">
              <a:avLst/>
            </a:prstGeom>
            <a:solidFill>
              <a:srgbClr val="FFFF0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119" name="Rectangle 27">
              <a:extLst>
                <a:ext uri="{FF2B5EF4-FFF2-40B4-BE49-F238E27FC236}">
                  <a16:creationId xmlns:a16="http://schemas.microsoft.com/office/drawing/2014/main" id="{345917A5-9719-BB4F-9C0B-ACD89A8BB0F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85907" y="2034797"/>
              <a:ext cx="85998" cy="752789"/>
            </a:xfrm>
            <a:prstGeom prst="rect">
              <a:avLst/>
            </a:prstGeom>
            <a:solidFill>
              <a:srgbClr val="FFFF0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120" name="Rectangle 28">
              <a:extLst>
                <a:ext uri="{FF2B5EF4-FFF2-40B4-BE49-F238E27FC236}">
                  <a16:creationId xmlns:a16="http://schemas.microsoft.com/office/drawing/2014/main" id="{4C1474B9-991E-6847-8B01-DE0C9513852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11759" y="2034797"/>
              <a:ext cx="85998" cy="752789"/>
            </a:xfrm>
            <a:prstGeom prst="rect">
              <a:avLst/>
            </a:prstGeom>
            <a:solidFill>
              <a:srgbClr val="FFFF0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121" name="Rectangle 29">
              <a:extLst>
                <a:ext uri="{FF2B5EF4-FFF2-40B4-BE49-F238E27FC236}">
                  <a16:creationId xmlns:a16="http://schemas.microsoft.com/office/drawing/2014/main" id="{1FEE069D-BAD8-8A43-9829-68BF4DBC501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39708" y="2034797"/>
              <a:ext cx="86000" cy="752789"/>
            </a:xfrm>
            <a:prstGeom prst="rect">
              <a:avLst/>
            </a:prstGeom>
            <a:solidFill>
              <a:srgbClr val="FFFF0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122" name="Rectangle 30">
              <a:extLst>
                <a:ext uri="{FF2B5EF4-FFF2-40B4-BE49-F238E27FC236}">
                  <a16:creationId xmlns:a16="http://schemas.microsoft.com/office/drawing/2014/main" id="{F6A54E32-B859-A84C-B9EB-275C556CD8B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57170" y="2034797"/>
              <a:ext cx="86000" cy="752789"/>
            </a:xfrm>
            <a:prstGeom prst="rect">
              <a:avLst/>
            </a:prstGeom>
            <a:solidFill>
              <a:srgbClr val="FFFF0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123" name="Rectangle 31">
              <a:extLst>
                <a:ext uri="{FF2B5EF4-FFF2-40B4-BE49-F238E27FC236}">
                  <a16:creationId xmlns:a16="http://schemas.microsoft.com/office/drawing/2014/main" id="{F693AF70-5D12-874C-A1FE-39895AB51D6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83022" y="2034797"/>
              <a:ext cx="86000" cy="752789"/>
            </a:xfrm>
            <a:prstGeom prst="rect">
              <a:avLst/>
            </a:prstGeom>
            <a:solidFill>
              <a:srgbClr val="FFFF0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124" name="Rectangle 32">
              <a:extLst>
                <a:ext uri="{FF2B5EF4-FFF2-40B4-BE49-F238E27FC236}">
                  <a16:creationId xmlns:a16="http://schemas.microsoft.com/office/drawing/2014/main" id="{8AF2AC6B-DBDA-9B44-8499-2FA57D21931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06778" y="2032876"/>
              <a:ext cx="85998" cy="752789"/>
            </a:xfrm>
            <a:prstGeom prst="rect">
              <a:avLst/>
            </a:prstGeom>
            <a:solidFill>
              <a:srgbClr val="000099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125" name="Rectangle 33">
              <a:extLst>
                <a:ext uri="{FF2B5EF4-FFF2-40B4-BE49-F238E27FC236}">
                  <a16:creationId xmlns:a16="http://schemas.microsoft.com/office/drawing/2014/main" id="{3C5EC589-0EEE-AA43-956D-7E1A6B8E7BE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28435" y="2032876"/>
              <a:ext cx="85998" cy="752789"/>
            </a:xfrm>
            <a:prstGeom prst="rect">
              <a:avLst/>
            </a:prstGeom>
            <a:solidFill>
              <a:srgbClr val="000099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126" name="Rectangle 34">
              <a:extLst>
                <a:ext uri="{FF2B5EF4-FFF2-40B4-BE49-F238E27FC236}">
                  <a16:creationId xmlns:a16="http://schemas.microsoft.com/office/drawing/2014/main" id="{00489FD8-0BA0-844E-AA41-BDE801D2E27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56384" y="2032876"/>
              <a:ext cx="86000" cy="752789"/>
            </a:xfrm>
            <a:prstGeom prst="rect">
              <a:avLst/>
            </a:prstGeom>
            <a:solidFill>
              <a:srgbClr val="000099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127" name="Rectangle 35">
              <a:extLst>
                <a:ext uri="{FF2B5EF4-FFF2-40B4-BE49-F238E27FC236}">
                  <a16:creationId xmlns:a16="http://schemas.microsoft.com/office/drawing/2014/main" id="{7CDE0EFB-7CC4-304D-AD89-8FC08C1FBD4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82236" y="2032876"/>
              <a:ext cx="86000" cy="752789"/>
            </a:xfrm>
            <a:prstGeom prst="rect">
              <a:avLst/>
            </a:prstGeom>
            <a:solidFill>
              <a:srgbClr val="000099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128" name="Rectangle 36">
              <a:extLst>
                <a:ext uri="{FF2B5EF4-FFF2-40B4-BE49-F238E27FC236}">
                  <a16:creationId xmlns:a16="http://schemas.microsoft.com/office/drawing/2014/main" id="{6EECC216-B56D-D043-93ED-F50164EF4E4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99698" y="2032876"/>
              <a:ext cx="86000" cy="752789"/>
            </a:xfrm>
            <a:prstGeom prst="rect">
              <a:avLst/>
            </a:prstGeom>
            <a:solidFill>
              <a:srgbClr val="000099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129" name="Rectangle 37">
              <a:extLst>
                <a:ext uri="{FF2B5EF4-FFF2-40B4-BE49-F238E27FC236}">
                  <a16:creationId xmlns:a16="http://schemas.microsoft.com/office/drawing/2014/main" id="{2DDF4004-027D-3448-8C19-8E608E21464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525550" y="2032876"/>
              <a:ext cx="86000" cy="752789"/>
            </a:xfrm>
            <a:prstGeom prst="rect">
              <a:avLst/>
            </a:prstGeom>
            <a:solidFill>
              <a:srgbClr val="000099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130" name="Rectangle 38">
              <a:extLst>
                <a:ext uri="{FF2B5EF4-FFF2-40B4-BE49-F238E27FC236}">
                  <a16:creationId xmlns:a16="http://schemas.microsoft.com/office/drawing/2014/main" id="{66B062CA-DE3B-DE43-ABC0-B0129B26792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53501" y="2034797"/>
              <a:ext cx="85998" cy="752789"/>
            </a:xfrm>
            <a:prstGeom prst="rect">
              <a:avLst/>
            </a:prstGeom>
            <a:solidFill>
              <a:srgbClr val="B2B2B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131" name="Rectangle 39">
              <a:extLst>
                <a:ext uri="{FF2B5EF4-FFF2-40B4-BE49-F238E27FC236}">
                  <a16:creationId xmlns:a16="http://schemas.microsoft.com/office/drawing/2014/main" id="{B8FF22AA-6251-9B4A-8B71-33B1C663B36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81450" y="2036716"/>
              <a:ext cx="86000" cy="752789"/>
            </a:xfrm>
            <a:prstGeom prst="rect">
              <a:avLst/>
            </a:prstGeom>
            <a:solidFill>
              <a:srgbClr val="B2B2B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132" name="Rectangle 40">
              <a:extLst>
                <a:ext uri="{FF2B5EF4-FFF2-40B4-BE49-F238E27FC236}">
                  <a16:creationId xmlns:a16="http://schemas.microsoft.com/office/drawing/2014/main" id="{FAB9104E-A760-C644-B315-33CD7DEB1CB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09400" y="2034797"/>
              <a:ext cx="85998" cy="752789"/>
            </a:xfrm>
            <a:prstGeom prst="rect">
              <a:avLst/>
            </a:prstGeom>
            <a:solidFill>
              <a:srgbClr val="B2B2B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133" name="Rectangle 41">
              <a:extLst>
                <a:ext uri="{FF2B5EF4-FFF2-40B4-BE49-F238E27FC236}">
                  <a16:creationId xmlns:a16="http://schemas.microsoft.com/office/drawing/2014/main" id="{84289F99-D270-C140-AA7A-F6C4AFA078E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39448" y="2034797"/>
              <a:ext cx="85998" cy="752789"/>
            </a:xfrm>
            <a:prstGeom prst="rect">
              <a:avLst/>
            </a:prstGeom>
            <a:solidFill>
              <a:srgbClr val="B2B2B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134" name="Rectangle 42">
              <a:extLst>
                <a:ext uri="{FF2B5EF4-FFF2-40B4-BE49-F238E27FC236}">
                  <a16:creationId xmlns:a16="http://schemas.microsoft.com/office/drawing/2014/main" id="{CDFBFB7B-6E55-9045-8777-DB8B3B13C3C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165300" y="2034797"/>
              <a:ext cx="85998" cy="752789"/>
            </a:xfrm>
            <a:prstGeom prst="rect">
              <a:avLst/>
            </a:prstGeom>
            <a:solidFill>
              <a:srgbClr val="B2B2B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137" name="Rectangle 43">
              <a:extLst>
                <a:ext uri="{FF2B5EF4-FFF2-40B4-BE49-F238E27FC236}">
                  <a16:creationId xmlns:a16="http://schemas.microsoft.com/office/drawing/2014/main" id="{AD3CDD9F-C7EC-964D-A02B-C8B9C75CCDA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91152" y="2034797"/>
              <a:ext cx="85998" cy="752789"/>
            </a:xfrm>
            <a:prstGeom prst="rect">
              <a:avLst/>
            </a:prstGeom>
            <a:solidFill>
              <a:srgbClr val="B2B2B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138" name="Rectangle 44">
              <a:extLst>
                <a:ext uri="{FF2B5EF4-FFF2-40B4-BE49-F238E27FC236}">
                  <a16:creationId xmlns:a16="http://schemas.microsoft.com/office/drawing/2014/main" id="{A68B931F-B222-6643-B4DE-15E3E8354B1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12809" y="2034797"/>
              <a:ext cx="85998" cy="752789"/>
            </a:xfrm>
            <a:prstGeom prst="rect">
              <a:avLst/>
            </a:prstGeom>
            <a:solidFill>
              <a:srgbClr val="B2B2B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163" name="Rectangle 45">
              <a:extLst>
                <a:ext uri="{FF2B5EF4-FFF2-40B4-BE49-F238E27FC236}">
                  <a16:creationId xmlns:a16="http://schemas.microsoft.com/office/drawing/2014/main" id="{7D3A9CBD-AC18-2744-9564-5C628A27F63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40759" y="2034797"/>
              <a:ext cx="86000" cy="752789"/>
            </a:xfrm>
            <a:prstGeom prst="rect">
              <a:avLst/>
            </a:prstGeom>
            <a:solidFill>
              <a:srgbClr val="B2B2B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164" name="Rectangle 46">
              <a:extLst>
                <a:ext uri="{FF2B5EF4-FFF2-40B4-BE49-F238E27FC236}">
                  <a16:creationId xmlns:a16="http://schemas.microsoft.com/office/drawing/2014/main" id="{7BD5CB89-7651-AC4B-B6A7-CB76771F955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666611" y="2034797"/>
              <a:ext cx="86000" cy="752789"/>
            </a:xfrm>
            <a:prstGeom prst="rect">
              <a:avLst/>
            </a:prstGeom>
            <a:gradFill rotWithShape="1">
              <a:gsLst>
                <a:gs pos="0">
                  <a:srgbClr val="B2B2B2"/>
                </a:gs>
                <a:gs pos="100000">
                  <a:srgbClr val="FFFFFF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166" name="Rectangle 48">
              <a:extLst>
                <a:ext uri="{FF2B5EF4-FFF2-40B4-BE49-F238E27FC236}">
                  <a16:creationId xmlns:a16="http://schemas.microsoft.com/office/drawing/2014/main" id="{22B83E8B-5347-B046-AB4A-F500B639B45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27488" y="1902290"/>
              <a:ext cx="4503412" cy="107541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173" name="Text Box 61">
              <a:extLst>
                <a:ext uri="{FF2B5EF4-FFF2-40B4-BE49-F238E27FC236}">
                  <a16:creationId xmlns:a16="http://schemas.microsoft.com/office/drawing/2014/main" id="{EC2166A2-B157-124D-AD95-CDDC7B2DDCB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220882" y="1648799"/>
              <a:ext cx="805454" cy="34374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charset="0"/>
                  <a:ea typeface="ＭＳ Ｐゴシック" charset="0"/>
                  <a:cs typeface="+mn-cs"/>
                </a:rPr>
                <a:t>cwnd</a:t>
              </a:r>
              <a:endParaRPr kumimoji="0" lang="en-US" sz="1400" b="1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charset="0"/>
                <a:ea typeface="ＭＳ Ｐゴシック" charset="0"/>
                <a:cs typeface="+mn-cs"/>
              </a:endParaRPr>
            </a:p>
          </p:txBody>
        </p:sp>
        <p:grpSp>
          <p:nvGrpSpPr>
            <p:cNvPr id="174" name="Group 62">
              <a:extLst>
                <a:ext uri="{FF2B5EF4-FFF2-40B4-BE49-F238E27FC236}">
                  <a16:creationId xmlns:a16="http://schemas.microsoft.com/office/drawing/2014/main" id="{A2ECB346-2348-1D42-A5A0-3073BBFAF723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022141" y="1750580"/>
              <a:ext cx="591506" cy="142108"/>
              <a:chOff x="4250" y="1692"/>
              <a:chExt cx="374" cy="86"/>
            </a:xfrm>
          </p:grpSpPr>
          <p:sp>
            <p:nvSpPr>
              <p:cNvPr id="175" name="Line 63">
                <a:extLst>
                  <a:ext uri="{FF2B5EF4-FFF2-40B4-BE49-F238E27FC236}">
                    <a16:creationId xmlns:a16="http://schemas.microsoft.com/office/drawing/2014/main" id="{D8AB4372-6622-194F-8B2C-95E11AB4BDB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250" y="1738"/>
                <a:ext cx="374" cy="0"/>
              </a:xfrm>
              <a:prstGeom prst="line">
                <a:avLst/>
              </a:prstGeom>
              <a:noFill/>
              <a:ln w="28575">
                <a:solidFill>
                  <a:srgbClr val="CC0000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endParaRPr>
              </a:p>
            </p:txBody>
          </p:sp>
          <p:sp>
            <p:nvSpPr>
              <p:cNvPr id="176" name="Line 64">
                <a:extLst>
                  <a:ext uri="{FF2B5EF4-FFF2-40B4-BE49-F238E27FC236}">
                    <a16:creationId xmlns:a16="http://schemas.microsoft.com/office/drawing/2014/main" id="{90113FC4-9E6C-1344-9A19-D18BED38D2E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621" y="1692"/>
                <a:ext cx="0" cy="86"/>
              </a:xfrm>
              <a:prstGeom prst="line">
                <a:avLst/>
              </a:prstGeom>
              <a:noFill/>
              <a:ln w="9525">
                <a:solidFill>
                  <a:srgbClr val="CC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endParaRPr>
              </a:p>
            </p:txBody>
          </p:sp>
        </p:grpSp>
        <p:grpSp>
          <p:nvGrpSpPr>
            <p:cNvPr id="177" name="Group 65">
              <a:extLst>
                <a:ext uri="{FF2B5EF4-FFF2-40B4-BE49-F238E27FC236}">
                  <a16:creationId xmlns:a16="http://schemas.microsoft.com/office/drawing/2014/main" id="{DA340DC1-A02D-8B4C-B20C-F58E960E37E4}"/>
                </a:ext>
              </a:extLst>
            </p:cNvPr>
            <p:cNvGrpSpPr>
              <a:grpSpLocks/>
            </p:cNvGrpSpPr>
            <p:nvPr/>
          </p:nvGrpSpPr>
          <p:grpSpPr bwMode="auto">
            <a:xfrm rot="10800000">
              <a:off x="2650352" y="1773625"/>
              <a:ext cx="616676" cy="149790"/>
              <a:chOff x="4250" y="1692"/>
              <a:chExt cx="374" cy="86"/>
            </a:xfrm>
          </p:grpSpPr>
          <p:sp>
            <p:nvSpPr>
              <p:cNvPr id="178" name="Line 66">
                <a:extLst>
                  <a:ext uri="{FF2B5EF4-FFF2-40B4-BE49-F238E27FC236}">
                    <a16:creationId xmlns:a16="http://schemas.microsoft.com/office/drawing/2014/main" id="{996A9ACA-B6A9-274C-AF8C-6FDF8BEA33F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260" y="1746"/>
                <a:ext cx="374" cy="0"/>
              </a:xfrm>
              <a:prstGeom prst="line">
                <a:avLst/>
              </a:prstGeom>
              <a:noFill/>
              <a:ln w="28575">
                <a:solidFill>
                  <a:srgbClr val="CC0000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endParaRPr>
              </a:p>
            </p:txBody>
          </p:sp>
          <p:sp>
            <p:nvSpPr>
              <p:cNvPr id="179" name="Line 67">
                <a:extLst>
                  <a:ext uri="{FF2B5EF4-FFF2-40B4-BE49-F238E27FC236}">
                    <a16:creationId xmlns:a16="http://schemas.microsoft.com/office/drawing/2014/main" id="{1CAF8AD6-4F2D-AF41-B54A-FA702FB44D1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632" y="1700"/>
                <a:ext cx="0" cy="86"/>
              </a:xfrm>
              <a:prstGeom prst="line">
                <a:avLst/>
              </a:prstGeom>
              <a:noFill/>
              <a:ln w="9525">
                <a:solidFill>
                  <a:srgbClr val="CC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endParaRPr>
              </a:p>
            </p:txBody>
          </p:sp>
        </p:grpSp>
        <p:sp>
          <p:nvSpPr>
            <p:cNvPr id="187" name="Text Box 78">
              <a:extLst>
                <a:ext uri="{FF2B5EF4-FFF2-40B4-BE49-F238E27FC236}">
                  <a16:creationId xmlns:a16="http://schemas.microsoft.com/office/drawing/2014/main" id="{084366A9-52AF-9848-912D-70AD364BF8C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289051" y="1292332"/>
              <a:ext cx="3220754" cy="36933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ea typeface="ＭＳ Ｐゴシック" charset="0"/>
                  <a:cs typeface="+mn-cs"/>
                </a:rPr>
                <a:t>sender sequence number space </a:t>
              </a:r>
            </a:p>
          </p:txBody>
        </p:sp>
      </p:grpSp>
      <p:sp>
        <p:nvSpPr>
          <p:cNvPr id="198" name="Line 51">
            <a:extLst>
              <a:ext uri="{FF2B5EF4-FFF2-40B4-BE49-F238E27FC236}">
                <a16:creationId xmlns:a16="http://schemas.microsoft.com/office/drawing/2014/main" id="{E6E4B0C6-1414-3D4F-93A5-CCA3CEEBB668}"/>
              </a:ext>
            </a:extLst>
          </p:cNvPr>
          <p:cNvSpPr>
            <a:spLocks noChangeShapeType="1"/>
          </p:cNvSpPr>
          <p:nvPr/>
        </p:nvSpPr>
        <p:spPr bwMode="auto">
          <a:xfrm>
            <a:off x="3908860" y="2875555"/>
            <a:ext cx="700041" cy="0"/>
          </a:xfrm>
          <a:prstGeom prst="line">
            <a:avLst/>
          </a:prstGeom>
          <a:noFill/>
          <a:ln w="28575">
            <a:solidFill>
              <a:srgbClr val="CC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charset="0"/>
              <a:ea typeface="ＭＳ Ｐゴシック" charset="0"/>
              <a:cs typeface="+mn-cs"/>
            </a:endParaRPr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BF77D345-5DCD-C84A-8957-E4F03648FFCF}"/>
              </a:ext>
            </a:extLst>
          </p:cNvPr>
          <p:cNvGrpSpPr/>
          <p:nvPr/>
        </p:nvGrpSpPr>
        <p:grpSpPr>
          <a:xfrm>
            <a:off x="4204169" y="2959619"/>
            <a:ext cx="1759165" cy="950582"/>
            <a:chOff x="4204169" y="2959619"/>
            <a:chExt cx="1759165" cy="950582"/>
          </a:xfrm>
        </p:grpSpPr>
        <p:sp>
          <p:nvSpPr>
            <p:cNvPr id="199" name="Freeform 69">
              <a:extLst>
                <a:ext uri="{FF2B5EF4-FFF2-40B4-BE49-F238E27FC236}">
                  <a16:creationId xmlns:a16="http://schemas.microsoft.com/office/drawing/2014/main" id="{59B379E2-D8BE-6243-B6FF-8D00B68FA2FC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4204169" y="2959619"/>
              <a:ext cx="190240" cy="549834"/>
            </a:xfrm>
            <a:custGeom>
              <a:avLst/>
              <a:gdLst>
                <a:gd name="T0" fmla="*/ 2147483647 w 91"/>
                <a:gd name="T1" fmla="*/ 0 h 242"/>
                <a:gd name="T2" fmla="*/ 2147483647 w 91"/>
                <a:gd name="T3" fmla="*/ 2147483647 h 242"/>
                <a:gd name="T4" fmla="*/ 0 w 91"/>
                <a:gd name="T5" fmla="*/ 2147483647 h 242"/>
                <a:gd name="T6" fmla="*/ 0 60000 65536"/>
                <a:gd name="T7" fmla="*/ 0 60000 65536"/>
                <a:gd name="T8" fmla="*/ 0 60000 65536"/>
                <a:gd name="connsiteX0" fmla="*/ 9412 w 9670"/>
                <a:gd name="connsiteY0" fmla="*/ 0 h 9938"/>
                <a:gd name="connsiteX1" fmla="*/ 9670 w 9670"/>
                <a:gd name="connsiteY1" fmla="*/ 9938 h 9938"/>
                <a:gd name="connsiteX2" fmla="*/ 0 w 9670"/>
                <a:gd name="connsiteY2" fmla="*/ 9938 h 99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9670" h="9938">
                  <a:moveTo>
                    <a:pt x="9412" y="0"/>
                  </a:moveTo>
                  <a:lnTo>
                    <a:pt x="9670" y="9938"/>
                  </a:lnTo>
                  <a:lnTo>
                    <a:pt x="0" y="9938"/>
                  </a:lnTo>
                </a:path>
              </a:pathLst>
            </a:custGeom>
            <a:noFill/>
            <a:ln w="19050" cmpd="sng">
              <a:solidFill>
                <a:srgbClr val="CC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200" name="Text Box 59">
              <a:extLst>
                <a:ext uri="{FF2B5EF4-FFF2-40B4-BE49-F238E27FC236}">
                  <a16:creationId xmlns:a16="http://schemas.microsoft.com/office/drawing/2014/main" id="{D18ACC8C-E30F-2B43-A012-02A119CFD50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359485" y="3319270"/>
              <a:ext cx="1603849" cy="5909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ea typeface="ＭＳ Ｐゴシック" charset="0"/>
                  <a:cs typeface="+mn-cs"/>
                </a:rPr>
                <a:t>available but not used</a:t>
              </a:r>
            </a:p>
          </p:txBody>
        </p:sp>
      </p:grpSp>
      <p:grpSp>
        <p:nvGrpSpPr>
          <p:cNvPr id="22" name="Group 21">
            <a:extLst>
              <a:ext uri="{FF2B5EF4-FFF2-40B4-BE49-F238E27FC236}">
                <a16:creationId xmlns:a16="http://schemas.microsoft.com/office/drawing/2014/main" id="{9DAB0D8A-F035-A446-BFCD-CB14C1FE358B}"/>
              </a:ext>
            </a:extLst>
          </p:cNvPr>
          <p:cNvGrpSpPr/>
          <p:nvPr/>
        </p:nvGrpSpPr>
        <p:grpSpPr>
          <a:xfrm>
            <a:off x="7180262" y="1455737"/>
            <a:ext cx="4592627" cy="2538364"/>
            <a:chOff x="7180262" y="1455737"/>
            <a:chExt cx="4592627" cy="2538364"/>
          </a:xfrm>
        </p:grpSpPr>
        <p:sp>
          <p:nvSpPr>
            <p:cNvPr id="103" name="Rectangle 4">
              <a:extLst>
                <a:ext uri="{FF2B5EF4-FFF2-40B4-BE49-F238E27FC236}">
                  <a16:creationId xmlns:a16="http://schemas.microsoft.com/office/drawing/2014/main" id="{3906FFA2-1D5C-7540-9050-9ADF1284029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180262" y="1455737"/>
              <a:ext cx="4592627" cy="244792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  <a:ext uri="{FAA26D3D-D897-4be2-8F04-BA451C77F1D7}">
                <ma14:placeholderFlag xmlns:ma14="http://schemas.microsoft.com/office/mac/drawingml/2011/main" xmlns="" val="1"/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lvl1pPr marL="284163" indent="-284163" algn="l" rtl="0" eaLnBrk="0" fontAlgn="base" hangingPunct="0">
                <a:lnSpc>
                  <a:spcPct val="85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99"/>
                </a:buClr>
                <a:buSzPct val="100000"/>
                <a:buFont typeface="Wingdings" pitchFamily="2" charset="2"/>
                <a:buChar char="§"/>
                <a:defRPr sz="2800">
                  <a:solidFill>
                    <a:schemeClr val="tx1"/>
                  </a:solidFill>
                  <a:latin typeface="+mn-lt"/>
                  <a:ea typeface="ＭＳ Ｐゴシック" charset="0"/>
                  <a:cs typeface="ＭＳ Ｐゴシック" charset="0"/>
                </a:defRPr>
              </a:lvl1pPr>
              <a:lvl2pPr marL="687388" indent="-230188" algn="l" rtl="0" eaLnBrk="0" fontAlgn="base" hangingPunct="0">
                <a:lnSpc>
                  <a:spcPct val="85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99"/>
                </a:buClr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+mn-lt"/>
                  <a:ea typeface="ＭＳ Ｐゴシック" charset="0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+mn-lt"/>
                  <a:ea typeface="ＭＳ Ｐゴシック" charset="0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1800">
                  <a:solidFill>
                    <a:schemeClr val="tx1"/>
                  </a:solidFill>
                  <a:latin typeface="Times New Roman" pitchFamily="-109" charset="0"/>
                  <a:ea typeface="ＭＳ Ｐゴシック" charset="0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800">
                  <a:solidFill>
                    <a:schemeClr val="tx1"/>
                  </a:solidFill>
                  <a:latin typeface="Times New Roman" pitchFamily="-109" charset="0"/>
                  <a:ea typeface="ＭＳ Ｐゴシック" charset="0"/>
                </a:defRPr>
              </a:lvl5pPr>
              <a:lvl6pPr marL="25146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800">
                  <a:solidFill>
                    <a:schemeClr val="tx1"/>
                  </a:solidFill>
                  <a:latin typeface="Times New Roman" pitchFamily="-109" charset="0"/>
                </a:defRPr>
              </a:lvl6pPr>
              <a:lvl7pPr marL="29718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800">
                  <a:solidFill>
                    <a:schemeClr val="tx1"/>
                  </a:solidFill>
                  <a:latin typeface="Times New Roman" pitchFamily="-109" charset="0"/>
                </a:defRPr>
              </a:lvl7pPr>
              <a:lvl8pPr marL="3429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800">
                  <a:solidFill>
                    <a:schemeClr val="tx1"/>
                  </a:solidFill>
                  <a:latin typeface="Times New Roman" pitchFamily="-109" charset="0"/>
                </a:defRPr>
              </a:lvl8pPr>
              <a:lvl9pPr marL="3886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800">
                  <a:solidFill>
                    <a:schemeClr val="tx1"/>
                  </a:solidFill>
                  <a:latin typeface="Times New Roman" pitchFamily="-109" charset="0"/>
                </a:defRPr>
              </a:lvl9pPr>
            </a:lstStyle>
            <a:p>
              <a:pPr marL="284163" marR="0" lvl="0" indent="-284163" algn="l" defTabSz="914400" rtl="0" eaLnBrk="0" fontAlgn="base" latinLnBrk="0" hangingPunct="0">
                <a:lnSpc>
                  <a:spcPct val="85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99"/>
                </a:buClr>
                <a:buSzPct val="100000"/>
                <a:buFont typeface="Wingdings" charset="0"/>
                <a:buNone/>
                <a:tabLst/>
                <a:defRPr/>
              </a:pPr>
              <a:r>
                <a:rPr kumimoji="0" lang="en-US" sz="2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ea typeface="ＭＳ Ｐゴシック" charset="0"/>
                  <a:cs typeface="+mn-cs"/>
                </a:rPr>
                <a:t>TCP sending behavior:</a:t>
              </a:r>
            </a:p>
            <a:p>
              <a:pPr marL="284163" marR="0" lvl="0" indent="-284163" algn="l" defTabSz="914400" rtl="0" eaLnBrk="0" fontAlgn="base" latinLnBrk="0" hangingPunct="0">
                <a:lnSpc>
                  <a:spcPct val="85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99"/>
                </a:buClr>
                <a:buSzPct val="100000"/>
                <a:buFont typeface="Wingdings" charset="2"/>
                <a:buChar char="§"/>
                <a:tabLst/>
                <a:defRPr/>
              </a:pPr>
              <a:r>
                <a:rPr kumimoji="0" lang="en-US" sz="2800" b="0" i="1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ea typeface="ＭＳ Ｐゴシック" charset="0"/>
                  <a:cs typeface="+mn-cs"/>
                </a:rPr>
                <a:t>roughly:</a:t>
              </a:r>
              <a:r>
                <a:rPr kumimoji="0" lang="en-US" sz="2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ea typeface="ＭＳ Ｐゴシック" charset="0"/>
                  <a:cs typeface="+mn-cs"/>
                </a:rPr>
                <a:t> send </a:t>
              </a:r>
              <a:r>
                <a:rPr kumimoji="0" lang="en-US" sz="2800" b="0" i="0" u="none" strike="noStrike" kern="0" cap="none" spc="0" normalizeH="0" baseline="0" noProof="0" dirty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" pitchFamily="2" charset="0"/>
                  <a:ea typeface="ＭＳ Ｐゴシック" charset="0"/>
                  <a:cs typeface="+mn-cs"/>
                </a:rPr>
                <a:t>cwnd</a:t>
              </a:r>
              <a:r>
                <a:rPr kumimoji="0" lang="en-US" sz="2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ea typeface="ＭＳ Ｐゴシック" charset="0"/>
                  <a:cs typeface="+mn-cs"/>
                </a:rPr>
                <a:t> bytes, wait RTT for ACKS, then send more bytes</a:t>
              </a:r>
            </a:p>
          </p:txBody>
        </p:sp>
        <p:grpSp>
          <p:nvGrpSpPr>
            <p:cNvPr id="20" name="Group 19">
              <a:extLst>
                <a:ext uri="{FF2B5EF4-FFF2-40B4-BE49-F238E27FC236}">
                  <a16:creationId xmlns:a16="http://schemas.microsoft.com/office/drawing/2014/main" id="{57FB518A-5432-5D44-890D-C8AC56EDFDD2}"/>
                </a:ext>
              </a:extLst>
            </p:cNvPr>
            <p:cNvGrpSpPr/>
            <p:nvPr/>
          </p:nvGrpSpPr>
          <p:grpSpPr>
            <a:xfrm>
              <a:off x="7513131" y="3110983"/>
              <a:ext cx="3751561" cy="883118"/>
              <a:chOff x="6839655" y="3035314"/>
              <a:chExt cx="3751561" cy="883118"/>
            </a:xfrm>
          </p:grpSpPr>
          <p:sp>
            <p:nvSpPr>
              <p:cNvPr id="19" name="Rectangle 18">
                <a:extLst>
                  <a:ext uri="{FF2B5EF4-FFF2-40B4-BE49-F238E27FC236}">
                    <a16:creationId xmlns:a16="http://schemas.microsoft.com/office/drawing/2014/main" id="{C803E68F-787C-134C-96B7-EA9979048F4F}"/>
                  </a:ext>
                </a:extLst>
              </p:cNvPr>
              <p:cNvSpPr/>
              <p:nvPr/>
            </p:nvSpPr>
            <p:spPr>
              <a:xfrm>
                <a:off x="6839655" y="3035314"/>
                <a:ext cx="3751561" cy="883118"/>
              </a:xfrm>
              <a:prstGeom prst="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grpSp>
            <p:nvGrpSpPr>
              <p:cNvPr id="18" name="Group 17">
                <a:extLst>
                  <a:ext uri="{FF2B5EF4-FFF2-40B4-BE49-F238E27FC236}">
                    <a16:creationId xmlns:a16="http://schemas.microsoft.com/office/drawing/2014/main" id="{C32ED096-06AB-7A4D-A7B5-17961E51AD24}"/>
                  </a:ext>
                </a:extLst>
              </p:cNvPr>
              <p:cNvGrpSpPr/>
              <p:nvPr/>
            </p:nvGrpSpPr>
            <p:grpSpPr>
              <a:xfrm>
                <a:off x="6869571" y="3107218"/>
                <a:ext cx="3634909" cy="811214"/>
                <a:chOff x="6694950" y="3614743"/>
                <a:chExt cx="3634909" cy="811214"/>
              </a:xfrm>
            </p:grpSpPr>
            <p:sp>
              <p:nvSpPr>
                <p:cNvPr id="188" name="Text Box 79">
                  <a:extLst>
                    <a:ext uri="{FF2B5EF4-FFF2-40B4-BE49-F238E27FC236}">
                      <a16:creationId xmlns:a16="http://schemas.microsoft.com/office/drawing/2014/main" id="{15B5BFBD-DF38-5B40-87E5-F81F37DAA736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6694950" y="3723809"/>
                  <a:ext cx="1390637" cy="523220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 xmlns="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xmlns="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 sz="1600">
                      <a:solidFill>
                        <a:schemeClr val="tx1"/>
                      </a:solidFill>
                      <a:latin typeface="Tahoma" charset="0"/>
                      <a:ea typeface="ＭＳ Ｐゴシック" charset="0"/>
                    </a:defRPr>
                  </a:lvl1pPr>
                  <a:lvl2pPr marL="742950" indent="-285750">
                    <a:defRPr sz="1600">
                      <a:solidFill>
                        <a:schemeClr val="tx1"/>
                      </a:solidFill>
                      <a:latin typeface="Tahoma" charset="0"/>
                      <a:ea typeface="ＭＳ Ｐゴシック" charset="0"/>
                    </a:defRPr>
                  </a:lvl2pPr>
                  <a:lvl3pPr marL="1143000" indent="-228600">
                    <a:defRPr sz="1600">
                      <a:solidFill>
                        <a:schemeClr val="tx1"/>
                      </a:solidFill>
                      <a:latin typeface="Tahoma" charset="0"/>
                      <a:ea typeface="ＭＳ Ｐゴシック" charset="0"/>
                    </a:defRPr>
                  </a:lvl3pPr>
                  <a:lvl4pPr marL="1600200" indent="-228600">
                    <a:defRPr sz="1600">
                      <a:solidFill>
                        <a:schemeClr val="tx1"/>
                      </a:solidFill>
                      <a:latin typeface="Tahoma" charset="0"/>
                      <a:ea typeface="ＭＳ Ｐゴシック" charset="0"/>
                    </a:defRPr>
                  </a:lvl4pPr>
                  <a:lvl5pPr marL="2057400" indent="-228600">
                    <a:defRPr sz="1600">
                      <a:solidFill>
                        <a:schemeClr val="tx1"/>
                      </a:solidFill>
                      <a:latin typeface="Tahoma" charset="0"/>
                      <a:ea typeface="ＭＳ Ｐゴシック" charset="0"/>
                    </a:defRPr>
                  </a:lvl5pPr>
                  <a:lvl6pPr marL="25146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Tahoma" charset="0"/>
                      <a:ea typeface="ＭＳ Ｐゴシック" charset="0"/>
                    </a:defRPr>
                  </a:lvl6pPr>
                  <a:lvl7pPr marL="29718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Tahoma" charset="0"/>
                      <a:ea typeface="ＭＳ Ｐゴシック" charset="0"/>
                    </a:defRPr>
                  </a:lvl7pPr>
                  <a:lvl8pPr marL="34290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Tahoma" charset="0"/>
                      <a:ea typeface="ＭＳ Ｐゴシック" charset="0"/>
                    </a:defRPr>
                  </a:lvl8pPr>
                  <a:lvl9pPr marL="38862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Tahoma" charset="0"/>
                      <a:ea typeface="ＭＳ Ｐゴシック" charset="0"/>
                    </a:defRPr>
                  </a:lvl9pPr>
                </a:lstStyle>
                <a:p>
                  <a:pPr marL="0" marR="0" lvl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2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Calibri" panose="020F0502020204030204"/>
                      <a:ea typeface="ＭＳ Ｐゴシック" charset="0"/>
                      <a:cs typeface="+mn-cs"/>
                    </a:rPr>
                    <a:t>TCP rate</a:t>
                  </a:r>
                  <a:endParaRPr kumimoji="0" lang="en-US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ＭＳ Ｐゴシック" charset="0"/>
                    <a:cs typeface="+mn-cs"/>
                  </a:endParaRPr>
                </a:p>
              </p:txBody>
            </p:sp>
            <p:grpSp>
              <p:nvGrpSpPr>
                <p:cNvPr id="189" name="Group 82">
                  <a:extLst>
                    <a:ext uri="{FF2B5EF4-FFF2-40B4-BE49-F238E27FC236}">
                      <a16:creationId xmlns:a16="http://schemas.microsoft.com/office/drawing/2014/main" id="{0CAF5E9A-5B2C-B84F-AC89-1EFE7DC4B6AF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7748588" y="3776663"/>
                  <a:ext cx="931863" cy="441325"/>
                  <a:chOff x="4214" y="2517"/>
                  <a:chExt cx="587" cy="278"/>
                </a:xfrm>
              </p:grpSpPr>
              <p:sp>
                <p:nvSpPr>
                  <p:cNvPr id="190" name="Text Box 80">
                    <a:extLst>
                      <a:ext uri="{FF2B5EF4-FFF2-40B4-BE49-F238E27FC236}">
                        <a16:creationId xmlns:a16="http://schemas.microsoft.com/office/drawing/2014/main" id="{36C86FAE-252E-5441-8D9C-64BC30C08F21}"/>
                      </a:ext>
                    </a:extLst>
                  </p:cNvPr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4216" y="2517"/>
                    <a:ext cx="585" cy="231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  <a:extLst>
                    <a:ext uri="{909E8E84-426E-40dd-AFC4-6F175D3DCCD1}">
                      <a14:hiddenFill xmlns:a14="http://schemas.microsoft.com/office/drawing/2010/main" xmlns="">
                        <a:solidFill>
                          <a:schemeClr val="accent1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xmlns=""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 xmlns="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>
                    <a:spAutoFit/>
                  </a:bodyPr>
                  <a:lstStyle>
                    <a:lvl1pPr>
                      <a:defRPr sz="1600">
                        <a:solidFill>
                          <a:schemeClr val="tx1"/>
                        </a:solidFill>
                        <a:latin typeface="Tahoma" charset="0"/>
                        <a:ea typeface="ＭＳ Ｐゴシック" charset="0"/>
                      </a:defRPr>
                    </a:lvl1pPr>
                    <a:lvl2pPr marL="742950" indent="-285750">
                      <a:defRPr sz="1600">
                        <a:solidFill>
                          <a:schemeClr val="tx1"/>
                        </a:solidFill>
                        <a:latin typeface="Tahoma" charset="0"/>
                        <a:ea typeface="ＭＳ Ｐゴシック" charset="0"/>
                      </a:defRPr>
                    </a:lvl2pPr>
                    <a:lvl3pPr marL="1143000" indent="-228600">
                      <a:defRPr sz="1600">
                        <a:solidFill>
                          <a:schemeClr val="tx1"/>
                        </a:solidFill>
                        <a:latin typeface="Tahoma" charset="0"/>
                        <a:ea typeface="ＭＳ Ｐゴシック" charset="0"/>
                      </a:defRPr>
                    </a:lvl3pPr>
                    <a:lvl4pPr marL="1600200" indent="-228600">
                      <a:defRPr sz="1600">
                        <a:solidFill>
                          <a:schemeClr val="tx1"/>
                        </a:solidFill>
                        <a:latin typeface="Tahoma" charset="0"/>
                        <a:ea typeface="ＭＳ Ｐゴシック" charset="0"/>
                      </a:defRPr>
                    </a:lvl4pPr>
                    <a:lvl5pPr marL="2057400" indent="-228600">
                      <a:defRPr sz="1600">
                        <a:solidFill>
                          <a:schemeClr val="tx1"/>
                        </a:solidFill>
                        <a:latin typeface="Tahoma" charset="0"/>
                        <a:ea typeface="ＭＳ Ｐゴシック" charset="0"/>
                      </a:defRPr>
                    </a:lvl5pPr>
                    <a:lvl6pPr marL="25146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1600">
                        <a:solidFill>
                          <a:schemeClr val="tx1"/>
                        </a:solidFill>
                        <a:latin typeface="Tahoma" charset="0"/>
                        <a:ea typeface="ＭＳ Ｐゴシック" charset="0"/>
                      </a:defRPr>
                    </a:lvl6pPr>
                    <a:lvl7pPr marL="29718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1600">
                        <a:solidFill>
                          <a:schemeClr val="tx1"/>
                        </a:solidFill>
                        <a:latin typeface="Tahoma" charset="0"/>
                        <a:ea typeface="ＭＳ Ｐゴシック" charset="0"/>
                      </a:defRPr>
                    </a:lvl7pPr>
                    <a:lvl8pPr marL="34290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1600">
                        <a:solidFill>
                          <a:schemeClr val="tx1"/>
                        </a:solidFill>
                        <a:latin typeface="Tahoma" charset="0"/>
                        <a:ea typeface="ＭＳ Ｐゴシック" charset="0"/>
                      </a:defRPr>
                    </a:lvl8pPr>
                    <a:lvl9pPr marL="38862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1600">
                        <a:solidFill>
                          <a:schemeClr val="tx1"/>
                        </a:solidFill>
                        <a:latin typeface="Tahoma" charset="0"/>
                        <a:ea typeface="ＭＳ Ｐゴシック" charset="0"/>
                      </a:defRPr>
                    </a:lvl9pPr>
                  </a:lstStyle>
                  <a:p>
                    <a:pPr marL="0" marR="0" lvl="0" indent="0" algn="ctr" defTabSz="914400" rtl="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r>
                      <a:rPr kumimoji="0" lang="en-US" sz="1800" b="0" i="0" u="none" strike="noStrike" kern="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Tahoma" charset="0"/>
                        <a:ea typeface="ＭＳ Ｐゴシック" charset="0"/>
                        <a:cs typeface="+mn-cs"/>
                      </a:rPr>
                      <a:t>~</a:t>
                    </a:r>
                  </a:p>
                </p:txBody>
              </p:sp>
              <p:sp>
                <p:nvSpPr>
                  <p:cNvPr id="191" name="Text Box 81">
                    <a:extLst>
                      <a:ext uri="{FF2B5EF4-FFF2-40B4-BE49-F238E27FC236}">
                        <a16:creationId xmlns:a16="http://schemas.microsoft.com/office/drawing/2014/main" id="{CFDD21D8-7DD6-9E4E-82CD-89F60D95E895}"/>
                      </a:ext>
                    </a:extLst>
                  </p:cNvPr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4214" y="2564"/>
                    <a:ext cx="585" cy="231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  <a:extLst>
                    <a:ext uri="{909E8E84-426E-40dd-AFC4-6F175D3DCCD1}">
                      <a14:hiddenFill xmlns:a14="http://schemas.microsoft.com/office/drawing/2010/main" xmlns="">
                        <a:solidFill>
                          <a:schemeClr val="accent1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xmlns=""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 xmlns="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>
                    <a:spAutoFit/>
                  </a:bodyPr>
                  <a:lstStyle>
                    <a:lvl1pPr>
                      <a:defRPr sz="1600">
                        <a:solidFill>
                          <a:schemeClr val="tx1"/>
                        </a:solidFill>
                        <a:latin typeface="Tahoma" charset="0"/>
                        <a:ea typeface="ＭＳ Ｐゴシック" charset="0"/>
                      </a:defRPr>
                    </a:lvl1pPr>
                    <a:lvl2pPr marL="742950" indent="-285750">
                      <a:defRPr sz="1600">
                        <a:solidFill>
                          <a:schemeClr val="tx1"/>
                        </a:solidFill>
                        <a:latin typeface="Tahoma" charset="0"/>
                        <a:ea typeface="ＭＳ Ｐゴシック" charset="0"/>
                      </a:defRPr>
                    </a:lvl2pPr>
                    <a:lvl3pPr marL="1143000" indent="-228600">
                      <a:defRPr sz="1600">
                        <a:solidFill>
                          <a:schemeClr val="tx1"/>
                        </a:solidFill>
                        <a:latin typeface="Tahoma" charset="0"/>
                        <a:ea typeface="ＭＳ Ｐゴシック" charset="0"/>
                      </a:defRPr>
                    </a:lvl3pPr>
                    <a:lvl4pPr marL="1600200" indent="-228600">
                      <a:defRPr sz="1600">
                        <a:solidFill>
                          <a:schemeClr val="tx1"/>
                        </a:solidFill>
                        <a:latin typeface="Tahoma" charset="0"/>
                        <a:ea typeface="ＭＳ Ｐゴシック" charset="0"/>
                      </a:defRPr>
                    </a:lvl4pPr>
                    <a:lvl5pPr marL="2057400" indent="-228600">
                      <a:defRPr sz="1600">
                        <a:solidFill>
                          <a:schemeClr val="tx1"/>
                        </a:solidFill>
                        <a:latin typeface="Tahoma" charset="0"/>
                        <a:ea typeface="ＭＳ Ｐゴシック" charset="0"/>
                      </a:defRPr>
                    </a:lvl5pPr>
                    <a:lvl6pPr marL="25146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1600">
                        <a:solidFill>
                          <a:schemeClr val="tx1"/>
                        </a:solidFill>
                        <a:latin typeface="Tahoma" charset="0"/>
                        <a:ea typeface="ＭＳ Ｐゴシック" charset="0"/>
                      </a:defRPr>
                    </a:lvl6pPr>
                    <a:lvl7pPr marL="29718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1600">
                        <a:solidFill>
                          <a:schemeClr val="tx1"/>
                        </a:solidFill>
                        <a:latin typeface="Tahoma" charset="0"/>
                        <a:ea typeface="ＭＳ Ｐゴシック" charset="0"/>
                      </a:defRPr>
                    </a:lvl7pPr>
                    <a:lvl8pPr marL="34290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1600">
                        <a:solidFill>
                          <a:schemeClr val="tx1"/>
                        </a:solidFill>
                        <a:latin typeface="Tahoma" charset="0"/>
                        <a:ea typeface="ＭＳ Ｐゴシック" charset="0"/>
                      </a:defRPr>
                    </a:lvl8pPr>
                    <a:lvl9pPr marL="38862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1600">
                        <a:solidFill>
                          <a:schemeClr val="tx1"/>
                        </a:solidFill>
                        <a:latin typeface="Tahoma" charset="0"/>
                        <a:ea typeface="ＭＳ Ｐゴシック" charset="0"/>
                      </a:defRPr>
                    </a:lvl9pPr>
                  </a:lstStyle>
                  <a:p>
                    <a:pPr marL="0" marR="0" lvl="0" indent="0" algn="ctr" defTabSz="914400" rtl="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r>
                      <a:rPr kumimoji="0" lang="en-US" sz="1800" b="0" i="0" u="none" strike="noStrike" kern="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Tahoma" charset="0"/>
                        <a:ea typeface="ＭＳ Ｐゴシック" charset="0"/>
                        <a:cs typeface="+mn-cs"/>
                      </a:rPr>
                      <a:t>~</a:t>
                    </a:r>
                  </a:p>
                </p:txBody>
              </p:sp>
            </p:grpSp>
            <p:grpSp>
              <p:nvGrpSpPr>
                <p:cNvPr id="192" name="Group 86">
                  <a:extLst>
                    <a:ext uri="{FF2B5EF4-FFF2-40B4-BE49-F238E27FC236}">
                      <a16:creationId xmlns:a16="http://schemas.microsoft.com/office/drawing/2014/main" id="{A6A8A6BC-4690-FD46-A7A2-F81368063A97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8320082" y="3614743"/>
                  <a:ext cx="922336" cy="811214"/>
                  <a:chOff x="4335" y="2509"/>
                  <a:chExt cx="581" cy="511"/>
                </a:xfrm>
              </p:grpSpPr>
              <p:sp>
                <p:nvSpPr>
                  <p:cNvPr id="193" name="Text Box 83">
                    <a:extLst>
                      <a:ext uri="{FF2B5EF4-FFF2-40B4-BE49-F238E27FC236}">
                        <a16:creationId xmlns:a16="http://schemas.microsoft.com/office/drawing/2014/main" id="{2EABE0BC-E93A-7840-BC78-8917BD66E877}"/>
                      </a:ext>
                    </a:extLst>
                  </p:cNvPr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4335" y="2509"/>
                    <a:ext cx="581" cy="291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  <a:extLst>
                    <a:ext uri="{909E8E84-426E-40dd-AFC4-6F175D3DCCD1}">
                      <a14:hiddenFill xmlns:a14="http://schemas.microsoft.com/office/drawing/2010/main" xmlns="">
                        <a:solidFill>
                          <a:schemeClr val="accent1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xmlns=""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 xmlns="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 wrap="none">
                    <a:spAutoFit/>
                  </a:bodyPr>
                  <a:lstStyle>
                    <a:lvl1pPr>
                      <a:defRPr sz="1600">
                        <a:solidFill>
                          <a:schemeClr val="tx1"/>
                        </a:solidFill>
                        <a:latin typeface="Tahoma" charset="0"/>
                        <a:ea typeface="ＭＳ Ｐゴシック" charset="0"/>
                      </a:defRPr>
                    </a:lvl1pPr>
                    <a:lvl2pPr marL="742950" indent="-285750">
                      <a:defRPr sz="1600">
                        <a:solidFill>
                          <a:schemeClr val="tx1"/>
                        </a:solidFill>
                        <a:latin typeface="Tahoma" charset="0"/>
                        <a:ea typeface="ＭＳ Ｐゴシック" charset="0"/>
                      </a:defRPr>
                    </a:lvl2pPr>
                    <a:lvl3pPr marL="1143000" indent="-228600">
                      <a:defRPr sz="1600">
                        <a:solidFill>
                          <a:schemeClr val="tx1"/>
                        </a:solidFill>
                        <a:latin typeface="Tahoma" charset="0"/>
                        <a:ea typeface="ＭＳ Ｐゴシック" charset="0"/>
                      </a:defRPr>
                    </a:lvl3pPr>
                    <a:lvl4pPr marL="1600200" indent="-228600">
                      <a:defRPr sz="1600">
                        <a:solidFill>
                          <a:schemeClr val="tx1"/>
                        </a:solidFill>
                        <a:latin typeface="Tahoma" charset="0"/>
                        <a:ea typeface="ＭＳ Ｐゴシック" charset="0"/>
                      </a:defRPr>
                    </a:lvl4pPr>
                    <a:lvl5pPr marL="2057400" indent="-228600">
                      <a:defRPr sz="1600">
                        <a:solidFill>
                          <a:schemeClr val="tx1"/>
                        </a:solidFill>
                        <a:latin typeface="Tahoma" charset="0"/>
                        <a:ea typeface="ＭＳ Ｐゴシック" charset="0"/>
                      </a:defRPr>
                    </a:lvl5pPr>
                    <a:lvl6pPr marL="25146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1600">
                        <a:solidFill>
                          <a:schemeClr val="tx1"/>
                        </a:solidFill>
                        <a:latin typeface="Tahoma" charset="0"/>
                        <a:ea typeface="ＭＳ Ｐゴシック" charset="0"/>
                      </a:defRPr>
                    </a:lvl6pPr>
                    <a:lvl7pPr marL="29718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1600">
                        <a:solidFill>
                          <a:schemeClr val="tx1"/>
                        </a:solidFill>
                        <a:latin typeface="Tahoma" charset="0"/>
                        <a:ea typeface="ＭＳ Ｐゴシック" charset="0"/>
                      </a:defRPr>
                    </a:lvl7pPr>
                    <a:lvl8pPr marL="34290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1600">
                        <a:solidFill>
                          <a:schemeClr val="tx1"/>
                        </a:solidFill>
                        <a:latin typeface="Tahoma" charset="0"/>
                        <a:ea typeface="ＭＳ Ｐゴシック" charset="0"/>
                      </a:defRPr>
                    </a:lvl8pPr>
                    <a:lvl9pPr marL="38862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1600">
                        <a:solidFill>
                          <a:schemeClr val="tx1"/>
                        </a:solidFill>
                        <a:latin typeface="Tahoma" charset="0"/>
                        <a:ea typeface="ＭＳ Ｐゴシック" charset="0"/>
                      </a:defRPr>
                    </a:lvl9pPr>
                  </a:lstStyle>
                  <a:p>
                    <a:pPr marL="0" marR="0" lvl="0" indent="0" algn="ctr" defTabSz="914400" rtl="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r>
                      <a:rPr kumimoji="0" lang="en-US" sz="2400" b="0" i="0" u="none" strike="noStrike" kern="0" cap="none" spc="0" normalizeH="0" baseline="0" noProof="0" dirty="0" err="1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ourier" pitchFamily="2" charset="0"/>
                        <a:ea typeface="ＭＳ Ｐゴシック" charset="0"/>
                        <a:cs typeface="+mn-cs"/>
                      </a:rPr>
                      <a:t>cwnd</a:t>
                    </a:r>
                    <a:endParaRPr kumimoji="0" lang="en-US" sz="24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Courier" pitchFamily="2" charset="0"/>
                      <a:ea typeface="ＭＳ Ｐゴシック" charset="0"/>
                      <a:cs typeface="+mn-cs"/>
                    </a:endParaRPr>
                  </a:p>
                </p:txBody>
              </p:sp>
              <p:sp>
                <p:nvSpPr>
                  <p:cNvPr id="194" name="Text Box 84">
                    <a:extLst>
                      <a:ext uri="{FF2B5EF4-FFF2-40B4-BE49-F238E27FC236}">
                        <a16:creationId xmlns:a16="http://schemas.microsoft.com/office/drawing/2014/main" id="{FC380433-330D-4342-82B3-E71BEB72AF06}"/>
                      </a:ext>
                    </a:extLst>
                  </p:cNvPr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4398" y="2729"/>
                    <a:ext cx="463" cy="291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  <a:extLst>
                    <a:ext uri="{909E8E84-426E-40dd-AFC4-6F175D3DCCD1}">
                      <a14:hiddenFill xmlns:a14="http://schemas.microsoft.com/office/drawing/2010/main" xmlns="">
                        <a:solidFill>
                          <a:schemeClr val="accent1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xmlns=""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 xmlns="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 wrap="none">
                    <a:spAutoFit/>
                  </a:bodyPr>
                  <a:lstStyle>
                    <a:lvl1pPr>
                      <a:defRPr sz="1600">
                        <a:solidFill>
                          <a:schemeClr val="tx1"/>
                        </a:solidFill>
                        <a:latin typeface="Tahoma" charset="0"/>
                        <a:ea typeface="ＭＳ Ｐゴシック" charset="0"/>
                      </a:defRPr>
                    </a:lvl1pPr>
                    <a:lvl2pPr marL="742950" indent="-285750">
                      <a:defRPr sz="1600">
                        <a:solidFill>
                          <a:schemeClr val="tx1"/>
                        </a:solidFill>
                        <a:latin typeface="Tahoma" charset="0"/>
                        <a:ea typeface="ＭＳ Ｐゴシック" charset="0"/>
                      </a:defRPr>
                    </a:lvl2pPr>
                    <a:lvl3pPr marL="1143000" indent="-228600">
                      <a:defRPr sz="1600">
                        <a:solidFill>
                          <a:schemeClr val="tx1"/>
                        </a:solidFill>
                        <a:latin typeface="Tahoma" charset="0"/>
                        <a:ea typeface="ＭＳ Ｐゴシック" charset="0"/>
                      </a:defRPr>
                    </a:lvl3pPr>
                    <a:lvl4pPr marL="1600200" indent="-228600">
                      <a:defRPr sz="1600">
                        <a:solidFill>
                          <a:schemeClr val="tx1"/>
                        </a:solidFill>
                        <a:latin typeface="Tahoma" charset="0"/>
                        <a:ea typeface="ＭＳ Ｐゴシック" charset="0"/>
                      </a:defRPr>
                    </a:lvl4pPr>
                    <a:lvl5pPr marL="2057400" indent="-228600">
                      <a:defRPr sz="1600">
                        <a:solidFill>
                          <a:schemeClr val="tx1"/>
                        </a:solidFill>
                        <a:latin typeface="Tahoma" charset="0"/>
                        <a:ea typeface="ＭＳ Ｐゴシック" charset="0"/>
                      </a:defRPr>
                    </a:lvl5pPr>
                    <a:lvl6pPr marL="25146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1600">
                        <a:solidFill>
                          <a:schemeClr val="tx1"/>
                        </a:solidFill>
                        <a:latin typeface="Tahoma" charset="0"/>
                        <a:ea typeface="ＭＳ Ｐゴシック" charset="0"/>
                      </a:defRPr>
                    </a:lvl6pPr>
                    <a:lvl7pPr marL="29718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1600">
                        <a:solidFill>
                          <a:schemeClr val="tx1"/>
                        </a:solidFill>
                        <a:latin typeface="Tahoma" charset="0"/>
                        <a:ea typeface="ＭＳ Ｐゴシック" charset="0"/>
                      </a:defRPr>
                    </a:lvl7pPr>
                    <a:lvl8pPr marL="34290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1600">
                        <a:solidFill>
                          <a:schemeClr val="tx1"/>
                        </a:solidFill>
                        <a:latin typeface="Tahoma" charset="0"/>
                        <a:ea typeface="ＭＳ Ｐゴシック" charset="0"/>
                      </a:defRPr>
                    </a:lvl8pPr>
                    <a:lvl9pPr marL="38862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1600">
                        <a:solidFill>
                          <a:schemeClr val="tx1"/>
                        </a:solidFill>
                        <a:latin typeface="Tahoma" charset="0"/>
                        <a:ea typeface="ＭＳ Ｐゴシック" charset="0"/>
                      </a:defRPr>
                    </a:lvl9pPr>
                  </a:lstStyle>
                  <a:p>
                    <a:pPr marL="0" marR="0" lvl="0" indent="0" algn="ctr" defTabSz="914400" rtl="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r>
                      <a:rPr kumimoji="0" lang="en-US" sz="2400" b="0" i="0" u="none" strike="noStrike" kern="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Tahoma" charset="0"/>
                        <a:ea typeface="ＭＳ Ｐゴシック" charset="0"/>
                        <a:cs typeface="+mn-cs"/>
                      </a:rPr>
                      <a:t>RTT</a:t>
                    </a:r>
                  </a:p>
                </p:txBody>
              </p:sp>
              <p:sp>
                <p:nvSpPr>
                  <p:cNvPr id="195" name="Line 85">
                    <a:extLst>
                      <a:ext uri="{FF2B5EF4-FFF2-40B4-BE49-F238E27FC236}">
                        <a16:creationId xmlns:a16="http://schemas.microsoft.com/office/drawing/2014/main" id="{1B9F9DB8-E2FB-AE45-88BA-CC221F1D6597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4430" y="2763"/>
                    <a:ext cx="384" cy="0"/>
                  </a:xfrm>
                  <a:prstGeom prst="line">
                    <a:avLst/>
                  </a:prstGeom>
                  <a:noFill/>
                  <a:ln w="19050">
                    <a:solidFill>
                      <a:srgbClr val="000000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 xmlns="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 xmlns="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 wrap="none"/>
                  <a:lstStyle/>
                  <a:p>
                    <a:pPr marL="0" marR="0" lvl="0" indent="0" algn="ctr" defTabSz="914400" rtl="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2000" b="0" i="0" u="none" strike="noStrike" kern="0" cap="none" spc="0" normalizeH="0" baseline="0" noProof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Tahoma" charset="0"/>
                      <a:ea typeface="ＭＳ Ｐゴシック" charset="0"/>
                      <a:cs typeface="+mn-cs"/>
                    </a:endParaRPr>
                  </a:p>
                </p:txBody>
              </p:sp>
            </p:grpSp>
            <p:sp>
              <p:nvSpPr>
                <p:cNvPr id="196" name="Text Box 87">
                  <a:extLst>
                    <a:ext uri="{FF2B5EF4-FFF2-40B4-BE49-F238E27FC236}">
                      <a16:creationId xmlns:a16="http://schemas.microsoft.com/office/drawing/2014/main" id="{2A51BBA4-2F14-2F4F-A04D-EFFFF36AF41D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9141713" y="3823464"/>
                  <a:ext cx="1188146" cy="400110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 xmlns="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xmlns="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 sz="1600">
                      <a:solidFill>
                        <a:schemeClr val="tx1"/>
                      </a:solidFill>
                      <a:latin typeface="Tahoma" charset="0"/>
                      <a:ea typeface="ＭＳ Ｐゴシック" charset="0"/>
                    </a:defRPr>
                  </a:lvl1pPr>
                  <a:lvl2pPr marL="742950" indent="-285750">
                    <a:defRPr sz="1600">
                      <a:solidFill>
                        <a:schemeClr val="tx1"/>
                      </a:solidFill>
                      <a:latin typeface="Tahoma" charset="0"/>
                      <a:ea typeface="ＭＳ Ｐゴシック" charset="0"/>
                    </a:defRPr>
                  </a:lvl2pPr>
                  <a:lvl3pPr marL="1143000" indent="-228600">
                    <a:defRPr sz="1600">
                      <a:solidFill>
                        <a:schemeClr val="tx1"/>
                      </a:solidFill>
                      <a:latin typeface="Tahoma" charset="0"/>
                      <a:ea typeface="ＭＳ Ｐゴシック" charset="0"/>
                    </a:defRPr>
                  </a:lvl3pPr>
                  <a:lvl4pPr marL="1600200" indent="-228600">
                    <a:defRPr sz="1600">
                      <a:solidFill>
                        <a:schemeClr val="tx1"/>
                      </a:solidFill>
                      <a:latin typeface="Tahoma" charset="0"/>
                      <a:ea typeface="ＭＳ Ｐゴシック" charset="0"/>
                    </a:defRPr>
                  </a:lvl4pPr>
                  <a:lvl5pPr marL="2057400" indent="-228600">
                    <a:defRPr sz="1600">
                      <a:solidFill>
                        <a:schemeClr val="tx1"/>
                      </a:solidFill>
                      <a:latin typeface="Tahoma" charset="0"/>
                      <a:ea typeface="ＭＳ Ｐゴシック" charset="0"/>
                    </a:defRPr>
                  </a:lvl5pPr>
                  <a:lvl6pPr marL="25146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Tahoma" charset="0"/>
                      <a:ea typeface="ＭＳ Ｐゴシック" charset="0"/>
                    </a:defRPr>
                  </a:lvl6pPr>
                  <a:lvl7pPr marL="29718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Tahoma" charset="0"/>
                      <a:ea typeface="ＭＳ Ｐゴシック" charset="0"/>
                    </a:defRPr>
                  </a:lvl7pPr>
                  <a:lvl8pPr marL="34290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Tahoma" charset="0"/>
                      <a:ea typeface="ＭＳ Ｐゴシック" charset="0"/>
                    </a:defRPr>
                  </a:lvl8pPr>
                  <a:lvl9pPr marL="38862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Tahoma" charset="0"/>
                      <a:ea typeface="ＭＳ Ｐゴシック" charset="0"/>
                    </a:defRPr>
                  </a:lvl9pPr>
                </a:lstStyle>
                <a:p>
                  <a:pPr marL="0" marR="0" lvl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20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Calibri" panose="020F0502020204030204"/>
                      <a:ea typeface="ＭＳ Ｐゴシック" charset="0"/>
                      <a:cs typeface="+mn-cs"/>
                    </a:rPr>
                    <a:t>bytes/sec</a:t>
                  </a:r>
                </a:p>
              </p:txBody>
            </p:sp>
          </p:grpSp>
        </p:grpSp>
      </p:grpSp>
      <p:grpSp>
        <p:nvGrpSpPr>
          <p:cNvPr id="21" name="Group 20">
            <a:extLst>
              <a:ext uri="{FF2B5EF4-FFF2-40B4-BE49-F238E27FC236}">
                <a16:creationId xmlns:a16="http://schemas.microsoft.com/office/drawing/2014/main" id="{0B0449D2-8107-EC4E-BA6E-0B53574C5B7E}"/>
              </a:ext>
            </a:extLst>
          </p:cNvPr>
          <p:cNvGrpSpPr/>
          <p:nvPr/>
        </p:nvGrpSpPr>
        <p:grpSpPr>
          <a:xfrm>
            <a:off x="2327097" y="2874002"/>
            <a:ext cx="1660913" cy="1379180"/>
            <a:chOff x="2327097" y="2874002"/>
            <a:chExt cx="1660913" cy="1379180"/>
          </a:xfrm>
        </p:grpSpPr>
        <p:sp>
          <p:nvSpPr>
            <p:cNvPr id="171" name="Text Box 58">
              <a:extLst>
                <a:ext uri="{FF2B5EF4-FFF2-40B4-BE49-F238E27FC236}">
                  <a16:creationId xmlns:a16="http://schemas.microsoft.com/office/drawing/2014/main" id="{245049EB-D632-CE4C-A587-BA819860D40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327097" y="3412952"/>
              <a:ext cx="1660913" cy="84023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ea typeface="ＭＳ Ｐゴシック" panose="020B0600070205080204" pitchFamily="34" charset="-128"/>
                  <a:cs typeface="+mn-cs"/>
                </a:rPr>
                <a:t>sent, </a:t>
              </a:r>
              <a:r>
                <a:rPr kumimoji="0" lang="en-US" altLang="en-US" sz="1800" b="0" i="0" u="none" strike="noStrike" kern="0" cap="none" spc="0" normalizeH="0" baseline="0" noProof="0" dirty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ea typeface="ＭＳ Ｐゴシック" panose="020B0600070205080204" pitchFamily="34" charset="-128"/>
                  <a:cs typeface="+mn-cs"/>
                </a:rPr>
                <a:t>bu</a:t>
              </a:r>
              <a:r>
                <a:rPr kumimoji="0" lang="en-US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ea typeface="ＭＳ Ｐゴシック" panose="020B0600070205080204" pitchFamily="34" charset="-128"/>
                  <a:cs typeface="+mn-cs"/>
                </a:rPr>
                <a:t>t not-yet </a:t>
              </a:r>
              <a:r>
                <a:rPr kumimoji="0" lang="en-US" altLang="en-US" sz="1800" b="0" i="0" u="none" strike="noStrike" kern="0" cap="none" spc="0" normalizeH="0" baseline="0" noProof="0" dirty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ea typeface="ＭＳ Ｐゴシック" panose="020B0600070205080204" pitchFamily="34" charset="-128"/>
                  <a:cs typeface="+mn-cs"/>
                </a:rPr>
                <a:t>ACKed</a:t>
              </a:r>
              <a:r>
                <a:rPr kumimoji="0" lang="en-US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ea typeface="ＭＳ Ｐゴシック" panose="020B0600070205080204" pitchFamily="34" charset="-128"/>
                  <a:cs typeface="+mn-cs"/>
                </a:rPr>
                <a:t> </a:t>
              </a:r>
            </a:p>
            <a:p>
              <a:pPr marL="0" marR="0" lvl="0" indent="0" algn="l" defTabSz="914400" rtl="0" eaLnBrk="0" fontAlgn="base" latinLnBrk="0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ea typeface="ＭＳ Ｐゴシック" panose="020B0600070205080204" pitchFamily="34" charset="-128"/>
                  <a:cs typeface="+mn-cs"/>
                </a:rPr>
                <a:t>(“</a:t>
              </a:r>
              <a:r>
                <a:rPr kumimoji="0" lang="en-US" altLang="ja-JP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ea typeface="ＭＳ Ｐゴシック" panose="020B0600070205080204" pitchFamily="34" charset="-128"/>
                  <a:cs typeface="+mn-cs"/>
                </a:rPr>
                <a:t>in-flight”)</a:t>
              </a:r>
              <a:endParaRPr kumimoji="0" lang="en-US" alt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endParaRPr>
            </a:p>
          </p:txBody>
        </p:sp>
        <p:grpSp>
          <p:nvGrpSpPr>
            <p:cNvPr id="12" name="Group 11">
              <a:extLst>
                <a:ext uri="{FF2B5EF4-FFF2-40B4-BE49-F238E27FC236}">
                  <a16:creationId xmlns:a16="http://schemas.microsoft.com/office/drawing/2014/main" id="{8036A4AF-C412-6643-BB9E-A6741086FD03}"/>
                </a:ext>
              </a:extLst>
            </p:cNvPr>
            <p:cNvGrpSpPr/>
            <p:nvPr/>
          </p:nvGrpSpPr>
          <p:grpSpPr>
            <a:xfrm>
              <a:off x="2644060" y="2874002"/>
              <a:ext cx="1201888" cy="658131"/>
              <a:chOff x="2644060" y="2874003"/>
              <a:chExt cx="1201888" cy="635450"/>
            </a:xfrm>
          </p:grpSpPr>
          <p:sp>
            <p:nvSpPr>
              <p:cNvPr id="167" name="Line 51">
                <a:extLst>
                  <a:ext uri="{FF2B5EF4-FFF2-40B4-BE49-F238E27FC236}">
                    <a16:creationId xmlns:a16="http://schemas.microsoft.com/office/drawing/2014/main" id="{82259C8B-8E68-3B45-95EF-6297D889F72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644060" y="2874003"/>
                <a:ext cx="1201888" cy="0"/>
              </a:xfrm>
              <a:prstGeom prst="line">
                <a:avLst/>
              </a:prstGeom>
              <a:noFill/>
              <a:ln w="28575">
                <a:solidFill>
                  <a:srgbClr val="CC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endParaRPr>
              </a:p>
            </p:txBody>
          </p:sp>
          <p:cxnSp>
            <p:nvCxnSpPr>
              <p:cNvPr id="8" name="Straight Connector 7">
                <a:extLst>
                  <a:ext uri="{FF2B5EF4-FFF2-40B4-BE49-F238E27FC236}">
                    <a16:creationId xmlns:a16="http://schemas.microsoft.com/office/drawing/2014/main" id="{9E977076-799D-1F4B-B884-156CBD02FF8A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850877" y="2898008"/>
                <a:ext cx="0" cy="611445"/>
              </a:xfrm>
              <a:prstGeom prst="line">
                <a:avLst/>
              </a:prstGeom>
              <a:ln w="19050"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88" name="Slide Number Placeholder 2">
            <a:extLst>
              <a:ext uri="{FF2B5EF4-FFF2-40B4-BE49-F238E27FC236}">
                <a16:creationId xmlns:a16="http://schemas.microsoft.com/office/drawing/2014/main" id="{F3E09B12-4970-4049-B7E9-4060B63F1FB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19616" y="6443089"/>
            <a:ext cx="2743200" cy="365125"/>
          </a:xfrm>
        </p:spPr>
        <p:txBody>
          <a:bodyPr/>
          <a:lstStyle/>
          <a:p>
            <a:r>
              <a:rPr lang="en-US" dirty="0"/>
              <a:t>Transport Layer: 3-</a:t>
            </a:r>
            <a:fld id="{C4204591-24BD-A542-B9D5-F8D8A88D2FEE}" type="slidenum">
              <a:rPr lang="en-US" smtClean="0"/>
              <a:pPr/>
              <a:t>34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638230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5" dur="500"/>
                                        <p:tgtEl>
                                          <p:spTgt spid="1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5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8" grpId="0" animBg="1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8CD900-19EC-824C-BF74-AADFBF5A17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1390" y="259719"/>
            <a:ext cx="11393310" cy="894622"/>
          </a:xfrm>
        </p:spPr>
        <p:txBody>
          <a:bodyPr>
            <a:normAutofit/>
          </a:bodyPr>
          <a:lstStyle/>
          <a:p>
            <a:r>
              <a:rPr lang="en-US" sz="4800" dirty="0"/>
              <a:t>TCP slow start </a:t>
            </a:r>
            <a:endParaRPr lang="en-US" sz="4400" b="0" dirty="0"/>
          </a:p>
        </p:txBody>
      </p:sp>
      <p:sp>
        <p:nvSpPr>
          <p:cNvPr id="88" name="Rectangle 3">
            <a:extLst>
              <a:ext uri="{FF2B5EF4-FFF2-40B4-BE49-F238E27FC236}">
                <a16:creationId xmlns:a16="http://schemas.microsoft.com/office/drawing/2014/main" id="{8A57114D-913B-0446-AF23-3E8C1F4B81CA}"/>
              </a:ext>
            </a:extLst>
          </p:cNvPr>
          <p:cNvSpPr txBox="1">
            <a:spLocks noChangeArrowheads="1"/>
          </p:cNvSpPr>
          <p:nvPr/>
        </p:nvSpPr>
        <p:spPr>
          <a:xfrm>
            <a:off x="1143000" y="1384299"/>
            <a:ext cx="5118100" cy="521425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93700" marR="0" lvl="0" indent="-263525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charset="2"/>
              <a:buChar char="§"/>
              <a:tabLst/>
              <a:defRPr/>
            </a:pP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when connection begins, increase rate exponentially until first loss event:</a:t>
            </a:r>
          </a:p>
          <a:p>
            <a:pPr marL="695325" marR="0" lvl="1" indent="-231775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Tx/>
              <a:buFont typeface="Arial"/>
              <a:buChar char="•"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initially </a:t>
            </a:r>
            <a:r>
              <a:rPr kumimoji="0" lang="en-US" sz="28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charset="0"/>
                <a:ea typeface="+mn-ea"/>
                <a:cs typeface="+mn-cs"/>
              </a:rPr>
              <a:t>cwnd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= 1 MSS</a:t>
            </a:r>
          </a:p>
          <a:p>
            <a:pPr marL="695325" marR="0" lvl="1" indent="-231775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Tx/>
              <a:buFont typeface="Arial"/>
              <a:buChar char="•"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double </a:t>
            </a:r>
            <a:r>
              <a:rPr kumimoji="0" lang="en-US" sz="28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charset="0"/>
                <a:ea typeface="+mn-ea"/>
                <a:cs typeface="+mn-cs"/>
              </a:rPr>
              <a:t>cwnd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every RTT</a:t>
            </a:r>
          </a:p>
          <a:p>
            <a:pPr marL="695325" marR="0" lvl="1" indent="-231775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Tx/>
              <a:buFont typeface="Arial"/>
              <a:buChar char="•"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done by incrementing </a:t>
            </a:r>
            <a:r>
              <a:rPr kumimoji="0" lang="en-US" sz="28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charset="0"/>
                <a:ea typeface="+mn-ea"/>
                <a:cs typeface="+mn-cs"/>
              </a:rPr>
              <a:t>cwnd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for every ACK received</a:t>
            </a:r>
          </a:p>
        </p:txBody>
      </p:sp>
      <p:sp>
        <p:nvSpPr>
          <p:cNvPr id="224" name="Line 6">
            <a:extLst>
              <a:ext uri="{FF2B5EF4-FFF2-40B4-BE49-F238E27FC236}">
                <a16:creationId xmlns:a16="http://schemas.microsoft.com/office/drawing/2014/main" id="{6A528287-EE91-2148-8BF9-9042AB1CFB64}"/>
              </a:ext>
            </a:extLst>
          </p:cNvPr>
          <p:cNvSpPr>
            <a:spLocks noChangeShapeType="1"/>
          </p:cNvSpPr>
          <p:nvPr/>
        </p:nvSpPr>
        <p:spPr bwMode="auto">
          <a:xfrm>
            <a:off x="7585075" y="2306590"/>
            <a:ext cx="2505075" cy="352425"/>
          </a:xfrm>
          <a:prstGeom prst="line">
            <a:avLst/>
          </a:prstGeom>
          <a:noFill/>
          <a:ln w="28575">
            <a:solidFill>
              <a:srgbClr val="3333CC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charset="0"/>
              <a:ea typeface="ＭＳ Ｐゴシック" charset="0"/>
              <a:cs typeface="+mn-cs"/>
            </a:endParaRPr>
          </a:p>
        </p:txBody>
      </p:sp>
      <p:sp>
        <p:nvSpPr>
          <p:cNvPr id="225" name="Text Box 8">
            <a:extLst>
              <a:ext uri="{FF2B5EF4-FFF2-40B4-BE49-F238E27FC236}">
                <a16:creationId xmlns:a16="http://schemas.microsoft.com/office/drawing/2014/main" id="{BF8683E2-9BD1-4641-8269-1F97FE166C4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181850" y="1168352"/>
            <a:ext cx="86995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rPr>
              <a:t>Host A</a:t>
            </a:r>
          </a:p>
        </p:txBody>
      </p:sp>
      <p:sp>
        <p:nvSpPr>
          <p:cNvPr id="226" name="Text Box 9">
            <a:extLst>
              <a:ext uri="{FF2B5EF4-FFF2-40B4-BE49-F238E27FC236}">
                <a16:creationId xmlns:a16="http://schemas.microsoft.com/office/drawing/2014/main" id="{C49CE5EE-9C21-9E4F-B95D-B87D2E6CA9D2}"/>
              </a:ext>
            </a:extLst>
          </p:cNvPr>
          <p:cNvSpPr txBox="1">
            <a:spLocks noChangeArrowheads="1"/>
          </p:cNvSpPr>
          <p:nvPr/>
        </p:nvSpPr>
        <p:spPr bwMode="auto">
          <a:xfrm rot="408567">
            <a:off x="8591550" y="2273252"/>
            <a:ext cx="1208088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rPr>
              <a:t>one segment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charset="0"/>
              <a:ea typeface="ＭＳ Ｐゴシック" charset="0"/>
              <a:cs typeface="+mn-cs"/>
            </a:endParaRPr>
          </a:p>
        </p:txBody>
      </p:sp>
      <p:sp>
        <p:nvSpPr>
          <p:cNvPr id="228" name="Text Box 12">
            <a:extLst>
              <a:ext uri="{FF2B5EF4-FFF2-40B4-BE49-F238E27FC236}">
                <a16:creationId xmlns:a16="http://schemas.microsoft.com/office/drawing/2014/main" id="{51858FD0-9B85-8441-9B12-8875189F665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618663" y="1154065"/>
            <a:ext cx="86995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rPr>
              <a:t>Host B</a:t>
            </a:r>
          </a:p>
        </p:txBody>
      </p:sp>
      <p:sp>
        <p:nvSpPr>
          <p:cNvPr id="229" name="Line 13">
            <a:extLst>
              <a:ext uri="{FF2B5EF4-FFF2-40B4-BE49-F238E27FC236}">
                <a16:creationId xmlns:a16="http://schemas.microsoft.com/office/drawing/2014/main" id="{A18AC8EC-DBD1-E34E-B3EA-D3876A530333}"/>
              </a:ext>
            </a:extLst>
          </p:cNvPr>
          <p:cNvSpPr>
            <a:spLocks noChangeShapeType="1"/>
          </p:cNvSpPr>
          <p:nvPr/>
        </p:nvSpPr>
        <p:spPr bwMode="auto">
          <a:xfrm>
            <a:off x="7580313" y="2120852"/>
            <a:ext cx="0" cy="3848100"/>
          </a:xfrm>
          <a:prstGeom prst="line">
            <a:avLst/>
          </a:prstGeom>
          <a:noFill/>
          <a:ln w="19050">
            <a:solidFill>
              <a:srgbClr val="777777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charset="0"/>
              <a:ea typeface="ＭＳ Ｐゴシック" charset="0"/>
              <a:cs typeface="+mn-cs"/>
            </a:endParaRPr>
          </a:p>
        </p:txBody>
      </p:sp>
      <p:sp>
        <p:nvSpPr>
          <p:cNvPr id="230" name="Line 14">
            <a:extLst>
              <a:ext uri="{FF2B5EF4-FFF2-40B4-BE49-F238E27FC236}">
                <a16:creationId xmlns:a16="http://schemas.microsoft.com/office/drawing/2014/main" id="{77B3310E-1B60-414E-9423-328982307B1D}"/>
              </a:ext>
            </a:extLst>
          </p:cNvPr>
          <p:cNvSpPr>
            <a:spLocks noChangeShapeType="1"/>
          </p:cNvSpPr>
          <p:nvPr/>
        </p:nvSpPr>
        <p:spPr bwMode="auto">
          <a:xfrm>
            <a:off x="10094913" y="2158952"/>
            <a:ext cx="0" cy="3848100"/>
          </a:xfrm>
          <a:prstGeom prst="line">
            <a:avLst/>
          </a:prstGeom>
          <a:noFill/>
          <a:ln w="19050">
            <a:solidFill>
              <a:srgbClr val="777777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charset="0"/>
              <a:ea typeface="ＭＳ Ｐゴシック" charset="0"/>
              <a:cs typeface="+mn-cs"/>
            </a:endParaRP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E69B56F2-B7D2-5247-8C5B-11CDFE50D6C7}"/>
              </a:ext>
            </a:extLst>
          </p:cNvPr>
          <p:cNvGrpSpPr/>
          <p:nvPr/>
        </p:nvGrpSpPr>
        <p:grpSpPr>
          <a:xfrm>
            <a:off x="7254875" y="2270077"/>
            <a:ext cx="304800" cy="830263"/>
            <a:chOff x="7254875" y="2270077"/>
            <a:chExt cx="304800" cy="830263"/>
          </a:xfrm>
        </p:grpSpPr>
        <p:sp>
          <p:nvSpPr>
            <p:cNvPr id="227" name="Text Box 10">
              <a:extLst>
                <a:ext uri="{FF2B5EF4-FFF2-40B4-BE49-F238E27FC236}">
                  <a16:creationId xmlns:a16="http://schemas.microsoft.com/office/drawing/2014/main" id="{A25707E3-FE96-074A-AE26-F8222C4C395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 rot="-5400000">
              <a:off x="7142956" y="2510584"/>
              <a:ext cx="528637" cy="3048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+mn-cs"/>
                </a:rPr>
                <a:t>RTT</a:t>
              </a:r>
              <a:endParaRPr kumimoji="0" lang="en-US" sz="1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231" name="Line 15">
              <a:extLst>
                <a:ext uri="{FF2B5EF4-FFF2-40B4-BE49-F238E27FC236}">
                  <a16:creationId xmlns:a16="http://schemas.microsoft.com/office/drawing/2014/main" id="{1BE79FAE-9CDC-7B45-A6C0-E89FC9FC2363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7399338" y="2270077"/>
              <a:ext cx="4762" cy="219075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232" name="Line 16">
              <a:extLst>
                <a:ext uri="{FF2B5EF4-FFF2-40B4-BE49-F238E27FC236}">
                  <a16:creationId xmlns:a16="http://schemas.microsoft.com/office/drawing/2014/main" id="{59A77926-4B5A-AC4A-B560-0B735D6BC78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408863" y="2876502"/>
              <a:ext cx="4762" cy="223838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</p:grpSp>
      <p:sp>
        <p:nvSpPr>
          <p:cNvPr id="233" name="Line 17">
            <a:extLst>
              <a:ext uri="{FF2B5EF4-FFF2-40B4-BE49-F238E27FC236}">
                <a16:creationId xmlns:a16="http://schemas.microsoft.com/office/drawing/2014/main" id="{6F1B852B-55C3-8747-96CA-AA2F2AB5E525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7561263" y="2711402"/>
            <a:ext cx="2505075" cy="352425"/>
          </a:xfrm>
          <a:prstGeom prst="line">
            <a:avLst/>
          </a:prstGeom>
          <a:noFill/>
          <a:ln w="28575">
            <a:solidFill>
              <a:srgbClr val="3333CC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charset="0"/>
              <a:ea typeface="ＭＳ Ｐゴシック" charset="0"/>
              <a:cs typeface="+mn-cs"/>
            </a:endParaRPr>
          </a:p>
        </p:txBody>
      </p:sp>
      <p:grpSp>
        <p:nvGrpSpPr>
          <p:cNvPr id="234" name="Group 18">
            <a:extLst>
              <a:ext uri="{FF2B5EF4-FFF2-40B4-BE49-F238E27FC236}">
                <a16:creationId xmlns:a16="http://schemas.microsoft.com/office/drawing/2014/main" id="{065B59AF-8C8D-9041-B965-0C2B0A5F8CEF}"/>
              </a:ext>
            </a:extLst>
          </p:cNvPr>
          <p:cNvGrpSpPr>
            <a:grpSpLocks/>
          </p:cNvGrpSpPr>
          <p:nvPr/>
        </p:nvGrpSpPr>
        <p:grpSpPr bwMode="auto">
          <a:xfrm>
            <a:off x="9809163" y="5453015"/>
            <a:ext cx="615950" cy="366712"/>
            <a:chOff x="3317" y="3527"/>
            <a:chExt cx="388" cy="231"/>
          </a:xfrm>
        </p:grpSpPr>
        <p:sp>
          <p:nvSpPr>
            <p:cNvPr id="235" name="Rectangle 19">
              <a:extLst>
                <a:ext uri="{FF2B5EF4-FFF2-40B4-BE49-F238E27FC236}">
                  <a16:creationId xmlns:a16="http://schemas.microsoft.com/office/drawing/2014/main" id="{87C76A64-BE9B-B84D-B23B-73554D8DC2C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42" y="3576"/>
              <a:ext cx="324" cy="15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236" name="Text Box 20">
              <a:extLst>
                <a:ext uri="{FF2B5EF4-FFF2-40B4-BE49-F238E27FC236}">
                  <a16:creationId xmlns:a16="http://schemas.microsoft.com/office/drawing/2014/main" id="{0453126D-C0BC-5F4F-8DBD-30CD1FA8A1C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317" y="3527"/>
              <a:ext cx="388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+mn-cs"/>
                </a:rPr>
                <a:t>time</a:t>
              </a:r>
              <a:endParaRPr kumimoji="0" lang="en-US" sz="1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</p:grpSp>
      <p:grpSp>
        <p:nvGrpSpPr>
          <p:cNvPr id="5" name="Group 4">
            <a:extLst>
              <a:ext uri="{FF2B5EF4-FFF2-40B4-BE49-F238E27FC236}">
                <a16:creationId xmlns:a16="http://schemas.microsoft.com/office/drawing/2014/main" id="{4100408E-3418-754E-97D5-873085045522}"/>
              </a:ext>
            </a:extLst>
          </p:cNvPr>
          <p:cNvGrpSpPr/>
          <p:nvPr/>
        </p:nvGrpSpPr>
        <p:grpSpPr>
          <a:xfrm>
            <a:off x="7585075" y="3087640"/>
            <a:ext cx="2509838" cy="438150"/>
            <a:chOff x="7585075" y="3087640"/>
            <a:chExt cx="2509838" cy="438150"/>
          </a:xfrm>
        </p:grpSpPr>
        <p:sp>
          <p:nvSpPr>
            <p:cNvPr id="237" name="Line 21">
              <a:extLst>
                <a:ext uri="{FF2B5EF4-FFF2-40B4-BE49-F238E27FC236}">
                  <a16:creationId xmlns:a16="http://schemas.microsoft.com/office/drawing/2014/main" id="{9884C69B-71B1-0942-8DD7-4BADAC4C58C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589838" y="3087640"/>
              <a:ext cx="2505075" cy="352425"/>
            </a:xfrm>
            <a:prstGeom prst="line">
              <a:avLst/>
            </a:prstGeom>
            <a:noFill/>
            <a:ln w="28575">
              <a:solidFill>
                <a:srgbClr val="3333CC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238" name="Line 22">
              <a:extLst>
                <a:ext uri="{FF2B5EF4-FFF2-40B4-BE49-F238E27FC236}">
                  <a16:creationId xmlns:a16="http://schemas.microsoft.com/office/drawing/2014/main" id="{51BC13AD-02C4-1049-8BE5-DF4431F8416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585075" y="3173365"/>
              <a:ext cx="2505075" cy="352425"/>
            </a:xfrm>
            <a:prstGeom prst="line">
              <a:avLst/>
            </a:prstGeom>
            <a:noFill/>
            <a:ln w="28575">
              <a:solidFill>
                <a:srgbClr val="3333CC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C604703D-5DBE-F940-8D53-F844A095856D}"/>
              </a:ext>
            </a:extLst>
          </p:cNvPr>
          <p:cNvGrpSpPr/>
          <p:nvPr/>
        </p:nvGrpSpPr>
        <p:grpSpPr>
          <a:xfrm>
            <a:off x="7558088" y="3697240"/>
            <a:ext cx="2555875" cy="612775"/>
            <a:chOff x="7558088" y="3697240"/>
            <a:chExt cx="2555875" cy="612775"/>
          </a:xfrm>
        </p:grpSpPr>
        <p:sp>
          <p:nvSpPr>
            <p:cNvPr id="239" name="Line 23">
              <a:extLst>
                <a:ext uri="{FF2B5EF4-FFF2-40B4-BE49-F238E27FC236}">
                  <a16:creationId xmlns:a16="http://schemas.microsoft.com/office/drawing/2014/main" id="{4B52376E-4BCD-9A4A-845B-15A59AA4FC46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7585075" y="3697240"/>
              <a:ext cx="2528888" cy="361950"/>
            </a:xfrm>
            <a:prstGeom prst="line">
              <a:avLst/>
            </a:prstGeom>
            <a:noFill/>
            <a:ln w="28575">
              <a:solidFill>
                <a:srgbClr val="3333CC"/>
              </a:solidFill>
              <a:round/>
              <a:headEnd type="triangle" w="med" len="med"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240" name="Line 24">
              <a:extLst>
                <a:ext uri="{FF2B5EF4-FFF2-40B4-BE49-F238E27FC236}">
                  <a16:creationId xmlns:a16="http://schemas.microsoft.com/office/drawing/2014/main" id="{645C0ACA-0EDA-5E4A-9046-377D9678C0E7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7558088" y="3957590"/>
              <a:ext cx="2505075" cy="352425"/>
            </a:xfrm>
            <a:prstGeom prst="line">
              <a:avLst/>
            </a:prstGeom>
            <a:noFill/>
            <a:ln w="28575">
              <a:solidFill>
                <a:srgbClr val="3333CC"/>
              </a:solidFill>
              <a:round/>
              <a:headEnd type="triangle" w="med" len="med"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</p:grpSp>
      <p:sp>
        <p:nvSpPr>
          <p:cNvPr id="241" name="Text Box 25">
            <a:extLst>
              <a:ext uri="{FF2B5EF4-FFF2-40B4-BE49-F238E27FC236}">
                <a16:creationId xmlns:a16="http://schemas.microsoft.com/office/drawing/2014/main" id="{01076F6F-B790-D24D-9445-FAC03A5C45E4}"/>
              </a:ext>
            </a:extLst>
          </p:cNvPr>
          <p:cNvSpPr txBox="1">
            <a:spLocks noChangeArrowheads="1"/>
          </p:cNvSpPr>
          <p:nvPr/>
        </p:nvSpPr>
        <p:spPr bwMode="auto">
          <a:xfrm rot="408567">
            <a:off x="8589963" y="3059065"/>
            <a:ext cx="1277937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rPr>
              <a:t>two segments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charset="0"/>
              <a:ea typeface="ＭＳ Ｐゴシック" charset="0"/>
              <a:cs typeface="+mn-cs"/>
            </a:endParaRPr>
          </a:p>
        </p:txBody>
      </p:sp>
      <p:sp>
        <p:nvSpPr>
          <p:cNvPr id="242" name="Text Box 26">
            <a:extLst>
              <a:ext uri="{FF2B5EF4-FFF2-40B4-BE49-F238E27FC236}">
                <a16:creationId xmlns:a16="http://schemas.microsoft.com/office/drawing/2014/main" id="{1B8C0342-7E57-2343-86AD-47B5AB1AA675}"/>
              </a:ext>
            </a:extLst>
          </p:cNvPr>
          <p:cNvSpPr txBox="1">
            <a:spLocks noChangeArrowheads="1"/>
          </p:cNvSpPr>
          <p:nvPr/>
        </p:nvSpPr>
        <p:spPr bwMode="auto">
          <a:xfrm rot="408567">
            <a:off x="8682038" y="4073477"/>
            <a:ext cx="1306512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rPr>
              <a:t>four segments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charset="0"/>
              <a:ea typeface="ＭＳ Ｐゴシック" charset="0"/>
              <a:cs typeface="+mn-cs"/>
            </a:endParaRPr>
          </a:p>
        </p:txBody>
      </p:sp>
      <p:grpSp>
        <p:nvGrpSpPr>
          <p:cNvPr id="243" name="Group 27">
            <a:extLst>
              <a:ext uri="{FF2B5EF4-FFF2-40B4-BE49-F238E27FC236}">
                <a16:creationId xmlns:a16="http://schemas.microsoft.com/office/drawing/2014/main" id="{B634F089-4244-B04A-8749-7ACF0E0264A8}"/>
              </a:ext>
            </a:extLst>
          </p:cNvPr>
          <p:cNvGrpSpPr>
            <a:grpSpLocks/>
          </p:cNvGrpSpPr>
          <p:nvPr/>
        </p:nvGrpSpPr>
        <p:grpSpPr bwMode="auto">
          <a:xfrm>
            <a:off x="7580316" y="4092527"/>
            <a:ext cx="2519363" cy="652463"/>
            <a:chOff x="3954" y="2214"/>
            <a:chExt cx="1587" cy="411"/>
          </a:xfrm>
        </p:grpSpPr>
        <p:sp>
          <p:nvSpPr>
            <p:cNvPr id="244" name="Line 28">
              <a:extLst>
                <a:ext uri="{FF2B5EF4-FFF2-40B4-BE49-F238E27FC236}">
                  <a16:creationId xmlns:a16="http://schemas.microsoft.com/office/drawing/2014/main" id="{6F92F39D-0B5B-8944-8B48-2B288C8AA12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963" y="2214"/>
              <a:ext cx="1578" cy="222"/>
            </a:xfrm>
            <a:prstGeom prst="line">
              <a:avLst/>
            </a:prstGeom>
            <a:noFill/>
            <a:ln w="28575">
              <a:solidFill>
                <a:srgbClr val="3333CC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245" name="Line 29">
              <a:extLst>
                <a:ext uri="{FF2B5EF4-FFF2-40B4-BE49-F238E27FC236}">
                  <a16:creationId xmlns:a16="http://schemas.microsoft.com/office/drawing/2014/main" id="{C48577E5-7DD4-034F-9CF0-3D303E956AE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954" y="2274"/>
              <a:ext cx="1578" cy="222"/>
            </a:xfrm>
            <a:prstGeom prst="line">
              <a:avLst/>
            </a:prstGeom>
            <a:noFill/>
            <a:ln w="28575">
              <a:solidFill>
                <a:srgbClr val="3333CC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246" name="Line 30">
              <a:extLst>
                <a:ext uri="{FF2B5EF4-FFF2-40B4-BE49-F238E27FC236}">
                  <a16:creationId xmlns:a16="http://schemas.microsoft.com/office/drawing/2014/main" id="{B96B9B7F-8E30-7743-AEDD-727B51D6B27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963" y="2340"/>
              <a:ext cx="1578" cy="222"/>
            </a:xfrm>
            <a:prstGeom prst="line">
              <a:avLst/>
            </a:prstGeom>
            <a:noFill/>
            <a:ln w="28575">
              <a:solidFill>
                <a:srgbClr val="3333CC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247" name="Line 31">
              <a:extLst>
                <a:ext uri="{FF2B5EF4-FFF2-40B4-BE49-F238E27FC236}">
                  <a16:creationId xmlns:a16="http://schemas.microsoft.com/office/drawing/2014/main" id="{B83505EC-39A5-D64D-8E5C-39A07A090F7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957" y="2403"/>
              <a:ext cx="1578" cy="222"/>
            </a:xfrm>
            <a:prstGeom prst="line">
              <a:avLst/>
            </a:prstGeom>
            <a:noFill/>
            <a:ln w="28575">
              <a:solidFill>
                <a:srgbClr val="3333CC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</p:grpSp>
      <p:grpSp>
        <p:nvGrpSpPr>
          <p:cNvPr id="248" name="Group 32">
            <a:extLst>
              <a:ext uri="{FF2B5EF4-FFF2-40B4-BE49-F238E27FC236}">
                <a16:creationId xmlns:a16="http://schemas.microsoft.com/office/drawing/2014/main" id="{00C5C000-11E9-BE42-9849-B1B7B9E99FE0}"/>
              </a:ext>
            </a:extLst>
          </p:cNvPr>
          <p:cNvGrpSpPr>
            <a:grpSpLocks/>
          </p:cNvGrpSpPr>
          <p:nvPr/>
        </p:nvGrpSpPr>
        <p:grpSpPr bwMode="auto">
          <a:xfrm flipV="1">
            <a:off x="7866063" y="4473527"/>
            <a:ext cx="2228850" cy="604838"/>
            <a:chOff x="3954" y="2214"/>
            <a:chExt cx="1587" cy="411"/>
          </a:xfrm>
        </p:grpSpPr>
        <p:sp>
          <p:nvSpPr>
            <p:cNvPr id="249" name="Line 33">
              <a:extLst>
                <a:ext uri="{FF2B5EF4-FFF2-40B4-BE49-F238E27FC236}">
                  <a16:creationId xmlns:a16="http://schemas.microsoft.com/office/drawing/2014/main" id="{4332886D-58A3-5C48-9DD4-0435A9D316B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963" y="2214"/>
              <a:ext cx="1578" cy="222"/>
            </a:xfrm>
            <a:prstGeom prst="line">
              <a:avLst/>
            </a:prstGeom>
            <a:noFill/>
            <a:ln w="28575">
              <a:solidFill>
                <a:srgbClr val="3333CC"/>
              </a:solidFill>
              <a:round/>
              <a:headEnd type="triangle" w="med" len="med"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250" name="Line 34">
              <a:extLst>
                <a:ext uri="{FF2B5EF4-FFF2-40B4-BE49-F238E27FC236}">
                  <a16:creationId xmlns:a16="http://schemas.microsoft.com/office/drawing/2014/main" id="{C0026D13-F3ED-354E-AB62-DED685C67E1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954" y="2274"/>
              <a:ext cx="1578" cy="220"/>
            </a:xfrm>
            <a:prstGeom prst="line">
              <a:avLst/>
            </a:prstGeom>
            <a:noFill/>
            <a:ln w="28575">
              <a:solidFill>
                <a:srgbClr val="3333CC"/>
              </a:solidFill>
              <a:round/>
              <a:headEnd type="triangle" w="med" len="med"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251" name="Line 35">
              <a:extLst>
                <a:ext uri="{FF2B5EF4-FFF2-40B4-BE49-F238E27FC236}">
                  <a16:creationId xmlns:a16="http://schemas.microsoft.com/office/drawing/2014/main" id="{36EDBC83-2FCD-4D49-9A45-B0773BAEE37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963" y="2340"/>
              <a:ext cx="1578" cy="222"/>
            </a:xfrm>
            <a:prstGeom prst="line">
              <a:avLst/>
            </a:prstGeom>
            <a:noFill/>
            <a:ln w="28575">
              <a:solidFill>
                <a:srgbClr val="3333CC"/>
              </a:solidFill>
              <a:round/>
              <a:headEnd type="triangle" w="med" len="med"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252" name="Line 36">
              <a:extLst>
                <a:ext uri="{FF2B5EF4-FFF2-40B4-BE49-F238E27FC236}">
                  <a16:creationId xmlns:a16="http://schemas.microsoft.com/office/drawing/2014/main" id="{8BA1B8D7-7D1E-2947-8988-7C4595578CA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957" y="2403"/>
              <a:ext cx="1578" cy="222"/>
            </a:xfrm>
            <a:prstGeom prst="line">
              <a:avLst/>
            </a:prstGeom>
            <a:noFill/>
            <a:ln w="28575">
              <a:solidFill>
                <a:srgbClr val="3333CC"/>
              </a:solidFill>
              <a:round/>
              <a:headEnd type="triangle" w="med" len="med"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</p:grpSp>
      <p:grpSp>
        <p:nvGrpSpPr>
          <p:cNvPr id="253" name="Group 43">
            <a:extLst>
              <a:ext uri="{FF2B5EF4-FFF2-40B4-BE49-F238E27FC236}">
                <a16:creationId xmlns:a16="http://schemas.microsoft.com/office/drawing/2014/main" id="{D0982D30-E871-F344-B80E-157861960777}"/>
              </a:ext>
            </a:extLst>
          </p:cNvPr>
          <p:cNvGrpSpPr>
            <a:grpSpLocks/>
          </p:cNvGrpSpPr>
          <p:nvPr/>
        </p:nvGrpSpPr>
        <p:grpSpPr bwMode="auto">
          <a:xfrm>
            <a:off x="7142163" y="1492202"/>
            <a:ext cx="654050" cy="601663"/>
            <a:chOff x="-44" y="1473"/>
            <a:chExt cx="981" cy="1105"/>
          </a:xfrm>
        </p:grpSpPr>
        <p:pic>
          <p:nvPicPr>
            <p:cNvPr id="254" name="Picture 44" descr="desktop_computer_stylized_medium">
              <a:extLst>
                <a:ext uri="{FF2B5EF4-FFF2-40B4-BE49-F238E27FC236}">
                  <a16:creationId xmlns:a16="http://schemas.microsoft.com/office/drawing/2014/main" id="{0C5F9445-24EE-C948-8E49-3FEF71FC5929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255" name="Freeform 45">
              <a:extLst>
                <a:ext uri="{FF2B5EF4-FFF2-40B4-BE49-F238E27FC236}">
                  <a16:creationId xmlns:a16="http://schemas.microsoft.com/office/drawing/2014/main" id="{568D3F7F-13C8-1742-BB47-FC4C8107BA4A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5595 w 356"/>
                <a:gd name="T3" fmla="*/ 341 h 368"/>
                <a:gd name="T4" fmla="*/ 6638 w 356"/>
                <a:gd name="T5" fmla="*/ 7113 h 368"/>
                <a:gd name="T6" fmla="*/ 1463 w 356"/>
                <a:gd name="T7" fmla="*/ 8895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 cmpd="sng">
                  <a:solidFill>
                    <a:schemeClr val="tx1"/>
                  </a:solidFill>
                  <a:prstDash val="solid"/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</p:grpSp>
      <p:grpSp>
        <p:nvGrpSpPr>
          <p:cNvPr id="256" name="Group 46">
            <a:extLst>
              <a:ext uri="{FF2B5EF4-FFF2-40B4-BE49-F238E27FC236}">
                <a16:creationId xmlns:a16="http://schemas.microsoft.com/office/drawing/2014/main" id="{514EF769-BED4-DE47-BE55-0913ABFB155D}"/>
              </a:ext>
            </a:extLst>
          </p:cNvPr>
          <p:cNvGrpSpPr>
            <a:grpSpLocks/>
          </p:cNvGrpSpPr>
          <p:nvPr/>
        </p:nvGrpSpPr>
        <p:grpSpPr bwMode="auto">
          <a:xfrm>
            <a:off x="9877425" y="1506490"/>
            <a:ext cx="382588" cy="547687"/>
            <a:chOff x="4140" y="429"/>
            <a:chExt cx="1425" cy="2396"/>
          </a:xfrm>
        </p:grpSpPr>
        <p:sp>
          <p:nvSpPr>
            <p:cNvPr id="257" name="Freeform 47">
              <a:extLst>
                <a:ext uri="{FF2B5EF4-FFF2-40B4-BE49-F238E27FC236}">
                  <a16:creationId xmlns:a16="http://schemas.microsoft.com/office/drawing/2014/main" id="{9A7FEAB4-C4F3-E042-96AB-2FC0D99EA405}"/>
                </a:ext>
              </a:extLst>
            </p:cNvPr>
            <p:cNvSpPr>
              <a:spLocks/>
            </p:cNvSpPr>
            <p:nvPr/>
          </p:nvSpPr>
          <p:spPr bwMode="auto">
            <a:xfrm>
              <a:off x="5268" y="433"/>
              <a:ext cx="283" cy="2286"/>
            </a:xfrm>
            <a:custGeom>
              <a:avLst/>
              <a:gdLst>
                <a:gd name="T0" fmla="*/ 7 w 354"/>
                <a:gd name="T1" fmla="*/ 0 h 2742"/>
                <a:gd name="T2" fmla="*/ 38 w 354"/>
                <a:gd name="T3" fmla="*/ 55 h 2742"/>
                <a:gd name="T4" fmla="*/ 37 w 354"/>
                <a:gd name="T5" fmla="*/ 425 h 2742"/>
                <a:gd name="T6" fmla="*/ 0 w 354"/>
                <a:gd name="T7" fmla="*/ 445 h 2742"/>
                <a:gd name="T8" fmla="*/ 7 w 354"/>
                <a:gd name="T9" fmla="*/ 0 h 274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4" h="2742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 rotWithShape="1"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258" name="Rectangle 48">
              <a:extLst>
                <a:ext uri="{FF2B5EF4-FFF2-40B4-BE49-F238E27FC236}">
                  <a16:creationId xmlns:a16="http://schemas.microsoft.com/office/drawing/2014/main" id="{0E59C13E-BE84-BA48-8D46-C29C0270384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05" y="429"/>
              <a:ext cx="1047" cy="2285"/>
            </a:xfrm>
            <a:prstGeom prst="rect">
              <a:avLst/>
            </a:pr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259" name="Freeform 49">
              <a:extLst>
                <a:ext uri="{FF2B5EF4-FFF2-40B4-BE49-F238E27FC236}">
                  <a16:creationId xmlns:a16="http://schemas.microsoft.com/office/drawing/2014/main" id="{CF502E49-4DFE-2340-8749-43933F8387F8}"/>
                </a:ext>
              </a:extLst>
            </p:cNvPr>
            <p:cNvSpPr>
              <a:spLocks/>
            </p:cNvSpPr>
            <p:nvPr/>
          </p:nvSpPr>
          <p:spPr bwMode="auto">
            <a:xfrm>
              <a:off x="5321" y="570"/>
              <a:ext cx="169" cy="2115"/>
            </a:xfrm>
            <a:custGeom>
              <a:avLst/>
              <a:gdLst>
                <a:gd name="T0" fmla="*/ 2 w 211"/>
                <a:gd name="T1" fmla="*/ 0 h 2537"/>
                <a:gd name="T2" fmla="*/ 23 w 211"/>
                <a:gd name="T3" fmla="*/ 36 h 2537"/>
                <a:gd name="T4" fmla="*/ 2 w 211"/>
                <a:gd name="T5" fmla="*/ 405 h 2537"/>
                <a:gd name="T6" fmla="*/ 2 w 211"/>
                <a:gd name="T7" fmla="*/ 0 h 2537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11" h="2537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 rotWithShape="1"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260" name="Freeform 50">
              <a:extLst>
                <a:ext uri="{FF2B5EF4-FFF2-40B4-BE49-F238E27FC236}">
                  <a16:creationId xmlns:a16="http://schemas.microsoft.com/office/drawing/2014/main" id="{C8ED811D-DAEF-B141-A80E-204FE9D19196}"/>
                </a:ext>
              </a:extLst>
            </p:cNvPr>
            <p:cNvSpPr>
              <a:spLocks/>
            </p:cNvSpPr>
            <p:nvPr/>
          </p:nvSpPr>
          <p:spPr bwMode="auto">
            <a:xfrm>
              <a:off x="5284" y="1640"/>
              <a:ext cx="263" cy="189"/>
            </a:xfrm>
            <a:custGeom>
              <a:avLst/>
              <a:gdLst>
                <a:gd name="T0" fmla="*/ 2 w 328"/>
                <a:gd name="T1" fmla="*/ 0 h 226"/>
                <a:gd name="T2" fmla="*/ 36 w 328"/>
                <a:gd name="T3" fmla="*/ 21 h 226"/>
                <a:gd name="T4" fmla="*/ 36 w 328"/>
                <a:gd name="T5" fmla="*/ 38 h 226"/>
                <a:gd name="T6" fmla="*/ 0 w 328"/>
                <a:gd name="T7" fmla="*/ 16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261" name="Rectangle 51">
              <a:extLst>
                <a:ext uri="{FF2B5EF4-FFF2-40B4-BE49-F238E27FC236}">
                  <a16:creationId xmlns:a16="http://schemas.microsoft.com/office/drawing/2014/main" id="{E540E7B8-30E6-B846-823A-6925D960032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11" y="693"/>
              <a:ext cx="597" cy="49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grpSp>
          <p:nvGrpSpPr>
            <p:cNvPr id="262" name="Group 52">
              <a:extLst>
                <a:ext uri="{FF2B5EF4-FFF2-40B4-BE49-F238E27FC236}">
                  <a16:creationId xmlns:a16="http://schemas.microsoft.com/office/drawing/2014/main" id="{DE3F2659-D2D6-6C4C-9DF4-EEDFBE720D96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49" y="668"/>
              <a:ext cx="581" cy="145"/>
              <a:chOff x="614" y="2568"/>
              <a:chExt cx="725" cy="139"/>
            </a:xfrm>
          </p:grpSpPr>
          <p:sp>
            <p:nvSpPr>
              <p:cNvPr id="287" name="AutoShape 53">
                <a:extLst>
                  <a:ext uri="{FF2B5EF4-FFF2-40B4-BE49-F238E27FC236}">
                    <a16:creationId xmlns:a16="http://schemas.microsoft.com/office/drawing/2014/main" id="{0ABA0FE6-EF08-7D42-838B-AEB8F187397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4" y="2565"/>
                <a:ext cx="723" cy="140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endParaRPr>
              </a:p>
            </p:txBody>
          </p:sp>
          <p:sp>
            <p:nvSpPr>
              <p:cNvPr id="288" name="AutoShape 54">
                <a:extLst>
                  <a:ext uri="{FF2B5EF4-FFF2-40B4-BE49-F238E27FC236}">
                    <a16:creationId xmlns:a16="http://schemas.microsoft.com/office/drawing/2014/main" id="{AD5B052B-FFFB-424E-B4B9-AC7809F4BBB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9" y="2579"/>
                <a:ext cx="694" cy="107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endParaRPr>
              </a:p>
            </p:txBody>
          </p:sp>
        </p:grpSp>
        <p:sp>
          <p:nvSpPr>
            <p:cNvPr id="263" name="Rectangle 55">
              <a:extLst>
                <a:ext uri="{FF2B5EF4-FFF2-40B4-BE49-F238E27FC236}">
                  <a16:creationId xmlns:a16="http://schemas.microsoft.com/office/drawing/2014/main" id="{E9301038-767E-E14B-8FDB-B55EE9CA10C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23" y="1019"/>
              <a:ext cx="597" cy="49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grpSp>
          <p:nvGrpSpPr>
            <p:cNvPr id="264" name="Group 56">
              <a:extLst>
                <a:ext uri="{FF2B5EF4-FFF2-40B4-BE49-F238E27FC236}">
                  <a16:creationId xmlns:a16="http://schemas.microsoft.com/office/drawing/2014/main" id="{2654E7B8-586D-8C4D-A5CD-CC6977E9551F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47" y="994"/>
              <a:ext cx="581" cy="134"/>
              <a:chOff x="614" y="2568"/>
              <a:chExt cx="725" cy="139"/>
            </a:xfrm>
          </p:grpSpPr>
          <p:sp>
            <p:nvSpPr>
              <p:cNvPr id="285" name="AutoShape 57">
                <a:extLst>
                  <a:ext uri="{FF2B5EF4-FFF2-40B4-BE49-F238E27FC236}">
                    <a16:creationId xmlns:a16="http://schemas.microsoft.com/office/drawing/2014/main" id="{4E195FC5-FC94-1542-9BBD-0BDFF1D5CB1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7" y="2565"/>
                <a:ext cx="723" cy="144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endParaRPr>
              </a:p>
            </p:txBody>
          </p:sp>
          <p:sp>
            <p:nvSpPr>
              <p:cNvPr id="286" name="AutoShape 58">
                <a:extLst>
                  <a:ext uri="{FF2B5EF4-FFF2-40B4-BE49-F238E27FC236}">
                    <a16:creationId xmlns:a16="http://schemas.microsoft.com/office/drawing/2014/main" id="{7E2D9C3B-E255-964C-9508-E66C9FF597C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31" y="2580"/>
                <a:ext cx="694" cy="115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endParaRPr>
              </a:p>
            </p:txBody>
          </p:sp>
        </p:grpSp>
        <p:sp>
          <p:nvSpPr>
            <p:cNvPr id="265" name="Rectangle 59">
              <a:extLst>
                <a:ext uri="{FF2B5EF4-FFF2-40B4-BE49-F238E27FC236}">
                  <a16:creationId xmlns:a16="http://schemas.microsoft.com/office/drawing/2014/main" id="{0D35C755-AFBC-C143-94D5-E34C8F25566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17" y="1360"/>
              <a:ext cx="597" cy="42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266" name="Rectangle 60">
              <a:extLst>
                <a:ext uri="{FF2B5EF4-FFF2-40B4-BE49-F238E27FC236}">
                  <a16:creationId xmlns:a16="http://schemas.microsoft.com/office/drawing/2014/main" id="{8990E763-A8F8-E645-8A01-F6B16D85313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29" y="1658"/>
              <a:ext cx="597" cy="42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grpSp>
          <p:nvGrpSpPr>
            <p:cNvPr id="267" name="Group 61">
              <a:extLst>
                <a:ext uri="{FF2B5EF4-FFF2-40B4-BE49-F238E27FC236}">
                  <a16:creationId xmlns:a16="http://schemas.microsoft.com/office/drawing/2014/main" id="{6F65B17F-5946-9A47-9972-2B907C05984E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35" y="1627"/>
              <a:ext cx="582" cy="151"/>
              <a:chOff x="614" y="2568"/>
              <a:chExt cx="725" cy="139"/>
            </a:xfrm>
          </p:grpSpPr>
          <p:sp>
            <p:nvSpPr>
              <p:cNvPr id="283" name="AutoShape 62">
                <a:extLst>
                  <a:ext uri="{FF2B5EF4-FFF2-40B4-BE49-F238E27FC236}">
                    <a16:creationId xmlns:a16="http://schemas.microsoft.com/office/drawing/2014/main" id="{F08D8399-0C1A-1847-A17B-5B4FDBE7FAA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7" y="2571"/>
                <a:ext cx="722" cy="134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endParaRPr>
              </a:p>
            </p:txBody>
          </p:sp>
          <p:sp>
            <p:nvSpPr>
              <p:cNvPr id="284" name="AutoShape 63">
                <a:extLst>
                  <a:ext uri="{FF2B5EF4-FFF2-40B4-BE49-F238E27FC236}">
                    <a16:creationId xmlns:a16="http://schemas.microsoft.com/office/drawing/2014/main" id="{99FEA9D9-F58C-C34F-AA76-A96DFE0CE70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31" y="2584"/>
                <a:ext cx="692" cy="102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endParaRPr>
              </a:p>
            </p:txBody>
          </p:sp>
        </p:grpSp>
        <p:sp>
          <p:nvSpPr>
            <p:cNvPr id="268" name="Freeform 64">
              <a:extLst>
                <a:ext uri="{FF2B5EF4-FFF2-40B4-BE49-F238E27FC236}">
                  <a16:creationId xmlns:a16="http://schemas.microsoft.com/office/drawing/2014/main" id="{76F83DEB-6CB2-5740-875B-1B89844BE263}"/>
                </a:ext>
              </a:extLst>
            </p:cNvPr>
            <p:cNvSpPr>
              <a:spLocks/>
            </p:cNvSpPr>
            <p:nvPr/>
          </p:nvSpPr>
          <p:spPr bwMode="auto">
            <a:xfrm>
              <a:off x="5288" y="1354"/>
              <a:ext cx="263" cy="188"/>
            </a:xfrm>
            <a:custGeom>
              <a:avLst/>
              <a:gdLst>
                <a:gd name="T0" fmla="*/ 2 w 328"/>
                <a:gd name="T1" fmla="*/ 0 h 226"/>
                <a:gd name="T2" fmla="*/ 36 w 328"/>
                <a:gd name="T3" fmla="*/ 20 h 226"/>
                <a:gd name="T4" fmla="*/ 36 w 328"/>
                <a:gd name="T5" fmla="*/ 36 h 226"/>
                <a:gd name="T6" fmla="*/ 0 w 328"/>
                <a:gd name="T7" fmla="*/ 15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grpSp>
          <p:nvGrpSpPr>
            <p:cNvPr id="269" name="Group 65">
              <a:extLst>
                <a:ext uri="{FF2B5EF4-FFF2-40B4-BE49-F238E27FC236}">
                  <a16:creationId xmlns:a16="http://schemas.microsoft.com/office/drawing/2014/main" id="{7398C74D-4650-204D-91E2-CBB3BD641926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39" y="1327"/>
              <a:ext cx="582" cy="139"/>
              <a:chOff x="614" y="2568"/>
              <a:chExt cx="725" cy="139"/>
            </a:xfrm>
          </p:grpSpPr>
          <p:sp>
            <p:nvSpPr>
              <p:cNvPr id="281" name="AutoShape 66">
                <a:extLst>
                  <a:ext uri="{FF2B5EF4-FFF2-40B4-BE49-F238E27FC236}">
                    <a16:creationId xmlns:a16="http://schemas.microsoft.com/office/drawing/2014/main" id="{039023CA-977C-5946-9E46-D41AFAF2B19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2" y="2566"/>
                <a:ext cx="729" cy="139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endParaRPr>
              </a:p>
            </p:txBody>
          </p:sp>
          <p:sp>
            <p:nvSpPr>
              <p:cNvPr id="282" name="AutoShape 67">
                <a:extLst>
                  <a:ext uri="{FF2B5EF4-FFF2-40B4-BE49-F238E27FC236}">
                    <a16:creationId xmlns:a16="http://schemas.microsoft.com/office/drawing/2014/main" id="{A95F4972-A071-D241-8DB3-965104C3EDE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" y="2580"/>
                <a:ext cx="700" cy="111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endParaRPr>
              </a:p>
            </p:txBody>
          </p:sp>
        </p:grpSp>
        <p:sp>
          <p:nvSpPr>
            <p:cNvPr id="270" name="Rectangle 68">
              <a:extLst>
                <a:ext uri="{FF2B5EF4-FFF2-40B4-BE49-F238E27FC236}">
                  <a16:creationId xmlns:a16="http://schemas.microsoft.com/office/drawing/2014/main" id="{87EA3775-452B-1C4A-BCB4-1F82D746EBF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52" y="429"/>
              <a:ext cx="65" cy="2292"/>
            </a:xfrm>
            <a:prstGeom prst="rect">
              <a:avLst/>
            </a:prstGeom>
            <a:gradFill rotWithShape="1"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271" name="Freeform 69">
              <a:extLst>
                <a:ext uri="{FF2B5EF4-FFF2-40B4-BE49-F238E27FC236}">
                  <a16:creationId xmlns:a16="http://schemas.microsoft.com/office/drawing/2014/main" id="{45913A8B-722F-4340-A919-72B4EE032AF2}"/>
                </a:ext>
              </a:extLst>
            </p:cNvPr>
            <p:cNvSpPr>
              <a:spLocks/>
            </p:cNvSpPr>
            <p:nvPr/>
          </p:nvSpPr>
          <p:spPr bwMode="auto">
            <a:xfrm>
              <a:off x="5312" y="1007"/>
              <a:ext cx="237" cy="213"/>
            </a:xfrm>
            <a:custGeom>
              <a:avLst/>
              <a:gdLst>
                <a:gd name="T0" fmla="*/ 2 w 296"/>
                <a:gd name="T1" fmla="*/ 0 h 256"/>
                <a:gd name="T2" fmla="*/ 32 w 296"/>
                <a:gd name="T3" fmla="*/ 22 h 256"/>
                <a:gd name="T4" fmla="*/ 32 w 296"/>
                <a:gd name="T5" fmla="*/ 41 h 256"/>
                <a:gd name="T6" fmla="*/ 0 w 296"/>
                <a:gd name="T7" fmla="*/ 15 h 256"/>
                <a:gd name="T8" fmla="*/ 2 w 296"/>
                <a:gd name="T9" fmla="*/ 0 h 25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96" h="25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272" name="Freeform 70">
              <a:extLst>
                <a:ext uri="{FF2B5EF4-FFF2-40B4-BE49-F238E27FC236}">
                  <a16:creationId xmlns:a16="http://schemas.microsoft.com/office/drawing/2014/main" id="{2676EFF8-49E0-8440-A1AD-B54B20D4F452}"/>
                </a:ext>
              </a:extLst>
            </p:cNvPr>
            <p:cNvSpPr>
              <a:spLocks/>
            </p:cNvSpPr>
            <p:nvPr/>
          </p:nvSpPr>
          <p:spPr bwMode="auto">
            <a:xfrm>
              <a:off x="5315" y="680"/>
              <a:ext cx="244" cy="240"/>
            </a:xfrm>
            <a:custGeom>
              <a:avLst/>
              <a:gdLst>
                <a:gd name="T0" fmla="*/ 0 w 304"/>
                <a:gd name="T1" fmla="*/ 0 h 288"/>
                <a:gd name="T2" fmla="*/ 34 w 304"/>
                <a:gd name="T3" fmla="*/ 27 h 288"/>
                <a:gd name="T4" fmla="*/ 31 w 304"/>
                <a:gd name="T5" fmla="*/ 48 h 288"/>
                <a:gd name="T6" fmla="*/ 2 w 304"/>
                <a:gd name="T7" fmla="*/ 20 h 288"/>
                <a:gd name="T8" fmla="*/ 0 w 304"/>
                <a:gd name="T9" fmla="*/ 0 h 28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04" h="288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273" name="Oval 71">
              <a:extLst>
                <a:ext uri="{FF2B5EF4-FFF2-40B4-BE49-F238E27FC236}">
                  <a16:creationId xmlns:a16="http://schemas.microsoft.com/office/drawing/2014/main" id="{1F85A707-5AE3-F64D-94EF-B9C82DB6D43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18" y="2610"/>
              <a:ext cx="47" cy="97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274" name="Freeform 72">
              <a:extLst>
                <a:ext uri="{FF2B5EF4-FFF2-40B4-BE49-F238E27FC236}">
                  <a16:creationId xmlns:a16="http://schemas.microsoft.com/office/drawing/2014/main" id="{CAAAAF2D-30B7-D84B-BF96-1507DDCB2A1E}"/>
                </a:ext>
              </a:extLst>
            </p:cNvPr>
            <p:cNvSpPr>
              <a:spLocks/>
            </p:cNvSpPr>
            <p:nvPr/>
          </p:nvSpPr>
          <p:spPr bwMode="auto">
            <a:xfrm>
              <a:off x="5302" y="2614"/>
              <a:ext cx="245" cy="200"/>
            </a:xfrm>
            <a:custGeom>
              <a:avLst/>
              <a:gdLst>
                <a:gd name="T0" fmla="*/ 0 w 306"/>
                <a:gd name="T1" fmla="*/ 18 h 240"/>
                <a:gd name="T2" fmla="*/ 2 w 306"/>
                <a:gd name="T3" fmla="*/ 40 h 240"/>
                <a:gd name="T4" fmla="*/ 34 w 306"/>
                <a:gd name="T5" fmla="*/ 18 h 240"/>
                <a:gd name="T6" fmla="*/ 32 w 306"/>
                <a:gd name="T7" fmla="*/ 0 h 240"/>
                <a:gd name="T8" fmla="*/ 0 w 306"/>
                <a:gd name="T9" fmla="*/ 18 h 24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06" h="240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275" name="AutoShape 73">
              <a:extLst>
                <a:ext uri="{FF2B5EF4-FFF2-40B4-BE49-F238E27FC236}">
                  <a16:creationId xmlns:a16="http://schemas.microsoft.com/office/drawing/2014/main" id="{BA3EE2C3-2176-8A45-B380-5804587A384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40" y="2679"/>
              <a:ext cx="1200" cy="146"/>
            </a:xfrm>
            <a:prstGeom prst="roundRect">
              <a:avLst>
                <a:gd name="adj" fmla="val 50000"/>
              </a:avLst>
            </a:prstGeom>
            <a:solidFill>
              <a:srgbClr val="DDDDDD"/>
            </a:solidFill>
            <a:ln w="9525">
              <a:solidFill>
                <a:srgbClr val="00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276" name="AutoShape 74">
              <a:extLst>
                <a:ext uri="{FF2B5EF4-FFF2-40B4-BE49-F238E27FC236}">
                  <a16:creationId xmlns:a16="http://schemas.microsoft.com/office/drawing/2014/main" id="{08D47FAF-BF1B-1F44-985D-760303B47B3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05" y="2714"/>
              <a:ext cx="1070" cy="76"/>
            </a:xfrm>
            <a:prstGeom prst="roundRect">
              <a:avLst>
                <a:gd name="adj" fmla="val 50000"/>
              </a:avLst>
            </a:prstGeom>
            <a:gradFill rotWithShape="1">
              <a:gsLst>
                <a:gs pos="0">
                  <a:srgbClr val="000000"/>
                </a:gs>
                <a:gs pos="100000">
                  <a:srgbClr val="808080"/>
                </a:gs>
              </a:gsLst>
              <a:lin ang="0" scaled="1"/>
            </a:gradFill>
            <a:ln w="9525">
              <a:solidFill>
                <a:srgbClr val="00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277" name="Oval 75">
              <a:extLst>
                <a:ext uri="{FF2B5EF4-FFF2-40B4-BE49-F238E27FC236}">
                  <a16:creationId xmlns:a16="http://schemas.microsoft.com/office/drawing/2014/main" id="{AF962D89-4DC3-CB40-AD48-4E975B0F290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06" y="2381"/>
              <a:ext cx="160" cy="146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278" name="Oval 76">
              <a:extLst>
                <a:ext uri="{FF2B5EF4-FFF2-40B4-BE49-F238E27FC236}">
                  <a16:creationId xmlns:a16="http://schemas.microsoft.com/office/drawing/2014/main" id="{BA8014D1-6702-5849-87C3-1AE05DDF608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89" y="2387"/>
              <a:ext cx="160" cy="139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Arial" charset="0"/>
              </a:endParaRPr>
            </a:p>
          </p:txBody>
        </p:sp>
        <p:sp>
          <p:nvSpPr>
            <p:cNvPr id="279" name="Oval 77">
              <a:extLst>
                <a:ext uri="{FF2B5EF4-FFF2-40B4-BE49-F238E27FC236}">
                  <a16:creationId xmlns:a16="http://schemas.microsoft.com/office/drawing/2014/main" id="{3083C069-59B7-F047-91ED-17672B32B7F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60" y="2381"/>
              <a:ext cx="160" cy="139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280" name="Rectangle 78">
              <a:extLst>
                <a:ext uri="{FF2B5EF4-FFF2-40B4-BE49-F238E27FC236}">
                  <a16:creationId xmlns:a16="http://schemas.microsoft.com/office/drawing/2014/main" id="{A0E616B9-1439-8B49-B42F-245B61F69E5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62" y="1832"/>
              <a:ext cx="83" cy="764"/>
            </a:xfrm>
            <a:prstGeom prst="rect">
              <a:avLst/>
            </a:prstGeom>
            <a:solidFill>
              <a:srgbClr val="292929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</p:grpSp>
      <p:sp>
        <p:nvSpPr>
          <p:cNvPr id="73" name="Rectangle 3">
            <a:extLst>
              <a:ext uri="{FF2B5EF4-FFF2-40B4-BE49-F238E27FC236}">
                <a16:creationId xmlns:a16="http://schemas.microsoft.com/office/drawing/2014/main" id="{E8DFB3C6-E718-DE4A-87C1-CF7178F7C295}"/>
              </a:ext>
            </a:extLst>
          </p:cNvPr>
          <p:cNvSpPr txBox="1">
            <a:spLocks noChangeArrowheads="1"/>
          </p:cNvSpPr>
          <p:nvPr/>
        </p:nvSpPr>
        <p:spPr>
          <a:xfrm>
            <a:off x="1168400" y="4597399"/>
            <a:ext cx="5118100" cy="190500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93700" marR="0" lvl="0" indent="-263525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charset="2"/>
              <a:buChar char="§"/>
              <a:tabLst/>
              <a:defRPr/>
            </a:pPr>
            <a:r>
              <a:rPr kumimoji="0" lang="en-US" sz="3200" b="0" i="1" u="none" strike="noStrike" kern="1200" cap="none" spc="0" normalizeH="0" baseline="0" noProof="0" dirty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summary: </a:t>
            </a: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initial rate is slow, but ramps up exponentially fast</a:t>
            </a:r>
          </a:p>
        </p:txBody>
      </p:sp>
      <p:sp>
        <p:nvSpPr>
          <p:cNvPr id="74" name="Slide Number Placeholder 2">
            <a:extLst>
              <a:ext uri="{FF2B5EF4-FFF2-40B4-BE49-F238E27FC236}">
                <a16:creationId xmlns:a16="http://schemas.microsoft.com/office/drawing/2014/main" id="{E6BF77EC-AB9F-944C-99D2-21B2DB400DB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19616" y="6443089"/>
            <a:ext cx="2743200" cy="365125"/>
          </a:xfrm>
        </p:spPr>
        <p:txBody>
          <a:bodyPr/>
          <a:lstStyle/>
          <a:p>
            <a:r>
              <a:rPr lang="en-US" dirty="0"/>
              <a:t>Transport Layer: 3-</a:t>
            </a:r>
            <a:fld id="{C4204591-24BD-A542-B9D5-F8D8A88D2FEE}" type="slidenum">
              <a:rPr lang="en-US" smtClean="0"/>
              <a:pPr/>
              <a:t>35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852776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2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500"/>
                            </p:stCondLst>
                            <p:childTnLst>
                              <p:par>
                                <p:cTn id="12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4" dur="500"/>
                                        <p:tgtEl>
                                          <p:spTgt spid="2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000"/>
                            </p:stCondLst>
                            <p:childTnLst>
                              <p:par>
                                <p:cTn id="16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8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6" dur="500"/>
                                        <p:tgtEl>
                                          <p:spTgt spid="2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500"/>
                            </p:stCondLst>
                            <p:childTnLst>
                              <p:par>
                                <p:cTn id="28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1000"/>
                            </p:stCondLst>
                            <p:childTnLst>
                              <p:par>
                                <p:cTn id="3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2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7" dur="500"/>
                                        <p:tgtEl>
                                          <p:spTgt spid="2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1500"/>
                            </p:stCondLst>
                            <p:childTnLst>
                              <p:par>
                                <p:cTn id="39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1" dur="500"/>
                                        <p:tgtEl>
                                          <p:spTgt spid="2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6"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4" grpId="0" animBg="1"/>
      <p:bldP spid="226" grpId="0"/>
      <p:bldP spid="233" grpId="0" animBg="1"/>
      <p:bldP spid="241" grpId="0"/>
      <p:bldP spid="242" grpId="0"/>
      <p:bldP spid="73" grpId="0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8CD900-19EC-824C-BF74-AADFBF5A17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2800" y="246743"/>
            <a:ext cx="11393310" cy="894622"/>
          </a:xfrm>
        </p:spPr>
        <p:txBody>
          <a:bodyPr>
            <a:normAutofit/>
          </a:bodyPr>
          <a:lstStyle/>
          <a:p>
            <a:r>
              <a:rPr lang="en-US" sz="4800" dirty="0"/>
              <a:t>TCP: from slow start to congestion avoidance</a:t>
            </a:r>
            <a:endParaRPr lang="en-US" sz="4400" b="0" dirty="0"/>
          </a:p>
        </p:txBody>
      </p:sp>
      <p:sp>
        <p:nvSpPr>
          <p:cNvPr id="76" name="Rectangle 3">
            <a:extLst>
              <a:ext uri="{FF2B5EF4-FFF2-40B4-BE49-F238E27FC236}">
                <a16:creationId xmlns:a16="http://schemas.microsoft.com/office/drawing/2014/main" id="{2C9AD9FD-A93B-FF4D-B019-6827A14601C2}"/>
              </a:ext>
            </a:extLst>
          </p:cNvPr>
          <p:cNvSpPr txBox="1">
            <a:spLocks noChangeArrowheads="1"/>
          </p:cNvSpPr>
          <p:nvPr/>
        </p:nvSpPr>
        <p:spPr>
          <a:xfrm>
            <a:off x="952500" y="1382665"/>
            <a:ext cx="5054600" cy="19050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52425" marR="0" lvl="0" indent="-22225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charset="0"/>
              <a:buNone/>
              <a:tabLst/>
              <a:defRPr/>
            </a:pPr>
            <a:r>
              <a:rPr kumimoji="0" lang="en-US" sz="2800" b="0" i="1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Q: 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when should the exponential increase switch to linear? </a:t>
            </a:r>
          </a:p>
          <a:p>
            <a:pPr marL="352425" marR="0" lvl="0" indent="-22225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charset="0"/>
              <a:buNone/>
              <a:tabLst/>
              <a:defRPr/>
            </a:pPr>
            <a:r>
              <a:rPr kumimoji="0" lang="en-US" sz="2800" b="0" i="1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A: 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when </a:t>
            </a:r>
            <a:r>
              <a:rPr kumimoji="0" lang="en-US" sz="28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charset="0"/>
                <a:ea typeface="+mn-ea"/>
                <a:cs typeface="+mn-cs"/>
              </a:rPr>
              <a:t>cwnd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gets to 1/2 of its value before timeout.</a:t>
            </a:r>
          </a:p>
        </p:txBody>
      </p:sp>
      <p:sp>
        <p:nvSpPr>
          <p:cNvPr id="77" name="Rectangle 4">
            <a:extLst>
              <a:ext uri="{FF2B5EF4-FFF2-40B4-BE49-F238E27FC236}">
                <a16:creationId xmlns:a16="http://schemas.microsoft.com/office/drawing/2014/main" id="{38B71F69-39D9-954A-BA33-6A5861B7704D}"/>
              </a:ext>
            </a:extLst>
          </p:cNvPr>
          <p:cNvSpPr txBox="1">
            <a:spLocks noChangeArrowheads="1"/>
          </p:cNvSpPr>
          <p:nvPr/>
        </p:nvSpPr>
        <p:spPr>
          <a:xfrm>
            <a:off x="952500" y="3528965"/>
            <a:ext cx="4927600" cy="19050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52425" marR="0" lvl="0" indent="-22225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charset="0"/>
              <a:buNone/>
              <a:tabLst/>
              <a:defRPr/>
            </a:pP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Implementation:</a:t>
            </a:r>
          </a:p>
          <a:p>
            <a:pPr marL="352425" marR="0" lvl="0" indent="-22225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charset="2"/>
              <a:buChar char="§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variable </a:t>
            </a:r>
            <a:r>
              <a:rPr kumimoji="0" lang="en-US" sz="24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charset="0"/>
                <a:ea typeface="+mn-ea"/>
                <a:cs typeface="+mn-cs"/>
              </a:rPr>
              <a:t>ssthresh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charset="0"/>
                <a:ea typeface="+mn-ea"/>
                <a:cs typeface="+mn-cs"/>
              </a:rPr>
              <a:t> </a:t>
            </a:r>
          </a:p>
          <a:p>
            <a:pPr marL="352425" marR="0" lvl="0" indent="-22225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charset="2"/>
              <a:buChar char="§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on loss event, </a:t>
            </a:r>
            <a:r>
              <a:rPr kumimoji="0" lang="en-US" sz="24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charset="0"/>
                <a:ea typeface="+mn-ea"/>
                <a:cs typeface="+mn-cs"/>
              </a:rPr>
              <a:t>ssthresh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is set to 1/2 of </a:t>
            </a:r>
            <a:r>
              <a:rPr kumimoji="0" lang="en-US" sz="24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charset="0"/>
                <a:ea typeface="+mn-ea"/>
                <a:cs typeface="+mn-cs"/>
              </a:rPr>
              <a:t>cwnd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charset="0"/>
                <a:ea typeface="+mn-ea"/>
                <a:cs typeface="+mn-cs"/>
              </a:rPr>
              <a:t> 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just before loss event</a:t>
            </a:r>
          </a:p>
        </p:txBody>
      </p:sp>
      <p:pic>
        <p:nvPicPr>
          <p:cNvPr id="79" name="Picture 7">
            <a:extLst>
              <a:ext uri="{FF2B5EF4-FFF2-40B4-BE49-F238E27FC236}">
                <a16:creationId xmlns:a16="http://schemas.microsoft.com/office/drawing/2014/main" id="{E19775EA-E95E-BD43-909F-67A89A00EF5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21387" y="1889345"/>
            <a:ext cx="5536882" cy="3157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</p:pic>
      <p:sp>
        <p:nvSpPr>
          <p:cNvPr id="80" name="TextBox 1">
            <a:extLst>
              <a:ext uri="{FF2B5EF4-FFF2-40B4-BE49-F238E27FC236}">
                <a16:creationId xmlns:a16="http://schemas.microsoft.com/office/drawing/2014/main" id="{E6044695-E347-A24B-9CB7-78BC7713188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43000" y="6135312"/>
            <a:ext cx="9756775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* Check out the online interactive exercises for more examples: h</a:t>
            </a:r>
            <a:r>
              <a:rPr kumimoji="0" lang="en-US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ttp://</a:t>
            </a:r>
            <a:r>
              <a:rPr kumimoji="0" lang="en-US" altLang="en-US" sz="12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gaia.cs.umass.edu</a:t>
            </a:r>
            <a:r>
              <a:rPr kumimoji="0" lang="en-US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/</a:t>
            </a:r>
            <a:r>
              <a:rPr kumimoji="0" lang="en-US" altLang="en-US" sz="12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kurose_ross</a:t>
            </a:r>
            <a:r>
              <a:rPr kumimoji="0" lang="en-US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/interactive/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E5A3F5F-F42B-F04E-BB6A-D57835C29067}"/>
              </a:ext>
            </a:extLst>
          </p:cNvPr>
          <p:cNvSpPr/>
          <p:nvPr/>
        </p:nvSpPr>
        <p:spPr>
          <a:xfrm>
            <a:off x="7851775" y="3825875"/>
            <a:ext cx="850900" cy="20002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9BEA2FA-AD20-B940-ADBA-D9DD40684573}"/>
              </a:ext>
            </a:extLst>
          </p:cNvPr>
          <p:cNvSpPr/>
          <p:nvPr/>
        </p:nvSpPr>
        <p:spPr>
          <a:xfrm>
            <a:off x="7677150" y="3924300"/>
            <a:ext cx="850900" cy="4571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D72B7EED-D8C9-284D-9A93-58D1D9D479F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20300" y="3804496"/>
            <a:ext cx="1003300" cy="234103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F9E33F83-60EE-F54A-B838-917BE2E70995}"/>
              </a:ext>
            </a:extLst>
          </p:cNvPr>
          <p:cNvSpPr/>
          <p:nvPr/>
        </p:nvSpPr>
        <p:spPr>
          <a:xfrm>
            <a:off x="9194800" y="1892300"/>
            <a:ext cx="2133600" cy="24892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A184EDA-6A29-2941-A0A9-C122E26F942B}"/>
              </a:ext>
            </a:extLst>
          </p:cNvPr>
          <p:cNvSpPr txBox="1"/>
          <p:nvPr/>
        </p:nvSpPr>
        <p:spPr>
          <a:xfrm>
            <a:off x="9067800" y="2197100"/>
            <a:ext cx="3113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X</a:t>
            </a:r>
          </a:p>
        </p:txBody>
      </p:sp>
      <p:sp>
        <p:nvSpPr>
          <p:cNvPr id="13" name="Slide Number Placeholder 2">
            <a:extLst>
              <a:ext uri="{FF2B5EF4-FFF2-40B4-BE49-F238E27FC236}">
                <a16:creationId xmlns:a16="http://schemas.microsoft.com/office/drawing/2014/main" id="{632F645E-415D-7B49-B6B8-127E8033C5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19616" y="6443089"/>
            <a:ext cx="2743200" cy="365125"/>
          </a:xfrm>
        </p:spPr>
        <p:txBody>
          <a:bodyPr/>
          <a:lstStyle/>
          <a:p>
            <a:r>
              <a:rPr lang="en-US" dirty="0"/>
              <a:t>Transport Layer: 3-</a:t>
            </a:r>
            <a:fld id="{C4204591-24BD-A542-B9D5-F8D8A88D2FEE}" type="slidenum">
              <a:rPr lang="en-US" smtClean="0"/>
              <a:pPr/>
              <a:t>36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210945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11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7" grpId="0"/>
      <p:bldP spid="80" grpId="0"/>
      <p:bldP spid="4" grpId="0" animBg="1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8CD900-19EC-824C-BF74-AADFBF5A17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2800" y="232962"/>
            <a:ext cx="11393310" cy="894622"/>
          </a:xfrm>
        </p:spPr>
        <p:txBody>
          <a:bodyPr>
            <a:normAutofit/>
          </a:bodyPr>
          <a:lstStyle/>
          <a:p>
            <a:r>
              <a:rPr lang="en-US" sz="4800" dirty="0"/>
              <a:t>Summary: TCP congestion control</a:t>
            </a:r>
            <a:endParaRPr lang="en-US" sz="4400" b="0" dirty="0"/>
          </a:p>
        </p:txBody>
      </p:sp>
      <p:grpSp>
        <p:nvGrpSpPr>
          <p:cNvPr id="120" name="Group 240">
            <a:extLst>
              <a:ext uri="{FF2B5EF4-FFF2-40B4-BE49-F238E27FC236}">
                <a16:creationId xmlns:a16="http://schemas.microsoft.com/office/drawing/2014/main" id="{B8318BC0-AA34-2B4C-984C-EDCF98015A80}"/>
              </a:ext>
            </a:extLst>
          </p:cNvPr>
          <p:cNvGrpSpPr>
            <a:grpSpLocks/>
          </p:cNvGrpSpPr>
          <p:nvPr/>
        </p:nvGrpSpPr>
        <p:grpSpPr bwMode="auto">
          <a:xfrm>
            <a:off x="5041900" y="2967944"/>
            <a:ext cx="2133600" cy="814388"/>
            <a:chOff x="2168" y="1727"/>
            <a:chExt cx="1344" cy="513"/>
          </a:xfrm>
        </p:grpSpPr>
        <p:grpSp>
          <p:nvGrpSpPr>
            <p:cNvPr id="121" name="Group 171">
              <a:extLst>
                <a:ext uri="{FF2B5EF4-FFF2-40B4-BE49-F238E27FC236}">
                  <a16:creationId xmlns:a16="http://schemas.microsoft.com/office/drawing/2014/main" id="{D4CA30E0-0C2B-AE49-9354-140DEA72FEEE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280" y="1727"/>
              <a:ext cx="1118" cy="513"/>
              <a:chOff x="2280" y="1727"/>
              <a:chExt cx="1118" cy="513"/>
            </a:xfrm>
          </p:grpSpPr>
          <p:sp>
            <p:nvSpPr>
              <p:cNvPr id="123" name="Text Box 172">
                <a:extLst>
                  <a:ext uri="{FF2B5EF4-FFF2-40B4-BE49-F238E27FC236}">
                    <a16:creationId xmlns:a16="http://schemas.microsoft.com/office/drawing/2014/main" id="{FF8E7E11-C655-8C41-BFE2-A6DA1E48685D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640" y="1727"/>
                <a:ext cx="377" cy="15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1pPr>
                <a:lvl2pPr marL="742950" indent="-285750"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2pPr>
                <a:lvl3pPr marL="1143000" indent="-228600"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3pPr>
                <a:lvl4pPr marL="1600200" indent="-228600"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4pPr>
                <a:lvl5pPr marL="2057400" indent="-228600"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0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  <a:cs typeface="+mn-cs"/>
                  </a:rPr>
                  <a:t>timeout</a:t>
                </a:r>
              </a:p>
            </p:txBody>
          </p:sp>
          <p:sp>
            <p:nvSpPr>
              <p:cNvPr id="124" name="Text Box 173">
                <a:extLst>
                  <a:ext uri="{FF2B5EF4-FFF2-40B4-BE49-F238E27FC236}">
                    <a16:creationId xmlns:a16="http://schemas.microsoft.com/office/drawing/2014/main" id="{781154BA-9409-094D-BBC4-EE21CE699661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280" y="1838"/>
                <a:ext cx="1118" cy="40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1pPr>
                <a:lvl2pPr marL="742950" indent="-285750"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2pPr>
                <a:lvl3pPr marL="1143000" indent="-228600"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3pPr>
                <a:lvl4pPr marL="1600200" indent="-228600"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4pPr>
                <a:lvl5pPr marL="2057400" indent="-228600"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9pPr>
              </a:lstStyle>
              <a:p>
                <a:pPr marL="0" marR="0" lvl="0" indent="0" algn="ctr" defTabSz="914400" rtl="0" eaLnBrk="1" fontAlgn="base" latinLnBrk="0" hangingPunct="1">
                  <a:lnSpc>
                    <a:spcPct val="85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0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  <a:cs typeface="+mn-cs"/>
                  </a:rPr>
                  <a:t>ssthresh = cwnd/2</a:t>
                </a:r>
              </a:p>
              <a:p>
                <a:pPr marL="0" marR="0" lvl="0" indent="0" algn="ctr" defTabSz="914400" rtl="0" eaLnBrk="1" fontAlgn="base" latinLnBrk="0" hangingPunct="1">
                  <a:lnSpc>
                    <a:spcPct val="85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0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  <a:cs typeface="+mn-cs"/>
                  </a:rPr>
                  <a:t>cwnd = 1 MSS</a:t>
                </a:r>
              </a:p>
              <a:p>
                <a:pPr marL="0" marR="0" lvl="0" indent="0" algn="ctr" defTabSz="914400" rtl="0" eaLnBrk="1" fontAlgn="base" latinLnBrk="0" hangingPunct="1">
                  <a:lnSpc>
                    <a:spcPct val="85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0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  <a:cs typeface="+mn-cs"/>
                  </a:rPr>
                  <a:t>dupACKcount = 0</a:t>
                </a:r>
              </a:p>
              <a:p>
                <a:pPr marL="0" marR="0" lvl="0" indent="0" algn="ctr" defTabSz="914400" rtl="0" eaLnBrk="1" fontAlgn="base" latinLnBrk="0" hangingPunct="1">
                  <a:lnSpc>
                    <a:spcPct val="85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000" b="0" i="1" u="none" strike="noStrike" kern="0" cap="none" spc="0" normalizeH="0" baseline="0" noProof="0">
                    <a:ln>
                      <a:noFill/>
                    </a:ln>
                    <a:solidFill>
                      <a:srgbClr val="000099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  <a:cs typeface="+mn-cs"/>
                  </a:rPr>
                  <a:t>retransmit missing segment</a:t>
                </a:r>
                <a:r>
                  <a:rPr kumimoji="0" lang="en-US" sz="12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  <a:cs typeface="+mn-cs"/>
                  </a:rPr>
                  <a:t> </a:t>
                </a:r>
              </a:p>
            </p:txBody>
          </p:sp>
          <p:sp>
            <p:nvSpPr>
              <p:cNvPr id="125" name="Line 174">
                <a:extLst>
                  <a:ext uri="{FF2B5EF4-FFF2-40B4-BE49-F238E27FC236}">
                    <a16:creationId xmlns:a16="http://schemas.microsoft.com/office/drawing/2014/main" id="{23E8607A-0151-5141-A774-0AAB4333ECA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491" y="1857"/>
                <a:ext cx="697" cy="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endParaRPr>
              </a:p>
            </p:txBody>
          </p:sp>
        </p:grpSp>
        <p:sp>
          <p:nvSpPr>
            <p:cNvPr id="122" name="Line 175">
              <a:extLst>
                <a:ext uri="{FF2B5EF4-FFF2-40B4-BE49-F238E27FC236}">
                  <a16:creationId xmlns:a16="http://schemas.microsoft.com/office/drawing/2014/main" id="{480EB5CD-B8F2-AD46-B2D4-50FE6302F915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168" y="1734"/>
              <a:ext cx="1344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</p:grpSp>
      <p:grpSp>
        <p:nvGrpSpPr>
          <p:cNvPr id="126" name="Group 239">
            <a:extLst>
              <a:ext uri="{FF2B5EF4-FFF2-40B4-BE49-F238E27FC236}">
                <a16:creationId xmlns:a16="http://schemas.microsoft.com/office/drawing/2014/main" id="{BEAEB11D-18E7-8047-A552-B728B0628FCC}"/>
              </a:ext>
            </a:extLst>
          </p:cNvPr>
          <p:cNvGrpSpPr>
            <a:grpSpLocks/>
          </p:cNvGrpSpPr>
          <p:nvPr/>
        </p:nvGrpSpPr>
        <p:grpSpPr bwMode="auto">
          <a:xfrm>
            <a:off x="5072063" y="2491694"/>
            <a:ext cx="2133600" cy="398463"/>
            <a:chOff x="2187" y="1427"/>
            <a:chExt cx="1344" cy="251"/>
          </a:xfrm>
        </p:grpSpPr>
        <p:sp>
          <p:nvSpPr>
            <p:cNvPr id="127" name="Line 176">
              <a:extLst>
                <a:ext uri="{FF2B5EF4-FFF2-40B4-BE49-F238E27FC236}">
                  <a16:creationId xmlns:a16="http://schemas.microsoft.com/office/drawing/2014/main" id="{D84A4978-7B73-A04D-B0FB-C9ECAA3BFBCF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187" y="1673"/>
              <a:ext cx="1344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 type="triangle" w="med" len="med"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128" name="Text Box 181">
              <a:extLst>
                <a:ext uri="{FF2B5EF4-FFF2-40B4-BE49-F238E27FC236}">
                  <a16:creationId xmlns:a16="http://schemas.microsoft.com/office/drawing/2014/main" id="{67AF987A-C53D-534B-8C98-26557C3B4EE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740" y="1543"/>
              <a:ext cx="171" cy="13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8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0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ymbol" charset="0"/>
                  <a:ea typeface="ＭＳ Ｐゴシック" charset="0"/>
                  <a:cs typeface="+mn-cs"/>
                </a:rPr>
                <a:t>L</a:t>
              </a:r>
              <a:endParaRPr kumimoji="0" lang="en-US" sz="12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ymbol" charset="0"/>
                <a:ea typeface="ＭＳ Ｐゴシック" charset="0"/>
                <a:cs typeface="+mn-cs"/>
              </a:endParaRPr>
            </a:p>
          </p:txBody>
        </p:sp>
        <p:sp>
          <p:nvSpPr>
            <p:cNvPr id="129" name="Line 182">
              <a:extLst>
                <a:ext uri="{FF2B5EF4-FFF2-40B4-BE49-F238E27FC236}">
                  <a16:creationId xmlns:a16="http://schemas.microsoft.com/office/drawing/2014/main" id="{0957FCBB-06D0-8E4D-B983-2F2597BDE03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572" y="1554"/>
              <a:ext cx="535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grpSp>
          <p:nvGrpSpPr>
            <p:cNvPr id="130" name="Group 183">
              <a:extLst>
                <a:ext uri="{FF2B5EF4-FFF2-40B4-BE49-F238E27FC236}">
                  <a16:creationId xmlns:a16="http://schemas.microsoft.com/office/drawing/2014/main" id="{2A6AF175-C9C0-F044-9ECF-011972294E6E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486" y="1427"/>
              <a:ext cx="694" cy="154"/>
              <a:chOff x="2458" y="1450"/>
              <a:chExt cx="694" cy="154"/>
            </a:xfrm>
          </p:grpSpPr>
          <p:sp>
            <p:nvSpPr>
              <p:cNvPr id="131" name="Text Box 184">
                <a:extLst>
                  <a:ext uri="{FF2B5EF4-FFF2-40B4-BE49-F238E27FC236}">
                    <a16:creationId xmlns:a16="http://schemas.microsoft.com/office/drawing/2014/main" id="{69E43EDF-5B05-364C-B439-379F8E8E5464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458" y="1450"/>
                <a:ext cx="694" cy="15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1pPr>
                <a:lvl2pPr marL="742950" indent="-285750"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2pPr>
                <a:lvl3pPr marL="1143000" indent="-228600"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3pPr>
                <a:lvl4pPr marL="1600200" indent="-228600"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4pPr>
                <a:lvl5pPr marL="2057400" indent="-228600"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0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  <a:cs typeface="+mn-cs"/>
                  </a:rPr>
                  <a:t>cwnd &gt; ssthresh</a:t>
                </a:r>
              </a:p>
            </p:txBody>
          </p:sp>
          <p:sp>
            <p:nvSpPr>
              <p:cNvPr id="132" name="Line 185">
                <a:extLst>
                  <a:ext uri="{FF2B5EF4-FFF2-40B4-BE49-F238E27FC236}">
                    <a16:creationId xmlns:a16="http://schemas.microsoft.com/office/drawing/2014/main" id="{A2D5E496-DCFA-5A4E-A6E2-D2DB456893C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724" y="1557"/>
                <a:ext cx="47" cy="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endParaRPr>
              </a:p>
            </p:txBody>
          </p:sp>
        </p:grpSp>
      </p:grpSp>
      <p:grpSp>
        <p:nvGrpSpPr>
          <p:cNvPr id="133" name="Group 242">
            <a:extLst>
              <a:ext uri="{FF2B5EF4-FFF2-40B4-BE49-F238E27FC236}">
                <a16:creationId xmlns:a16="http://schemas.microsoft.com/office/drawing/2014/main" id="{47D1413D-A42B-8C4D-87CC-5C4E42849EFF}"/>
              </a:ext>
            </a:extLst>
          </p:cNvPr>
          <p:cNvGrpSpPr>
            <a:grpSpLocks/>
          </p:cNvGrpSpPr>
          <p:nvPr/>
        </p:nvGrpSpPr>
        <p:grpSpPr bwMode="auto">
          <a:xfrm>
            <a:off x="7118352" y="1429657"/>
            <a:ext cx="2782888" cy="2398713"/>
            <a:chOff x="3476" y="786"/>
            <a:chExt cx="1753" cy="1511"/>
          </a:xfrm>
        </p:grpSpPr>
        <p:grpSp>
          <p:nvGrpSpPr>
            <p:cNvPr id="134" name="Group 164">
              <a:extLst>
                <a:ext uri="{FF2B5EF4-FFF2-40B4-BE49-F238E27FC236}">
                  <a16:creationId xmlns:a16="http://schemas.microsoft.com/office/drawing/2014/main" id="{13A111CF-BAAF-8E4B-AD25-85FAC5339083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602" y="1330"/>
              <a:ext cx="820" cy="754"/>
              <a:chOff x="2293" y="2021"/>
              <a:chExt cx="820" cy="754"/>
            </a:xfrm>
          </p:grpSpPr>
          <p:sp>
            <p:nvSpPr>
              <p:cNvPr id="146" name="Oval 165">
                <a:extLst>
                  <a:ext uri="{FF2B5EF4-FFF2-40B4-BE49-F238E27FC236}">
                    <a16:creationId xmlns:a16="http://schemas.microsoft.com/office/drawing/2014/main" id="{7F0D89BB-B178-8C49-9E72-934506A1B7F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293" y="2021"/>
                <a:ext cx="800" cy="754"/>
              </a:xfrm>
              <a:prstGeom prst="ellipse">
                <a:avLst/>
              </a:prstGeom>
              <a:solidFill>
                <a:srgbClr val="00CC99"/>
              </a:solidFill>
              <a:ln w="9525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endParaRPr>
              </a:p>
            </p:txBody>
          </p:sp>
          <p:sp>
            <p:nvSpPr>
              <p:cNvPr id="147" name="Text Box 166">
                <a:extLst>
                  <a:ext uri="{FF2B5EF4-FFF2-40B4-BE49-F238E27FC236}">
                    <a16:creationId xmlns:a16="http://schemas.microsoft.com/office/drawing/2014/main" id="{F3628968-0539-164C-B861-FF5A02A982C1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294" y="2191"/>
                <a:ext cx="819" cy="58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1pPr>
                <a:lvl2pPr marL="742950" indent="-285750"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2pPr>
                <a:lvl3pPr marL="1143000" indent="-228600"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3pPr>
                <a:lvl4pPr marL="1600200" indent="-228600"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4pPr>
                <a:lvl5pPr marL="2057400" indent="-228600"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9pPr>
              </a:lstStyle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  <a:cs typeface="+mn-cs"/>
                  </a:rPr>
                  <a:t>congestion</a:t>
                </a:r>
              </a:p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  <a:cs typeface="+mn-cs"/>
                  </a:rPr>
                  <a:t>avoidance </a:t>
                </a:r>
              </a:p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+mn-cs"/>
                </a:endParaRPr>
              </a:p>
            </p:txBody>
          </p:sp>
        </p:grpSp>
        <p:grpSp>
          <p:nvGrpSpPr>
            <p:cNvPr id="135" name="Group 190">
              <a:extLst>
                <a:ext uri="{FF2B5EF4-FFF2-40B4-BE49-F238E27FC236}">
                  <a16:creationId xmlns:a16="http://schemas.microsoft.com/office/drawing/2014/main" id="{412FAE5F-D426-1A41-B7BF-9EE3E24BCCB0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476" y="786"/>
              <a:ext cx="1496" cy="575"/>
              <a:chOff x="3499" y="904"/>
              <a:chExt cx="1496" cy="575"/>
            </a:xfrm>
          </p:grpSpPr>
          <p:sp>
            <p:nvSpPr>
              <p:cNvPr id="142" name="Text Box 191">
                <a:extLst>
                  <a:ext uri="{FF2B5EF4-FFF2-40B4-BE49-F238E27FC236}">
                    <a16:creationId xmlns:a16="http://schemas.microsoft.com/office/drawing/2014/main" id="{44318C88-BEF5-7146-AE72-3458C7D49FA3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499" y="1037"/>
                <a:ext cx="1496" cy="44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1pPr>
                <a:lvl2pPr marL="742950" indent="-285750"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2pPr>
                <a:lvl3pPr marL="1143000" indent="-228600"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3pPr>
                <a:lvl4pPr marL="1600200" indent="-228600"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4pPr>
                <a:lvl5pPr marL="2057400" indent="-228600"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9pPr>
              </a:lstStyle>
              <a:p>
                <a:pPr marL="0" marR="0" lvl="0" indent="0" algn="ctr" defTabSz="914400" rtl="0" eaLnBrk="1" fontAlgn="base" latinLnBrk="0" hangingPunct="1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050" b="0" i="0" u="none" strike="noStrike" kern="0" cap="none" spc="0" normalizeH="0" baseline="0" noProof="0" dirty="0" err="1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  <a:cs typeface="+mn-cs"/>
                  </a:rPr>
                  <a:t>cwnd</a:t>
                </a:r>
                <a:r>
                  <a:rPr kumimoji="0" lang="en-US" sz="105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  <a:cs typeface="+mn-cs"/>
                  </a:rPr>
                  <a:t> = </a:t>
                </a:r>
                <a:r>
                  <a:rPr kumimoji="0" lang="en-US" sz="1050" b="0" i="0" u="none" strike="noStrike" kern="0" cap="none" spc="0" normalizeH="0" baseline="0" noProof="0" dirty="0" err="1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  <a:cs typeface="+mn-cs"/>
                  </a:rPr>
                  <a:t>cwnd</a:t>
                </a:r>
                <a:r>
                  <a:rPr kumimoji="0" lang="en-US" sz="105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  <a:cs typeface="+mn-cs"/>
                  </a:rPr>
                  <a:t> + MSS    (MSS/</a:t>
                </a:r>
                <a:r>
                  <a:rPr kumimoji="0" lang="en-US" sz="1050" b="0" i="0" u="none" strike="noStrike" kern="0" cap="none" spc="0" normalizeH="0" baseline="0" noProof="0" dirty="0" err="1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  <a:cs typeface="+mn-cs"/>
                  </a:rPr>
                  <a:t>cwnd</a:t>
                </a:r>
                <a:r>
                  <a:rPr kumimoji="0" lang="en-US" sz="105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  <a:cs typeface="+mn-cs"/>
                  </a:rPr>
                  <a:t>)</a:t>
                </a:r>
              </a:p>
              <a:p>
                <a:pPr marL="0" marR="0" lvl="0" indent="0" algn="ctr" defTabSz="914400" rtl="0" eaLnBrk="1" fontAlgn="base" latinLnBrk="0" hangingPunct="1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050" b="0" i="0" u="none" strike="noStrike" kern="0" cap="none" spc="0" normalizeH="0" baseline="0" noProof="0" dirty="0" err="1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  <a:cs typeface="+mn-cs"/>
                  </a:rPr>
                  <a:t>dupACKcount</a:t>
                </a:r>
                <a:r>
                  <a:rPr kumimoji="0" lang="en-US" sz="105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  <a:cs typeface="+mn-cs"/>
                  </a:rPr>
                  <a:t> = 0</a:t>
                </a:r>
              </a:p>
              <a:p>
                <a:pPr marL="0" marR="0" lvl="0" indent="0" algn="ctr" defTabSz="914400" rtl="0" eaLnBrk="1" fontAlgn="base" latinLnBrk="0" hangingPunct="1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050" b="0" i="1" u="none" strike="noStrike" kern="0" cap="none" spc="0" normalizeH="0" baseline="0" noProof="0" dirty="0">
                    <a:ln>
                      <a:noFill/>
                    </a:ln>
                    <a:solidFill>
                      <a:srgbClr val="000099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  <a:cs typeface="+mn-cs"/>
                  </a:rPr>
                  <a:t>transmit new segment(s), as allowed</a:t>
                </a:r>
              </a:p>
              <a:p>
                <a:pPr marL="0" marR="0" lvl="0" indent="0" algn="ctr" defTabSz="914400" rtl="0" eaLnBrk="1" fontAlgn="base" latinLnBrk="0" hangingPunct="1">
                  <a:lnSpc>
                    <a:spcPct val="8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400" b="0" i="1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+mn-cs"/>
                </a:endParaRPr>
              </a:p>
            </p:txBody>
          </p:sp>
          <p:sp>
            <p:nvSpPr>
              <p:cNvPr id="143" name="Line 192">
                <a:extLst>
                  <a:ext uri="{FF2B5EF4-FFF2-40B4-BE49-F238E27FC236}">
                    <a16:creationId xmlns:a16="http://schemas.microsoft.com/office/drawing/2014/main" id="{EC5DE775-BD59-2247-B940-402844468A0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976" y="1054"/>
                <a:ext cx="535" cy="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endParaRPr>
              </a:p>
            </p:txBody>
          </p:sp>
          <p:sp>
            <p:nvSpPr>
              <p:cNvPr id="144" name="Text Box 193">
                <a:extLst>
                  <a:ext uri="{FF2B5EF4-FFF2-40B4-BE49-F238E27FC236}">
                    <a16:creationId xmlns:a16="http://schemas.microsoft.com/office/drawing/2014/main" id="{1953AC16-16E8-A640-AE22-73DEDE1D319F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974" y="915"/>
                <a:ext cx="471" cy="16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1pPr>
                <a:lvl2pPr marL="742950" indent="-285750"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2pPr>
                <a:lvl3pPr marL="1143000" indent="-228600"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3pPr>
                <a:lvl4pPr marL="1600200" indent="-228600"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4pPr>
                <a:lvl5pPr marL="2057400" indent="-228600"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05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  <a:cs typeface="+mn-cs"/>
                  </a:rPr>
                  <a:t>new ACK</a:t>
                </a:r>
              </a:p>
            </p:txBody>
          </p:sp>
          <p:sp>
            <p:nvSpPr>
              <p:cNvPr id="145" name="Text Box 194">
                <a:extLst>
                  <a:ext uri="{FF2B5EF4-FFF2-40B4-BE49-F238E27FC236}">
                    <a16:creationId xmlns:a16="http://schemas.microsoft.com/office/drawing/2014/main" id="{6D1C4C5E-4778-AF4F-812A-CF7A44F21F90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311" y="904"/>
                <a:ext cx="173" cy="33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1pPr>
                <a:lvl2pPr marL="742950" indent="-285750"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2pPr>
                <a:lvl3pPr marL="1143000" indent="-228600"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3pPr>
                <a:lvl4pPr marL="1600200" indent="-228600"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4pPr>
                <a:lvl5pPr marL="2057400" indent="-228600"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28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charset="0"/>
                    <a:ea typeface="ＭＳ Ｐゴシック" charset="0"/>
                    <a:cs typeface="+mn-cs"/>
                  </a:rPr>
                  <a:t>.</a:t>
                </a:r>
              </a:p>
            </p:txBody>
          </p:sp>
        </p:grpSp>
        <p:sp>
          <p:nvSpPr>
            <p:cNvPr id="136" name="Freeform 195">
              <a:extLst>
                <a:ext uri="{FF2B5EF4-FFF2-40B4-BE49-F238E27FC236}">
                  <a16:creationId xmlns:a16="http://schemas.microsoft.com/office/drawing/2014/main" id="{4555525A-5282-E944-A402-41F5363AC763}"/>
                </a:ext>
              </a:extLst>
            </p:cNvPr>
            <p:cNvSpPr>
              <a:spLocks/>
            </p:cNvSpPr>
            <p:nvPr/>
          </p:nvSpPr>
          <p:spPr bwMode="auto">
            <a:xfrm rot="9705213">
              <a:off x="4212" y="1145"/>
              <a:ext cx="333" cy="452"/>
            </a:xfrm>
            <a:custGeom>
              <a:avLst/>
              <a:gdLst>
                <a:gd name="T0" fmla="*/ 112 w 376"/>
                <a:gd name="T1" fmla="*/ 306 h 452"/>
                <a:gd name="T2" fmla="*/ 24 w 376"/>
                <a:gd name="T3" fmla="*/ 269 h 452"/>
                <a:gd name="T4" fmla="*/ 62 w 376"/>
                <a:gd name="T5" fmla="*/ 0 h 452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376" h="452">
                  <a:moveTo>
                    <a:pt x="376" y="306"/>
                  </a:moveTo>
                  <a:cubicBezTo>
                    <a:pt x="332" y="380"/>
                    <a:pt x="164" y="452"/>
                    <a:pt x="82" y="269"/>
                  </a:cubicBezTo>
                  <a:cubicBezTo>
                    <a:pt x="0" y="86"/>
                    <a:pt x="66" y="18"/>
                    <a:pt x="208" y="0"/>
                  </a:cubicBezTo>
                </a:path>
              </a:pathLst>
            </a:custGeom>
            <a:noFill/>
            <a:ln w="9525">
              <a:solidFill>
                <a:srgbClr val="000000"/>
              </a:solidFill>
              <a:round/>
              <a:headEnd type="none" w="med" len="med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grpSp>
          <p:nvGrpSpPr>
            <p:cNvPr id="137" name="Group 196">
              <a:extLst>
                <a:ext uri="{FF2B5EF4-FFF2-40B4-BE49-F238E27FC236}">
                  <a16:creationId xmlns:a16="http://schemas.microsoft.com/office/drawing/2014/main" id="{9CDBEBEA-0E7D-9247-8F24-8B50DDA32181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489" y="1909"/>
              <a:ext cx="740" cy="388"/>
              <a:chOff x="4254" y="2922"/>
              <a:chExt cx="740" cy="388"/>
            </a:xfrm>
          </p:grpSpPr>
          <p:sp>
            <p:nvSpPr>
              <p:cNvPr id="139" name="Text Box 197">
                <a:extLst>
                  <a:ext uri="{FF2B5EF4-FFF2-40B4-BE49-F238E27FC236}">
                    <a16:creationId xmlns:a16="http://schemas.microsoft.com/office/drawing/2014/main" id="{F06A41AE-1F53-A747-A3E3-199BBEDFE503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254" y="3062"/>
                <a:ext cx="740" cy="24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1pPr>
                <a:lvl2pPr marL="742950" indent="-285750"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2pPr>
                <a:lvl3pPr marL="1143000" indent="-228600"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3pPr>
                <a:lvl4pPr marL="1600200" indent="-228600"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4pPr>
                <a:lvl5pPr marL="2057400" indent="-228600"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9pPr>
              </a:lstStyle>
              <a:p>
                <a:pPr marL="0" marR="0" lvl="0" indent="0" algn="ctr" defTabSz="914400" rtl="0" eaLnBrk="1" fontAlgn="base" latinLnBrk="0" hangingPunct="1">
                  <a:lnSpc>
                    <a:spcPct val="8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05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  <a:cs typeface="+mn-cs"/>
                  </a:rPr>
                  <a:t>dupACKcount++</a:t>
                </a:r>
              </a:p>
              <a:p>
                <a:pPr marL="0" marR="0" lvl="0" indent="0" algn="ctr" defTabSz="914400" rtl="0" eaLnBrk="1" fontAlgn="base" latinLnBrk="0" hangingPunct="1">
                  <a:lnSpc>
                    <a:spcPct val="8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+mn-cs"/>
                </a:endParaRPr>
              </a:p>
            </p:txBody>
          </p:sp>
          <p:sp>
            <p:nvSpPr>
              <p:cNvPr id="140" name="Line 198">
                <a:extLst>
                  <a:ext uri="{FF2B5EF4-FFF2-40B4-BE49-F238E27FC236}">
                    <a16:creationId xmlns:a16="http://schemas.microsoft.com/office/drawing/2014/main" id="{115AC45A-332B-D742-9EEC-EB81F6D52D7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353" y="3071"/>
                <a:ext cx="535" cy="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endParaRPr>
              </a:p>
            </p:txBody>
          </p:sp>
          <p:sp>
            <p:nvSpPr>
              <p:cNvPr id="141" name="Text Box 199">
                <a:extLst>
                  <a:ext uri="{FF2B5EF4-FFF2-40B4-BE49-F238E27FC236}">
                    <a16:creationId xmlns:a16="http://schemas.microsoft.com/office/drawing/2014/main" id="{6DB70069-D3EA-8747-8535-1CB6F40D1A8C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295" y="2922"/>
                <a:ext cx="656" cy="16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1pPr>
                <a:lvl2pPr marL="742950" indent="-285750"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2pPr>
                <a:lvl3pPr marL="1143000" indent="-228600"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3pPr>
                <a:lvl4pPr marL="1600200" indent="-228600"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4pPr>
                <a:lvl5pPr marL="2057400" indent="-228600"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05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  <a:cs typeface="+mn-cs"/>
                  </a:rPr>
                  <a:t>duplicate ACK</a:t>
                </a:r>
              </a:p>
            </p:txBody>
          </p:sp>
        </p:grpSp>
        <p:sp>
          <p:nvSpPr>
            <p:cNvPr id="138" name="Freeform 200">
              <a:extLst>
                <a:ext uri="{FF2B5EF4-FFF2-40B4-BE49-F238E27FC236}">
                  <a16:creationId xmlns:a16="http://schemas.microsoft.com/office/drawing/2014/main" id="{0667830A-5A65-8243-809F-9599C40170E1}"/>
                </a:ext>
              </a:extLst>
            </p:cNvPr>
            <p:cNvSpPr>
              <a:spLocks/>
            </p:cNvSpPr>
            <p:nvPr/>
          </p:nvSpPr>
          <p:spPr bwMode="auto">
            <a:xfrm rot="-7516021">
              <a:off x="4290" y="1673"/>
              <a:ext cx="333" cy="452"/>
            </a:xfrm>
            <a:custGeom>
              <a:avLst/>
              <a:gdLst>
                <a:gd name="T0" fmla="*/ 112 w 376"/>
                <a:gd name="T1" fmla="*/ 306 h 452"/>
                <a:gd name="T2" fmla="*/ 24 w 376"/>
                <a:gd name="T3" fmla="*/ 269 h 452"/>
                <a:gd name="T4" fmla="*/ 62 w 376"/>
                <a:gd name="T5" fmla="*/ 0 h 452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376" h="452">
                  <a:moveTo>
                    <a:pt x="376" y="306"/>
                  </a:moveTo>
                  <a:cubicBezTo>
                    <a:pt x="332" y="380"/>
                    <a:pt x="164" y="452"/>
                    <a:pt x="82" y="269"/>
                  </a:cubicBezTo>
                  <a:cubicBezTo>
                    <a:pt x="0" y="86"/>
                    <a:pt x="66" y="18"/>
                    <a:pt x="208" y="0"/>
                  </a:cubicBezTo>
                </a:path>
              </a:pathLst>
            </a:custGeom>
            <a:noFill/>
            <a:ln w="9525">
              <a:solidFill>
                <a:srgbClr val="000000"/>
              </a:solidFill>
              <a:round/>
              <a:headEnd type="none" w="med" len="med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</p:grpSp>
      <p:grpSp>
        <p:nvGrpSpPr>
          <p:cNvPr id="148" name="Group 245">
            <a:extLst>
              <a:ext uri="{FF2B5EF4-FFF2-40B4-BE49-F238E27FC236}">
                <a16:creationId xmlns:a16="http://schemas.microsoft.com/office/drawing/2014/main" id="{A4501140-CDDA-3942-AE4A-E53AAAF4E371}"/>
              </a:ext>
            </a:extLst>
          </p:cNvPr>
          <p:cNvGrpSpPr>
            <a:grpSpLocks/>
          </p:cNvGrpSpPr>
          <p:nvPr/>
        </p:nvGrpSpPr>
        <p:grpSpPr bwMode="auto">
          <a:xfrm>
            <a:off x="5629276" y="4880882"/>
            <a:ext cx="3417888" cy="1758950"/>
            <a:chOff x="2538" y="2960"/>
            <a:chExt cx="2153" cy="1108"/>
          </a:xfrm>
        </p:grpSpPr>
        <p:grpSp>
          <p:nvGrpSpPr>
            <p:cNvPr id="149" name="Group 167">
              <a:extLst>
                <a:ext uri="{FF2B5EF4-FFF2-40B4-BE49-F238E27FC236}">
                  <a16:creationId xmlns:a16="http://schemas.microsoft.com/office/drawing/2014/main" id="{46D8A9BF-D4B3-C644-AE85-4535FBE08039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538" y="2960"/>
              <a:ext cx="800" cy="767"/>
              <a:chOff x="2454" y="3045"/>
              <a:chExt cx="800" cy="767"/>
            </a:xfrm>
          </p:grpSpPr>
          <p:sp>
            <p:nvSpPr>
              <p:cNvPr id="155" name="Oval 168">
                <a:extLst>
                  <a:ext uri="{FF2B5EF4-FFF2-40B4-BE49-F238E27FC236}">
                    <a16:creationId xmlns:a16="http://schemas.microsoft.com/office/drawing/2014/main" id="{273F9850-79CE-154A-9851-2B7886F3C1C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454" y="3045"/>
                <a:ext cx="800" cy="754"/>
              </a:xfrm>
              <a:prstGeom prst="ellipse">
                <a:avLst/>
              </a:prstGeom>
              <a:solidFill>
                <a:srgbClr val="00CC99"/>
              </a:solidFill>
              <a:ln w="9525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endParaRPr>
              </a:p>
            </p:txBody>
          </p:sp>
          <p:sp>
            <p:nvSpPr>
              <p:cNvPr id="156" name="Text Box 169">
                <a:extLst>
                  <a:ext uri="{FF2B5EF4-FFF2-40B4-BE49-F238E27FC236}">
                    <a16:creationId xmlns:a16="http://schemas.microsoft.com/office/drawing/2014/main" id="{65FE5AF3-8597-FF4E-9C17-4817547D4F5B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794" y="3212"/>
                <a:ext cx="161" cy="446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1pPr>
                <a:lvl2pPr marL="742950" indent="-285750"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2pPr>
                <a:lvl3pPr marL="1143000" indent="-228600"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3pPr>
                <a:lvl4pPr marL="1600200" indent="-228600"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4pPr>
                <a:lvl5pPr marL="2057400" indent="-228600"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9pPr>
              </a:lstStyle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20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  <a:cs typeface="+mn-cs"/>
                  </a:rPr>
                  <a:t> </a:t>
                </a:r>
              </a:p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0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+mn-cs"/>
                </a:endParaRPr>
              </a:p>
            </p:txBody>
          </p:sp>
          <p:sp>
            <p:nvSpPr>
              <p:cNvPr id="157" name="Text Box 170">
                <a:extLst>
                  <a:ext uri="{FF2B5EF4-FFF2-40B4-BE49-F238E27FC236}">
                    <a16:creationId xmlns:a16="http://schemas.microsoft.com/office/drawing/2014/main" id="{8568651A-5DCC-2242-83C4-76AC890933BB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466" y="3172"/>
                <a:ext cx="780" cy="64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1pPr>
                <a:lvl2pPr marL="742950" indent="-285750"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2pPr>
                <a:lvl3pPr marL="1143000" indent="-228600"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3pPr>
                <a:lvl4pPr marL="1600200" indent="-228600"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4pPr>
                <a:lvl5pPr marL="2057400" indent="-228600"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9pPr>
              </a:lstStyle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  <a:cs typeface="+mn-cs"/>
                  </a:rPr>
                  <a:t>fast</a:t>
                </a:r>
              </a:p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  <a:cs typeface="+mn-cs"/>
                  </a:rPr>
                  <a:t>recovery </a:t>
                </a:r>
              </a:p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+mn-cs"/>
                </a:endParaRPr>
              </a:p>
            </p:txBody>
          </p:sp>
        </p:grpSp>
        <p:sp>
          <p:nvSpPr>
            <p:cNvPr id="150" name="Freeform 220">
              <a:extLst>
                <a:ext uri="{FF2B5EF4-FFF2-40B4-BE49-F238E27FC236}">
                  <a16:creationId xmlns:a16="http://schemas.microsoft.com/office/drawing/2014/main" id="{F8DEF746-89F6-DD47-9435-3FA8C98BF657}"/>
                </a:ext>
              </a:extLst>
            </p:cNvPr>
            <p:cNvSpPr>
              <a:spLocks/>
            </p:cNvSpPr>
            <p:nvPr/>
          </p:nvSpPr>
          <p:spPr bwMode="auto">
            <a:xfrm>
              <a:off x="2775" y="3708"/>
              <a:ext cx="384" cy="161"/>
            </a:xfrm>
            <a:custGeom>
              <a:avLst/>
              <a:gdLst>
                <a:gd name="T0" fmla="*/ 317 w 384"/>
                <a:gd name="T1" fmla="*/ 0 h 161"/>
                <a:gd name="T2" fmla="*/ 189 w 384"/>
                <a:gd name="T3" fmla="*/ 155 h 161"/>
                <a:gd name="T4" fmla="*/ 59 w 384"/>
                <a:gd name="T5" fmla="*/ 13 h 161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384" h="161">
                  <a:moveTo>
                    <a:pt x="317" y="0"/>
                  </a:moveTo>
                  <a:cubicBezTo>
                    <a:pt x="384" y="42"/>
                    <a:pt x="378" y="149"/>
                    <a:pt x="189" y="155"/>
                  </a:cubicBezTo>
                  <a:cubicBezTo>
                    <a:pt x="0" y="161"/>
                    <a:pt x="3" y="87"/>
                    <a:pt x="59" y="13"/>
                  </a:cubicBezTo>
                </a:path>
              </a:pathLst>
            </a:custGeom>
            <a:noFill/>
            <a:ln w="9525">
              <a:solidFill>
                <a:srgbClr val="000000"/>
              </a:solidFill>
              <a:round/>
              <a:headEnd type="none" w="med" len="med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grpSp>
          <p:nvGrpSpPr>
            <p:cNvPr id="151" name="Group 221">
              <a:extLst>
                <a:ext uri="{FF2B5EF4-FFF2-40B4-BE49-F238E27FC236}">
                  <a16:creationId xmlns:a16="http://schemas.microsoft.com/office/drawing/2014/main" id="{08A0BDC4-47ED-4A4B-B585-919226219BA9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191" y="3592"/>
              <a:ext cx="1500" cy="476"/>
              <a:chOff x="3542" y="3496"/>
              <a:chExt cx="1500" cy="476"/>
            </a:xfrm>
          </p:grpSpPr>
          <p:sp>
            <p:nvSpPr>
              <p:cNvPr id="152" name="Text Box 222">
                <a:extLst>
                  <a:ext uri="{FF2B5EF4-FFF2-40B4-BE49-F238E27FC236}">
                    <a16:creationId xmlns:a16="http://schemas.microsoft.com/office/drawing/2014/main" id="{762B1387-82BE-254E-BE6D-368525568202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546" y="3632"/>
                <a:ext cx="1496" cy="34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1pPr>
                <a:lvl2pPr marL="742950" indent="-285750"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2pPr>
                <a:lvl3pPr marL="1143000" indent="-228600"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3pPr>
                <a:lvl4pPr marL="1600200" indent="-228600"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4pPr>
                <a:lvl5pPr marL="2057400" indent="-228600"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85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050" b="0" i="0" u="none" strike="noStrike" kern="0" cap="none" spc="0" normalizeH="0" baseline="0" noProof="0" dirty="0" err="1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  <a:cs typeface="+mn-cs"/>
                  </a:rPr>
                  <a:t>cwnd</a:t>
                </a:r>
                <a:r>
                  <a:rPr kumimoji="0" lang="en-US" sz="105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  <a:cs typeface="+mn-cs"/>
                  </a:rPr>
                  <a:t> = </a:t>
                </a:r>
                <a:r>
                  <a:rPr kumimoji="0" lang="en-US" sz="1050" b="0" i="0" u="none" strike="noStrike" kern="0" cap="none" spc="0" normalizeH="0" baseline="0" noProof="0" dirty="0" err="1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  <a:cs typeface="+mn-cs"/>
                  </a:rPr>
                  <a:t>cwnd</a:t>
                </a:r>
                <a:r>
                  <a:rPr kumimoji="0" lang="en-US" sz="105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  <a:cs typeface="+mn-cs"/>
                  </a:rPr>
                  <a:t> + MSS</a:t>
                </a:r>
              </a:p>
              <a:p>
                <a:pPr marL="0" marR="0" lvl="0" indent="0" algn="l" defTabSz="914400" rtl="0" eaLnBrk="1" fontAlgn="base" latinLnBrk="0" hangingPunct="1">
                  <a:lnSpc>
                    <a:spcPct val="85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050" b="0" i="1" u="none" strike="noStrike" kern="0" cap="none" spc="0" normalizeH="0" baseline="0" noProof="0" dirty="0">
                    <a:ln>
                      <a:noFill/>
                    </a:ln>
                    <a:solidFill>
                      <a:srgbClr val="000099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  <a:cs typeface="+mn-cs"/>
                  </a:rPr>
                  <a:t>transmit new segment(s), as allowed</a:t>
                </a:r>
              </a:p>
              <a:p>
                <a:pPr marL="0" marR="0" lvl="0" indent="0" algn="l" defTabSz="914400" rtl="0" eaLnBrk="1" fontAlgn="base" latinLnBrk="0" hangingPunct="1">
                  <a:lnSpc>
                    <a:spcPct val="8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400" b="0" i="1" u="none" strike="noStrike" kern="0" cap="none" spc="0" normalizeH="0" baseline="0" noProof="0" dirty="0">
                  <a:ln>
                    <a:noFill/>
                  </a:ln>
                  <a:solidFill>
                    <a:srgbClr val="80808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+mn-cs"/>
                </a:endParaRPr>
              </a:p>
            </p:txBody>
          </p:sp>
          <p:sp>
            <p:nvSpPr>
              <p:cNvPr id="153" name="Line 223">
                <a:extLst>
                  <a:ext uri="{FF2B5EF4-FFF2-40B4-BE49-F238E27FC236}">
                    <a16:creationId xmlns:a16="http://schemas.microsoft.com/office/drawing/2014/main" id="{7058B91F-5545-B546-B726-F5E1D8BF2C1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600" y="3645"/>
                <a:ext cx="535" cy="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endParaRPr>
              </a:p>
            </p:txBody>
          </p:sp>
          <p:sp>
            <p:nvSpPr>
              <p:cNvPr id="154" name="Text Box 224">
                <a:extLst>
                  <a:ext uri="{FF2B5EF4-FFF2-40B4-BE49-F238E27FC236}">
                    <a16:creationId xmlns:a16="http://schemas.microsoft.com/office/drawing/2014/main" id="{873E83D9-4BDC-D54A-8707-136424BDB746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542" y="3496"/>
                <a:ext cx="656" cy="16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1pPr>
                <a:lvl2pPr marL="742950" indent="-285750"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2pPr>
                <a:lvl3pPr marL="1143000" indent="-228600"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3pPr>
                <a:lvl4pPr marL="1600200" indent="-228600"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4pPr>
                <a:lvl5pPr marL="2057400" indent="-228600"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05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  <a:cs typeface="+mn-cs"/>
                  </a:rPr>
                  <a:t>duplicate ACK</a:t>
                </a:r>
              </a:p>
            </p:txBody>
          </p:sp>
        </p:grpSp>
      </p:grpSp>
      <p:grpSp>
        <p:nvGrpSpPr>
          <p:cNvPr id="158" name="Group 246">
            <a:extLst>
              <a:ext uri="{FF2B5EF4-FFF2-40B4-BE49-F238E27FC236}">
                <a16:creationId xmlns:a16="http://schemas.microsoft.com/office/drawing/2014/main" id="{B8412DA9-2D8B-1C4F-98FE-2059BE8959A7}"/>
              </a:ext>
            </a:extLst>
          </p:cNvPr>
          <p:cNvGrpSpPr>
            <a:grpSpLocks/>
          </p:cNvGrpSpPr>
          <p:nvPr/>
        </p:nvGrpSpPr>
        <p:grpSpPr bwMode="auto">
          <a:xfrm>
            <a:off x="2427288" y="3561671"/>
            <a:ext cx="3935413" cy="1974851"/>
            <a:chOff x="521" y="2129"/>
            <a:chExt cx="2479" cy="1244"/>
          </a:xfrm>
        </p:grpSpPr>
        <p:grpSp>
          <p:nvGrpSpPr>
            <p:cNvPr id="159" name="Group 212">
              <a:extLst>
                <a:ext uri="{FF2B5EF4-FFF2-40B4-BE49-F238E27FC236}">
                  <a16:creationId xmlns:a16="http://schemas.microsoft.com/office/drawing/2014/main" id="{27BF6FD0-68C2-FB4E-A15D-7CB02F36F01F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521" y="2818"/>
              <a:ext cx="1205" cy="555"/>
              <a:chOff x="380" y="2768"/>
              <a:chExt cx="1205" cy="555"/>
            </a:xfrm>
          </p:grpSpPr>
          <p:sp>
            <p:nvSpPr>
              <p:cNvPr id="166" name="Text Box 213">
                <a:extLst>
                  <a:ext uri="{FF2B5EF4-FFF2-40B4-BE49-F238E27FC236}">
                    <a16:creationId xmlns:a16="http://schemas.microsoft.com/office/drawing/2014/main" id="{835AEF52-2056-D649-96F2-661A3FFF1842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80" y="2912"/>
                <a:ext cx="1155" cy="41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1pPr>
                <a:lvl2pPr marL="742950" indent="-285750"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2pPr>
                <a:lvl3pPr marL="1143000" indent="-228600"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3pPr>
                <a:lvl4pPr marL="1600200" indent="-228600"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4pPr>
                <a:lvl5pPr marL="2057400" indent="-228600"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9pPr>
              </a:lstStyle>
              <a:p>
                <a:pPr marL="0" marR="0" lvl="0" indent="0" algn="r" defTabSz="914400" rtl="0" eaLnBrk="1" fontAlgn="base" latinLnBrk="0" hangingPunct="1">
                  <a:lnSpc>
                    <a:spcPct val="8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050" b="0" i="0" u="none" strike="noStrike" kern="0" cap="none" spc="0" normalizeH="0" baseline="0" noProof="0" dirty="0" err="1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  <a:cs typeface="+mn-cs"/>
                  </a:rPr>
                  <a:t>ssthresh</a:t>
                </a:r>
                <a:r>
                  <a:rPr kumimoji="0" lang="en-US" sz="105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  <a:cs typeface="+mn-cs"/>
                  </a:rPr>
                  <a:t>= </a:t>
                </a:r>
                <a:r>
                  <a:rPr kumimoji="0" lang="en-US" sz="1050" b="0" i="0" u="none" strike="noStrike" kern="0" cap="none" spc="0" normalizeH="0" baseline="0" noProof="0" dirty="0" err="1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  <a:cs typeface="+mn-cs"/>
                  </a:rPr>
                  <a:t>cwnd</a:t>
                </a:r>
                <a:r>
                  <a:rPr kumimoji="0" lang="en-US" sz="105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  <a:cs typeface="+mn-cs"/>
                  </a:rPr>
                  <a:t>/2</a:t>
                </a:r>
              </a:p>
              <a:p>
                <a:pPr marL="0" marR="0" lvl="0" indent="0" algn="r" defTabSz="914400" rtl="0" eaLnBrk="1" fontAlgn="base" latinLnBrk="0" hangingPunct="1">
                  <a:lnSpc>
                    <a:spcPct val="8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050" b="0" i="0" u="none" strike="noStrike" kern="0" cap="none" spc="0" normalizeH="0" baseline="0" noProof="0" dirty="0" err="1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  <a:cs typeface="+mn-cs"/>
                  </a:rPr>
                  <a:t>cwnd</a:t>
                </a:r>
                <a:r>
                  <a:rPr kumimoji="0" lang="en-US" sz="105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  <a:cs typeface="+mn-cs"/>
                  </a:rPr>
                  <a:t> = </a:t>
                </a:r>
                <a:r>
                  <a:rPr kumimoji="0" lang="en-US" sz="1050" b="0" i="0" u="none" strike="noStrike" kern="0" cap="none" spc="0" normalizeH="0" baseline="0" noProof="0" dirty="0" err="1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  <a:cs typeface="+mn-cs"/>
                  </a:rPr>
                  <a:t>ssthresh</a:t>
                </a:r>
                <a:r>
                  <a:rPr kumimoji="0" lang="en-US" sz="105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  <a:cs typeface="+mn-cs"/>
                  </a:rPr>
                  <a:t> + 3</a:t>
                </a:r>
              </a:p>
              <a:p>
                <a:pPr marL="0" marR="0" lvl="0" indent="0" algn="r" defTabSz="914400" rtl="0" eaLnBrk="1" fontAlgn="base" latinLnBrk="0" hangingPunct="1">
                  <a:lnSpc>
                    <a:spcPct val="8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050" b="0" i="1" u="none" strike="noStrike" kern="0" cap="none" spc="0" normalizeH="0" baseline="0" noProof="0" dirty="0">
                    <a:ln>
                      <a:noFill/>
                    </a:ln>
                    <a:solidFill>
                      <a:srgbClr val="000099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  <a:cs typeface="+mn-cs"/>
                  </a:rPr>
                  <a:t>retransmit missing segment</a:t>
                </a:r>
              </a:p>
              <a:p>
                <a:pPr marL="0" marR="0" lvl="0" indent="0" algn="r" defTabSz="914400" rtl="0" eaLnBrk="1" fontAlgn="base" latinLnBrk="0" hangingPunct="1">
                  <a:lnSpc>
                    <a:spcPct val="8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80808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+mn-cs"/>
                </a:endParaRPr>
              </a:p>
            </p:txBody>
          </p:sp>
          <p:sp>
            <p:nvSpPr>
              <p:cNvPr id="167" name="Line 214">
                <a:extLst>
                  <a:ext uri="{FF2B5EF4-FFF2-40B4-BE49-F238E27FC236}">
                    <a16:creationId xmlns:a16="http://schemas.microsoft.com/office/drawing/2014/main" id="{B74A6245-A319-3040-A4FD-51070B30293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925" y="2913"/>
                <a:ext cx="535" cy="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endParaRPr>
              </a:p>
            </p:txBody>
          </p:sp>
          <p:sp>
            <p:nvSpPr>
              <p:cNvPr id="168" name="Text Box 215">
                <a:extLst>
                  <a:ext uri="{FF2B5EF4-FFF2-40B4-BE49-F238E27FC236}">
                    <a16:creationId xmlns:a16="http://schemas.microsoft.com/office/drawing/2014/main" id="{92605A3F-01AC-204D-8ED2-AD8024A64FEF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751" y="2768"/>
                <a:ext cx="834" cy="16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1pPr>
                <a:lvl2pPr marL="742950" indent="-285750"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2pPr>
                <a:lvl3pPr marL="1143000" indent="-228600"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3pPr>
                <a:lvl4pPr marL="1600200" indent="-228600"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4pPr>
                <a:lvl5pPr marL="2057400" indent="-228600"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05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  <a:cs typeface="+mn-cs"/>
                  </a:rPr>
                  <a:t>dupACKcount == 3</a:t>
                </a:r>
              </a:p>
            </p:txBody>
          </p:sp>
        </p:grpSp>
        <p:grpSp>
          <p:nvGrpSpPr>
            <p:cNvPr id="160" name="Group 216">
              <a:extLst>
                <a:ext uri="{FF2B5EF4-FFF2-40B4-BE49-F238E27FC236}">
                  <a16:creationId xmlns:a16="http://schemas.microsoft.com/office/drawing/2014/main" id="{88759198-6D7D-C744-9B7A-D82AAED1D6D1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813" y="2454"/>
              <a:ext cx="1187" cy="550"/>
              <a:chOff x="419" y="2872"/>
              <a:chExt cx="1187" cy="550"/>
            </a:xfrm>
          </p:grpSpPr>
          <p:sp>
            <p:nvSpPr>
              <p:cNvPr id="163" name="Text Box 217">
                <a:extLst>
                  <a:ext uri="{FF2B5EF4-FFF2-40B4-BE49-F238E27FC236}">
                    <a16:creationId xmlns:a16="http://schemas.microsoft.com/office/drawing/2014/main" id="{D4ECB2B0-F2B3-8C4C-BF69-C3CF649CE91F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39" y="2872"/>
                <a:ext cx="395" cy="16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1pPr>
                <a:lvl2pPr marL="742950" indent="-285750"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2pPr>
                <a:lvl3pPr marL="1143000" indent="-228600"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3pPr>
                <a:lvl4pPr marL="1600200" indent="-228600"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4pPr>
                <a:lvl5pPr marL="2057400" indent="-228600"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05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  <a:cs typeface="+mn-cs"/>
                  </a:rPr>
                  <a:t>timeout</a:t>
                </a:r>
              </a:p>
            </p:txBody>
          </p:sp>
          <p:sp>
            <p:nvSpPr>
              <p:cNvPr id="164" name="Text Box 218">
                <a:extLst>
                  <a:ext uri="{FF2B5EF4-FFF2-40B4-BE49-F238E27FC236}">
                    <a16:creationId xmlns:a16="http://schemas.microsoft.com/office/drawing/2014/main" id="{2E4D69CF-352A-DC44-ABC3-90682BEB8316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19" y="2989"/>
                <a:ext cx="1187" cy="433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1pPr>
                <a:lvl2pPr marL="742950" indent="-285750"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2pPr>
                <a:lvl3pPr marL="1143000" indent="-228600"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3pPr>
                <a:lvl4pPr marL="1600200" indent="-228600"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4pPr>
                <a:lvl5pPr marL="2057400" indent="-228600"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85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05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  <a:cs typeface="+mn-cs"/>
                  </a:rPr>
                  <a:t>ssthresh = cwnd/2</a:t>
                </a:r>
              </a:p>
              <a:p>
                <a:pPr marL="0" marR="0" lvl="0" indent="0" algn="l" defTabSz="914400" rtl="0" eaLnBrk="1" fontAlgn="base" latinLnBrk="0" hangingPunct="1">
                  <a:lnSpc>
                    <a:spcPct val="85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05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  <a:cs typeface="+mn-cs"/>
                  </a:rPr>
                  <a:t>cwnd = 1 </a:t>
                </a:r>
              </a:p>
              <a:p>
                <a:pPr marL="0" marR="0" lvl="0" indent="0" algn="l" defTabSz="914400" rtl="0" eaLnBrk="1" fontAlgn="base" latinLnBrk="0" hangingPunct="1">
                  <a:lnSpc>
                    <a:spcPct val="85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05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  <a:cs typeface="+mn-cs"/>
                  </a:rPr>
                  <a:t>dupACKcount = 0</a:t>
                </a:r>
              </a:p>
              <a:p>
                <a:pPr marL="0" marR="0" lvl="0" indent="0" algn="l" defTabSz="914400" rtl="0" eaLnBrk="1" fontAlgn="base" latinLnBrk="0" hangingPunct="1">
                  <a:lnSpc>
                    <a:spcPct val="85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050" b="0" i="1" u="none" strike="noStrike" kern="0" cap="none" spc="0" normalizeH="0" baseline="0" noProof="0">
                    <a:ln>
                      <a:noFill/>
                    </a:ln>
                    <a:solidFill>
                      <a:srgbClr val="000099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  <a:cs typeface="+mn-cs"/>
                  </a:rPr>
                  <a:t>retransmit missing segment</a:t>
                </a:r>
                <a:r>
                  <a:rPr kumimoji="0" lang="en-US" sz="14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  <a:cs typeface="+mn-cs"/>
                  </a:rPr>
                  <a:t> </a:t>
                </a:r>
              </a:p>
            </p:txBody>
          </p:sp>
          <p:sp>
            <p:nvSpPr>
              <p:cNvPr id="165" name="Line 219">
                <a:extLst>
                  <a:ext uri="{FF2B5EF4-FFF2-40B4-BE49-F238E27FC236}">
                    <a16:creationId xmlns:a16="http://schemas.microsoft.com/office/drawing/2014/main" id="{87674141-7331-B643-AD17-90663185B00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71" y="3014"/>
                <a:ext cx="697" cy="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endParaRPr>
              </a:p>
            </p:txBody>
          </p:sp>
        </p:grpSp>
        <p:sp>
          <p:nvSpPr>
            <p:cNvPr id="161" name="Freeform 225">
              <a:extLst>
                <a:ext uri="{FF2B5EF4-FFF2-40B4-BE49-F238E27FC236}">
                  <a16:creationId xmlns:a16="http://schemas.microsoft.com/office/drawing/2014/main" id="{D0DF1910-CE16-3F4D-82F2-6661A32D1366}"/>
                </a:ext>
              </a:extLst>
            </p:cNvPr>
            <p:cNvSpPr>
              <a:spLocks/>
            </p:cNvSpPr>
            <p:nvPr/>
          </p:nvSpPr>
          <p:spPr bwMode="auto">
            <a:xfrm>
              <a:off x="1722" y="2129"/>
              <a:ext cx="740" cy="1146"/>
            </a:xfrm>
            <a:custGeom>
              <a:avLst/>
              <a:gdLst>
                <a:gd name="T0" fmla="*/ 0 w 740"/>
                <a:gd name="T1" fmla="*/ 0 h 1146"/>
                <a:gd name="T2" fmla="*/ 0 w 740"/>
                <a:gd name="T3" fmla="*/ 1146 h 1146"/>
                <a:gd name="T4" fmla="*/ 740 w 740"/>
                <a:gd name="T5" fmla="*/ 1146 h 1146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740" h="1146">
                  <a:moveTo>
                    <a:pt x="0" y="0"/>
                  </a:moveTo>
                  <a:lnTo>
                    <a:pt x="0" y="1146"/>
                  </a:lnTo>
                  <a:lnTo>
                    <a:pt x="740" y="1146"/>
                  </a:lnTo>
                </a:path>
              </a:pathLst>
            </a:custGeom>
            <a:noFill/>
            <a:ln w="9525">
              <a:solidFill>
                <a:srgbClr val="000000"/>
              </a:solidFill>
              <a:round/>
              <a:headEnd type="none" w="med" len="med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162" name="Freeform 226">
              <a:extLst>
                <a:ext uri="{FF2B5EF4-FFF2-40B4-BE49-F238E27FC236}">
                  <a16:creationId xmlns:a16="http://schemas.microsoft.com/office/drawing/2014/main" id="{C17ADBE8-E774-7744-9627-8EAB27CA498D}"/>
                </a:ext>
              </a:extLst>
            </p:cNvPr>
            <p:cNvSpPr>
              <a:spLocks/>
            </p:cNvSpPr>
            <p:nvPr/>
          </p:nvSpPr>
          <p:spPr bwMode="auto">
            <a:xfrm>
              <a:off x="1791" y="2146"/>
              <a:ext cx="700" cy="1051"/>
            </a:xfrm>
            <a:custGeom>
              <a:avLst/>
              <a:gdLst>
                <a:gd name="T0" fmla="*/ 700 w 700"/>
                <a:gd name="T1" fmla="*/ 1051 h 1051"/>
                <a:gd name="T2" fmla="*/ 0 w 700"/>
                <a:gd name="T3" fmla="*/ 1051 h 1051"/>
                <a:gd name="T4" fmla="*/ 0 w 700"/>
                <a:gd name="T5" fmla="*/ 0 h 1051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700" h="1051">
                  <a:moveTo>
                    <a:pt x="700" y="1051"/>
                  </a:moveTo>
                  <a:lnTo>
                    <a:pt x="0" y="1051"/>
                  </a:lnTo>
                  <a:lnTo>
                    <a:pt x="0" y="0"/>
                  </a:lnTo>
                </a:path>
              </a:pathLst>
            </a:custGeom>
            <a:noFill/>
            <a:ln w="9525">
              <a:solidFill>
                <a:srgbClr val="000000"/>
              </a:solidFill>
              <a:round/>
              <a:headEnd type="none" w="med" len="med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</p:grpSp>
      <p:grpSp>
        <p:nvGrpSpPr>
          <p:cNvPr id="169" name="Group 244">
            <a:extLst>
              <a:ext uri="{FF2B5EF4-FFF2-40B4-BE49-F238E27FC236}">
                <a16:creationId xmlns:a16="http://schemas.microsoft.com/office/drawing/2014/main" id="{E119EB29-C756-884C-BC38-0987621B3623}"/>
              </a:ext>
            </a:extLst>
          </p:cNvPr>
          <p:cNvGrpSpPr>
            <a:grpSpLocks/>
          </p:cNvGrpSpPr>
          <p:nvPr/>
        </p:nvGrpSpPr>
        <p:grpSpPr bwMode="auto">
          <a:xfrm>
            <a:off x="6951663" y="3553730"/>
            <a:ext cx="3022600" cy="1963736"/>
            <a:chOff x="3371" y="2124"/>
            <a:chExt cx="1904" cy="1237"/>
          </a:xfrm>
        </p:grpSpPr>
        <p:grpSp>
          <p:nvGrpSpPr>
            <p:cNvPr id="170" name="Group 201">
              <a:extLst>
                <a:ext uri="{FF2B5EF4-FFF2-40B4-BE49-F238E27FC236}">
                  <a16:creationId xmlns:a16="http://schemas.microsoft.com/office/drawing/2014/main" id="{4F04D146-2950-3743-B95A-4A10EFF81DB8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120" y="2796"/>
              <a:ext cx="1155" cy="565"/>
              <a:chOff x="4142" y="2802"/>
              <a:chExt cx="1155" cy="565"/>
            </a:xfrm>
          </p:grpSpPr>
          <p:sp>
            <p:nvSpPr>
              <p:cNvPr id="172" name="Text Box 202">
                <a:extLst>
                  <a:ext uri="{FF2B5EF4-FFF2-40B4-BE49-F238E27FC236}">
                    <a16:creationId xmlns:a16="http://schemas.microsoft.com/office/drawing/2014/main" id="{9BFA3E4C-9614-6849-975F-C63A42B8182A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142" y="2956"/>
                <a:ext cx="1155" cy="41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1pPr>
                <a:lvl2pPr marL="742950" indent="-285750"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2pPr>
                <a:lvl3pPr marL="1143000" indent="-228600"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3pPr>
                <a:lvl4pPr marL="1600200" indent="-228600"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4pPr>
                <a:lvl5pPr marL="2057400" indent="-228600"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8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050" b="0" i="0" u="none" strike="noStrike" kern="0" cap="none" spc="0" normalizeH="0" baseline="0" noProof="0" dirty="0" err="1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  <a:cs typeface="+mn-cs"/>
                  </a:rPr>
                  <a:t>ssthresh</a:t>
                </a:r>
                <a:r>
                  <a:rPr kumimoji="0" lang="en-US" sz="105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  <a:cs typeface="+mn-cs"/>
                  </a:rPr>
                  <a:t>= </a:t>
                </a:r>
                <a:r>
                  <a:rPr kumimoji="0" lang="en-US" sz="1050" b="0" i="0" u="none" strike="noStrike" kern="0" cap="none" spc="0" normalizeH="0" baseline="0" noProof="0" dirty="0" err="1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  <a:cs typeface="+mn-cs"/>
                  </a:rPr>
                  <a:t>cwnd</a:t>
                </a:r>
                <a:r>
                  <a:rPr kumimoji="0" lang="en-US" sz="105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  <a:cs typeface="+mn-cs"/>
                  </a:rPr>
                  <a:t>/2</a:t>
                </a:r>
              </a:p>
              <a:p>
                <a:pPr marL="0" marR="0" lvl="0" indent="0" algn="l" defTabSz="914400" rtl="0" eaLnBrk="1" fontAlgn="base" latinLnBrk="0" hangingPunct="1">
                  <a:lnSpc>
                    <a:spcPct val="8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050" b="0" i="0" u="none" strike="noStrike" kern="0" cap="none" spc="0" normalizeH="0" baseline="0" noProof="0" dirty="0" err="1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  <a:cs typeface="+mn-cs"/>
                  </a:rPr>
                  <a:t>cwnd</a:t>
                </a:r>
                <a:r>
                  <a:rPr kumimoji="0" lang="en-US" sz="105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  <a:cs typeface="+mn-cs"/>
                  </a:rPr>
                  <a:t> = </a:t>
                </a:r>
                <a:r>
                  <a:rPr kumimoji="0" lang="en-US" sz="1050" b="0" i="0" u="none" strike="noStrike" kern="0" cap="none" spc="0" normalizeH="0" baseline="0" noProof="0" dirty="0" err="1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  <a:cs typeface="+mn-cs"/>
                  </a:rPr>
                  <a:t>ssthresh</a:t>
                </a:r>
                <a:r>
                  <a:rPr kumimoji="0" lang="en-US" sz="105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  <a:cs typeface="+mn-cs"/>
                  </a:rPr>
                  <a:t> + 3</a:t>
                </a:r>
              </a:p>
              <a:p>
                <a:pPr marL="0" marR="0" lvl="0" indent="0" algn="l" defTabSz="914400" rtl="0" eaLnBrk="1" fontAlgn="base" latinLnBrk="0" hangingPunct="1">
                  <a:lnSpc>
                    <a:spcPct val="8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050" b="0" i="1" u="none" strike="noStrike" kern="0" cap="none" spc="0" normalizeH="0" baseline="0" noProof="0" dirty="0">
                    <a:ln>
                      <a:noFill/>
                    </a:ln>
                    <a:solidFill>
                      <a:srgbClr val="000099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  <a:cs typeface="+mn-cs"/>
                  </a:rPr>
                  <a:t>retransmit missing segment</a:t>
                </a:r>
              </a:p>
              <a:p>
                <a:pPr marL="0" marR="0" lvl="0" indent="0" algn="l" defTabSz="914400" rtl="0" eaLnBrk="1" fontAlgn="base" latinLnBrk="0" hangingPunct="1">
                  <a:lnSpc>
                    <a:spcPct val="8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400" b="0" i="1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+mn-cs"/>
                </a:endParaRPr>
              </a:p>
            </p:txBody>
          </p:sp>
          <p:sp>
            <p:nvSpPr>
              <p:cNvPr id="173" name="Line 203">
                <a:extLst>
                  <a:ext uri="{FF2B5EF4-FFF2-40B4-BE49-F238E27FC236}">
                    <a16:creationId xmlns:a16="http://schemas.microsoft.com/office/drawing/2014/main" id="{0526C70E-8831-7543-9A32-E54939C11F4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211" y="2950"/>
                <a:ext cx="535" cy="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endParaRPr>
              </a:p>
            </p:txBody>
          </p:sp>
          <p:sp>
            <p:nvSpPr>
              <p:cNvPr id="174" name="Text Box 204">
                <a:extLst>
                  <a:ext uri="{FF2B5EF4-FFF2-40B4-BE49-F238E27FC236}">
                    <a16:creationId xmlns:a16="http://schemas.microsoft.com/office/drawing/2014/main" id="{E38A96D7-56D5-4A41-8FD3-090F5E1651F2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154" y="2802"/>
                <a:ext cx="834" cy="16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1pPr>
                <a:lvl2pPr marL="742950" indent="-285750"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2pPr>
                <a:lvl3pPr marL="1143000" indent="-228600"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3pPr>
                <a:lvl4pPr marL="1600200" indent="-228600"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4pPr>
                <a:lvl5pPr marL="2057400" indent="-228600"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05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  <a:cs typeface="+mn-cs"/>
                  </a:rPr>
                  <a:t>dupACKcount == 3</a:t>
                </a:r>
              </a:p>
            </p:txBody>
          </p:sp>
        </p:grpSp>
        <p:sp>
          <p:nvSpPr>
            <p:cNvPr id="171" name="Freeform 227">
              <a:extLst>
                <a:ext uri="{FF2B5EF4-FFF2-40B4-BE49-F238E27FC236}">
                  <a16:creationId xmlns:a16="http://schemas.microsoft.com/office/drawing/2014/main" id="{88695EF7-3EC6-874B-9CFA-5F89AE2AD674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3371" y="2124"/>
              <a:ext cx="740" cy="1146"/>
            </a:xfrm>
            <a:custGeom>
              <a:avLst/>
              <a:gdLst>
                <a:gd name="T0" fmla="*/ 0 w 740"/>
                <a:gd name="T1" fmla="*/ 0 h 1146"/>
                <a:gd name="T2" fmla="*/ 0 w 740"/>
                <a:gd name="T3" fmla="*/ 1146 h 1146"/>
                <a:gd name="T4" fmla="*/ 740 w 740"/>
                <a:gd name="T5" fmla="*/ 1146 h 1146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740" h="1146">
                  <a:moveTo>
                    <a:pt x="0" y="0"/>
                  </a:moveTo>
                  <a:lnTo>
                    <a:pt x="0" y="1146"/>
                  </a:lnTo>
                  <a:lnTo>
                    <a:pt x="740" y="1146"/>
                  </a:lnTo>
                </a:path>
              </a:pathLst>
            </a:custGeom>
            <a:noFill/>
            <a:ln w="9525">
              <a:solidFill>
                <a:srgbClr val="000000"/>
              </a:solidFill>
              <a:round/>
              <a:headEnd type="none" w="med" len="med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</p:grpSp>
      <p:grpSp>
        <p:nvGrpSpPr>
          <p:cNvPr id="175" name="Group 243">
            <a:extLst>
              <a:ext uri="{FF2B5EF4-FFF2-40B4-BE49-F238E27FC236}">
                <a16:creationId xmlns:a16="http://schemas.microsoft.com/office/drawing/2014/main" id="{0C2B747B-2F42-7146-A691-54156D653646}"/>
              </a:ext>
            </a:extLst>
          </p:cNvPr>
          <p:cNvGrpSpPr>
            <a:grpSpLocks/>
          </p:cNvGrpSpPr>
          <p:nvPr/>
        </p:nvGrpSpPr>
        <p:grpSpPr bwMode="auto">
          <a:xfrm>
            <a:off x="6716713" y="3579131"/>
            <a:ext cx="1276350" cy="1689099"/>
            <a:chOff x="3223" y="2140"/>
            <a:chExt cx="804" cy="1064"/>
          </a:xfrm>
        </p:grpSpPr>
        <p:sp>
          <p:nvSpPr>
            <p:cNvPr id="176" name="Freeform 228">
              <a:extLst>
                <a:ext uri="{FF2B5EF4-FFF2-40B4-BE49-F238E27FC236}">
                  <a16:creationId xmlns:a16="http://schemas.microsoft.com/office/drawing/2014/main" id="{BFB3D697-0B16-7148-BB51-FD8EA08C4A4A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3327" y="2140"/>
              <a:ext cx="700" cy="1051"/>
            </a:xfrm>
            <a:custGeom>
              <a:avLst/>
              <a:gdLst>
                <a:gd name="T0" fmla="*/ 700 w 700"/>
                <a:gd name="T1" fmla="*/ 1051 h 1051"/>
                <a:gd name="T2" fmla="*/ 0 w 700"/>
                <a:gd name="T3" fmla="*/ 1051 h 1051"/>
                <a:gd name="T4" fmla="*/ 0 w 700"/>
                <a:gd name="T5" fmla="*/ 0 h 1051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700" h="1051">
                  <a:moveTo>
                    <a:pt x="700" y="1051"/>
                  </a:moveTo>
                  <a:lnTo>
                    <a:pt x="0" y="1051"/>
                  </a:lnTo>
                  <a:lnTo>
                    <a:pt x="0" y="0"/>
                  </a:lnTo>
                </a:path>
              </a:pathLst>
            </a:custGeom>
            <a:noFill/>
            <a:ln w="9525">
              <a:solidFill>
                <a:srgbClr val="000000"/>
              </a:solidFill>
              <a:round/>
              <a:headEnd type="none" w="med" len="med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grpSp>
          <p:nvGrpSpPr>
            <p:cNvPr id="177" name="Group 229">
              <a:extLst>
                <a:ext uri="{FF2B5EF4-FFF2-40B4-BE49-F238E27FC236}">
                  <a16:creationId xmlns:a16="http://schemas.microsoft.com/office/drawing/2014/main" id="{93E7F93E-B410-1B4A-BF61-0D2CB5DE5C53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223" y="2649"/>
              <a:ext cx="785" cy="555"/>
              <a:chOff x="1015" y="3496"/>
              <a:chExt cx="785" cy="555"/>
            </a:xfrm>
          </p:grpSpPr>
          <p:sp>
            <p:nvSpPr>
              <p:cNvPr id="178" name="Text Box 230">
                <a:extLst>
                  <a:ext uri="{FF2B5EF4-FFF2-40B4-BE49-F238E27FC236}">
                    <a16:creationId xmlns:a16="http://schemas.microsoft.com/office/drawing/2014/main" id="{FAD437E2-871A-9848-91F5-5E5990E0131E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015" y="3640"/>
                <a:ext cx="785" cy="41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1pPr>
                <a:lvl2pPr marL="742950" indent="-285750"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2pPr>
                <a:lvl3pPr marL="1143000" indent="-228600"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3pPr>
                <a:lvl4pPr marL="1600200" indent="-228600"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4pPr>
                <a:lvl5pPr marL="2057400" indent="-228600"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9pPr>
              </a:lstStyle>
              <a:p>
                <a:pPr marL="0" marR="0" lvl="0" indent="0" algn="r" defTabSz="914400" rtl="0" eaLnBrk="1" fontAlgn="base" latinLnBrk="0" hangingPunct="1">
                  <a:lnSpc>
                    <a:spcPct val="8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050" b="0" i="0" u="none" strike="noStrike" kern="0" cap="none" spc="0" normalizeH="0" baseline="0" noProof="0" dirty="0" err="1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  <a:cs typeface="+mn-cs"/>
                  </a:rPr>
                  <a:t>cwnd</a:t>
                </a:r>
                <a:r>
                  <a:rPr kumimoji="0" lang="en-US" sz="105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  <a:cs typeface="+mn-cs"/>
                  </a:rPr>
                  <a:t> = </a:t>
                </a:r>
                <a:r>
                  <a:rPr kumimoji="0" lang="en-US" sz="1050" b="0" i="0" u="none" strike="noStrike" kern="0" cap="none" spc="0" normalizeH="0" baseline="0" noProof="0" dirty="0" err="1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  <a:cs typeface="+mn-cs"/>
                  </a:rPr>
                  <a:t>ssthresh</a:t>
                </a:r>
                <a:endParaRPr kumimoji="0" lang="en-US" sz="105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+mn-cs"/>
                </a:endParaRPr>
              </a:p>
              <a:p>
                <a:pPr marL="0" marR="0" lvl="0" indent="0" algn="r" defTabSz="914400" rtl="0" eaLnBrk="1" fontAlgn="base" latinLnBrk="0" hangingPunct="1">
                  <a:lnSpc>
                    <a:spcPct val="8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050" b="0" i="0" u="none" strike="noStrike" kern="0" cap="none" spc="0" normalizeH="0" baseline="0" noProof="0" dirty="0" err="1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  <a:cs typeface="+mn-cs"/>
                  </a:rPr>
                  <a:t>dupACKcount</a:t>
                </a:r>
                <a:r>
                  <a:rPr kumimoji="0" lang="en-US" sz="105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  <a:cs typeface="+mn-cs"/>
                  </a:rPr>
                  <a:t> = 0</a:t>
                </a:r>
              </a:p>
              <a:p>
                <a:pPr marL="0" marR="0" lvl="0" indent="0" algn="r" defTabSz="914400" rtl="0" eaLnBrk="1" fontAlgn="base" latinLnBrk="0" hangingPunct="1">
                  <a:lnSpc>
                    <a:spcPct val="8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05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+mn-cs"/>
                </a:endParaRPr>
              </a:p>
              <a:p>
                <a:pPr marL="0" marR="0" lvl="0" indent="0" algn="r" defTabSz="914400" rtl="0" eaLnBrk="1" fontAlgn="base" latinLnBrk="0" hangingPunct="1">
                  <a:lnSpc>
                    <a:spcPct val="8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+mn-cs"/>
                </a:endParaRPr>
              </a:p>
            </p:txBody>
          </p:sp>
          <p:grpSp>
            <p:nvGrpSpPr>
              <p:cNvPr id="179" name="Group 231">
                <a:extLst>
                  <a:ext uri="{FF2B5EF4-FFF2-40B4-BE49-F238E27FC236}">
                    <a16:creationId xmlns:a16="http://schemas.microsoft.com/office/drawing/2014/main" id="{E00D3831-3686-434C-A9FB-CC62A89C2D35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190" y="3496"/>
                <a:ext cx="582" cy="160"/>
                <a:chOff x="1190" y="3496"/>
                <a:chExt cx="582" cy="160"/>
              </a:xfrm>
            </p:grpSpPr>
            <p:sp>
              <p:nvSpPr>
                <p:cNvPr id="180" name="Line 232">
                  <a:extLst>
                    <a:ext uri="{FF2B5EF4-FFF2-40B4-BE49-F238E27FC236}">
                      <a16:creationId xmlns:a16="http://schemas.microsoft.com/office/drawing/2014/main" id="{97E85298-2987-D742-8F32-C0FF7A3D4B93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190" y="3641"/>
                  <a:ext cx="535" cy="0"/>
                </a:xfrm>
                <a:prstGeom prst="line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 marL="0" marR="0" lvl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ahoma" charset="0"/>
                    <a:ea typeface="ＭＳ Ｐゴシック" charset="0"/>
                    <a:cs typeface="+mn-cs"/>
                  </a:endParaRPr>
                </a:p>
              </p:txBody>
            </p:sp>
            <p:sp>
              <p:nvSpPr>
                <p:cNvPr id="181" name="Text Box 233">
                  <a:extLst>
                    <a:ext uri="{FF2B5EF4-FFF2-40B4-BE49-F238E27FC236}">
                      <a16:creationId xmlns:a16="http://schemas.microsoft.com/office/drawing/2014/main" id="{3BF52C9D-20DA-2242-A28A-394E7476B8A1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1287" y="3496"/>
                  <a:ext cx="485" cy="160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 xmlns="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xmlns="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 sz="1600">
                      <a:solidFill>
                        <a:schemeClr val="tx1"/>
                      </a:solidFill>
                      <a:latin typeface="Tahoma" charset="0"/>
                      <a:ea typeface="ＭＳ Ｐゴシック" charset="0"/>
                    </a:defRPr>
                  </a:lvl1pPr>
                  <a:lvl2pPr marL="742950" indent="-285750">
                    <a:defRPr sz="1600">
                      <a:solidFill>
                        <a:schemeClr val="tx1"/>
                      </a:solidFill>
                      <a:latin typeface="Tahoma" charset="0"/>
                      <a:ea typeface="ＭＳ Ｐゴシック" charset="0"/>
                    </a:defRPr>
                  </a:lvl2pPr>
                  <a:lvl3pPr marL="1143000" indent="-228600">
                    <a:defRPr sz="1600">
                      <a:solidFill>
                        <a:schemeClr val="tx1"/>
                      </a:solidFill>
                      <a:latin typeface="Tahoma" charset="0"/>
                      <a:ea typeface="ＭＳ Ｐゴシック" charset="0"/>
                    </a:defRPr>
                  </a:lvl3pPr>
                  <a:lvl4pPr marL="1600200" indent="-228600">
                    <a:defRPr sz="1600">
                      <a:solidFill>
                        <a:schemeClr val="tx1"/>
                      </a:solidFill>
                      <a:latin typeface="Tahoma" charset="0"/>
                      <a:ea typeface="ＭＳ Ｐゴシック" charset="0"/>
                    </a:defRPr>
                  </a:lvl4pPr>
                  <a:lvl5pPr marL="2057400" indent="-228600">
                    <a:defRPr sz="1600">
                      <a:solidFill>
                        <a:schemeClr val="tx1"/>
                      </a:solidFill>
                      <a:latin typeface="Tahoma" charset="0"/>
                      <a:ea typeface="ＭＳ Ｐゴシック" charset="0"/>
                    </a:defRPr>
                  </a:lvl5pPr>
                  <a:lvl6pPr marL="25146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Tahoma" charset="0"/>
                      <a:ea typeface="ＭＳ Ｐゴシック" charset="0"/>
                    </a:defRPr>
                  </a:lvl6pPr>
                  <a:lvl7pPr marL="29718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Tahoma" charset="0"/>
                      <a:ea typeface="ＭＳ Ｐゴシック" charset="0"/>
                    </a:defRPr>
                  </a:lvl7pPr>
                  <a:lvl8pPr marL="34290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Tahoma" charset="0"/>
                      <a:ea typeface="ＭＳ Ｐゴシック" charset="0"/>
                    </a:defRPr>
                  </a:lvl8pPr>
                  <a:lvl9pPr marL="38862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Tahoma" charset="0"/>
                      <a:ea typeface="ＭＳ Ｐゴシック" charset="0"/>
                    </a:defRPr>
                  </a:lvl9pPr>
                </a:lstStyle>
                <a:p>
                  <a:pPr marL="0" marR="0" lvl="0" indent="0" algn="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1050" b="0" i="0" u="none" strike="noStrike" kern="0" cap="none" spc="0" normalizeH="0" baseline="0" noProof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ＭＳ Ｐゴシック" charset="0"/>
                      <a:cs typeface="+mn-cs"/>
                    </a:rPr>
                    <a:t>New ACK</a:t>
                  </a:r>
                </a:p>
              </p:txBody>
            </p:sp>
          </p:grpSp>
        </p:grpSp>
      </p:grpSp>
      <p:grpSp>
        <p:nvGrpSpPr>
          <p:cNvPr id="182" name="Group 241">
            <a:extLst>
              <a:ext uri="{FF2B5EF4-FFF2-40B4-BE49-F238E27FC236}">
                <a16:creationId xmlns:a16="http://schemas.microsoft.com/office/drawing/2014/main" id="{CDA92C42-F115-FC40-A5F8-C407673481F7}"/>
              </a:ext>
            </a:extLst>
          </p:cNvPr>
          <p:cNvGrpSpPr>
            <a:grpSpLocks/>
          </p:cNvGrpSpPr>
          <p:nvPr/>
        </p:nvGrpSpPr>
        <p:grpSpPr bwMode="auto">
          <a:xfrm>
            <a:off x="2386012" y="1545544"/>
            <a:ext cx="5038723" cy="2706689"/>
            <a:chOff x="495" y="859"/>
            <a:chExt cx="3174" cy="1705"/>
          </a:xfrm>
        </p:grpSpPr>
        <p:grpSp>
          <p:nvGrpSpPr>
            <p:cNvPr id="183" name="Group 161">
              <a:extLst>
                <a:ext uri="{FF2B5EF4-FFF2-40B4-BE49-F238E27FC236}">
                  <a16:creationId xmlns:a16="http://schemas.microsoft.com/office/drawing/2014/main" id="{7F0341B7-207C-3E40-8EC6-5911313C0608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329" y="1320"/>
              <a:ext cx="800" cy="754"/>
              <a:chOff x="996" y="1773"/>
              <a:chExt cx="800" cy="754"/>
            </a:xfrm>
          </p:grpSpPr>
          <p:sp>
            <p:nvSpPr>
              <p:cNvPr id="204" name="Oval 162">
                <a:extLst>
                  <a:ext uri="{FF2B5EF4-FFF2-40B4-BE49-F238E27FC236}">
                    <a16:creationId xmlns:a16="http://schemas.microsoft.com/office/drawing/2014/main" id="{85E503DF-C6D4-9C4A-947F-F93B4C81643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6" y="1773"/>
                <a:ext cx="800" cy="754"/>
              </a:xfrm>
              <a:prstGeom prst="ellipse">
                <a:avLst/>
              </a:prstGeom>
              <a:solidFill>
                <a:srgbClr val="00CC99"/>
              </a:solidFill>
              <a:ln w="9525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endParaRPr>
              </a:p>
            </p:txBody>
          </p:sp>
          <p:sp>
            <p:nvSpPr>
              <p:cNvPr id="205" name="Text Box 163">
                <a:extLst>
                  <a:ext uri="{FF2B5EF4-FFF2-40B4-BE49-F238E27FC236}">
                    <a16:creationId xmlns:a16="http://schemas.microsoft.com/office/drawing/2014/main" id="{30575E3B-F1CE-CF43-A7C5-219046488BC3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159" y="1946"/>
                <a:ext cx="485" cy="446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1pPr>
                <a:lvl2pPr marL="742950" indent="-285750"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2pPr>
                <a:lvl3pPr marL="1143000" indent="-228600"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3pPr>
                <a:lvl4pPr marL="1600200" indent="-228600"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4pPr>
                <a:lvl5pPr marL="2057400" indent="-228600"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9pPr>
              </a:lstStyle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20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  <a:cs typeface="+mn-cs"/>
                  </a:rPr>
                  <a:t>slow </a:t>
                </a:r>
              </a:p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20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  <a:cs typeface="+mn-cs"/>
                  </a:rPr>
                  <a:t>start</a:t>
                </a:r>
              </a:p>
            </p:txBody>
          </p:sp>
        </p:grpSp>
        <p:grpSp>
          <p:nvGrpSpPr>
            <p:cNvPr id="184" name="Group 177">
              <a:extLst>
                <a:ext uri="{FF2B5EF4-FFF2-40B4-BE49-F238E27FC236}">
                  <a16:creationId xmlns:a16="http://schemas.microsoft.com/office/drawing/2014/main" id="{5836A4F2-D62D-B147-A532-A57E3C2474B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96" y="2026"/>
              <a:ext cx="1187" cy="538"/>
              <a:chOff x="384" y="2713"/>
              <a:chExt cx="1187" cy="538"/>
            </a:xfrm>
          </p:grpSpPr>
          <p:sp>
            <p:nvSpPr>
              <p:cNvPr id="201" name="Text Box 178">
                <a:extLst>
                  <a:ext uri="{FF2B5EF4-FFF2-40B4-BE49-F238E27FC236}">
                    <a16:creationId xmlns:a16="http://schemas.microsoft.com/office/drawing/2014/main" id="{1852AE28-C2EC-5542-A261-91B127FC6EEC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777" y="2713"/>
                <a:ext cx="395" cy="16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1pPr>
                <a:lvl2pPr marL="742950" indent="-285750"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2pPr>
                <a:lvl3pPr marL="1143000" indent="-228600"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3pPr>
                <a:lvl4pPr marL="1600200" indent="-228600"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4pPr>
                <a:lvl5pPr marL="2057400" indent="-228600"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05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  <a:cs typeface="+mn-cs"/>
                  </a:rPr>
                  <a:t>timeout</a:t>
                </a:r>
              </a:p>
            </p:txBody>
          </p:sp>
          <p:sp>
            <p:nvSpPr>
              <p:cNvPr id="202" name="Text Box 179">
                <a:extLst>
                  <a:ext uri="{FF2B5EF4-FFF2-40B4-BE49-F238E27FC236}">
                    <a16:creationId xmlns:a16="http://schemas.microsoft.com/office/drawing/2014/main" id="{238E26A7-D428-7446-B0EA-57A95D6A24D0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84" y="2840"/>
                <a:ext cx="1187" cy="41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1pPr>
                <a:lvl2pPr marL="742950" indent="-285750"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2pPr>
                <a:lvl3pPr marL="1143000" indent="-228600"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3pPr>
                <a:lvl4pPr marL="1600200" indent="-228600"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4pPr>
                <a:lvl5pPr marL="2057400" indent="-228600"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9pPr>
              </a:lstStyle>
              <a:p>
                <a:pPr marL="0" marR="0" lvl="0" indent="0" algn="ctr" defTabSz="914400" rtl="0" eaLnBrk="1" fontAlgn="base" latinLnBrk="0" hangingPunct="1">
                  <a:lnSpc>
                    <a:spcPct val="8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05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  <a:cs typeface="+mn-cs"/>
                  </a:rPr>
                  <a:t>ssthresh = cwnd/2 </a:t>
                </a:r>
              </a:p>
              <a:p>
                <a:pPr marL="0" marR="0" lvl="0" indent="0" algn="ctr" defTabSz="914400" rtl="0" eaLnBrk="1" fontAlgn="base" latinLnBrk="0" hangingPunct="1">
                  <a:lnSpc>
                    <a:spcPct val="8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05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  <a:cs typeface="+mn-cs"/>
                  </a:rPr>
                  <a:t>cwnd = 1 MSS</a:t>
                </a:r>
              </a:p>
              <a:p>
                <a:pPr marL="0" marR="0" lvl="0" indent="0" algn="ctr" defTabSz="914400" rtl="0" eaLnBrk="1" fontAlgn="base" latinLnBrk="0" hangingPunct="1">
                  <a:lnSpc>
                    <a:spcPct val="8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05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  <a:cs typeface="+mn-cs"/>
                  </a:rPr>
                  <a:t>dupACKcount = 0</a:t>
                </a:r>
              </a:p>
              <a:p>
                <a:pPr marL="0" marR="0" lvl="0" indent="0" algn="ctr" defTabSz="914400" rtl="0" eaLnBrk="1" fontAlgn="base" latinLnBrk="0" hangingPunct="1">
                  <a:lnSpc>
                    <a:spcPct val="8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050" b="0" i="1" u="none" strike="noStrike" kern="0" cap="none" spc="0" normalizeH="0" baseline="0" noProof="0">
                    <a:ln>
                      <a:noFill/>
                    </a:ln>
                    <a:solidFill>
                      <a:srgbClr val="000099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  <a:cs typeface="+mn-cs"/>
                  </a:rPr>
                  <a:t>retransmit missing segment</a:t>
                </a:r>
                <a:r>
                  <a:rPr kumimoji="0" lang="en-US" sz="14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  <a:cs typeface="+mn-cs"/>
                  </a:rPr>
                  <a:t> </a:t>
                </a:r>
              </a:p>
            </p:txBody>
          </p:sp>
          <p:sp>
            <p:nvSpPr>
              <p:cNvPr id="203" name="Line 180">
                <a:extLst>
                  <a:ext uri="{FF2B5EF4-FFF2-40B4-BE49-F238E27FC236}">
                    <a16:creationId xmlns:a16="http://schemas.microsoft.com/office/drawing/2014/main" id="{4D339203-1563-3844-9642-20DAA4DBE4B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709" y="2855"/>
                <a:ext cx="535" cy="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endParaRPr>
              </a:p>
            </p:txBody>
          </p:sp>
        </p:grpSp>
        <p:grpSp>
          <p:nvGrpSpPr>
            <p:cNvPr id="185" name="Group 186">
              <a:extLst>
                <a:ext uri="{FF2B5EF4-FFF2-40B4-BE49-F238E27FC236}">
                  <a16:creationId xmlns:a16="http://schemas.microsoft.com/office/drawing/2014/main" id="{F5B6412F-86EA-644E-B751-4756A58400F6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173" y="960"/>
              <a:ext cx="1496" cy="561"/>
              <a:chOff x="2683" y="798"/>
              <a:chExt cx="1496" cy="561"/>
            </a:xfrm>
          </p:grpSpPr>
          <p:sp>
            <p:nvSpPr>
              <p:cNvPr id="198" name="Text Box 187">
                <a:extLst>
                  <a:ext uri="{FF2B5EF4-FFF2-40B4-BE49-F238E27FC236}">
                    <a16:creationId xmlns:a16="http://schemas.microsoft.com/office/drawing/2014/main" id="{33745650-56D6-E74A-A07A-E27A58809560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683" y="917"/>
                <a:ext cx="1496" cy="44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1pPr>
                <a:lvl2pPr marL="742950" indent="-285750"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2pPr>
                <a:lvl3pPr marL="1143000" indent="-228600"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3pPr>
                <a:lvl4pPr marL="1600200" indent="-228600"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4pPr>
                <a:lvl5pPr marL="2057400" indent="-228600"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05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  <a:cs typeface="+mn-cs"/>
                  </a:rPr>
                  <a:t>cwnd = cwnd+MSS</a:t>
                </a:r>
              </a:p>
              <a:p>
                <a:pPr marL="0" marR="0" lvl="0" indent="0" algn="l" defTabSz="914400" rtl="0" eaLnBrk="1" fontAlgn="base" latinLnBrk="0" hangingPunct="1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05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  <a:cs typeface="+mn-cs"/>
                  </a:rPr>
                  <a:t>dupACKcount = 0</a:t>
                </a:r>
              </a:p>
              <a:p>
                <a:pPr marL="0" marR="0" lvl="0" indent="0" algn="l" defTabSz="914400" rtl="0" eaLnBrk="1" fontAlgn="base" latinLnBrk="0" hangingPunct="1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050" b="0" i="1" u="none" strike="noStrike" kern="0" cap="none" spc="0" normalizeH="0" baseline="0" noProof="0">
                    <a:ln>
                      <a:noFill/>
                    </a:ln>
                    <a:solidFill>
                      <a:srgbClr val="000099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  <a:cs typeface="+mn-cs"/>
                  </a:rPr>
                  <a:t>transmit new segment(s), as allowed</a:t>
                </a:r>
              </a:p>
              <a:p>
                <a:pPr marL="0" marR="0" lvl="0" indent="0" algn="l" defTabSz="914400" rtl="0" eaLnBrk="1" fontAlgn="base" latinLnBrk="0" hangingPunct="1">
                  <a:lnSpc>
                    <a:spcPct val="8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+mn-cs"/>
                </a:endParaRPr>
              </a:p>
            </p:txBody>
          </p:sp>
          <p:sp>
            <p:nvSpPr>
              <p:cNvPr id="199" name="Line 188">
                <a:extLst>
                  <a:ext uri="{FF2B5EF4-FFF2-40B4-BE49-F238E27FC236}">
                    <a16:creationId xmlns:a16="http://schemas.microsoft.com/office/drawing/2014/main" id="{77E99221-132E-174B-8CBE-C1A955C064C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744" y="934"/>
                <a:ext cx="535" cy="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endParaRPr>
              </a:p>
            </p:txBody>
          </p:sp>
          <p:sp>
            <p:nvSpPr>
              <p:cNvPr id="200" name="Text Box 189">
                <a:extLst>
                  <a:ext uri="{FF2B5EF4-FFF2-40B4-BE49-F238E27FC236}">
                    <a16:creationId xmlns:a16="http://schemas.microsoft.com/office/drawing/2014/main" id="{321F9ADE-2971-8D42-964D-F2D594BDE59B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697" y="798"/>
                <a:ext cx="471" cy="16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1pPr>
                <a:lvl2pPr marL="742950" indent="-285750"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2pPr>
                <a:lvl3pPr marL="1143000" indent="-228600"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3pPr>
                <a:lvl4pPr marL="1600200" indent="-228600"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4pPr>
                <a:lvl5pPr marL="2057400" indent="-228600"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05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  <a:cs typeface="+mn-cs"/>
                  </a:rPr>
                  <a:t>new ACK</a:t>
                </a:r>
              </a:p>
            </p:txBody>
          </p:sp>
        </p:grpSp>
        <p:sp>
          <p:nvSpPr>
            <p:cNvPr id="186" name="Freeform 205">
              <a:extLst>
                <a:ext uri="{FF2B5EF4-FFF2-40B4-BE49-F238E27FC236}">
                  <a16:creationId xmlns:a16="http://schemas.microsoft.com/office/drawing/2014/main" id="{B9844AE8-814B-7A49-BCA7-110579E99E1F}"/>
                </a:ext>
              </a:extLst>
            </p:cNvPr>
            <p:cNvSpPr>
              <a:spLocks/>
            </p:cNvSpPr>
            <p:nvPr/>
          </p:nvSpPr>
          <p:spPr bwMode="auto">
            <a:xfrm>
              <a:off x="1601" y="1129"/>
              <a:ext cx="313" cy="201"/>
            </a:xfrm>
            <a:custGeom>
              <a:avLst/>
              <a:gdLst>
                <a:gd name="T0" fmla="*/ 25 w 313"/>
                <a:gd name="T1" fmla="*/ 169 h 201"/>
                <a:gd name="T2" fmla="*/ 153 w 313"/>
                <a:gd name="T3" fmla="*/ 7 h 201"/>
                <a:gd name="T4" fmla="*/ 258 w 313"/>
                <a:gd name="T5" fmla="*/ 201 h 201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313" h="201">
                  <a:moveTo>
                    <a:pt x="25" y="169"/>
                  </a:moveTo>
                  <a:cubicBezTo>
                    <a:pt x="0" y="108"/>
                    <a:pt x="5" y="0"/>
                    <a:pt x="153" y="7"/>
                  </a:cubicBezTo>
                  <a:cubicBezTo>
                    <a:pt x="302" y="12"/>
                    <a:pt x="313" y="87"/>
                    <a:pt x="258" y="201"/>
                  </a:cubicBezTo>
                </a:path>
              </a:pathLst>
            </a:custGeom>
            <a:noFill/>
            <a:ln w="9525">
              <a:solidFill>
                <a:srgbClr val="000000"/>
              </a:solidFill>
              <a:round/>
              <a:headEnd type="none" w="med" len="med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187" name="Freeform 206">
              <a:extLst>
                <a:ext uri="{FF2B5EF4-FFF2-40B4-BE49-F238E27FC236}">
                  <a16:creationId xmlns:a16="http://schemas.microsoft.com/office/drawing/2014/main" id="{750DB278-39B5-E245-8F7C-23929FAC1479}"/>
                </a:ext>
              </a:extLst>
            </p:cNvPr>
            <p:cNvSpPr>
              <a:spLocks/>
            </p:cNvSpPr>
            <p:nvPr/>
          </p:nvSpPr>
          <p:spPr bwMode="auto">
            <a:xfrm rot="2575893">
              <a:off x="1950" y="1316"/>
              <a:ext cx="313" cy="201"/>
            </a:xfrm>
            <a:custGeom>
              <a:avLst/>
              <a:gdLst>
                <a:gd name="T0" fmla="*/ 25 w 313"/>
                <a:gd name="T1" fmla="*/ 169 h 201"/>
                <a:gd name="T2" fmla="*/ 153 w 313"/>
                <a:gd name="T3" fmla="*/ 7 h 201"/>
                <a:gd name="T4" fmla="*/ 258 w 313"/>
                <a:gd name="T5" fmla="*/ 201 h 201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313" h="201">
                  <a:moveTo>
                    <a:pt x="25" y="169"/>
                  </a:moveTo>
                  <a:cubicBezTo>
                    <a:pt x="0" y="108"/>
                    <a:pt x="5" y="0"/>
                    <a:pt x="153" y="7"/>
                  </a:cubicBezTo>
                  <a:cubicBezTo>
                    <a:pt x="302" y="12"/>
                    <a:pt x="313" y="87"/>
                    <a:pt x="258" y="201"/>
                  </a:cubicBezTo>
                </a:path>
              </a:pathLst>
            </a:custGeom>
            <a:noFill/>
            <a:ln w="9525">
              <a:solidFill>
                <a:srgbClr val="000000"/>
              </a:solidFill>
              <a:round/>
              <a:headEnd type="none" w="med" len="med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grpSp>
          <p:nvGrpSpPr>
            <p:cNvPr id="188" name="Group 207">
              <a:extLst>
                <a:ext uri="{FF2B5EF4-FFF2-40B4-BE49-F238E27FC236}">
                  <a16:creationId xmlns:a16="http://schemas.microsoft.com/office/drawing/2014/main" id="{4E427184-7EF7-C840-827D-A9660DD49F4A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445" y="859"/>
              <a:ext cx="740" cy="388"/>
              <a:chOff x="4254" y="2922"/>
              <a:chExt cx="740" cy="388"/>
            </a:xfrm>
          </p:grpSpPr>
          <p:sp>
            <p:nvSpPr>
              <p:cNvPr id="195" name="Text Box 208">
                <a:extLst>
                  <a:ext uri="{FF2B5EF4-FFF2-40B4-BE49-F238E27FC236}">
                    <a16:creationId xmlns:a16="http://schemas.microsoft.com/office/drawing/2014/main" id="{7E5221C3-2422-AB42-AB8F-F98DF12DC473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254" y="3062"/>
                <a:ext cx="740" cy="24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1pPr>
                <a:lvl2pPr marL="742950" indent="-285750"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2pPr>
                <a:lvl3pPr marL="1143000" indent="-228600"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3pPr>
                <a:lvl4pPr marL="1600200" indent="-228600"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4pPr>
                <a:lvl5pPr marL="2057400" indent="-228600"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9pPr>
              </a:lstStyle>
              <a:p>
                <a:pPr marL="0" marR="0" lvl="0" indent="0" algn="ctr" defTabSz="914400" rtl="0" eaLnBrk="1" fontAlgn="base" latinLnBrk="0" hangingPunct="1">
                  <a:lnSpc>
                    <a:spcPct val="8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05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  <a:cs typeface="+mn-cs"/>
                  </a:rPr>
                  <a:t>dupACKcount++</a:t>
                </a:r>
              </a:p>
              <a:p>
                <a:pPr marL="0" marR="0" lvl="0" indent="0" algn="ctr" defTabSz="914400" rtl="0" eaLnBrk="1" fontAlgn="base" latinLnBrk="0" hangingPunct="1">
                  <a:lnSpc>
                    <a:spcPct val="8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+mn-cs"/>
                </a:endParaRPr>
              </a:p>
            </p:txBody>
          </p:sp>
          <p:sp>
            <p:nvSpPr>
              <p:cNvPr id="196" name="Line 209">
                <a:extLst>
                  <a:ext uri="{FF2B5EF4-FFF2-40B4-BE49-F238E27FC236}">
                    <a16:creationId xmlns:a16="http://schemas.microsoft.com/office/drawing/2014/main" id="{0ED363ED-03C6-214E-BEF4-679C8609502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353" y="3071"/>
                <a:ext cx="535" cy="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endParaRPr>
              </a:p>
            </p:txBody>
          </p:sp>
          <p:sp>
            <p:nvSpPr>
              <p:cNvPr id="197" name="Text Box 210">
                <a:extLst>
                  <a:ext uri="{FF2B5EF4-FFF2-40B4-BE49-F238E27FC236}">
                    <a16:creationId xmlns:a16="http://schemas.microsoft.com/office/drawing/2014/main" id="{2593DC72-BD77-FC4D-AA2D-CA14FF49E8C6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295" y="2922"/>
                <a:ext cx="656" cy="16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1pPr>
                <a:lvl2pPr marL="742950" indent="-285750"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2pPr>
                <a:lvl3pPr marL="1143000" indent="-228600"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3pPr>
                <a:lvl4pPr marL="1600200" indent="-228600"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4pPr>
                <a:lvl5pPr marL="2057400" indent="-228600"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05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  <a:cs typeface="+mn-cs"/>
                  </a:rPr>
                  <a:t>duplicate ACK</a:t>
                </a:r>
              </a:p>
            </p:txBody>
          </p:sp>
        </p:grpSp>
        <p:sp>
          <p:nvSpPr>
            <p:cNvPr id="189" name="Freeform 211">
              <a:extLst>
                <a:ext uri="{FF2B5EF4-FFF2-40B4-BE49-F238E27FC236}">
                  <a16:creationId xmlns:a16="http://schemas.microsoft.com/office/drawing/2014/main" id="{3E6B1AA0-4286-9245-837B-6CBC21CE7E5B}"/>
                </a:ext>
              </a:extLst>
            </p:cNvPr>
            <p:cNvSpPr>
              <a:spLocks/>
            </p:cNvSpPr>
            <p:nvPr/>
          </p:nvSpPr>
          <p:spPr bwMode="auto">
            <a:xfrm rot="-8222029">
              <a:off x="1204" y="1903"/>
              <a:ext cx="313" cy="201"/>
            </a:xfrm>
            <a:custGeom>
              <a:avLst/>
              <a:gdLst>
                <a:gd name="T0" fmla="*/ 25 w 313"/>
                <a:gd name="T1" fmla="*/ 169 h 201"/>
                <a:gd name="T2" fmla="*/ 153 w 313"/>
                <a:gd name="T3" fmla="*/ 7 h 201"/>
                <a:gd name="T4" fmla="*/ 258 w 313"/>
                <a:gd name="T5" fmla="*/ 201 h 201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313" h="201">
                  <a:moveTo>
                    <a:pt x="25" y="169"/>
                  </a:moveTo>
                  <a:cubicBezTo>
                    <a:pt x="0" y="108"/>
                    <a:pt x="5" y="0"/>
                    <a:pt x="153" y="7"/>
                  </a:cubicBezTo>
                  <a:cubicBezTo>
                    <a:pt x="302" y="12"/>
                    <a:pt x="313" y="87"/>
                    <a:pt x="258" y="201"/>
                  </a:cubicBezTo>
                </a:path>
              </a:pathLst>
            </a:custGeom>
            <a:noFill/>
            <a:ln w="9525">
              <a:solidFill>
                <a:srgbClr val="000000"/>
              </a:solidFill>
              <a:round/>
              <a:headEnd type="none" w="med" len="med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190" name="Line 234">
              <a:extLst>
                <a:ext uri="{FF2B5EF4-FFF2-40B4-BE49-F238E27FC236}">
                  <a16:creationId xmlns:a16="http://schemas.microsoft.com/office/drawing/2014/main" id="{F4D43A0C-EE6E-EC4A-8B33-48E0CE84AD6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36" y="1649"/>
              <a:ext cx="752" cy="1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prstDash val="dash"/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grpSp>
          <p:nvGrpSpPr>
            <p:cNvPr id="191" name="Group 235">
              <a:extLst>
                <a:ext uri="{FF2B5EF4-FFF2-40B4-BE49-F238E27FC236}">
                  <a16:creationId xmlns:a16="http://schemas.microsoft.com/office/drawing/2014/main" id="{A04F248C-CB56-5341-9121-CD7548EA20D6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95" y="1255"/>
              <a:ext cx="785" cy="429"/>
              <a:chOff x="517" y="936"/>
              <a:chExt cx="785" cy="429"/>
            </a:xfrm>
          </p:grpSpPr>
          <p:sp>
            <p:nvSpPr>
              <p:cNvPr id="192" name="Text Box 236">
                <a:extLst>
                  <a:ext uri="{FF2B5EF4-FFF2-40B4-BE49-F238E27FC236}">
                    <a16:creationId xmlns:a16="http://schemas.microsoft.com/office/drawing/2014/main" id="{DFCAD05B-CECB-F74A-83C0-04809C56403D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816" y="936"/>
                <a:ext cx="175" cy="16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1pPr>
                <a:lvl2pPr marL="742950" indent="-285750"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2pPr>
                <a:lvl3pPr marL="1143000" indent="-228600"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3pPr>
                <a:lvl4pPr marL="1600200" indent="-228600"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4pPr>
                <a:lvl5pPr marL="2057400" indent="-228600"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05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Symbol" charset="0"/>
                    <a:ea typeface="ＭＳ Ｐゴシック" charset="0"/>
                    <a:cs typeface="+mn-cs"/>
                  </a:rPr>
                  <a:t>L</a:t>
                </a:r>
              </a:p>
            </p:txBody>
          </p:sp>
          <p:sp>
            <p:nvSpPr>
              <p:cNvPr id="193" name="Text Box 237">
                <a:extLst>
                  <a:ext uri="{FF2B5EF4-FFF2-40B4-BE49-F238E27FC236}">
                    <a16:creationId xmlns:a16="http://schemas.microsoft.com/office/drawing/2014/main" id="{74E71529-C1EB-3448-B321-63BB937B34FE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517" y="1063"/>
                <a:ext cx="785" cy="30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1pPr>
                <a:lvl2pPr marL="742950" indent="-285750"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2pPr>
                <a:lvl3pPr marL="1143000" indent="-228600"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3pPr>
                <a:lvl4pPr marL="1600200" indent="-228600"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4pPr>
                <a:lvl5pPr marL="2057400" indent="-228600"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9pPr>
              </a:lstStyle>
              <a:p>
                <a:pPr marL="0" marR="0" lvl="0" indent="0" algn="ctr" defTabSz="914400" rtl="0" eaLnBrk="1" fontAlgn="base" latinLnBrk="0" hangingPunct="1">
                  <a:lnSpc>
                    <a:spcPct val="8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05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  <a:cs typeface="+mn-cs"/>
                  </a:rPr>
                  <a:t>cwnd = 1 MSS</a:t>
                </a:r>
              </a:p>
              <a:p>
                <a:pPr marL="0" marR="0" lvl="0" indent="0" algn="ctr" defTabSz="914400" rtl="0" eaLnBrk="1" fontAlgn="base" latinLnBrk="0" hangingPunct="1">
                  <a:lnSpc>
                    <a:spcPct val="8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05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  <a:cs typeface="+mn-cs"/>
                  </a:rPr>
                  <a:t>ssthresh = 64 KB</a:t>
                </a:r>
              </a:p>
              <a:p>
                <a:pPr marL="0" marR="0" lvl="0" indent="0" algn="ctr" defTabSz="914400" rtl="0" eaLnBrk="1" fontAlgn="base" latinLnBrk="0" hangingPunct="1">
                  <a:lnSpc>
                    <a:spcPct val="8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05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  <a:cs typeface="+mn-cs"/>
                  </a:rPr>
                  <a:t>dupACKcount = 0</a:t>
                </a:r>
                <a:endParaRPr kumimoji="0" lang="en-US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+mn-cs"/>
                </a:endParaRPr>
              </a:p>
            </p:txBody>
          </p:sp>
          <p:sp>
            <p:nvSpPr>
              <p:cNvPr id="194" name="Line 238">
                <a:extLst>
                  <a:ext uri="{FF2B5EF4-FFF2-40B4-BE49-F238E27FC236}">
                    <a16:creationId xmlns:a16="http://schemas.microsoft.com/office/drawing/2014/main" id="{6EA26674-D5C9-9744-9287-ED272FC8512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641" y="1078"/>
                <a:ext cx="535" cy="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endParaRPr>
              </a:p>
            </p:txBody>
          </p:sp>
        </p:grpSp>
      </p:grpSp>
      <p:grpSp>
        <p:nvGrpSpPr>
          <p:cNvPr id="206" name="Group 255">
            <a:extLst>
              <a:ext uri="{FF2B5EF4-FFF2-40B4-BE49-F238E27FC236}">
                <a16:creationId xmlns:a16="http://schemas.microsoft.com/office/drawing/2014/main" id="{A2B043F7-099D-4D44-B22F-E06E9FF1DB1B}"/>
              </a:ext>
            </a:extLst>
          </p:cNvPr>
          <p:cNvGrpSpPr>
            <a:grpSpLocks/>
          </p:cNvGrpSpPr>
          <p:nvPr/>
        </p:nvGrpSpPr>
        <p:grpSpPr bwMode="auto">
          <a:xfrm>
            <a:off x="2405063" y="2982232"/>
            <a:ext cx="3167062" cy="1312862"/>
            <a:chOff x="509" y="1766"/>
            <a:chExt cx="1995" cy="827"/>
          </a:xfrm>
        </p:grpSpPr>
        <p:pic>
          <p:nvPicPr>
            <p:cNvPr id="207" name="Picture 252">
              <a:extLst>
                <a:ext uri="{FF2B5EF4-FFF2-40B4-BE49-F238E27FC236}">
                  <a16:creationId xmlns:a16="http://schemas.microsoft.com/office/drawing/2014/main" id="{13117D26-6951-3D4A-A5F0-C71B4A0E49B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509" y="1992"/>
              <a:ext cx="262" cy="24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</p:pic>
        <p:pic>
          <p:nvPicPr>
            <p:cNvPr id="208" name="Picture 253">
              <a:extLst>
                <a:ext uri="{FF2B5EF4-FFF2-40B4-BE49-F238E27FC236}">
                  <a16:creationId xmlns:a16="http://schemas.microsoft.com/office/drawing/2014/main" id="{DB7493BD-9E6A-CC43-BB12-1EF71B377E77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2242" y="1766"/>
              <a:ext cx="262" cy="24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</p:pic>
        <p:pic>
          <p:nvPicPr>
            <p:cNvPr id="209" name="Picture 254">
              <a:extLst>
                <a:ext uri="{FF2B5EF4-FFF2-40B4-BE49-F238E27FC236}">
                  <a16:creationId xmlns:a16="http://schemas.microsoft.com/office/drawing/2014/main" id="{919A68A3-008C-A945-88F7-16E52DA2108C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2164" y="2348"/>
              <a:ext cx="262" cy="24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</p:pic>
      </p:grpSp>
      <p:grpSp>
        <p:nvGrpSpPr>
          <p:cNvPr id="210" name="Group 297">
            <a:extLst>
              <a:ext uri="{FF2B5EF4-FFF2-40B4-BE49-F238E27FC236}">
                <a16:creationId xmlns:a16="http://schemas.microsoft.com/office/drawing/2014/main" id="{439C2129-4880-6149-9CCA-EB3347A6F350}"/>
              </a:ext>
            </a:extLst>
          </p:cNvPr>
          <p:cNvGrpSpPr>
            <a:grpSpLocks/>
          </p:cNvGrpSpPr>
          <p:nvPr/>
        </p:nvGrpSpPr>
        <p:grpSpPr bwMode="auto">
          <a:xfrm>
            <a:off x="5102225" y="1208994"/>
            <a:ext cx="4333875" cy="3243263"/>
            <a:chOff x="2205" y="641"/>
            <a:chExt cx="2730" cy="2043"/>
          </a:xfrm>
        </p:grpSpPr>
        <p:grpSp>
          <p:nvGrpSpPr>
            <p:cNvPr id="211" name="Group 282">
              <a:extLst>
                <a:ext uri="{FF2B5EF4-FFF2-40B4-BE49-F238E27FC236}">
                  <a16:creationId xmlns:a16="http://schemas.microsoft.com/office/drawing/2014/main" id="{6BDFE812-AF51-D241-B4AE-BA4F204E8DF8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381" y="2381"/>
              <a:ext cx="583" cy="303"/>
              <a:chOff x="1166" y="3601"/>
              <a:chExt cx="583" cy="303"/>
            </a:xfrm>
          </p:grpSpPr>
          <p:grpSp>
            <p:nvGrpSpPr>
              <p:cNvPr id="222" name="Group 283">
                <a:extLst>
                  <a:ext uri="{FF2B5EF4-FFF2-40B4-BE49-F238E27FC236}">
                    <a16:creationId xmlns:a16="http://schemas.microsoft.com/office/drawing/2014/main" id="{82205633-61E5-A34B-80F4-B06EBB50B0C8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166" y="3601"/>
                <a:ext cx="583" cy="303"/>
                <a:chOff x="990" y="4570"/>
                <a:chExt cx="597" cy="380"/>
              </a:xfrm>
            </p:grpSpPr>
            <p:pic>
              <p:nvPicPr>
                <p:cNvPr id="224" name="Picture 284">
                  <a:extLst>
                    <a:ext uri="{FF2B5EF4-FFF2-40B4-BE49-F238E27FC236}">
                      <a16:creationId xmlns:a16="http://schemas.microsoft.com/office/drawing/2014/main" id="{123D55D6-C521-5C4A-A99B-9A81EB8858BD}"/>
                    </a:ext>
                  </a:extLst>
                </p:cNvPr>
                <p:cNvPicPr>
                  <a:picLocks noChangeAspect="1" noChangeArrowheads="1"/>
                </p:cNvPicPr>
                <p:nvPr/>
              </p:nvPicPr>
              <p:blipFill>
                <a:blip r:embed="rId4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990" y="4570"/>
                  <a:ext cx="597" cy="380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 xmlns="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xmlns="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</p:pic>
            <p:sp>
              <p:nvSpPr>
                <p:cNvPr id="225" name="Rectangle 285">
                  <a:extLst>
                    <a:ext uri="{FF2B5EF4-FFF2-40B4-BE49-F238E27FC236}">
                      <a16:creationId xmlns:a16="http://schemas.microsoft.com/office/drawing/2014/main" id="{5A2AADA4-95A5-1140-A8E2-F7E1D634D77A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124" y="4679"/>
                  <a:ext cx="356" cy="148"/>
                </a:xfrm>
                <a:prstGeom prst="rect">
                  <a:avLst/>
                </a:prstGeom>
                <a:solidFill>
                  <a:srgbClr val="FFFF00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marL="0" marR="0" lvl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ahoma" charset="0"/>
                    <a:ea typeface="ＭＳ Ｐゴシック" charset="0"/>
                    <a:cs typeface="+mn-cs"/>
                  </a:endParaRPr>
                </a:p>
              </p:txBody>
            </p:sp>
          </p:grpSp>
          <p:sp>
            <p:nvSpPr>
              <p:cNvPr id="223" name="Text Box 286">
                <a:extLst>
                  <a:ext uri="{FF2B5EF4-FFF2-40B4-BE49-F238E27FC236}">
                    <a16:creationId xmlns:a16="http://schemas.microsoft.com/office/drawing/2014/main" id="{A04DE5D7-1E27-9345-953B-F2F6817401D2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274" y="3633"/>
                <a:ext cx="397" cy="24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1pPr>
                <a:lvl2pPr marL="742950" indent="-285750"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2pPr>
                <a:lvl3pPr marL="1143000" indent="-228600"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3pPr>
                <a:lvl4pPr marL="1600200" indent="-228600"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4pPr>
                <a:lvl5pPr marL="2057400" indent="-228600"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9pPr>
              </a:lstStyle>
              <a:p>
                <a:pPr marL="0" marR="0" lvl="0" indent="0" algn="ctr" defTabSz="914400" rtl="0" eaLnBrk="0" fontAlgn="base" latinLnBrk="0" hangingPunct="0">
                  <a:lnSpc>
                    <a:spcPct val="8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200" b="1" i="1" u="none" strike="noStrike" kern="1200" cap="none" spc="0" normalizeH="0" baseline="0" noProof="0">
                    <a:ln>
                      <a:noFill/>
                    </a:ln>
                    <a:solidFill>
                      <a:srgbClr val="3333CC"/>
                    </a:solidFill>
                    <a:effectLst/>
                    <a:uLnTx/>
                    <a:uFillTx/>
                    <a:latin typeface="Comic Sans MS" charset="0"/>
                    <a:ea typeface="ＭＳ Ｐゴシック" charset="0"/>
                    <a:cs typeface="+mn-cs"/>
                  </a:rPr>
                  <a:t>New</a:t>
                </a:r>
              </a:p>
              <a:p>
                <a:pPr marL="0" marR="0" lvl="0" indent="0" algn="ctr" defTabSz="914400" rtl="0" eaLnBrk="0" fontAlgn="base" latinLnBrk="0" hangingPunct="0">
                  <a:lnSpc>
                    <a:spcPct val="8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200" b="1" i="1" u="none" strike="noStrike" kern="1200" cap="none" spc="0" normalizeH="0" baseline="0" noProof="0">
                    <a:ln>
                      <a:noFill/>
                    </a:ln>
                    <a:solidFill>
                      <a:srgbClr val="3333CC"/>
                    </a:solidFill>
                    <a:effectLst/>
                    <a:uLnTx/>
                    <a:uFillTx/>
                    <a:latin typeface="Comic Sans MS" charset="0"/>
                    <a:ea typeface="ＭＳ Ｐゴシック" charset="0"/>
                    <a:cs typeface="+mn-cs"/>
                  </a:rPr>
                  <a:t>ACK!</a:t>
                </a:r>
              </a:p>
            </p:txBody>
          </p:sp>
        </p:grpSp>
        <p:grpSp>
          <p:nvGrpSpPr>
            <p:cNvPr id="212" name="Group 287">
              <a:extLst>
                <a:ext uri="{FF2B5EF4-FFF2-40B4-BE49-F238E27FC236}">
                  <a16:creationId xmlns:a16="http://schemas.microsoft.com/office/drawing/2014/main" id="{0901017F-3507-C540-B99D-306E862349DB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205" y="700"/>
              <a:ext cx="583" cy="303"/>
              <a:chOff x="1166" y="3601"/>
              <a:chExt cx="583" cy="303"/>
            </a:xfrm>
          </p:grpSpPr>
          <p:grpSp>
            <p:nvGrpSpPr>
              <p:cNvPr id="218" name="Group 288">
                <a:extLst>
                  <a:ext uri="{FF2B5EF4-FFF2-40B4-BE49-F238E27FC236}">
                    <a16:creationId xmlns:a16="http://schemas.microsoft.com/office/drawing/2014/main" id="{6BA56D00-0006-F044-83B1-AAE6B004468E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166" y="3601"/>
                <a:ext cx="583" cy="303"/>
                <a:chOff x="990" y="4570"/>
                <a:chExt cx="597" cy="380"/>
              </a:xfrm>
            </p:grpSpPr>
            <p:pic>
              <p:nvPicPr>
                <p:cNvPr id="220" name="Picture 289">
                  <a:extLst>
                    <a:ext uri="{FF2B5EF4-FFF2-40B4-BE49-F238E27FC236}">
                      <a16:creationId xmlns:a16="http://schemas.microsoft.com/office/drawing/2014/main" id="{C017D357-3300-D245-BAF6-F1F404699D4A}"/>
                    </a:ext>
                  </a:extLst>
                </p:cNvPr>
                <p:cNvPicPr>
                  <a:picLocks noChangeAspect="1" noChangeArrowheads="1"/>
                </p:cNvPicPr>
                <p:nvPr/>
              </p:nvPicPr>
              <p:blipFill>
                <a:blip r:embed="rId4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990" y="4570"/>
                  <a:ext cx="597" cy="380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 xmlns="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xmlns="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</p:pic>
            <p:sp>
              <p:nvSpPr>
                <p:cNvPr id="221" name="Rectangle 290">
                  <a:extLst>
                    <a:ext uri="{FF2B5EF4-FFF2-40B4-BE49-F238E27FC236}">
                      <a16:creationId xmlns:a16="http://schemas.microsoft.com/office/drawing/2014/main" id="{71EEC757-0CB1-5245-8660-0181A2DC62D4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124" y="4679"/>
                  <a:ext cx="356" cy="148"/>
                </a:xfrm>
                <a:prstGeom prst="rect">
                  <a:avLst/>
                </a:prstGeom>
                <a:solidFill>
                  <a:srgbClr val="FFFF00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marL="0" marR="0" lvl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ahoma" charset="0"/>
                    <a:ea typeface="ＭＳ Ｐゴシック" charset="0"/>
                    <a:cs typeface="+mn-cs"/>
                  </a:endParaRPr>
                </a:p>
              </p:txBody>
            </p:sp>
          </p:grpSp>
          <p:sp>
            <p:nvSpPr>
              <p:cNvPr id="219" name="Text Box 291">
                <a:extLst>
                  <a:ext uri="{FF2B5EF4-FFF2-40B4-BE49-F238E27FC236}">
                    <a16:creationId xmlns:a16="http://schemas.microsoft.com/office/drawing/2014/main" id="{FEBEF8FC-A920-4A49-A1BF-3B6F2FA29D39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274" y="3633"/>
                <a:ext cx="397" cy="24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1pPr>
                <a:lvl2pPr marL="742950" indent="-285750"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2pPr>
                <a:lvl3pPr marL="1143000" indent="-228600"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3pPr>
                <a:lvl4pPr marL="1600200" indent="-228600"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4pPr>
                <a:lvl5pPr marL="2057400" indent="-228600"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9pPr>
              </a:lstStyle>
              <a:p>
                <a:pPr marL="0" marR="0" lvl="0" indent="0" algn="ctr" defTabSz="914400" rtl="0" eaLnBrk="0" fontAlgn="base" latinLnBrk="0" hangingPunct="0">
                  <a:lnSpc>
                    <a:spcPct val="8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200" b="1" i="1" u="none" strike="noStrike" kern="1200" cap="none" spc="0" normalizeH="0" baseline="0" noProof="0">
                    <a:ln>
                      <a:noFill/>
                    </a:ln>
                    <a:solidFill>
                      <a:srgbClr val="3333CC"/>
                    </a:solidFill>
                    <a:effectLst/>
                    <a:uLnTx/>
                    <a:uFillTx/>
                    <a:latin typeface="Comic Sans MS" charset="0"/>
                    <a:ea typeface="ＭＳ Ｐゴシック" charset="0"/>
                    <a:cs typeface="+mn-cs"/>
                  </a:rPr>
                  <a:t>New</a:t>
                </a:r>
              </a:p>
              <a:p>
                <a:pPr marL="0" marR="0" lvl="0" indent="0" algn="ctr" defTabSz="914400" rtl="0" eaLnBrk="0" fontAlgn="base" latinLnBrk="0" hangingPunct="0">
                  <a:lnSpc>
                    <a:spcPct val="8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200" b="1" i="1" u="none" strike="noStrike" kern="1200" cap="none" spc="0" normalizeH="0" baseline="0" noProof="0">
                    <a:ln>
                      <a:noFill/>
                    </a:ln>
                    <a:solidFill>
                      <a:srgbClr val="3333CC"/>
                    </a:solidFill>
                    <a:effectLst/>
                    <a:uLnTx/>
                    <a:uFillTx/>
                    <a:latin typeface="Comic Sans MS" charset="0"/>
                    <a:ea typeface="ＭＳ Ｐゴシック" charset="0"/>
                    <a:cs typeface="+mn-cs"/>
                  </a:rPr>
                  <a:t>ACK!</a:t>
                </a:r>
              </a:p>
            </p:txBody>
          </p:sp>
        </p:grpSp>
        <p:grpSp>
          <p:nvGrpSpPr>
            <p:cNvPr id="213" name="Group 292">
              <a:extLst>
                <a:ext uri="{FF2B5EF4-FFF2-40B4-BE49-F238E27FC236}">
                  <a16:creationId xmlns:a16="http://schemas.microsoft.com/office/drawing/2014/main" id="{2201CF4D-D367-D544-9B09-D38B651E98BE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352" y="641"/>
              <a:ext cx="583" cy="303"/>
              <a:chOff x="1166" y="3601"/>
              <a:chExt cx="583" cy="303"/>
            </a:xfrm>
          </p:grpSpPr>
          <p:grpSp>
            <p:nvGrpSpPr>
              <p:cNvPr id="214" name="Group 293">
                <a:extLst>
                  <a:ext uri="{FF2B5EF4-FFF2-40B4-BE49-F238E27FC236}">
                    <a16:creationId xmlns:a16="http://schemas.microsoft.com/office/drawing/2014/main" id="{255AC563-CE69-7346-8853-7B52DB2C3916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166" y="3601"/>
                <a:ext cx="583" cy="303"/>
                <a:chOff x="990" y="4570"/>
                <a:chExt cx="597" cy="380"/>
              </a:xfrm>
            </p:grpSpPr>
            <p:pic>
              <p:nvPicPr>
                <p:cNvPr id="216" name="Picture 294">
                  <a:extLst>
                    <a:ext uri="{FF2B5EF4-FFF2-40B4-BE49-F238E27FC236}">
                      <a16:creationId xmlns:a16="http://schemas.microsoft.com/office/drawing/2014/main" id="{3CFEE67E-B886-8D4D-9258-34C8D95DCDA1}"/>
                    </a:ext>
                  </a:extLst>
                </p:cNvPr>
                <p:cNvPicPr>
                  <a:picLocks noChangeAspect="1" noChangeArrowheads="1"/>
                </p:cNvPicPr>
                <p:nvPr/>
              </p:nvPicPr>
              <p:blipFill>
                <a:blip r:embed="rId4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990" y="4570"/>
                  <a:ext cx="597" cy="380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 xmlns="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xmlns="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</p:pic>
            <p:sp>
              <p:nvSpPr>
                <p:cNvPr id="217" name="Rectangle 295">
                  <a:extLst>
                    <a:ext uri="{FF2B5EF4-FFF2-40B4-BE49-F238E27FC236}">
                      <a16:creationId xmlns:a16="http://schemas.microsoft.com/office/drawing/2014/main" id="{E84E7D88-9214-BA40-BC66-CD8AA28583A0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124" y="4679"/>
                  <a:ext cx="356" cy="148"/>
                </a:xfrm>
                <a:prstGeom prst="rect">
                  <a:avLst/>
                </a:prstGeom>
                <a:solidFill>
                  <a:srgbClr val="FFFF00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marL="0" marR="0" lvl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ahoma" charset="0"/>
                    <a:ea typeface="ＭＳ Ｐゴシック" charset="0"/>
                    <a:cs typeface="+mn-cs"/>
                  </a:endParaRPr>
                </a:p>
              </p:txBody>
            </p:sp>
          </p:grpSp>
          <p:sp>
            <p:nvSpPr>
              <p:cNvPr id="215" name="Text Box 296">
                <a:extLst>
                  <a:ext uri="{FF2B5EF4-FFF2-40B4-BE49-F238E27FC236}">
                    <a16:creationId xmlns:a16="http://schemas.microsoft.com/office/drawing/2014/main" id="{C078F33E-5513-B743-BE29-CF96B31ECD31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274" y="3633"/>
                <a:ext cx="397" cy="24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1pPr>
                <a:lvl2pPr marL="742950" indent="-285750"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2pPr>
                <a:lvl3pPr marL="1143000" indent="-228600"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3pPr>
                <a:lvl4pPr marL="1600200" indent="-228600"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4pPr>
                <a:lvl5pPr marL="2057400" indent="-228600"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9pPr>
              </a:lstStyle>
              <a:p>
                <a:pPr marL="0" marR="0" lvl="0" indent="0" algn="ctr" defTabSz="914400" rtl="0" eaLnBrk="0" fontAlgn="base" latinLnBrk="0" hangingPunct="0">
                  <a:lnSpc>
                    <a:spcPct val="8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200" b="1" i="1" u="none" strike="noStrike" kern="1200" cap="none" spc="0" normalizeH="0" baseline="0" noProof="0">
                    <a:ln>
                      <a:noFill/>
                    </a:ln>
                    <a:solidFill>
                      <a:srgbClr val="3333CC"/>
                    </a:solidFill>
                    <a:effectLst/>
                    <a:uLnTx/>
                    <a:uFillTx/>
                    <a:latin typeface="Comic Sans MS" charset="0"/>
                    <a:ea typeface="ＭＳ Ｐゴシック" charset="0"/>
                    <a:cs typeface="+mn-cs"/>
                  </a:rPr>
                  <a:t>New</a:t>
                </a:r>
              </a:p>
              <a:p>
                <a:pPr marL="0" marR="0" lvl="0" indent="0" algn="ctr" defTabSz="914400" rtl="0" eaLnBrk="0" fontAlgn="base" latinLnBrk="0" hangingPunct="0">
                  <a:lnSpc>
                    <a:spcPct val="8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200" b="1" i="1" u="none" strike="noStrike" kern="1200" cap="none" spc="0" normalizeH="0" baseline="0" noProof="0">
                    <a:ln>
                      <a:noFill/>
                    </a:ln>
                    <a:solidFill>
                      <a:srgbClr val="3333CC"/>
                    </a:solidFill>
                    <a:effectLst/>
                    <a:uLnTx/>
                    <a:uFillTx/>
                    <a:latin typeface="Comic Sans MS" charset="0"/>
                    <a:ea typeface="ＭＳ Ｐゴシック" charset="0"/>
                    <a:cs typeface="+mn-cs"/>
                  </a:rPr>
                  <a:t>ACK!</a:t>
                </a:r>
              </a:p>
            </p:txBody>
          </p:sp>
        </p:grpSp>
      </p:grpSp>
      <p:sp>
        <p:nvSpPr>
          <p:cNvPr id="109" name="Slide Number Placeholder 2">
            <a:extLst>
              <a:ext uri="{FF2B5EF4-FFF2-40B4-BE49-F238E27FC236}">
                <a16:creationId xmlns:a16="http://schemas.microsoft.com/office/drawing/2014/main" id="{C089E069-434F-034B-BDE6-6D2F3D363D0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19616" y="6443089"/>
            <a:ext cx="2743200" cy="365125"/>
          </a:xfrm>
        </p:spPr>
        <p:txBody>
          <a:bodyPr/>
          <a:lstStyle/>
          <a:p>
            <a:r>
              <a:rPr lang="en-US" dirty="0"/>
              <a:t>Transport Layer: 3-</a:t>
            </a:r>
            <a:fld id="{C4204591-24BD-A542-B9D5-F8D8A88D2FEE}" type="slidenum">
              <a:rPr lang="en-US" smtClean="0"/>
              <a:pPr/>
              <a:t>37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540413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1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2" dur="500"/>
                                        <p:tgtEl>
                                          <p:spTgt spid="1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1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1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1" dur="500"/>
                                        <p:tgtEl>
                                          <p:spTgt spid="1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0" dur="500"/>
                                        <p:tgtEl>
                                          <p:spTgt spid="2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8CD900-19EC-824C-BF74-AADFBF5A17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8690" y="276953"/>
            <a:ext cx="11393310" cy="894622"/>
          </a:xfrm>
        </p:spPr>
        <p:txBody>
          <a:bodyPr>
            <a:normAutofit/>
          </a:bodyPr>
          <a:lstStyle/>
          <a:p>
            <a:r>
              <a:rPr lang="en-US" sz="4800" dirty="0"/>
              <a:t>TCP CUBIC</a:t>
            </a:r>
            <a:endParaRPr lang="en-US" sz="4400" b="0" dirty="0"/>
          </a:p>
        </p:txBody>
      </p:sp>
      <p:sp>
        <p:nvSpPr>
          <p:cNvPr id="110" name="Rectangle 3">
            <a:extLst>
              <a:ext uri="{FF2B5EF4-FFF2-40B4-BE49-F238E27FC236}">
                <a16:creationId xmlns:a16="http://schemas.microsoft.com/office/drawing/2014/main" id="{2AE4693F-64D3-B14E-9E64-AAA80AA8953E}"/>
              </a:ext>
            </a:extLst>
          </p:cNvPr>
          <p:cNvSpPr txBox="1">
            <a:spLocks noChangeArrowheads="1"/>
          </p:cNvSpPr>
          <p:nvPr/>
        </p:nvSpPr>
        <p:spPr>
          <a:xfrm>
            <a:off x="798690" y="1308100"/>
            <a:ext cx="11164126" cy="4648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60375" marR="0" lvl="0" indent="-3302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pitchFamily="2" charset="2"/>
              <a:buChar char="§"/>
              <a:tabLst/>
              <a:defRPr/>
            </a:pP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Is there a better way than AIMD to “probe” for usable bandwidth?</a:t>
            </a:r>
          </a:p>
          <a:p>
            <a:pPr marL="130175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pitchFamily="2" charset="2"/>
              <a:buNone/>
              <a:tabLst/>
              <a:defRPr/>
            </a:pPr>
            <a:endParaRPr kumimoji="0" lang="en-US" alt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ＭＳ Ｐゴシック" panose="020B0600070205080204" pitchFamily="34" charset="-128"/>
              <a:cs typeface="+mn-cs"/>
            </a:endParaRPr>
          </a:p>
        </p:txBody>
      </p:sp>
      <p:grpSp>
        <p:nvGrpSpPr>
          <p:cNvPr id="23" name="Group 35">
            <a:extLst>
              <a:ext uri="{FF2B5EF4-FFF2-40B4-BE49-F238E27FC236}">
                <a16:creationId xmlns:a16="http://schemas.microsoft.com/office/drawing/2014/main" id="{2EE3D2DA-7F9E-9E46-80D1-0D5CDE4F3F61}"/>
              </a:ext>
            </a:extLst>
          </p:cNvPr>
          <p:cNvGrpSpPr>
            <a:grpSpLocks/>
          </p:cNvGrpSpPr>
          <p:nvPr/>
        </p:nvGrpSpPr>
        <p:grpSpPr bwMode="auto">
          <a:xfrm>
            <a:off x="1454066" y="4302985"/>
            <a:ext cx="6081713" cy="1998662"/>
            <a:chOff x="73" y="2432"/>
            <a:chExt cx="3831" cy="1259"/>
          </a:xfrm>
        </p:grpSpPr>
        <p:sp>
          <p:nvSpPr>
            <p:cNvPr id="24" name="Freeform 26">
              <a:extLst>
                <a:ext uri="{FF2B5EF4-FFF2-40B4-BE49-F238E27FC236}">
                  <a16:creationId xmlns:a16="http://schemas.microsoft.com/office/drawing/2014/main" id="{008B621F-0741-614A-8345-244B5DFC93FB}"/>
                </a:ext>
              </a:extLst>
            </p:cNvPr>
            <p:cNvSpPr>
              <a:spLocks/>
            </p:cNvSpPr>
            <p:nvPr/>
          </p:nvSpPr>
          <p:spPr bwMode="auto">
            <a:xfrm>
              <a:off x="678" y="2556"/>
              <a:ext cx="3226" cy="579"/>
            </a:xfrm>
            <a:custGeom>
              <a:avLst/>
              <a:gdLst>
                <a:gd name="T0" fmla="*/ 0 w 2481"/>
                <a:gd name="T1" fmla="*/ 573 h 579"/>
                <a:gd name="T2" fmla="*/ 414 w 2481"/>
                <a:gd name="T3" fmla="*/ 18 h 579"/>
                <a:gd name="T4" fmla="*/ 414 w 2481"/>
                <a:gd name="T5" fmla="*/ 579 h 579"/>
                <a:gd name="T6" fmla="*/ 819 w 2481"/>
                <a:gd name="T7" fmla="*/ 18 h 579"/>
                <a:gd name="T8" fmla="*/ 825 w 2481"/>
                <a:gd name="T9" fmla="*/ 579 h 579"/>
                <a:gd name="T10" fmla="*/ 1245 w 2481"/>
                <a:gd name="T11" fmla="*/ 15 h 579"/>
                <a:gd name="T12" fmla="*/ 1245 w 2481"/>
                <a:gd name="T13" fmla="*/ 576 h 579"/>
                <a:gd name="T14" fmla="*/ 1647 w 2481"/>
                <a:gd name="T15" fmla="*/ 6 h 579"/>
                <a:gd name="T16" fmla="*/ 1647 w 2481"/>
                <a:gd name="T17" fmla="*/ 570 h 579"/>
                <a:gd name="T18" fmla="*/ 2064 w 2481"/>
                <a:gd name="T19" fmla="*/ 6 h 579"/>
                <a:gd name="T20" fmla="*/ 2064 w 2481"/>
                <a:gd name="T21" fmla="*/ 564 h 579"/>
                <a:gd name="T22" fmla="*/ 2481 w 2481"/>
                <a:gd name="T23" fmla="*/ 0 h 579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0" t="0" r="r" b="b"/>
              <a:pathLst>
                <a:path w="2481" h="579">
                  <a:moveTo>
                    <a:pt x="0" y="573"/>
                  </a:moveTo>
                  <a:lnTo>
                    <a:pt x="414" y="18"/>
                  </a:lnTo>
                  <a:lnTo>
                    <a:pt x="414" y="579"/>
                  </a:lnTo>
                  <a:lnTo>
                    <a:pt x="819" y="18"/>
                  </a:lnTo>
                  <a:lnTo>
                    <a:pt x="825" y="579"/>
                  </a:lnTo>
                  <a:lnTo>
                    <a:pt x="1245" y="15"/>
                  </a:lnTo>
                  <a:lnTo>
                    <a:pt x="1245" y="576"/>
                  </a:lnTo>
                  <a:lnTo>
                    <a:pt x="1647" y="6"/>
                  </a:lnTo>
                  <a:lnTo>
                    <a:pt x="1647" y="570"/>
                  </a:lnTo>
                  <a:lnTo>
                    <a:pt x="2064" y="6"/>
                  </a:lnTo>
                  <a:lnTo>
                    <a:pt x="2064" y="564"/>
                  </a:lnTo>
                  <a:lnTo>
                    <a:pt x="2481" y="0"/>
                  </a:lnTo>
                </a:path>
              </a:pathLst>
            </a:custGeom>
            <a:noFill/>
            <a:ln w="28575" cap="flat" cmpd="sng">
              <a:solidFill>
                <a:srgbClr val="CC0000"/>
              </a:solidFill>
              <a:prstDash val="solid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5" name="Line 28">
              <a:extLst>
                <a:ext uri="{FF2B5EF4-FFF2-40B4-BE49-F238E27FC236}">
                  <a16:creationId xmlns:a16="http://schemas.microsoft.com/office/drawing/2014/main" id="{ED570B43-3E78-854A-8D18-447961831EC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75" y="3685"/>
              <a:ext cx="2674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26" name="Line 29">
              <a:extLst>
                <a:ext uri="{FF2B5EF4-FFF2-40B4-BE49-F238E27FC236}">
                  <a16:creationId xmlns:a16="http://schemas.microsoft.com/office/drawing/2014/main" id="{71D85BF0-E5F9-D942-8A3A-EA9F3DC864F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82" y="2432"/>
              <a:ext cx="0" cy="1259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27" name="Line 31">
              <a:extLst>
                <a:ext uri="{FF2B5EF4-FFF2-40B4-BE49-F238E27FC236}">
                  <a16:creationId xmlns:a16="http://schemas.microsoft.com/office/drawing/2014/main" id="{EBA91A7D-5FB0-5C49-9AF7-EE6BBAE60D9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06" y="2571"/>
              <a:ext cx="72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28" name="Line 32">
              <a:extLst>
                <a:ext uri="{FF2B5EF4-FFF2-40B4-BE49-F238E27FC236}">
                  <a16:creationId xmlns:a16="http://schemas.microsoft.com/office/drawing/2014/main" id="{813289F2-8CBC-7A4B-8370-DD758C21695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06" y="3117"/>
              <a:ext cx="72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29" name="Text Box 33">
              <a:extLst>
                <a:ext uri="{FF2B5EF4-FFF2-40B4-BE49-F238E27FC236}">
                  <a16:creationId xmlns:a16="http://schemas.microsoft.com/office/drawing/2014/main" id="{82E5BF58-0D1F-F545-B808-E4AEA315830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71" y="2437"/>
              <a:ext cx="393" cy="21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rPr>
                <a:t>W</a:t>
              </a:r>
              <a:r>
                <a:rPr kumimoji="0" lang="en-US" sz="1600" b="0" i="0" u="none" strike="noStrike" kern="1200" cap="none" spc="0" normalizeH="0" baseline="-2500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rPr>
                <a:t>max</a:t>
              </a:r>
              <a:endParaRPr kumimoji="0" lang="en-US" sz="1600" b="0" i="0" u="none" strike="noStrike" kern="1200" cap="none" spc="0" normalizeH="0" baseline="-25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30" name="Text Box 34">
              <a:extLst>
                <a:ext uri="{FF2B5EF4-FFF2-40B4-BE49-F238E27FC236}">
                  <a16:creationId xmlns:a16="http://schemas.microsoft.com/office/drawing/2014/main" id="{75DD065B-3352-E04F-8C6B-CE0E8FB5277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3" y="2971"/>
              <a:ext cx="513" cy="21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rPr>
                <a:t>W</a:t>
              </a:r>
              <a:r>
                <a:rPr kumimoji="0" lang="en-US" sz="1600" b="0" i="0" u="none" strike="noStrike" kern="1200" cap="none" spc="0" normalizeH="0" baseline="-2500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rPr>
                <a:t>max</a:t>
              </a:r>
              <a:r>
                <a:rPr kumimoji="0" 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rPr>
                <a:t>/2</a:t>
              </a:r>
            </a:p>
          </p:txBody>
        </p:sp>
      </p:grpSp>
      <p:grpSp>
        <p:nvGrpSpPr>
          <p:cNvPr id="7" name="Group 6">
            <a:extLst>
              <a:ext uri="{FF2B5EF4-FFF2-40B4-BE49-F238E27FC236}">
                <a16:creationId xmlns:a16="http://schemas.microsoft.com/office/drawing/2014/main" id="{2C810967-8AFF-0B44-9DE4-94FCCECFF888}"/>
              </a:ext>
            </a:extLst>
          </p:cNvPr>
          <p:cNvGrpSpPr/>
          <p:nvPr/>
        </p:nvGrpSpPr>
        <p:grpSpPr>
          <a:xfrm>
            <a:off x="2427206" y="4523647"/>
            <a:ext cx="842174" cy="851974"/>
            <a:chOff x="4111628" y="4803047"/>
            <a:chExt cx="842174" cy="851974"/>
          </a:xfrm>
        </p:grpSpPr>
        <p:sp>
          <p:nvSpPr>
            <p:cNvPr id="36" name="Freeform 35">
              <a:extLst>
                <a:ext uri="{FF2B5EF4-FFF2-40B4-BE49-F238E27FC236}">
                  <a16:creationId xmlns:a16="http://schemas.microsoft.com/office/drawing/2014/main" id="{2B00668C-21E8-A34C-BCF7-F1A69DC1ECC3}"/>
                </a:ext>
              </a:extLst>
            </p:cNvPr>
            <p:cNvSpPr/>
            <p:nvPr/>
          </p:nvSpPr>
          <p:spPr>
            <a:xfrm>
              <a:off x="4111628" y="4803047"/>
              <a:ext cx="842174" cy="851974"/>
            </a:xfrm>
            <a:custGeom>
              <a:avLst/>
              <a:gdLst>
                <a:gd name="connsiteX0" fmla="*/ 1064381 w 1064381"/>
                <a:gd name="connsiteY0" fmla="*/ 0 h 2044095"/>
                <a:gd name="connsiteX1" fmla="*/ 0 w 1064381"/>
                <a:gd name="connsiteY1" fmla="*/ 2044095 h 2044095"/>
                <a:gd name="connsiteX0" fmla="*/ 1064381 w 1064381"/>
                <a:gd name="connsiteY0" fmla="*/ 0 h 2044095"/>
                <a:gd name="connsiteX1" fmla="*/ 0 w 1064381"/>
                <a:gd name="connsiteY1" fmla="*/ 2044095 h 2044095"/>
                <a:gd name="connsiteX0" fmla="*/ 1064381 w 1064381"/>
                <a:gd name="connsiteY0" fmla="*/ 0 h 2044095"/>
                <a:gd name="connsiteX1" fmla="*/ 0 w 1064381"/>
                <a:gd name="connsiteY1" fmla="*/ 2044095 h 2044095"/>
                <a:gd name="connsiteX0" fmla="*/ 1064381 w 1064381"/>
                <a:gd name="connsiteY0" fmla="*/ 0 h 2044095"/>
                <a:gd name="connsiteX1" fmla="*/ 0 w 1064381"/>
                <a:gd name="connsiteY1" fmla="*/ 2044095 h 2044095"/>
                <a:gd name="connsiteX0" fmla="*/ 1147562 w 1147562"/>
                <a:gd name="connsiteY0" fmla="*/ 0 h 2129575"/>
                <a:gd name="connsiteX1" fmla="*/ 0 w 1147562"/>
                <a:gd name="connsiteY1" fmla="*/ 2129575 h 2129575"/>
                <a:gd name="connsiteX0" fmla="*/ 1147562 w 1147562"/>
                <a:gd name="connsiteY0" fmla="*/ 0 h 2129575"/>
                <a:gd name="connsiteX1" fmla="*/ 0 w 1147562"/>
                <a:gd name="connsiteY1" fmla="*/ 2129575 h 2129575"/>
                <a:gd name="connsiteX0" fmla="*/ 1147562 w 1147562"/>
                <a:gd name="connsiteY0" fmla="*/ 0 h 2129575"/>
                <a:gd name="connsiteX1" fmla="*/ 0 w 1147562"/>
                <a:gd name="connsiteY1" fmla="*/ 2129575 h 2129575"/>
                <a:gd name="connsiteX0" fmla="*/ 1147562 w 1147562"/>
                <a:gd name="connsiteY0" fmla="*/ 0 h 2129575"/>
                <a:gd name="connsiteX1" fmla="*/ 0 w 1147562"/>
                <a:gd name="connsiteY1" fmla="*/ 2129575 h 2129575"/>
                <a:gd name="connsiteX0" fmla="*/ 1147562 w 1147562"/>
                <a:gd name="connsiteY0" fmla="*/ 0 h 2129575"/>
                <a:gd name="connsiteX1" fmla="*/ 0 w 1147562"/>
                <a:gd name="connsiteY1" fmla="*/ 2129575 h 2129575"/>
                <a:gd name="connsiteX0" fmla="*/ 1147562 w 1147562"/>
                <a:gd name="connsiteY0" fmla="*/ 0 h 2129575"/>
                <a:gd name="connsiteX1" fmla="*/ 0 w 1147562"/>
                <a:gd name="connsiteY1" fmla="*/ 2129575 h 2129575"/>
                <a:gd name="connsiteX0" fmla="*/ 1147562 w 1147562"/>
                <a:gd name="connsiteY0" fmla="*/ 0 h 2129575"/>
                <a:gd name="connsiteX1" fmla="*/ 0 w 1147562"/>
                <a:gd name="connsiteY1" fmla="*/ 2129575 h 2129575"/>
                <a:gd name="connsiteX0" fmla="*/ 1147562 w 1147562"/>
                <a:gd name="connsiteY0" fmla="*/ 0 h 2103931"/>
                <a:gd name="connsiteX1" fmla="*/ 0 w 1147562"/>
                <a:gd name="connsiteY1" fmla="*/ 2103931 h 2103931"/>
                <a:gd name="connsiteX0" fmla="*/ 1147562 w 1147562"/>
                <a:gd name="connsiteY0" fmla="*/ 0 h 2103931"/>
                <a:gd name="connsiteX1" fmla="*/ 0 w 1147562"/>
                <a:gd name="connsiteY1" fmla="*/ 2103931 h 2103931"/>
                <a:gd name="connsiteX0" fmla="*/ 1147562 w 1147562"/>
                <a:gd name="connsiteY0" fmla="*/ 0 h 2103931"/>
                <a:gd name="connsiteX1" fmla="*/ 0 w 1147562"/>
                <a:gd name="connsiteY1" fmla="*/ 2103931 h 2103931"/>
                <a:gd name="connsiteX0" fmla="*/ 1147562 w 1147562"/>
                <a:gd name="connsiteY0" fmla="*/ 0 h 2103931"/>
                <a:gd name="connsiteX1" fmla="*/ 0 w 1147562"/>
                <a:gd name="connsiteY1" fmla="*/ 2103931 h 2103931"/>
                <a:gd name="connsiteX0" fmla="*/ 1147562 w 1147562"/>
                <a:gd name="connsiteY0" fmla="*/ 0 h 2103931"/>
                <a:gd name="connsiteX1" fmla="*/ 0 w 1147562"/>
                <a:gd name="connsiteY1" fmla="*/ 2103931 h 2103931"/>
                <a:gd name="connsiteX0" fmla="*/ 1147562 w 1147562"/>
                <a:gd name="connsiteY0" fmla="*/ 0 h 2103931"/>
                <a:gd name="connsiteX1" fmla="*/ 0 w 1147562"/>
                <a:gd name="connsiteY1" fmla="*/ 2103931 h 2103931"/>
                <a:gd name="connsiteX0" fmla="*/ 1147562 w 1147562"/>
                <a:gd name="connsiteY0" fmla="*/ 0 h 2103931"/>
                <a:gd name="connsiteX1" fmla="*/ 0 w 1147562"/>
                <a:gd name="connsiteY1" fmla="*/ 2103931 h 21039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147562" h="2103931">
                  <a:moveTo>
                    <a:pt x="1147562" y="0"/>
                  </a:moveTo>
                  <a:cubicBezTo>
                    <a:pt x="315981" y="116560"/>
                    <a:pt x="138906" y="965397"/>
                    <a:pt x="0" y="2103931"/>
                  </a:cubicBezTo>
                </a:path>
              </a:pathLst>
            </a:custGeom>
            <a:noFill/>
            <a:ln w="25400" cap="flat" cmpd="sng" algn="ctr">
              <a:solidFill>
                <a:srgbClr val="0000A3"/>
              </a:solidFill>
              <a:prstDash val="sysDash"/>
            </a:ln>
            <a:effectLst/>
          </p:spPr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cxnSp>
          <p:nvCxnSpPr>
            <p:cNvPr id="5" name="Straight Connector 4">
              <a:extLst>
                <a:ext uri="{FF2B5EF4-FFF2-40B4-BE49-F238E27FC236}">
                  <a16:creationId xmlns:a16="http://schemas.microsoft.com/office/drawing/2014/main" id="{54D3782B-C45F-4C4D-A0C1-5C619374C102}"/>
                </a:ext>
              </a:extLst>
            </p:cNvPr>
            <p:cNvCxnSpPr>
              <a:cxnSpLocks/>
            </p:cNvCxnSpPr>
            <p:nvPr/>
          </p:nvCxnSpPr>
          <p:spPr>
            <a:xfrm>
              <a:off x="4953802" y="4803047"/>
              <a:ext cx="0" cy="798802"/>
            </a:xfrm>
            <a:prstGeom prst="line">
              <a:avLst/>
            </a:prstGeom>
            <a:ln w="28575">
              <a:solidFill>
                <a:srgbClr val="0000A3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2" name="Group 11">
            <a:extLst>
              <a:ext uri="{FF2B5EF4-FFF2-40B4-BE49-F238E27FC236}">
                <a16:creationId xmlns:a16="http://schemas.microsoft.com/office/drawing/2014/main" id="{7D9A4487-C820-ED4F-B12B-B1BCD661A2B6}"/>
              </a:ext>
            </a:extLst>
          </p:cNvPr>
          <p:cNvGrpSpPr/>
          <p:nvPr/>
        </p:nvGrpSpPr>
        <p:grpSpPr>
          <a:xfrm>
            <a:off x="7913115" y="4293106"/>
            <a:ext cx="3050589" cy="1377579"/>
            <a:chOff x="7913115" y="4572506"/>
            <a:chExt cx="3050589" cy="1377579"/>
          </a:xfrm>
        </p:grpSpPr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8E3D1EF1-17F7-B044-80E7-5A8DA0D55C49}"/>
                </a:ext>
              </a:extLst>
            </p:cNvPr>
            <p:cNvCxnSpPr/>
            <p:nvPr/>
          </p:nvCxnSpPr>
          <p:spPr>
            <a:xfrm>
              <a:off x="7913115" y="4779235"/>
              <a:ext cx="866274" cy="0"/>
            </a:xfrm>
            <a:prstGeom prst="line">
              <a:avLst/>
            </a:prstGeom>
            <a:ln w="38100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" name="Straight Connector 58">
              <a:extLst>
                <a:ext uri="{FF2B5EF4-FFF2-40B4-BE49-F238E27FC236}">
                  <a16:creationId xmlns:a16="http://schemas.microsoft.com/office/drawing/2014/main" id="{6F42C75B-407D-DB40-8FEF-4D1FACF6CEC7}"/>
                </a:ext>
              </a:extLst>
            </p:cNvPr>
            <p:cNvCxnSpPr/>
            <p:nvPr/>
          </p:nvCxnSpPr>
          <p:spPr>
            <a:xfrm>
              <a:off x="7913115" y="5243961"/>
              <a:ext cx="866274" cy="0"/>
            </a:xfrm>
            <a:prstGeom prst="line">
              <a:avLst/>
            </a:prstGeom>
            <a:ln w="38100">
              <a:solidFill>
                <a:srgbClr val="0000A3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3B84D5C4-4382-0A4A-BF0E-103C112E7062}"/>
                </a:ext>
              </a:extLst>
            </p:cNvPr>
            <p:cNvSpPr txBox="1"/>
            <p:nvPr/>
          </p:nvSpPr>
          <p:spPr>
            <a:xfrm>
              <a:off x="8779389" y="4572506"/>
              <a:ext cx="117859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classic TCP</a:t>
              </a:r>
            </a:p>
          </p:txBody>
        </p:sp>
        <p:sp>
          <p:nvSpPr>
            <p:cNvPr id="61" name="TextBox 60">
              <a:extLst>
                <a:ext uri="{FF2B5EF4-FFF2-40B4-BE49-F238E27FC236}">
                  <a16:creationId xmlns:a16="http://schemas.microsoft.com/office/drawing/2014/main" id="{C78FB066-FD15-2E4D-B3E8-33A0CDF65C20}"/>
                </a:ext>
              </a:extLst>
            </p:cNvPr>
            <p:cNvSpPr txBox="1"/>
            <p:nvPr/>
          </p:nvSpPr>
          <p:spPr>
            <a:xfrm>
              <a:off x="8779390" y="5109855"/>
              <a:ext cx="2184314" cy="84023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TCP CUBIC - higher throughput in this example</a:t>
              </a:r>
            </a:p>
          </p:txBody>
        </p:sp>
      </p:grpSp>
      <p:sp>
        <p:nvSpPr>
          <p:cNvPr id="62" name="Rectangle 3">
            <a:extLst>
              <a:ext uri="{FF2B5EF4-FFF2-40B4-BE49-F238E27FC236}">
                <a16:creationId xmlns:a16="http://schemas.microsoft.com/office/drawing/2014/main" id="{F1B09B2C-5BFF-124C-8873-2D5A5004479A}"/>
              </a:ext>
            </a:extLst>
          </p:cNvPr>
          <p:cNvSpPr txBox="1">
            <a:spLocks noChangeArrowheads="1"/>
          </p:cNvSpPr>
          <p:nvPr/>
        </p:nvSpPr>
        <p:spPr>
          <a:xfrm>
            <a:off x="798690" y="1787378"/>
            <a:ext cx="11164126" cy="4648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60375" marR="0" lvl="0" indent="-3302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pitchFamily="2" charset="2"/>
              <a:buChar char="§"/>
              <a:tabLst/>
              <a:defRPr/>
            </a:pP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Insight/intuition: </a:t>
            </a:r>
          </a:p>
          <a:p>
            <a:pPr marL="695325" marR="0" lvl="1" indent="-231775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en-US" sz="2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W</a:t>
            </a:r>
            <a:r>
              <a:rPr kumimoji="0" lang="en-US" altLang="en-US" sz="2400" b="0" i="0" u="none" strike="noStrike" kern="1200" cap="none" spc="0" normalizeH="0" baseline="-2500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max</a:t>
            </a: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: sending rate at which congestion loss was detected</a:t>
            </a:r>
          </a:p>
          <a:p>
            <a:pPr marL="695325" marR="0" lvl="1" indent="-231775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congestion state of bottleneck link probably (?) hasn’t changed much</a:t>
            </a:r>
          </a:p>
          <a:p>
            <a:pPr marL="130175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pitchFamily="2" charset="2"/>
              <a:buNone/>
              <a:tabLst/>
              <a:defRPr/>
            </a:pPr>
            <a:endParaRPr kumimoji="0" lang="en-US" alt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ＭＳ Ｐゴシック" panose="020B0600070205080204" pitchFamily="34" charset="-128"/>
              <a:cs typeface="+mn-cs"/>
            </a:endParaRPr>
          </a:p>
        </p:txBody>
      </p:sp>
      <p:grpSp>
        <p:nvGrpSpPr>
          <p:cNvPr id="37" name="Group 36">
            <a:extLst>
              <a:ext uri="{FF2B5EF4-FFF2-40B4-BE49-F238E27FC236}">
                <a16:creationId xmlns:a16="http://schemas.microsoft.com/office/drawing/2014/main" id="{EA8CEDAB-74CD-5045-B220-F3B6A30DE234}"/>
              </a:ext>
            </a:extLst>
          </p:cNvPr>
          <p:cNvGrpSpPr/>
          <p:nvPr/>
        </p:nvGrpSpPr>
        <p:grpSpPr>
          <a:xfrm>
            <a:off x="3268173" y="4514248"/>
            <a:ext cx="4263455" cy="882027"/>
            <a:chOff x="4952595" y="4780948"/>
            <a:chExt cx="4263455" cy="882027"/>
          </a:xfrm>
        </p:grpSpPr>
        <p:grpSp>
          <p:nvGrpSpPr>
            <p:cNvPr id="39" name="Group 38">
              <a:extLst>
                <a:ext uri="{FF2B5EF4-FFF2-40B4-BE49-F238E27FC236}">
                  <a16:creationId xmlns:a16="http://schemas.microsoft.com/office/drawing/2014/main" id="{9998D466-ABA6-9748-B0B7-3CDDC71A2EE6}"/>
                </a:ext>
              </a:extLst>
            </p:cNvPr>
            <p:cNvGrpSpPr/>
            <p:nvPr/>
          </p:nvGrpSpPr>
          <p:grpSpPr>
            <a:xfrm>
              <a:off x="4952595" y="4811001"/>
              <a:ext cx="842174" cy="851974"/>
              <a:chOff x="4111628" y="4803047"/>
              <a:chExt cx="842174" cy="851974"/>
            </a:xfrm>
          </p:grpSpPr>
          <p:sp>
            <p:nvSpPr>
              <p:cNvPr id="66" name="Freeform 65">
                <a:extLst>
                  <a:ext uri="{FF2B5EF4-FFF2-40B4-BE49-F238E27FC236}">
                    <a16:creationId xmlns:a16="http://schemas.microsoft.com/office/drawing/2014/main" id="{B1533BBF-34AE-D045-87C4-BF94B61A8021}"/>
                  </a:ext>
                </a:extLst>
              </p:cNvPr>
              <p:cNvSpPr/>
              <p:nvPr/>
            </p:nvSpPr>
            <p:spPr>
              <a:xfrm>
                <a:off x="4111628" y="4803047"/>
                <a:ext cx="842174" cy="851974"/>
              </a:xfrm>
              <a:custGeom>
                <a:avLst/>
                <a:gdLst>
                  <a:gd name="connsiteX0" fmla="*/ 1064381 w 1064381"/>
                  <a:gd name="connsiteY0" fmla="*/ 0 h 2044095"/>
                  <a:gd name="connsiteX1" fmla="*/ 0 w 1064381"/>
                  <a:gd name="connsiteY1" fmla="*/ 2044095 h 2044095"/>
                  <a:gd name="connsiteX0" fmla="*/ 1064381 w 1064381"/>
                  <a:gd name="connsiteY0" fmla="*/ 0 h 2044095"/>
                  <a:gd name="connsiteX1" fmla="*/ 0 w 1064381"/>
                  <a:gd name="connsiteY1" fmla="*/ 2044095 h 2044095"/>
                  <a:gd name="connsiteX0" fmla="*/ 1064381 w 1064381"/>
                  <a:gd name="connsiteY0" fmla="*/ 0 h 2044095"/>
                  <a:gd name="connsiteX1" fmla="*/ 0 w 1064381"/>
                  <a:gd name="connsiteY1" fmla="*/ 2044095 h 2044095"/>
                  <a:gd name="connsiteX0" fmla="*/ 1064381 w 1064381"/>
                  <a:gd name="connsiteY0" fmla="*/ 0 h 2044095"/>
                  <a:gd name="connsiteX1" fmla="*/ 0 w 1064381"/>
                  <a:gd name="connsiteY1" fmla="*/ 2044095 h 2044095"/>
                  <a:gd name="connsiteX0" fmla="*/ 1147562 w 1147562"/>
                  <a:gd name="connsiteY0" fmla="*/ 0 h 2129575"/>
                  <a:gd name="connsiteX1" fmla="*/ 0 w 1147562"/>
                  <a:gd name="connsiteY1" fmla="*/ 2129575 h 2129575"/>
                  <a:gd name="connsiteX0" fmla="*/ 1147562 w 1147562"/>
                  <a:gd name="connsiteY0" fmla="*/ 0 h 2129575"/>
                  <a:gd name="connsiteX1" fmla="*/ 0 w 1147562"/>
                  <a:gd name="connsiteY1" fmla="*/ 2129575 h 2129575"/>
                  <a:gd name="connsiteX0" fmla="*/ 1147562 w 1147562"/>
                  <a:gd name="connsiteY0" fmla="*/ 0 h 2129575"/>
                  <a:gd name="connsiteX1" fmla="*/ 0 w 1147562"/>
                  <a:gd name="connsiteY1" fmla="*/ 2129575 h 2129575"/>
                  <a:gd name="connsiteX0" fmla="*/ 1147562 w 1147562"/>
                  <a:gd name="connsiteY0" fmla="*/ 0 h 2129575"/>
                  <a:gd name="connsiteX1" fmla="*/ 0 w 1147562"/>
                  <a:gd name="connsiteY1" fmla="*/ 2129575 h 2129575"/>
                  <a:gd name="connsiteX0" fmla="*/ 1147562 w 1147562"/>
                  <a:gd name="connsiteY0" fmla="*/ 0 h 2129575"/>
                  <a:gd name="connsiteX1" fmla="*/ 0 w 1147562"/>
                  <a:gd name="connsiteY1" fmla="*/ 2129575 h 2129575"/>
                  <a:gd name="connsiteX0" fmla="*/ 1147562 w 1147562"/>
                  <a:gd name="connsiteY0" fmla="*/ 0 h 2129575"/>
                  <a:gd name="connsiteX1" fmla="*/ 0 w 1147562"/>
                  <a:gd name="connsiteY1" fmla="*/ 2129575 h 2129575"/>
                  <a:gd name="connsiteX0" fmla="*/ 1147562 w 1147562"/>
                  <a:gd name="connsiteY0" fmla="*/ 0 h 2129575"/>
                  <a:gd name="connsiteX1" fmla="*/ 0 w 1147562"/>
                  <a:gd name="connsiteY1" fmla="*/ 2129575 h 2129575"/>
                  <a:gd name="connsiteX0" fmla="*/ 1147562 w 1147562"/>
                  <a:gd name="connsiteY0" fmla="*/ 0 h 2103931"/>
                  <a:gd name="connsiteX1" fmla="*/ 0 w 1147562"/>
                  <a:gd name="connsiteY1" fmla="*/ 2103931 h 2103931"/>
                  <a:gd name="connsiteX0" fmla="*/ 1147562 w 1147562"/>
                  <a:gd name="connsiteY0" fmla="*/ 0 h 2103931"/>
                  <a:gd name="connsiteX1" fmla="*/ 0 w 1147562"/>
                  <a:gd name="connsiteY1" fmla="*/ 2103931 h 2103931"/>
                  <a:gd name="connsiteX0" fmla="*/ 1147562 w 1147562"/>
                  <a:gd name="connsiteY0" fmla="*/ 0 h 2103931"/>
                  <a:gd name="connsiteX1" fmla="*/ 0 w 1147562"/>
                  <a:gd name="connsiteY1" fmla="*/ 2103931 h 2103931"/>
                  <a:gd name="connsiteX0" fmla="*/ 1147562 w 1147562"/>
                  <a:gd name="connsiteY0" fmla="*/ 0 h 2103931"/>
                  <a:gd name="connsiteX1" fmla="*/ 0 w 1147562"/>
                  <a:gd name="connsiteY1" fmla="*/ 2103931 h 2103931"/>
                  <a:gd name="connsiteX0" fmla="*/ 1147562 w 1147562"/>
                  <a:gd name="connsiteY0" fmla="*/ 0 h 2103931"/>
                  <a:gd name="connsiteX1" fmla="*/ 0 w 1147562"/>
                  <a:gd name="connsiteY1" fmla="*/ 2103931 h 2103931"/>
                  <a:gd name="connsiteX0" fmla="*/ 1147562 w 1147562"/>
                  <a:gd name="connsiteY0" fmla="*/ 0 h 2103931"/>
                  <a:gd name="connsiteX1" fmla="*/ 0 w 1147562"/>
                  <a:gd name="connsiteY1" fmla="*/ 2103931 h 2103931"/>
                  <a:gd name="connsiteX0" fmla="*/ 1147562 w 1147562"/>
                  <a:gd name="connsiteY0" fmla="*/ 0 h 2103931"/>
                  <a:gd name="connsiteX1" fmla="*/ 0 w 1147562"/>
                  <a:gd name="connsiteY1" fmla="*/ 2103931 h 210393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1147562" h="2103931">
                    <a:moveTo>
                      <a:pt x="1147562" y="0"/>
                    </a:moveTo>
                    <a:cubicBezTo>
                      <a:pt x="315981" y="116560"/>
                      <a:pt x="138906" y="965397"/>
                      <a:pt x="0" y="2103931"/>
                    </a:cubicBezTo>
                  </a:path>
                </a:pathLst>
              </a:custGeom>
              <a:noFill/>
              <a:ln w="25400" cap="flat" cmpd="sng" algn="ctr">
                <a:solidFill>
                  <a:srgbClr val="0000A3"/>
                </a:solidFill>
                <a:prstDash val="sysDash"/>
              </a:ln>
              <a:effectLst/>
            </p:spPr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cxnSp>
            <p:nvCxnSpPr>
              <p:cNvPr id="67" name="Straight Connector 66">
                <a:extLst>
                  <a:ext uri="{FF2B5EF4-FFF2-40B4-BE49-F238E27FC236}">
                    <a16:creationId xmlns:a16="http://schemas.microsoft.com/office/drawing/2014/main" id="{1F8A69D2-1AFF-CA43-A164-55CE61810D68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953802" y="4803047"/>
                <a:ext cx="0" cy="798802"/>
              </a:xfrm>
              <a:prstGeom prst="line">
                <a:avLst/>
              </a:prstGeom>
              <a:ln w="28575">
                <a:solidFill>
                  <a:srgbClr val="0000A3"/>
                </a:solidFill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40" name="Group 39">
              <a:extLst>
                <a:ext uri="{FF2B5EF4-FFF2-40B4-BE49-F238E27FC236}">
                  <a16:creationId xmlns:a16="http://schemas.microsoft.com/office/drawing/2014/main" id="{8341D802-81CF-4E46-9220-44B0752C28D7}"/>
                </a:ext>
              </a:extLst>
            </p:cNvPr>
            <p:cNvGrpSpPr/>
            <p:nvPr/>
          </p:nvGrpSpPr>
          <p:grpSpPr>
            <a:xfrm>
              <a:off x="5815757" y="4805638"/>
              <a:ext cx="842174" cy="851974"/>
              <a:chOff x="4111628" y="4803047"/>
              <a:chExt cx="842174" cy="851974"/>
            </a:xfrm>
          </p:grpSpPr>
          <p:sp>
            <p:nvSpPr>
              <p:cNvPr id="64" name="Freeform 63">
                <a:extLst>
                  <a:ext uri="{FF2B5EF4-FFF2-40B4-BE49-F238E27FC236}">
                    <a16:creationId xmlns:a16="http://schemas.microsoft.com/office/drawing/2014/main" id="{70675808-82EA-D149-9841-1BBE3F7DCA2F}"/>
                  </a:ext>
                </a:extLst>
              </p:cNvPr>
              <p:cNvSpPr/>
              <p:nvPr/>
            </p:nvSpPr>
            <p:spPr>
              <a:xfrm>
                <a:off x="4111628" y="4803047"/>
                <a:ext cx="842174" cy="851974"/>
              </a:xfrm>
              <a:custGeom>
                <a:avLst/>
                <a:gdLst>
                  <a:gd name="connsiteX0" fmla="*/ 1064381 w 1064381"/>
                  <a:gd name="connsiteY0" fmla="*/ 0 h 2044095"/>
                  <a:gd name="connsiteX1" fmla="*/ 0 w 1064381"/>
                  <a:gd name="connsiteY1" fmla="*/ 2044095 h 2044095"/>
                  <a:gd name="connsiteX0" fmla="*/ 1064381 w 1064381"/>
                  <a:gd name="connsiteY0" fmla="*/ 0 h 2044095"/>
                  <a:gd name="connsiteX1" fmla="*/ 0 w 1064381"/>
                  <a:gd name="connsiteY1" fmla="*/ 2044095 h 2044095"/>
                  <a:gd name="connsiteX0" fmla="*/ 1064381 w 1064381"/>
                  <a:gd name="connsiteY0" fmla="*/ 0 h 2044095"/>
                  <a:gd name="connsiteX1" fmla="*/ 0 w 1064381"/>
                  <a:gd name="connsiteY1" fmla="*/ 2044095 h 2044095"/>
                  <a:gd name="connsiteX0" fmla="*/ 1064381 w 1064381"/>
                  <a:gd name="connsiteY0" fmla="*/ 0 h 2044095"/>
                  <a:gd name="connsiteX1" fmla="*/ 0 w 1064381"/>
                  <a:gd name="connsiteY1" fmla="*/ 2044095 h 2044095"/>
                  <a:gd name="connsiteX0" fmla="*/ 1147562 w 1147562"/>
                  <a:gd name="connsiteY0" fmla="*/ 0 h 2129575"/>
                  <a:gd name="connsiteX1" fmla="*/ 0 w 1147562"/>
                  <a:gd name="connsiteY1" fmla="*/ 2129575 h 2129575"/>
                  <a:gd name="connsiteX0" fmla="*/ 1147562 w 1147562"/>
                  <a:gd name="connsiteY0" fmla="*/ 0 h 2129575"/>
                  <a:gd name="connsiteX1" fmla="*/ 0 w 1147562"/>
                  <a:gd name="connsiteY1" fmla="*/ 2129575 h 2129575"/>
                  <a:gd name="connsiteX0" fmla="*/ 1147562 w 1147562"/>
                  <a:gd name="connsiteY0" fmla="*/ 0 h 2129575"/>
                  <a:gd name="connsiteX1" fmla="*/ 0 w 1147562"/>
                  <a:gd name="connsiteY1" fmla="*/ 2129575 h 2129575"/>
                  <a:gd name="connsiteX0" fmla="*/ 1147562 w 1147562"/>
                  <a:gd name="connsiteY0" fmla="*/ 0 h 2129575"/>
                  <a:gd name="connsiteX1" fmla="*/ 0 w 1147562"/>
                  <a:gd name="connsiteY1" fmla="*/ 2129575 h 2129575"/>
                  <a:gd name="connsiteX0" fmla="*/ 1147562 w 1147562"/>
                  <a:gd name="connsiteY0" fmla="*/ 0 h 2129575"/>
                  <a:gd name="connsiteX1" fmla="*/ 0 w 1147562"/>
                  <a:gd name="connsiteY1" fmla="*/ 2129575 h 2129575"/>
                  <a:gd name="connsiteX0" fmla="*/ 1147562 w 1147562"/>
                  <a:gd name="connsiteY0" fmla="*/ 0 h 2129575"/>
                  <a:gd name="connsiteX1" fmla="*/ 0 w 1147562"/>
                  <a:gd name="connsiteY1" fmla="*/ 2129575 h 2129575"/>
                  <a:gd name="connsiteX0" fmla="*/ 1147562 w 1147562"/>
                  <a:gd name="connsiteY0" fmla="*/ 0 h 2129575"/>
                  <a:gd name="connsiteX1" fmla="*/ 0 w 1147562"/>
                  <a:gd name="connsiteY1" fmla="*/ 2129575 h 2129575"/>
                  <a:gd name="connsiteX0" fmla="*/ 1147562 w 1147562"/>
                  <a:gd name="connsiteY0" fmla="*/ 0 h 2103931"/>
                  <a:gd name="connsiteX1" fmla="*/ 0 w 1147562"/>
                  <a:gd name="connsiteY1" fmla="*/ 2103931 h 2103931"/>
                  <a:gd name="connsiteX0" fmla="*/ 1147562 w 1147562"/>
                  <a:gd name="connsiteY0" fmla="*/ 0 h 2103931"/>
                  <a:gd name="connsiteX1" fmla="*/ 0 w 1147562"/>
                  <a:gd name="connsiteY1" fmla="*/ 2103931 h 2103931"/>
                  <a:gd name="connsiteX0" fmla="*/ 1147562 w 1147562"/>
                  <a:gd name="connsiteY0" fmla="*/ 0 h 2103931"/>
                  <a:gd name="connsiteX1" fmla="*/ 0 w 1147562"/>
                  <a:gd name="connsiteY1" fmla="*/ 2103931 h 2103931"/>
                  <a:gd name="connsiteX0" fmla="*/ 1147562 w 1147562"/>
                  <a:gd name="connsiteY0" fmla="*/ 0 h 2103931"/>
                  <a:gd name="connsiteX1" fmla="*/ 0 w 1147562"/>
                  <a:gd name="connsiteY1" fmla="*/ 2103931 h 2103931"/>
                  <a:gd name="connsiteX0" fmla="*/ 1147562 w 1147562"/>
                  <a:gd name="connsiteY0" fmla="*/ 0 h 2103931"/>
                  <a:gd name="connsiteX1" fmla="*/ 0 w 1147562"/>
                  <a:gd name="connsiteY1" fmla="*/ 2103931 h 2103931"/>
                  <a:gd name="connsiteX0" fmla="*/ 1147562 w 1147562"/>
                  <a:gd name="connsiteY0" fmla="*/ 0 h 2103931"/>
                  <a:gd name="connsiteX1" fmla="*/ 0 w 1147562"/>
                  <a:gd name="connsiteY1" fmla="*/ 2103931 h 2103931"/>
                  <a:gd name="connsiteX0" fmla="*/ 1147562 w 1147562"/>
                  <a:gd name="connsiteY0" fmla="*/ 0 h 2103931"/>
                  <a:gd name="connsiteX1" fmla="*/ 0 w 1147562"/>
                  <a:gd name="connsiteY1" fmla="*/ 2103931 h 210393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1147562" h="2103931">
                    <a:moveTo>
                      <a:pt x="1147562" y="0"/>
                    </a:moveTo>
                    <a:cubicBezTo>
                      <a:pt x="315981" y="116560"/>
                      <a:pt x="138906" y="965397"/>
                      <a:pt x="0" y="2103931"/>
                    </a:cubicBezTo>
                  </a:path>
                </a:pathLst>
              </a:custGeom>
              <a:noFill/>
              <a:ln w="25400" cap="flat" cmpd="sng" algn="ctr">
                <a:solidFill>
                  <a:srgbClr val="0000A3"/>
                </a:solidFill>
                <a:prstDash val="sysDash"/>
              </a:ln>
              <a:effectLst/>
            </p:spPr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cxnSp>
            <p:nvCxnSpPr>
              <p:cNvPr id="65" name="Straight Connector 64">
                <a:extLst>
                  <a:ext uri="{FF2B5EF4-FFF2-40B4-BE49-F238E27FC236}">
                    <a16:creationId xmlns:a16="http://schemas.microsoft.com/office/drawing/2014/main" id="{8AE68F9E-06F7-1545-8D8D-00902C6D90A3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953802" y="4803047"/>
                <a:ext cx="0" cy="798802"/>
              </a:xfrm>
              <a:prstGeom prst="line">
                <a:avLst/>
              </a:prstGeom>
              <a:ln w="28575">
                <a:solidFill>
                  <a:srgbClr val="0000A3"/>
                </a:solidFill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53" name="Group 52">
              <a:extLst>
                <a:ext uri="{FF2B5EF4-FFF2-40B4-BE49-F238E27FC236}">
                  <a16:creationId xmlns:a16="http://schemas.microsoft.com/office/drawing/2014/main" id="{32EF4543-041D-8B43-8CC4-877142E679F4}"/>
                </a:ext>
              </a:extLst>
            </p:cNvPr>
            <p:cNvGrpSpPr/>
            <p:nvPr/>
          </p:nvGrpSpPr>
          <p:grpSpPr>
            <a:xfrm>
              <a:off x="6678918" y="4793293"/>
              <a:ext cx="828566" cy="851974"/>
              <a:chOff x="4111628" y="4803047"/>
              <a:chExt cx="842174" cy="851974"/>
            </a:xfrm>
          </p:grpSpPr>
          <p:sp>
            <p:nvSpPr>
              <p:cNvPr id="60" name="Freeform 59">
                <a:extLst>
                  <a:ext uri="{FF2B5EF4-FFF2-40B4-BE49-F238E27FC236}">
                    <a16:creationId xmlns:a16="http://schemas.microsoft.com/office/drawing/2014/main" id="{1FC6BAEE-2EA6-9A40-9F2E-9323AD251412}"/>
                  </a:ext>
                </a:extLst>
              </p:cNvPr>
              <p:cNvSpPr/>
              <p:nvPr/>
            </p:nvSpPr>
            <p:spPr>
              <a:xfrm>
                <a:off x="4111628" y="4803047"/>
                <a:ext cx="842174" cy="851974"/>
              </a:xfrm>
              <a:custGeom>
                <a:avLst/>
                <a:gdLst>
                  <a:gd name="connsiteX0" fmla="*/ 1064381 w 1064381"/>
                  <a:gd name="connsiteY0" fmla="*/ 0 h 2044095"/>
                  <a:gd name="connsiteX1" fmla="*/ 0 w 1064381"/>
                  <a:gd name="connsiteY1" fmla="*/ 2044095 h 2044095"/>
                  <a:gd name="connsiteX0" fmla="*/ 1064381 w 1064381"/>
                  <a:gd name="connsiteY0" fmla="*/ 0 h 2044095"/>
                  <a:gd name="connsiteX1" fmla="*/ 0 w 1064381"/>
                  <a:gd name="connsiteY1" fmla="*/ 2044095 h 2044095"/>
                  <a:gd name="connsiteX0" fmla="*/ 1064381 w 1064381"/>
                  <a:gd name="connsiteY0" fmla="*/ 0 h 2044095"/>
                  <a:gd name="connsiteX1" fmla="*/ 0 w 1064381"/>
                  <a:gd name="connsiteY1" fmla="*/ 2044095 h 2044095"/>
                  <a:gd name="connsiteX0" fmla="*/ 1064381 w 1064381"/>
                  <a:gd name="connsiteY0" fmla="*/ 0 h 2044095"/>
                  <a:gd name="connsiteX1" fmla="*/ 0 w 1064381"/>
                  <a:gd name="connsiteY1" fmla="*/ 2044095 h 2044095"/>
                  <a:gd name="connsiteX0" fmla="*/ 1147562 w 1147562"/>
                  <a:gd name="connsiteY0" fmla="*/ 0 h 2129575"/>
                  <a:gd name="connsiteX1" fmla="*/ 0 w 1147562"/>
                  <a:gd name="connsiteY1" fmla="*/ 2129575 h 2129575"/>
                  <a:gd name="connsiteX0" fmla="*/ 1147562 w 1147562"/>
                  <a:gd name="connsiteY0" fmla="*/ 0 h 2129575"/>
                  <a:gd name="connsiteX1" fmla="*/ 0 w 1147562"/>
                  <a:gd name="connsiteY1" fmla="*/ 2129575 h 2129575"/>
                  <a:gd name="connsiteX0" fmla="*/ 1147562 w 1147562"/>
                  <a:gd name="connsiteY0" fmla="*/ 0 h 2129575"/>
                  <a:gd name="connsiteX1" fmla="*/ 0 w 1147562"/>
                  <a:gd name="connsiteY1" fmla="*/ 2129575 h 2129575"/>
                  <a:gd name="connsiteX0" fmla="*/ 1147562 w 1147562"/>
                  <a:gd name="connsiteY0" fmla="*/ 0 h 2129575"/>
                  <a:gd name="connsiteX1" fmla="*/ 0 w 1147562"/>
                  <a:gd name="connsiteY1" fmla="*/ 2129575 h 2129575"/>
                  <a:gd name="connsiteX0" fmla="*/ 1147562 w 1147562"/>
                  <a:gd name="connsiteY0" fmla="*/ 0 h 2129575"/>
                  <a:gd name="connsiteX1" fmla="*/ 0 w 1147562"/>
                  <a:gd name="connsiteY1" fmla="*/ 2129575 h 2129575"/>
                  <a:gd name="connsiteX0" fmla="*/ 1147562 w 1147562"/>
                  <a:gd name="connsiteY0" fmla="*/ 0 h 2129575"/>
                  <a:gd name="connsiteX1" fmla="*/ 0 w 1147562"/>
                  <a:gd name="connsiteY1" fmla="*/ 2129575 h 2129575"/>
                  <a:gd name="connsiteX0" fmla="*/ 1147562 w 1147562"/>
                  <a:gd name="connsiteY0" fmla="*/ 0 h 2129575"/>
                  <a:gd name="connsiteX1" fmla="*/ 0 w 1147562"/>
                  <a:gd name="connsiteY1" fmla="*/ 2129575 h 2129575"/>
                  <a:gd name="connsiteX0" fmla="*/ 1147562 w 1147562"/>
                  <a:gd name="connsiteY0" fmla="*/ 0 h 2103931"/>
                  <a:gd name="connsiteX1" fmla="*/ 0 w 1147562"/>
                  <a:gd name="connsiteY1" fmla="*/ 2103931 h 2103931"/>
                  <a:gd name="connsiteX0" fmla="*/ 1147562 w 1147562"/>
                  <a:gd name="connsiteY0" fmla="*/ 0 h 2103931"/>
                  <a:gd name="connsiteX1" fmla="*/ 0 w 1147562"/>
                  <a:gd name="connsiteY1" fmla="*/ 2103931 h 2103931"/>
                  <a:gd name="connsiteX0" fmla="*/ 1147562 w 1147562"/>
                  <a:gd name="connsiteY0" fmla="*/ 0 h 2103931"/>
                  <a:gd name="connsiteX1" fmla="*/ 0 w 1147562"/>
                  <a:gd name="connsiteY1" fmla="*/ 2103931 h 2103931"/>
                  <a:gd name="connsiteX0" fmla="*/ 1147562 w 1147562"/>
                  <a:gd name="connsiteY0" fmla="*/ 0 h 2103931"/>
                  <a:gd name="connsiteX1" fmla="*/ 0 w 1147562"/>
                  <a:gd name="connsiteY1" fmla="*/ 2103931 h 2103931"/>
                  <a:gd name="connsiteX0" fmla="*/ 1147562 w 1147562"/>
                  <a:gd name="connsiteY0" fmla="*/ 0 h 2103931"/>
                  <a:gd name="connsiteX1" fmla="*/ 0 w 1147562"/>
                  <a:gd name="connsiteY1" fmla="*/ 2103931 h 2103931"/>
                  <a:gd name="connsiteX0" fmla="*/ 1147562 w 1147562"/>
                  <a:gd name="connsiteY0" fmla="*/ 0 h 2103931"/>
                  <a:gd name="connsiteX1" fmla="*/ 0 w 1147562"/>
                  <a:gd name="connsiteY1" fmla="*/ 2103931 h 2103931"/>
                  <a:gd name="connsiteX0" fmla="*/ 1147562 w 1147562"/>
                  <a:gd name="connsiteY0" fmla="*/ 0 h 2103931"/>
                  <a:gd name="connsiteX1" fmla="*/ 0 w 1147562"/>
                  <a:gd name="connsiteY1" fmla="*/ 2103931 h 210393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1147562" h="2103931">
                    <a:moveTo>
                      <a:pt x="1147562" y="0"/>
                    </a:moveTo>
                    <a:cubicBezTo>
                      <a:pt x="315981" y="116560"/>
                      <a:pt x="138906" y="965397"/>
                      <a:pt x="0" y="2103931"/>
                    </a:cubicBezTo>
                  </a:path>
                </a:pathLst>
              </a:custGeom>
              <a:noFill/>
              <a:ln w="25400" cap="flat" cmpd="sng" algn="ctr">
                <a:solidFill>
                  <a:srgbClr val="0000A3"/>
                </a:solidFill>
                <a:prstDash val="sysDash"/>
              </a:ln>
              <a:effectLst/>
            </p:spPr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cxnSp>
            <p:nvCxnSpPr>
              <p:cNvPr id="63" name="Straight Connector 62">
                <a:extLst>
                  <a:ext uri="{FF2B5EF4-FFF2-40B4-BE49-F238E27FC236}">
                    <a16:creationId xmlns:a16="http://schemas.microsoft.com/office/drawing/2014/main" id="{30E9A1B0-7A1F-A64E-A21C-56B80108553A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953802" y="4803047"/>
                <a:ext cx="0" cy="798802"/>
              </a:xfrm>
              <a:prstGeom prst="line">
                <a:avLst/>
              </a:prstGeom>
              <a:ln w="28575">
                <a:solidFill>
                  <a:srgbClr val="0000A3"/>
                </a:solidFill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55" name="Group 54">
              <a:extLst>
                <a:ext uri="{FF2B5EF4-FFF2-40B4-BE49-F238E27FC236}">
                  <a16:creationId xmlns:a16="http://schemas.microsoft.com/office/drawing/2014/main" id="{47C69A79-9B85-7049-BEA1-1E83A975FED9}"/>
                </a:ext>
              </a:extLst>
            </p:cNvPr>
            <p:cNvGrpSpPr/>
            <p:nvPr/>
          </p:nvGrpSpPr>
          <p:grpSpPr>
            <a:xfrm>
              <a:off x="7533201" y="4780948"/>
              <a:ext cx="828566" cy="851974"/>
              <a:chOff x="4111628" y="4803047"/>
              <a:chExt cx="842174" cy="851974"/>
            </a:xfrm>
          </p:grpSpPr>
          <p:sp>
            <p:nvSpPr>
              <p:cNvPr id="57" name="Freeform 56">
                <a:extLst>
                  <a:ext uri="{FF2B5EF4-FFF2-40B4-BE49-F238E27FC236}">
                    <a16:creationId xmlns:a16="http://schemas.microsoft.com/office/drawing/2014/main" id="{10C024C3-43D8-584D-BB47-25DD0DC40555}"/>
                  </a:ext>
                </a:extLst>
              </p:cNvPr>
              <p:cNvSpPr/>
              <p:nvPr/>
            </p:nvSpPr>
            <p:spPr>
              <a:xfrm>
                <a:off x="4111628" y="4803047"/>
                <a:ext cx="842174" cy="851974"/>
              </a:xfrm>
              <a:custGeom>
                <a:avLst/>
                <a:gdLst>
                  <a:gd name="connsiteX0" fmla="*/ 1064381 w 1064381"/>
                  <a:gd name="connsiteY0" fmla="*/ 0 h 2044095"/>
                  <a:gd name="connsiteX1" fmla="*/ 0 w 1064381"/>
                  <a:gd name="connsiteY1" fmla="*/ 2044095 h 2044095"/>
                  <a:gd name="connsiteX0" fmla="*/ 1064381 w 1064381"/>
                  <a:gd name="connsiteY0" fmla="*/ 0 h 2044095"/>
                  <a:gd name="connsiteX1" fmla="*/ 0 w 1064381"/>
                  <a:gd name="connsiteY1" fmla="*/ 2044095 h 2044095"/>
                  <a:gd name="connsiteX0" fmla="*/ 1064381 w 1064381"/>
                  <a:gd name="connsiteY0" fmla="*/ 0 h 2044095"/>
                  <a:gd name="connsiteX1" fmla="*/ 0 w 1064381"/>
                  <a:gd name="connsiteY1" fmla="*/ 2044095 h 2044095"/>
                  <a:gd name="connsiteX0" fmla="*/ 1064381 w 1064381"/>
                  <a:gd name="connsiteY0" fmla="*/ 0 h 2044095"/>
                  <a:gd name="connsiteX1" fmla="*/ 0 w 1064381"/>
                  <a:gd name="connsiteY1" fmla="*/ 2044095 h 2044095"/>
                  <a:gd name="connsiteX0" fmla="*/ 1147562 w 1147562"/>
                  <a:gd name="connsiteY0" fmla="*/ 0 h 2129575"/>
                  <a:gd name="connsiteX1" fmla="*/ 0 w 1147562"/>
                  <a:gd name="connsiteY1" fmla="*/ 2129575 h 2129575"/>
                  <a:gd name="connsiteX0" fmla="*/ 1147562 w 1147562"/>
                  <a:gd name="connsiteY0" fmla="*/ 0 h 2129575"/>
                  <a:gd name="connsiteX1" fmla="*/ 0 w 1147562"/>
                  <a:gd name="connsiteY1" fmla="*/ 2129575 h 2129575"/>
                  <a:gd name="connsiteX0" fmla="*/ 1147562 w 1147562"/>
                  <a:gd name="connsiteY0" fmla="*/ 0 h 2129575"/>
                  <a:gd name="connsiteX1" fmla="*/ 0 w 1147562"/>
                  <a:gd name="connsiteY1" fmla="*/ 2129575 h 2129575"/>
                  <a:gd name="connsiteX0" fmla="*/ 1147562 w 1147562"/>
                  <a:gd name="connsiteY0" fmla="*/ 0 h 2129575"/>
                  <a:gd name="connsiteX1" fmla="*/ 0 w 1147562"/>
                  <a:gd name="connsiteY1" fmla="*/ 2129575 h 2129575"/>
                  <a:gd name="connsiteX0" fmla="*/ 1147562 w 1147562"/>
                  <a:gd name="connsiteY0" fmla="*/ 0 h 2129575"/>
                  <a:gd name="connsiteX1" fmla="*/ 0 w 1147562"/>
                  <a:gd name="connsiteY1" fmla="*/ 2129575 h 2129575"/>
                  <a:gd name="connsiteX0" fmla="*/ 1147562 w 1147562"/>
                  <a:gd name="connsiteY0" fmla="*/ 0 h 2129575"/>
                  <a:gd name="connsiteX1" fmla="*/ 0 w 1147562"/>
                  <a:gd name="connsiteY1" fmla="*/ 2129575 h 2129575"/>
                  <a:gd name="connsiteX0" fmla="*/ 1147562 w 1147562"/>
                  <a:gd name="connsiteY0" fmla="*/ 0 h 2129575"/>
                  <a:gd name="connsiteX1" fmla="*/ 0 w 1147562"/>
                  <a:gd name="connsiteY1" fmla="*/ 2129575 h 2129575"/>
                  <a:gd name="connsiteX0" fmla="*/ 1147562 w 1147562"/>
                  <a:gd name="connsiteY0" fmla="*/ 0 h 2103931"/>
                  <a:gd name="connsiteX1" fmla="*/ 0 w 1147562"/>
                  <a:gd name="connsiteY1" fmla="*/ 2103931 h 2103931"/>
                  <a:gd name="connsiteX0" fmla="*/ 1147562 w 1147562"/>
                  <a:gd name="connsiteY0" fmla="*/ 0 h 2103931"/>
                  <a:gd name="connsiteX1" fmla="*/ 0 w 1147562"/>
                  <a:gd name="connsiteY1" fmla="*/ 2103931 h 2103931"/>
                  <a:gd name="connsiteX0" fmla="*/ 1147562 w 1147562"/>
                  <a:gd name="connsiteY0" fmla="*/ 0 h 2103931"/>
                  <a:gd name="connsiteX1" fmla="*/ 0 w 1147562"/>
                  <a:gd name="connsiteY1" fmla="*/ 2103931 h 2103931"/>
                  <a:gd name="connsiteX0" fmla="*/ 1147562 w 1147562"/>
                  <a:gd name="connsiteY0" fmla="*/ 0 h 2103931"/>
                  <a:gd name="connsiteX1" fmla="*/ 0 w 1147562"/>
                  <a:gd name="connsiteY1" fmla="*/ 2103931 h 2103931"/>
                  <a:gd name="connsiteX0" fmla="*/ 1147562 w 1147562"/>
                  <a:gd name="connsiteY0" fmla="*/ 0 h 2103931"/>
                  <a:gd name="connsiteX1" fmla="*/ 0 w 1147562"/>
                  <a:gd name="connsiteY1" fmla="*/ 2103931 h 2103931"/>
                  <a:gd name="connsiteX0" fmla="*/ 1147562 w 1147562"/>
                  <a:gd name="connsiteY0" fmla="*/ 0 h 2103931"/>
                  <a:gd name="connsiteX1" fmla="*/ 0 w 1147562"/>
                  <a:gd name="connsiteY1" fmla="*/ 2103931 h 2103931"/>
                  <a:gd name="connsiteX0" fmla="*/ 1147562 w 1147562"/>
                  <a:gd name="connsiteY0" fmla="*/ 0 h 2103931"/>
                  <a:gd name="connsiteX1" fmla="*/ 0 w 1147562"/>
                  <a:gd name="connsiteY1" fmla="*/ 2103931 h 210393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1147562" h="2103931">
                    <a:moveTo>
                      <a:pt x="1147562" y="0"/>
                    </a:moveTo>
                    <a:cubicBezTo>
                      <a:pt x="315981" y="116560"/>
                      <a:pt x="138906" y="965397"/>
                      <a:pt x="0" y="2103931"/>
                    </a:cubicBezTo>
                  </a:path>
                </a:pathLst>
              </a:custGeom>
              <a:noFill/>
              <a:ln w="25400" cap="flat" cmpd="sng" algn="ctr">
                <a:solidFill>
                  <a:srgbClr val="0000A3"/>
                </a:solidFill>
                <a:prstDash val="sysDash"/>
              </a:ln>
              <a:effectLst/>
            </p:spPr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cxnSp>
            <p:nvCxnSpPr>
              <p:cNvPr id="58" name="Straight Connector 57">
                <a:extLst>
                  <a:ext uri="{FF2B5EF4-FFF2-40B4-BE49-F238E27FC236}">
                    <a16:creationId xmlns:a16="http://schemas.microsoft.com/office/drawing/2014/main" id="{71DF2745-FBCE-E843-9F7F-31D872B044E6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953802" y="4803047"/>
                <a:ext cx="0" cy="798802"/>
              </a:xfrm>
              <a:prstGeom prst="line">
                <a:avLst/>
              </a:prstGeom>
              <a:ln w="28575">
                <a:solidFill>
                  <a:srgbClr val="0000A3"/>
                </a:solidFill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56" name="Freeform 55">
              <a:extLst>
                <a:ext uri="{FF2B5EF4-FFF2-40B4-BE49-F238E27FC236}">
                  <a16:creationId xmlns:a16="http://schemas.microsoft.com/office/drawing/2014/main" id="{D5B879B8-621B-914A-80D6-C9E50E57B598}"/>
                </a:ext>
              </a:extLst>
            </p:cNvPr>
            <p:cNvSpPr/>
            <p:nvPr/>
          </p:nvSpPr>
          <p:spPr>
            <a:xfrm>
              <a:off x="8387484" y="4790798"/>
              <a:ext cx="828566" cy="851974"/>
            </a:xfrm>
            <a:custGeom>
              <a:avLst/>
              <a:gdLst>
                <a:gd name="connsiteX0" fmla="*/ 1064381 w 1064381"/>
                <a:gd name="connsiteY0" fmla="*/ 0 h 2044095"/>
                <a:gd name="connsiteX1" fmla="*/ 0 w 1064381"/>
                <a:gd name="connsiteY1" fmla="*/ 2044095 h 2044095"/>
                <a:gd name="connsiteX0" fmla="*/ 1064381 w 1064381"/>
                <a:gd name="connsiteY0" fmla="*/ 0 h 2044095"/>
                <a:gd name="connsiteX1" fmla="*/ 0 w 1064381"/>
                <a:gd name="connsiteY1" fmla="*/ 2044095 h 2044095"/>
                <a:gd name="connsiteX0" fmla="*/ 1064381 w 1064381"/>
                <a:gd name="connsiteY0" fmla="*/ 0 h 2044095"/>
                <a:gd name="connsiteX1" fmla="*/ 0 w 1064381"/>
                <a:gd name="connsiteY1" fmla="*/ 2044095 h 2044095"/>
                <a:gd name="connsiteX0" fmla="*/ 1064381 w 1064381"/>
                <a:gd name="connsiteY0" fmla="*/ 0 h 2044095"/>
                <a:gd name="connsiteX1" fmla="*/ 0 w 1064381"/>
                <a:gd name="connsiteY1" fmla="*/ 2044095 h 2044095"/>
                <a:gd name="connsiteX0" fmla="*/ 1147562 w 1147562"/>
                <a:gd name="connsiteY0" fmla="*/ 0 h 2129575"/>
                <a:gd name="connsiteX1" fmla="*/ 0 w 1147562"/>
                <a:gd name="connsiteY1" fmla="*/ 2129575 h 2129575"/>
                <a:gd name="connsiteX0" fmla="*/ 1147562 w 1147562"/>
                <a:gd name="connsiteY0" fmla="*/ 0 h 2129575"/>
                <a:gd name="connsiteX1" fmla="*/ 0 w 1147562"/>
                <a:gd name="connsiteY1" fmla="*/ 2129575 h 2129575"/>
                <a:gd name="connsiteX0" fmla="*/ 1147562 w 1147562"/>
                <a:gd name="connsiteY0" fmla="*/ 0 h 2129575"/>
                <a:gd name="connsiteX1" fmla="*/ 0 w 1147562"/>
                <a:gd name="connsiteY1" fmla="*/ 2129575 h 2129575"/>
                <a:gd name="connsiteX0" fmla="*/ 1147562 w 1147562"/>
                <a:gd name="connsiteY0" fmla="*/ 0 h 2129575"/>
                <a:gd name="connsiteX1" fmla="*/ 0 w 1147562"/>
                <a:gd name="connsiteY1" fmla="*/ 2129575 h 2129575"/>
                <a:gd name="connsiteX0" fmla="*/ 1147562 w 1147562"/>
                <a:gd name="connsiteY0" fmla="*/ 0 h 2129575"/>
                <a:gd name="connsiteX1" fmla="*/ 0 w 1147562"/>
                <a:gd name="connsiteY1" fmla="*/ 2129575 h 2129575"/>
                <a:gd name="connsiteX0" fmla="*/ 1147562 w 1147562"/>
                <a:gd name="connsiteY0" fmla="*/ 0 h 2129575"/>
                <a:gd name="connsiteX1" fmla="*/ 0 w 1147562"/>
                <a:gd name="connsiteY1" fmla="*/ 2129575 h 2129575"/>
                <a:gd name="connsiteX0" fmla="*/ 1147562 w 1147562"/>
                <a:gd name="connsiteY0" fmla="*/ 0 h 2129575"/>
                <a:gd name="connsiteX1" fmla="*/ 0 w 1147562"/>
                <a:gd name="connsiteY1" fmla="*/ 2129575 h 2129575"/>
                <a:gd name="connsiteX0" fmla="*/ 1147562 w 1147562"/>
                <a:gd name="connsiteY0" fmla="*/ 0 h 2103931"/>
                <a:gd name="connsiteX1" fmla="*/ 0 w 1147562"/>
                <a:gd name="connsiteY1" fmla="*/ 2103931 h 2103931"/>
                <a:gd name="connsiteX0" fmla="*/ 1147562 w 1147562"/>
                <a:gd name="connsiteY0" fmla="*/ 0 h 2103931"/>
                <a:gd name="connsiteX1" fmla="*/ 0 w 1147562"/>
                <a:gd name="connsiteY1" fmla="*/ 2103931 h 2103931"/>
                <a:gd name="connsiteX0" fmla="*/ 1147562 w 1147562"/>
                <a:gd name="connsiteY0" fmla="*/ 0 h 2103931"/>
                <a:gd name="connsiteX1" fmla="*/ 0 w 1147562"/>
                <a:gd name="connsiteY1" fmla="*/ 2103931 h 2103931"/>
                <a:gd name="connsiteX0" fmla="*/ 1147562 w 1147562"/>
                <a:gd name="connsiteY0" fmla="*/ 0 h 2103931"/>
                <a:gd name="connsiteX1" fmla="*/ 0 w 1147562"/>
                <a:gd name="connsiteY1" fmla="*/ 2103931 h 2103931"/>
                <a:gd name="connsiteX0" fmla="*/ 1147562 w 1147562"/>
                <a:gd name="connsiteY0" fmla="*/ 0 h 2103931"/>
                <a:gd name="connsiteX1" fmla="*/ 0 w 1147562"/>
                <a:gd name="connsiteY1" fmla="*/ 2103931 h 2103931"/>
                <a:gd name="connsiteX0" fmla="*/ 1147562 w 1147562"/>
                <a:gd name="connsiteY0" fmla="*/ 0 h 2103931"/>
                <a:gd name="connsiteX1" fmla="*/ 0 w 1147562"/>
                <a:gd name="connsiteY1" fmla="*/ 2103931 h 2103931"/>
                <a:gd name="connsiteX0" fmla="*/ 1147562 w 1147562"/>
                <a:gd name="connsiteY0" fmla="*/ 0 h 2103931"/>
                <a:gd name="connsiteX1" fmla="*/ 0 w 1147562"/>
                <a:gd name="connsiteY1" fmla="*/ 2103931 h 21039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147562" h="2103931">
                  <a:moveTo>
                    <a:pt x="1147562" y="0"/>
                  </a:moveTo>
                  <a:cubicBezTo>
                    <a:pt x="315981" y="116560"/>
                    <a:pt x="138906" y="965397"/>
                    <a:pt x="0" y="2103931"/>
                  </a:cubicBezTo>
                </a:path>
              </a:pathLst>
            </a:custGeom>
            <a:noFill/>
            <a:ln w="25400" cap="flat" cmpd="sng" algn="ctr">
              <a:solidFill>
                <a:srgbClr val="0000A3"/>
              </a:solidFill>
              <a:prstDash val="sysDash"/>
            </a:ln>
            <a:effectLst/>
          </p:spPr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sp>
        <p:nvSpPr>
          <p:cNvPr id="70" name="Rectangle 3">
            <a:extLst>
              <a:ext uri="{FF2B5EF4-FFF2-40B4-BE49-F238E27FC236}">
                <a16:creationId xmlns:a16="http://schemas.microsoft.com/office/drawing/2014/main" id="{A7440B74-5491-9045-A31F-52B88A90E26D}"/>
              </a:ext>
            </a:extLst>
          </p:cNvPr>
          <p:cNvSpPr txBox="1">
            <a:spLocks noChangeArrowheads="1"/>
          </p:cNvSpPr>
          <p:nvPr/>
        </p:nvSpPr>
        <p:spPr>
          <a:xfrm>
            <a:off x="785990" y="3009900"/>
            <a:ext cx="11164126" cy="8983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695325" marR="0" lvl="1" indent="-231775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after cutting rate/window in half on loss, initially ramp to to </a:t>
            </a:r>
            <a:r>
              <a:rPr kumimoji="0" lang="en-US" altLang="en-US" sz="2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W</a:t>
            </a:r>
            <a:r>
              <a:rPr kumimoji="0" lang="en-US" altLang="en-US" sz="2400" b="0" i="0" u="none" strike="noStrike" kern="1200" cap="none" spc="0" normalizeH="0" baseline="-2500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max</a:t>
            </a: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 </a:t>
            </a:r>
            <a:r>
              <a:rPr kumimoji="0" lang="en-US" altLang="en-US" sz="2400" b="0" i="1" u="none" strike="noStrike" kern="1200" cap="none" spc="0" normalizeH="0" baseline="0" noProof="0" dirty="0">
                <a:ln>
                  <a:noFill/>
                </a:ln>
                <a:solidFill>
                  <a:srgbClr val="0013A3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faster</a:t>
            </a: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, but then approach </a:t>
            </a:r>
            <a:r>
              <a:rPr kumimoji="0" lang="en-US" altLang="en-US" sz="2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W</a:t>
            </a:r>
            <a:r>
              <a:rPr kumimoji="0" lang="en-US" altLang="en-US" sz="2400" b="0" i="0" u="none" strike="noStrike" kern="1200" cap="none" spc="0" normalizeH="0" baseline="-2500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max</a:t>
            </a:r>
            <a:r>
              <a:rPr kumimoji="0" lang="en-US" altLang="en-US" sz="2400" b="0" i="0" u="none" strike="noStrike" kern="1200" cap="none" spc="0" normalizeH="0" baseline="-25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 </a:t>
            </a: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more </a:t>
            </a:r>
            <a:r>
              <a:rPr kumimoji="0" lang="en-US" altLang="en-US" sz="2400" b="0" i="1" u="none" strike="noStrike" kern="1200" cap="none" spc="0" normalizeH="0" baseline="0" noProof="0" dirty="0">
                <a:ln>
                  <a:noFill/>
                </a:ln>
                <a:solidFill>
                  <a:srgbClr val="0013A3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slowly</a:t>
            </a:r>
          </a:p>
          <a:p>
            <a:pPr marL="130175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pitchFamily="2" charset="2"/>
              <a:buNone/>
              <a:tabLst/>
              <a:defRPr/>
            </a:pPr>
            <a:endParaRPr kumimoji="0" lang="en-US" alt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38" name="Slide Number Placeholder 2">
            <a:extLst>
              <a:ext uri="{FF2B5EF4-FFF2-40B4-BE49-F238E27FC236}">
                <a16:creationId xmlns:a16="http://schemas.microsoft.com/office/drawing/2014/main" id="{D0F43FDD-DDBC-1047-B2D5-FF3A372F77B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19616" y="6443089"/>
            <a:ext cx="2743200" cy="365125"/>
          </a:xfrm>
        </p:spPr>
        <p:txBody>
          <a:bodyPr/>
          <a:lstStyle/>
          <a:p>
            <a:r>
              <a:rPr lang="en-US" dirty="0"/>
              <a:t>Transport Layer: 3-</a:t>
            </a:r>
            <a:fld id="{C4204591-24BD-A542-B9D5-F8D8A88D2FEE}" type="slidenum">
              <a:rPr lang="en-US" smtClean="0"/>
              <a:pPr/>
              <a:t>38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740618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500"/>
                            </p:stCondLst>
                            <p:childTnLst>
                              <p:par>
                                <p:cTn id="19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1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20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2" grpId="0"/>
      <p:bldP spid="70" grpId="0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8CD900-19EC-824C-BF74-AADFBF5A17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8690" y="276953"/>
            <a:ext cx="11393310" cy="894622"/>
          </a:xfrm>
        </p:spPr>
        <p:txBody>
          <a:bodyPr>
            <a:normAutofit/>
          </a:bodyPr>
          <a:lstStyle/>
          <a:p>
            <a:r>
              <a:rPr lang="en-US" sz="4800" dirty="0"/>
              <a:t>TCP CUBIC</a:t>
            </a:r>
            <a:endParaRPr lang="en-US" sz="4400" b="0" dirty="0"/>
          </a:p>
        </p:txBody>
      </p:sp>
      <p:sp>
        <p:nvSpPr>
          <p:cNvPr id="110" name="Rectangle 3">
            <a:extLst>
              <a:ext uri="{FF2B5EF4-FFF2-40B4-BE49-F238E27FC236}">
                <a16:creationId xmlns:a16="http://schemas.microsoft.com/office/drawing/2014/main" id="{2AE4693F-64D3-B14E-9E64-AAA80AA8953E}"/>
              </a:ext>
            </a:extLst>
          </p:cNvPr>
          <p:cNvSpPr txBox="1">
            <a:spLocks noChangeArrowheads="1"/>
          </p:cNvSpPr>
          <p:nvPr/>
        </p:nvSpPr>
        <p:spPr>
          <a:xfrm>
            <a:off x="798690" y="1308101"/>
            <a:ext cx="11164126" cy="9525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12750" marR="0" lvl="0" indent="-28575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pitchFamily="2" charset="2"/>
              <a:buChar char="§"/>
              <a:tabLst/>
              <a:defRPr/>
            </a:pP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K: point in time when TCP window size will reach </a:t>
            </a:r>
            <a:r>
              <a:rPr kumimoji="0" lang="en-US" altLang="en-US" sz="2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W</a:t>
            </a:r>
            <a:r>
              <a:rPr kumimoji="0" lang="en-US" altLang="en-US" sz="2800" b="0" i="0" u="none" strike="noStrike" kern="1200" cap="none" spc="0" normalizeH="0" baseline="-2500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max</a:t>
            </a:r>
            <a:endParaRPr kumimoji="0" lang="en-US" altLang="en-US" sz="2800" b="0" i="0" u="none" strike="noStrike" kern="1200" cap="none" spc="0" normalizeH="0" baseline="-2500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ＭＳ Ｐゴシック" panose="020B0600070205080204" pitchFamily="34" charset="-128"/>
              <a:cs typeface="+mn-cs"/>
            </a:endParaRPr>
          </a:p>
          <a:p>
            <a:pPr marL="803275" marR="0" lvl="1" indent="-295275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K itself is </a:t>
            </a:r>
            <a:r>
              <a:rPr kumimoji="0" lang="en-US" altLang="en-US" sz="2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tuneable</a:t>
            </a:r>
            <a:endParaRPr kumimoji="0" lang="en-US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ＭＳ Ｐゴシック" panose="020B0600070205080204" pitchFamily="34" charset="-128"/>
              <a:cs typeface="+mn-cs"/>
            </a:endParaRPr>
          </a:p>
          <a:p>
            <a:pPr marL="130175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pitchFamily="2" charset="2"/>
              <a:buNone/>
              <a:tabLst/>
              <a:defRPr/>
            </a:pPr>
            <a:endParaRPr kumimoji="0" lang="en-US" alt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62" name="Rectangle 3">
            <a:extLst>
              <a:ext uri="{FF2B5EF4-FFF2-40B4-BE49-F238E27FC236}">
                <a16:creationId xmlns:a16="http://schemas.microsoft.com/office/drawing/2014/main" id="{F1B09B2C-5BFF-124C-8873-2D5A5004479A}"/>
              </a:ext>
            </a:extLst>
          </p:cNvPr>
          <p:cNvSpPr txBox="1">
            <a:spLocks noChangeArrowheads="1"/>
          </p:cNvSpPr>
          <p:nvPr/>
        </p:nvSpPr>
        <p:spPr>
          <a:xfrm>
            <a:off x="952087" y="3043946"/>
            <a:ext cx="10287826" cy="99592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695325" marR="0" lvl="1" indent="-231775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larger increases when further away from K</a:t>
            </a:r>
          </a:p>
          <a:p>
            <a:pPr marL="695325" marR="0" lvl="1" indent="-231775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smaller increases (cautious) when nearer K</a:t>
            </a:r>
          </a:p>
          <a:p>
            <a:pPr marL="130175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pitchFamily="2" charset="2"/>
              <a:buNone/>
              <a:tabLst/>
              <a:defRPr/>
            </a:pPr>
            <a:endParaRPr kumimoji="0" lang="en-US" alt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ＭＳ Ｐゴシック" panose="020B0600070205080204" pitchFamily="34" charset="-128"/>
              <a:cs typeface="+mn-cs"/>
            </a:endParaRP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06795CBC-1C6F-B74C-8827-0CEC2A5332FA}"/>
              </a:ext>
            </a:extLst>
          </p:cNvPr>
          <p:cNvGrpSpPr/>
          <p:nvPr/>
        </p:nvGrpSpPr>
        <p:grpSpPr>
          <a:xfrm>
            <a:off x="5030365" y="2893914"/>
            <a:ext cx="5714572" cy="3644759"/>
            <a:chOff x="5030365" y="2893914"/>
            <a:chExt cx="5714572" cy="3644759"/>
          </a:xfrm>
        </p:grpSpPr>
        <p:sp>
          <p:nvSpPr>
            <p:cNvPr id="74" name="TextBox 73">
              <a:extLst>
                <a:ext uri="{FF2B5EF4-FFF2-40B4-BE49-F238E27FC236}">
                  <a16:creationId xmlns:a16="http://schemas.microsoft.com/office/drawing/2014/main" id="{0C00F692-909C-D141-895A-8256B6EEFBF4}"/>
                </a:ext>
              </a:extLst>
            </p:cNvPr>
            <p:cNvSpPr txBox="1"/>
            <p:nvPr/>
          </p:nvSpPr>
          <p:spPr>
            <a:xfrm>
              <a:off x="5030365" y="5185258"/>
              <a:ext cx="808134" cy="88793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r" defTabSz="914400" rtl="0" eaLnBrk="1" fontAlgn="auto" latinLnBrk="0" hangingPunct="1">
                <a:lnSpc>
                  <a:spcPct val="85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TCP</a:t>
              </a:r>
            </a:p>
            <a:p>
              <a:pPr marL="0" marR="0" lvl="0" indent="0" algn="r" defTabSz="914400" rtl="0" eaLnBrk="1" fontAlgn="auto" latinLnBrk="0" hangingPunct="1">
                <a:lnSpc>
                  <a:spcPct val="85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sending </a:t>
              </a:r>
            </a:p>
            <a:p>
              <a:pPr marL="0" marR="0" lvl="0" indent="0" algn="r" defTabSz="914400" rtl="0" eaLnBrk="1" fontAlgn="auto" latinLnBrk="0" hangingPunct="1">
                <a:lnSpc>
                  <a:spcPct val="85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rate</a:t>
              </a:r>
            </a:p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cxnSp>
          <p:nvCxnSpPr>
            <p:cNvPr id="37" name="Straight Connector 36">
              <a:extLst>
                <a:ext uri="{FF2B5EF4-FFF2-40B4-BE49-F238E27FC236}">
                  <a16:creationId xmlns:a16="http://schemas.microsoft.com/office/drawing/2014/main" id="{31048FCC-58D4-4840-8FE9-95840FBDF3F7}"/>
                </a:ext>
              </a:extLst>
            </p:cNvPr>
            <p:cNvCxnSpPr/>
            <p:nvPr/>
          </p:nvCxnSpPr>
          <p:spPr>
            <a:xfrm>
              <a:off x="5801903" y="6262085"/>
              <a:ext cx="4597974" cy="0"/>
            </a:xfrm>
            <a:prstGeom prst="line">
              <a:avLst/>
            </a:prstGeom>
            <a:ln w="12700">
              <a:solidFill>
                <a:schemeClr val="tx1"/>
              </a:solidFill>
              <a:tailEnd type="triangle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Connector 37">
              <a:extLst>
                <a:ext uri="{FF2B5EF4-FFF2-40B4-BE49-F238E27FC236}">
                  <a16:creationId xmlns:a16="http://schemas.microsoft.com/office/drawing/2014/main" id="{59F5CB0B-355B-4E41-BC79-5977C015BC4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801904" y="4039871"/>
              <a:ext cx="0" cy="2222517"/>
            </a:xfrm>
            <a:prstGeom prst="line">
              <a:avLst/>
            </a:prstGeom>
            <a:ln w="12700">
              <a:solidFill>
                <a:schemeClr val="tx1"/>
              </a:solidFill>
              <a:tailEnd type="triangle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9" name="Freeform 38">
              <a:extLst>
                <a:ext uri="{FF2B5EF4-FFF2-40B4-BE49-F238E27FC236}">
                  <a16:creationId xmlns:a16="http://schemas.microsoft.com/office/drawing/2014/main" id="{364F1AB4-D6D0-A349-B4AA-DF5642C1F53E}"/>
                </a:ext>
              </a:extLst>
            </p:cNvPr>
            <p:cNvSpPr/>
            <p:nvPr/>
          </p:nvSpPr>
          <p:spPr>
            <a:xfrm>
              <a:off x="5815989" y="4445300"/>
              <a:ext cx="480875" cy="1811260"/>
            </a:xfrm>
            <a:custGeom>
              <a:avLst/>
              <a:gdLst>
                <a:gd name="connsiteX0" fmla="*/ 860489 w 860489"/>
                <a:gd name="connsiteY0" fmla="*/ 0 h 3186525"/>
                <a:gd name="connsiteX1" fmla="*/ 777551 w 860489"/>
                <a:gd name="connsiteY1" fmla="*/ 2384490 h 3186525"/>
                <a:gd name="connsiteX2" fmla="*/ 632408 w 860489"/>
                <a:gd name="connsiteY2" fmla="*/ 3084286 h 3186525"/>
                <a:gd name="connsiteX3" fmla="*/ 440612 w 860489"/>
                <a:gd name="connsiteY3" fmla="*/ 3177592 h 3186525"/>
                <a:gd name="connsiteX4" fmla="*/ 0 w 860489"/>
                <a:gd name="connsiteY4" fmla="*/ 3182776 h 3186525"/>
                <a:gd name="connsiteX0" fmla="*/ 860489 w 860489"/>
                <a:gd name="connsiteY0" fmla="*/ 0 h 3186525"/>
                <a:gd name="connsiteX1" fmla="*/ 777551 w 860489"/>
                <a:gd name="connsiteY1" fmla="*/ 2384490 h 3186525"/>
                <a:gd name="connsiteX2" fmla="*/ 632408 w 860489"/>
                <a:gd name="connsiteY2" fmla="*/ 3084286 h 3186525"/>
                <a:gd name="connsiteX3" fmla="*/ 440612 w 860489"/>
                <a:gd name="connsiteY3" fmla="*/ 3177592 h 3186525"/>
                <a:gd name="connsiteX4" fmla="*/ 0 w 860489"/>
                <a:gd name="connsiteY4" fmla="*/ 3182776 h 3186525"/>
                <a:gd name="connsiteX0" fmla="*/ 860489 w 860489"/>
                <a:gd name="connsiteY0" fmla="*/ 0 h 3182776"/>
                <a:gd name="connsiteX1" fmla="*/ 777551 w 860489"/>
                <a:gd name="connsiteY1" fmla="*/ 2384490 h 3182776"/>
                <a:gd name="connsiteX2" fmla="*/ 632408 w 860489"/>
                <a:gd name="connsiteY2" fmla="*/ 3084286 h 3182776"/>
                <a:gd name="connsiteX3" fmla="*/ 0 w 860489"/>
                <a:gd name="connsiteY3" fmla="*/ 3182776 h 3182776"/>
                <a:gd name="connsiteX0" fmla="*/ 860489 w 860489"/>
                <a:gd name="connsiteY0" fmla="*/ 0 h 3183334"/>
                <a:gd name="connsiteX1" fmla="*/ 777551 w 860489"/>
                <a:gd name="connsiteY1" fmla="*/ 2384490 h 3183334"/>
                <a:gd name="connsiteX2" fmla="*/ 632408 w 860489"/>
                <a:gd name="connsiteY2" fmla="*/ 3084286 h 3183334"/>
                <a:gd name="connsiteX3" fmla="*/ 0 w 860489"/>
                <a:gd name="connsiteY3" fmla="*/ 3182776 h 3183334"/>
                <a:gd name="connsiteX0" fmla="*/ 860489 w 860489"/>
                <a:gd name="connsiteY0" fmla="*/ 0 h 3185488"/>
                <a:gd name="connsiteX1" fmla="*/ 777551 w 860489"/>
                <a:gd name="connsiteY1" fmla="*/ 2384490 h 3185488"/>
                <a:gd name="connsiteX2" fmla="*/ 632408 w 860489"/>
                <a:gd name="connsiteY2" fmla="*/ 3084286 h 3185488"/>
                <a:gd name="connsiteX3" fmla="*/ 0 w 860489"/>
                <a:gd name="connsiteY3" fmla="*/ 3182776 h 3185488"/>
                <a:gd name="connsiteX0" fmla="*/ 860489 w 860489"/>
                <a:gd name="connsiteY0" fmla="*/ 0 h 3182776"/>
                <a:gd name="connsiteX1" fmla="*/ 777551 w 860489"/>
                <a:gd name="connsiteY1" fmla="*/ 2384490 h 3182776"/>
                <a:gd name="connsiteX2" fmla="*/ 664158 w 860489"/>
                <a:gd name="connsiteY2" fmla="*/ 3043011 h 3182776"/>
                <a:gd name="connsiteX3" fmla="*/ 0 w 860489"/>
                <a:gd name="connsiteY3" fmla="*/ 3182776 h 3182776"/>
                <a:gd name="connsiteX0" fmla="*/ 860489 w 860489"/>
                <a:gd name="connsiteY0" fmla="*/ 0 h 3184087"/>
                <a:gd name="connsiteX1" fmla="*/ 777551 w 860489"/>
                <a:gd name="connsiteY1" fmla="*/ 2384490 h 3184087"/>
                <a:gd name="connsiteX2" fmla="*/ 664158 w 860489"/>
                <a:gd name="connsiteY2" fmla="*/ 3043011 h 3184087"/>
                <a:gd name="connsiteX3" fmla="*/ 0 w 860489"/>
                <a:gd name="connsiteY3" fmla="*/ 3182776 h 3184087"/>
                <a:gd name="connsiteX0" fmla="*/ 860489 w 860489"/>
                <a:gd name="connsiteY0" fmla="*/ 0 h 3182776"/>
                <a:gd name="connsiteX1" fmla="*/ 793426 w 860489"/>
                <a:gd name="connsiteY1" fmla="*/ 2378140 h 3182776"/>
                <a:gd name="connsiteX2" fmla="*/ 664158 w 860489"/>
                <a:gd name="connsiteY2" fmla="*/ 3043011 h 3182776"/>
                <a:gd name="connsiteX3" fmla="*/ 0 w 860489"/>
                <a:gd name="connsiteY3" fmla="*/ 3182776 h 3182776"/>
                <a:gd name="connsiteX0" fmla="*/ 860489 w 860489"/>
                <a:gd name="connsiteY0" fmla="*/ 0 h 3182776"/>
                <a:gd name="connsiteX1" fmla="*/ 793426 w 860489"/>
                <a:gd name="connsiteY1" fmla="*/ 2378140 h 3182776"/>
                <a:gd name="connsiteX2" fmla="*/ 664158 w 860489"/>
                <a:gd name="connsiteY2" fmla="*/ 3043011 h 3182776"/>
                <a:gd name="connsiteX3" fmla="*/ 0 w 860489"/>
                <a:gd name="connsiteY3" fmla="*/ 3182776 h 3182776"/>
                <a:gd name="connsiteX0" fmla="*/ 860489 w 860489"/>
                <a:gd name="connsiteY0" fmla="*/ 0 h 3182776"/>
                <a:gd name="connsiteX1" fmla="*/ 793426 w 860489"/>
                <a:gd name="connsiteY1" fmla="*/ 2378140 h 3182776"/>
                <a:gd name="connsiteX2" fmla="*/ 664158 w 860489"/>
                <a:gd name="connsiteY2" fmla="*/ 3043011 h 3182776"/>
                <a:gd name="connsiteX3" fmla="*/ 0 w 860489"/>
                <a:gd name="connsiteY3" fmla="*/ 3182776 h 3182776"/>
                <a:gd name="connsiteX0" fmla="*/ 860489 w 860489"/>
                <a:gd name="connsiteY0" fmla="*/ 0 h 3182776"/>
                <a:gd name="connsiteX1" fmla="*/ 793426 w 860489"/>
                <a:gd name="connsiteY1" fmla="*/ 2378140 h 3182776"/>
                <a:gd name="connsiteX2" fmla="*/ 664158 w 860489"/>
                <a:gd name="connsiteY2" fmla="*/ 3043011 h 3182776"/>
                <a:gd name="connsiteX3" fmla="*/ 0 w 860489"/>
                <a:gd name="connsiteY3" fmla="*/ 3182776 h 3182776"/>
                <a:gd name="connsiteX0" fmla="*/ 860489 w 860489"/>
                <a:gd name="connsiteY0" fmla="*/ 0 h 3186401"/>
                <a:gd name="connsiteX1" fmla="*/ 793426 w 860489"/>
                <a:gd name="connsiteY1" fmla="*/ 2378140 h 3186401"/>
                <a:gd name="connsiteX2" fmla="*/ 664158 w 860489"/>
                <a:gd name="connsiteY2" fmla="*/ 3043011 h 3186401"/>
                <a:gd name="connsiteX3" fmla="*/ 0 w 860489"/>
                <a:gd name="connsiteY3" fmla="*/ 3182776 h 3186401"/>
                <a:gd name="connsiteX0" fmla="*/ 860489 w 860489"/>
                <a:gd name="connsiteY0" fmla="*/ 0 h 3188070"/>
                <a:gd name="connsiteX1" fmla="*/ 793426 w 860489"/>
                <a:gd name="connsiteY1" fmla="*/ 2378140 h 3188070"/>
                <a:gd name="connsiteX2" fmla="*/ 664158 w 860489"/>
                <a:gd name="connsiteY2" fmla="*/ 3043011 h 3188070"/>
                <a:gd name="connsiteX3" fmla="*/ 0 w 860489"/>
                <a:gd name="connsiteY3" fmla="*/ 3182776 h 3188070"/>
                <a:gd name="connsiteX0" fmla="*/ 860489 w 860489"/>
                <a:gd name="connsiteY0" fmla="*/ 0 h 3182776"/>
                <a:gd name="connsiteX1" fmla="*/ 793426 w 860489"/>
                <a:gd name="connsiteY1" fmla="*/ 2378140 h 3182776"/>
                <a:gd name="connsiteX2" fmla="*/ 676858 w 860489"/>
                <a:gd name="connsiteY2" fmla="*/ 2998561 h 3182776"/>
                <a:gd name="connsiteX3" fmla="*/ 0 w 860489"/>
                <a:gd name="connsiteY3" fmla="*/ 3182776 h 3182776"/>
                <a:gd name="connsiteX0" fmla="*/ 860489 w 860489"/>
                <a:gd name="connsiteY0" fmla="*/ 0 h 3192503"/>
                <a:gd name="connsiteX1" fmla="*/ 793426 w 860489"/>
                <a:gd name="connsiteY1" fmla="*/ 2378140 h 3192503"/>
                <a:gd name="connsiteX2" fmla="*/ 676858 w 860489"/>
                <a:gd name="connsiteY2" fmla="*/ 2998561 h 3192503"/>
                <a:gd name="connsiteX3" fmla="*/ 0 w 860489"/>
                <a:gd name="connsiteY3" fmla="*/ 3182776 h 3192503"/>
                <a:gd name="connsiteX0" fmla="*/ 860489 w 860489"/>
                <a:gd name="connsiteY0" fmla="*/ 0 h 3182981"/>
                <a:gd name="connsiteX1" fmla="*/ 793426 w 860489"/>
                <a:gd name="connsiteY1" fmla="*/ 2378140 h 3182981"/>
                <a:gd name="connsiteX2" fmla="*/ 676858 w 860489"/>
                <a:gd name="connsiteY2" fmla="*/ 2998561 h 3182981"/>
                <a:gd name="connsiteX3" fmla="*/ 0 w 860489"/>
                <a:gd name="connsiteY3" fmla="*/ 3182776 h 3182981"/>
                <a:gd name="connsiteX0" fmla="*/ 860489 w 860489"/>
                <a:gd name="connsiteY0" fmla="*/ 0 h 3182981"/>
                <a:gd name="connsiteX1" fmla="*/ 793426 w 860489"/>
                <a:gd name="connsiteY1" fmla="*/ 2378140 h 3182981"/>
                <a:gd name="connsiteX2" fmla="*/ 676858 w 860489"/>
                <a:gd name="connsiteY2" fmla="*/ 2998561 h 3182981"/>
                <a:gd name="connsiteX3" fmla="*/ 0 w 860489"/>
                <a:gd name="connsiteY3" fmla="*/ 3182776 h 3182981"/>
                <a:gd name="connsiteX0" fmla="*/ 892239 w 892239"/>
                <a:gd name="connsiteY0" fmla="*/ 0 h 3160756"/>
                <a:gd name="connsiteX1" fmla="*/ 793426 w 892239"/>
                <a:gd name="connsiteY1" fmla="*/ 2355915 h 3160756"/>
                <a:gd name="connsiteX2" fmla="*/ 676858 w 892239"/>
                <a:gd name="connsiteY2" fmla="*/ 2976336 h 3160756"/>
                <a:gd name="connsiteX3" fmla="*/ 0 w 892239"/>
                <a:gd name="connsiteY3" fmla="*/ 3160551 h 3160756"/>
                <a:gd name="connsiteX0" fmla="*/ 892239 w 892239"/>
                <a:gd name="connsiteY0" fmla="*/ 0 h 3160756"/>
                <a:gd name="connsiteX1" fmla="*/ 793426 w 892239"/>
                <a:gd name="connsiteY1" fmla="*/ 2355915 h 3160756"/>
                <a:gd name="connsiteX2" fmla="*/ 676858 w 892239"/>
                <a:gd name="connsiteY2" fmla="*/ 2976336 h 3160756"/>
                <a:gd name="connsiteX3" fmla="*/ 0 w 892239"/>
                <a:gd name="connsiteY3" fmla="*/ 3160551 h 31607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92239" h="3160756">
                  <a:moveTo>
                    <a:pt x="892239" y="0"/>
                  </a:moveTo>
                  <a:cubicBezTo>
                    <a:pt x="857076" y="951096"/>
                    <a:pt x="829323" y="1859859"/>
                    <a:pt x="793426" y="2355915"/>
                  </a:cubicBezTo>
                  <a:cubicBezTo>
                    <a:pt x="757529" y="2851971"/>
                    <a:pt x="751946" y="2746980"/>
                    <a:pt x="676858" y="2976336"/>
                  </a:cubicBezTo>
                  <a:cubicBezTo>
                    <a:pt x="601770" y="3205692"/>
                    <a:pt x="160327" y="3152732"/>
                    <a:pt x="0" y="3160551"/>
                  </a:cubicBezTo>
                </a:path>
              </a:pathLst>
            </a:custGeom>
            <a:ln>
              <a:solidFill>
                <a:schemeClr val="accent3">
                  <a:lumMod val="75000"/>
                </a:schemeClr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cxnSp>
          <p:nvCxnSpPr>
            <p:cNvPr id="40" name="Straight Connector 39">
              <a:extLst>
                <a:ext uri="{FF2B5EF4-FFF2-40B4-BE49-F238E27FC236}">
                  <a16:creationId xmlns:a16="http://schemas.microsoft.com/office/drawing/2014/main" id="{4FD05EC6-A68B-5849-8856-938B7C45AE89}"/>
                </a:ext>
              </a:extLst>
            </p:cNvPr>
            <p:cNvCxnSpPr/>
            <p:nvPr/>
          </p:nvCxnSpPr>
          <p:spPr>
            <a:xfrm>
              <a:off x="6296864" y="4404648"/>
              <a:ext cx="2774587" cy="0"/>
            </a:xfrm>
            <a:prstGeom prst="line">
              <a:avLst/>
            </a:prstGeom>
            <a:ln w="12700">
              <a:solidFill>
                <a:schemeClr val="tx1"/>
              </a:solidFill>
              <a:prstDash val="dash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53" name="Group 52">
              <a:extLst>
                <a:ext uri="{FF2B5EF4-FFF2-40B4-BE49-F238E27FC236}">
                  <a16:creationId xmlns:a16="http://schemas.microsoft.com/office/drawing/2014/main" id="{652EAE58-A2EB-554B-B3B8-3454BFE59DEC}"/>
                </a:ext>
              </a:extLst>
            </p:cNvPr>
            <p:cNvGrpSpPr/>
            <p:nvPr/>
          </p:nvGrpSpPr>
          <p:grpSpPr>
            <a:xfrm>
              <a:off x="6350326" y="4445306"/>
              <a:ext cx="795772" cy="900465"/>
              <a:chOff x="1257299" y="2448186"/>
              <a:chExt cx="919846" cy="1571364"/>
            </a:xfrm>
          </p:grpSpPr>
          <p:cxnSp>
            <p:nvCxnSpPr>
              <p:cNvPr id="55" name="Straight Connector 54">
                <a:extLst>
                  <a:ext uri="{FF2B5EF4-FFF2-40B4-BE49-F238E27FC236}">
                    <a16:creationId xmlns:a16="http://schemas.microsoft.com/office/drawing/2014/main" id="{2DF299DC-3781-6341-8E4F-B2C15D6BF7C2}"/>
                  </a:ext>
                </a:extLst>
              </p:cNvPr>
              <p:cNvCxnSpPr/>
              <p:nvPr/>
            </p:nvCxnSpPr>
            <p:spPr>
              <a:xfrm flipH="1">
                <a:off x="1294561" y="2448186"/>
                <a:ext cx="882584" cy="1571364"/>
              </a:xfrm>
              <a:prstGeom prst="line">
                <a:avLst/>
              </a:prstGeom>
              <a:ln w="25400">
                <a:solidFill>
                  <a:srgbClr val="C00000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56" name="Freeform 55">
                <a:extLst>
                  <a:ext uri="{FF2B5EF4-FFF2-40B4-BE49-F238E27FC236}">
                    <a16:creationId xmlns:a16="http://schemas.microsoft.com/office/drawing/2014/main" id="{A529C10A-08D6-9A4C-9568-A25D96C81B35}"/>
                  </a:ext>
                </a:extLst>
              </p:cNvPr>
              <p:cNvSpPr/>
              <p:nvPr/>
            </p:nvSpPr>
            <p:spPr>
              <a:xfrm>
                <a:off x="1257299" y="2450273"/>
                <a:ext cx="854076" cy="1562928"/>
              </a:xfrm>
              <a:custGeom>
                <a:avLst/>
                <a:gdLst>
                  <a:gd name="connsiteX0" fmla="*/ 1064381 w 1064381"/>
                  <a:gd name="connsiteY0" fmla="*/ 0 h 2044095"/>
                  <a:gd name="connsiteX1" fmla="*/ 0 w 1064381"/>
                  <a:gd name="connsiteY1" fmla="*/ 2044095 h 2044095"/>
                  <a:gd name="connsiteX0" fmla="*/ 1064381 w 1064381"/>
                  <a:gd name="connsiteY0" fmla="*/ 0 h 2044095"/>
                  <a:gd name="connsiteX1" fmla="*/ 0 w 1064381"/>
                  <a:gd name="connsiteY1" fmla="*/ 2044095 h 2044095"/>
                  <a:gd name="connsiteX0" fmla="*/ 1064381 w 1064381"/>
                  <a:gd name="connsiteY0" fmla="*/ 0 h 2044095"/>
                  <a:gd name="connsiteX1" fmla="*/ 0 w 1064381"/>
                  <a:gd name="connsiteY1" fmla="*/ 2044095 h 2044095"/>
                  <a:gd name="connsiteX0" fmla="*/ 1064381 w 1064381"/>
                  <a:gd name="connsiteY0" fmla="*/ 0 h 2044095"/>
                  <a:gd name="connsiteX1" fmla="*/ 0 w 1064381"/>
                  <a:gd name="connsiteY1" fmla="*/ 2044095 h 2044095"/>
                  <a:gd name="connsiteX0" fmla="*/ 1147562 w 1147562"/>
                  <a:gd name="connsiteY0" fmla="*/ 0 h 2129575"/>
                  <a:gd name="connsiteX1" fmla="*/ 0 w 1147562"/>
                  <a:gd name="connsiteY1" fmla="*/ 2129575 h 2129575"/>
                  <a:gd name="connsiteX0" fmla="*/ 1147562 w 1147562"/>
                  <a:gd name="connsiteY0" fmla="*/ 0 h 2129575"/>
                  <a:gd name="connsiteX1" fmla="*/ 0 w 1147562"/>
                  <a:gd name="connsiteY1" fmla="*/ 2129575 h 2129575"/>
                  <a:gd name="connsiteX0" fmla="*/ 1147562 w 1147562"/>
                  <a:gd name="connsiteY0" fmla="*/ 0 h 2129575"/>
                  <a:gd name="connsiteX1" fmla="*/ 0 w 1147562"/>
                  <a:gd name="connsiteY1" fmla="*/ 2129575 h 2129575"/>
                  <a:gd name="connsiteX0" fmla="*/ 1147562 w 1147562"/>
                  <a:gd name="connsiteY0" fmla="*/ 0 h 2129575"/>
                  <a:gd name="connsiteX1" fmla="*/ 0 w 1147562"/>
                  <a:gd name="connsiteY1" fmla="*/ 2129575 h 2129575"/>
                  <a:gd name="connsiteX0" fmla="*/ 1147562 w 1147562"/>
                  <a:gd name="connsiteY0" fmla="*/ 0 h 2129575"/>
                  <a:gd name="connsiteX1" fmla="*/ 0 w 1147562"/>
                  <a:gd name="connsiteY1" fmla="*/ 2129575 h 2129575"/>
                  <a:gd name="connsiteX0" fmla="*/ 1147562 w 1147562"/>
                  <a:gd name="connsiteY0" fmla="*/ 0 h 2129575"/>
                  <a:gd name="connsiteX1" fmla="*/ 0 w 1147562"/>
                  <a:gd name="connsiteY1" fmla="*/ 2129575 h 2129575"/>
                  <a:gd name="connsiteX0" fmla="*/ 1147562 w 1147562"/>
                  <a:gd name="connsiteY0" fmla="*/ 0 h 2129575"/>
                  <a:gd name="connsiteX1" fmla="*/ 0 w 1147562"/>
                  <a:gd name="connsiteY1" fmla="*/ 2129575 h 2129575"/>
                  <a:gd name="connsiteX0" fmla="*/ 1147562 w 1147562"/>
                  <a:gd name="connsiteY0" fmla="*/ 0 h 2103931"/>
                  <a:gd name="connsiteX1" fmla="*/ 0 w 1147562"/>
                  <a:gd name="connsiteY1" fmla="*/ 2103931 h 210393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1147562" h="2103931">
                    <a:moveTo>
                      <a:pt x="1147562" y="0"/>
                    </a:moveTo>
                    <a:cubicBezTo>
                      <a:pt x="-38197" y="56892"/>
                      <a:pt x="50361" y="547727"/>
                      <a:pt x="0" y="2103931"/>
                    </a:cubicBezTo>
                  </a:path>
                </a:pathLst>
              </a:custGeom>
              <a:ln w="25400">
                <a:solidFill>
                  <a:srgbClr val="0000A3"/>
                </a:solidFill>
                <a:prstDash val="dash"/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  <p:grpSp>
          <p:nvGrpSpPr>
            <p:cNvPr id="57" name="Group 56">
              <a:extLst>
                <a:ext uri="{FF2B5EF4-FFF2-40B4-BE49-F238E27FC236}">
                  <a16:creationId xmlns:a16="http://schemas.microsoft.com/office/drawing/2014/main" id="{DD4080B1-FADE-D842-AD17-92CA8673682C}"/>
                </a:ext>
              </a:extLst>
            </p:cNvPr>
            <p:cNvGrpSpPr/>
            <p:nvPr/>
          </p:nvGrpSpPr>
          <p:grpSpPr>
            <a:xfrm>
              <a:off x="7112500" y="4441667"/>
              <a:ext cx="795772" cy="900465"/>
              <a:chOff x="1257299" y="2448186"/>
              <a:chExt cx="919846" cy="1571364"/>
            </a:xfrm>
          </p:grpSpPr>
          <p:cxnSp>
            <p:nvCxnSpPr>
              <p:cNvPr id="58" name="Straight Connector 57">
                <a:extLst>
                  <a:ext uri="{FF2B5EF4-FFF2-40B4-BE49-F238E27FC236}">
                    <a16:creationId xmlns:a16="http://schemas.microsoft.com/office/drawing/2014/main" id="{E69763F8-75EA-0E4A-853F-08C23DD4122F}"/>
                  </a:ext>
                </a:extLst>
              </p:cNvPr>
              <p:cNvCxnSpPr/>
              <p:nvPr/>
            </p:nvCxnSpPr>
            <p:spPr>
              <a:xfrm flipH="1">
                <a:off x="1294561" y="2448186"/>
                <a:ext cx="882584" cy="1571364"/>
              </a:xfrm>
              <a:prstGeom prst="line">
                <a:avLst/>
              </a:prstGeom>
              <a:ln w="25400">
                <a:solidFill>
                  <a:srgbClr val="C00000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60" name="Freeform 59">
                <a:extLst>
                  <a:ext uri="{FF2B5EF4-FFF2-40B4-BE49-F238E27FC236}">
                    <a16:creationId xmlns:a16="http://schemas.microsoft.com/office/drawing/2014/main" id="{35886E94-53B2-7946-B709-218428F049FE}"/>
                  </a:ext>
                </a:extLst>
              </p:cNvPr>
              <p:cNvSpPr/>
              <p:nvPr/>
            </p:nvSpPr>
            <p:spPr>
              <a:xfrm>
                <a:off x="1257299" y="2450273"/>
                <a:ext cx="854076" cy="1562928"/>
              </a:xfrm>
              <a:custGeom>
                <a:avLst/>
                <a:gdLst>
                  <a:gd name="connsiteX0" fmla="*/ 1064381 w 1064381"/>
                  <a:gd name="connsiteY0" fmla="*/ 0 h 2044095"/>
                  <a:gd name="connsiteX1" fmla="*/ 0 w 1064381"/>
                  <a:gd name="connsiteY1" fmla="*/ 2044095 h 2044095"/>
                  <a:gd name="connsiteX0" fmla="*/ 1064381 w 1064381"/>
                  <a:gd name="connsiteY0" fmla="*/ 0 h 2044095"/>
                  <a:gd name="connsiteX1" fmla="*/ 0 w 1064381"/>
                  <a:gd name="connsiteY1" fmla="*/ 2044095 h 2044095"/>
                  <a:gd name="connsiteX0" fmla="*/ 1064381 w 1064381"/>
                  <a:gd name="connsiteY0" fmla="*/ 0 h 2044095"/>
                  <a:gd name="connsiteX1" fmla="*/ 0 w 1064381"/>
                  <a:gd name="connsiteY1" fmla="*/ 2044095 h 2044095"/>
                  <a:gd name="connsiteX0" fmla="*/ 1064381 w 1064381"/>
                  <a:gd name="connsiteY0" fmla="*/ 0 h 2044095"/>
                  <a:gd name="connsiteX1" fmla="*/ 0 w 1064381"/>
                  <a:gd name="connsiteY1" fmla="*/ 2044095 h 2044095"/>
                  <a:gd name="connsiteX0" fmla="*/ 1147562 w 1147562"/>
                  <a:gd name="connsiteY0" fmla="*/ 0 h 2129575"/>
                  <a:gd name="connsiteX1" fmla="*/ 0 w 1147562"/>
                  <a:gd name="connsiteY1" fmla="*/ 2129575 h 2129575"/>
                  <a:gd name="connsiteX0" fmla="*/ 1147562 w 1147562"/>
                  <a:gd name="connsiteY0" fmla="*/ 0 h 2129575"/>
                  <a:gd name="connsiteX1" fmla="*/ 0 w 1147562"/>
                  <a:gd name="connsiteY1" fmla="*/ 2129575 h 2129575"/>
                  <a:gd name="connsiteX0" fmla="*/ 1147562 w 1147562"/>
                  <a:gd name="connsiteY0" fmla="*/ 0 h 2129575"/>
                  <a:gd name="connsiteX1" fmla="*/ 0 w 1147562"/>
                  <a:gd name="connsiteY1" fmla="*/ 2129575 h 2129575"/>
                  <a:gd name="connsiteX0" fmla="*/ 1147562 w 1147562"/>
                  <a:gd name="connsiteY0" fmla="*/ 0 h 2129575"/>
                  <a:gd name="connsiteX1" fmla="*/ 0 w 1147562"/>
                  <a:gd name="connsiteY1" fmla="*/ 2129575 h 2129575"/>
                  <a:gd name="connsiteX0" fmla="*/ 1147562 w 1147562"/>
                  <a:gd name="connsiteY0" fmla="*/ 0 h 2129575"/>
                  <a:gd name="connsiteX1" fmla="*/ 0 w 1147562"/>
                  <a:gd name="connsiteY1" fmla="*/ 2129575 h 2129575"/>
                  <a:gd name="connsiteX0" fmla="*/ 1147562 w 1147562"/>
                  <a:gd name="connsiteY0" fmla="*/ 0 h 2129575"/>
                  <a:gd name="connsiteX1" fmla="*/ 0 w 1147562"/>
                  <a:gd name="connsiteY1" fmla="*/ 2129575 h 2129575"/>
                  <a:gd name="connsiteX0" fmla="*/ 1147562 w 1147562"/>
                  <a:gd name="connsiteY0" fmla="*/ 0 h 2129575"/>
                  <a:gd name="connsiteX1" fmla="*/ 0 w 1147562"/>
                  <a:gd name="connsiteY1" fmla="*/ 2129575 h 2129575"/>
                  <a:gd name="connsiteX0" fmla="*/ 1147562 w 1147562"/>
                  <a:gd name="connsiteY0" fmla="*/ 0 h 2103931"/>
                  <a:gd name="connsiteX1" fmla="*/ 0 w 1147562"/>
                  <a:gd name="connsiteY1" fmla="*/ 2103931 h 210393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1147562" h="2103931">
                    <a:moveTo>
                      <a:pt x="1147562" y="0"/>
                    </a:moveTo>
                    <a:cubicBezTo>
                      <a:pt x="-38197" y="56892"/>
                      <a:pt x="50361" y="547727"/>
                      <a:pt x="0" y="2103931"/>
                    </a:cubicBezTo>
                  </a:path>
                </a:pathLst>
              </a:custGeom>
              <a:ln w="25400">
                <a:solidFill>
                  <a:srgbClr val="0000A3"/>
                </a:solidFill>
                <a:prstDash val="dash"/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  <p:grpSp>
          <p:nvGrpSpPr>
            <p:cNvPr id="63" name="Group 62">
              <a:extLst>
                <a:ext uri="{FF2B5EF4-FFF2-40B4-BE49-F238E27FC236}">
                  <a16:creationId xmlns:a16="http://schemas.microsoft.com/office/drawing/2014/main" id="{0F7884A7-F440-334D-B642-94893B5E3BD9}"/>
                </a:ext>
              </a:extLst>
            </p:cNvPr>
            <p:cNvGrpSpPr/>
            <p:nvPr/>
          </p:nvGrpSpPr>
          <p:grpSpPr>
            <a:xfrm>
              <a:off x="7915954" y="4439699"/>
              <a:ext cx="795772" cy="900465"/>
              <a:chOff x="1257299" y="2448186"/>
              <a:chExt cx="919846" cy="1571364"/>
            </a:xfrm>
          </p:grpSpPr>
          <p:cxnSp>
            <p:nvCxnSpPr>
              <p:cNvPr id="64" name="Straight Connector 63">
                <a:extLst>
                  <a:ext uri="{FF2B5EF4-FFF2-40B4-BE49-F238E27FC236}">
                    <a16:creationId xmlns:a16="http://schemas.microsoft.com/office/drawing/2014/main" id="{DBAB8346-F851-4A4A-94B7-DB13B78B3A1D}"/>
                  </a:ext>
                </a:extLst>
              </p:cNvPr>
              <p:cNvCxnSpPr/>
              <p:nvPr/>
            </p:nvCxnSpPr>
            <p:spPr>
              <a:xfrm flipH="1">
                <a:off x="1294561" y="2448186"/>
                <a:ext cx="882584" cy="1571364"/>
              </a:xfrm>
              <a:prstGeom prst="line">
                <a:avLst/>
              </a:prstGeom>
              <a:ln w="25400">
                <a:solidFill>
                  <a:srgbClr val="C00000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65" name="Freeform 64">
                <a:extLst>
                  <a:ext uri="{FF2B5EF4-FFF2-40B4-BE49-F238E27FC236}">
                    <a16:creationId xmlns:a16="http://schemas.microsoft.com/office/drawing/2014/main" id="{5DE2B57B-8EF4-444E-B851-4E3DDA763568}"/>
                  </a:ext>
                </a:extLst>
              </p:cNvPr>
              <p:cNvSpPr/>
              <p:nvPr/>
            </p:nvSpPr>
            <p:spPr>
              <a:xfrm>
                <a:off x="1257299" y="2450273"/>
                <a:ext cx="854076" cy="1562928"/>
              </a:xfrm>
              <a:custGeom>
                <a:avLst/>
                <a:gdLst>
                  <a:gd name="connsiteX0" fmla="*/ 1064381 w 1064381"/>
                  <a:gd name="connsiteY0" fmla="*/ 0 h 2044095"/>
                  <a:gd name="connsiteX1" fmla="*/ 0 w 1064381"/>
                  <a:gd name="connsiteY1" fmla="*/ 2044095 h 2044095"/>
                  <a:gd name="connsiteX0" fmla="*/ 1064381 w 1064381"/>
                  <a:gd name="connsiteY0" fmla="*/ 0 h 2044095"/>
                  <a:gd name="connsiteX1" fmla="*/ 0 w 1064381"/>
                  <a:gd name="connsiteY1" fmla="*/ 2044095 h 2044095"/>
                  <a:gd name="connsiteX0" fmla="*/ 1064381 w 1064381"/>
                  <a:gd name="connsiteY0" fmla="*/ 0 h 2044095"/>
                  <a:gd name="connsiteX1" fmla="*/ 0 w 1064381"/>
                  <a:gd name="connsiteY1" fmla="*/ 2044095 h 2044095"/>
                  <a:gd name="connsiteX0" fmla="*/ 1064381 w 1064381"/>
                  <a:gd name="connsiteY0" fmla="*/ 0 h 2044095"/>
                  <a:gd name="connsiteX1" fmla="*/ 0 w 1064381"/>
                  <a:gd name="connsiteY1" fmla="*/ 2044095 h 2044095"/>
                  <a:gd name="connsiteX0" fmla="*/ 1147562 w 1147562"/>
                  <a:gd name="connsiteY0" fmla="*/ 0 h 2129575"/>
                  <a:gd name="connsiteX1" fmla="*/ 0 w 1147562"/>
                  <a:gd name="connsiteY1" fmla="*/ 2129575 h 2129575"/>
                  <a:gd name="connsiteX0" fmla="*/ 1147562 w 1147562"/>
                  <a:gd name="connsiteY0" fmla="*/ 0 h 2129575"/>
                  <a:gd name="connsiteX1" fmla="*/ 0 w 1147562"/>
                  <a:gd name="connsiteY1" fmla="*/ 2129575 h 2129575"/>
                  <a:gd name="connsiteX0" fmla="*/ 1147562 w 1147562"/>
                  <a:gd name="connsiteY0" fmla="*/ 0 h 2129575"/>
                  <a:gd name="connsiteX1" fmla="*/ 0 w 1147562"/>
                  <a:gd name="connsiteY1" fmla="*/ 2129575 h 2129575"/>
                  <a:gd name="connsiteX0" fmla="*/ 1147562 w 1147562"/>
                  <a:gd name="connsiteY0" fmla="*/ 0 h 2129575"/>
                  <a:gd name="connsiteX1" fmla="*/ 0 w 1147562"/>
                  <a:gd name="connsiteY1" fmla="*/ 2129575 h 2129575"/>
                  <a:gd name="connsiteX0" fmla="*/ 1147562 w 1147562"/>
                  <a:gd name="connsiteY0" fmla="*/ 0 h 2129575"/>
                  <a:gd name="connsiteX1" fmla="*/ 0 w 1147562"/>
                  <a:gd name="connsiteY1" fmla="*/ 2129575 h 2129575"/>
                  <a:gd name="connsiteX0" fmla="*/ 1147562 w 1147562"/>
                  <a:gd name="connsiteY0" fmla="*/ 0 h 2129575"/>
                  <a:gd name="connsiteX1" fmla="*/ 0 w 1147562"/>
                  <a:gd name="connsiteY1" fmla="*/ 2129575 h 2129575"/>
                  <a:gd name="connsiteX0" fmla="*/ 1147562 w 1147562"/>
                  <a:gd name="connsiteY0" fmla="*/ 0 h 2129575"/>
                  <a:gd name="connsiteX1" fmla="*/ 0 w 1147562"/>
                  <a:gd name="connsiteY1" fmla="*/ 2129575 h 2129575"/>
                  <a:gd name="connsiteX0" fmla="*/ 1147562 w 1147562"/>
                  <a:gd name="connsiteY0" fmla="*/ 0 h 2103931"/>
                  <a:gd name="connsiteX1" fmla="*/ 0 w 1147562"/>
                  <a:gd name="connsiteY1" fmla="*/ 2103931 h 210393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1147562" h="2103931">
                    <a:moveTo>
                      <a:pt x="1147562" y="0"/>
                    </a:moveTo>
                    <a:cubicBezTo>
                      <a:pt x="-38197" y="56892"/>
                      <a:pt x="50361" y="547727"/>
                      <a:pt x="0" y="2103931"/>
                    </a:cubicBezTo>
                  </a:path>
                </a:pathLst>
              </a:custGeom>
              <a:ln w="25400">
                <a:solidFill>
                  <a:srgbClr val="0000A3"/>
                </a:solidFill>
                <a:prstDash val="dash"/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  <p:grpSp>
          <p:nvGrpSpPr>
            <p:cNvPr id="66" name="Group 65">
              <a:extLst>
                <a:ext uri="{FF2B5EF4-FFF2-40B4-BE49-F238E27FC236}">
                  <a16:creationId xmlns:a16="http://schemas.microsoft.com/office/drawing/2014/main" id="{360233D6-13BE-BE49-A1A4-3A07A4A60704}"/>
                </a:ext>
              </a:extLst>
            </p:cNvPr>
            <p:cNvGrpSpPr/>
            <p:nvPr/>
          </p:nvGrpSpPr>
          <p:grpSpPr>
            <a:xfrm>
              <a:off x="8750371" y="4432898"/>
              <a:ext cx="795772" cy="900465"/>
              <a:chOff x="1257299" y="2448186"/>
              <a:chExt cx="919846" cy="1571364"/>
            </a:xfrm>
          </p:grpSpPr>
          <p:cxnSp>
            <p:nvCxnSpPr>
              <p:cNvPr id="67" name="Straight Connector 66">
                <a:extLst>
                  <a:ext uri="{FF2B5EF4-FFF2-40B4-BE49-F238E27FC236}">
                    <a16:creationId xmlns:a16="http://schemas.microsoft.com/office/drawing/2014/main" id="{7592834D-6AF8-EC4B-A694-A322F44A9728}"/>
                  </a:ext>
                </a:extLst>
              </p:cNvPr>
              <p:cNvCxnSpPr/>
              <p:nvPr/>
            </p:nvCxnSpPr>
            <p:spPr>
              <a:xfrm flipH="1">
                <a:off x="1294561" y="2448186"/>
                <a:ext cx="882584" cy="1571364"/>
              </a:xfrm>
              <a:prstGeom prst="line">
                <a:avLst/>
              </a:prstGeom>
              <a:ln w="25400">
                <a:solidFill>
                  <a:srgbClr val="C00000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68" name="Freeform 67">
                <a:extLst>
                  <a:ext uri="{FF2B5EF4-FFF2-40B4-BE49-F238E27FC236}">
                    <a16:creationId xmlns:a16="http://schemas.microsoft.com/office/drawing/2014/main" id="{DC312EC2-306B-AB46-9E55-8D70D2C647CA}"/>
                  </a:ext>
                </a:extLst>
              </p:cNvPr>
              <p:cNvSpPr/>
              <p:nvPr/>
            </p:nvSpPr>
            <p:spPr>
              <a:xfrm>
                <a:off x="1257299" y="2450273"/>
                <a:ext cx="854076" cy="1562928"/>
              </a:xfrm>
              <a:custGeom>
                <a:avLst/>
                <a:gdLst>
                  <a:gd name="connsiteX0" fmla="*/ 1064381 w 1064381"/>
                  <a:gd name="connsiteY0" fmla="*/ 0 h 2044095"/>
                  <a:gd name="connsiteX1" fmla="*/ 0 w 1064381"/>
                  <a:gd name="connsiteY1" fmla="*/ 2044095 h 2044095"/>
                  <a:gd name="connsiteX0" fmla="*/ 1064381 w 1064381"/>
                  <a:gd name="connsiteY0" fmla="*/ 0 h 2044095"/>
                  <a:gd name="connsiteX1" fmla="*/ 0 w 1064381"/>
                  <a:gd name="connsiteY1" fmla="*/ 2044095 h 2044095"/>
                  <a:gd name="connsiteX0" fmla="*/ 1064381 w 1064381"/>
                  <a:gd name="connsiteY0" fmla="*/ 0 h 2044095"/>
                  <a:gd name="connsiteX1" fmla="*/ 0 w 1064381"/>
                  <a:gd name="connsiteY1" fmla="*/ 2044095 h 2044095"/>
                  <a:gd name="connsiteX0" fmla="*/ 1064381 w 1064381"/>
                  <a:gd name="connsiteY0" fmla="*/ 0 h 2044095"/>
                  <a:gd name="connsiteX1" fmla="*/ 0 w 1064381"/>
                  <a:gd name="connsiteY1" fmla="*/ 2044095 h 2044095"/>
                  <a:gd name="connsiteX0" fmla="*/ 1147562 w 1147562"/>
                  <a:gd name="connsiteY0" fmla="*/ 0 h 2129575"/>
                  <a:gd name="connsiteX1" fmla="*/ 0 w 1147562"/>
                  <a:gd name="connsiteY1" fmla="*/ 2129575 h 2129575"/>
                  <a:gd name="connsiteX0" fmla="*/ 1147562 w 1147562"/>
                  <a:gd name="connsiteY0" fmla="*/ 0 h 2129575"/>
                  <a:gd name="connsiteX1" fmla="*/ 0 w 1147562"/>
                  <a:gd name="connsiteY1" fmla="*/ 2129575 h 2129575"/>
                  <a:gd name="connsiteX0" fmla="*/ 1147562 w 1147562"/>
                  <a:gd name="connsiteY0" fmla="*/ 0 h 2129575"/>
                  <a:gd name="connsiteX1" fmla="*/ 0 w 1147562"/>
                  <a:gd name="connsiteY1" fmla="*/ 2129575 h 2129575"/>
                  <a:gd name="connsiteX0" fmla="*/ 1147562 w 1147562"/>
                  <a:gd name="connsiteY0" fmla="*/ 0 h 2129575"/>
                  <a:gd name="connsiteX1" fmla="*/ 0 w 1147562"/>
                  <a:gd name="connsiteY1" fmla="*/ 2129575 h 2129575"/>
                  <a:gd name="connsiteX0" fmla="*/ 1147562 w 1147562"/>
                  <a:gd name="connsiteY0" fmla="*/ 0 h 2129575"/>
                  <a:gd name="connsiteX1" fmla="*/ 0 w 1147562"/>
                  <a:gd name="connsiteY1" fmla="*/ 2129575 h 2129575"/>
                  <a:gd name="connsiteX0" fmla="*/ 1147562 w 1147562"/>
                  <a:gd name="connsiteY0" fmla="*/ 0 h 2129575"/>
                  <a:gd name="connsiteX1" fmla="*/ 0 w 1147562"/>
                  <a:gd name="connsiteY1" fmla="*/ 2129575 h 2129575"/>
                  <a:gd name="connsiteX0" fmla="*/ 1147562 w 1147562"/>
                  <a:gd name="connsiteY0" fmla="*/ 0 h 2129575"/>
                  <a:gd name="connsiteX1" fmla="*/ 0 w 1147562"/>
                  <a:gd name="connsiteY1" fmla="*/ 2129575 h 2129575"/>
                  <a:gd name="connsiteX0" fmla="*/ 1147562 w 1147562"/>
                  <a:gd name="connsiteY0" fmla="*/ 0 h 2103931"/>
                  <a:gd name="connsiteX1" fmla="*/ 0 w 1147562"/>
                  <a:gd name="connsiteY1" fmla="*/ 2103931 h 210393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1147562" h="2103931">
                    <a:moveTo>
                      <a:pt x="1147562" y="0"/>
                    </a:moveTo>
                    <a:cubicBezTo>
                      <a:pt x="-38197" y="56892"/>
                      <a:pt x="50361" y="547727"/>
                      <a:pt x="0" y="2103931"/>
                    </a:cubicBezTo>
                  </a:path>
                </a:pathLst>
              </a:custGeom>
              <a:ln w="25400">
                <a:solidFill>
                  <a:srgbClr val="0000A3"/>
                </a:solidFill>
                <a:prstDash val="dash"/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  <p:grpSp>
          <p:nvGrpSpPr>
            <p:cNvPr id="69" name="Group 68">
              <a:extLst>
                <a:ext uri="{FF2B5EF4-FFF2-40B4-BE49-F238E27FC236}">
                  <a16:creationId xmlns:a16="http://schemas.microsoft.com/office/drawing/2014/main" id="{E51034EA-88C3-9948-BD04-CB0734C3B06B}"/>
                </a:ext>
              </a:extLst>
            </p:cNvPr>
            <p:cNvGrpSpPr/>
            <p:nvPr/>
          </p:nvGrpSpPr>
          <p:grpSpPr>
            <a:xfrm rot="10800000">
              <a:off x="9544542" y="3096950"/>
              <a:ext cx="1128132" cy="1337145"/>
              <a:chOff x="873118" y="2448184"/>
              <a:chExt cx="1304027" cy="2333396"/>
            </a:xfrm>
          </p:grpSpPr>
          <p:cxnSp>
            <p:nvCxnSpPr>
              <p:cNvPr id="70" name="Straight Connector 69">
                <a:extLst>
                  <a:ext uri="{FF2B5EF4-FFF2-40B4-BE49-F238E27FC236}">
                    <a16:creationId xmlns:a16="http://schemas.microsoft.com/office/drawing/2014/main" id="{45185064-8B1C-694D-B7B9-BC34AB781C04}"/>
                  </a:ext>
                </a:extLst>
              </p:cNvPr>
              <p:cNvCxnSpPr/>
              <p:nvPr/>
            </p:nvCxnSpPr>
            <p:spPr>
              <a:xfrm rot="10800000" flipV="1">
                <a:off x="873118" y="2448184"/>
                <a:ext cx="1304027" cy="2333396"/>
              </a:xfrm>
              <a:prstGeom prst="line">
                <a:avLst/>
              </a:prstGeom>
              <a:ln w="25400">
                <a:solidFill>
                  <a:srgbClr val="C00000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71" name="Freeform 70">
                <a:extLst>
                  <a:ext uri="{FF2B5EF4-FFF2-40B4-BE49-F238E27FC236}">
                    <a16:creationId xmlns:a16="http://schemas.microsoft.com/office/drawing/2014/main" id="{E1B54475-17A0-F34F-96E0-44994E90BFC9}"/>
                  </a:ext>
                </a:extLst>
              </p:cNvPr>
              <p:cNvSpPr/>
              <p:nvPr/>
            </p:nvSpPr>
            <p:spPr>
              <a:xfrm>
                <a:off x="1252647" y="2450273"/>
                <a:ext cx="858729" cy="1600620"/>
              </a:xfrm>
              <a:custGeom>
                <a:avLst/>
                <a:gdLst>
                  <a:gd name="connsiteX0" fmla="*/ 1064381 w 1064381"/>
                  <a:gd name="connsiteY0" fmla="*/ 0 h 2044095"/>
                  <a:gd name="connsiteX1" fmla="*/ 0 w 1064381"/>
                  <a:gd name="connsiteY1" fmla="*/ 2044095 h 2044095"/>
                  <a:gd name="connsiteX0" fmla="*/ 1064381 w 1064381"/>
                  <a:gd name="connsiteY0" fmla="*/ 0 h 2044095"/>
                  <a:gd name="connsiteX1" fmla="*/ 0 w 1064381"/>
                  <a:gd name="connsiteY1" fmla="*/ 2044095 h 2044095"/>
                  <a:gd name="connsiteX0" fmla="*/ 1064381 w 1064381"/>
                  <a:gd name="connsiteY0" fmla="*/ 0 h 2044095"/>
                  <a:gd name="connsiteX1" fmla="*/ 0 w 1064381"/>
                  <a:gd name="connsiteY1" fmla="*/ 2044095 h 2044095"/>
                  <a:gd name="connsiteX0" fmla="*/ 1064381 w 1064381"/>
                  <a:gd name="connsiteY0" fmla="*/ 0 h 2044095"/>
                  <a:gd name="connsiteX1" fmla="*/ 0 w 1064381"/>
                  <a:gd name="connsiteY1" fmla="*/ 2044095 h 2044095"/>
                  <a:gd name="connsiteX0" fmla="*/ 1147562 w 1147562"/>
                  <a:gd name="connsiteY0" fmla="*/ 0 h 2129575"/>
                  <a:gd name="connsiteX1" fmla="*/ 0 w 1147562"/>
                  <a:gd name="connsiteY1" fmla="*/ 2129575 h 2129575"/>
                  <a:gd name="connsiteX0" fmla="*/ 1147562 w 1147562"/>
                  <a:gd name="connsiteY0" fmla="*/ 0 h 2129575"/>
                  <a:gd name="connsiteX1" fmla="*/ 0 w 1147562"/>
                  <a:gd name="connsiteY1" fmla="*/ 2129575 h 2129575"/>
                  <a:gd name="connsiteX0" fmla="*/ 1147562 w 1147562"/>
                  <a:gd name="connsiteY0" fmla="*/ 0 h 2129575"/>
                  <a:gd name="connsiteX1" fmla="*/ 0 w 1147562"/>
                  <a:gd name="connsiteY1" fmla="*/ 2129575 h 2129575"/>
                  <a:gd name="connsiteX0" fmla="*/ 1147562 w 1147562"/>
                  <a:gd name="connsiteY0" fmla="*/ 0 h 2129575"/>
                  <a:gd name="connsiteX1" fmla="*/ 0 w 1147562"/>
                  <a:gd name="connsiteY1" fmla="*/ 2129575 h 2129575"/>
                  <a:gd name="connsiteX0" fmla="*/ 1147562 w 1147562"/>
                  <a:gd name="connsiteY0" fmla="*/ 0 h 2129575"/>
                  <a:gd name="connsiteX1" fmla="*/ 0 w 1147562"/>
                  <a:gd name="connsiteY1" fmla="*/ 2129575 h 2129575"/>
                  <a:gd name="connsiteX0" fmla="*/ 1147562 w 1147562"/>
                  <a:gd name="connsiteY0" fmla="*/ 0 h 2129575"/>
                  <a:gd name="connsiteX1" fmla="*/ 0 w 1147562"/>
                  <a:gd name="connsiteY1" fmla="*/ 2129575 h 2129575"/>
                  <a:gd name="connsiteX0" fmla="*/ 1147562 w 1147562"/>
                  <a:gd name="connsiteY0" fmla="*/ 0 h 2129575"/>
                  <a:gd name="connsiteX1" fmla="*/ 0 w 1147562"/>
                  <a:gd name="connsiteY1" fmla="*/ 2129575 h 2129575"/>
                  <a:gd name="connsiteX0" fmla="*/ 1147562 w 1147562"/>
                  <a:gd name="connsiteY0" fmla="*/ 0 h 2103931"/>
                  <a:gd name="connsiteX1" fmla="*/ 0 w 1147562"/>
                  <a:gd name="connsiteY1" fmla="*/ 2103931 h 2103931"/>
                  <a:gd name="connsiteX0" fmla="*/ 1153813 w 1153813"/>
                  <a:gd name="connsiteY0" fmla="*/ 0 h 2154669"/>
                  <a:gd name="connsiteX1" fmla="*/ 0 w 1153813"/>
                  <a:gd name="connsiteY1" fmla="*/ 2154669 h 215466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1153813" h="2154669">
                    <a:moveTo>
                      <a:pt x="1153813" y="0"/>
                    </a:moveTo>
                    <a:cubicBezTo>
                      <a:pt x="-31946" y="56892"/>
                      <a:pt x="50361" y="598465"/>
                      <a:pt x="0" y="2154669"/>
                    </a:cubicBezTo>
                  </a:path>
                </a:pathLst>
              </a:custGeom>
              <a:ln w="25400">
                <a:solidFill>
                  <a:srgbClr val="0000A3"/>
                </a:solidFill>
                <a:prstDash val="dash"/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  <p:cxnSp>
          <p:nvCxnSpPr>
            <p:cNvPr id="72" name="Straight Connector 71">
              <a:extLst>
                <a:ext uri="{FF2B5EF4-FFF2-40B4-BE49-F238E27FC236}">
                  <a16:creationId xmlns:a16="http://schemas.microsoft.com/office/drawing/2014/main" id="{1DFE095F-2D1A-1D4C-9A9A-C62873E0BA38}"/>
                </a:ext>
              </a:extLst>
            </p:cNvPr>
            <p:cNvCxnSpPr/>
            <p:nvPr/>
          </p:nvCxnSpPr>
          <p:spPr>
            <a:xfrm flipH="1">
              <a:off x="10340170" y="2893914"/>
              <a:ext cx="30503" cy="717091"/>
            </a:xfrm>
            <a:prstGeom prst="line">
              <a:avLst/>
            </a:prstGeom>
            <a:ln w="25400">
              <a:solidFill>
                <a:srgbClr val="0000A3"/>
              </a:solidFill>
              <a:prstDash val="dash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73" name="TextBox 72">
              <a:extLst>
                <a:ext uri="{FF2B5EF4-FFF2-40B4-BE49-F238E27FC236}">
                  <a16:creationId xmlns:a16="http://schemas.microsoft.com/office/drawing/2014/main" id="{44614631-1328-024A-AD9F-B0CFCCFC596B}"/>
                </a:ext>
              </a:extLst>
            </p:cNvPr>
            <p:cNvSpPr txBox="1"/>
            <p:nvPr/>
          </p:nvSpPr>
          <p:spPr>
            <a:xfrm>
              <a:off x="9881790" y="5941210"/>
              <a:ext cx="518091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time</a:t>
              </a:r>
              <a:endPara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75" name="TextBox 74">
              <a:extLst>
                <a:ext uri="{FF2B5EF4-FFF2-40B4-BE49-F238E27FC236}">
                  <a16:creationId xmlns:a16="http://schemas.microsoft.com/office/drawing/2014/main" id="{41BB1097-C057-5147-9BCD-E5C490AEDE69}"/>
                </a:ext>
              </a:extLst>
            </p:cNvPr>
            <p:cNvSpPr txBox="1"/>
            <p:nvPr/>
          </p:nvSpPr>
          <p:spPr>
            <a:xfrm>
              <a:off x="9472281" y="4611687"/>
              <a:ext cx="1272656" cy="93871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85000"/>
                </a:lnSpc>
                <a:spcBef>
                  <a:spcPts val="6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0" i="0" u="none" strike="noStrike" kern="1200" cap="none" spc="0" normalizeH="0" baseline="0" noProof="0" dirty="0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TCP Reno</a:t>
              </a:r>
              <a:endPara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  <a:p>
              <a:pPr marL="0" marR="0" lvl="0" indent="0" algn="l" defTabSz="914400" rtl="0" eaLnBrk="1" fontAlgn="auto" latinLnBrk="0" hangingPunct="1">
                <a:lnSpc>
                  <a:spcPct val="85000"/>
                </a:lnSpc>
                <a:spcBef>
                  <a:spcPts val="6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A3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TCP CUBIC</a:t>
              </a:r>
            </a:p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76" name="TextBox 75">
              <a:extLst>
                <a:ext uri="{FF2B5EF4-FFF2-40B4-BE49-F238E27FC236}">
                  <a16:creationId xmlns:a16="http://schemas.microsoft.com/office/drawing/2014/main" id="{E65F2412-0F58-C149-8867-B61A2C75E6EC}"/>
                </a:ext>
              </a:extLst>
            </p:cNvPr>
            <p:cNvSpPr txBox="1"/>
            <p:nvPr/>
          </p:nvSpPr>
          <p:spPr>
            <a:xfrm>
              <a:off x="5297976" y="4213131"/>
              <a:ext cx="549173" cy="28084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r" defTabSz="914400" rtl="0" eaLnBrk="1" fontAlgn="auto" latinLnBrk="0" hangingPunct="1">
                <a:lnSpc>
                  <a:spcPct val="85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W</a:t>
              </a:r>
              <a:r>
                <a:rPr kumimoji="0" lang="en-US" sz="1400" b="0" i="0" u="none" strike="noStrike" kern="1200" cap="none" spc="0" normalizeH="0" baseline="-2500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max</a:t>
              </a:r>
              <a:endParaRPr kumimoji="0" lang="en-US" sz="1600" b="0" i="0" u="none" strike="noStrike" kern="1200" cap="none" spc="0" normalizeH="0" baseline="-25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77" name="TextBox 76">
              <a:extLst>
                <a:ext uri="{FF2B5EF4-FFF2-40B4-BE49-F238E27FC236}">
                  <a16:creationId xmlns:a16="http://schemas.microsoft.com/office/drawing/2014/main" id="{17DBE2E0-494D-FA44-BFFB-683AF749D1D8}"/>
                </a:ext>
              </a:extLst>
            </p:cNvPr>
            <p:cNvSpPr txBox="1"/>
            <p:nvPr/>
          </p:nvSpPr>
          <p:spPr>
            <a:xfrm>
              <a:off x="6180953" y="6255332"/>
              <a:ext cx="312906" cy="28084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r" defTabSz="914400" rtl="0" eaLnBrk="1" fontAlgn="auto" latinLnBrk="0" hangingPunct="1">
                <a:lnSpc>
                  <a:spcPct val="85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t</a:t>
              </a:r>
              <a:r>
                <a:rPr kumimoji="0" lang="en-US" sz="1400" b="0" i="0" u="none" strike="noStrike" kern="1200" cap="none" spc="0" normalizeH="0" baseline="-2500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0</a:t>
              </a:r>
              <a:endParaRPr kumimoji="0" lang="en-US" sz="1600" b="0" i="0" u="none" strike="noStrike" kern="1200" cap="none" spc="0" normalizeH="0" baseline="-25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78" name="TextBox 77">
              <a:extLst>
                <a:ext uri="{FF2B5EF4-FFF2-40B4-BE49-F238E27FC236}">
                  <a16:creationId xmlns:a16="http://schemas.microsoft.com/office/drawing/2014/main" id="{3EF3C689-6B08-054B-A295-70385BDFB1E3}"/>
                </a:ext>
              </a:extLst>
            </p:cNvPr>
            <p:cNvSpPr txBox="1"/>
            <p:nvPr/>
          </p:nvSpPr>
          <p:spPr>
            <a:xfrm>
              <a:off x="6997088" y="6257827"/>
              <a:ext cx="305467" cy="28084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r" defTabSz="914400" rtl="0" eaLnBrk="1" fontAlgn="auto" latinLnBrk="0" hangingPunct="1">
                <a:lnSpc>
                  <a:spcPct val="85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t</a:t>
              </a:r>
              <a:r>
                <a:rPr kumimoji="0" lang="en-US" sz="1400" b="0" i="0" u="none" strike="noStrike" kern="1200" cap="none" spc="0" normalizeH="0" baseline="-2500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1 </a:t>
              </a:r>
              <a:endParaRPr kumimoji="0" lang="en-US" sz="1600" b="0" i="0" u="none" strike="noStrike" kern="1200" cap="none" spc="0" normalizeH="0" baseline="-25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79" name="TextBox 78">
              <a:extLst>
                <a:ext uri="{FF2B5EF4-FFF2-40B4-BE49-F238E27FC236}">
                  <a16:creationId xmlns:a16="http://schemas.microsoft.com/office/drawing/2014/main" id="{40A4823D-67A2-DF4C-BA75-8B64BC8EB2AA}"/>
                </a:ext>
              </a:extLst>
            </p:cNvPr>
            <p:cNvSpPr txBox="1"/>
            <p:nvPr/>
          </p:nvSpPr>
          <p:spPr>
            <a:xfrm>
              <a:off x="7796251" y="6257147"/>
              <a:ext cx="312906" cy="28084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r" defTabSz="914400" rtl="0" eaLnBrk="1" fontAlgn="auto" latinLnBrk="0" hangingPunct="1">
                <a:lnSpc>
                  <a:spcPct val="85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t</a:t>
              </a:r>
              <a:r>
                <a:rPr kumimoji="0" lang="en-US" sz="1400" b="0" i="0" u="none" strike="noStrike" kern="1200" cap="none" spc="0" normalizeH="0" baseline="-2500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2 </a:t>
              </a:r>
              <a:endParaRPr kumimoji="0" lang="en-US" sz="1600" b="0" i="0" u="none" strike="noStrike" kern="1200" cap="none" spc="0" normalizeH="0" baseline="-25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80" name="TextBox 79">
              <a:extLst>
                <a:ext uri="{FF2B5EF4-FFF2-40B4-BE49-F238E27FC236}">
                  <a16:creationId xmlns:a16="http://schemas.microsoft.com/office/drawing/2014/main" id="{D8730D84-4B2F-F440-A574-FDFAF6E53A48}"/>
                </a:ext>
              </a:extLst>
            </p:cNvPr>
            <p:cNvSpPr txBox="1"/>
            <p:nvPr/>
          </p:nvSpPr>
          <p:spPr>
            <a:xfrm>
              <a:off x="8625086" y="6256467"/>
              <a:ext cx="305467" cy="28084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r" defTabSz="914400" rtl="0" eaLnBrk="1" fontAlgn="auto" latinLnBrk="0" hangingPunct="1">
                <a:lnSpc>
                  <a:spcPct val="85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t</a:t>
              </a:r>
              <a:r>
                <a:rPr kumimoji="0" lang="en-US" sz="1400" b="0" i="0" u="none" strike="noStrike" kern="1200" cap="none" spc="0" normalizeH="0" baseline="-2500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3 </a:t>
              </a:r>
              <a:endParaRPr kumimoji="0" lang="en-US" sz="1600" b="0" i="0" u="none" strike="noStrike" kern="1200" cap="none" spc="0" normalizeH="0" baseline="-25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81" name="TextBox 80">
              <a:extLst>
                <a:ext uri="{FF2B5EF4-FFF2-40B4-BE49-F238E27FC236}">
                  <a16:creationId xmlns:a16="http://schemas.microsoft.com/office/drawing/2014/main" id="{F758EBF6-5D1E-8E42-BF23-8B6F286B1443}"/>
                </a:ext>
              </a:extLst>
            </p:cNvPr>
            <p:cNvSpPr txBox="1"/>
            <p:nvPr/>
          </p:nvSpPr>
          <p:spPr>
            <a:xfrm>
              <a:off x="9424249" y="6256467"/>
              <a:ext cx="312906" cy="28084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r" defTabSz="914400" rtl="0" eaLnBrk="1" fontAlgn="auto" latinLnBrk="0" hangingPunct="1">
                <a:lnSpc>
                  <a:spcPct val="85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t</a:t>
              </a:r>
              <a:r>
                <a:rPr kumimoji="0" lang="en-US" sz="1400" b="0" i="0" u="none" strike="noStrike" kern="1200" cap="none" spc="0" normalizeH="0" baseline="-2500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4 </a:t>
              </a:r>
              <a:endParaRPr kumimoji="0" lang="en-US" sz="1600" b="0" i="0" u="none" strike="noStrike" kern="1200" cap="none" spc="0" normalizeH="0" baseline="-25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sp>
        <p:nvSpPr>
          <p:cNvPr id="84" name="Rectangle 3">
            <a:extLst>
              <a:ext uri="{FF2B5EF4-FFF2-40B4-BE49-F238E27FC236}">
                <a16:creationId xmlns:a16="http://schemas.microsoft.com/office/drawing/2014/main" id="{38863743-CAFF-054A-AD43-DD61D083D1B0}"/>
              </a:ext>
            </a:extLst>
          </p:cNvPr>
          <p:cNvSpPr txBox="1">
            <a:spLocks noChangeArrowheads="1"/>
          </p:cNvSpPr>
          <p:nvPr/>
        </p:nvSpPr>
        <p:spPr>
          <a:xfrm>
            <a:off x="797674" y="3941197"/>
            <a:ext cx="3455844" cy="202419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60375" marR="0" lvl="0" indent="-295275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pitchFamily="2" charset="2"/>
              <a:buChar char="§"/>
              <a:tabLst/>
              <a:defRPr/>
            </a:pP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TCP CUBIC default in Linux, most popular TCP for popular Web servers</a:t>
            </a:r>
          </a:p>
          <a:p>
            <a:pPr marL="130175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pitchFamily="2" charset="2"/>
              <a:buNone/>
              <a:tabLst/>
              <a:defRPr/>
            </a:pPr>
            <a:endParaRPr kumimoji="0" lang="en-US" alt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41" name="Rectangle 3">
            <a:extLst>
              <a:ext uri="{FF2B5EF4-FFF2-40B4-BE49-F238E27FC236}">
                <a16:creationId xmlns:a16="http://schemas.microsoft.com/office/drawing/2014/main" id="{C54D7C1F-CA72-B74A-9DE5-9484E6A6EE53}"/>
              </a:ext>
            </a:extLst>
          </p:cNvPr>
          <p:cNvSpPr txBox="1">
            <a:spLocks noChangeArrowheads="1"/>
          </p:cNvSpPr>
          <p:nvPr/>
        </p:nvSpPr>
        <p:spPr>
          <a:xfrm>
            <a:off x="785990" y="2146300"/>
            <a:ext cx="11164126" cy="202419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60375" marR="0" lvl="0" indent="-3302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pitchFamily="2" charset="2"/>
              <a:buChar char="§"/>
              <a:tabLst/>
              <a:defRPr/>
            </a:pP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increase W as a function of the </a:t>
            </a:r>
            <a:r>
              <a:rPr kumimoji="0" lang="en-US" altLang="en-US" sz="2800" b="0" i="1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cube</a:t>
            </a: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 of the distance between current time  and K</a:t>
            </a:r>
          </a:p>
          <a:p>
            <a:pPr marL="130175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pitchFamily="2" charset="2"/>
              <a:buNone/>
              <a:tabLst/>
              <a:defRPr/>
            </a:pPr>
            <a:endParaRPr kumimoji="0" lang="en-US" alt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42" name="Slide Number Placeholder 2">
            <a:extLst>
              <a:ext uri="{FF2B5EF4-FFF2-40B4-BE49-F238E27FC236}">
                <a16:creationId xmlns:a16="http://schemas.microsoft.com/office/drawing/2014/main" id="{6C8A1230-DDC6-A54E-9B81-5573345B76B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19616" y="6443089"/>
            <a:ext cx="2743200" cy="365125"/>
          </a:xfrm>
        </p:spPr>
        <p:txBody>
          <a:bodyPr/>
          <a:lstStyle/>
          <a:p>
            <a:r>
              <a:rPr lang="en-US" dirty="0"/>
              <a:t>Transport Layer: 3-</a:t>
            </a:r>
            <a:fld id="{C4204591-24BD-A542-B9D5-F8D8A88D2FEE}" type="slidenum">
              <a:rPr lang="en-US" smtClean="0"/>
              <a:pPr/>
              <a:t>39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231585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2" grpId="0"/>
      <p:bldP spid="84" grpId="0"/>
      <p:bldP spid="41" grpId="0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>
            <a:extLst>
              <a:ext uri="{FF2B5EF4-FFF2-40B4-BE49-F238E27FC236}">
                <a16:creationId xmlns:a16="http://schemas.microsoft.com/office/drawing/2014/main" id="{74E84376-3A6A-7040-9ABB-E96A5030BD6F}"/>
              </a:ext>
            </a:extLst>
          </p:cNvPr>
          <p:cNvGrpSpPr/>
          <p:nvPr/>
        </p:nvGrpSpPr>
        <p:grpSpPr>
          <a:xfrm>
            <a:off x="4094463" y="4663823"/>
            <a:ext cx="2885057" cy="1508681"/>
            <a:chOff x="4094463" y="4663823"/>
            <a:chExt cx="2885057" cy="1508681"/>
          </a:xfrm>
        </p:grpSpPr>
        <p:sp>
          <p:nvSpPr>
            <p:cNvPr id="189" name="Freeform 2">
              <a:extLst>
                <a:ext uri="{FF2B5EF4-FFF2-40B4-BE49-F238E27FC236}">
                  <a16:creationId xmlns:a16="http://schemas.microsoft.com/office/drawing/2014/main" id="{9A546185-6077-2340-8A96-0F02D5D7C779}"/>
                </a:ext>
              </a:extLst>
            </p:cNvPr>
            <p:cNvSpPr>
              <a:spLocks/>
            </p:cNvSpPr>
            <p:nvPr/>
          </p:nvSpPr>
          <p:spPr bwMode="auto">
            <a:xfrm>
              <a:off x="4129957" y="4691367"/>
              <a:ext cx="2849563" cy="1481137"/>
            </a:xfrm>
            <a:custGeom>
              <a:avLst/>
              <a:gdLst>
                <a:gd name="T0" fmla="*/ 2147483647 w 1794"/>
                <a:gd name="T1" fmla="*/ 2147483647 h 933"/>
                <a:gd name="T2" fmla="*/ 2147483647 w 1794"/>
                <a:gd name="T3" fmla="*/ 2147483647 h 933"/>
                <a:gd name="T4" fmla="*/ 2147483647 w 1794"/>
                <a:gd name="T5" fmla="*/ 2147483647 h 933"/>
                <a:gd name="T6" fmla="*/ 2147483647 w 1794"/>
                <a:gd name="T7" fmla="*/ 2147483647 h 933"/>
                <a:gd name="T8" fmla="*/ 2147483647 w 1794"/>
                <a:gd name="T9" fmla="*/ 2147483647 h 933"/>
                <a:gd name="T10" fmla="*/ 2147483647 w 1794"/>
                <a:gd name="T11" fmla="*/ 2147483647 h 933"/>
                <a:gd name="T12" fmla="*/ 2147483647 w 1794"/>
                <a:gd name="T13" fmla="*/ 2147483647 h 933"/>
                <a:gd name="T14" fmla="*/ 2147483647 w 1794"/>
                <a:gd name="T15" fmla="*/ 2147483647 h 933"/>
                <a:gd name="T16" fmla="*/ 2147483647 w 1794"/>
                <a:gd name="T17" fmla="*/ 2147483647 h 933"/>
                <a:gd name="T18" fmla="*/ 2147483647 w 1794"/>
                <a:gd name="T19" fmla="*/ 2147483647 h 933"/>
                <a:gd name="T20" fmla="*/ 2147483647 w 1794"/>
                <a:gd name="T21" fmla="*/ 2147483647 h 933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w 1794"/>
                <a:gd name="T34" fmla="*/ 0 h 933"/>
                <a:gd name="T35" fmla="*/ 1794 w 1794"/>
                <a:gd name="T36" fmla="*/ 933 h 933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T33" t="T34" r="T35" b="T36"/>
              <a:pathLst>
                <a:path w="1794" h="933">
                  <a:moveTo>
                    <a:pt x="6" y="483"/>
                  </a:moveTo>
                  <a:cubicBezTo>
                    <a:pt x="0" y="365"/>
                    <a:pt x="16" y="189"/>
                    <a:pt x="108" y="125"/>
                  </a:cubicBezTo>
                  <a:cubicBezTo>
                    <a:pt x="200" y="61"/>
                    <a:pt x="389" y="116"/>
                    <a:pt x="559" y="100"/>
                  </a:cubicBezTo>
                  <a:cubicBezTo>
                    <a:pt x="729" y="84"/>
                    <a:pt x="935" y="0"/>
                    <a:pt x="1128" y="29"/>
                  </a:cubicBezTo>
                  <a:cubicBezTo>
                    <a:pt x="1321" y="58"/>
                    <a:pt x="1638" y="142"/>
                    <a:pt x="1716" y="275"/>
                  </a:cubicBezTo>
                  <a:cubicBezTo>
                    <a:pt x="1794" y="408"/>
                    <a:pt x="1652" y="721"/>
                    <a:pt x="1596" y="827"/>
                  </a:cubicBezTo>
                  <a:cubicBezTo>
                    <a:pt x="1540" y="933"/>
                    <a:pt x="1506" y="894"/>
                    <a:pt x="1380" y="911"/>
                  </a:cubicBezTo>
                  <a:cubicBezTo>
                    <a:pt x="1254" y="928"/>
                    <a:pt x="1001" y="929"/>
                    <a:pt x="840" y="929"/>
                  </a:cubicBezTo>
                  <a:cubicBezTo>
                    <a:pt x="679" y="929"/>
                    <a:pt x="530" y="927"/>
                    <a:pt x="414" y="911"/>
                  </a:cubicBezTo>
                  <a:cubicBezTo>
                    <a:pt x="298" y="895"/>
                    <a:pt x="211" y="903"/>
                    <a:pt x="143" y="832"/>
                  </a:cubicBezTo>
                  <a:cubicBezTo>
                    <a:pt x="75" y="761"/>
                    <a:pt x="4" y="624"/>
                    <a:pt x="6" y="483"/>
                  </a:cubicBezTo>
                  <a:close/>
                </a:path>
              </a:pathLst>
            </a:custGeom>
            <a:solidFill>
              <a:srgbClr val="9CDFF9"/>
            </a:solidFill>
            <a:ln>
              <a:noFill/>
            </a:ln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grpSp>
          <p:nvGrpSpPr>
            <p:cNvPr id="4" name="Group 3">
              <a:extLst>
                <a:ext uri="{FF2B5EF4-FFF2-40B4-BE49-F238E27FC236}">
                  <a16:creationId xmlns:a16="http://schemas.microsoft.com/office/drawing/2014/main" id="{40979929-3895-E541-88C5-08B90173C1D4}"/>
                </a:ext>
              </a:extLst>
            </p:cNvPr>
            <p:cNvGrpSpPr/>
            <p:nvPr/>
          </p:nvGrpSpPr>
          <p:grpSpPr>
            <a:xfrm>
              <a:off x="5035264" y="5554092"/>
              <a:ext cx="496248" cy="260542"/>
              <a:chOff x="7141236" y="6068702"/>
              <a:chExt cx="496248" cy="260542"/>
            </a:xfrm>
          </p:grpSpPr>
          <p:sp>
            <p:nvSpPr>
              <p:cNvPr id="357" name="Freeform 356">
                <a:extLst>
                  <a:ext uri="{FF2B5EF4-FFF2-40B4-BE49-F238E27FC236}">
                    <a16:creationId xmlns:a16="http://schemas.microsoft.com/office/drawing/2014/main" id="{0CA65D85-D056-864E-B0EC-70D8C181B47E}"/>
                  </a:ext>
                </a:extLst>
              </p:cNvPr>
              <p:cNvSpPr/>
              <p:nvPr/>
            </p:nvSpPr>
            <p:spPr>
              <a:xfrm>
                <a:off x="7141236" y="6158887"/>
                <a:ext cx="496248" cy="170357"/>
              </a:xfrm>
              <a:custGeom>
                <a:avLst/>
                <a:gdLst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88524 w 8187558"/>
                  <a:gd name="connsiteY5" fmla="*/ 1597573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88524 w 8187558"/>
                  <a:gd name="connsiteY5" fmla="*/ 1597573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76538 w 8176538"/>
                  <a:gd name="connsiteY0" fmla="*/ 0 h 2638097"/>
                  <a:gd name="connsiteX1" fmla="*/ 8176538 w 8176538"/>
                  <a:gd name="connsiteY1" fmla="*/ 1271752 h 2638097"/>
                  <a:gd name="connsiteX2" fmla="*/ 4088015 w 8176538"/>
                  <a:gd name="connsiteY2" fmla="*/ 2638097 h 2638097"/>
                  <a:gd name="connsiteX3" fmla="*/ 0 w 8176538"/>
                  <a:gd name="connsiteY3" fmla="*/ 1269888 h 2638097"/>
                  <a:gd name="connsiteX4" fmla="*/ 20511 w 8176538"/>
                  <a:gd name="connsiteY4" fmla="*/ 147145 h 2638097"/>
                  <a:gd name="connsiteX5" fmla="*/ 4088015 w 8176538"/>
                  <a:gd name="connsiteY5" fmla="*/ 1566042 h 2638097"/>
                  <a:gd name="connsiteX6" fmla="*/ 8176538 w 8176538"/>
                  <a:gd name="connsiteY6" fmla="*/ 0 h 2638097"/>
                  <a:gd name="connsiteX0" fmla="*/ 8176538 w 8176538"/>
                  <a:gd name="connsiteY0" fmla="*/ 0 h 2772020"/>
                  <a:gd name="connsiteX1" fmla="*/ 8176538 w 8176538"/>
                  <a:gd name="connsiteY1" fmla="*/ 1271752 h 2772020"/>
                  <a:gd name="connsiteX2" fmla="*/ 4099034 w 8176538"/>
                  <a:gd name="connsiteY2" fmla="*/ 2772020 h 2772020"/>
                  <a:gd name="connsiteX3" fmla="*/ 0 w 8176538"/>
                  <a:gd name="connsiteY3" fmla="*/ 1269888 h 2772020"/>
                  <a:gd name="connsiteX4" fmla="*/ 20511 w 8176538"/>
                  <a:gd name="connsiteY4" fmla="*/ 147145 h 2772020"/>
                  <a:gd name="connsiteX5" fmla="*/ 4088015 w 8176538"/>
                  <a:gd name="connsiteY5" fmla="*/ 1566042 h 2772020"/>
                  <a:gd name="connsiteX6" fmla="*/ 8176538 w 8176538"/>
                  <a:gd name="connsiteY6" fmla="*/ 0 h 2772020"/>
                  <a:gd name="connsiteX0" fmla="*/ 8176538 w 8176538"/>
                  <a:gd name="connsiteY0" fmla="*/ 0 h 2772339"/>
                  <a:gd name="connsiteX1" fmla="*/ 8176538 w 8176538"/>
                  <a:gd name="connsiteY1" fmla="*/ 1378890 h 2772339"/>
                  <a:gd name="connsiteX2" fmla="*/ 4099034 w 8176538"/>
                  <a:gd name="connsiteY2" fmla="*/ 2772020 h 2772339"/>
                  <a:gd name="connsiteX3" fmla="*/ 0 w 8176538"/>
                  <a:gd name="connsiteY3" fmla="*/ 1269888 h 2772339"/>
                  <a:gd name="connsiteX4" fmla="*/ 20511 w 8176538"/>
                  <a:gd name="connsiteY4" fmla="*/ 147145 h 2772339"/>
                  <a:gd name="connsiteX5" fmla="*/ 4088015 w 8176538"/>
                  <a:gd name="connsiteY5" fmla="*/ 1566042 h 2772339"/>
                  <a:gd name="connsiteX6" fmla="*/ 8176538 w 8176538"/>
                  <a:gd name="connsiteY6" fmla="*/ 0 h 2772339"/>
                  <a:gd name="connsiteX0" fmla="*/ 8176538 w 8176538"/>
                  <a:gd name="connsiteY0" fmla="*/ 0 h 2825888"/>
                  <a:gd name="connsiteX1" fmla="*/ 8176538 w 8176538"/>
                  <a:gd name="connsiteY1" fmla="*/ 1378890 h 2825888"/>
                  <a:gd name="connsiteX2" fmla="*/ 4099034 w 8176538"/>
                  <a:gd name="connsiteY2" fmla="*/ 2825590 h 2825888"/>
                  <a:gd name="connsiteX3" fmla="*/ 0 w 8176538"/>
                  <a:gd name="connsiteY3" fmla="*/ 1269888 h 2825888"/>
                  <a:gd name="connsiteX4" fmla="*/ 20511 w 8176538"/>
                  <a:gd name="connsiteY4" fmla="*/ 147145 h 2825888"/>
                  <a:gd name="connsiteX5" fmla="*/ 4088015 w 8176538"/>
                  <a:gd name="connsiteY5" fmla="*/ 1566042 h 2825888"/>
                  <a:gd name="connsiteX6" fmla="*/ 8176538 w 8176538"/>
                  <a:gd name="connsiteY6" fmla="*/ 0 h 2825888"/>
                  <a:gd name="connsiteX0" fmla="*/ 8165518 w 8165518"/>
                  <a:gd name="connsiteY0" fmla="*/ 0 h 2825606"/>
                  <a:gd name="connsiteX1" fmla="*/ 8165518 w 8165518"/>
                  <a:gd name="connsiteY1" fmla="*/ 1378890 h 2825606"/>
                  <a:gd name="connsiteX2" fmla="*/ 4088014 w 8165518"/>
                  <a:gd name="connsiteY2" fmla="*/ 2825590 h 2825606"/>
                  <a:gd name="connsiteX3" fmla="*/ 0 w 8165518"/>
                  <a:gd name="connsiteY3" fmla="*/ 1403811 h 2825606"/>
                  <a:gd name="connsiteX4" fmla="*/ 9491 w 8165518"/>
                  <a:gd name="connsiteY4" fmla="*/ 147145 h 2825606"/>
                  <a:gd name="connsiteX5" fmla="*/ 4076995 w 8165518"/>
                  <a:gd name="connsiteY5" fmla="*/ 1566042 h 2825606"/>
                  <a:gd name="connsiteX6" fmla="*/ 8165518 w 8165518"/>
                  <a:gd name="connsiteY6" fmla="*/ 0 h 2825606"/>
                  <a:gd name="connsiteX0" fmla="*/ 8165518 w 8165518"/>
                  <a:gd name="connsiteY0" fmla="*/ 0 h 2879174"/>
                  <a:gd name="connsiteX1" fmla="*/ 8165518 w 8165518"/>
                  <a:gd name="connsiteY1" fmla="*/ 1378890 h 2879174"/>
                  <a:gd name="connsiteX2" fmla="*/ 4132092 w 8165518"/>
                  <a:gd name="connsiteY2" fmla="*/ 2879159 h 2879174"/>
                  <a:gd name="connsiteX3" fmla="*/ 0 w 8165518"/>
                  <a:gd name="connsiteY3" fmla="*/ 1403811 h 2879174"/>
                  <a:gd name="connsiteX4" fmla="*/ 9491 w 8165518"/>
                  <a:gd name="connsiteY4" fmla="*/ 147145 h 2879174"/>
                  <a:gd name="connsiteX5" fmla="*/ 4076995 w 8165518"/>
                  <a:gd name="connsiteY5" fmla="*/ 1566042 h 2879174"/>
                  <a:gd name="connsiteX6" fmla="*/ 8165518 w 8165518"/>
                  <a:gd name="connsiteY6" fmla="*/ 0 h 2879174"/>
                  <a:gd name="connsiteX0" fmla="*/ 8165518 w 8176537"/>
                  <a:gd name="connsiteY0" fmla="*/ 0 h 2879410"/>
                  <a:gd name="connsiteX1" fmla="*/ 8176537 w 8176537"/>
                  <a:gd name="connsiteY1" fmla="*/ 1499420 h 2879410"/>
                  <a:gd name="connsiteX2" fmla="*/ 4132092 w 8176537"/>
                  <a:gd name="connsiteY2" fmla="*/ 2879159 h 2879410"/>
                  <a:gd name="connsiteX3" fmla="*/ 0 w 8176537"/>
                  <a:gd name="connsiteY3" fmla="*/ 1403811 h 2879410"/>
                  <a:gd name="connsiteX4" fmla="*/ 9491 w 8176537"/>
                  <a:gd name="connsiteY4" fmla="*/ 147145 h 2879410"/>
                  <a:gd name="connsiteX5" fmla="*/ 4076995 w 8176537"/>
                  <a:gd name="connsiteY5" fmla="*/ 1566042 h 2879410"/>
                  <a:gd name="connsiteX6" fmla="*/ 8165518 w 8176537"/>
                  <a:gd name="connsiteY6" fmla="*/ 0 h 2879410"/>
                  <a:gd name="connsiteX0" fmla="*/ 8165518 w 8176537"/>
                  <a:gd name="connsiteY0" fmla="*/ 0 h 2879262"/>
                  <a:gd name="connsiteX1" fmla="*/ 8176537 w 8176537"/>
                  <a:gd name="connsiteY1" fmla="*/ 1499420 h 2879262"/>
                  <a:gd name="connsiteX2" fmla="*/ 4132092 w 8176537"/>
                  <a:gd name="connsiteY2" fmla="*/ 2879159 h 2879262"/>
                  <a:gd name="connsiteX3" fmla="*/ 0 w 8176537"/>
                  <a:gd name="connsiteY3" fmla="*/ 1403811 h 2879262"/>
                  <a:gd name="connsiteX4" fmla="*/ 9491 w 8176537"/>
                  <a:gd name="connsiteY4" fmla="*/ 147145 h 2879262"/>
                  <a:gd name="connsiteX5" fmla="*/ 4076995 w 8176537"/>
                  <a:gd name="connsiteY5" fmla="*/ 1566042 h 2879262"/>
                  <a:gd name="connsiteX6" fmla="*/ 8165518 w 8176537"/>
                  <a:gd name="connsiteY6" fmla="*/ 0 h 2879262"/>
                  <a:gd name="connsiteX0" fmla="*/ 8165518 w 8176537"/>
                  <a:gd name="connsiteY0" fmla="*/ 0 h 2879163"/>
                  <a:gd name="connsiteX1" fmla="*/ 8176537 w 8176537"/>
                  <a:gd name="connsiteY1" fmla="*/ 1499420 h 2879163"/>
                  <a:gd name="connsiteX2" fmla="*/ 4132092 w 8176537"/>
                  <a:gd name="connsiteY2" fmla="*/ 2879159 h 2879163"/>
                  <a:gd name="connsiteX3" fmla="*/ 0 w 8176537"/>
                  <a:gd name="connsiteY3" fmla="*/ 1510948 h 2879163"/>
                  <a:gd name="connsiteX4" fmla="*/ 9491 w 8176537"/>
                  <a:gd name="connsiteY4" fmla="*/ 147145 h 2879163"/>
                  <a:gd name="connsiteX5" fmla="*/ 4076995 w 8176537"/>
                  <a:gd name="connsiteY5" fmla="*/ 1566042 h 2879163"/>
                  <a:gd name="connsiteX6" fmla="*/ 8165518 w 8176537"/>
                  <a:gd name="connsiteY6" fmla="*/ 0 h 2879163"/>
                  <a:gd name="connsiteX0" fmla="*/ 8165518 w 8198577"/>
                  <a:gd name="connsiteY0" fmla="*/ 0 h 2879451"/>
                  <a:gd name="connsiteX1" fmla="*/ 8198577 w 8198577"/>
                  <a:gd name="connsiteY1" fmla="*/ 1606558 h 2879451"/>
                  <a:gd name="connsiteX2" fmla="*/ 4132092 w 8198577"/>
                  <a:gd name="connsiteY2" fmla="*/ 2879159 h 2879451"/>
                  <a:gd name="connsiteX3" fmla="*/ 0 w 8198577"/>
                  <a:gd name="connsiteY3" fmla="*/ 1510948 h 2879451"/>
                  <a:gd name="connsiteX4" fmla="*/ 9491 w 8198577"/>
                  <a:gd name="connsiteY4" fmla="*/ 147145 h 2879451"/>
                  <a:gd name="connsiteX5" fmla="*/ 4076995 w 8198577"/>
                  <a:gd name="connsiteY5" fmla="*/ 1566042 h 2879451"/>
                  <a:gd name="connsiteX6" fmla="*/ 8165518 w 8198577"/>
                  <a:gd name="connsiteY6" fmla="*/ 0 h 2879451"/>
                  <a:gd name="connsiteX0" fmla="*/ 8165518 w 8165518"/>
                  <a:gd name="connsiteY0" fmla="*/ 0 h 2880066"/>
                  <a:gd name="connsiteX1" fmla="*/ 8165518 w 8165518"/>
                  <a:gd name="connsiteY1" fmla="*/ 1673520 h 2880066"/>
                  <a:gd name="connsiteX2" fmla="*/ 4132092 w 8165518"/>
                  <a:gd name="connsiteY2" fmla="*/ 2879159 h 2880066"/>
                  <a:gd name="connsiteX3" fmla="*/ 0 w 8165518"/>
                  <a:gd name="connsiteY3" fmla="*/ 1510948 h 2880066"/>
                  <a:gd name="connsiteX4" fmla="*/ 9491 w 8165518"/>
                  <a:gd name="connsiteY4" fmla="*/ 147145 h 2880066"/>
                  <a:gd name="connsiteX5" fmla="*/ 4076995 w 8165518"/>
                  <a:gd name="connsiteY5" fmla="*/ 1566042 h 2880066"/>
                  <a:gd name="connsiteX6" fmla="*/ 8165518 w 8165518"/>
                  <a:gd name="connsiteY6" fmla="*/ 0 h 2880066"/>
                  <a:gd name="connsiteX0" fmla="*/ 8156794 w 8156794"/>
                  <a:gd name="connsiteY0" fmla="*/ 0 h 2879270"/>
                  <a:gd name="connsiteX1" fmla="*/ 8156794 w 8156794"/>
                  <a:gd name="connsiteY1" fmla="*/ 1673520 h 2879270"/>
                  <a:gd name="connsiteX2" fmla="*/ 4123368 w 8156794"/>
                  <a:gd name="connsiteY2" fmla="*/ 2879159 h 2879270"/>
                  <a:gd name="connsiteX3" fmla="*/ 2295 w 8156794"/>
                  <a:gd name="connsiteY3" fmla="*/ 1618086 h 2879270"/>
                  <a:gd name="connsiteX4" fmla="*/ 767 w 8156794"/>
                  <a:gd name="connsiteY4" fmla="*/ 147145 h 2879270"/>
                  <a:gd name="connsiteX5" fmla="*/ 4068271 w 8156794"/>
                  <a:gd name="connsiteY5" fmla="*/ 1566042 h 2879270"/>
                  <a:gd name="connsiteX6" fmla="*/ 8156794 w 8156794"/>
                  <a:gd name="connsiteY6" fmla="*/ 0 h 2879270"/>
                  <a:gd name="connsiteX0" fmla="*/ 8156794 w 8156794"/>
                  <a:gd name="connsiteY0" fmla="*/ 0 h 2973000"/>
                  <a:gd name="connsiteX1" fmla="*/ 8156794 w 8156794"/>
                  <a:gd name="connsiteY1" fmla="*/ 1673520 h 2973000"/>
                  <a:gd name="connsiteX2" fmla="*/ 4134388 w 8156794"/>
                  <a:gd name="connsiteY2" fmla="*/ 2972904 h 2973000"/>
                  <a:gd name="connsiteX3" fmla="*/ 2295 w 8156794"/>
                  <a:gd name="connsiteY3" fmla="*/ 1618086 h 2973000"/>
                  <a:gd name="connsiteX4" fmla="*/ 767 w 8156794"/>
                  <a:gd name="connsiteY4" fmla="*/ 147145 h 2973000"/>
                  <a:gd name="connsiteX5" fmla="*/ 4068271 w 8156794"/>
                  <a:gd name="connsiteY5" fmla="*/ 1566042 h 2973000"/>
                  <a:gd name="connsiteX6" fmla="*/ 8156794 w 8156794"/>
                  <a:gd name="connsiteY6" fmla="*/ 0 h 2973000"/>
                  <a:gd name="connsiteX0" fmla="*/ 8156794 w 8156794"/>
                  <a:gd name="connsiteY0" fmla="*/ 0 h 2973000"/>
                  <a:gd name="connsiteX1" fmla="*/ 8156794 w 8156794"/>
                  <a:gd name="connsiteY1" fmla="*/ 1673520 h 2973000"/>
                  <a:gd name="connsiteX2" fmla="*/ 4134388 w 8156794"/>
                  <a:gd name="connsiteY2" fmla="*/ 2972904 h 2973000"/>
                  <a:gd name="connsiteX3" fmla="*/ 2295 w 8156794"/>
                  <a:gd name="connsiteY3" fmla="*/ 1618086 h 2973000"/>
                  <a:gd name="connsiteX4" fmla="*/ 767 w 8156794"/>
                  <a:gd name="connsiteY4" fmla="*/ 147145 h 2973000"/>
                  <a:gd name="connsiteX5" fmla="*/ 4068271 w 8156794"/>
                  <a:gd name="connsiteY5" fmla="*/ 1566042 h 2973000"/>
                  <a:gd name="connsiteX6" fmla="*/ 8156794 w 8156794"/>
                  <a:gd name="connsiteY6" fmla="*/ 0 h 2973000"/>
                  <a:gd name="connsiteX0" fmla="*/ 8156794 w 8156794"/>
                  <a:gd name="connsiteY0" fmla="*/ 0 h 2973000"/>
                  <a:gd name="connsiteX1" fmla="*/ 8156794 w 8156794"/>
                  <a:gd name="connsiteY1" fmla="*/ 1673520 h 2973000"/>
                  <a:gd name="connsiteX2" fmla="*/ 4134388 w 8156794"/>
                  <a:gd name="connsiteY2" fmla="*/ 2972904 h 2973000"/>
                  <a:gd name="connsiteX3" fmla="*/ 2295 w 8156794"/>
                  <a:gd name="connsiteY3" fmla="*/ 1618086 h 2973000"/>
                  <a:gd name="connsiteX4" fmla="*/ 767 w 8156794"/>
                  <a:gd name="connsiteY4" fmla="*/ 147145 h 2973000"/>
                  <a:gd name="connsiteX5" fmla="*/ 4068271 w 8156794"/>
                  <a:gd name="connsiteY5" fmla="*/ 1566042 h 2973000"/>
                  <a:gd name="connsiteX6" fmla="*/ 8156794 w 8156794"/>
                  <a:gd name="connsiteY6" fmla="*/ 0 h 2973000"/>
                  <a:gd name="connsiteX0" fmla="*/ 8156794 w 8156794"/>
                  <a:gd name="connsiteY0" fmla="*/ 0 h 2973020"/>
                  <a:gd name="connsiteX1" fmla="*/ 8156794 w 8156794"/>
                  <a:gd name="connsiteY1" fmla="*/ 1673520 h 2973020"/>
                  <a:gd name="connsiteX2" fmla="*/ 4134388 w 8156794"/>
                  <a:gd name="connsiteY2" fmla="*/ 2972904 h 2973020"/>
                  <a:gd name="connsiteX3" fmla="*/ 2295 w 8156794"/>
                  <a:gd name="connsiteY3" fmla="*/ 1618086 h 2973020"/>
                  <a:gd name="connsiteX4" fmla="*/ 767 w 8156794"/>
                  <a:gd name="connsiteY4" fmla="*/ 147145 h 2973020"/>
                  <a:gd name="connsiteX5" fmla="*/ 4068271 w 8156794"/>
                  <a:gd name="connsiteY5" fmla="*/ 1566042 h 2973020"/>
                  <a:gd name="connsiteX6" fmla="*/ 8156794 w 8156794"/>
                  <a:gd name="connsiteY6" fmla="*/ 0 h 2973020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141"/>
                  <a:gd name="connsiteX1" fmla="*/ 8156794 w 8156794"/>
                  <a:gd name="connsiteY1" fmla="*/ 1673520 h 2973141"/>
                  <a:gd name="connsiteX2" fmla="*/ 4134388 w 8156794"/>
                  <a:gd name="connsiteY2" fmla="*/ 2972904 h 2973141"/>
                  <a:gd name="connsiteX3" fmla="*/ 2295 w 8156794"/>
                  <a:gd name="connsiteY3" fmla="*/ 1618086 h 2973141"/>
                  <a:gd name="connsiteX4" fmla="*/ 767 w 8156794"/>
                  <a:gd name="connsiteY4" fmla="*/ 147145 h 2973141"/>
                  <a:gd name="connsiteX5" fmla="*/ 4068271 w 8156794"/>
                  <a:gd name="connsiteY5" fmla="*/ 1566042 h 2973141"/>
                  <a:gd name="connsiteX6" fmla="*/ 8156794 w 8156794"/>
                  <a:gd name="connsiteY6" fmla="*/ 0 h 2973141"/>
                  <a:gd name="connsiteX0" fmla="*/ 8156794 w 8156794"/>
                  <a:gd name="connsiteY0" fmla="*/ 0 h 3066827"/>
                  <a:gd name="connsiteX1" fmla="*/ 8156794 w 8156794"/>
                  <a:gd name="connsiteY1" fmla="*/ 1673520 h 3066827"/>
                  <a:gd name="connsiteX2" fmla="*/ 4123353 w 8156794"/>
                  <a:gd name="connsiteY2" fmla="*/ 3066650 h 3066827"/>
                  <a:gd name="connsiteX3" fmla="*/ 2295 w 8156794"/>
                  <a:gd name="connsiteY3" fmla="*/ 1618086 h 3066827"/>
                  <a:gd name="connsiteX4" fmla="*/ 767 w 8156794"/>
                  <a:gd name="connsiteY4" fmla="*/ 147145 h 3066827"/>
                  <a:gd name="connsiteX5" fmla="*/ 4068271 w 8156794"/>
                  <a:gd name="connsiteY5" fmla="*/ 1566042 h 3066827"/>
                  <a:gd name="connsiteX6" fmla="*/ 8156794 w 8156794"/>
                  <a:gd name="connsiteY6" fmla="*/ 0 h 3066827"/>
                  <a:gd name="connsiteX0" fmla="*/ 8123689 w 8156794"/>
                  <a:gd name="connsiteY0" fmla="*/ 0 h 2999866"/>
                  <a:gd name="connsiteX1" fmla="*/ 8156794 w 8156794"/>
                  <a:gd name="connsiteY1" fmla="*/ 1606559 h 2999866"/>
                  <a:gd name="connsiteX2" fmla="*/ 4123353 w 8156794"/>
                  <a:gd name="connsiteY2" fmla="*/ 2999689 h 2999866"/>
                  <a:gd name="connsiteX3" fmla="*/ 2295 w 8156794"/>
                  <a:gd name="connsiteY3" fmla="*/ 1551125 h 2999866"/>
                  <a:gd name="connsiteX4" fmla="*/ 767 w 8156794"/>
                  <a:gd name="connsiteY4" fmla="*/ 80184 h 2999866"/>
                  <a:gd name="connsiteX5" fmla="*/ 4068271 w 8156794"/>
                  <a:gd name="connsiteY5" fmla="*/ 1499081 h 2999866"/>
                  <a:gd name="connsiteX6" fmla="*/ 8123689 w 8156794"/>
                  <a:gd name="connsiteY6" fmla="*/ 0 h 2999866"/>
                  <a:gd name="connsiteX0" fmla="*/ 8167828 w 8167828"/>
                  <a:gd name="connsiteY0" fmla="*/ 0 h 3026651"/>
                  <a:gd name="connsiteX1" fmla="*/ 8156794 w 8167828"/>
                  <a:gd name="connsiteY1" fmla="*/ 1633344 h 3026651"/>
                  <a:gd name="connsiteX2" fmla="*/ 4123353 w 8167828"/>
                  <a:gd name="connsiteY2" fmla="*/ 3026474 h 3026651"/>
                  <a:gd name="connsiteX3" fmla="*/ 2295 w 8167828"/>
                  <a:gd name="connsiteY3" fmla="*/ 1577910 h 3026651"/>
                  <a:gd name="connsiteX4" fmla="*/ 767 w 8167828"/>
                  <a:gd name="connsiteY4" fmla="*/ 106969 h 3026651"/>
                  <a:gd name="connsiteX5" fmla="*/ 4068271 w 8167828"/>
                  <a:gd name="connsiteY5" fmla="*/ 1525866 h 3026651"/>
                  <a:gd name="connsiteX6" fmla="*/ 8167828 w 8167828"/>
                  <a:gd name="connsiteY6" fmla="*/ 0 h 3026651"/>
                  <a:gd name="connsiteX0" fmla="*/ 8167828 w 8167828"/>
                  <a:gd name="connsiteY0" fmla="*/ 0 h 3027228"/>
                  <a:gd name="connsiteX1" fmla="*/ 8145760 w 8167828"/>
                  <a:gd name="connsiteY1" fmla="*/ 1686913 h 3027228"/>
                  <a:gd name="connsiteX2" fmla="*/ 4123353 w 8167828"/>
                  <a:gd name="connsiteY2" fmla="*/ 3026474 h 3027228"/>
                  <a:gd name="connsiteX3" fmla="*/ 2295 w 8167828"/>
                  <a:gd name="connsiteY3" fmla="*/ 1577910 h 3027228"/>
                  <a:gd name="connsiteX4" fmla="*/ 767 w 8167828"/>
                  <a:gd name="connsiteY4" fmla="*/ 106969 h 3027228"/>
                  <a:gd name="connsiteX5" fmla="*/ 4068271 w 8167828"/>
                  <a:gd name="connsiteY5" fmla="*/ 1525866 h 3027228"/>
                  <a:gd name="connsiteX6" fmla="*/ 8167828 w 8167828"/>
                  <a:gd name="connsiteY6" fmla="*/ 0 h 3027228"/>
                  <a:gd name="connsiteX0" fmla="*/ 8156794 w 8156794"/>
                  <a:gd name="connsiteY0" fmla="*/ 0 h 2933483"/>
                  <a:gd name="connsiteX1" fmla="*/ 8145760 w 8156794"/>
                  <a:gd name="connsiteY1" fmla="*/ 1593168 h 2933483"/>
                  <a:gd name="connsiteX2" fmla="*/ 4123353 w 8156794"/>
                  <a:gd name="connsiteY2" fmla="*/ 2932729 h 2933483"/>
                  <a:gd name="connsiteX3" fmla="*/ 2295 w 8156794"/>
                  <a:gd name="connsiteY3" fmla="*/ 1484165 h 2933483"/>
                  <a:gd name="connsiteX4" fmla="*/ 767 w 8156794"/>
                  <a:gd name="connsiteY4" fmla="*/ 13224 h 2933483"/>
                  <a:gd name="connsiteX5" fmla="*/ 4068271 w 8156794"/>
                  <a:gd name="connsiteY5" fmla="*/ 1432121 h 2933483"/>
                  <a:gd name="connsiteX6" fmla="*/ 8156794 w 8156794"/>
                  <a:gd name="connsiteY6" fmla="*/ 0 h 2933483"/>
                  <a:gd name="connsiteX0" fmla="*/ 8156794 w 8156794"/>
                  <a:gd name="connsiteY0" fmla="*/ 0 h 2933483"/>
                  <a:gd name="connsiteX1" fmla="*/ 8145760 w 8156794"/>
                  <a:gd name="connsiteY1" fmla="*/ 1593168 h 2933483"/>
                  <a:gd name="connsiteX2" fmla="*/ 4123353 w 8156794"/>
                  <a:gd name="connsiteY2" fmla="*/ 2932729 h 2933483"/>
                  <a:gd name="connsiteX3" fmla="*/ 2295 w 8156794"/>
                  <a:gd name="connsiteY3" fmla="*/ 1484165 h 2933483"/>
                  <a:gd name="connsiteX4" fmla="*/ 767 w 8156794"/>
                  <a:gd name="connsiteY4" fmla="*/ 13224 h 2933483"/>
                  <a:gd name="connsiteX5" fmla="*/ 4068271 w 8156794"/>
                  <a:gd name="connsiteY5" fmla="*/ 1432121 h 2933483"/>
                  <a:gd name="connsiteX6" fmla="*/ 8156794 w 8156794"/>
                  <a:gd name="connsiteY6" fmla="*/ 0 h 2933483"/>
                  <a:gd name="connsiteX0" fmla="*/ 8123689 w 8145760"/>
                  <a:gd name="connsiteY0" fmla="*/ 13560 h 2920259"/>
                  <a:gd name="connsiteX1" fmla="*/ 8145760 w 8145760"/>
                  <a:gd name="connsiteY1" fmla="*/ 1579944 h 2920259"/>
                  <a:gd name="connsiteX2" fmla="*/ 4123353 w 8145760"/>
                  <a:gd name="connsiteY2" fmla="*/ 2919505 h 2920259"/>
                  <a:gd name="connsiteX3" fmla="*/ 2295 w 8145760"/>
                  <a:gd name="connsiteY3" fmla="*/ 1470941 h 2920259"/>
                  <a:gd name="connsiteX4" fmla="*/ 767 w 8145760"/>
                  <a:gd name="connsiteY4" fmla="*/ 0 h 2920259"/>
                  <a:gd name="connsiteX5" fmla="*/ 4068271 w 8145760"/>
                  <a:gd name="connsiteY5" fmla="*/ 1418897 h 2920259"/>
                  <a:gd name="connsiteX6" fmla="*/ 8123689 w 8145760"/>
                  <a:gd name="connsiteY6" fmla="*/ 13560 h 2920259"/>
                  <a:gd name="connsiteX0" fmla="*/ 8178863 w 8178863"/>
                  <a:gd name="connsiteY0" fmla="*/ 26952 h 2920259"/>
                  <a:gd name="connsiteX1" fmla="*/ 8145760 w 8178863"/>
                  <a:gd name="connsiteY1" fmla="*/ 1579944 h 2920259"/>
                  <a:gd name="connsiteX2" fmla="*/ 4123353 w 8178863"/>
                  <a:gd name="connsiteY2" fmla="*/ 2919505 h 2920259"/>
                  <a:gd name="connsiteX3" fmla="*/ 2295 w 8178863"/>
                  <a:gd name="connsiteY3" fmla="*/ 1470941 h 2920259"/>
                  <a:gd name="connsiteX4" fmla="*/ 767 w 8178863"/>
                  <a:gd name="connsiteY4" fmla="*/ 0 h 2920259"/>
                  <a:gd name="connsiteX5" fmla="*/ 4068271 w 8178863"/>
                  <a:gd name="connsiteY5" fmla="*/ 1418897 h 2920259"/>
                  <a:gd name="connsiteX6" fmla="*/ 8178863 w 8178863"/>
                  <a:gd name="connsiteY6" fmla="*/ 26952 h 2920259"/>
                  <a:gd name="connsiteX0" fmla="*/ 8167827 w 8167827"/>
                  <a:gd name="connsiteY0" fmla="*/ 40343 h 2920259"/>
                  <a:gd name="connsiteX1" fmla="*/ 8145760 w 8167827"/>
                  <a:gd name="connsiteY1" fmla="*/ 1579944 h 2920259"/>
                  <a:gd name="connsiteX2" fmla="*/ 4123353 w 8167827"/>
                  <a:gd name="connsiteY2" fmla="*/ 2919505 h 2920259"/>
                  <a:gd name="connsiteX3" fmla="*/ 2295 w 8167827"/>
                  <a:gd name="connsiteY3" fmla="*/ 1470941 h 2920259"/>
                  <a:gd name="connsiteX4" fmla="*/ 767 w 8167827"/>
                  <a:gd name="connsiteY4" fmla="*/ 0 h 2920259"/>
                  <a:gd name="connsiteX5" fmla="*/ 4068271 w 8167827"/>
                  <a:gd name="connsiteY5" fmla="*/ 1418897 h 2920259"/>
                  <a:gd name="connsiteX6" fmla="*/ 8167827 w 8167827"/>
                  <a:gd name="connsiteY6" fmla="*/ 40343 h 2920259"/>
                  <a:gd name="connsiteX0" fmla="*/ 8123687 w 8145760"/>
                  <a:gd name="connsiteY0" fmla="*/ 53735 h 2920259"/>
                  <a:gd name="connsiteX1" fmla="*/ 8145760 w 8145760"/>
                  <a:gd name="connsiteY1" fmla="*/ 1579944 h 2920259"/>
                  <a:gd name="connsiteX2" fmla="*/ 4123353 w 8145760"/>
                  <a:gd name="connsiteY2" fmla="*/ 2919505 h 2920259"/>
                  <a:gd name="connsiteX3" fmla="*/ 2295 w 8145760"/>
                  <a:gd name="connsiteY3" fmla="*/ 1470941 h 2920259"/>
                  <a:gd name="connsiteX4" fmla="*/ 767 w 8145760"/>
                  <a:gd name="connsiteY4" fmla="*/ 0 h 2920259"/>
                  <a:gd name="connsiteX5" fmla="*/ 4068271 w 8145760"/>
                  <a:gd name="connsiteY5" fmla="*/ 1418897 h 2920259"/>
                  <a:gd name="connsiteX6" fmla="*/ 8123687 w 8145760"/>
                  <a:gd name="connsiteY6" fmla="*/ 53735 h 2920259"/>
                  <a:gd name="connsiteX0" fmla="*/ 8161918 w 8161918"/>
                  <a:gd name="connsiteY0" fmla="*/ 0 h 2943855"/>
                  <a:gd name="connsiteX1" fmla="*/ 8145760 w 8161918"/>
                  <a:gd name="connsiteY1" fmla="*/ 1603540 h 2943855"/>
                  <a:gd name="connsiteX2" fmla="*/ 4123353 w 8161918"/>
                  <a:gd name="connsiteY2" fmla="*/ 2943101 h 2943855"/>
                  <a:gd name="connsiteX3" fmla="*/ 2295 w 8161918"/>
                  <a:gd name="connsiteY3" fmla="*/ 1494537 h 2943855"/>
                  <a:gd name="connsiteX4" fmla="*/ 767 w 8161918"/>
                  <a:gd name="connsiteY4" fmla="*/ 23596 h 2943855"/>
                  <a:gd name="connsiteX5" fmla="*/ 4068271 w 8161918"/>
                  <a:gd name="connsiteY5" fmla="*/ 1442493 h 2943855"/>
                  <a:gd name="connsiteX6" fmla="*/ 8161918 w 8161918"/>
                  <a:gd name="connsiteY6" fmla="*/ 0 h 2943855"/>
                  <a:gd name="connsiteX0" fmla="*/ 8144926 w 8145760"/>
                  <a:gd name="connsiteY0" fmla="*/ 43424 h 2920259"/>
                  <a:gd name="connsiteX1" fmla="*/ 8145760 w 8145760"/>
                  <a:gd name="connsiteY1" fmla="*/ 1579944 h 2920259"/>
                  <a:gd name="connsiteX2" fmla="*/ 4123353 w 8145760"/>
                  <a:gd name="connsiteY2" fmla="*/ 2919505 h 2920259"/>
                  <a:gd name="connsiteX3" fmla="*/ 2295 w 8145760"/>
                  <a:gd name="connsiteY3" fmla="*/ 1470941 h 2920259"/>
                  <a:gd name="connsiteX4" fmla="*/ 767 w 8145760"/>
                  <a:gd name="connsiteY4" fmla="*/ 0 h 2920259"/>
                  <a:gd name="connsiteX5" fmla="*/ 4068271 w 8145760"/>
                  <a:gd name="connsiteY5" fmla="*/ 1418897 h 2920259"/>
                  <a:gd name="connsiteX6" fmla="*/ 8144926 w 8145760"/>
                  <a:gd name="connsiteY6" fmla="*/ 43424 h 2920259"/>
                  <a:gd name="connsiteX0" fmla="*/ 8161918 w 8161918"/>
                  <a:gd name="connsiteY0" fmla="*/ 0 h 2959321"/>
                  <a:gd name="connsiteX1" fmla="*/ 8145760 w 8161918"/>
                  <a:gd name="connsiteY1" fmla="*/ 1619006 h 2959321"/>
                  <a:gd name="connsiteX2" fmla="*/ 4123353 w 8161918"/>
                  <a:gd name="connsiteY2" fmla="*/ 2958567 h 2959321"/>
                  <a:gd name="connsiteX3" fmla="*/ 2295 w 8161918"/>
                  <a:gd name="connsiteY3" fmla="*/ 1510003 h 2959321"/>
                  <a:gd name="connsiteX4" fmla="*/ 767 w 8161918"/>
                  <a:gd name="connsiteY4" fmla="*/ 39062 h 2959321"/>
                  <a:gd name="connsiteX5" fmla="*/ 4068271 w 8161918"/>
                  <a:gd name="connsiteY5" fmla="*/ 1457959 h 2959321"/>
                  <a:gd name="connsiteX6" fmla="*/ 8161918 w 8161918"/>
                  <a:gd name="connsiteY6" fmla="*/ 0 h 2959321"/>
                  <a:gd name="connsiteX0" fmla="*/ 8161918 w 8162752"/>
                  <a:gd name="connsiteY0" fmla="*/ 0 h 2959488"/>
                  <a:gd name="connsiteX1" fmla="*/ 8162752 w 8162752"/>
                  <a:gd name="connsiteY1" fmla="*/ 1629317 h 2959488"/>
                  <a:gd name="connsiteX2" fmla="*/ 4123353 w 8162752"/>
                  <a:gd name="connsiteY2" fmla="*/ 2958567 h 2959488"/>
                  <a:gd name="connsiteX3" fmla="*/ 2295 w 8162752"/>
                  <a:gd name="connsiteY3" fmla="*/ 1510003 h 2959488"/>
                  <a:gd name="connsiteX4" fmla="*/ 767 w 8162752"/>
                  <a:gd name="connsiteY4" fmla="*/ 39062 h 2959488"/>
                  <a:gd name="connsiteX5" fmla="*/ 4068271 w 8162752"/>
                  <a:gd name="connsiteY5" fmla="*/ 1457959 h 2959488"/>
                  <a:gd name="connsiteX6" fmla="*/ 8161918 w 8162752"/>
                  <a:gd name="connsiteY6" fmla="*/ 0 h 2959488"/>
                  <a:gd name="connsiteX0" fmla="*/ 8165930 w 8166764"/>
                  <a:gd name="connsiteY0" fmla="*/ 7337 h 2966825"/>
                  <a:gd name="connsiteX1" fmla="*/ 8166764 w 8166764"/>
                  <a:gd name="connsiteY1" fmla="*/ 1636654 h 2966825"/>
                  <a:gd name="connsiteX2" fmla="*/ 4127365 w 8166764"/>
                  <a:gd name="connsiteY2" fmla="*/ 2965904 h 2966825"/>
                  <a:gd name="connsiteX3" fmla="*/ 6307 w 8166764"/>
                  <a:gd name="connsiteY3" fmla="*/ 1517340 h 2966825"/>
                  <a:gd name="connsiteX4" fmla="*/ 532 w 8166764"/>
                  <a:gd name="connsiteY4" fmla="*/ 0 h 2966825"/>
                  <a:gd name="connsiteX5" fmla="*/ 4072283 w 8166764"/>
                  <a:gd name="connsiteY5" fmla="*/ 1465296 h 2966825"/>
                  <a:gd name="connsiteX6" fmla="*/ 8165930 w 8166764"/>
                  <a:gd name="connsiteY6" fmla="*/ 7337 h 2966825"/>
                  <a:gd name="connsiteX0" fmla="*/ 8168119 w 8168953"/>
                  <a:gd name="connsiteY0" fmla="*/ 7337 h 2966682"/>
                  <a:gd name="connsiteX1" fmla="*/ 8168953 w 8168953"/>
                  <a:gd name="connsiteY1" fmla="*/ 1636654 h 2966682"/>
                  <a:gd name="connsiteX2" fmla="*/ 4129554 w 8168953"/>
                  <a:gd name="connsiteY2" fmla="*/ 2965904 h 2966682"/>
                  <a:gd name="connsiteX3" fmla="*/ 0 w 8168953"/>
                  <a:gd name="connsiteY3" fmla="*/ 1527651 h 2966682"/>
                  <a:gd name="connsiteX4" fmla="*/ 2721 w 8168953"/>
                  <a:gd name="connsiteY4" fmla="*/ 0 h 2966682"/>
                  <a:gd name="connsiteX5" fmla="*/ 4074472 w 8168953"/>
                  <a:gd name="connsiteY5" fmla="*/ 1465296 h 2966682"/>
                  <a:gd name="connsiteX6" fmla="*/ 8168119 w 8168953"/>
                  <a:gd name="connsiteY6" fmla="*/ 7337 h 2966682"/>
                  <a:gd name="connsiteX0" fmla="*/ 8168119 w 8168953"/>
                  <a:gd name="connsiteY0" fmla="*/ 7337 h 3100377"/>
                  <a:gd name="connsiteX1" fmla="*/ 8168953 w 8168953"/>
                  <a:gd name="connsiteY1" fmla="*/ 1636654 h 3100377"/>
                  <a:gd name="connsiteX2" fmla="*/ 4118520 w 8168953"/>
                  <a:gd name="connsiteY2" fmla="*/ 3099826 h 3100377"/>
                  <a:gd name="connsiteX3" fmla="*/ 0 w 8168953"/>
                  <a:gd name="connsiteY3" fmla="*/ 1527651 h 3100377"/>
                  <a:gd name="connsiteX4" fmla="*/ 2721 w 8168953"/>
                  <a:gd name="connsiteY4" fmla="*/ 0 h 3100377"/>
                  <a:gd name="connsiteX5" fmla="*/ 4074472 w 8168953"/>
                  <a:gd name="connsiteY5" fmla="*/ 1465296 h 3100377"/>
                  <a:gd name="connsiteX6" fmla="*/ 8168119 w 8168953"/>
                  <a:gd name="connsiteY6" fmla="*/ 7337 h 3100377"/>
                  <a:gd name="connsiteX0" fmla="*/ 8168119 w 8168953"/>
                  <a:gd name="connsiteY0" fmla="*/ 7337 h 3100429"/>
                  <a:gd name="connsiteX1" fmla="*/ 8168953 w 8168953"/>
                  <a:gd name="connsiteY1" fmla="*/ 1636654 h 3100429"/>
                  <a:gd name="connsiteX2" fmla="*/ 4118520 w 8168953"/>
                  <a:gd name="connsiteY2" fmla="*/ 3099826 h 3100429"/>
                  <a:gd name="connsiteX3" fmla="*/ 0 w 8168953"/>
                  <a:gd name="connsiteY3" fmla="*/ 1527651 h 3100429"/>
                  <a:gd name="connsiteX4" fmla="*/ 2721 w 8168953"/>
                  <a:gd name="connsiteY4" fmla="*/ 0 h 3100429"/>
                  <a:gd name="connsiteX5" fmla="*/ 4074472 w 8168953"/>
                  <a:gd name="connsiteY5" fmla="*/ 1465296 h 3100429"/>
                  <a:gd name="connsiteX6" fmla="*/ 8168119 w 8168953"/>
                  <a:gd name="connsiteY6" fmla="*/ 7337 h 3100429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72202 w 8166683"/>
                  <a:gd name="connsiteY5" fmla="*/ 1465296 h 3099826"/>
                  <a:gd name="connsiteX6" fmla="*/ 8165849 w 8166683"/>
                  <a:gd name="connsiteY6" fmla="*/ 7337 h 3099826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72202 w 8166683"/>
                  <a:gd name="connsiteY5" fmla="*/ 1465296 h 3099826"/>
                  <a:gd name="connsiteX6" fmla="*/ 8165849 w 8166683"/>
                  <a:gd name="connsiteY6" fmla="*/ 7337 h 3099826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61168 w 8166683"/>
                  <a:gd name="connsiteY5" fmla="*/ 1438511 h 3099826"/>
                  <a:gd name="connsiteX6" fmla="*/ 8165849 w 8166683"/>
                  <a:gd name="connsiteY6" fmla="*/ 7337 h 3099826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61168 w 8166683"/>
                  <a:gd name="connsiteY5" fmla="*/ 1438511 h 3099826"/>
                  <a:gd name="connsiteX6" fmla="*/ 8165849 w 8166683"/>
                  <a:gd name="connsiteY6" fmla="*/ 7337 h 309982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8166683" h="3099826">
                    <a:moveTo>
                      <a:pt x="8165849" y="7337"/>
                    </a:moveTo>
                    <a:lnTo>
                      <a:pt x="8166683" y="1636654"/>
                    </a:lnTo>
                    <a:cubicBezTo>
                      <a:pt x="7917761" y="2728489"/>
                      <a:pt x="5475903" y="3100137"/>
                      <a:pt x="4116250" y="3099826"/>
                    </a:cubicBezTo>
                    <a:cubicBezTo>
                      <a:pt x="2756597" y="3099515"/>
                      <a:pt x="245424" y="2744647"/>
                      <a:pt x="8764" y="1634789"/>
                    </a:cubicBezTo>
                    <a:cubicBezTo>
                      <a:pt x="11928" y="1215900"/>
                      <a:pt x="-2713" y="418889"/>
                      <a:pt x="451" y="0"/>
                    </a:cubicBezTo>
                    <a:cubicBezTo>
                      <a:pt x="385485" y="953840"/>
                      <a:pt x="2700268" y="1437288"/>
                      <a:pt x="4061168" y="1438511"/>
                    </a:cubicBezTo>
                    <a:cubicBezTo>
                      <a:pt x="5422068" y="1439734"/>
                      <a:pt x="7793228" y="1089449"/>
                      <a:pt x="8165849" y="7337"/>
                    </a:cubicBezTo>
                    <a:close/>
                  </a:path>
                </a:pathLst>
              </a:custGeom>
              <a:gradFill>
                <a:gsLst>
                  <a:gs pos="0">
                    <a:srgbClr val="E40000"/>
                  </a:gs>
                  <a:gs pos="21000">
                    <a:schemeClr val="bg1"/>
                  </a:gs>
                  <a:gs pos="51000">
                    <a:srgbClr val="ED356A"/>
                  </a:gs>
                  <a:gs pos="100000">
                    <a:srgbClr val="E40000"/>
                  </a:gs>
                </a:gsLst>
                <a:lin ang="0" scaled="0"/>
              </a:gradFill>
              <a:ln w="63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                   </a:t>
                </a:r>
              </a:p>
            </p:txBody>
          </p:sp>
          <p:sp>
            <p:nvSpPr>
              <p:cNvPr id="358" name="Oval 357">
                <a:extLst>
                  <a:ext uri="{FF2B5EF4-FFF2-40B4-BE49-F238E27FC236}">
                    <a16:creationId xmlns:a16="http://schemas.microsoft.com/office/drawing/2014/main" id="{09E25CE5-3538-A147-95F2-FE0F002533C9}"/>
                  </a:ext>
                </a:extLst>
              </p:cNvPr>
              <p:cNvSpPr/>
              <p:nvPr/>
            </p:nvSpPr>
            <p:spPr>
              <a:xfrm>
                <a:off x="7141522" y="6068702"/>
                <a:ext cx="495647" cy="168664"/>
              </a:xfrm>
              <a:prstGeom prst="ellipse">
                <a:avLst/>
              </a:prstGeom>
              <a:solidFill>
                <a:srgbClr val="FA376E"/>
              </a:solidFill>
              <a:ln w="63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              </a:t>
                </a:r>
              </a:p>
            </p:txBody>
          </p:sp>
          <p:grpSp>
            <p:nvGrpSpPr>
              <p:cNvPr id="359" name="Group 358">
                <a:extLst>
                  <a:ext uri="{FF2B5EF4-FFF2-40B4-BE49-F238E27FC236}">
                    <a16:creationId xmlns:a16="http://schemas.microsoft.com/office/drawing/2014/main" id="{B88C1E52-4F13-B54A-A8B3-B882AA5360C7}"/>
                  </a:ext>
                </a:extLst>
              </p:cNvPr>
              <p:cNvGrpSpPr/>
              <p:nvPr/>
            </p:nvGrpSpPr>
            <p:grpSpPr>
              <a:xfrm>
                <a:off x="7214834" y="6090139"/>
                <a:ext cx="348960" cy="123931"/>
                <a:chOff x="7786941" y="2884917"/>
                <a:chExt cx="897649" cy="353919"/>
              </a:xfrm>
            </p:grpSpPr>
            <p:sp>
              <p:nvSpPr>
                <p:cNvPr id="360" name="Freeform 359">
                  <a:extLst>
                    <a:ext uri="{FF2B5EF4-FFF2-40B4-BE49-F238E27FC236}">
                      <a16:creationId xmlns:a16="http://schemas.microsoft.com/office/drawing/2014/main" id="{3EA6F082-8061-C547-AAD1-5C5B16809106}"/>
                    </a:ext>
                  </a:extLst>
                </p:cNvPr>
                <p:cNvSpPr/>
                <p:nvPr/>
              </p:nvSpPr>
              <p:spPr>
                <a:xfrm>
                  <a:off x="7811770" y="2884917"/>
                  <a:ext cx="849158" cy="198115"/>
                </a:xfrm>
                <a:custGeom>
                  <a:avLst/>
                  <a:gdLst>
                    <a:gd name="connsiteX0" fmla="*/ 3725333 w 4588933"/>
                    <a:gd name="connsiteY0" fmla="*/ 0 h 1049866"/>
                    <a:gd name="connsiteX1" fmla="*/ 4588933 w 4588933"/>
                    <a:gd name="connsiteY1" fmla="*/ 270933 h 1049866"/>
                    <a:gd name="connsiteX2" fmla="*/ 3962400 w 4588933"/>
                    <a:gd name="connsiteY2" fmla="*/ 541866 h 1049866"/>
                    <a:gd name="connsiteX3" fmla="*/ 3742267 w 4588933"/>
                    <a:gd name="connsiteY3" fmla="*/ 457200 h 1049866"/>
                    <a:gd name="connsiteX4" fmla="*/ 2269067 w 4588933"/>
                    <a:gd name="connsiteY4" fmla="*/ 1049866 h 1049866"/>
                    <a:gd name="connsiteX5" fmla="*/ 880533 w 4588933"/>
                    <a:gd name="connsiteY5" fmla="*/ 457200 h 1049866"/>
                    <a:gd name="connsiteX6" fmla="*/ 592667 w 4588933"/>
                    <a:gd name="connsiteY6" fmla="*/ 541866 h 1049866"/>
                    <a:gd name="connsiteX7" fmla="*/ 0 w 4588933"/>
                    <a:gd name="connsiteY7" fmla="*/ 254000 h 1049866"/>
                    <a:gd name="connsiteX8" fmla="*/ 880533 w 4588933"/>
                    <a:gd name="connsiteY8" fmla="*/ 16933 h 1049866"/>
                    <a:gd name="connsiteX9" fmla="*/ 2302933 w 4588933"/>
                    <a:gd name="connsiteY9" fmla="*/ 626533 h 1049866"/>
                    <a:gd name="connsiteX10" fmla="*/ 3725333 w 4588933"/>
                    <a:gd name="connsiteY10" fmla="*/ 0 h 1049866"/>
                    <a:gd name="connsiteX0" fmla="*/ 3725333 w 4641485"/>
                    <a:gd name="connsiteY0" fmla="*/ 0 h 1049866"/>
                    <a:gd name="connsiteX1" fmla="*/ 4641485 w 4641485"/>
                    <a:gd name="connsiteY1" fmla="*/ 239402 h 1049866"/>
                    <a:gd name="connsiteX2" fmla="*/ 3962400 w 4641485"/>
                    <a:gd name="connsiteY2" fmla="*/ 541866 h 1049866"/>
                    <a:gd name="connsiteX3" fmla="*/ 3742267 w 4641485"/>
                    <a:gd name="connsiteY3" fmla="*/ 457200 h 1049866"/>
                    <a:gd name="connsiteX4" fmla="*/ 2269067 w 4641485"/>
                    <a:gd name="connsiteY4" fmla="*/ 1049866 h 1049866"/>
                    <a:gd name="connsiteX5" fmla="*/ 880533 w 4641485"/>
                    <a:gd name="connsiteY5" fmla="*/ 457200 h 1049866"/>
                    <a:gd name="connsiteX6" fmla="*/ 592667 w 4641485"/>
                    <a:gd name="connsiteY6" fmla="*/ 541866 h 1049866"/>
                    <a:gd name="connsiteX7" fmla="*/ 0 w 4641485"/>
                    <a:gd name="connsiteY7" fmla="*/ 254000 h 1049866"/>
                    <a:gd name="connsiteX8" fmla="*/ 880533 w 4641485"/>
                    <a:gd name="connsiteY8" fmla="*/ 16933 h 1049866"/>
                    <a:gd name="connsiteX9" fmla="*/ 2302933 w 4641485"/>
                    <a:gd name="connsiteY9" fmla="*/ 626533 h 1049866"/>
                    <a:gd name="connsiteX10" fmla="*/ 3725333 w 4641485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73798 w 4673016"/>
                    <a:gd name="connsiteY3" fmla="*/ 457200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34464 w 4673016"/>
                    <a:gd name="connsiteY9" fmla="*/ 62653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84308 w 4673016"/>
                    <a:gd name="connsiteY3" fmla="*/ 404648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34464 w 4673016"/>
                    <a:gd name="connsiteY9" fmla="*/ 62653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94818 w 4673016"/>
                    <a:gd name="connsiteY3" fmla="*/ 436179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34464 w 4673016"/>
                    <a:gd name="connsiteY9" fmla="*/ 62653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94818 w 4673016"/>
                    <a:gd name="connsiteY3" fmla="*/ 436179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23954 w 4673016"/>
                    <a:gd name="connsiteY9" fmla="*/ 61602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94818 w 4673016"/>
                    <a:gd name="connsiteY3" fmla="*/ 436179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75021 h 1049866"/>
                    <a:gd name="connsiteX8" fmla="*/ 912064 w 4673016"/>
                    <a:gd name="connsiteY8" fmla="*/ 16933 h 1049866"/>
                    <a:gd name="connsiteX9" fmla="*/ 2323954 w 4673016"/>
                    <a:gd name="connsiteY9" fmla="*/ 61602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815839 w 4673016"/>
                    <a:gd name="connsiteY3" fmla="*/ 467710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75021 h 1049866"/>
                    <a:gd name="connsiteX8" fmla="*/ 912064 w 4673016"/>
                    <a:gd name="connsiteY8" fmla="*/ 16933 h 1049866"/>
                    <a:gd name="connsiteX9" fmla="*/ 2323954 w 4673016"/>
                    <a:gd name="connsiteY9" fmla="*/ 616023 h 1049866"/>
                    <a:gd name="connsiteX10" fmla="*/ 3756864 w 4673016"/>
                    <a:gd name="connsiteY10" fmla="*/ 0 h 104986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</a:cxnLst>
                  <a:rect l="l" t="t" r="r" b="b"/>
                  <a:pathLst>
                    <a:path w="4673016" h="1049866">
                      <a:moveTo>
                        <a:pt x="3756864" y="0"/>
                      </a:moveTo>
                      <a:lnTo>
                        <a:pt x="4673016" y="239402"/>
                      </a:lnTo>
                      <a:lnTo>
                        <a:pt x="3993931" y="541866"/>
                      </a:lnTo>
                      <a:lnTo>
                        <a:pt x="3815839" y="467710"/>
                      </a:lnTo>
                      <a:lnTo>
                        <a:pt x="2300598" y="1049866"/>
                      </a:lnTo>
                      <a:lnTo>
                        <a:pt x="912064" y="457200"/>
                      </a:lnTo>
                      <a:lnTo>
                        <a:pt x="624198" y="541866"/>
                      </a:lnTo>
                      <a:lnTo>
                        <a:pt x="0" y="275021"/>
                      </a:lnTo>
                      <a:lnTo>
                        <a:pt x="912064" y="16933"/>
                      </a:lnTo>
                      <a:lnTo>
                        <a:pt x="2323954" y="616023"/>
                      </a:lnTo>
                      <a:lnTo>
                        <a:pt x="3756864" y="0"/>
                      </a:lnTo>
                      <a:close/>
                    </a:path>
                  </a:pathLst>
                </a:custGeom>
                <a:solidFill>
                  <a:srgbClr val="E40000"/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361" name="Freeform 360">
                  <a:extLst>
                    <a:ext uri="{FF2B5EF4-FFF2-40B4-BE49-F238E27FC236}">
                      <a16:creationId xmlns:a16="http://schemas.microsoft.com/office/drawing/2014/main" id="{F527C5CB-65A2-E34A-A65A-93F1139F95BB}"/>
                    </a:ext>
                  </a:extLst>
                </p:cNvPr>
                <p:cNvSpPr/>
                <p:nvPr/>
              </p:nvSpPr>
              <p:spPr>
                <a:xfrm>
                  <a:off x="8367548" y="3054383"/>
                  <a:ext cx="317042" cy="170569"/>
                </a:xfrm>
                <a:custGeom>
                  <a:avLst/>
                  <a:gdLst>
                    <a:gd name="connsiteX0" fmla="*/ 21021 w 1744718"/>
                    <a:gd name="connsiteY0" fmla="*/ 0 h 903890"/>
                    <a:gd name="connsiteX1" fmla="*/ 1744718 w 1744718"/>
                    <a:gd name="connsiteY1" fmla="*/ 693683 h 903890"/>
                    <a:gd name="connsiteX2" fmla="*/ 1145628 w 1744718"/>
                    <a:gd name="connsiteY2" fmla="*/ 903890 h 903890"/>
                    <a:gd name="connsiteX3" fmla="*/ 0 w 1744718"/>
                    <a:gd name="connsiteY3" fmla="*/ 451945 h 903890"/>
                    <a:gd name="connsiteX4" fmla="*/ 21021 w 1744718"/>
                    <a:gd name="connsiteY4" fmla="*/ 0 h 90389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744718" h="903890">
                      <a:moveTo>
                        <a:pt x="21021" y="0"/>
                      </a:moveTo>
                      <a:lnTo>
                        <a:pt x="1744718" y="693683"/>
                      </a:lnTo>
                      <a:lnTo>
                        <a:pt x="1145628" y="903890"/>
                      </a:lnTo>
                      <a:lnTo>
                        <a:pt x="0" y="451945"/>
                      </a:lnTo>
                      <a:lnTo>
                        <a:pt x="21021" y="0"/>
                      </a:lnTo>
                      <a:close/>
                    </a:path>
                  </a:pathLst>
                </a:custGeom>
                <a:solidFill>
                  <a:srgbClr val="E40000"/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362" name="Freeform 361">
                  <a:extLst>
                    <a:ext uri="{FF2B5EF4-FFF2-40B4-BE49-F238E27FC236}">
                      <a16:creationId xmlns:a16="http://schemas.microsoft.com/office/drawing/2014/main" id="{6DE3C8BD-23FE-754A-9456-20EB1F93DA16}"/>
                    </a:ext>
                  </a:extLst>
                </p:cNvPr>
                <p:cNvSpPr/>
                <p:nvPr/>
              </p:nvSpPr>
              <p:spPr>
                <a:xfrm>
                  <a:off x="7786941" y="3054383"/>
                  <a:ext cx="311312" cy="168585"/>
                </a:xfrm>
                <a:custGeom>
                  <a:avLst/>
                  <a:gdLst>
                    <a:gd name="connsiteX0" fmla="*/ 1702676 w 1713187"/>
                    <a:gd name="connsiteY0" fmla="*/ 0 h 893380"/>
                    <a:gd name="connsiteX1" fmla="*/ 1713187 w 1713187"/>
                    <a:gd name="connsiteY1" fmla="*/ 472966 h 893380"/>
                    <a:gd name="connsiteX2" fmla="*/ 578069 w 1713187"/>
                    <a:gd name="connsiteY2" fmla="*/ 893380 h 893380"/>
                    <a:gd name="connsiteX3" fmla="*/ 0 w 1713187"/>
                    <a:gd name="connsiteY3" fmla="*/ 693683 h 893380"/>
                    <a:gd name="connsiteX4" fmla="*/ 1702676 w 1713187"/>
                    <a:gd name="connsiteY4" fmla="*/ 0 h 89338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713187" h="893380">
                      <a:moveTo>
                        <a:pt x="1702676" y="0"/>
                      </a:moveTo>
                      <a:lnTo>
                        <a:pt x="1713187" y="472966"/>
                      </a:lnTo>
                      <a:lnTo>
                        <a:pt x="578069" y="893380"/>
                      </a:lnTo>
                      <a:lnTo>
                        <a:pt x="0" y="693683"/>
                      </a:lnTo>
                      <a:lnTo>
                        <a:pt x="1702676" y="0"/>
                      </a:lnTo>
                      <a:close/>
                    </a:path>
                  </a:pathLst>
                </a:custGeom>
                <a:solidFill>
                  <a:srgbClr val="E40000"/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363" name="Freeform 362">
                  <a:extLst>
                    <a:ext uri="{FF2B5EF4-FFF2-40B4-BE49-F238E27FC236}">
                      <a16:creationId xmlns:a16="http://schemas.microsoft.com/office/drawing/2014/main" id="{71C34D50-69A1-0E47-8F12-8F6635D2135B}"/>
                    </a:ext>
                  </a:extLst>
                </p:cNvPr>
                <p:cNvSpPr/>
                <p:nvPr/>
              </p:nvSpPr>
              <p:spPr>
                <a:xfrm>
                  <a:off x="7895013" y="2971083"/>
                  <a:ext cx="676892" cy="267753"/>
                </a:xfrm>
                <a:custGeom>
                  <a:avLst/>
                  <a:gdLst>
                    <a:gd name="connsiteX0" fmla="*/ 599089 w 4162096"/>
                    <a:gd name="connsiteY0" fmla="*/ 273269 h 1618593"/>
                    <a:gd name="connsiteX1" fmla="*/ 882869 w 4162096"/>
                    <a:gd name="connsiteY1" fmla="*/ 199697 h 1618593"/>
                    <a:gd name="connsiteX2" fmla="*/ 2312276 w 4162096"/>
                    <a:gd name="connsiteY2" fmla="*/ 798786 h 1618593"/>
                    <a:gd name="connsiteX3" fmla="*/ 3794234 w 4162096"/>
                    <a:gd name="connsiteY3" fmla="*/ 199697 h 1618593"/>
                    <a:gd name="connsiteX4" fmla="*/ 4014951 w 4162096"/>
                    <a:gd name="connsiteY4" fmla="*/ 273269 h 1618593"/>
                    <a:gd name="connsiteX5" fmla="*/ 3058510 w 4162096"/>
                    <a:gd name="connsiteY5" fmla="*/ 641131 h 1618593"/>
                    <a:gd name="connsiteX6" fmla="*/ 3026979 w 4162096"/>
                    <a:gd name="connsiteY6" fmla="*/ 1114097 h 1618593"/>
                    <a:gd name="connsiteX7" fmla="*/ 4162096 w 4162096"/>
                    <a:gd name="connsiteY7" fmla="*/ 1545021 h 1618593"/>
                    <a:gd name="connsiteX8" fmla="*/ 3878317 w 4162096"/>
                    <a:gd name="connsiteY8" fmla="*/ 1608083 h 1618593"/>
                    <a:gd name="connsiteX9" fmla="*/ 2301765 w 4162096"/>
                    <a:gd name="connsiteY9" fmla="*/ 945931 h 1618593"/>
                    <a:gd name="connsiteX10" fmla="*/ 693682 w 4162096"/>
                    <a:gd name="connsiteY10" fmla="*/ 1618593 h 1618593"/>
                    <a:gd name="connsiteX11" fmla="*/ 430924 w 4162096"/>
                    <a:gd name="connsiteY11" fmla="*/ 1524000 h 1618593"/>
                    <a:gd name="connsiteX12" fmla="*/ 1576551 w 4162096"/>
                    <a:gd name="connsiteY12" fmla="*/ 1082566 h 1618593"/>
                    <a:gd name="connsiteX13" fmla="*/ 1545020 w 4162096"/>
                    <a:gd name="connsiteY13" fmla="*/ 609600 h 1618593"/>
                    <a:gd name="connsiteX14" fmla="*/ 0 w 4162096"/>
                    <a:gd name="connsiteY14" fmla="*/ 0 h 1618593"/>
                    <a:gd name="connsiteX15" fmla="*/ 872358 w 4162096"/>
                    <a:gd name="connsiteY15" fmla="*/ 210207 h 1618593"/>
                    <a:gd name="connsiteX16" fmla="*/ 872358 w 4162096"/>
                    <a:gd name="connsiteY16" fmla="*/ 210207 h 1618593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441434 w 3731172"/>
                    <a:gd name="connsiteY14" fmla="*/ 10510 h 1418896"/>
                    <a:gd name="connsiteX15" fmla="*/ 441434 w 3731172"/>
                    <a:gd name="connsiteY15" fmla="*/ 10510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441434 w 3731172"/>
                    <a:gd name="connsiteY14" fmla="*/ 10510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357351 w 3731172"/>
                    <a:gd name="connsiteY14" fmla="*/ 115613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147144 w 3731172"/>
                    <a:gd name="connsiteY14" fmla="*/ 63061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20413 h 1418896"/>
                    <a:gd name="connsiteX14" fmla="*/ 147144 w 3731172"/>
                    <a:gd name="connsiteY14" fmla="*/ 63061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20413 h 1418896"/>
                    <a:gd name="connsiteX14" fmla="*/ 189185 w 3731172"/>
                    <a:gd name="connsiteY14" fmla="*/ 84081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20413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56137 w 3731172"/>
                    <a:gd name="connsiteY13" fmla="*/ 441434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45626 w 3731172"/>
                    <a:gd name="connsiteY13" fmla="*/ 451945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903890 h 1418896"/>
                    <a:gd name="connsiteX13" fmla="*/ 1145626 w 3731172"/>
                    <a:gd name="connsiteY13" fmla="*/ 451945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06565 w 3710151"/>
                    <a:gd name="connsiteY5" fmla="*/ 441434 h 1418896"/>
                    <a:gd name="connsiteX6" fmla="*/ 2575034 w 3710151"/>
                    <a:gd name="connsiteY6" fmla="*/ 914400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06565 w 3710151"/>
                    <a:gd name="connsiteY5" fmla="*/ 441434 h 1418896"/>
                    <a:gd name="connsiteX6" fmla="*/ 2606565 w 3710151"/>
                    <a:gd name="connsiteY6" fmla="*/ 924910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06565 w 3710151"/>
                    <a:gd name="connsiteY5" fmla="*/ 441434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5151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38028 w 3710151"/>
                    <a:gd name="connsiteY2" fmla="*/ 591655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38028 w 3710151"/>
                    <a:gd name="connsiteY2" fmla="*/ 591655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087434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38028 w 3710151"/>
                    <a:gd name="connsiteY2" fmla="*/ 591655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098586 w 3710151"/>
                    <a:gd name="connsiteY12" fmla="*/ 903890 h 1418896"/>
                    <a:gd name="connsiteX13" fmla="*/ 1087434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62012 w 3725019"/>
                    <a:gd name="connsiteY0" fmla="*/ 73572 h 1418896"/>
                    <a:gd name="connsiteX1" fmla="*/ 445792 w 3725019"/>
                    <a:gd name="connsiteY1" fmla="*/ 0 h 1418896"/>
                    <a:gd name="connsiteX2" fmla="*/ 1852896 w 3725019"/>
                    <a:gd name="connsiteY2" fmla="*/ 591655 h 1418896"/>
                    <a:gd name="connsiteX3" fmla="*/ 3357157 w 3725019"/>
                    <a:gd name="connsiteY3" fmla="*/ 0 h 1418896"/>
                    <a:gd name="connsiteX4" fmla="*/ 3577874 w 3725019"/>
                    <a:gd name="connsiteY4" fmla="*/ 73572 h 1418896"/>
                    <a:gd name="connsiteX5" fmla="*/ 2632585 w 3725019"/>
                    <a:gd name="connsiteY5" fmla="*/ 448868 h 1418896"/>
                    <a:gd name="connsiteX6" fmla="*/ 2625150 w 3725019"/>
                    <a:gd name="connsiteY6" fmla="*/ 902607 h 1418896"/>
                    <a:gd name="connsiteX7" fmla="*/ 3725019 w 3725019"/>
                    <a:gd name="connsiteY7" fmla="*/ 1345324 h 1418896"/>
                    <a:gd name="connsiteX8" fmla="*/ 3441240 w 3725019"/>
                    <a:gd name="connsiteY8" fmla="*/ 1408386 h 1418896"/>
                    <a:gd name="connsiteX9" fmla="*/ 1864688 w 3725019"/>
                    <a:gd name="connsiteY9" fmla="*/ 746234 h 1418896"/>
                    <a:gd name="connsiteX10" fmla="*/ 256605 w 3725019"/>
                    <a:gd name="connsiteY10" fmla="*/ 1418896 h 1418896"/>
                    <a:gd name="connsiteX11" fmla="*/ 0 w 3725019"/>
                    <a:gd name="connsiteY11" fmla="*/ 1331097 h 1418896"/>
                    <a:gd name="connsiteX12" fmla="*/ 1113454 w 3725019"/>
                    <a:gd name="connsiteY12" fmla="*/ 903890 h 1418896"/>
                    <a:gd name="connsiteX13" fmla="*/ 1102302 w 3725019"/>
                    <a:gd name="connsiteY13" fmla="*/ 451945 h 1418896"/>
                    <a:gd name="connsiteX14" fmla="*/ 183032 w 3725019"/>
                    <a:gd name="connsiteY14" fmla="*/ 84081 h 1418896"/>
                    <a:gd name="connsiteX15" fmla="*/ 162012 w 3725019"/>
                    <a:gd name="connsiteY15" fmla="*/ 73572 h 141889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</a:cxnLst>
                  <a:rect l="l" t="t" r="r" b="b"/>
                  <a:pathLst>
                    <a:path w="3725019" h="1418896">
                      <a:moveTo>
                        <a:pt x="162012" y="73572"/>
                      </a:moveTo>
                      <a:lnTo>
                        <a:pt x="445792" y="0"/>
                      </a:lnTo>
                      <a:lnTo>
                        <a:pt x="1852896" y="591655"/>
                      </a:lnTo>
                      <a:lnTo>
                        <a:pt x="3357157" y="0"/>
                      </a:lnTo>
                      <a:lnTo>
                        <a:pt x="3577874" y="73572"/>
                      </a:lnTo>
                      <a:lnTo>
                        <a:pt x="2632585" y="448868"/>
                      </a:lnTo>
                      <a:lnTo>
                        <a:pt x="2625150" y="902607"/>
                      </a:lnTo>
                      <a:lnTo>
                        <a:pt x="3725019" y="1345324"/>
                      </a:lnTo>
                      <a:lnTo>
                        <a:pt x="3441240" y="1408386"/>
                      </a:lnTo>
                      <a:lnTo>
                        <a:pt x="1864688" y="746234"/>
                      </a:lnTo>
                      <a:lnTo>
                        <a:pt x="256605" y="1418896"/>
                      </a:lnTo>
                      <a:lnTo>
                        <a:pt x="0" y="1331097"/>
                      </a:lnTo>
                      <a:lnTo>
                        <a:pt x="1113454" y="903890"/>
                      </a:lnTo>
                      <a:cubicBezTo>
                        <a:pt x="1113454" y="760249"/>
                        <a:pt x="1102302" y="595586"/>
                        <a:pt x="1102302" y="451945"/>
                      </a:cubicBezTo>
                      <a:lnTo>
                        <a:pt x="183032" y="84081"/>
                      </a:lnTo>
                      <a:cubicBezTo>
                        <a:pt x="26317" y="21019"/>
                        <a:pt x="169019" y="77075"/>
                        <a:pt x="162012" y="73572"/>
                      </a:cubicBezTo>
                      <a:close/>
                    </a:path>
                  </a:pathLst>
                </a:custGeom>
                <a:solidFill>
                  <a:srgbClr val="FFB3D3"/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p:grpSp>
        </p:grpSp>
        <p:grpSp>
          <p:nvGrpSpPr>
            <p:cNvPr id="323" name="Group 322">
              <a:extLst>
                <a:ext uri="{FF2B5EF4-FFF2-40B4-BE49-F238E27FC236}">
                  <a16:creationId xmlns:a16="http://schemas.microsoft.com/office/drawing/2014/main" id="{8E9AE0DE-57F1-DA47-841B-AF1526D27381}"/>
                </a:ext>
              </a:extLst>
            </p:cNvPr>
            <p:cNvGrpSpPr/>
            <p:nvPr/>
          </p:nvGrpSpPr>
          <p:grpSpPr>
            <a:xfrm>
              <a:off x="6131364" y="5156690"/>
              <a:ext cx="496248" cy="260542"/>
              <a:chOff x="7493876" y="2774731"/>
              <a:chExt cx="1481958" cy="894622"/>
            </a:xfrm>
          </p:grpSpPr>
          <p:sp>
            <p:nvSpPr>
              <p:cNvPr id="324" name="Freeform 323">
                <a:extLst>
                  <a:ext uri="{FF2B5EF4-FFF2-40B4-BE49-F238E27FC236}">
                    <a16:creationId xmlns:a16="http://schemas.microsoft.com/office/drawing/2014/main" id="{36B5E314-D824-564B-8B99-7428AA61BC76}"/>
                  </a:ext>
                </a:extLst>
              </p:cNvPr>
              <p:cNvSpPr/>
              <p:nvPr/>
            </p:nvSpPr>
            <p:spPr>
              <a:xfrm>
                <a:off x="7493876" y="3084399"/>
                <a:ext cx="1481958" cy="584954"/>
              </a:xfrm>
              <a:custGeom>
                <a:avLst/>
                <a:gdLst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88524 w 8187558"/>
                  <a:gd name="connsiteY5" fmla="*/ 1597573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88524 w 8187558"/>
                  <a:gd name="connsiteY5" fmla="*/ 1597573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76538 w 8176538"/>
                  <a:gd name="connsiteY0" fmla="*/ 0 h 2638097"/>
                  <a:gd name="connsiteX1" fmla="*/ 8176538 w 8176538"/>
                  <a:gd name="connsiteY1" fmla="*/ 1271752 h 2638097"/>
                  <a:gd name="connsiteX2" fmla="*/ 4088015 w 8176538"/>
                  <a:gd name="connsiteY2" fmla="*/ 2638097 h 2638097"/>
                  <a:gd name="connsiteX3" fmla="*/ 0 w 8176538"/>
                  <a:gd name="connsiteY3" fmla="*/ 1269888 h 2638097"/>
                  <a:gd name="connsiteX4" fmla="*/ 20511 w 8176538"/>
                  <a:gd name="connsiteY4" fmla="*/ 147145 h 2638097"/>
                  <a:gd name="connsiteX5" fmla="*/ 4088015 w 8176538"/>
                  <a:gd name="connsiteY5" fmla="*/ 1566042 h 2638097"/>
                  <a:gd name="connsiteX6" fmla="*/ 8176538 w 8176538"/>
                  <a:gd name="connsiteY6" fmla="*/ 0 h 2638097"/>
                  <a:gd name="connsiteX0" fmla="*/ 8176538 w 8176538"/>
                  <a:gd name="connsiteY0" fmla="*/ 0 h 2772020"/>
                  <a:gd name="connsiteX1" fmla="*/ 8176538 w 8176538"/>
                  <a:gd name="connsiteY1" fmla="*/ 1271752 h 2772020"/>
                  <a:gd name="connsiteX2" fmla="*/ 4099034 w 8176538"/>
                  <a:gd name="connsiteY2" fmla="*/ 2772020 h 2772020"/>
                  <a:gd name="connsiteX3" fmla="*/ 0 w 8176538"/>
                  <a:gd name="connsiteY3" fmla="*/ 1269888 h 2772020"/>
                  <a:gd name="connsiteX4" fmla="*/ 20511 w 8176538"/>
                  <a:gd name="connsiteY4" fmla="*/ 147145 h 2772020"/>
                  <a:gd name="connsiteX5" fmla="*/ 4088015 w 8176538"/>
                  <a:gd name="connsiteY5" fmla="*/ 1566042 h 2772020"/>
                  <a:gd name="connsiteX6" fmla="*/ 8176538 w 8176538"/>
                  <a:gd name="connsiteY6" fmla="*/ 0 h 2772020"/>
                  <a:gd name="connsiteX0" fmla="*/ 8176538 w 8176538"/>
                  <a:gd name="connsiteY0" fmla="*/ 0 h 2772339"/>
                  <a:gd name="connsiteX1" fmla="*/ 8176538 w 8176538"/>
                  <a:gd name="connsiteY1" fmla="*/ 1378890 h 2772339"/>
                  <a:gd name="connsiteX2" fmla="*/ 4099034 w 8176538"/>
                  <a:gd name="connsiteY2" fmla="*/ 2772020 h 2772339"/>
                  <a:gd name="connsiteX3" fmla="*/ 0 w 8176538"/>
                  <a:gd name="connsiteY3" fmla="*/ 1269888 h 2772339"/>
                  <a:gd name="connsiteX4" fmla="*/ 20511 w 8176538"/>
                  <a:gd name="connsiteY4" fmla="*/ 147145 h 2772339"/>
                  <a:gd name="connsiteX5" fmla="*/ 4088015 w 8176538"/>
                  <a:gd name="connsiteY5" fmla="*/ 1566042 h 2772339"/>
                  <a:gd name="connsiteX6" fmla="*/ 8176538 w 8176538"/>
                  <a:gd name="connsiteY6" fmla="*/ 0 h 2772339"/>
                  <a:gd name="connsiteX0" fmla="*/ 8176538 w 8176538"/>
                  <a:gd name="connsiteY0" fmla="*/ 0 h 2825888"/>
                  <a:gd name="connsiteX1" fmla="*/ 8176538 w 8176538"/>
                  <a:gd name="connsiteY1" fmla="*/ 1378890 h 2825888"/>
                  <a:gd name="connsiteX2" fmla="*/ 4099034 w 8176538"/>
                  <a:gd name="connsiteY2" fmla="*/ 2825590 h 2825888"/>
                  <a:gd name="connsiteX3" fmla="*/ 0 w 8176538"/>
                  <a:gd name="connsiteY3" fmla="*/ 1269888 h 2825888"/>
                  <a:gd name="connsiteX4" fmla="*/ 20511 w 8176538"/>
                  <a:gd name="connsiteY4" fmla="*/ 147145 h 2825888"/>
                  <a:gd name="connsiteX5" fmla="*/ 4088015 w 8176538"/>
                  <a:gd name="connsiteY5" fmla="*/ 1566042 h 2825888"/>
                  <a:gd name="connsiteX6" fmla="*/ 8176538 w 8176538"/>
                  <a:gd name="connsiteY6" fmla="*/ 0 h 2825888"/>
                  <a:gd name="connsiteX0" fmla="*/ 8165518 w 8165518"/>
                  <a:gd name="connsiteY0" fmla="*/ 0 h 2825606"/>
                  <a:gd name="connsiteX1" fmla="*/ 8165518 w 8165518"/>
                  <a:gd name="connsiteY1" fmla="*/ 1378890 h 2825606"/>
                  <a:gd name="connsiteX2" fmla="*/ 4088014 w 8165518"/>
                  <a:gd name="connsiteY2" fmla="*/ 2825590 h 2825606"/>
                  <a:gd name="connsiteX3" fmla="*/ 0 w 8165518"/>
                  <a:gd name="connsiteY3" fmla="*/ 1403811 h 2825606"/>
                  <a:gd name="connsiteX4" fmla="*/ 9491 w 8165518"/>
                  <a:gd name="connsiteY4" fmla="*/ 147145 h 2825606"/>
                  <a:gd name="connsiteX5" fmla="*/ 4076995 w 8165518"/>
                  <a:gd name="connsiteY5" fmla="*/ 1566042 h 2825606"/>
                  <a:gd name="connsiteX6" fmla="*/ 8165518 w 8165518"/>
                  <a:gd name="connsiteY6" fmla="*/ 0 h 2825606"/>
                  <a:gd name="connsiteX0" fmla="*/ 8165518 w 8165518"/>
                  <a:gd name="connsiteY0" fmla="*/ 0 h 2879174"/>
                  <a:gd name="connsiteX1" fmla="*/ 8165518 w 8165518"/>
                  <a:gd name="connsiteY1" fmla="*/ 1378890 h 2879174"/>
                  <a:gd name="connsiteX2" fmla="*/ 4132092 w 8165518"/>
                  <a:gd name="connsiteY2" fmla="*/ 2879159 h 2879174"/>
                  <a:gd name="connsiteX3" fmla="*/ 0 w 8165518"/>
                  <a:gd name="connsiteY3" fmla="*/ 1403811 h 2879174"/>
                  <a:gd name="connsiteX4" fmla="*/ 9491 w 8165518"/>
                  <a:gd name="connsiteY4" fmla="*/ 147145 h 2879174"/>
                  <a:gd name="connsiteX5" fmla="*/ 4076995 w 8165518"/>
                  <a:gd name="connsiteY5" fmla="*/ 1566042 h 2879174"/>
                  <a:gd name="connsiteX6" fmla="*/ 8165518 w 8165518"/>
                  <a:gd name="connsiteY6" fmla="*/ 0 h 2879174"/>
                  <a:gd name="connsiteX0" fmla="*/ 8165518 w 8176537"/>
                  <a:gd name="connsiteY0" fmla="*/ 0 h 2879410"/>
                  <a:gd name="connsiteX1" fmla="*/ 8176537 w 8176537"/>
                  <a:gd name="connsiteY1" fmla="*/ 1499420 h 2879410"/>
                  <a:gd name="connsiteX2" fmla="*/ 4132092 w 8176537"/>
                  <a:gd name="connsiteY2" fmla="*/ 2879159 h 2879410"/>
                  <a:gd name="connsiteX3" fmla="*/ 0 w 8176537"/>
                  <a:gd name="connsiteY3" fmla="*/ 1403811 h 2879410"/>
                  <a:gd name="connsiteX4" fmla="*/ 9491 w 8176537"/>
                  <a:gd name="connsiteY4" fmla="*/ 147145 h 2879410"/>
                  <a:gd name="connsiteX5" fmla="*/ 4076995 w 8176537"/>
                  <a:gd name="connsiteY5" fmla="*/ 1566042 h 2879410"/>
                  <a:gd name="connsiteX6" fmla="*/ 8165518 w 8176537"/>
                  <a:gd name="connsiteY6" fmla="*/ 0 h 2879410"/>
                  <a:gd name="connsiteX0" fmla="*/ 8165518 w 8176537"/>
                  <a:gd name="connsiteY0" fmla="*/ 0 h 2879262"/>
                  <a:gd name="connsiteX1" fmla="*/ 8176537 w 8176537"/>
                  <a:gd name="connsiteY1" fmla="*/ 1499420 h 2879262"/>
                  <a:gd name="connsiteX2" fmla="*/ 4132092 w 8176537"/>
                  <a:gd name="connsiteY2" fmla="*/ 2879159 h 2879262"/>
                  <a:gd name="connsiteX3" fmla="*/ 0 w 8176537"/>
                  <a:gd name="connsiteY3" fmla="*/ 1403811 h 2879262"/>
                  <a:gd name="connsiteX4" fmla="*/ 9491 w 8176537"/>
                  <a:gd name="connsiteY4" fmla="*/ 147145 h 2879262"/>
                  <a:gd name="connsiteX5" fmla="*/ 4076995 w 8176537"/>
                  <a:gd name="connsiteY5" fmla="*/ 1566042 h 2879262"/>
                  <a:gd name="connsiteX6" fmla="*/ 8165518 w 8176537"/>
                  <a:gd name="connsiteY6" fmla="*/ 0 h 2879262"/>
                  <a:gd name="connsiteX0" fmla="*/ 8165518 w 8176537"/>
                  <a:gd name="connsiteY0" fmla="*/ 0 h 2879163"/>
                  <a:gd name="connsiteX1" fmla="*/ 8176537 w 8176537"/>
                  <a:gd name="connsiteY1" fmla="*/ 1499420 h 2879163"/>
                  <a:gd name="connsiteX2" fmla="*/ 4132092 w 8176537"/>
                  <a:gd name="connsiteY2" fmla="*/ 2879159 h 2879163"/>
                  <a:gd name="connsiteX3" fmla="*/ 0 w 8176537"/>
                  <a:gd name="connsiteY3" fmla="*/ 1510948 h 2879163"/>
                  <a:gd name="connsiteX4" fmla="*/ 9491 w 8176537"/>
                  <a:gd name="connsiteY4" fmla="*/ 147145 h 2879163"/>
                  <a:gd name="connsiteX5" fmla="*/ 4076995 w 8176537"/>
                  <a:gd name="connsiteY5" fmla="*/ 1566042 h 2879163"/>
                  <a:gd name="connsiteX6" fmla="*/ 8165518 w 8176537"/>
                  <a:gd name="connsiteY6" fmla="*/ 0 h 2879163"/>
                  <a:gd name="connsiteX0" fmla="*/ 8165518 w 8198577"/>
                  <a:gd name="connsiteY0" fmla="*/ 0 h 2879451"/>
                  <a:gd name="connsiteX1" fmla="*/ 8198577 w 8198577"/>
                  <a:gd name="connsiteY1" fmla="*/ 1606558 h 2879451"/>
                  <a:gd name="connsiteX2" fmla="*/ 4132092 w 8198577"/>
                  <a:gd name="connsiteY2" fmla="*/ 2879159 h 2879451"/>
                  <a:gd name="connsiteX3" fmla="*/ 0 w 8198577"/>
                  <a:gd name="connsiteY3" fmla="*/ 1510948 h 2879451"/>
                  <a:gd name="connsiteX4" fmla="*/ 9491 w 8198577"/>
                  <a:gd name="connsiteY4" fmla="*/ 147145 h 2879451"/>
                  <a:gd name="connsiteX5" fmla="*/ 4076995 w 8198577"/>
                  <a:gd name="connsiteY5" fmla="*/ 1566042 h 2879451"/>
                  <a:gd name="connsiteX6" fmla="*/ 8165518 w 8198577"/>
                  <a:gd name="connsiteY6" fmla="*/ 0 h 2879451"/>
                  <a:gd name="connsiteX0" fmla="*/ 8165518 w 8165518"/>
                  <a:gd name="connsiteY0" fmla="*/ 0 h 2880066"/>
                  <a:gd name="connsiteX1" fmla="*/ 8165518 w 8165518"/>
                  <a:gd name="connsiteY1" fmla="*/ 1673520 h 2880066"/>
                  <a:gd name="connsiteX2" fmla="*/ 4132092 w 8165518"/>
                  <a:gd name="connsiteY2" fmla="*/ 2879159 h 2880066"/>
                  <a:gd name="connsiteX3" fmla="*/ 0 w 8165518"/>
                  <a:gd name="connsiteY3" fmla="*/ 1510948 h 2880066"/>
                  <a:gd name="connsiteX4" fmla="*/ 9491 w 8165518"/>
                  <a:gd name="connsiteY4" fmla="*/ 147145 h 2880066"/>
                  <a:gd name="connsiteX5" fmla="*/ 4076995 w 8165518"/>
                  <a:gd name="connsiteY5" fmla="*/ 1566042 h 2880066"/>
                  <a:gd name="connsiteX6" fmla="*/ 8165518 w 8165518"/>
                  <a:gd name="connsiteY6" fmla="*/ 0 h 2880066"/>
                  <a:gd name="connsiteX0" fmla="*/ 8156794 w 8156794"/>
                  <a:gd name="connsiteY0" fmla="*/ 0 h 2879270"/>
                  <a:gd name="connsiteX1" fmla="*/ 8156794 w 8156794"/>
                  <a:gd name="connsiteY1" fmla="*/ 1673520 h 2879270"/>
                  <a:gd name="connsiteX2" fmla="*/ 4123368 w 8156794"/>
                  <a:gd name="connsiteY2" fmla="*/ 2879159 h 2879270"/>
                  <a:gd name="connsiteX3" fmla="*/ 2295 w 8156794"/>
                  <a:gd name="connsiteY3" fmla="*/ 1618086 h 2879270"/>
                  <a:gd name="connsiteX4" fmla="*/ 767 w 8156794"/>
                  <a:gd name="connsiteY4" fmla="*/ 147145 h 2879270"/>
                  <a:gd name="connsiteX5" fmla="*/ 4068271 w 8156794"/>
                  <a:gd name="connsiteY5" fmla="*/ 1566042 h 2879270"/>
                  <a:gd name="connsiteX6" fmla="*/ 8156794 w 8156794"/>
                  <a:gd name="connsiteY6" fmla="*/ 0 h 2879270"/>
                  <a:gd name="connsiteX0" fmla="*/ 8156794 w 8156794"/>
                  <a:gd name="connsiteY0" fmla="*/ 0 h 2973000"/>
                  <a:gd name="connsiteX1" fmla="*/ 8156794 w 8156794"/>
                  <a:gd name="connsiteY1" fmla="*/ 1673520 h 2973000"/>
                  <a:gd name="connsiteX2" fmla="*/ 4134388 w 8156794"/>
                  <a:gd name="connsiteY2" fmla="*/ 2972904 h 2973000"/>
                  <a:gd name="connsiteX3" fmla="*/ 2295 w 8156794"/>
                  <a:gd name="connsiteY3" fmla="*/ 1618086 h 2973000"/>
                  <a:gd name="connsiteX4" fmla="*/ 767 w 8156794"/>
                  <a:gd name="connsiteY4" fmla="*/ 147145 h 2973000"/>
                  <a:gd name="connsiteX5" fmla="*/ 4068271 w 8156794"/>
                  <a:gd name="connsiteY5" fmla="*/ 1566042 h 2973000"/>
                  <a:gd name="connsiteX6" fmla="*/ 8156794 w 8156794"/>
                  <a:gd name="connsiteY6" fmla="*/ 0 h 2973000"/>
                  <a:gd name="connsiteX0" fmla="*/ 8156794 w 8156794"/>
                  <a:gd name="connsiteY0" fmla="*/ 0 h 2973000"/>
                  <a:gd name="connsiteX1" fmla="*/ 8156794 w 8156794"/>
                  <a:gd name="connsiteY1" fmla="*/ 1673520 h 2973000"/>
                  <a:gd name="connsiteX2" fmla="*/ 4134388 w 8156794"/>
                  <a:gd name="connsiteY2" fmla="*/ 2972904 h 2973000"/>
                  <a:gd name="connsiteX3" fmla="*/ 2295 w 8156794"/>
                  <a:gd name="connsiteY3" fmla="*/ 1618086 h 2973000"/>
                  <a:gd name="connsiteX4" fmla="*/ 767 w 8156794"/>
                  <a:gd name="connsiteY4" fmla="*/ 147145 h 2973000"/>
                  <a:gd name="connsiteX5" fmla="*/ 4068271 w 8156794"/>
                  <a:gd name="connsiteY5" fmla="*/ 1566042 h 2973000"/>
                  <a:gd name="connsiteX6" fmla="*/ 8156794 w 8156794"/>
                  <a:gd name="connsiteY6" fmla="*/ 0 h 2973000"/>
                  <a:gd name="connsiteX0" fmla="*/ 8156794 w 8156794"/>
                  <a:gd name="connsiteY0" fmla="*/ 0 h 2973000"/>
                  <a:gd name="connsiteX1" fmla="*/ 8156794 w 8156794"/>
                  <a:gd name="connsiteY1" fmla="*/ 1673520 h 2973000"/>
                  <a:gd name="connsiteX2" fmla="*/ 4134388 w 8156794"/>
                  <a:gd name="connsiteY2" fmla="*/ 2972904 h 2973000"/>
                  <a:gd name="connsiteX3" fmla="*/ 2295 w 8156794"/>
                  <a:gd name="connsiteY3" fmla="*/ 1618086 h 2973000"/>
                  <a:gd name="connsiteX4" fmla="*/ 767 w 8156794"/>
                  <a:gd name="connsiteY4" fmla="*/ 147145 h 2973000"/>
                  <a:gd name="connsiteX5" fmla="*/ 4068271 w 8156794"/>
                  <a:gd name="connsiteY5" fmla="*/ 1566042 h 2973000"/>
                  <a:gd name="connsiteX6" fmla="*/ 8156794 w 8156794"/>
                  <a:gd name="connsiteY6" fmla="*/ 0 h 2973000"/>
                  <a:gd name="connsiteX0" fmla="*/ 8156794 w 8156794"/>
                  <a:gd name="connsiteY0" fmla="*/ 0 h 2973020"/>
                  <a:gd name="connsiteX1" fmla="*/ 8156794 w 8156794"/>
                  <a:gd name="connsiteY1" fmla="*/ 1673520 h 2973020"/>
                  <a:gd name="connsiteX2" fmla="*/ 4134388 w 8156794"/>
                  <a:gd name="connsiteY2" fmla="*/ 2972904 h 2973020"/>
                  <a:gd name="connsiteX3" fmla="*/ 2295 w 8156794"/>
                  <a:gd name="connsiteY3" fmla="*/ 1618086 h 2973020"/>
                  <a:gd name="connsiteX4" fmla="*/ 767 w 8156794"/>
                  <a:gd name="connsiteY4" fmla="*/ 147145 h 2973020"/>
                  <a:gd name="connsiteX5" fmla="*/ 4068271 w 8156794"/>
                  <a:gd name="connsiteY5" fmla="*/ 1566042 h 2973020"/>
                  <a:gd name="connsiteX6" fmla="*/ 8156794 w 8156794"/>
                  <a:gd name="connsiteY6" fmla="*/ 0 h 2973020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141"/>
                  <a:gd name="connsiteX1" fmla="*/ 8156794 w 8156794"/>
                  <a:gd name="connsiteY1" fmla="*/ 1673520 h 2973141"/>
                  <a:gd name="connsiteX2" fmla="*/ 4134388 w 8156794"/>
                  <a:gd name="connsiteY2" fmla="*/ 2972904 h 2973141"/>
                  <a:gd name="connsiteX3" fmla="*/ 2295 w 8156794"/>
                  <a:gd name="connsiteY3" fmla="*/ 1618086 h 2973141"/>
                  <a:gd name="connsiteX4" fmla="*/ 767 w 8156794"/>
                  <a:gd name="connsiteY4" fmla="*/ 147145 h 2973141"/>
                  <a:gd name="connsiteX5" fmla="*/ 4068271 w 8156794"/>
                  <a:gd name="connsiteY5" fmla="*/ 1566042 h 2973141"/>
                  <a:gd name="connsiteX6" fmla="*/ 8156794 w 8156794"/>
                  <a:gd name="connsiteY6" fmla="*/ 0 h 2973141"/>
                  <a:gd name="connsiteX0" fmla="*/ 8156794 w 8156794"/>
                  <a:gd name="connsiteY0" fmla="*/ 0 h 3066827"/>
                  <a:gd name="connsiteX1" fmla="*/ 8156794 w 8156794"/>
                  <a:gd name="connsiteY1" fmla="*/ 1673520 h 3066827"/>
                  <a:gd name="connsiteX2" fmla="*/ 4123353 w 8156794"/>
                  <a:gd name="connsiteY2" fmla="*/ 3066650 h 3066827"/>
                  <a:gd name="connsiteX3" fmla="*/ 2295 w 8156794"/>
                  <a:gd name="connsiteY3" fmla="*/ 1618086 h 3066827"/>
                  <a:gd name="connsiteX4" fmla="*/ 767 w 8156794"/>
                  <a:gd name="connsiteY4" fmla="*/ 147145 h 3066827"/>
                  <a:gd name="connsiteX5" fmla="*/ 4068271 w 8156794"/>
                  <a:gd name="connsiteY5" fmla="*/ 1566042 h 3066827"/>
                  <a:gd name="connsiteX6" fmla="*/ 8156794 w 8156794"/>
                  <a:gd name="connsiteY6" fmla="*/ 0 h 3066827"/>
                  <a:gd name="connsiteX0" fmla="*/ 8123689 w 8156794"/>
                  <a:gd name="connsiteY0" fmla="*/ 0 h 2999866"/>
                  <a:gd name="connsiteX1" fmla="*/ 8156794 w 8156794"/>
                  <a:gd name="connsiteY1" fmla="*/ 1606559 h 2999866"/>
                  <a:gd name="connsiteX2" fmla="*/ 4123353 w 8156794"/>
                  <a:gd name="connsiteY2" fmla="*/ 2999689 h 2999866"/>
                  <a:gd name="connsiteX3" fmla="*/ 2295 w 8156794"/>
                  <a:gd name="connsiteY3" fmla="*/ 1551125 h 2999866"/>
                  <a:gd name="connsiteX4" fmla="*/ 767 w 8156794"/>
                  <a:gd name="connsiteY4" fmla="*/ 80184 h 2999866"/>
                  <a:gd name="connsiteX5" fmla="*/ 4068271 w 8156794"/>
                  <a:gd name="connsiteY5" fmla="*/ 1499081 h 2999866"/>
                  <a:gd name="connsiteX6" fmla="*/ 8123689 w 8156794"/>
                  <a:gd name="connsiteY6" fmla="*/ 0 h 2999866"/>
                  <a:gd name="connsiteX0" fmla="*/ 8167828 w 8167828"/>
                  <a:gd name="connsiteY0" fmla="*/ 0 h 3026651"/>
                  <a:gd name="connsiteX1" fmla="*/ 8156794 w 8167828"/>
                  <a:gd name="connsiteY1" fmla="*/ 1633344 h 3026651"/>
                  <a:gd name="connsiteX2" fmla="*/ 4123353 w 8167828"/>
                  <a:gd name="connsiteY2" fmla="*/ 3026474 h 3026651"/>
                  <a:gd name="connsiteX3" fmla="*/ 2295 w 8167828"/>
                  <a:gd name="connsiteY3" fmla="*/ 1577910 h 3026651"/>
                  <a:gd name="connsiteX4" fmla="*/ 767 w 8167828"/>
                  <a:gd name="connsiteY4" fmla="*/ 106969 h 3026651"/>
                  <a:gd name="connsiteX5" fmla="*/ 4068271 w 8167828"/>
                  <a:gd name="connsiteY5" fmla="*/ 1525866 h 3026651"/>
                  <a:gd name="connsiteX6" fmla="*/ 8167828 w 8167828"/>
                  <a:gd name="connsiteY6" fmla="*/ 0 h 3026651"/>
                  <a:gd name="connsiteX0" fmla="*/ 8167828 w 8167828"/>
                  <a:gd name="connsiteY0" fmla="*/ 0 h 3027228"/>
                  <a:gd name="connsiteX1" fmla="*/ 8145760 w 8167828"/>
                  <a:gd name="connsiteY1" fmla="*/ 1686913 h 3027228"/>
                  <a:gd name="connsiteX2" fmla="*/ 4123353 w 8167828"/>
                  <a:gd name="connsiteY2" fmla="*/ 3026474 h 3027228"/>
                  <a:gd name="connsiteX3" fmla="*/ 2295 w 8167828"/>
                  <a:gd name="connsiteY3" fmla="*/ 1577910 h 3027228"/>
                  <a:gd name="connsiteX4" fmla="*/ 767 w 8167828"/>
                  <a:gd name="connsiteY4" fmla="*/ 106969 h 3027228"/>
                  <a:gd name="connsiteX5" fmla="*/ 4068271 w 8167828"/>
                  <a:gd name="connsiteY5" fmla="*/ 1525866 h 3027228"/>
                  <a:gd name="connsiteX6" fmla="*/ 8167828 w 8167828"/>
                  <a:gd name="connsiteY6" fmla="*/ 0 h 3027228"/>
                  <a:gd name="connsiteX0" fmla="*/ 8156794 w 8156794"/>
                  <a:gd name="connsiteY0" fmla="*/ 0 h 2933483"/>
                  <a:gd name="connsiteX1" fmla="*/ 8145760 w 8156794"/>
                  <a:gd name="connsiteY1" fmla="*/ 1593168 h 2933483"/>
                  <a:gd name="connsiteX2" fmla="*/ 4123353 w 8156794"/>
                  <a:gd name="connsiteY2" fmla="*/ 2932729 h 2933483"/>
                  <a:gd name="connsiteX3" fmla="*/ 2295 w 8156794"/>
                  <a:gd name="connsiteY3" fmla="*/ 1484165 h 2933483"/>
                  <a:gd name="connsiteX4" fmla="*/ 767 w 8156794"/>
                  <a:gd name="connsiteY4" fmla="*/ 13224 h 2933483"/>
                  <a:gd name="connsiteX5" fmla="*/ 4068271 w 8156794"/>
                  <a:gd name="connsiteY5" fmla="*/ 1432121 h 2933483"/>
                  <a:gd name="connsiteX6" fmla="*/ 8156794 w 8156794"/>
                  <a:gd name="connsiteY6" fmla="*/ 0 h 2933483"/>
                  <a:gd name="connsiteX0" fmla="*/ 8156794 w 8156794"/>
                  <a:gd name="connsiteY0" fmla="*/ 0 h 2933483"/>
                  <a:gd name="connsiteX1" fmla="*/ 8145760 w 8156794"/>
                  <a:gd name="connsiteY1" fmla="*/ 1593168 h 2933483"/>
                  <a:gd name="connsiteX2" fmla="*/ 4123353 w 8156794"/>
                  <a:gd name="connsiteY2" fmla="*/ 2932729 h 2933483"/>
                  <a:gd name="connsiteX3" fmla="*/ 2295 w 8156794"/>
                  <a:gd name="connsiteY3" fmla="*/ 1484165 h 2933483"/>
                  <a:gd name="connsiteX4" fmla="*/ 767 w 8156794"/>
                  <a:gd name="connsiteY4" fmla="*/ 13224 h 2933483"/>
                  <a:gd name="connsiteX5" fmla="*/ 4068271 w 8156794"/>
                  <a:gd name="connsiteY5" fmla="*/ 1432121 h 2933483"/>
                  <a:gd name="connsiteX6" fmla="*/ 8156794 w 8156794"/>
                  <a:gd name="connsiteY6" fmla="*/ 0 h 2933483"/>
                  <a:gd name="connsiteX0" fmla="*/ 8123689 w 8145760"/>
                  <a:gd name="connsiteY0" fmla="*/ 13560 h 2920259"/>
                  <a:gd name="connsiteX1" fmla="*/ 8145760 w 8145760"/>
                  <a:gd name="connsiteY1" fmla="*/ 1579944 h 2920259"/>
                  <a:gd name="connsiteX2" fmla="*/ 4123353 w 8145760"/>
                  <a:gd name="connsiteY2" fmla="*/ 2919505 h 2920259"/>
                  <a:gd name="connsiteX3" fmla="*/ 2295 w 8145760"/>
                  <a:gd name="connsiteY3" fmla="*/ 1470941 h 2920259"/>
                  <a:gd name="connsiteX4" fmla="*/ 767 w 8145760"/>
                  <a:gd name="connsiteY4" fmla="*/ 0 h 2920259"/>
                  <a:gd name="connsiteX5" fmla="*/ 4068271 w 8145760"/>
                  <a:gd name="connsiteY5" fmla="*/ 1418897 h 2920259"/>
                  <a:gd name="connsiteX6" fmla="*/ 8123689 w 8145760"/>
                  <a:gd name="connsiteY6" fmla="*/ 13560 h 2920259"/>
                  <a:gd name="connsiteX0" fmla="*/ 8178863 w 8178863"/>
                  <a:gd name="connsiteY0" fmla="*/ 26952 h 2920259"/>
                  <a:gd name="connsiteX1" fmla="*/ 8145760 w 8178863"/>
                  <a:gd name="connsiteY1" fmla="*/ 1579944 h 2920259"/>
                  <a:gd name="connsiteX2" fmla="*/ 4123353 w 8178863"/>
                  <a:gd name="connsiteY2" fmla="*/ 2919505 h 2920259"/>
                  <a:gd name="connsiteX3" fmla="*/ 2295 w 8178863"/>
                  <a:gd name="connsiteY3" fmla="*/ 1470941 h 2920259"/>
                  <a:gd name="connsiteX4" fmla="*/ 767 w 8178863"/>
                  <a:gd name="connsiteY4" fmla="*/ 0 h 2920259"/>
                  <a:gd name="connsiteX5" fmla="*/ 4068271 w 8178863"/>
                  <a:gd name="connsiteY5" fmla="*/ 1418897 h 2920259"/>
                  <a:gd name="connsiteX6" fmla="*/ 8178863 w 8178863"/>
                  <a:gd name="connsiteY6" fmla="*/ 26952 h 2920259"/>
                  <a:gd name="connsiteX0" fmla="*/ 8167827 w 8167827"/>
                  <a:gd name="connsiteY0" fmla="*/ 40343 h 2920259"/>
                  <a:gd name="connsiteX1" fmla="*/ 8145760 w 8167827"/>
                  <a:gd name="connsiteY1" fmla="*/ 1579944 h 2920259"/>
                  <a:gd name="connsiteX2" fmla="*/ 4123353 w 8167827"/>
                  <a:gd name="connsiteY2" fmla="*/ 2919505 h 2920259"/>
                  <a:gd name="connsiteX3" fmla="*/ 2295 w 8167827"/>
                  <a:gd name="connsiteY3" fmla="*/ 1470941 h 2920259"/>
                  <a:gd name="connsiteX4" fmla="*/ 767 w 8167827"/>
                  <a:gd name="connsiteY4" fmla="*/ 0 h 2920259"/>
                  <a:gd name="connsiteX5" fmla="*/ 4068271 w 8167827"/>
                  <a:gd name="connsiteY5" fmla="*/ 1418897 h 2920259"/>
                  <a:gd name="connsiteX6" fmla="*/ 8167827 w 8167827"/>
                  <a:gd name="connsiteY6" fmla="*/ 40343 h 2920259"/>
                  <a:gd name="connsiteX0" fmla="*/ 8123687 w 8145760"/>
                  <a:gd name="connsiteY0" fmla="*/ 53735 h 2920259"/>
                  <a:gd name="connsiteX1" fmla="*/ 8145760 w 8145760"/>
                  <a:gd name="connsiteY1" fmla="*/ 1579944 h 2920259"/>
                  <a:gd name="connsiteX2" fmla="*/ 4123353 w 8145760"/>
                  <a:gd name="connsiteY2" fmla="*/ 2919505 h 2920259"/>
                  <a:gd name="connsiteX3" fmla="*/ 2295 w 8145760"/>
                  <a:gd name="connsiteY3" fmla="*/ 1470941 h 2920259"/>
                  <a:gd name="connsiteX4" fmla="*/ 767 w 8145760"/>
                  <a:gd name="connsiteY4" fmla="*/ 0 h 2920259"/>
                  <a:gd name="connsiteX5" fmla="*/ 4068271 w 8145760"/>
                  <a:gd name="connsiteY5" fmla="*/ 1418897 h 2920259"/>
                  <a:gd name="connsiteX6" fmla="*/ 8123687 w 8145760"/>
                  <a:gd name="connsiteY6" fmla="*/ 53735 h 2920259"/>
                  <a:gd name="connsiteX0" fmla="*/ 8161918 w 8161918"/>
                  <a:gd name="connsiteY0" fmla="*/ 0 h 2943855"/>
                  <a:gd name="connsiteX1" fmla="*/ 8145760 w 8161918"/>
                  <a:gd name="connsiteY1" fmla="*/ 1603540 h 2943855"/>
                  <a:gd name="connsiteX2" fmla="*/ 4123353 w 8161918"/>
                  <a:gd name="connsiteY2" fmla="*/ 2943101 h 2943855"/>
                  <a:gd name="connsiteX3" fmla="*/ 2295 w 8161918"/>
                  <a:gd name="connsiteY3" fmla="*/ 1494537 h 2943855"/>
                  <a:gd name="connsiteX4" fmla="*/ 767 w 8161918"/>
                  <a:gd name="connsiteY4" fmla="*/ 23596 h 2943855"/>
                  <a:gd name="connsiteX5" fmla="*/ 4068271 w 8161918"/>
                  <a:gd name="connsiteY5" fmla="*/ 1442493 h 2943855"/>
                  <a:gd name="connsiteX6" fmla="*/ 8161918 w 8161918"/>
                  <a:gd name="connsiteY6" fmla="*/ 0 h 2943855"/>
                  <a:gd name="connsiteX0" fmla="*/ 8144926 w 8145760"/>
                  <a:gd name="connsiteY0" fmla="*/ 43424 h 2920259"/>
                  <a:gd name="connsiteX1" fmla="*/ 8145760 w 8145760"/>
                  <a:gd name="connsiteY1" fmla="*/ 1579944 h 2920259"/>
                  <a:gd name="connsiteX2" fmla="*/ 4123353 w 8145760"/>
                  <a:gd name="connsiteY2" fmla="*/ 2919505 h 2920259"/>
                  <a:gd name="connsiteX3" fmla="*/ 2295 w 8145760"/>
                  <a:gd name="connsiteY3" fmla="*/ 1470941 h 2920259"/>
                  <a:gd name="connsiteX4" fmla="*/ 767 w 8145760"/>
                  <a:gd name="connsiteY4" fmla="*/ 0 h 2920259"/>
                  <a:gd name="connsiteX5" fmla="*/ 4068271 w 8145760"/>
                  <a:gd name="connsiteY5" fmla="*/ 1418897 h 2920259"/>
                  <a:gd name="connsiteX6" fmla="*/ 8144926 w 8145760"/>
                  <a:gd name="connsiteY6" fmla="*/ 43424 h 2920259"/>
                  <a:gd name="connsiteX0" fmla="*/ 8161918 w 8161918"/>
                  <a:gd name="connsiteY0" fmla="*/ 0 h 2959321"/>
                  <a:gd name="connsiteX1" fmla="*/ 8145760 w 8161918"/>
                  <a:gd name="connsiteY1" fmla="*/ 1619006 h 2959321"/>
                  <a:gd name="connsiteX2" fmla="*/ 4123353 w 8161918"/>
                  <a:gd name="connsiteY2" fmla="*/ 2958567 h 2959321"/>
                  <a:gd name="connsiteX3" fmla="*/ 2295 w 8161918"/>
                  <a:gd name="connsiteY3" fmla="*/ 1510003 h 2959321"/>
                  <a:gd name="connsiteX4" fmla="*/ 767 w 8161918"/>
                  <a:gd name="connsiteY4" fmla="*/ 39062 h 2959321"/>
                  <a:gd name="connsiteX5" fmla="*/ 4068271 w 8161918"/>
                  <a:gd name="connsiteY5" fmla="*/ 1457959 h 2959321"/>
                  <a:gd name="connsiteX6" fmla="*/ 8161918 w 8161918"/>
                  <a:gd name="connsiteY6" fmla="*/ 0 h 2959321"/>
                  <a:gd name="connsiteX0" fmla="*/ 8161918 w 8162752"/>
                  <a:gd name="connsiteY0" fmla="*/ 0 h 2959488"/>
                  <a:gd name="connsiteX1" fmla="*/ 8162752 w 8162752"/>
                  <a:gd name="connsiteY1" fmla="*/ 1629317 h 2959488"/>
                  <a:gd name="connsiteX2" fmla="*/ 4123353 w 8162752"/>
                  <a:gd name="connsiteY2" fmla="*/ 2958567 h 2959488"/>
                  <a:gd name="connsiteX3" fmla="*/ 2295 w 8162752"/>
                  <a:gd name="connsiteY3" fmla="*/ 1510003 h 2959488"/>
                  <a:gd name="connsiteX4" fmla="*/ 767 w 8162752"/>
                  <a:gd name="connsiteY4" fmla="*/ 39062 h 2959488"/>
                  <a:gd name="connsiteX5" fmla="*/ 4068271 w 8162752"/>
                  <a:gd name="connsiteY5" fmla="*/ 1457959 h 2959488"/>
                  <a:gd name="connsiteX6" fmla="*/ 8161918 w 8162752"/>
                  <a:gd name="connsiteY6" fmla="*/ 0 h 2959488"/>
                  <a:gd name="connsiteX0" fmla="*/ 8165930 w 8166764"/>
                  <a:gd name="connsiteY0" fmla="*/ 7337 h 2966825"/>
                  <a:gd name="connsiteX1" fmla="*/ 8166764 w 8166764"/>
                  <a:gd name="connsiteY1" fmla="*/ 1636654 h 2966825"/>
                  <a:gd name="connsiteX2" fmla="*/ 4127365 w 8166764"/>
                  <a:gd name="connsiteY2" fmla="*/ 2965904 h 2966825"/>
                  <a:gd name="connsiteX3" fmla="*/ 6307 w 8166764"/>
                  <a:gd name="connsiteY3" fmla="*/ 1517340 h 2966825"/>
                  <a:gd name="connsiteX4" fmla="*/ 532 w 8166764"/>
                  <a:gd name="connsiteY4" fmla="*/ 0 h 2966825"/>
                  <a:gd name="connsiteX5" fmla="*/ 4072283 w 8166764"/>
                  <a:gd name="connsiteY5" fmla="*/ 1465296 h 2966825"/>
                  <a:gd name="connsiteX6" fmla="*/ 8165930 w 8166764"/>
                  <a:gd name="connsiteY6" fmla="*/ 7337 h 2966825"/>
                  <a:gd name="connsiteX0" fmla="*/ 8168119 w 8168953"/>
                  <a:gd name="connsiteY0" fmla="*/ 7337 h 2966682"/>
                  <a:gd name="connsiteX1" fmla="*/ 8168953 w 8168953"/>
                  <a:gd name="connsiteY1" fmla="*/ 1636654 h 2966682"/>
                  <a:gd name="connsiteX2" fmla="*/ 4129554 w 8168953"/>
                  <a:gd name="connsiteY2" fmla="*/ 2965904 h 2966682"/>
                  <a:gd name="connsiteX3" fmla="*/ 0 w 8168953"/>
                  <a:gd name="connsiteY3" fmla="*/ 1527651 h 2966682"/>
                  <a:gd name="connsiteX4" fmla="*/ 2721 w 8168953"/>
                  <a:gd name="connsiteY4" fmla="*/ 0 h 2966682"/>
                  <a:gd name="connsiteX5" fmla="*/ 4074472 w 8168953"/>
                  <a:gd name="connsiteY5" fmla="*/ 1465296 h 2966682"/>
                  <a:gd name="connsiteX6" fmla="*/ 8168119 w 8168953"/>
                  <a:gd name="connsiteY6" fmla="*/ 7337 h 2966682"/>
                  <a:gd name="connsiteX0" fmla="*/ 8168119 w 8168953"/>
                  <a:gd name="connsiteY0" fmla="*/ 7337 h 3100377"/>
                  <a:gd name="connsiteX1" fmla="*/ 8168953 w 8168953"/>
                  <a:gd name="connsiteY1" fmla="*/ 1636654 h 3100377"/>
                  <a:gd name="connsiteX2" fmla="*/ 4118520 w 8168953"/>
                  <a:gd name="connsiteY2" fmla="*/ 3099826 h 3100377"/>
                  <a:gd name="connsiteX3" fmla="*/ 0 w 8168953"/>
                  <a:gd name="connsiteY3" fmla="*/ 1527651 h 3100377"/>
                  <a:gd name="connsiteX4" fmla="*/ 2721 w 8168953"/>
                  <a:gd name="connsiteY4" fmla="*/ 0 h 3100377"/>
                  <a:gd name="connsiteX5" fmla="*/ 4074472 w 8168953"/>
                  <a:gd name="connsiteY5" fmla="*/ 1465296 h 3100377"/>
                  <a:gd name="connsiteX6" fmla="*/ 8168119 w 8168953"/>
                  <a:gd name="connsiteY6" fmla="*/ 7337 h 3100377"/>
                  <a:gd name="connsiteX0" fmla="*/ 8168119 w 8168953"/>
                  <a:gd name="connsiteY0" fmla="*/ 7337 h 3100429"/>
                  <a:gd name="connsiteX1" fmla="*/ 8168953 w 8168953"/>
                  <a:gd name="connsiteY1" fmla="*/ 1636654 h 3100429"/>
                  <a:gd name="connsiteX2" fmla="*/ 4118520 w 8168953"/>
                  <a:gd name="connsiteY2" fmla="*/ 3099826 h 3100429"/>
                  <a:gd name="connsiteX3" fmla="*/ 0 w 8168953"/>
                  <a:gd name="connsiteY3" fmla="*/ 1527651 h 3100429"/>
                  <a:gd name="connsiteX4" fmla="*/ 2721 w 8168953"/>
                  <a:gd name="connsiteY4" fmla="*/ 0 h 3100429"/>
                  <a:gd name="connsiteX5" fmla="*/ 4074472 w 8168953"/>
                  <a:gd name="connsiteY5" fmla="*/ 1465296 h 3100429"/>
                  <a:gd name="connsiteX6" fmla="*/ 8168119 w 8168953"/>
                  <a:gd name="connsiteY6" fmla="*/ 7337 h 3100429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72202 w 8166683"/>
                  <a:gd name="connsiteY5" fmla="*/ 1465296 h 3099826"/>
                  <a:gd name="connsiteX6" fmla="*/ 8165849 w 8166683"/>
                  <a:gd name="connsiteY6" fmla="*/ 7337 h 3099826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72202 w 8166683"/>
                  <a:gd name="connsiteY5" fmla="*/ 1465296 h 3099826"/>
                  <a:gd name="connsiteX6" fmla="*/ 8165849 w 8166683"/>
                  <a:gd name="connsiteY6" fmla="*/ 7337 h 3099826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61168 w 8166683"/>
                  <a:gd name="connsiteY5" fmla="*/ 1438511 h 3099826"/>
                  <a:gd name="connsiteX6" fmla="*/ 8165849 w 8166683"/>
                  <a:gd name="connsiteY6" fmla="*/ 7337 h 3099826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61168 w 8166683"/>
                  <a:gd name="connsiteY5" fmla="*/ 1438511 h 3099826"/>
                  <a:gd name="connsiteX6" fmla="*/ 8165849 w 8166683"/>
                  <a:gd name="connsiteY6" fmla="*/ 7337 h 309982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8166683" h="3099826">
                    <a:moveTo>
                      <a:pt x="8165849" y="7337"/>
                    </a:moveTo>
                    <a:lnTo>
                      <a:pt x="8166683" y="1636654"/>
                    </a:lnTo>
                    <a:cubicBezTo>
                      <a:pt x="7917761" y="2728489"/>
                      <a:pt x="5475903" y="3100137"/>
                      <a:pt x="4116250" y="3099826"/>
                    </a:cubicBezTo>
                    <a:cubicBezTo>
                      <a:pt x="2756597" y="3099515"/>
                      <a:pt x="245424" y="2744647"/>
                      <a:pt x="8764" y="1634789"/>
                    </a:cubicBezTo>
                    <a:cubicBezTo>
                      <a:pt x="11928" y="1215900"/>
                      <a:pt x="-2713" y="418889"/>
                      <a:pt x="451" y="0"/>
                    </a:cubicBezTo>
                    <a:cubicBezTo>
                      <a:pt x="385485" y="953840"/>
                      <a:pt x="2700268" y="1437288"/>
                      <a:pt x="4061168" y="1438511"/>
                    </a:cubicBezTo>
                    <a:cubicBezTo>
                      <a:pt x="5422068" y="1439734"/>
                      <a:pt x="7793228" y="1089449"/>
                      <a:pt x="8165849" y="7337"/>
                    </a:cubicBezTo>
                    <a:close/>
                  </a:path>
                </a:pathLst>
              </a:custGeom>
              <a:gradFill>
                <a:gsLst>
                  <a:gs pos="0">
                    <a:srgbClr val="B8C2C9"/>
                  </a:gs>
                  <a:gs pos="21000">
                    <a:schemeClr val="bg1"/>
                  </a:gs>
                  <a:gs pos="60000">
                    <a:srgbClr val="D6DCE0"/>
                  </a:gs>
                  <a:gs pos="100000">
                    <a:srgbClr val="B8C2C9"/>
                  </a:gs>
                </a:gsLst>
                <a:lin ang="0" scaled="0"/>
              </a:gradFill>
              <a:ln w="63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                   </a:t>
                </a:r>
              </a:p>
            </p:txBody>
          </p:sp>
          <p:sp>
            <p:nvSpPr>
              <p:cNvPr id="325" name="Oval 324">
                <a:extLst>
                  <a:ext uri="{FF2B5EF4-FFF2-40B4-BE49-F238E27FC236}">
                    <a16:creationId xmlns:a16="http://schemas.microsoft.com/office/drawing/2014/main" id="{B5687DE2-7AEB-C94F-BD77-B787BED6A85B}"/>
                  </a:ext>
                </a:extLst>
              </p:cNvPr>
              <p:cNvSpPr/>
              <p:nvPr/>
            </p:nvSpPr>
            <p:spPr>
              <a:xfrm>
                <a:off x="7494729" y="2774731"/>
                <a:ext cx="1480163" cy="579140"/>
              </a:xfrm>
              <a:prstGeom prst="ellipse">
                <a:avLst/>
              </a:prstGeom>
              <a:solidFill>
                <a:srgbClr val="B8C2C9"/>
              </a:solidFill>
              <a:ln w="63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              </a:t>
                </a:r>
              </a:p>
            </p:txBody>
          </p:sp>
          <p:grpSp>
            <p:nvGrpSpPr>
              <p:cNvPr id="326" name="Group 325">
                <a:extLst>
                  <a:ext uri="{FF2B5EF4-FFF2-40B4-BE49-F238E27FC236}">
                    <a16:creationId xmlns:a16="http://schemas.microsoft.com/office/drawing/2014/main" id="{3F1D081E-C670-EB42-8157-542B25715236}"/>
                  </a:ext>
                </a:extLst>
              </p:cNvPr>
              <p:cNvGrpSpPr/>
              <p:nvPr/>
            </p:nvGrpSpPr>
            <p:grpSpPr>
              <a:xfrm>
                <a:off x="7713663" y="2848339"/>
                <a:ext cx="1042107" cy="425543"/>
                <a:chOff x="7786941" y="2884917"/>
                <a:chExt cx="897649" cy="353919"/>
              </a:xfrm>
            </p:grpSpPr>
            <p:sp>
              <p:nvSpPr>
                <p:cNvPr id="327" name="Freeform 326">
                  <a:extLst>
                    <a:ext uri="{FF2B5EF4-FFF2-40B4-BE49-F238E27FC236}">
                      <a16:creationId xmlns:a16="http://schemas.microsoft.com/office/drawing/2014/main" id="{76FD901E-7447-6044-941D-D8D53016227F}"/>
                    </a:ext>
                  </a:extLst>
                </p:cNvPr>
                <p:cNvSpPr/>
                <p:nvPr/>
              </p:nvSpPr>
              <p:spPr>
                <a:xfrm>
                  <a:off x="7811770" y="2884917"/>
                  <a:ext cx="849158" cy="198115"/>
                </a:xfrm>
                <a:custGeom>
                  <a:avLst/>
                  <a:gdLst>
                    <a:gd name="connsiteX0" fmla="*/ 3725333 w 4588933"/>
                    <a:gd name="connsiteY0" fmla="*/ 0 h 1049866"/>
                    <a:gd name="connsiteX1" fmla="*/ 4588933 w 4588933"/>
                    <a:gd name="connsiteY1" fmla="*/ 270933 h 1049866"/>
                    <a:gd name="connsiteX2" fmla="*/ 3962400 w 4588933"/>
                    <a:gd name="connsiteY2" fmla="*/ 541866 h 1049866"/>
                    <a:gd name="connsiteX3" fmla="*/ 3742267 w 4588933"/>
                    <a:gd name="connsiteY3" fmla="*/ 457200 h 1049866"/>
                    <a:gd name="connsiteX4" fmla="*/ 2269067 w 4588933"/>
                    <a:gd name="connsiteY4" fmla="*/ 1049866 h 1049866"/>
                    <a:gd name="connsiteX5" fmla="*/ 880533 w 4588933"/>
                    <a:gd name="connsiteY5" fmla="*/ 457200 h 1049866"/>
                    <a:gd name="connsiteX6" fmla="*/ 592667 w 4588933"/>
                    <a:gd name="connsiteY6" fmla="*/ 541866 h 1049866"/>
                    <a:gd name="connsiteX7" fmla="*/ 0 w 4588933"/>
                    <a:gd name="connsiteY7" fmla="*/ 254000 h 1049866"/>
                    <a:gd name="connsiteX8" fmla="*/ 880533 w 4588933"/>
                    <a:gd name="connsiteY8" fmla="*/ 16933 h 1049866"/>
                    <a:gd name="connsiteX9" fmla="*/ 2302933 w 4588933"/>
                    <a:gd name="connsiteY9" fmla="*/ 626533 h 1049866"/>
                    <a:gd name="connsiteX10" fmla="*/ 3725333 w 4588933"/>
                    <a:gd name="connsiteY10" fmla="*/ 0 h 1049866"/>
                    <a:gd name="connsiteX0" fmla="*/ 3725333 w 4641485"/>
                    <a:gd name="connsiteY0" fmla="*/ 0 h 1049866"/>
                    <a:gd name="connsiteX1" fmla="*/ 4641485 w 4641485"/>
                    <a:gd name="connsiteY1" fmla="*/ 239402 h 1049866"/>
                    <a:gd name="connsiteX2" fmla="*/ 3962400 w 4641485"/>
                    <a:gd name="connsiteY2" fmla="*/ 541866 h 1049866"/>
                    <a:gd name="connsiteX3" fmla="*/ 3742267 w 4641485"/>
                    <a:gd name="connsiteY3" fmla="*/ 457200 h 1049866"/>
                    <a:gd name="connsiteX4" fmla="*/ 2269067 w 4641485"/>
                    <a:gd name="connsiteY4" fmla="*/ 1049866 h 1049866"/>
                    <a:gd name="connsiteX5" fmla="*/ 880533 w 4641485"/>
                    <a:gd name="connsiteY5" fmla="*/ 457200 h 1049866"/>
                    <a:gd name="connsiteX6" fmla="*/ 592667 w 4641485"/>
                    <a:gd name="connsiteY6" fmla="*/ 541866 h 1049866"/>
                    <a:gd name="connsiteX7" fmla="*/ 0 w 4641485"/>
                    <a:gd name="connsiteY7" fmla="*/ 254000 h 1049866"/>
                    <a:gd name="connsiteX8" fmla="*/ 880533 w 4641485"/>
                    <a:gd name="connsiteY8" fmla="*/ 16933 h 1049866"/>
                    <a:gd name="connsiteX9" fmla="*/ 2302933 w 4641485"/>
                    <a:gd name="connsiteY9" fmla="*/ 626533 h 1049866"/>
                    <a:gd name="connsiteX10" fmla="*/ 3725333 w 4641485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73798 w 4673016"/>
                    <a:gd name="connsiteY3" fmla="*/ 457200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34464 w 4673016"/>
                    <a:gd name="connsiteY9" fmla="*/ 62653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84308 w 4673016"/>
                    <a:gd name="connsiteY3" fmla="*/ 404648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34464 w 4673016"/>
                    <a:gd name="connsiteY9" fmla="*/ 62653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94818 w 4673016"/>
                    <a:gd name="connsiteY3" fmla="*/ 436179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34464 w 4673016"/>
                    <a:gd name="connsiteY9" fmla="*/ 62653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94818 w 4673016"/>
                    <a:gd name="connsiteY3" fmla="*/ 436179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23954 w 4673016"/>
                    <a:gd name="connsiteY9" fmla="*/ 61602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94818 w 4673016"/>
                    <a:gd name="connsiteY3" fmla="*/ 436179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75021 h 1049866"/>
                    <a:gd name="connsiteX8" fmla="*/ 912064 w 4673016"/>
                    <a:gd name="connsiteY8" fmla="*/ 16933 h 1049866"/>
                    <a:gd name="connsiteX9" fmla="*/ 2323954 w 4673016"/>
                    <a:gd name="connsiteY9" fmla="*/ 61602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815839 w 4673016"/>
                    <a:gd name="connsiteY3" fmla="*/ 467710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75021 h 1049866"/>
                    <a:gd name="connsiteX8" fmla="*/ 912064 w 4673016"/>
                    <a:gd name="connsiteY8" fmla="*/ 16933 h 1049866"/>
                    <a:gd name="connsiteX9" fmla="*/ 2323954 w 4673016"/>
                    <a:gd name="connsiteY9" fmla="*/ 616023 h 1049866"/>
                    <a:gd name="connsiteX10" fmla="*/ 3756864 w 4673016"/>
                    <a:gd name="connsiteY10" fmla="*/ 0 h 104986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</a:cxnLst>
                  <a:rect l="l" t="t" r="r" b="b"/>
                  <a:pathLst>
                    <a:path w="4673016" h="1049866">
                      <a:moveTo>
                        <a:pt x="3756864" y="0"/>
                      </a:moveTo>
                      <a:lnTo>
                        <a:pt x="4673016" y="239402"/>
                      </a:lnTo>
                      <a:lnTo>
                        <a:pt x="3993931" y="541866"/>
                      </a:lnTo>
                      <a:lnTo>
                        <a:pt x="3815839" y="467710"/>
                      </a:lnTo>
                      <a:lnTo>
                        <a:pt x="2300598" y="1049866"/>
                      </a:lnTo>
                      <a:lnTo>
                        <a:pt x="912064" y="457200"/>
                      </a:lnTo>
                      <a:lnTo>
                        <a:pt x="624198" y="541866"/>
                      </a:lnTo>
                      <a:lnTo>
                        <a:pt x="0" y="275021"/>
                      </a:lnTo>
                      <a:lnTo>
                        <a:pt x="912064" y="16933"/>
                      </a:lnTo>
                      <a:lnTo>
                        <a:pt x="2323954" y="616023"/>
                      </a:lnTo>
                      <a:lnTo>
                        <a:pt x="3756864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328" name="Freeform 327">
                  <a:extLst>
                    <a:ext uri="{FF2B5EF4-FFF2-40B4-BE49-F238E27FC236}">
                      <a16:creationId xmlns:a16="http://schemas.microsoft.com/office/drawing/2014/main" id="{C65D72F4-D1BF-A743-A4CF-A3061301D2F0}"/>
                    </a:ext>
                  </a:extLst>
                </p:cNvPr>
                <p:cNvSpPr/>
                <p:nvPr/>
              </p:nvSpPr>
              <p:spPr>
                <a:xfrm>
                  <a:off x="8367548" y="3054383"/>
                  <a:ext cx="317042" cy="170569"/>
                </a:xfrm>
                <a:custGeom>
                  <a:avLst/>
                  <a:gdLst>
                    <a:gd name="connsiteX0" fmla="*/ 21021 w 1744718"/>
                    <a:gd name="connsiteY0" fmla="*/ 0 h 903890"/>
                    <a:gd name="connsiteX1" fmla="*/ 1744718 w 1744718"/>
                    <a:gd name="connsiteY1" fmla="*/ 693683 h 903890"/>
                    <a:gd name="connsiteX2" fmla="*/ 1145628 w 1744718"/>
                    <a:gd name="connsiteY2" fmla="*/ 903890 h 903890"/>
                    <a:gd name="connsiteX3" fmla="*/ 0 w 1744718"/>
                    <a:gd name="connsiteY3" fmla="*/ 451945 h 903890"/>
                    <a:gd name="connsiteX4" fmla="*/ 21021 w 1744718"/>
                    <a:gd name="connsiteY4" fmla="*/ 0 h 90389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744718" h="903890">
                      <a:moveTo>
                        <a:pt x="21021" y="0"/>
                      </a:moveTo>
                      <a:lnTo>
                        <a:pt x="1744718" y="693683"/>
                      </a:lnTo>
                      <a:lnTo>
                        <a:pt x="1145628" y="903890"/>
                      </a:lnTo>
                      <a:lnTo>
                        <a:pt x="0" y="451945"/>
                      </a:lnTo>
                      <a:lnTo>
                        <a:pt x="21021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329" name="Freeform 328">
                  <a:extLst>
                    <a:ext uri="{FF2B5EF4-FFF2-40B4-BE49-F238E27FC236}">
                      <a16:creationId xmlns:a16="http://schemas.microsoft.com/office/drawing/2014/main" id="{24042695-10E5-4D4B-8766-D9D97DE34F38}"/>
                    </a:ext>
                  </a:extLst>
                </p:cNvPr>
                <p:cNvSpPr/>
                <p:nvPr/>
              </p:nvSpPr>
              <p:spPr>
                <a:xfrm>
                  <a:off x="7786941" y="3054383"/>
                  <a:ext cx="311312" cy="168585"/>
                </a:xfrm>
                <a:custGeom>
                  <a:avLst/>
                  <a:gdLst>
                    <a:gd name="connsiteX0" fmla="*/ 1702676 w 1713187"/>
                    <a:gd name="connsiteY0" fmla="*/ 0 h 893380"/>
                    <a:gd name="connsiteX1" fmla="*/ 1713187 w 1713187"/>
                    <a:gd name="connsiteY1" fmla="*/ 472966 h 893380"/>
                    <a:gd name="connsiteX2" fmla="*/ 578069 w 1713187"/>
                    <a:gd name="connsiteY2" fmla="*/ 893380 h 893380"/>
                    <a:gd name="connsiteX3" fmla="*/ 0 w 1713187"/>
                    <a:gd name="connsiteY3" fmla="*/ 693683 h 893380"/>
                    <a:gd name="connsiteX4" fmla="*/ 1702676 w 1713187"/>
                    <a:gd name="connsiteY4" fmla="*/ 0 h 89338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713187" h="893380">
                      <a:moveTo>
                        <a:pt x="1702676" y="0"/>
                      </a:moveTo>
                      <a:lnTo>
                        <a:pt x="1713187" y="472966"/>
                      </a:lnTo>
                      <a:lnTo>
                        <a:pt x="578069" y="893380"/>
                      </a:lnTo>
                      <a:lnTo>
                        <a:pt x="0" y="693683"/>
                      </a:lnTo>
                      <a:lnTo>
                        <a:pt x="1702676" y="0"/>
                      </a:lnTo>
                      <a:close/>
                    </a:path>
                  </a:pathLst>
                </a:custGeom>
                <a:solidFill>
                  <a:srgbClr val="0000A8"/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330" name="Freeform 329">
                  <a:extLst>
                    <a:ext uri="{FF2B5EF4-FFF2-40B4-BE49-F238E27FC236}">
                      <a16:creationId xmlns:a16="http://schemas.microsoft.com/office/drawing/2014/main" id="{C8D82D6B-3965-DC48-A8D4-5025EC499BC0}"/>
                    </a:ext>
                  </a:extLst>
                </p:cNvPr>
                <p:cNvSpPr/>
                <p:nvPr/>
              </p:nvSpPr>
              <p:spPr>
                <a:xfrm>
                  <a:off x="7895013" y="2971083"/>
                  <a:ext cx="676892" cy="267753"/>
                </a:xfrm>
                <a:custGeom>
                  <a:avLst/>
                  <a:gdLst>
                    <a:gd name="connsiteX0" fmla="*/ 599089 w 4162096"/>
                    <a:gd name="connsiteY0" fmla="*/ 273269 h 1618593"/>
                    <a:gd name="connsiteX1" fmla="*/ 882869 w 4162096"/>
                    <a:gd name="connsiteY1" fmla="*/ 199697 h 1618593"/>
                    <a:gd name="connsiteX2" fmla="*/ 2312276 w 4162096"/>
                    <a:gd name="connsiteY2" fmla="*/ 798786 h 1618593"/>
                    <a:gd name="connsiteX3" fmla="*/ 3794234 w 4162096"/>
                    <a:gd name="connsiteY3" fmla="*/ 199697 h 1618593"/>
                    <a:gd name="connsiteX4" fmla="*/ 4014951 w 4162096"/>
                    <a:gd name="connsiteY4" fmla="*/ 273269 h 1618593"/>
                    <a:gd name="connsiteX5" fmla="*/ 3058510 w 4162096"/>
                    <a:gd name="connsiteY5" fmla="*/ 641131 h 1618593"/>
                    <a:gd name="connsiteX6" fmla="*/ 3026979 w 4162096"/>
                    <a:gd name="connsiteY6" fmla="*/ 1114097 h 1618593"/>
                    <a:gd name="connsiteX7" fmla="*/ 4162096 w 4162096"/>
                    <a:gd name="connsiteY7" fmla="*/ 1545021 h 1618593"/>
                    <a:gd name="connsiteX8" fmla="*/ 3878317 w 4162096"/>
                    <a:gd name="connsiteY8" fmla="*/ 1608083 h 1618593"/>
                    <a:gd name="connsiteX9" fmla="*/ 2301765 w 4162096"/>
                    <a:gd name="connsiteY9" fmla="*/ 945931 h 1618593"/>
                    <a:gd name="connsiteX10" fmla="*/ 693682 w 4162096"/>
                    <a:gd name="connsiteY10" fmla="*/ 1618593 h 1618593"/>
                    <a:gd name="connsiteX11" fmla="*/ 430924 w 4162096"/>
                    <a:gd name="connsiteY11" fmla="*/ 1524000 h 1618593"/>
                    <a:gd name="connsiteX12" fmla="*/ 1576551 w 4162096"/>
                    <a:gd name="connsiteY12" fmla="*/ 1082566 h 1618593"/>
                    <a:gd name="connsiteX13" fmla="*/ 1545020 w 4162096"/>
                    <a:gd name="connsiteY13" fmla="*/ 609600 h 1618593"/>
                    <a:gd name="connsiteX14" fmla="*/ 0 w 4162096"/>
                    <a:gd name="connsiteY14" fmla="*/ 0 h 1618593"/>
                    <a:gd name="connsiteX15" fmla="*/ 872358 w 4162096"/>
                    <a:gd name="connsiteY15" fmla="*/ 210207 h 1618593"/>
                    <a:gd name="connsiteX16" fmla="*/ 872358 w 4162096"/>
                    <a:gd name="connsiteY16" fmla="*/ 210207 h 1618593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441434 w 3731172"/>
                    <a:gd name="connsiteY14" fmla="*/ 10510 h 1418896"/>
                    <a:gd name="connsiteX15" fmla="*/ 441434 w 3731172"/>
                    <a:gd name="connsiteY15" fmla="*/ 10510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441434 w 3731172"/>
                    <a:gd name="connsiteY14" fmla="*/ 10510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357351 w 3731172"/>
                    <a:gd name="connsiteY14" fmla="*/ 115613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147144 w 3731172"/>
                    <a:gd name="connsiteY14" fmla="*/ 63061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20413 h 1418896"/>
                    <a:gd name="connsiteX14" fmla="*/ 147144 w 3731172"/>
                    <a:gd name="connsiteY14" fmla="*/ 63061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20413 h 1418896"/>
                    <a:gd name="connsiteX14" fmla="*/ 189185 w 3731172"/>
                    <a:gd name="connsiteY14" fmla="*/ 84081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20413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56137 w 3731172"/>
                    <a:gd name="connsiteY13" fmla="*/ 441434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45626 w 3731172"/>
                    <a:gd name="connsiteY13" fmla="*/ 451945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903890 h 1418896"/>
                    <a:gd name="connsiteX13" fmla="*/ 1145626 w 3731172"/>
                    <a:gd name="connsiteY13" fmla="*/ 451945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06565 w 3710151"/>
                    <a:gd name="connsiteY5" fmla="*/ 441434 h 1418896"/>
                    <a:gd name="connsiteX6" fmla="*/ 2575034 w 3710151"/>
                    <a:gd name="connsiteY6" fmla="*/ 914400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06565 w 3710151"/>
                    <a:gd name="connsiteY5" fmla="*/ 441434 h 1418896"/>
                    <a:gd name="connsiteX6" fmla="*/ 2606565 w 3710151"/>
                    <a:gd name="connsiteY6" fmla="*/ 924910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06565 w 3710151"/>
                    <a:gd name="connsiteY5" fmla="*/ 441434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5151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38028 w 3710151"/>
                    <a:gd name="connsiteY2" fmla="*/ 591655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38028 w 3710151"/>
                    <a:gd name="connsiteY2" fmla="*/ 591655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087434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38028 w 3710151"/>
                    <a:gd name="connsiteY2" fmla="*/ 591655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098586 w 3710151"/>
                    <a:gd name="connsiteY12" fmla="*/ 903890 h 1418896"/>
                    <a:gd name="connsiteX13" fmla="*/ 1087434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62012 w 3725019"/>
                    <a:gd name="connsiteY0" fmla="*/ 73572 h 1418896"/>
                    <a:gd name="connsiteX1" fmla="*/ 445792 w 3725019"/>
                    <a:gd name="connsiteY1" fmla="*/ 0 h 1418896"/>
                    <a:gd name="connsiteX2" fmla="*/ 1852896 w 3725019"/>
                    <a:gd name="connsiteY2" fmla="*/ 591655 h 1418896"/>
                    <a:gd name="connsiteX3" fmla="*/ 3357157 w 3725019"/>
                    <a:gd name="connsiteY3" fmla="*/ 0 h 1418896"/>
                    <a:gd name="connsiteX4" fmla="*/ 3577874 w 3725019"/>
                    <a:gd name="connsiteY4" fmla="*/ 73572 h 1418896"/>
                    <a:gd name="connsiteX5" fmla="*/ 2632585 w 3725019"/>
                    <a:gd name="connsiteY5" fmla="*/ 448868 h 1418896"/>
                    <a:gd name="connsiteX6" fmla="*/ 2625150 w 3725019"/>
                    <a:gd name="connsiteY6" fmla="*/ 902607 h 1418896"/>
                    <a:gd name="connsiteX7" fmla="*/ 3725019 w 3725019"/>
                    <a:gd name="connsiteY7" fmla="*/ 1345324 h 1418896"/>
                    <a:gd name="connsiteX8" fmla="*/ 3441240 w 3725019"/>
                    <a:gd name="connsiteY8" fmla="*/ 1408386 h 1418896"/>
                    <a:gd name="connsiteX9" fmla="*/ 1864688 w 3725019"/>
                    <a:gd name="connsiteY9" fmla="*/ 746234 h 1418896"/>
                    <a:gd name="connsiteX10" fmla="*/ 256605 w 3725019"/>
                    <a:gd name="connsiteY10" fmla="*/ 1418896 h 1418896"/>
                    <a:gd name="connsiteX11" fmla="*/ 0 w 3725019"/>
                    <a:gd name="connsiteY11" fmla="*/ 1331097 h 1418896"/>
                    <a:gd name="connsiteX12" fmla="*/ 1113454 w 3725019"/>
                    <a:gd name="connsiteY12" fmla="*/ 903890 h 1418896"/>
                    <a:gd name="connsiteX13" fmla="*/ 1102302 w 3725019"/>
                    <a:gd name="connsiteY13" fmla="*/ 451945 h 1418896"/>
                    <a:gd name="connsiteX14" fmla="*/ 183032 w 3725019"/>
                    <a:gd name="connsiteY14" fmla="*/ 84081 h 1418896"/>
                    <a:gd name="connsiteX15" fmla="*/ 162012 w 3725019"/>
                    <a:gd name="connsiteY15" fmla="*/ 73572 h 141889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</a:cxnLst>
                  <a:rect l="l" t="t" r="r" b="b"/>
                  <a:pathLst>
                    <a:path w="3725019" h="1418896">
                      <a:moveTo>
                        <a:pt x="162012" y="73572"/>
                      </a:moveTo>
                      <a:lnTo>
                        <a:pt x="445792" y="0"/>
                      </a:lnTo>
                      <a:lnTo>
                        <a:pt x="1852896" y="591655"/>
                      </a:lnTo>
                      <a:lnTo>
                        <a:pt x="3357157" y="0"/>
                      </a:lnTo>
                      <a:lnTo>
                        <a:pt x="3577874" y="73572"/>
                      </a:lnTo>
                      <a:lnTo>
                        <a:pt x="2632585" y="448868"/>
                      </a:lnTo>
                      <a:lnTo>
                        <a:pt x="2625150" y="902607"/>
                      </a:lnTo>
                      <a:lnTo>
                        <a:pt x="3725019" y="1345324"/>
                      </a:lnTo>
                      <a:lnTo>
                        <a:pt x="3441240" y="1408386"/>
                      </a:lnTo>
                      <a:lnTo>
                        <a:pt x="1864688" y="746234"/>
                      </a:lnTo>
                      <a:lnTo>
                        <a:pt x="256605" y="1418896"/>
                      </a:lnTo>
                      <a:lnTo>
                        <a:pt x="0" y="1331097"/>
                      </a:lnTo>
                      <a:lnTo>
                        <a:pt x="1113454" y="903890"/>
                      </a:lnTo>
                      <a:cubicBezTo>
                        <a:pt x="1113454" y="760249"/>
                        <a:pt x="1102302" y="595586"/>
                        <a:pt x="1102302" y="451945"/>
                      </a:cubicBezTo>
                      <a:lnTo>
                        <a:pt x="183032" y="84081"/>
                      </a:lnTo>
                      <a:cubicBezTo>
                        <a:pt x="26317" y="21019"/>
                        <a:pt x="169019" y="77075"/>
                        <a:pt x="162012" y="73572"/>
                      </a:cubicBezTo>
                      <a:close/>
                    </a:path>
                  </a:pathLst>
                </a:custGeom>
                <a:solidFill>
                  <a:schemeClr val="accent1">
                    <a:lumMod val="60000"/>
                    <a:lumOff val="40000"/>
                  </a:schemeClr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p:grpSp>
        </p:grpSp>
        <p:grpSp>
          <p:nvGrpSpPr>
            <p:cNvPr id="332" name="Group 331">
              <a:extLst>
                <a:ext uri="{FF2B5EF4-FFF2-40B4-BE49-F238E27FC236}">
                  <a16:creationId xmlns:a16="http://schemas.microsoft.com/office/drawing/2014/main" id="{0CFE465D-7641-7541-9496-4029B9355B5A}"/>
                </a:ext>
              </a:extLst>
            </p:cNvPr>
            <p:cNvGrpSpPr/>
            <p:nvPr/>
          </p:nvGrpSpPr>
          <p:grpSpPr>
            <a:xfrm>
              <a:off x="5122533" y="4861037"/>
              <a:ext cx="496248" cy="260542"/>
              <a:chOff x="7493876" y="2774731"/>
              <a:chExt cx="1481958" cy="894622"/>
            </a:xfrm>
          </p:grpSpPr>
          <p:sp>
            <p:nvSpPr>
              <p:cNvPr id="333" name="Freeform 332">
                <a:extLst>
                  <a:ext uri="{FF2B5EF4-FFF2-40B4-BE49-F238E27FC236}">
                    <a16:creationId xmlns:a16="http://schemas.microsoft.com/office/drawing/2014/main" id="{3B041F3E-CB88-8F4B-84D4-1214776D36EE}"/>
                  </a:ext>
                </a:extLst>
              </p:cNvPr>
              <p:cNvSpPr/>
              <p:nvPr/>
            </p:nvSpPr>
            <p:spPr>
              <a:xfrm>
                <a:off x="7493876" y="3084399"/>
                <a:ext cx="1481958" cy="584954"/>
              </a:xfrm>
              <a:custGeom>
                <a:avLst/>
                <a:gdLst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88524 w 8187558"/>
                  <a:gd name="connsiteY5" fmla="*/ 1597573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88524 w 8187558"/>
                  <a:gd name="connsiteY5" fmla="*/ 1597573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76538 w 8176538"/>
                  <a:gd name="connsiteY0" fmla="*/ 0 h 2638097"/>
                  <a:gd name="connsiteX1" fmla="*/ 8176538 w 8176538"/>
                  <a:gd name="connsiteY1" fmla="*/ 1271752 h 2638097"/>
                  <a:gd name="connsiteX2" fmla="*/ 4088015 w 8176538"/>
                  <a:gd name="connsiteY2" fmla="*/ 2638097 h 2638097"/>
                  <a:gd name="connsiteX3" fmla="*/ 0 w 8176538"/>
                  <a:gd name="connsiteY3" fmla="*/ 1269888 h 2638097"/>
                  <a:gd name="connsiteX4" fmla="*/ 20511 w 8176538"/>
                  <a:gd name="connsiteY4" fmla="*/ 147145 h 2638097"/>
                  <a:gd name="connsiteX5" fmla="*/ 4088015 w 8176538"/>
                  <a:gd name="connsiteY5" fmla="*/ 1566042 h 2638097"/>
                  <a:gd name="connsiteX6" fmla="*/ 8176538 w 8176538"/>
                  <a:gd name="connsiteY6" fmla="*/ 0 h 2638097"/>
                  <a:gd name="connsiteX0" fmla="*/ 8176538 w 8176538"/>
                  <a:gd name="connsiteY0" fmla="*/ 0 h 2772020"/>
                  <a:gd name="connsiteX1" fmla="*/ 8176538 w 8176538"/>
                  <a:gd name="connsiteY1" fmla="*/ 1271752 h 2772020"/>
                  <a:gd name="connsiteX2" fmla="*/ 4099034 w 8176538"/>
                  <a:gd name="connsiteY2" fmla="*/ 2772020 h 2772020"/>
                  <a:gd name="connsiteX3" fmla="*/ 0 w 8176538"/>
                  <a:gd name="connsiteY3" fmla="*/ 1269888 h 2772020"/>
                  <a:gd name="connsiteX4" fmla="*/ 20511 w 8176538"/>
                  <a:gd name="connsiteY4" fmla="*/ 147145 h 2772020"/>
                  <a:gd name="connsiteX5" fmla="*/ 4088015 w 8176538"/>
                  <a:gd name="connsiteY5" fmla="*/ 1566042 h 2772020"/>
                  <a:gd name="connsiteX6" fmla="*/ 8176538 w 8176538"/>
                  <a:gd name="connsiteY6" fmla="*/ 0 h 2772020"/>
                  <a:gd name="connsiteX0" fmla="*/ 8176538 w 8176538"/>
                  <a:gd name="connsiteY0" fmla="*/ 0 h 2772339"/>
                  <a:gd name="connsiteX1" fmla="*/ 8176538 w 8176538"/>
                  <a:gd name="connsiteY1" fmla="*/ 1378890 h 2772339"/>
                  <a:gd name="connsiteX2" fmla="*/ 4099034 w 8176538"/>
                  <a:gd name="connsiteY2" fmla="*/ 2772020 h 2772339"/>
                  <a:gd name="connsiteX3" fmla="*/ 0 w 8176538"/>
                  <a:gd name="connsiteY3" fmla="*/ 1269888 h 2772339"/>
                  <a:gd name="connsiteX4" fmla="*/ 20511 w 8176538"/>
                  <a:gd name="connsiteY4" fmla="*/ 147145 h 2772339"/>
                  <a:gd name="connsiteX5" fmla="*/ 4088015 w 8176538"/>
                  <a:gd name="connsiteY5" fmla="*/ 1566042 h 2772339"/>
                  <a:gd name="connsiteX6" fmla="*/ 8176538 w 8176538"/>
                  <a:gd name="connsiteY6" fmla="*/ 0 h 2772339"/>
                  <a:gd name="connsiteX0" fmla="*/ 8176538 w 8176538"/>
                  <a:gd name="connsiteY0" fmla="*/ 0 h 2825888"/>
                  <a:gd name="connsiteX1" fmla="*/ 8176538 w 8176538"/>
                  <a:gd name="connsiteY1" fmla="*/ 1378890 h 2825888"/>
                  <a:gd name="connsiteX2" fmla="*/ 4099034 w 8176538"/>
                  <a:gd name="connsiteY2" fmla="*/ 2825590 h 2825888"/>
                  <a:gd name="connsiteX3" fmla="*/ 0 w 8176538"/>
                  <a:gd name="connsiteY3" fmla="*/ 1269888 h 2825888"/>
                  <a:gd name="connsiteX4" fmla="*/ 20511 w 8176538"/>
                  <a:gd name="connsiteY4" fmla="*/ 147145 h 2825888"/>
                  <a:gd name="connsiteX5" fmla="*/ 4088015 w 8176538"/>
                  <a:gd name="connsiteY5" fmla="*/ 1566042 h 2825888"/>
                  <a:gd name="connsiteX6" fmla="*/ 8176538 w 8176538"/>
                  <a:gd name="connsiteY6" fmla="*/ 0 h 2825888"/>
                  <a:gd name="connsiteX0" fmla="*/ 8165518 w 8165518"/>
                  <a:gd name="connsiteY0" fmla="*/ 0 h 2825606"/>
                  <a:gd name="connsiteX1" fmla="*/ 8165518 w 8165518"/>
                  <a:gd name="connsiteY1" fmla="*/ 1378890 h 2825606"/>
                  <a:gd name="connsiteX2" fmla="*/ 4088014 w 8165518"/>
                  <a:gd name="connsiteY2" fmla="*/ 2825590 h 2825606"/>
                  <a:gd name="connsiteX3" fmla="*/ 0 w 8165518"/>
                  <a:gd name="connsiteY3" fmla="*/ 1403811 h 2825606"/>
                  <a:gd name="connsiteX4" fmla="*/ 9491 w 8165518"/>
                  <a:gd name="connsiteY4" fmla="*/ 147145 h 2825606"/>
                  <a:gd name="connsiteX5" fmla="*/ 4076995 w 8165518"/>
                  <a:gd name="connsiteY5" fmla="*/ 1566042 h 2825606"/>
                  <a:gd name="connsiteX6" fmla="*/ 8165518 w 8165518"/>
                  <a:gd name="connsiteY6" fmla="*/ 0 h 2825606"/>
                  <a:gd name="connsiteX0" fmla="*/ 8165518 w 8165518"/>
                  <a:gd name="connsiteY0" fmla="*/ 0 h 2879174"/>
                  <a:gd name="connsiteX1" fmla="*/ 8165518 w 8165518"/>
                  <a:gd name="connsiteY1" fmla="*/ 1378890 h 2879174"/>
                  <a:gd name="connsiteX2" fmla="*/ 4132092 w 8165518"/>
                  <a:gd name="connsiteY2" fmla="*/ 2879159 h 2879174"/>
                  <a:gd name="connsiteX3" fmla="*/ 0 w 8165518"/>
                  <a:gd name="connsiteY3" fmla="*/ 1403811 h 2879174"/>
                  <a:gd name="connsiteX4" fmla="*/ 9491 w 8165518"/>
                  <a:gd name="connsiteY4" fmla="*/ 147145 h 2879174"/>
                  <a:gd name="connsiteX5" fmla="*/ 4076995 w 8165518"/>
                  <a:gd name="connsiteY5" fmla="*/ 1566042 h 2879174"/>
                  <a:gd name="connsiteX6" fmla="*/ 8165518 w 8165518"/>
                  <a:gd name="connsiteY6" fmla="*/ 0 h 2879174"/>
                  <a:gd name="connsiteX0" fmla="*/ 8165518 w 8176537"/>
                  <a:gd name="connsiteY0" fmla="*/ 0 h 2879410"/>
                  <a:gd name="connsiteX1" fmla="*/ 8176537 w 8176537"/>
                  <a:gd name="connsiteY1" fmla="*/ 1499420 h 2879410"/>
                  <a:gd name="connsiteX2" fmla="*/ 4132092 w 8176537"/>
                  <a:gd name="connsiteY2" fmla="*/ 2879159 h 2879410"/>
                  <a:gd name="connsiteX3" fmla="*/ 0 w 8176537"/>
                  <a:gd name="connsiteY3" fmla="*/ 1403811 h 2879410"/>
                  <a:gd name="connsiteX4" fmla="*/ 9491 w 8176537"/>
                  <a:gd name="connsiteY4" fmla="*/ 147145 h 2879410"/>
                  <a:gd name="connsiteX5" fmla="*/ 4076995 w 8176537"/>
                  <a:gd name="connsiteY5" fmla="*/ 1566042 h 2879410"/>
                  <a:gd name="connsiteX6" fmla="*/ 8165518 w 8176537"/>
                  <a:gd name="connsiteY6" fmla="*/ 0 h 2879410"/>
                  <a:gd name="connsiteX0" fmla="*/ 8165518 w 8176537"/>
                  <a:gd name="connsiteY0" fmla="*/ 0 h 2879262"/>
                  <a:gd name="connsiteX1" fmla="*/ 8176537 w 8176537"/>
                  <a:gd name="connsiteY1" fmla="*/ 1499420 h 2879262"/>
                  <a:gd name="connsiteX2" fmla="*/ 4132092 w 8176537"/>
                  <a:gd name="connsiteY2" fmla="*/ 2879159 h 2879262"/>
                  <a:gd name="connsiteX3" fmla="*/ 0 w 8176537"/>
                  <a:gd name="connsiteY3" fmla="*/ 1403811 h 2879262"/>
                  <a:gd name="connsiteX4" fmla="*/ 9491 w 8176537"/>
                  <a:gd name="connsiteY4" fmla="*/ 147145 h 2879262"/>
                  <a:gd name="connsiteX5" fmla="*/ 4076995 w 8176537"/>
                  <a:gd name="connsiteY5" fmla="*/ 1566042 h 2879262"/>
                  <a:gd name="connsiteX6" fmla="*/ 8165518 w 8176537"/>
                  <a:gd name="connsiteY6" fmla="*/ 0 h 2879262"/>
                  <a:gd name="connsiteX0" fmla="*/ 8165518 w 8176537"/>
                  <a:gd name="connsiteY0" fmla="*/ 0 h 2879163"/>
                  <a:gd name="connsiteX1" fmla="*/ 8176537 w 8176537"/>
                  <a:gd name="connsiteY1" fmla="*/ 1499420 h 2879163"/>
                  <a:gd name="connsiteX2" fmla="*/ 4132092 w 8176537"/>
                  <a:gd name="connsiteY2" fmla="*/ 2879159 h 2879163"/>
                  <a:gd name="connsiteX3" fmla="*/ 0 w 8176537"/>
                  <a:gd name="connsiteY3" fmla="*/ 1510948 h 2879163"/>
                  <a:gd name="connsiteX4" fmla="*/ 9491 w 8176537"/>
                  <a:gd name="connsiteY4" fmla="*/ 147145 h 2879163"/>
                  <a:gd name="connsiteX5" fmla="*/ 4076995 w 8176537"/>
                  <a:gd name="connsiteY5" fmla="*/ 1566042 h 2879163"/>
                  <a:gd name="connsiteX6" fmla="*/ 8165518 w 8176537"/>
                  <a:gd name="connsiteY6" fmla="*/ 0 h 2879163"/>
                  <a:gd name="connsiteX0" fmla="*/ 8165518 w 8198577"/>
                  <a:gd name="connsiteY0" fmla="*/ 0 h 2879451"/>
                  <a:gd name="connsiteX1" fmla="*/ 8198577 w 8198577"/>
                  <a:gd name="connsiteY1" fmla="*/ 1606558 h 2879451"/>
                  <a:gd name="connsiteX2" fmla="*/ 4132092 w 8198577"/>
                  <a:gd name="connsiteY2" fmla="*/ 2879159 h 2879451"/>
                  <a:gd name="connsiteX3" fmla="*/ 0 w 8198577"/>
                  <a:gd name="connsiteY3" fmla="*/ 1510948 h 2879451"/>
                  <a:gd name="connsiteX4" fmla="*/ 9491 w 8198577"/>
                  <a:gd name="connsiteY4" fmla="*/ 147145 h 2879451"/>
                  <a:gd name="connsiteX5" fmla="*/ 4076995 w 8198577"/>
                  <a:gd name="connsiteY5" fmla="*/ 1566042 h 2879451"/>
                  <a:gd name="connsiteX6" fmla="*/ 8165518 w 8198577"/>
                  <a:gd name="connsiteY6" fmla="*/ 0 h 2879451"/>
                  <a:gd name="connsiteX0" fmla="*/ 8165518 w 8165518"/>
                  <a:gd name="connsiteY0" fmla="*/ 0 h 2880066"/>
                  <a:gd name="connsiteX1" fmla="*/ 8165518 w 8165518"/>
                  <a:gd name="connsiteY1" fmla="*/ 1673520 h 2880066"/>
                  <a:gd name="connsiteX2" fmla="*/ 4132092 w 8165518"/>
                  <a:gd name="connsiteY2" fmla="*/ 2879159 h 2880066"/>
                  <a:gd name="connsiteX3" fmla="*/ 0 w 8165518"/>
                  <a:gd name="connsiteY3" fmla="*/ 1510948 h 2880066"/>
                  <a:gd name="connsiteX4" fmla="*/ 9491 w 8165518"/>
                  <a:gd name="connsiteY4" fmla="*/ 147145 h 2880066"/>
                  <a:gd name="connsiteX5" fmla="*/ 4076995 w 8165518"/>
                  <a:gd name="connsiteY5" fmla="*/ 1566042 h 2880066"/>
                  <a:gd name="connsiteX6" fmla="*/ 8165518 w 8165518"/>
                  <a:gd name="connsiteY6" fmla="*/ 0 h 2880066"/>
                  <a:gd name="connsiteX0" fmla="*/ 8156794 w 8156794"/>
                  <a:gd name="connsiteY0" fmla="*/ 0 h 2879270"/>
                  <a:gd name="connsiteX1" fmla="*/ 8156794 w 8156794"/>
                  <a:gd name="connsiteY1" fmla="*/ 1673520 h 2879270"/>
                  <a:gd name="connsiteX2" fmla="*/ 4123368 w 8156794"/>
                  <a:gd name="connsiteY2" fmla="*/ 2879159 h 2879270"/>
                  <a:gd name="connsiteX3" fmla="*/ 2295 w 8156794"/>
                  <a:gd name="connsiteY3" fmla="*/ 1618086 h 2879270"/>
                  <a:gd name="connsiteX4" fmla="*/ 767 w 8156794"/>
                  <a:gd name="connsiteY4" fmla="*/ 147145 h 2879270"/>
                  <a:gd name="connsiteX5" fmla="*/ 4068271 w 8156794"/>
                  <a:gd name="connsiteY5" fmla="*/ 1566042 h 2879270"/>
                  <a:gd name="connsiteX6" fmla="*/ 8156794 w 8156794"/>
                  <a:gd name="connsiteY6" fmla="*/ 0 h 2879270"/>
                  <a:gd name="connsiteX0" fmla="*/ 8156794 w 8156794"/>
                  <a:gd name="connsiteY0" fmla="*/ 0 h 2973000"/>
                  <a:gd name="connsiteX1" fmla="*/ 8156794 w 8156794"/>
                  <a:gd name="connsiteY1" fmla="*/ 1673520 h 2973000"/>
                  <a:gd name="connsiteX2" fmla="*/ 4134388 w 8156794"/>
                  <a:gd name="connsiteY2" fmla="*/ 2972904 h 2973000"/>
                  <a:gd name="connsiteX3" fmla="*/ 2295 w 8156794"/>
                  <a:gd name="connsiteY3" fmla="*/ 1618086 h 2973000"/>
                  <a:gd name="connsiteX4" fmla="*/ 767 w 8156794"/>
                  <a:gd name="connsiteY4" fmla="*/ 147145 h 2973000"/>
                  <a:gd name="connsiteX5" fmla="*/ 4068271 w 8156794"/>
                  <a:gd name="connsiteY5" fmla="*/ 1566042 h 2973000"/>
                  <a:gd name="connsiteX6" fmla="*/ 8156794 w 8156794"/>
                  <a:gd name="connsiteY6" fmla="*/ 0 h 2973000"/>
                  <a:gd name="connsiteX0" fmla="*/ 8156794 w 8156794"/>
                  <a:gd name="connsiteY0" fmla="*/ 0 h 2973000"/>
                  <a:gd name="connsiteX1" fmla="*/ 8156794 w 8156794"/>
                  <a:gd name="connsiteY1" fmla="*/ 1673520 h 2973000"/>
                  <a:gd name="connsiteX2" fmla="*/ 4134388 w 8156794"/>
                  <a:gd name="connsiteY2" fmla="*/ 2972904 h 2973000"/>
                  <a:gd name="connsiteX3" fmla="*/ 2295 w 8156794"/>
                  <a:gd name="connsiteY3" fmla="*/ 1618086 h 2973000"/>
                  <a:gd name="connsiteX4" fmla="*/ 767 w 8156794"/>
                  <a:gd name="connsiteY4" fmla="*/ 147145 h 2973000"/>
                  <a:gd name="connsiteX5" fmla="*/ 4068271 w 8156794"/>
                  <a:gd name="connsiteY5" fmla="*/ 1566042 h 2973000"/>
                  <a:gd name="connsiteX6" fmla="*/ 8156794 w 8156794"/>
                  <a:gd name="connsiteY6" fmla="*/ 0 h 2973000"/>
                  <a:gd name="connsiteX0" fmla="*/ 8156794 w 8156794"/>
                  <a:gd name="connsiteY0" fmla="*/ 0 h 2973000"/>
                  <a:gd name="connsiteX1" fmla="*/ 8156794 w 8156794"/>
                  <a:gd name="connsiteY1" fmla="*/ 1673520 h 2973000"/>
                  <a:gd name="connsiteX2" fmla="*/ 4134388 w 8156794"/>
                  <a:gd name="connsiteY2" fmla="*/ 2972904 h 2973000"/>
                  <a:gd name="connsiteX3" fmla="*/ 2295 w 8156794"/>
                  <a:gd name="connsiteY3" fmla="*/ 1618086 h 2973000"/>
                  <a:gd name="connsiteX4" fmla="*/ 767 w 8156794"/>
                  <a:gd name="connsiteY4" fmla="*/ 147145 h 2973000"/>
                  <a:gd name="connsiteX5" fmla="*/ 4068271 w 8156794"/>
                  <a:gd name="connsiteY5" fmla="*/ 1566042 h 2973000"/>
                  <a:gd name="connsiteX6" fmla="*/ 8156794 w 8156794"/>
                  <a:gd name="connsiteY6" fmla="*/ 0 h 2973000"/>
                  <a:gd name="connsiteX0" fmla="*/ 8156794 w 8156794"/>
                  <a:gd name="connsiteY0" fmla="*/ 0 h 2973020"/>
                  <a:gd name="connsiteX1" fmla="*/ 8156794 w 8156794"/>
                  <a:gd name="connsiteY1" fmla="*/ 1673520 h 2973020"/>
                  <a:gd name="connsiteX2" fmla="*/ 4134388 w 8156794"/>
                  <a:gd name="connsiteY2" fmla="*/ 2972904 h 2973020"/>
                  <a:gd name="connsiteX3" fmla="*/ 2295 w 8156794"/>
                  <a:gd name="connsiteY3" fmla="*/ 1618086 h 2973020"/>
                  <a:gd name="connsiteX4" fmla="*/ 767 w 8156794"/>
                  <a:gd name="connsiteY4" fmla="*/ 147145 h 2973020"/>
                  <a:gd name="connsiteX5" fmla="*/ 4068271 w 8156794"/>
                  <a:gd name="connsiteY5" fmla="*/ 1566042 h 2973020"/>
                  <a:gd name="connsiteX6" fmla="*/ 8156794 w 8156794"/>
                  <a:gd name="connsiteY6" fmla="*/ 0 h 2973020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141"/>
                  <a:gd name="connsiteX1" fmla="*/ 8156794 w 8156794"/>
                  <a:gd name="connsiteY1" fmla="*/ 1673520 h 2973141"/>
                  <a:gd name="connsiteX2" fmla="*/ 4134388 w 8156794"/>
                  <a:gd name="connsiteY2" fmla="*/ 2972904 h 2973141"/>
                  <a:gd name="connsiteX3" fmla="*/ 2295 w 8156794"/>
                  <a:gd name="connsiteY3" fmla="*/ 1618086 h 2973141"/>
                  <a:gd name="connsiteX4" fmla="*/ 767 w 8156794"/>
                  <a:gd name="connsiteY4" fmla="*/ 147145 h 2973141"/>
                  <a:gd name="connsiteX5" fmla="*/ 4068271 w 8156794"/>
                  <a:gd name="connsiteY5" fmla="*/ 1566042 h 2973141"/>
                  <a:gd name="connsiteX6" fmla="*/ 8156794 w 8156794"/>
                  <a:gd name="connsiteY6" fmla="*/ 0 h 2973141"/>
                  <a:gd name="connsiteX0" fmla="*/ 8156794 w 8156794"/>
                  <a:gd name="connsiteY0" fmla="*/ 0 h 3066827"/>
                  <a:gd name="connsiteX1" fmla="*/ 8156794 w 8156794"/>
                  <a:gd name="connsiteY1" fmla="*/ 1673520 h 3066827"/>
                  <a:gd name="connsiteX2" fmla="*/ 4123353 w 8156794"/>
                  <a:gd name="connsiteY2" fmla="*/ 3066650 h 3066827"/>
                  <a:gd name="connsiteX3" fmla="*/ 2295 w 8156794"/>
                  <a:gd name="connsiteY3" fmla="*/ 1618086 h 3066827"/>
                  <a:gd name="connsiteX4" fmla="*/ 767 w 8156794"/>
                  <a:gd name="connsiteY4" fmla="*/ 147145 h 3066827"/>
                  <a:gd name="connsiteX5" fmla="*/ 4068271 w 8156794"/>
                  <a:gd name="connsiteY5" fmla="*/ 1566042 h 3066827"/>
                  <a:gd name="connsiteX6" fmla="*/ 8156794 w 8156794"/>
                  <a:gd name="connsiteY6" fmla="*/ 0 h 3066827"/>
                  <a:gd name="connsiteX0" fmla="*/ 8123689 w 8156794"/>
                  <a:gd name="connsiteY0" fmla="*/ 0 h 2999866"/>
                  <a:gd name="connsiteX1" fmla="*/ 8156794 w 8156794"/>
                  <a:gd name="connsiteY1" fmla="*/ 1606559 h 2999866"/>
                  <a:gd name="connsiteX2" fmla="*/ 4123353 w 8156794"/>
                  <a:gd name="connsiteY2" fmla="*/ 2999689 h 2999866"/>
                  <a:gd name="connsiteX3" fmla="*/ 2295 w 8156794"/>
                  <a:gd name="connsiteY3" fmla="*/ 1551125 h 2999866"/>
                  <a:gd name="connsiteX4" fmla="*/ 767 w 8156794"/>
                  <a:gd name="connsiteY4" fmla="*/ 80184 h 2999866"/>
                  <a:gd name="connsiteX5" fmla="*/ 4068271 w 8156794"/>
                  <a:gd name="connsiteY5" fmla="*/ 1499081 h 2999866"/>
                  <a:gd name="connsiteX6" fmla="*/ 8123689 w 8156794"/>
                  <a:gd name="connsiteY6" fmla="*/ 0 h 2999866"/>
                  <a:gd name="connsiteX0" fmla="*/ 8167828 w 8167828"/>
                  <a:gd name="connsiteY0" fmla="*/ 0 h 3026651"/>
                  <a:gd name="connsiteX1" fmla="*/ 8156794 w 8167828"/>
                  <a:gd name="connsiteY1" fmla="*/ 1633344 h 3026651"/>
                  <a:gd name="connsiteX2" fmla="*/ 4123353 w 8167828"/>
                  <a:gd name="connsiteY2" fmla="*/ 3026474 h 3026651"/>
                  <a:gd name="connsiteX3" fmla="*/ 2295 w 8167828"/>
                  <a:gd name="connsiteY3" fmla="*/ 1577910 h 3026651"/>
                  <a:gd name="connsiteX4" fmla="*/ 767 w 8167828"/>
                  <a:gd name="connsiteY4" fmla="*/ 106969 h 3026651"/>
                  <a:gd name="connsiteX5" fmla="*/ 4068271 w 8167828"/>
                  <a:gd name="connsiteY5" fmla="*/ 1525866 h 3026651"/>
                  <a:gd name="connsiteX6" fmla="*/ 8167828 w 8167828"/>
                  <a:gd name="connsiteY6" fmla="*/ 0 h 3026651"/>
                  <a:gd name="connsiteX0" fmla="*/ 8167828 w 8167828"/>
                  <a:gd name="connsiteY0" fmla="*/ 0 h 3027228"/>
                  <a:gd name="connsiteX1" fmla="*/ 8145760 w 8167828"/>
                  <a:gd name="connsiteY1" fmla="*/ 1686913 h 3027228"/>
                  <a:gd name="connsiteX2" fmla="*/ 4123353 w 8167828"/>
                  <a:gd name="connsiteY2" fmla="*/ 3026474 h 3027228"/>
                  <a:gd name="connsiteX3" fmla="*/ 2295 w 8167828"/>
                  <a:gd name="connsiteY3" fmla="*/ 1577910 h 3027228"/>
                  <a:gd name="connsiteX4" fmla="*/ 767 w 8167828"/>
                  <a:gd name="connsiteY4" fmla="*/ 106969 h 3027228"/>
                  <a:gd name="connsiteX5" fmla="*/ 4068271 w 8167828"/>
                  <a:gd name="connsiteY5" fmla="*/ 1525866 h 3027228"/>
                  <a:gd name="connsiteX6" fmla="*/ 8167828 w 8167828"/>
                  <a:gd name="connsiteY6" fmla="*/ 0 h 3027228"/>
                  <a:gd name="connsiteX0" fmla="*/ 8156794 w 8156794"/>
                  <a:gd name="connsiteY0" fmla="*/ 0 h 2933483"/>
                  <a:gd name="connsiteX1" fmla="*/ 8145760 w 8156794"/>
                  <a:gd name="connsiteY1" fmla="*/ 1593168 h 2933483"/>
                  <a:gd name="connsiteX2" fmla="*/ 4123353 w 8156794"/>
                  <a:gd name="connsiteY2" fmla="*/ 2932729 h 2933483"/>
                  <a:gd name="connsiteX3" fmla="*/ 2295 w 8156794"/>
                  <a:gd name="connsiteY3" fmla="*/ 1484165 h 2933483"/>
                  <a:gd name="connsiteX4" fmla="*/ 767 w 8156794"/>
                  <a:gd name="connsiteY4" fmla="*/ 13224 h 2933483"/>
                  <a:gd name="connsiteX5" fmla="*/ 4068271 w 8156794"/>
                  <a:gd name="connsiteY5" fmla="*/ 1432121 h 2933483"/>
                  <a:gd name="connsiteX6" fmla="*/ 8156794 w 8156794"/>
                  <a:gd name="connsiteY6" fmla="*/ 0 h 2933483"/>
                  <a:gd name="connsiteX0" fmla="*/ 8156794 w 8156794"/>
                  <a:gd name="connsiteY0" fmla="*/ 0 h 2933483"/>
                  <a:gd name="connsiteX1" fmla="*/ 8145760 w 8156794"/>
                  <a:gd name="connsiteY1" fmla="*/ 1593168 h 2933483"/>
                  <a:gd name="connsiteX2" fmla="*/ 4123353 w 8156794"/>
                  <a:gd name="connsiteY2" fmla="*/ 2932729 h 2933483"/>
                  <a:gd name="connsiteX3" fmla="*/ 2295 w 8156794"/>
                  <a:gd name="connsiteY3" fmla="*/ 1484165 h 2933483"/>
                  <a:gd name="connsiteX4" fmla="*/ 767 w 8156794"/>
                  <a:gd name="connsiteY4" fmla="*/ 13224 h 2933483"/>
                  <a:gd name="connsiteX5" fmla="*/ 4068271 w 8156794"/>
                  <a:gd name="connsiteY5" fmla="*/ 1432121 h 2933483"/>
                  <a:gd name="connsiteX6" fmla="*/ 8156794 w 8156794"/>
                  <a:gd name="connsiteY6" fmla="*/ 0 h 2933483"/>
                  <a:gd name="connsiteX0" fmla="*/ 8123689 w 8145760"/>
                  <a:gd name="connsiteY0" fmla="*/ 13560 h 2920259"/>
                  <a:gd name="connsiteX1" fmla="*/ 8145760 w 8145760"/>
                  <a:gd name="connsiteY1" fmla="*/ 1579944 h 2920259"/>
                  <a:gd name="connsiteX2" fmla="*/ 4123353 w 8145760"/>
                  <a:gd name="connsiteY2" fmla="*/ 2919505 h 2920259"/>
                  <a:gd name="connsiteX3" fmla="*/ 2295 w 8145760"/>
                  <a:gd name="connsiteY3" fmla="*/ 1470941 h 2920259"/>
                  <a:gd name="connsiteX4" fmla="*/ 767 w 8145760"/>
                  <a:gd name="connsiteY4" fmla="*/ 0 h 2920259"/>
                  <a:gd name="connsiteX5" fmla="*/ 4068271 w 8145760"/>
                  <a:gd name="connsiteY5" fmla="*/ 1418897 h 2920259"/>
                  <a:gd name="connsiteX6" fmla="*/ 8123689 w 8145760"/>
                  <a:gd name="connsiteY6" fmla="*/ 13560 h 2920259"/>
                  <a:gd name="connsiteX0" fmla="*/ 8178863 w 8178863"/>
                  <a:gd name="connsiteY0" fmla="*/ 26952 h 2920259"/>
                  <a:gd name="connsiteX1" fmla="*/ 8145760 w 8178863"/>
                  <a:gd name="connsiteY1" fmla="*/ 1579944 h 2920259"/>
                  <a:gd name="connsiteX2" fmla="*/ 4123353 w 8178863"/>
                  <a:gd name="connsiteY2" fmla="*/ 2919505 h 2920259"/>
                  <a:gd name="connsiteX3" fmla="*/ 2295 w 8178863"/>
                  <a:gd name="connsiteY3" fmla="*/ 1470941 h 2920259"/>
                  <a:gd name="connsiteX4" fmla="*/ 767 w 8178863"/>
                  <a:gd name="connsiteY4" fmla="*/ 0 h 2920259"/>
                  <a:gd name="connsiteX5" fmla="*/ 4068271 w 8178863"/>
                  <a:gd name="connsiteY5" fmla="*/ 1418897 h 2920259"/>
                  <a:gd name="connsiteX6" fmla="*/ 8178863 w 8178863"/>
                  <a:gd name="connsiteY6" fmla="*/ 26952 h 2920259"/>
                  <a:gd name="connsiteX0" fmla="*/ 8167827 w 8167827"/>
                  <a:gd name="connsiteY0" fmla="*/ 40343 h 2920259"/>
                  <a:gd name="connsiteX1" fmla="*/ 8145760 w 8167827"/>
                  <a:gd name="connsiteY1" fmla="*/ 1579944 h 2920259"/>
                  <a:gd name="connsiteX2" fmla="*/ 4123353 w 8167827"/>
                  <a:gd name="connsiteY2" fmla="*/ 2919505 h 2920259"/>
                  <a:gd name="connsiteX3" fmla="*/ 2295 w 8167827"/>
                  <a:gd name="connsiteY3" fmla="*/ 1470941 h 2920259"/>
                  <a:gd name="connsiteX4" fmla="*/ 767 w 8167827"/>
                  <a:gd name="connsiteY4" fmla="*/ 0 h 2920259"/>
                  <a:gd name="connsiteX5" fmla="*/ 4068271 w 8167827"/>
                  <a:gd name="connsiteY5" fmla="*/ 1418897 h 2920259"/>
                  <a:gd name="connsiteX6" fmla="*/ 8167827 w 8167827"/>
                  <a:gd name="connsiteY6" fmla="*/ 40343 h 2920259"/>
                  <a:gd name="connsiteX0" fmla="*/ 8123687 w 8145760"/>
                  <a:gd name="connsiteY0" fmla="*/ 53735 h 2920259"/>
                  <a:gd name="connsiteX1" fmla="*/ 8145760 w 8145760"/>
                  <a:gd name="connsiteY1" fmla="*/ 1579944 h 2920259"/>
                  <a:gd name="connsiteX2" fmla="*/ 4123353 w 8145760"/>
                  <a:gd name="connsiteY2" fmla="*/ 2919505 h 2920259"/>
                  <a:gd name="connsiteX3" fmla="*/ 2295 w 8145760"/>
                  <a:gd name="connsiteY3" fmla="*/ 1470941 h 2920259"/>
                  <a:gd name="connsiteX4" fmla="*/ 767 w 8145760"/>
                  <a:gd name="connsiteY4" fmla="*/ 0 h 2920259"/>
                  <a:gd name="connsiteX5" fmla="*/ 4068271 w 8145760"/>
                  <a:gd name="connsiteY5" fmla="*/ 1418897 h 2920259"/>
                  <a:gd name="connsiteX6" fmla="*/ 8123687 w 8145760"/>
                  <a:gd name="connsiteY6" fmla="*/ 53735 h 2920259"/>
                  <a:gd name="connsiteX0" fmla="*/ 8161918 w 8161918"/>
                  <a:gd name="connsiteY0" fmla="*/ 0 h 2943855"/>
                  <a:gd name="connsiteX1" fmla="*/ 8145760 w 8161918"/>
                  <a:gd name="connsiteY1" fmla="*/ 1603540 h 2943855"/>
                  <a:gd name="connsiteX2" fmla="*/ 4123353 w 8161918"/>
                  <a:gd name="connsiteY2" fmla="*/ 2943101 h 2943855"/>
                  <a:gd name="connsiteX3" fmla="*/ 2295 w 8161918"/>
                  <a:gd name="connsiteY3" fmla="*/ 1494537 h 2943855"/>
                  <a:gd name="connsiteX4" fmla="*/ 767 w 8161918"/>
                  <a:gd name="connsiteY4" fmla="*/ 23596 h 2943855"/>
                  <a:gd name="connsiteX5" fmla="*/ 4068271 w 8161918"/>
                  <a:gd name="connsiteY5" fmla="*/ 1442493 h 2943855"/>
                  <a:gd name="connsiteX6" fmla="*/ 8161918 w 8161918"/>
                  <a:gd name="connsiteY6" fmla="*/ 0 h 2943855"/>
                  <a:gd name="connsiteX0" fmla="*/ 8144926 w 8145760"/>
                  <a:gd name="connsiteY0" fmla="*/ 43424 h 2920259"/>
                  <a:gd name="connsiteX1" fmla="*/ 8145760 w 8145760"/>
                  <a:gd name="connsiteY1" fmla="*/ 1579944 h 2920259"/>
                  <a:gd name="connsiteX2" fmla="*/ 4123353 w 8145760"/>
                  <a:gd name="connsiteY2" fmla="*/ 2919505 h 2920259"/>
                  <a:gd name="connsiteX3" fmla="*/ 2295 w 8145760"/>
                  <a:gd name="connsiteY3" fmla="*/ 1470941 h 2920259"/>
                  <a:gd name="connsiteX4" fmla="*/ 767 w 8145760"/>
                  <a:gd name="connsiteY4" fmla="*/ 0 h 2920259"/>
                  <a:gd name="connsiteX5" fmla="*/ 4068271 w 8145760"/>
                  <a:gd name="connsiteY5" fmla="*/ 1418897 h 2920259"/>
                  <a:gd name="connsiteX6" fmla="*/ 8144926 w 8145760"/>
                  <a:gd name="connsiteY6" fmla="*/ 43424 h 2920259"/>
                  <a:gd name="connsiteX0" fmla="*/ 8161918 w 8161918"/>
                  <a:gd name="connsiteY0" fmla="*/ 0 h 2959321"/>
                  <a:gd name="connsiteX1" fmla="*/ 8145760 w 8161918"/>
                  <a:gd name="connsiteY1" fmla="*/ 1619006 h 2959321"/>
                  <a:gd name="connsiteX2" fmla="*/ 4123353 w 8161918"/>
                  <a:gd name="connsiteY2" fmla="*/ 2958567 h 2959321"/>
                  <a:gd name="connsiteX3" fmla="*/ 2295 w 8161918"/>
                  <a:gd name="connsiteY3" fmla="*/ 1510003 h 2959321"/>
                  <a:gd name="connsiteX4" fmla="*/ 767 w 8161918"/>
                  <a:gd name="connsiteY4" fmla="*/ 39062 h 2959321"/>
                  <a:gd name="connsiteX5" fmla="*/ 4068271 w 8161918"/>
                  <a:gd name="connsiteY5" fmla="*/ 1457959 h 2959321"/>
                  <a:gd name="connsiteX6" fmla="*/ 8161918 w 8161918"/>
                  <a:gd name="connsiteY6" fmla="*/ 0 h 2959321"/>
                  <a:gd name="connsiteX0" fmla="*/ 8161918 w 8162752"/>
                  <a:gd name="connsiteY0" fmla="*/ 0 h 2959488"/>
                  <a:gd name="connsiteX1" fmla="*/ 8162752 w 8162752"/>
                  <a:gd name="connsiteY1" fmla="*/ 1629317 h 2959488"/>
                  <a:gd name="connsiteX2" fmla="*/ 4123353 w 8162752"/>
                  <a:gd name="connsiteY2" fmla="*/ 2958567 h 2959488"/>
                  <a:gd name="connsiteX3" fmla="*/ 2295 w 8162752"/>
                  <a:gd name="connsiteY3" fmla="*/ 1510003 h 2959488"/>
                  <a:gd name="connsiteX4" fmla="*/ 767 w 8162752"/>
                  <a:gd name="connsiteY4" fmla="*/ 39062 h 2959488"/>
                  <a:gd name="connsiteX5" fmla="*/ 4068271 w 8162752"/>
                  <a:gd name="connsiteY5" fmla="*/ 1457959 h 2959488"/>
                  <a:gd name="connsiteX6" fmla="*/ 8161918 w 8162752"/>
                  <a:gd name="connsiteY6" fmla="*/ 0 h 2959488"/>
                  <a:gd name="connsiteX0" fmla="*/ 8165930 w 8166764"/>
                  <a:gd name="connsiteY0" fmla="*/ 7337 h 2966825"/>
                  <a:gd name="connsiteX1" fmla="*/ 8166764 w 8166764"/>
                  <a:gd name="connsiteY1" fmla="*/ 1636654 h 2966825"/>
                  <a:gd name="connsiteX2" fmla="*/ 4127365 w 8166764"/>
                  <a:gd name="connsiteY2" fmla="*/ 2965904 h 2966825"/>
                  <a:gd name="connsiteX3" fmla="*/ 6307 w 8166764"/>
                  <a:gd name="connsiteY3" fmla="*/ 1517340 h 2966825"/>
                  <a:gd name="connsiteX4" fmla="*/ 532 w 8166764"/>
                  <a:gd name="connsiteY4" fmla="*/ 0 h 2966825"/>
                  <a:gd name="connsiteX5" fmla="*/ 4072283 w 8166764"/>
                  <a:gd name="connsiteY5" fmla="*/ 1465296 h 2966825"/>
                  <a:gd name="connsiteX6" fmla="*/ 8165930 w 8166764"/>
                  <a:gd name="connsiteY6" fmla="*/ 7337 h 2966825"/>
                  <a:gd name="connsiteX0" fmla="*/ 8168119 w 8168953"/>
                  <a:gd name="connsiteY0" fmla="*/ 7337 h 2966682"/>
                  <a:gd name="connsiteX1" fmla="*/ 8168953 w 8168953"/>
                  <a:gd name="connsiteY1" fmla="*/ 1636654 h 2966682"/>
                  <a:gd name="connsiteX2" fmla="*/ 4129554 w 8168953"/>
                  <a:gd name="connsiteY2" fmla="*/ 2965904 h 2966682"/>
                  <a:gd name="connsiteX3" fmla="*/ 0 w 8168953"/>
                  <a:gd name="connsiteY3" fmla="*/ 1527651 h 2966682"/>
                  <a:gd name="connsiteX4" fmla="*/ 2721 w 8168953"/>
                  <a:gd name="connsiteY4" fmla="*/ 0 h 2966682"/>
                  <a:gd name="connsiteX5" fmla="*/ 4074472 w 8168953"/>
                  <a:gd name="connsiteY5" fmla="*/ 1465296 h 2966682"/>
                  <a:gd name="connsiteX6" fmla="*/ 8168119 w 8168953"/>
                  <a:gd name="connsiteY6" fmla="*/ 7337 h 2966682"/>
                  <a:gd name="connsiteX0" fmla="*/ 8168119 w 8168953"/>
                  <a:gd name="connsiteY0" fmla="*/ 7337 h 3100377"/>
                  <a:gd name="connsiteX1" fmla="*/ 8168953 w 8168953"/>
                  <a:gd name="connsiteY1" fmla="*/ 1636654 h 3100377"/>
                  <a:gd name="connsiteX2" fmla="*/ 4118520 w 8168953"/>
                  <a:gd name="connsiteY2" fmla="*/ 3099826 h 3100377"/>
                  <a:gd name="connsiteX3" fmla="*/ 0 w 8168953"/>
                  <a:gd name="connsiteY3" fmla="*/ 1527651 h 3100377"/>
                  <a:gd name="connsiteX4" fmla="*/ 2721 w 8168953"/>
                  <a:gd name="connsiteY4" fmla="*/ 0 h 3100377"/>
                  <a:gd name="connsiteX5" fmla="*/ 4074472 w 8168953"/>
                  <a:gd name="connsiteY5" fmla="*/ 1465296 h 3100377"/>
                  <a:gd name="connsiteX6" fmla="*/ 8168119 w 8168953"/>
                  <a:gd name="connsiteY6" fmla="*/ 7337 h 3100377"/>
                  <a:gd name="connsiteX0" fmla="*/ 8168119 w 8168953"/>
                  <a:gd name="connsiteY0" fmla="*/ 7337 h 3100429"/>
                  <a:gd name="connsiteX1" fmla="*/ 8168953 w 8168953"/>
                  <a:gd name="connsiteY1" fmla="*/ 1636654 h 3100429"/>
                  <a:gd name="connsiteX2" fmla="*/ 4118520 w 8168953"/>
                  <a:gd name="connsiteY2" fmla="*/ 3099826 h 3100429"/>
                  <a:gd name="connsiteX3" fmla="*/ 0 w 8168953"/>
                  <a:gd name="connsiteY3" fmla="*/ 1527651 h 3100429"/>
                  <a:gd name="connsiteX4" fmla="*/ 2721 w 8168953"/>
                  <a:gd name="connsiteY4" fmla="*/ 0 h 3100429"/>
                  <a:gd name="connsiteX5" fmla="*/ 4074472 w 8168953"/>
                  <a:gd name="connsiteY5" fmla="*/ 1465296 h 3100429"/>
                  <a:gd name="connsiteX6" fmla="*/ 8168119 w 8168953"/>
                  <a:gd name="connsiteY6" fmla="*/ 7337 h 3100429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72202 w 8166683"/>
                  <a:gd name="connsiteY5" fmla="*/ 1465296 h 3099826"/>
                  <a:gd name="connsiteX6" fmla="*/ 8165849 w 8166683"/>
                  <a:gd name="connsiteY6" fmla="*/ 7337 h 3099826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72202 w 8166683"/>
                  <a:gd name="connsiteY5" fmla="*/ 1465296 h 3099826"/>
                  <a:gd name="connsiteX6" fmla="*/ 8165849 w 8166683"/>
                  <a:gd name="connsiteY6" fmla="*/ 7337 h 3099826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61168 w 8166683"/>
                  <a:gd name="connsiteY5" fmla="*/ 1438511 h 3099826"/>
                  <a:gd name="connsiteX6" fmla="*/ 8165849 w 8166683"/>
                  <a:gd name="connsiteY6" fmla="*/ 7337 h 3099826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61168 w 8166683"/>
                  <a:gd name="connsiteY5" fmla="*/ 1438511 h 3099826"/>
                  <a:gd name="connsiteX6" fmla="*/ 8165849 w 8166683"/>
                  <a:gd name="connsiteY6" fmla="*/ 7337 h 309982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8166683" h="3099826">
                    <a:moveTo>
                      <a:pt x="8165849" y="7337"/>
                    </a:moveTo>
                    <a:lnTo>
                      <a:pt x="8166683" y="1636654"/>
                    </a:lnTo>
                    <a:cubicBezTo>
                      <a:pt x="7917761" y="2728489"/>
                      <a:pt x="5475903" y="3100137"/>
                      <a:pt x="4116250" y="3099826"/>
                    </a:cubicBezTo>
                    <a:cubicBezTo>
                      <a:pt x="2756597" y="3099515"/>
                      <a:pt x="245424" y="2744647"/>
                      <a:pt x="8764" y="1634789"/>
                    </a:cubicBezTo>
                    <a:cubicBezTo>
                      <a:pt x="11928" y="1215900"/>
                      <a:pt x="-2713" y="418889"/>
                      <a:pt x="451" y="0"/>
                    </a:cubicBezTo>
                    <a:cubicBezTo>
                      <a:pt x="385485" y="953840"/>
                      <a:pt x="2700268" y="1437288"/>
                      <a:pt x="4061168" y="1438511"/>
                    </a:cubicBezTo>
                    <a:cubicBezTo>
                      <a:pt x="5422068" y="1439734"/>
                      <a:pt x="7793228" y="1089449"/>
                      <a:pt x="8165849" y="7337"/>
                    </a:cubicBezTo>
                    <a:close/>
                  </a:path>
                </a:pathLst>
              </a:custGeom>
              <a:gradFill>
                <a:gsLst>
                  <a:gs pos="0">
                    <a:srgbClr val="B8C2C9"/>
                  </a:gs>
                  <a:gs pos="21000">
                    <a:schemeClr val="bg1"/>
                  </a:gs>
                  <a:gs pos="60000">
                    <a:srgbClr val="D6DCE0"/>
                  </a:gs>
                  <a:gs pos="100000">
                    <a:srgbClr val="B8C2C9"/>
                  </a:gs>
                </a:gsLst>
                <a:lin ang="0" scaled="0"/>
              </a:gradFill>
              <a:ln w="63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                   </a:t>
                </a:r>
              </a:p>
            </p:txBody>
          </p:sp>
          <p:sp>
            <p:nvSpPr>
              <p:cNvPr id="334" name="Oval 333">
                <a:extLst>
                  <a:ext uri="{FF2B5EF4-FFF2-40B4-BE49-F238E27FC236}">
                    <a16:creationId xmlns:a16="http://schemas.microsoft.com/office/drawing/2014/main" id="{08136920-F30D-BC4E-A92D-0ABD2EC7437B}"/>
                  </a:ext>
                </a:extLst>
              </p:cNvPr>
              <p:cNvSpPr/>
              <p:nvPr/>
            </p:nvSpPr>
            <p:spPr>
              <a:xfrm>
                <a:off x="7494729" y="2774731"/>
                <a:ext cx="1480163" cy="579140"/>
              </a:xfrm>
              <a:prstGeom prst="ellipse">
                <a:avLst/>
              </a:prstGeom>
              <a:solidFill>
                <a:srgbClr val="B8C2C9"/>
              </a:solidFill>
              <a:ln w="63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              </a:t>
                </a:r>
              </a:p>
            </p:txBody>
          </p:sp>
          <p:grpSp>
            <p:nvGrpSpPr>
              <p:cNvPr id="335" name="Group 334">
                <a:extLst>
                  <a:ext uri="{FF2B5EF4-FFF2-40B4-BE49-F238E27FC236}">
                    <a16:creationId xmlns:a16="http://schemas.microsoft.com/office/drawing/2014/main" id="{2BE80152-BCA5-CA46-9EE7-63649D7FE819}"/>
                  </a:ext>
                </a:extLst>
              </p:cNvPr>
              <p:cNvGrpSpPr/>
              <p:nvPr/>
            </p:nvGrpSpPr>
            <p:grpSpPr>
              <a:xfrm>
                <a:off x="7713663" y="2848339"/>
                <a:ext cx="1042107" cy="425543"/>
                <a:chOff x="7786941" y="2884917"/>
                <a:chExt cx="897649" cy="353919"/>
              </a:xfrm>
            </p:grpSpPr>
            <p:sp>
              <p:nvSpPr>
                <p:cNvPr id="336" name="Freeform 335">
                  <a:extLst>
                    <a:ext uri="{FF2B5EF4-FFF2-40B4-BE49-F238E27FC236}">
                      <a16:creationId xmlns:a16="http://schemas.microsoft.com/office/drawing/2014/main" id="{2518C53F-685F-074F-8F4E-E3A4CB269130}"/>
                    </a:ext>
                  </a:extLst>
                </p:cNvPr>
                <p:cNvSpPr/>
                <p:nvPr/>
              </p:nvSpPr>
              <p:spPr>
                <a:xfrm>
                  <a:off x="7811770" y="2884917"/>
                  <a:ext cx="849158" cy="198115"/>
                </a:xfrm>
                <a:custGeom>
                  <a:avLst/>
                  <a:gdLst>
                    <a:gd name="connsiteX0" fmla="*/ 3725333 w 4588933"/>
                    <a:gd name="connsiteY0" fmla="*/ 0 h 1049866"/>
                    <a:gd name="connsiteX1" fmla="*/ 4588933 w 4588933"/>
                    <a:gd name="connsiteY1" fmla="*/ 270933 h 1049866"/>
                    <a:gd name="connsiteX2" fmla="*/ 3962400 w 4588933"/>
                    <a:gd name="connsiteY2" fmla="*/ 541866 h 1049866"/>
                    <a:gd name="connsiteX3" fmla="*/ 3742267 w 4588933"/>
                    <a:gd name="connsiteY3" fmla="*/ 457200 h 1049866"/>
                    <a:gd name="connsiteX4" fmla="*/ 2269067 w 4588933"/>
                    <a:gd name="connsiteY4" fmla="*/ 1049866 h 1049866"/>
                    <a:gd name="connsiteX5" fmla="*/ 880533 w 4588933"/>
                    <a:gd name="connsiteY5" fmla="*/ 457200 h 1049866"/>
                    <a:gd name="connsiteX6" fmla="*/ 592667 w 4588933"/>
                    <a:gd name="connsiteY6" fmla="*/ 541866 h 1049866"/>
                    <a:gd name="connsiteX7" fmla="*/ 0 w 4588933"/>
                    <a:gd name="connsiteY7" fmla="*/ 254000 h 1049866"/>
                    <a:gd name="connsiteX8" fmla="*/ 880533 w 4588933"/>
                    <a:gd name="connsiteY8" fmla="*/ 16933 h 1049866"/>
                    <a:gd name="connsiteX9" fmla="*/ 2302933 w 4588933"/>
                    <a:gd name="connsiteY9" fmla="*/ 626533 h 1049866"/>
                    <a:gd name="connsiteX10" fmla="*/ 3725333 w 4588933"/>
                    <a:gd name="connsiteY10" fmla="*/ 0 h 1049866"/>
                    <a:gd name="connsiteX0" fmla="*/ 3725333 w 4641485"/>
                    <a:gd name="connsiteY0" fmla="*/ 0 h 1049866"/>
                    <a:gd name="connsiteX1" fmla="*/ 4641485 w 4641485"/>
                    <a:gd name="connsiteY1" fmla="*/ 239402 h 1049866"/>
                    <a:gd name="connsiteX2" fmla="*/ 3962400 w 4641485"/>
                    <a:gd name="connsiteY2" fmla="*/ 541866 h 1049866"/>
                    <a:gd name="connsiteX3" fmla="*/ 3742267 w 4641485"/>
                    <a:gd name="connsiteY3" fmla="*/ 457200 h 1049866"/>
                    <a:gd name="connsiteX4" fmla="*/ 2269067 w 4641485"/>
                    <a:gd name="connsiteY4" fmla="*/ 1049866 h 1049866"/>
                    <a:gd name="connsiteX5" fmla="*/ 880533 w 4641485"/>
                    <a:gd name="connsiteY5" fmla="*/ 457200 h 1049866"/>
                    <a:gd name="connsiteX6" fmla="*/ 592667 w 4641485"/>
                    <a:gd name="connsiteY6" fmla="*/ 541866 h 1049866"/>
                    <a:gd name="connsiteX7" fmla="*/ 0 w 4641485"/>
                    <a:gd name="connsiteY7" fmla="*/ 254000 h 1049866"/>
                    <a:gd name="connsiteX8" fmla="*/ 880533 w 4641485"/>
                    <a:gd name="connsiteY8" fmla="*/ 16933 h 1049866"/>
                    <a:gd name="connsiteX9" fmla="*/ 2302933 w 4641485"/>
                    <a:gd name="connsiteY9" fmla="*/ 626533 h 1049866"/>
                    <a:gd name="connsiteX10" fmla="*/ 3725333 w 4641485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73798 w 4673016"/>
                    <a:gd name="connsiteY3" fmla="*/ 457200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34464 w 4673016"/>
                    <a:gd name="connsiteY9" fmla="*/ 62653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84308 w 4673016"/>
                    <a:gd name="connsiteY3" fmla="*/ 404648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34464 w 4673016"/>
                    <a:gd name="connsiteY9" fmla="*/ 62653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94818 w 4673016"/>
                    <a:gd name="connsiteY3" fmla="*/ 436179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34464 w 4673016"/>
                    <a:gd name="connsiteY9" fmla="*/ 62653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94818 w 4673016"/>
                    <a:gd name="connsiteY3" fmla="*/ 436179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23954 w 4673016"/>
                    <a:gd name="connsiteY9" fmla="*/ 61602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94818 w 4673016"/>
                    <a:gd name="connsiteY3" fmla="*/ 436179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75021 h 1049866"/>
                    <a:gd name="connsiteX8" fmla="*/ 912064 w 4673016"/>
                    <a:gd name="connsiteY8" fmla="*/ 16933 h 1049866"/>
                    <a:gd name="connsiteX9" fmla="*/ 2323954 w 4673016"/>
                    <a:gd name="connsiteY9" fmla="*/ 61602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815839 w 4673016"/>
                    <a:gd name="connsiteY3" fmla="*/ 467710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75021 h 1049866"/>
                    <a:gd name="connsiteX8" fmla="*/ 912064 w 4673016"/>
                    <a:gd name="connsiteY8" fmla="*/ 16933 h 1049866"/>
                    <a:gd name="connsiteX9" fmla="*/ 2323954 w 4673016"/>
                    <a:gd name="connsiteY9" fmla="*/ 616023 h 1049866"/>
                    <a:gd name="connsiteX10" fmla="*/ 3756864 w 4673016"/>
                    <a:gd name="connsiteY10" fmla="*/ 0 h 104986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</a:cxnLst>
                  <a:rect l="l" t="t" r="r" b="b"/>
                  <a:pathLst>
                    <a:path w="4673016" h="1049866">
                      <a:moveTo>
                        <a:pt x="3756864" y="0"/>
                      </a:moveTo>
                      <a:lnTo>
                        <a:pt x="4673016" y="239402"/>
                      </a:lnTo>
                      <a:lnTo>
                        <a:pt x="3993931" y="541866"/>
                      </a:lnTo>
                      <a:lnTo>
                        <a:pt x="3815839" y="467710"/>
                      </a:lnTo>
                      <a:lnTo>
                        <a:pt x="2300598" y="1049866"/>
                      </a:lnTo>
                      <a:lnTo>
                        <a:pt x="912064" y="457200"/>
                      </a:lnTo>
                      <a:lnTo>
                        <a:pt x="624198" y="541866"/>
                      </a:lnTo>
                      <a:lnTo>
                        <a:pt x="0" y="275021"/>
                      </a:lnTo>
                      <a:lnTo>
                        <a:pt x="912064" y="16933"/>
                      </a:lnTo>
                      <a:lnTo>
                        <a:pt x="2323954" y="616023"/>
                      </a:lnTo>
                      <a:lnTo>
                        <a:pt x="3756864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337" name="Freeform 336">
                  <a:extLst>
                    <a:ext uri="{FF2B5EF4-FFF2-40B4-BE49-F238E27FC236}">
                      <a16:creationId xmlns:a16="http://schemas.microsoft.com/office/drawing/2014/main" id="{F1578F2C-5505-EB45-9014-BAD0AFEA429B}"/>
                    </a:ext>
                  </a:extLst>
                </p:cNvPr>
                <p:cNvSpPr/>
                <p:nvPr/>
              </p:nvSpPr>
              <p:spPr>
                <a:xfrm>
                  <a:off x="8367548" y="3054383"/>
                  <a:ext cx="317042" cy="170569"/>
                </a:xfrm>
                <a:custGeom>
                  <a:avLst/>
                  <a:gdLst>
                    <a:gd name="connsiteX0" fmla="*/ 21021 w 1744718"/>
                    <a:gd name="connsiteY0" fmla="*/ 0 h 903890"/>
                    <a:gd name="connsiteX1" fmla="*/ 1744718 w 1744718"/>
                    <a:gd name="connsiteY1" fmla="*/ 693683 h 903890"/>
                    <a:gd name="connsiteX2" fmla="*/ 1145628 w 1744718"/>
                    <a:gd name="connsiteY2" fmla="*/ 903890 h 903890"/>
                    <a:gd name="connsiteX3" fmla="*/ 0 w 1744718"/>
                    <a:gd name="connsiteY3" fmla="*/ 451945 h 903890"/>
                    <a:gd name="connsiteX4" fmla="*/ 21021 w 1744718"/>
                    <a:gd name="connsiteY4" fmla="*/ 0 h 90389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744718" h="903890">
                      <a:moveTo>
                        <a:pt x="21021" y="0"/>
                      </a:moveTo>
                      <a:lnTo>
                        <a:pt x="1744718" y="693683"/>
                      </a:lnTo>
                      <a:lnTo>
                        <a:pt x="1145628" y="903890"/>
                      </a:lnTo>
                      <a:lnTo>
                        <a:pt x="0" y="451945"/>
                      </a:lnTo>
                      <a:lnTo>
                        <a:pt x="21021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338" name="Freeform 337">
                  <a:extLst>
                    <a:ext uri="{FF2B5EF4-FFF2-40B4-BE49-F238E27FC236}">
                      <a16:creationId xmlns:a16="http://schemas.microsoft.com/office/drawing/2014/main" id="{DD91E8C8-92AC-E446-ABF1-F7D54921C42B}"/>
                    </a:ext>
                  </a:extLst>
                </p:cNvPr>
                <p:cNvSpPr/>
                <p:nvPr/>
              </p:nvSpPr>
              <p:spPr>
                <a:xfrm>
                  <a:off x="7786941" y="3054383"/>
                  <a:ext cx="311312" cy="168585"/>
                </a:xfrm>
                <a:custGeom>
                  <a:avLst/>
                  <a:gdLst>
                    <a:gd name="connsiteX0" fmla="*/ 1702676 w 1713187"/>
                    <a:gd name="connsiteY0" fmla="*/ 0 h 893380"/>
                    <a:gd name="connsiteX1" fmla="*/ 1713187 w 1713187"/>
                    <a:gd name="connsiteY1" fmla="*/ 472966 h 893380"/>
                    <a:gd name="connsiteX2" fmla="*/ 578069 w 1713187"/>
                    <a:gd name="connsiteY2" fmla="*/ 893380 h 893380"/>
                    <a:gd name="connsiteX3" fmla="*/ 0 w 1713187"/>
                    <a:gd name="connsiteY3" fmla="*/ 693683 h 893380"/>
                    <a:gd name="connsiteX4" fmla="*/ 1702676 w 1713187"/>
                    <a:gd name="connsiteY4" fmla="*/ 0 h 89338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713187" h="893380">
                      <a:moveTo>
                        <a:pt x="1702676" y="0"/>
                      </a:moveTo>
                      <a:lnTo>
                        <a:pt x="1713187" y="472966"/>
                      </a:lnTo>
                      <a:lnTo>
                        <a:pt x="578069" y="893380"/>
                      </a:lnTo>
                      <a:lnTo>
                        <a:pt x="0" y="693683"/>
                      </a:lnTo>
                      <a:lnTo>
                        <a:pt x="1702676" y="0"/>
                      </a:lnTo>
                      <a:close/>
                    </a:path>
                  </a:pathLst>
                </a:custGeom>
                <a:solidFill>
                  <a:srgbClr val="0000A8"/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339" name="Freeform 338">
                  <a:extLst>
                    <a:ext uri="{FF2B5EF4-FFF2-40B4-BE49-F238E27FC236}">
                      <a16:creationId xmlns:a16="http://schemas.microsoft.com/office/drawing/2014/main" id="{69F33027-F122-C445-923E-09F2AEB27B04}"/>
                    </a:ext>
                  </a:extLst>
                </p:cNvPr>
                <p:cNvSpPr/>
                <p:nvPr/>
              </p:nvSpPr>
              <p:spPr>
                <a:xfrm>
                  <a:off x="7895013" y="2971083"/>
                  <a:ext cx="676892" cy="267753"/>
                </a:xfrm>
                <a:custGeom>
                  <a:avLst/>
                  <a:gdLst>
                    <a:gd name="connsiteX0" fmla="*/ 599089 w 4162096"/>
                    <a:gd name="connsiteY0" fmla="*/ 273269 h 1618593"/>
                    <a:gd name="connsiteX1" fmla="*/ 882869 w 4162096"/>
                    <a:gd name="connsiteY1" fmla="*/ 199697 h 1618593"/>
                    <a:gd name="connsiteX2" fmla="*/ 2312276 w 4162096"/>
                    <a:gd name="connsiteY2" fmla="*/ 798786 h 1618593"/>
                    <a:gd name="connsiteX3" fmla="*/ 3794234 w 4162096"/>
                    <a:gd name="connsiteY3" fmla="*/ 199697 h 1618593"/>
                    <a:gd name="connsiteX4" fmla="*/ 4014951 w 4162096"/>
                    <a:gd name="connsiteY4" fmla="*/ 273269 h 1618593"/>
                    <a:gd name="connsiteX5" fmla="*/ 3058510 w 4162096"/>
                    <a:gd name="connsiteY5" fmla="*/ 641131 h 1618593"/>
                    <a:gd name="connsiteX6" fmla="*/ 3026979 w 4162096"/>
                    <a:gd name="connsiteY6" fmla="*/ 1114097 h 1618593"/>
                    <a:gd name="connsiteX7" fmla="*/ 4162096 w 4162096"/>
                    <a:gd name="connsiteY7" fmla="*/ 1545021 h 1618593"/>
                    <a:gd name="connsiteX8" fmla="*/ 3878317 w 4162096"/>
                    <a:gd name="connsiteY8" fmla="*/ 1608083 h 1618593"/>
                    <a:gd name="connsiteX9" fmla="*/ 2301765 w 4162096"/>
                    <a:gd name="connsiteY9" fmla="*/ 945931 h 1618593"/>
                    <a:gd name="connsiteX10" fmla="*/ 693682 w 4162096"/>
                    <a:gd name="connsiteY10" fmla="*/ 1618593 h 1618593"/>
                    <a:gd name="connsiteX11" fmla="*/ 430924 w 4162096"/>
                    <a:gd name="connsiteY11" fmla="*/ 1524000 h 1618593"/>
                    <a:gd name="connsiteX12" fmla="*/ 1576551 w 4162096"/>
                    <a:gd name="connsiteY12" fmla="*/ 1082566 h 1618593"/>
                    <a:gd name="connsiteX13" fmla="*/ 1545020 w 4162096"/>
                    <a:gd name="connsiteY13" fmla="*/ 609600 h 1618593"/>
                    <a:gd name="connsiteX14" fmla="*/ 0 w 4162096"/>
                    <a:gd name="connsiteY14" fmla="*/ 0 h 1618593"/>
                    <a:gd name="connsiteX15" fmla="*/ 872358 w 4162096"/>
                    <a:gd name="connsiteY15" fmla="*/ 210207 h 1618593"/>
                    <a:gd name="connsiteX16" fmla="*/ 872358 w 4162096"/>
                    <a:gd name="connsiteY16" fmla="*/ 210207 h 1618593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441434 w 3731172"/>
                    <a:gd name="connsiteY14" fmla="*/ 10510 h 1418896"/>
                    <a:gd name="connsiteX15" fmla="*/ 441434 w 3731172"/>
                    <a:gd name="connsiteY15" fmla="*/ 10510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441434 w 3731172"/>
                    <a:gd name="connsiteY14" fmla="*/ 10510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357351 w 3731172"/>
                    <a:gd name="connsiteY14" fmla="*/ 115613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147144 w 3731172"/>
                    <a:gd name="connsiteY14" fmla="*/ 63061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20413 h 1418896"/>
                    <a:gd name="connsiteX14" fmla="*/ 147144 w 3731172"/>
                    <a:gd name="connsiteY14" fmla="*/ 63061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20413 h 1418896"/>
                    <a:gd name="connsiteX14" fmla="*/ 189185 w 3731172"/>
                    <a:gd name="connsiteY14" fmla="*/ 84081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20413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56137 w 3731172"/>
                    <a:gd name="connsiteY13" fmla="*/ 441434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45626 w 3731172"/>
                    <a:gd name="connsiteY13" fmla="*/ 451945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903890 h 1418896"/>
                    <a:gd name="connsiteX13" fmla="*/ 1145626 w 3731172"/>
                    <a:gd name="connsiteY13" fmla="*/ 451945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06565 w 3710151"/>
                    <a:gd name="connsiteY5" fmla="*/ 441434 h 1418896"/>
                    <a:gd name="connsiteX6" fmla="*/ 2575034 w 3710151"/>
                    <a:gd name="connsiteY6" fmla="*/ 914400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06565 w 3710151"/>
                    <a:gd name="connsiteY5" fmla="*/ 441434 h 1418896"/>
                    <a:gd name="connsiteX6" fmla="*/ 2606565 w 3710151"/>
                    <a:gd name="connsiteY6" fmla="*/ 924910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06565 w 3710151"/>
                    <a:gd name="connsiteY5" fmla="*/ 441434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5151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38028 w 3710151"/>
                    <a:gd name="connsiteY2" fmla="*/ 591655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38028 w 3710151"/>
                    <a:gd name="connsiteY2" fmla="*/ 591655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087434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38028 w 3710151"/>
                    <a:gd name="connsiteY2" fmla="*/ 591655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098586 w 3710151"/>
                    <a:gd name="connsiteY12" fmla="*/ 903890 h 1418896"/>
                    <a:gd name="connsiteX13" fmla="*/ 1087434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62012 w 3725019"/>
                    <a:gd name="connsiteY0" fmla="*/ 73572 h 1418896"/>
                    <a:gd name="connsiteX1" fmla="*/ 445792 w 3725019"/>
                    <a:gd name="connsiteY1" fmla="*/ 0 h 1418896"/>
                    <a:gd name="connsiteX2" fmla="*/ 1852896 w 3725019"/>
                    <a:gd name="connsiteY2" fmla="*/ 591655 h 1418896"/>
                    <a:gd name="connsiteX3" fmla="*/ 3357157 w 3725019"/>
                    <a:gd name="connsiteY3" fmla="*/ 0 h 1418896"/>
                    <a:gd name="connsiteX4" fmla="*/ 3577874 w 3725019"/>
                    <a:gd name="connsiteY4" fmla="*/ 73572 h 1418896"/>
                    <a:gd name="connsiteX5" fmla="*/ 2632585 w 3725019"/>
                    <a:gd name="connsiteY5" fmla="*/ 448868 h 1418896"/>
                    <a:gd name="connsiteX6" fmla="*/ 2625150 w 3725019"/>
                    <a:gd name="connsiteY6" fmla="*/ 902607 h 1418896"/>
                    <a:gd name="connsiteX7" fmla="*/ 3725019 w 3725019"/>
                    <a:gd name="connsiteY7" fmla="*/ 1345324 h 1418896"/>
                    <a:gd name="connsiteX8" fmla="*/ 3441240 w 3725019"/>
                    <a:gd name="connsiteY8" fmla="*/ 1408386 h 1418896"/>
                    <a:gd name="connsiteX9" fmla="*/ 1864688 w 3725019"/>
                    <a:gd name="connsiteY9" fmla="*/ 746234 h 1418896"/>
                    <a:gd name="connsiteX10" fmla="*/ 256605 w 3725019"/>
                    <a:gd name="connsiteY10" fmla="*/ 1418896 h 1418896"/>
                    <a:gd name="connsiteX11" fmla="*/ 0 w 3725019"/>
                    <a:gd name="connsiteY11" fmla="*/ 1331097 h 1418896"/>
                    <a:gd name="connsiteX12" fmla="*/ 1113454 w 3725019"/>
                    <a:gd name="connsiteY12" fmla="*/ 903890 h 1418896"/>
                    <a:gd name="connsiteX13" fmla="*/ 1102302 w 3725019"/>
                    <a:gd name="connsiteY13" fmla="*/ 451945 h 1418896"/>
                    <a:gd name="connsiteX14" fmla="*/ 183032 w 3725019"/>
                    <a:gd name="connsiteY14" fmla="*/ 84081 h 1418896"/>
                    <a:gd name="connsiteX15" fmla="*/ 162012 w 3725019"/>
                    <a:gd name="connsiteY15" fmla="*/ 73572 h 141889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</a:cxnLst>
                  <a:rect l="l" t="t" r="r" b="b"/>
                  <a:pathLst>
                    <a:path w="3725019" h="1418896">
                      <a:moveTo>
                        <a:pt x="162012" y="73572"/>
                      </a:moveTo>
                      <a:lnTo>
                        <a:pt x="445792" y="0"/>
                      </a:lnTo>
                      <a:lnTo>
                        <a:pt x="1852896" y="591655"/>
                      </a:lnTo>
                      <a:lnTo>
                        <a:pt x="3357157" y="0"/>
                      </a:lnTo>
                      <a:lnTo>
                        <a:pt x="3577874" y="73572"/>
                      </a:lnTo>
                      <a:lnTo>
                        <a:pt x="2632585" y="448868"/>
                      </a:lnTo>
                      <a:lnTo>
                        <a:pt x="2625150" y="902607"/>
                      </a:lnTo>
                      <a:lnTo>
                        <a:pt x="3725019" y="1345324"/>
                      </a:lnTo>
                      <a:lnTo>
                        <a:pt x="3441240" y="1408386"/>
                      </a:lnTo>
                      <a:lnTo>
                        <a:pt x="1864688" y="746234"/>
                      </a:lnTo>
                      <a:lnTo>
                        <a:pt x="256605" y="1418896"/>
                      </a:lnTo>
                      <a:lnTo>
                        <a:pt x="0" y="1331097"/>
                      </a:lnTo>
                      <a:lnTo>
                        <a:pt x="1113454" y="903890"/>
                      </a:lnTo>
                      <a:cubicBezTo>
                        <a:pt x="1113454" y="760249"/>
                        <a:pt x="1102302" y="595586"/>
                        <a:pt x="1102302" y="451945"/>
                      </a:cubicBezTo>
                      <a:lnTo>
                        <a:pt x="183032" y="84081"/>
                      </a:lnTo>
                      <a:cubicBezTo>
                        <a:pt x="26317" y="21019"/>
                        <a:pt x="169019" y="77075"/>
                        <a:pt x="162012" y="73572"/>
                      </a:cubicBezTo>
                      <a:close/>
                    </a:path>
                  </a:pathLst>
                </a:custGeom>
                <a:solidFill>
                  <a:schemeClr val="accent1">
                    <a:lumMod val="60000"/>
                    <a:lumOff val="40000"/>
                  </a:schemeClr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p:grpSp>
        </p:grpSp>
        <p:grpSp>
          <p:nvGrpSpPr>
            <p:cNvPr id="340" name="Group 339">
              <a:extLst>
                <a:ext uri="{FF2B5EF4-FFF2-40B4-BE49-F238E27FC236}">
                  <a16:creationId xmlns:a16="http://schemas.microsoft.com/office/drawing/2014/main" id="{7D1E5FBB-CD41-884B-831B-682E5F6CE29F}"/>
                </a:ext>
              </a:extLst>
            </p:cNvPr>
            <p:cNvGrpSpPr/>
            <p:nvPr/>
          </p:nvGrpSpPr>
          <p:grpSpPr>
            <a:xfrm>
              <a:off x="4450588" y="5823254"/>
              <a:ext cx="496248" cy="260542"/>
              <a:chOff x="7493876" y="2774731"/>
              <a:chExt cx="1481958" cy="894622"/>
            </a:xfrm>
          </p:grpSpPr>
          <p:sp>
            <p:nvSpPr>
              <p:cNvPr id="341" name="Freeform 340">
                <a:extLst>
                  <a:ext uri="{FF2B5EF4-FFF2-40B4-BE49-F238E27FC236}">
                    <a16:creationId xmlns:a16="http://schemas.microsoft.com/office/drawing/2014/main" id="{F7ED3C1B-77D0-5A4C-B7A4-7B4162888DF8}"/>
                  </a:ext>
                </a:extLst>
              </p:cNvPr>
              <p:cNvSpPr/>
              <p:nvPr/>
            </p:nvSpPr>
            <p:spPr>
              <a:xfrm>
                <a:off x="7493876" y="3084399"/>
                <a:ext cx="1481958" cy="584954"/>
              </a:xfrm>
              <a:custGeom>
                <a:avLst/>
                <a:gdLst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88524 w 8187558"/>
                  <a:gd name="connsiteY5" fmla="*/ 1597573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88524 w 8187558"/>
                  <a:gd name="connsiteY5" fmla="*/ 1597573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76538 w 8176538"/>
                  <a:gd name="connsiteY0" fmla="*/ 0 h 2638097"/>
                  <a:gd name="connsiteX1" fmla="*/ 8176538 w 8176538"/>
                  <a:gd name="connsiteY1" fmla="*/ 1271752 h 2638097"/>
                  <a:gd name="connsiteX2" fmla="*/ 4088015 w 8176538"/>
                  <a:gd name="connsiteY2" fmla="*/ 2638097 h 2638097"/>
                  <a:gd name="connsiteX3" fmla="*/ 0 w 8176538"/>
                  <a:gd name="connsiteY3" fmla="*/ 1269888 h 2638097"/>
                  <a:gd name="connsiteX4" fmla="*/ 20511 w 8176538"/>
                  <a:gd name="connsiteY4" fmla="*/ 147145 h 2638097"/>
                  <a:gd name="connsiteX5" fmla="*/ 4088015 w 8176538"/>
                  <a:gd name="connsiteY5" fmla="*/ 1566042 h 2638097"/>
                  <a:gd name="connsiteX6" fmla="*/ 8176538 w 8176538"/>
                  <a:gd name="connsiteY6" fmla="*/ 0 h 2638097"/>
                  <a:gd name="connsiteX0" fmla="*/ 8176538 w 8176538"/>
                  <a:gd name="connsiteY0" fmla="*/ 0 h 2772020"/>
                  <a:gd name="connsiteX1" fmla="*/ 8176538 w 8176538"/>
                  <a:gd name="connsiteY1" fmla="*/ 1271752 h 2772020"/>
                  <a:gd name="connsiteX2" fmla="*/ 4099034 w 8176538"/>
                  <a:gd name="connsiteY2" fmla="*/ 2772020 h 2772020"/>
                  <a:gd name="connsiteX3" fmla="*/ 0 w 8176538"/>
                  <a:gd name="connsiteY3" fmla="*/ 1269888 h 2772020"/>
                  <a:gd name="connsiteX4" fmla="*/ 20511 w 8176538"/>
                  <a:gd name="connsiteY4" fmla="*/ 147145 h 2772020"/>
                  <a:gd name="connsiteX5" fmla="*/ 4088015 w 8176538"/>
                  <a:gd name="connsiteY5" fmla="*/ 1566042 h 2772020"/>
                  <a:gd name="connsiteX6" fmla="*/ 8176538 w 8176538"/>
                  <a:gd name="connsiteY6" fmla="*/ 0 h 2772020"/>
                  <a:gd name="connsiteX0" fmla="*/ 8176538 w 8176538"/>
                  <a:gd name="connsiteY0" fmla="*/ 0 h 2772339"/>
                  <a:gd name="connsiteX1" fmla="*/ 8176538 w 8176538"/>
                  <a:gd name="connsiteY1" fmla="*/ 1378890 h 2772339"/>
                  <a:gd name="connsiteX2" fmla="*/ 4099034 w 8176538"/>
                  <a:gd name="connsiteY2" fmla="*/ 2772020 h 2772339"/>
                  <a:gd name="connsiteX3" fmla="*/ 0 w 8176538"/>
                  <a:gd name="connsiteY3" fmla="*/ 1269888 h 2772339"/>
                  <a:gd name="connsiteX4" fmla="*/ 20511 w 8176538"/>
                  <a:gd name="connsiteY4" fmla="*/ 147145 h 2772339"/>
                  <a:gd name="connsiteX5" fmla="*/ 4088015 w 8176538"/>
                  <a:gd name="connsiteY5" fmla="*/ 1566042 h 2772339"/>
                  <a:gd name="connsiteX6" fmla="*/ 8176538 w 8176538"/>
                  <a:gd name="connsiteY6" fmla="*/ 0 h 2772339"/>
                  <a:gd name="connsiteX0" fmla="*/ 8176538 w 8176538"/>
                  <a:gd name="connsiteY0" fmla="*/ 0 h 2825888"/>
                  <a:gd name="connsiteX1" fmla="*/ 8176538 w 8176538"/>
                  <a:gd name="connsiteY1" fmla="*/ 1378890 h 2825888"/>
                  <a:gd name="connsiteX2" fmla="*/ 4099034 w 8176538"/>
                  <a:gd name="connsiteY2" fmla="*/ 2825590 h 2825888"/>
                  <a:gd name="connsiteX3" fmla="*/ 0 w 8176538"/>
                  <a:gd name="connsiteY3" fmla="*/ 1269888 h 2825888"/>
                  <a:gd name="connsiteX4" fmla="*/ 20511 w 8176538"/>
                  <a:gd name="connsiteY4" fmla="*/ 147145 h 2825888"/>
                  <a:gd name="connsiteX5" fmla="*/ 4088015 w 8176538"/>
                  <a:gd name="connsiteY5" fmla="*/ 1566042 h 2825888"/>
                  <a:gd name="connsiteX6" fmla="*/ 8176538 w 8176538"/>
                  <a:gd name="connsiteY6" fmla="*/ 0 h 2825888"/>
                  <a:gd name="connsiteX0" fmla="*/ 8165518 w 8165518"/>
                  <a:gd name="connsiteY0" fmla="*/ 0 h 2825606"/>
                  <a:gd name="connsiteX1" fmla="*/ 8165518 w 8165518"/>
                  <a:gd name="connsiteY1" fmla="*/ 1378890 h 2825606"/>
                  <a:gd name="connsiteX2" fmla="*/ 4088014 w 8165518"/>
                  <a:gd name="connsiteY2" fmla="*/ 2825590 h 2825606"/>
                  <a:gd name="connsiteX3" fmla="*/ 0 w 8165518"/>
                  <a:gd name="connsiteY3" fmla="*/ 1403811 h 2825606"/>
                  <a:gd name="connsiteX4" fmla="*/ 9491 w 8165518"/>
                  <a:gd name="connsiteY4" fmla="*/ 147145 h 2825606"/>
                  <a:gd name="connsiteX5" fmla="*/ 4076995 w 8165518"/>
                  <a:gd name="connsiteY5" fmla="*/ 1566042 h 2825606"/>
                  <a:gd name="connsiteX6" fmla="*/ 8165518 w 8165518"/>
                  <a:gd name="connsiteY6" fmla="*/ 0 h 2825606"/>
                  <a:gd name="connsiteX0" fmla="*/ 8165518 w 8165518"/>
                  <a:gd name="connsiteY0" fmla="*/ 0 h 2879174"/>
                  <a:gd name="connsiteX1" fmla="*/ 8165518 w 8165518"/>
                  <a:gd name="connsiteY1" fmla="*/ 1378890 h 2879174"/>
                  <a:gd name="connsiteX2" fmla="*/ 4132092 w 8165518"/>
                  <a:gd name="connsiteY2" fmla="*/ 2879159 h 2879174"/>
                  <a:gd name="connsiteX3" fmla="*/ 0 w 8165518"/>
                  <a:gd name="connsiteY3" fmla="*/ 1403811 h 2879174"/>
                  <a:gd name="connsiteX4" fmla="*/ 9491 w 8165518"/>
                  <a:gd name="connsiteY4" fmla="*/ 147145 h 2879174"/>
                  <a:gd name="connsiteX5" fmla="*/ 4076995 w 8165518"/>
                  <a:gd name="connsiteY5" fmla="*/ 1566042 h 2879174"/>
                  <a:gd name="connsiteX6" fmla="*/ 8165518 w 8165518"/>
                  <a:gd name="connsiteY6" fmla="*/ 0 h 2879174"/>
                  <a:gd name="connsiteX0" fmla="*/ 8165518 w 8176537"/>
                  <a:gd name="connsiteY0" fmla="*/ 0 h 2879410"/>
                  <a:gd name="connsiteX1" fmla="*/ 8176537 w 8176537"/>
                  <a:gd name="connsiteY1" fmla="*/ 1499420 h 2879410"/>
                  <a:gd name="connsiteX2" fmla="*/ 4132092 w 8176537"/>
                  <a:gd name="connsiteY2" fmla="*/ 2879159 h 2879410"/>
                  <a:gd name="connsiteX3" fmla="*/ 0 w 8176537"/>
                  <a:gd name="connsiteY3" fmla="*/ 1403811 h 2879410"/>
                  <a:gd name="connsiteX4" fmla="*/ 9491 w 8176537"/>
                  <a:gd name="connsiteY4" fmla="*/ 147145 h 2879410"/>
                  <a:gd name="connsiteX5" fmla="*/ 4076995 w 8176537"/>
                  <a:gd name="connsiteY5" fmla="*/ 1566042 h 2879410"/>
                  <a:gd name="connsiteX6" fmla="*/ 8165518 w 8176537"/>
                  <a:gd name="connsiteY6" fmla="*/ 0 h 2879410"/>
                  <a:gd name="connsiteX0" fmla="*/ 8165518 w 8176537"/>
                  <a:gd name="connsiteY0" fmla="*/ 0 h 2879262"/>
                  <a:gd name="connsiteX1" fmla="*/ 8176537 w 8176537"/>
                  <a:gd name="connsiteY1" fmla="*/ 1499420 h 2879262"/>
                  <a:gd name="connsiteX2" fmla="*/ 4132092 w 8176537"/>
                  <a:gd name="connsiteY2" fmla="*/ 2879159 h 2879262"/>
                  <a:gd name="connsiteX3" fmla="*/ 0 w 8176537"/>
                  <a:gd name="connsiteY3" fmla="*/ 1403811 h 2879262"/>
                  <a:gd name="connsiteX4" fmla="*/ 9491 w 8176537"/>
                  <a:gd name="connsiteY4" fmla="*/ 147145 h 2879262"/>
                  <a:gd name="connsiteX5" fmla="*/ 4076995 w 8176537"/>
                  <a:gd name="connsiteY5" fmla="*/ 1566042 h 2879262"/>
                  <a:gd name="connsiteX6" fmla="*/ 8165518 w 8176537"/>
                  <a:gd name="connsiteY6" fmla="*/ 0 h 2879262"/>
                  <a:gd name="connsiteX0" fmla="*/ 8165518 w 8176537"/>
                  <a:gd name="connsiteY0" fmla="*/ 0 h 2879163"/>
                  <a:gd name="connsiteX1" fmla="*/ 8176537 w 8176537"/>
                  <a:gd name="connsiteY1" fmla="*/ 1499420 h 2879163"/>
                  <a:gd name="connsiteX2" fmla="*/ 4132092 w 8176537"/>
                  <a:gd name="connsiteY2" fmla="*/ 2879159 h 2879163"/>
                  <a:gd name="connsiteX3" fmla="*/ 0 w 8176537"/>
                  <a:gd name="connsiteY3" fmla="*/ 1510948 h 2879163"/>
                  <a:gd name="connsiteX4" fmla="*/ 9491 w 8176537"/>
                  <a:gd name="connsiteY4" fmla="*/ 147145 h 2879163"/>
                  <a:gd name="connsiteX5" fmla="*/ 4076995 w 8176537"/>
                  <a:gd name="connsiteY5" fmla="*/ 1566042 h 2879163"/>
                  <a:gd name="connsiteX6" fmla="*/ 8165518 w 8176537"/>
                  <a:gd name="connsiteY6" fmla="*/ 0 h 2879163"/>
                  <a:gd name="connsiteX0" fmla="*/ 8165518 w 8198577"/>
                  <a:gd name="connsiteY0" fmla="*/ 0 h 2879451"/>
                  <a:gd name="connsiteX1" fmla="*/ 8198577 w 8198577"/>
                  <a:gd name="connsiteY1" fmla="*/ 1606558 h 2879451"/>
                  <a:gd name="connsiteX2" fmla="*/ 4132092 w 8198577"/>
                  <a:gd name="connsiteY2" fmla="*/ 2879159 h 2879451"/>
                  <a:gd name="connsiteX3" fmla="*/ 0 w 8198577"/>
                  <a:gd name="connsiteY3" fmla="*/ 1510948 h 2879451"/>
                  <a:gd name="connsiteX4" fmla="*/ 9491 w 8198577"/>
                  <a:gd name="connsiteY4" fmla="*/ 147145 h 2879451"/>
                  <a:gd name="connsiteX5" fmla="*/ 4076995 w 8198577"/>
                  <a:gd name="connsiteY5" fmla="*/ 1566042 h 2879451"/>
                  <a:gd name="connsiteX6" fmla="*/ 8165518 w 8198577"/>
                  <a:gd name="connsiteY6" fmla="*/ 0 h 2879451"/>
                  <a:gd name="connsiteX0" fmla="*/ 8165518 w 8165518"/>
                  <a:gd name="connsiteY0" fmla="*/ 0 h 2880066"/>
                  <a:gd name="connsiteX1" fmla="*/ 8165518 w 8165518"/>
                  <a:gd name="connsiteY1" fmla="*/ 1673520 h 2880066"/>
                  <a:gd name="connsiteX2" fmla="*/ 4132092 w 8165518"/>
                  <a:gd name="connsiteY2" fmla="*/ 2879159 h 2880066"/>
                  <a:gd name="connsiteX3" fmla="*/ 0 w 8165518"/>
                  <a:gd name="connsiteY3" fmla="*/ 1510948 h 2880066"/>
                  <a:gd name="connsiteX4" fmla="*/ 9491 w 8165518"/>
                  <a:gd name="connsiteY4" fmla="*/ 147145 h 2880066"/>
                  <a:gd name="connsiteX5" fmla="*/ 4076995 w 8165518"/>
                  <a:gd name="connsiteY5" fmla="*/ 1566042 h 2880066"/>
                  <a:gd name="connsiteX6" fmla="*/ 8165518 w 8165518"/>
                  <a:gd name="connsiteY6" fmla="*/ 0 h 2880066"/>
                  <a:gd name="connsiteX0" fmla="*/ 8156794 w 8156794"/>
                  <a:gd name="connsiteY0" fmla="*/ 0 h 2879270"/>
                  <a:gd name="connsiteX1" fmla="*/ 8156794 w 8156794"/>
                  <a:gd name="connsiteY1" fmla="*/ 1673520 h 2879270"/>
                  <a:gd name="connsiteX2" fmla="*/ 4123368 w 8156794"/>
                  <a:gd name="connsiteY2" fmla="*/ 2879159 h 2879270"/>
                  <a:gd name="connsiteX3" fmla="*/ 2295 w 8156794"/>
                  <a:gd name="connsiteY3" fmla="*/ 1618086 h 2879270"/>
                  <a:gd name="connsiteX4" fmla="*/ 767 w 8156794"/>
                  <a:gd name="connsiteY4" fmla="*/ 147145 h 2879270"/>
                  <a:gd name="connsiteX5" fmla="*/ 4068271 w 8156794"/>
                  <a:gd name="connsiteY5" fmla="*/ 1566042 h 2879270"/>
                  <a:gd name="connsiteX6" fmla="*/ 8156794 w 8156794"/>
                  <a:gd name="connsiteY6" fmla="*/ 0 h 2879270"/>
                  <a:gd name="connsiteX0" fmla="*/ 8156794 w 8156794"/>
                  <a:gd name="connsiteY0" fmla="*/ 0 h 2973000"/>
                  <a:gd name="connsiteX1" fmla="*/ 8156794 w 8156794"/>
                  <a:gd name="connsiteY1" fmla="*/ 1673520 h 2973000"/>
                  <a:gd name="connsiteX2" fmla="*/ 4134388 w 8156794"/>
                  <a:gd name="connsiteY2" fmla="*/ 2972904 h 2973000"/>
                  <a:gd name="connsiteX3" fmla="*/ 2295 w 8156794"/>
                  <a:gd name="connsiteY3" fmla="*/ 1618086 h 2973000"/>
                  <a:gd name="connsiteX4" fmla="*/ 767 w 8156794"/>
                  <a:gd name="connsiteY4" fmla="*/ 147145 h 2973000"/>
                  <a:gd name="connsiteX5" fmla="*/ 4068271 w 8156794"/>
                  <a:gd name="connsiteY5" fmla="*/ 1566042 h 2973000"/>
                  <a:gd name="connsiteX6" fmla="*/ 8156794 w 8156794"/>
                  <a:gd name="connsiteY6" fmla="*/ 0 h 2973000"/>
                  <a:gd name="connsiteX0" fmla="*/ 8156794 w 8156794"/>
                  <a:gd name="connsiteY0" fmla="*/ 0 h 2973000"/>
                  <a:gd name="connsiteX1" fmla="*/ 8156794 w 8156794"/>
                  <a:gd name="connsiteY1" fmla="*/ 1673520 h 2973000"/>
                  <a:gd name="connsiteX2" fmla="*/ 4134388 w 8156794"/>
                  <a:gd name="connsiteY2" fmla="*/ 2972904 h 2973000"/>
                  <a:gd name="connsiteX3" fmla="*/ 2295 w 8156794"/>
                  <a:gd name="connsiteY3" fmla="*/ 1618086 h 2973000"/>
                  <a:gd name="connsiteX4" fmla="*/ 767 w 8156794"/>
                  <a:gd name="connsiteY4" fmla="*/ 147145 h 2973000"/>
                  <a:gd name="connsiteX5" fmla="*/ 4068271 w 8156794"/>
                  <a:gd name="connsiteY5" fmla="*/ 1566042 h 2973000"/>
                  <a:gd name="connsiteX6" fmla="*/ 8156794 w 8156794"/>
                  <a:gd name="connsiteY6" fmla="*/ 0 h 2973000"/>
                  <a:gd name="connsiteX0" fmla="*/ 8156794 w 8156794"/>
                  <a:gd name="connsiteY0" fmla="*/ 0 h 2973000"/>
                  <a:gd name="connsiteX1" fmla="*/ 8156794 w 8156794"/>
                  <a:gd name="connsiteY1" fmla="*/ 1673520 h 2973000"/>
                  <a:gd name="connsiteX2" fmla="*/ 4134388 w 8156794"/>
                  <a:gd name="connsiteY2" fmla="*/ 2972904 h 2973000"/>
                  <a:gd name="connsiteX3" fmla="*/ 2295 w 8156794"/>
                  <a:gd name="connsiteY3" fmla="*/ 1618086 h 2973000"/>
                  <a:gd name="connsiteX4" fmla="*/ 767 w 8156794"/>
                  <a:gd name="connsiteY4" fmla="*/ 147145 h 2973000"/>
                  <a:gd name="connsiteX5" fmla="*/ 4068271 w 8156794"/>
                  <a:gd name="connsiteY5" fmla="*/ 1566042 h 2973000"/>
                  <a:gd name="connsiteX6" fmla="*/ 8156794 w 8156794"/>
                  <a:gd name="connsiteY6" fmla="*/ 0 h 2973000"/>
                  <a:gd name="connsiteX0" fmla="*/ 8156794 w 8156794"/>
                  <a:gd name="connsiteY0" fmla="*/ 0 h 2973020"/>
                  <a:gd name="connsiteX1" fmla="*/ 8156794 w 8156794"/>
                  <a:gd name="connsiteY1" fmla="*/ 1673520 h 2973020"/>
                  <a:gd name="connsiteX2" fmla="*/ 4134388 w 8156794"/>
                  <a:gd name="connsiteY2" fmla="*/ 2972904 h 2973020"/>
                  <a:gd name="connsiteX3" fmla="*/ 2295 w 8156794"/>
                  <a:gd name="connsiteY3" fmla="*/ 1618086 h 2973020"/>
                  <a:gd name="connsiteX4" fmla="*/ 767 w 8156794"/>
                  <a:gd name="connsiteY4" fmla="*/ 147145 h 2973020"/>
                  <a:gd name="connsiteX5" fmla="*/ 4068271 w 8156794"/>
                  <a:gd name="connsiteY5" fmla="*/ 1566042 h 2973020"/>
                  <a:gd name="connsiteX6" fmla="*/ 8156794 w 8156794"/>
                  <a:gd name="connsiteY6" fmla="*/ 0 h 2973020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141"/>
                  <a:gd name="connsiteX1" fmla="*/ 8156794 w 8156794"/>
                  <a:gd name="connsiteY1" fmla="*/ 1673520 h 2973141"/>
                  <a:gd name="connsiteX2" fmla="*/ 4134388 w 8156794"/>
                  <a:gd name="connsiteY2" fmla="*/ 2972904 h 2973141"/>
                  <a:gd name="connsiteX3" fmla="*/ 2295 w 8156794"/>
                  <a:gd name="connsiteY3" fmla="*/ 1618086 h 2973141"/>
                  <a:gd name="connsiteX4" fmla="*/ 767 w 8156794"/>
                  <a:gd name="connsiteY4" fmla="*/ 147145 h 2973141"/>
                  <a:gd name="connsiteX5" fmla="*/ 4068271 w 8156794"/>
                  <a:gd name="connsiteY5" fmla="*/ 1566042 h 2973141"/>
                  <a:gd name="connsiteX6" fmla="*/ 8156794 w 8156794"/>
                  <a:gd name="connsiteY6" fmla="*/ 0 h 2973141"/>
                  <a:gd name="connsiteX0" fmla="*/ 8156794 w 8156794"/>
                  <a:gd name="connsiteY0" fmla="*/ 0 h 3066827"/>
                  <a:gd name="connsiteX1" fmla="*/ 8156794 w 8156794"/>
                  <a:gd name="connsiteY1" fmla="*/ 1673520 h 3066827"/>
                  <a:gd name="connsiteX2" fmla="*/ 4123353 w 8156794"/>
                  <a:gd name="connsiteY2" fmla="*/ 3066650 h 3066827"/>
                  <a:gd name="connsiteX3" fmla="*/ 2295 w 8156794"/>
                  <a:gd name="connsiteY3" fmla="*/ 1618086 h 3066827"/>
                  <a:gd name="connsiteX4" fmla="*/ 767 w 8156794"/>
                  <a:gd name="connsiteY4" fmla="*/ 147145 h 3066827"/>
                  <a:gd name="connsiteX5" fmla="*/ 4068271 w 8156794"/>
                  <a:gd name="connsiteY5" fmla="*/ 1566042 h 3066827"/>
                  <a:gd name="connsiteX6" fmla="*/ 8156794 w 8156794"/>
                  <a:gd name="connsiteY6" fmla="*/ 0 h 3066827"/>
                  <a:gd name="connsiteX0" fmla="*/ 8123689 w 8156794"/>
                  <a:gd name="connsiteY0" fmla="*/ 0 h 2999866"/>
                  <a:gd name="connsiteX1" fmla="*/ 8156794 w 8156794"/>
                  <a:gd name="connsiteY1" fmla="*/ 1606559 h 2999866"/>
                  <a:gd name="connsiteX2" fmla="*/ 4123353 w 8156794"/>
                  <a:gd name="connsiteY2" fmla="*/ 2999689 h 2999866"/>
                  <a:gd name="connsiteX3" fmla="*/ 2295 w 8156794"/>
                  <a:gd name="connsiteY3" fmla="*/ 1551125 h 2999866"/>
                  <a:gd name="connsiteX4" fmla="*/ 767 w 8156794"/>
                  <a:gd name="connsiteY4" fmla="*/ 80184 h 2999866"/>
                  <a:gd name="connsiteX5" fmla="*/ 4068271 w 8156794"/>
                  <a:gd name="connsiteY5" fmla="*/ 1499081 h 2999866"/>
                  <a:gd name="connsiteX6" fmla="*/ 8123689 w 8156794"/>
                  <a:gd name="connsiteY6" fmla="*/ 0 h 2999866"/>
                  <a:gd name="connsiteX0" fmla="*/ 8167828 w 8167828"/>
                  <a:gd name="connsiteY0" fmla="*/ 0 h 3026651"/>
                  <a:gd name="connsiteX1" fmla="*/ 8156794 w 8167828"/>
                  <a:gd name="connsiteY1" fmla="*/ 1633344 h 3026651"/>
                  <a:gd name="connsiteX2" fmla="*/ 4123353 w 8167828"/>
                  <a:gd name="connsiteY2" fmla="*/ 3026474 h 3026651"/>
                  <a:gd name="connsiteX3" fmla="*/ 2295 w 8167828"/>
                  <a:gd name="connsiteY3" fmla="*/ 1577910 h 3026651"/>
                  <a:gd name="connsiteX4" fmla="*/ 767 w 8167828"/>
                  <a:gd name="connsiteY4" fmla="*/ 106969 h 3026651"/>
                  <a:gd name="connsiteX5" fmla="*/ 4068271 w 8167828"/>
                  <a:gd name="connsiteY5" fmla="*/ 1525866 h 3026651"/>
                  <a:gd name="connsiteX6" fmla="*/ 8167828 w 8167828"/>
                  <a:gd name="connsiteY6" fmla="*/ 0 h 3026651"/>
                  <a:gd name="connsiteX0" fmla="*/ 8167828 w 8167828"/>
                  <a:gd name="connsiteY0" fmla="*/ 0 h 3027228"/>
                  <a:gd name="connsiteX1" fmla="*/ 8145760 w 8167828"/>
                  <a:gd name="connsiteY1" fmla="*/ 1686913 h 3027228"/>
                  <a:gd name="connsiteX2" fmla="*/ 4123353 w 8167828"/>
                  <a:gd name="connsiteY2" fmla="*/ 3026474 h 3027228"/>
                  <a:gd name="connsiteX3" fmla="*/ 2295 w 8167828"/>
                  <a:gd name="connsiteY3" fmla="*/ 1577910 h 3027228"/>
                  <a:gd name="connsiteX4" fmla="*/ 767 w 8167828"/>
                  <a:gd name="connsiteY4" fmla="*/ 106969 h 3027228"/>
                  <a:gd name="connsiteX5" fmla="*/ 4068271 w 8167828"/>
                  <a:gd name="connsiteY5" fmla="*/ 1525866 h 3027228"/>
                  <a:gd name="connsiteX6" fmla="*/ 8167828 w 8167828"/>
                  <a:gd name="connsiteY6" fmla="*/ 0 h 3027228"/>
                  <a:gd name="connsiteX0" fmla="*/ 8156794 w 8156794"/>
                  <a:gd name="connsiteY0" fmla="*/ 0 h 2933483"/>
                  <a:gd name="connsiteX1" fmla="*/ 8145760 w 8156794"/>
                  <a:gd name="connsiteY1" fmla="*/ 1593168 h 2933483"/>
                  <a:gd name="connsiteX2" fmla="*/ 4123353 w 8156794"/>
                  <a:gd name="connsiteY2" fmla="*/ 2932729 h 2933483"/>
                  <a:gd name="connsiteX3" fmla="*/ 2295 w 8156794"/>
                  <a:gd name="connsiteY3" fmla="*/ 1484165 h 2933483"/>
                  <a:gd name="connsiteX4" fmla="*/ 767 w 8156794"/>
                  <a:gd name="connsiteY4" fmla="*/ 13224 h 2933483"/>
                  <a:gd name="connsiteX5" fmla="*/ 4068271 w 8156794"/>
                  <a:gd name="connsiteY5" fmla="*/ 1432121 h 2933483"/>
                  <a:gd name="connsiteX6" fmla="*/ 8156794 w 8156794"/>
                  <a:gd name="connsiteY6" fmla="*/ 0 h 2933483"/>
                  <a:gd name="connsiteX0" fmla="*/ 8156794 w 8156794"/>
                  <a:gd name="connsiteY0" fmla="*/ 0 h 2933483"/>
                  <a:gd name="connsiteX1" fmla="*/ 8145760 w 8156794"/>
                  <a:gd name="connsiteY1" fmla="*/ 1593168 h 2933483"/>
                  <a:gd name="connsiteX2" fmla="*/ 4123353 w 8156794"/>
                  <a:gd name="connsiteY2" fmla="*/ 2932729 h 2933483"/>
                  <a:gd name="connsiteX3" fmla="*/ 2295 w 8156794"/>
                  <a:gd name="connsiteY3" fmla="*/ 1484165 h 2933483"/>
                  <a:gd name="connsiteX4" fmla="*/ 767 w 8156794"/>
                  <a:gd name="connsiteY4" fmla="*/ 13224 h 2933483"/>
                  <a:gd name="connsiteX5" fmla="*/ 4068271 w 8156794"/>
                  <a:gd name="connsiteY5" fmla="*/ 1432121 h 2933483"/>
                  <a:gd name="connsiteX6" fmla="*/ 8156794 w 8156794"/>
                  <a:gd name="connsiteY6" fmla="*/ 0 h 2933483"/>
                  <a:gd name="connsiteX0" fmla="*/ 8123689 w 8145760"/>
                  <a:gd name="connsiteY0" fmla="*/ 13560 h 2920259"/>
                  <a:gd name="connsiteX1" fmla="*/ 8145760 w 8145760"/>
                  <a:gd name="connsiteY1" fmla="*/ 1579944 h 2920259"/>
                  <a:gd name="connsiteX2" fmla="*/ 4123353 w 8145760"/>
                  <a:gd name="connsiteY2" fmla="*/ 2919505 h 2920259"/>
                  <a:gd name="connsiteX3" fmla="*/ 2295 w 8145760"/>
                  <a:gd name="connsiteY3" fmla="*/ 1470941 h 2920259"/>
                  <a:gd name="connsiteX4" fmla="*/ 767 w 8145760"/>
                  <a:gd name="connsiteY4" fmla="*/ 0 h 2920259"/>
                  <a:gd name="connsiteX5" fmla="*/ 4068271 w 8145760"/>
                  <a:gd name="connsiteY5" fmla="*/ 1418897 h 2920259"/>
                  <a:gd name="connsiteX6" fmla="*/ 8123689 w 8145760"/>
                  <a:gd name="connsiteY6" fmla="*/ 13560 h 2920259"/>
                  <a:gd name="connsiteX0" fmla="*/ 8178863 w 8178863"/>
                  <a:gd name="connsiteY0" fmla="*/ 26952 h 2920259"/>
                  <a:gd name="connsiteX1" fmla="*/ 8145760 w 8178863"/>
                  <a:gd name="connsiteY1" fmla="*/ 1579944 h 2920259"/>
                  <a:gd name="connsiteX2" fmla="*/ 4123353 w 8178863"/>
                  <a:gd name="connsiteY2" fmla="*/ 2919505 h 2920259"/>
                  <a:gd name="connsiteX3" fmla="*/ 2295 w 8178863"/>
                  <a:gd name="connsiteY3" fmla="*/ 1470941 h 2920259"/>
                  <a:gd name="connsiteX4" fmla="*/ 767 w 8178863"/>
                  <a:gd name="connsiteY4" fmla="*/ 0 h 2920259"/>
                  <a:gd name="connsiteX5" fmla="*/ 4068271 w 8178863"/>
                  <a:gd name="connsiteY5" fmla="*/ 1418897 h 2920259"/>
                  <a:gd name="connsiteX6" fmla="*/ 8178863 w 8178863"/>
                  <a:gd name="connsiteY6" fmla="*/ 26952 h 2920259"/>
                  <a:gd name="connsiteX0" fmla="*/ 8167827 w 8167827"/>
                  <a:gd name="connsiteY0" fmla="*/ 40343 h 2920259"/>
                  <a:gd name="connsiteX1" fmla="*/ 8145760 w 8167827"/>
                  <a:gd name="connsiteY1" fmla="*/ 1579944 h 2920259"/>
                  <a:gd name="connsiteX2" fmla="*/ 4123353 w 8167827"/>
                  <a:gd name="connsiteY2" fmla="*/ 2919505 h 2920259"/>
                  <a:gd name="connsiteX3" fmla="*/ 2295 w 8167827"/>
                  <a:gd name="connsiteY3" fmla="*/ 1470941 h 2920259"/>
                  <a:gd name="connsiteX4" fmla="*/ 767 w 8167827"/>
                  <a:gd name="connsiteY4" fmla="*/ 0 h 2920259"/>
                  <a:gd name="connsiteX5" fmla="*/ 4068271 w 8167827"/>
                  <a:gd name="connsiteY5" fmla="*/ 1418897 h 2920259"/>
                  <a:gd name="connsiteX6" fmla="*/ 8167827 w 8167827"/>
                  <a:gd name="connsiteY6" fmla="*/ 40343 h 2920259"/>
                  <a:gd name="connsiteX0" fmla="*/ 8123687 w 8145760"/>
                  <a:gd name="connsiteY0" fmla="*/ 53735 h 2920259"/>
                  <a:gd name="connsiteX1" fmla="*/ 8145760 w 8145760"/>
                  <a:gd name="connsiteY1" fmla="*/ 1579944 h 2920259"/>
                  <a:gd name="connsiteX2" fmla="*/ 4123353 w 8145760"/>
                  <a:gd name="connsiteY2" fmla="*/ 2919505 h 2920259"/>
                  <a:gd name="connsiteX3" fmla="*/ 2295 w 8145760"/>
                  <a:gd name="connsiteY3" fmla="*/ 1470941 h 2920259"/>
                  <a:gd name="connsiteX4" fmla="*/ 767 w 8145760"/>
                  <a:gd name="connsiteY4" fmla="*/ 0 h 2920259"/>
                  <a:gd name="connsiteX5" fmla="*/ 4068271 w 8145760"/>
                  <a:gd name="connsiteY5" fmla="*/ 1418897 h 2920259"/>
                  <a:gd name="connsiteX6" fmla="*/ 8123687 w 8145760"/>
                  <a:gd name="connsiteY6" fmla="*/ 53735 h 2920259"/>
                  <a:gd name="connsiteX0" fmla="*/ 8161918 w 8161918"/>
                  <a:gd name="connsiteY0" fmla="*/ 0 h 2943855"/>
                  <a:gd name="connsiteX1" fmla="*/ 8145760 w 8161918"/>
                  <a:gd name="connsiteY1" fmla="*/ 1603540 h 2943855"/>
                  <a:gd name="connsiteX2" fmla="*/ 4123353 w 8161918"/>
                  <a:gd name="connsiteY2" fmla="*/ 2943101 h 2943855"/>
                  <a:gd name="connsiteX3" fmla="*/ 2295 w 8161918"/>
                  <a:gd name="connsiteY3" fmla="*/ 1494537 h 2943855"/>
                  <a:gd name="connsiteX4" fmla="*/ 767 w 8161918"/>
                  <a:gd name="connsiteY4" fmla="*/ 23596 h 2943855"/>
                  <a:gd name="connsiteX5" fmla="*/ 4068271 w 8161918"/>
                  <a:gd name="connsiteY5" fmla="*/ 1442493 h 2943855"/>
                  <a:gd name="connsiteX6" fmla="*/ 8161918 w 8161918"/>
                  <a:gd name="connsiteY6" fmla="*/ 0 h 2943855"/>
                  <a:gd name="connsiteX0" fmla="*/ 8144926 w 8145760"/>
                  <a:gd name="connsiteY0" fmla="*/ 43424 h 2920259"/>
                  <a:gd name="connsiteX1" fmla="*/ 8145760 w 8145760"/>
                  <a:gd name="connsiteY1" fmla="*/ 1579944 h 2920259"/>
                  <a:gd name="connsiteX2" fmla="*/ 4123353 w 8145760"/>
                  <a:gd name="connsiteY2" fmla="*/ 2919505 h 2920259"/>
                  <a:gd name="connsiteX3" fmla="*/ 2295 w 8145760"/>
                  <a:gd name="connsiteY3" fmla="*/ 1470941 h 2920259"/>
                  <a:gd name="connsiteX4" fmla="*/ 767 w 8145760"/>
                  <a:gd name="connsiteY4" fmla="*/ 0 h 2920259"/>
                  <a:gd name="connsiteX5" fmla="*/ 4068271 w 8145760"/>
                  <a:gd name="connsiteY5" fmla="*/ 1418897 h 2920259"/>
                  <a:gd name="connsiteX6" fmla="*/ 8144926 w 8145760"/>
                  <a:gd name="connsiteY6" fmla="*/ 43424 h 2920259"/>
                  <a:gd name="connsiteX0" fmla="*/ 8161918 w 8161918"/>
                  <a:gd name="connsiteY0" fmla="*/ 0 h 2959321"/>
                  <a:gd name="connsiteX1" fmla="*/ 8145760 w 8161918"/>
                  <a:gd name="connsiteY1" fmla="*/ 1619006 h 2959321"/>
                  <a:gd name="connsiteX2" fmla="*/ 4123353 w 8161918"/>
                  <a:gd name="connsiteY2" fmla="*/ 2958567 h 2959321"/>
                  <a:gd name="connsiteX3" fmla="*/ 2295 w 8161918"/>
                  <a:gd name="connsiteY3" fmla="*/ 1510003 h 2959321"/>
                  <a:gd name="connsiteX4" fmla="*/ 767 w 8161918"/>
                  <a:gd name="connsiteY4" fmla="*/ 39062 h 2959321"/>
                  <a:gd name="connsiteX5" fmla="*/ 4068271 w 8161918"/>
                  <a:gd name="connsiteY5" fmla="*/ 1457959 h 2959321"/>
                  <a:gd name="connsiteX6" fmla="*/ 8161918 w 8161918"/>
                  <a:gd name="connsiteY6" fmla="*/ 0 h 2959321"/>
                  <a:gd name="connsiteX0" fmla="*/ 8161918 w 8162752"/>
                  <a:gd name="connsiteY0" fmla="*/ 0 h 2959488"/>
                  <a:gd name="connsiteX1" fmla="*/ 8162752 w 8162752"/>
                  <a:gd name="connsiteY1" fmla="*/ 1629317 h 2959488"/>
                  <a:gd name="connsiteX2" fmla="*/ 4123353 w 8162752"/>
                  <a:gd name="connsiteY2" fmla="*/ 2958567 h 2959488"/>
                  <a:gd name="connsiteX3" fmla="*/ 2295 w 8162752"/>
                  <a:gd name="connsiteY3" fmla="*/ 1510003 h 2959488"/>
                  <a:gd name="connsiteX4" fmla="*/ 767 w 8162752"/>
                  <a:gd name="connsiteY4" fmla="*/ 39062 h 2959488"/>
                  <a:gd name="connsiteX5" fmla="*/ 4068271 w 8162752"/>
                  <a:gd name="connsiteY5" fmla="*/ 1457959 h 2959488"/>
                  <a:gd name="connsiteX6" fmla="*/ 8161918 w 8162752"/>
                  <a:gd name="connsiteY6" fmla="*/ 0 h 2959488"/>
                  <a:gd name="connsiteX0" fmla="*/ 8165930 w 8166764"/>
                  <a:gd name="connsiteY0" fmla="*/ 7337 h 2966825"/>
                  <a:gd name="connsiteX1" fmla="*/ 8166764 w 8166764"/>
                  <a:gd name="connsiteY1" fmla="*/ 1636654 h 2966825"/>
                  <a:gd name="connsiteX2" fmla="*/ 4127365 w 8166764"/>
                  <a:gd name="connsiteY2" fmla="*/ 2965904 h 2966825"/>
                  <a:gd name="connsiteX3" fmla="*/ 6307 w 8166764"/>
                  <a:gd name="connsiteY3" fmla="*/ 1517340 h 2966825"/>
                  <a:gd name="connsiteX4" fmla="*/ 532 w 8166764"/>
                  <a:gd name="connsiteY4" fmla="*/ 0 h 2966825"/>
                  <a:gd name="connsiteX5" fmla="*/ 4072283 w 8166764"/>
                  <a:gd name="connsiteY5" fmla="*/ 1465296 h 2966825"/>
                  <a:gd name="connsiteX6" fmla="*/ 8165930 w 8166764"/>
                  <a:gd name="connsiteY6" fmla="*/ 7337 h 2966825"/>
                  <a:gd name="connsiteX0" fmla="*/ 8168119 w 8168953"/>
                  <a:gd name="connsiteY0" fmla="*/ 7337 h 2966682"/>
                  <a:gd name="connsiteX1" fmla="*/ 8168953 w 8168953"/>
                  <a:gd name="connsiteY1" fmla="*/ 1636654 h 2966682"/>
                  <a:gd name="connsiteX2" fmla="*/ 4129554 w 8168953"/>
                  <a:gd name="connsiteY2" fmla="*/ 2965904 h 2966682"/>
                  <a:gd name="connsiteX3" fmla="*/ 0 w 8168953"/>
                  <a:gd name="connsiteY3" fmla="*/ 1527651 h 2966682"/>
                  <a:gd name="connsiteX4" fmla="*/ 2721 w 8168953"/>
                  <a:gd name="connsiteY4" fmla="*/ 0 h 2966682"/>
                  <a:gd name="connsiteX5" fmla="*/ 4074472 w 8168953"/>
                  <a:gd name="connsiteY5" fmla="*/ 1465296 h 2966682"/>
                  <a:gd name="connsiteX6" fmla="*/ 8168119 w 8168953"/>
                  <a:gd name="connsiteY6" fmla="*/ 7337 h 2966682"/>
                  <a:gd name="connsiteX0" fmla="*/ 8168119 w 8168953"/>
                  <a:gd name="connsiteY0" fmla="*/ 7337 h 3100377"/>
                  <a:gd name="connsiteX1" fmla="*/ 8168953 w 8168953"/>
                  <a:gd name="connsiteY1" fmla="*/ 1636654 h 3100377"/>
                  <a:gd name="connsiteX2" fmla="*/ 4118520 w 8168953"/>
                  <a:gd name="connsiteY2" fmla="*/ 3099826 h 3100377"/>
                  <a:gd name="connsiteX3" fmla="*/ 0 w 8168953"/>
                  <a:gd name="connsiteY3" fmla="*/ 1527651 h 3100377"/>
                  <a:gd name="connsiteX4" fmla="*/ 2721 w 8168953"/>
                  <a:gd name="connsiteY4" fmla="*/ 0 h 3100377"/>
                  <a:gd name="connsiteX5" fmla="*/ 4074472 w 8168953"/>
                  <a:gd name="connsiteY5" fmla="*/ 1465296 h 3100377"/>
                  <a:gd name="connsiteX6" fmla="*/ 8168119 w 8168953"/>
                  <a:gd name="connsiteY6" fmla="*/ 7337 h 3100377"/>
                  <a:gd name="connsiteX0" fmla="*/ 8168119 w 8168953"/>
                  <a:gd name="connsiteY0" fmla="*/ 7337 h 3100429"/>
                  <a:gd name="connsiteX1" fmla="*/ 8168953 w 8168953"/>
                  <a:gd name="connsiteY1" fmla="*/ 1636654 h 3100429"/>
                  <a:gd name="connsiteX2" fmla="*/ 4118520 w 8168953"/>
                  <a:gd name="connsiteY2" fmla="*/ 3099826 h 3100429"/>
                  <a:gd name="connsiteX3" fmla="*/ 0 w 8168953"/>
                  <a:gd name="connsiteY3" fmla="*/ 1527651 h 3100429"/>
                  <a:gd name="connsiteX4" fmla="*/ 2721 w 8168953"/>
                  <a:gd name="connsiteY4" fmla="*/ 0 h 3100429"/>
                  <a:gd name="connsiteX5" fmla="*/ 4074472 w 8168953"/>
                  <a:gd name="connsiteY5" fmla="*/ 1465296 h 3100429"/>
                  <a:gd name="connsiteX6" fmla="*/ 8168119 w 8168953"/>
                  <a:gd name="connsiteY6" fmla="*/ 7337 h 3100429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72202 w 8166683"/>
                  <a:gd name="connsiteY5" fmla="*/ 1465296 h 3099826"/>
                  <a:gd name="connsiteX6" fmla="*/ 8165849 w 8166683"/>
                  <a:gd name="connsiteY6" fmla="*/ 7337 h 3099826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72202 w 8166683"/>
                  <a:gd name="connsiteY5" fmla="*/ 1465296 h 3099826"/>
                  <a:gd name="connsiteX6" fmla="*/ 8165849 w 8166683"/>
                  <a:gd name="connsiteY6" fmla="*/ 7337 h 3099826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61168 w 8166683"/>
                  <a:gd name="connsiteY5" fmla="*/ 1438511 h 3099826"/>
                  <a:gd name="connsiteX6" fmla="*/ 8165849 w 8166683"/>
                  <a:gd name="connsiteY6" fmla="*/ 7337 h 3099826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61168 w 8166683"/>
                  <a:gd name="connsiteY5" fmla="*/ 1438511 h 3099826"/>
                  <a:gd name="connsiteX6" fmla="*/ 8165849 w 8166683"/>
                  <a:gd name="connsiteY6" fmla="*/ 7337 h 309982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8166683" h="3099826">
                    <a:moveTo>
                      <a:pt x="8165849" y="7337"/>
                    </a:moveTo>
                    <a:lnTo>
                      <a:pt x="8166683" y="1636654"/>
                    </a:lnTo>
                    <a:cubicBezTo>
                      <a:pt x="7917761" y="2728489"/>
                      <a:pt x="5475903" y="3100137"/>
                      <a:pt x="4116250" y="3099826"/>
                    </a:cubicBezTo>
                    <a:cubicBezTo>
                      <a:pt x="2756597" y="3099515"/>
                      <a:pt x="245424" y="2744647"/>
                      <a:pt x="8764" y="1634789"/>
                    </a:cubicBezTo>
                    <a:cubicBezTo>
                      <a:pt x="11928" y="1215900"/>
                      <a:pt x="-2713" y="418889"/>
                      <a:pt x="451" y="0"/>
                    </a:cubicBezTo>
                    <a:cubicBezTo>
                      <a:pt x="385485" y="953840"/>
                      <a:pt x="2700268" y="1437288"/>
                      <a:pt x="4061168" y="1438511"/>
                    </a:cubicBezTo>
                    <a:cubicBezTo>
                      <a:pt x="5422068" y="1439734"/>
                      <a:pt x="7793228" y="1089449"/>
                      <a:pt x="8165849" y="7337"/>
                    </a:cubicBezTo>
                    <a:close/>
                  </a:path>
                </a:pathLst>
              </a:custGeom>
              <a:gradFill>
                <a:gsLst>
                  <a:gs pos="0">
                    <a:srgbClr val="B8C2C9"/>
                  </a:gs>
                  <a:gs pos="21000">
                    <a:schemeClr val="bg1"/>
                  </a:gs>
                  <a:gs pos="60000">
                    <a:srgbClr val="D6DCE0"/>
                  </a:gs>
                  <a:gs pos="100000">
                    <a:srgbClr val="B8C2C9"/>
                  </a:gs>
                </a:gsLst>
                <a:lin ang="0" scaled="0"/>
              </a:gradFill>
              <a:ln w="63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                   </a:t>
                </a:r>
              </a:p>
            </p:txBody>
          </p:sp>
          <p:sp>
            <p:nvSpPr>
              <p:cNvPr id="342" name="Oval 341">
                <a:extLst>
                  <a:ext uri="{FF2B5EF4-FFF2-40B4-BE49-F238E27FC236}">
                    <a16:creationId xmlns:a16="http://schemas.microsoft.com/office/drawing/2014/main" id="{C6C36B06-A393-AA49-97E2-CA983E530D42}"/>
                  </a:ext>
                </a:extLst>
              </p:cNvPr>
              <p:cNvSpPr/>
              <p:nvPr/>
            </p:nvSpPr>
            <p:spPr>
              <a:xfrm>
                <a:off x="7494729" y="2774731"/>
                <a:ext cx="1480163" cy="579140"/>
              </a:xfrm>
              <a:prstGeom prst="ellipse">
                <a:avLst/>
              </a:prstGeom>
              <a:solidFill>
                <a:srgbClr val="B8C2C9"/>
              </a:solidFill>
              <a:ln w="63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              </a:t>
                </a:r>
              </a:p>
            </p:txBody>
          </p:sp>
          <p:grpSp>
            <p:nvGrpSpPr>
              <p:cNvPr id="343" name="Group 342">
                <a:extLst>
                  <a:ext uri="{FF2B5EF4-FFF2-40B4-BE49-F238E27FC236}">
                    <a16:creationId xmlns:a16="http://schemas.microsoft.com/office/drawing/2014/main" id="{55B6028F-C8FE-5347-9982-246E1F0DEC3F}"/>
                  </a:ext>
                </a:extLst>
              </p:cNvPr>
              <p:cNvGrpSpPr/>
              <p:nvPr/>
            </p:nvGrpSpPr>
            <p:grpSpPr>
              <a:xfrm>
                <a:off x="7713663" y="2848339"/>
                <a:ext cx="1042107" cy="425543"/>
                <a:chOff x="7786941" y="2884917"/>
                <a:chExt cx="897649" cy="353919"/>
              </a:xfrm>
            </p:grpSpPr>
            <p:sp>
              <p:nvSpPr>
                <p:cNvPr id="344" name="Freeform 343">
                  <a:extLst>
                    <a:ext uri="{FF2B5EF4-FFF2-40B4-BE49-F238E27FC236}">
                      <a16:creationId xmlns:a16="http://schemas.microsoft.com/office/drawing/2014/main" id="{D9135A62-DBD4-4E48-B166-943E0258FD8C}"/>
                    </a:ext>
                  </a:extLst>
                </p:cNvPr>
                <p:cNvSpPr/>
                <p:nvPr/>
              </p:nvSpPr>
              <p:spPr>
                <a:xfrm>
                  <a:off x="7811770" y="2884917"/>
                  <a:ext cx="849158" cy="198115"/>
                </a:xfrm>
                <a:custGeom>
                  <a:avLst/>
                  <a:gdLst>
                    <a:gd name="connsiteX0" fmla="*/ 3725333 w 4588933"/>
                    <a:gd name="connsiteY0" fmla="*/ 0 h 1049866"/>
                    <a:gd name="connsiteX1" fmla="*/ 4588933 w 4588933"/>
                    <a:gd name="connsiteY1" fmla="*/ 270933 h 1049866"/>
                    <a:gd name="connsiteX2" fmla="*/ 3962400 w 4588933"/>
                    <a:gd name="connsiteY2" fmla="*/ 541866 h 1049866"/>
                    <a:gd name="connsiteX3" fmla="*/ 3742267 w 4588933"/>
                    <a:gd name="connsiteY3" fmla="*/ 457200 h 1049866"/>
                    <a:gd name="connsiteX4" fmla="*/ 2269067 w 4588933"/>
                    <a:gd name="connsiteY4" fmla="*/ 1049866 h 1049866"/>
                    <a:gd name="connsiteX5" fmla="*/ 880533 w 4588933"/>
                    <a:gd name="connsiteY5" fmla="*/ 457200 h 1049866"/>
                    <a:gd name="connsiteX6" fmla="*/ 592667 w 4588933"/>
                    <a:gd name="connsiteY6" fmla="*/ 541866 h 1049866"/>
                    <a:gd name="connsiteX7" fmla="*/ 0 w 4588933"/>
                    <a:gd name="connsiteY7" fmla="*/ 254000 h 1049866"/>
                    <a:gd name="connsiteX8" fmla="*/ 880533 w 4588933"/>
                    <a:gd name="connsiteY8" fmla="*/ 16933 h 1049866"/>
                    <a:gd name="connsiteX9" fmla="*/ 2302933 w 4588933"/>
                    <a:gd name="connsiteY9" fmla="*/ 626533 h 1049866"/>
                    <a:gd name="connsiteX10" fmla="*/ 3725333 w 4588933"/>
                    <a:gd name="connsiteY10" fmla="*/ 0 h 1049866"/>
                    <a:gd name="connsiteX0" fmla="*/ 3725333 w 4641485"/>
                    <a:gd name="connsiteY0" fmla="*/ 0 h 1049866"/>
                    <a:gd name="connsiteX1" fmla="*/ 4641485 w 4641485"/>
                    <a:gd name="connsiteY1" fmla="*/ 239402 h 1049866"/>
                    <a:gd name="connsiteX2" fmla="*/ 3962400 w 4641485"/>
                    <a:gd name="connsiteY2" fmla="*/ 541866 h 1049866"/>
                    <a:gd name="connsiteX3" fmla="*/ 3742267 w 4641485"/>
                    <a:gd name="connsiteY3" fmla="*/ 457200 h 1049866"/>
                    <a:gd name="connsiteX4" fmla="*/ 2269067 w 4641485"/>
                    <a:gd name="connsiteY4" fmla="*/ 1049866 h 1049866"/>
                    <a:gd name="connsiteX5" fmla="*/ 880533 w 4641485"/>
                    <a:gd name="connsiteY5" fmla="*/ 457200 h 1049866"/>
                    <a:gd name="connsiteX6" fmla="*/ 592667 w 4641485"/>
                    <a:gd name="connsiteY6" fmla="*/ 541866 h 1049866"/>
                    <a:gd name="connsiteX7" fmla="*/ 0 w 4641485"/>
                    <a:gd name="connsiteY7" fmla="*/ 254000 h 1049866"/>
                    <a:gd name="connsiteX8" fmla="*/ 880533 w 4641485"/>
                    <a:gd name="connsiteY8" fmla="*/ 16933 h 1049866"/>
                    <a:gd name="connsiteX9" fmla="*/ 2302933 w 4641485"/>
                    <a:gd name="connsiteY9" fmla="*/ 626533 h 1049866"/>
                    <a:gd name="connsiteX10" fmla="*/ 3725333 w 4641485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73798 w 4673016"/>
                    <a:gd name="connsiteY3" fmla="*/ 457200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34464 w 4673016"/>
                    <a:gd name="connsiteY9" fmla="*/ 62653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84308 w 4673016"/>
                    <a:gd name="connsiteY3" fmla="*/ 404648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34464 w 4673016"/>
                    <a:gd name="connsiteY9" fmla="*/ 62653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94818 w 4673016"/>
                    <a:gd name="connsiteY3" fmla="*/ 436179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34464 w 4673016"/>
                    <a:gd name="connsiteY9" fmla="*/ 62653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94818 w 4673016"/>
                    <a:gd name="connsiteY3" fmla="*/ 436179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23954 w 4673016"/>
                    <a:gd name="connsiteY9" fmla="*/ 61602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94818 w 4673016"/>
                    <a:gd name="connsiteY3" fmla="*/ 436179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75021 h 1049866"/>
                    <a:gd name="connsiteX8" fmla="*/ 912064 w 4673016"/>
                    <a:gd name="connsiteY8" fmla="*/ 16933 h 1049866"/>
                    <a:gd name="connsiteX9" fmla="*/ 2323954 w 4673016"/>
                    <a:gd name="connsiteY9" fmla="*/ 61602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815839 w 4673016"/>
                    <a:gd name="connsiteY3" fmla="*/ 467710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75021 h 1049866"/>
                    <a:gd name="connsiteX8" fmla="*/ 912064 w 4673016"/>
                    <a:gd name="connsiteY8" fmla="*/ 16933 h 1049866"/>
                    <a:gd name="connsiteX9" fmla="*/ 2323954 w 4673016"/>
                    <a:gd name="connsiteY9" fmla="*/ 616023 h 1049866"/>
                    <a:gd name="connsiteX10" fmla="*/ 3756864 w 4673016"/>
                    <a:gd name="connsiteY10" fmla="*/ 0 h 104986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</a:cxnLst>
                  <a:rect l="l" t="t" r="r" b="b"/>
                  <a:pathLst>
                    <a:path w="4673016" h="1049866">
                      <a:moveTo>
                        <a:pt x="3756864" y="0"/>
                      </a:moveTo>
                      <a:lnTo>
                        <a:pt x="4673016" y="239402"/>
                      </a:lnTo>
                      <a:lnTo>
                        <a:pt x="3993931" y="541866"/>
                      </a:lnTo>
                      <a:lnTo>
                        <a:pt x="3815839" y="467710"/>
                      </a:lnTo>
                      <a:lnTo>
                        <a:pt x="2300598" y="1049866"/>
                      </a:lnTo>
                      <a:lnTo>
                        <a:pt x="912064" y="457200"/>
                      </a:lnTo>
                      <a:lnTo>
                        <a:pt x="624198" y="541866"/>
                      </a:lnTo>
                      <a:lnTo>
                        <a:pt x="0" y="275021"/>
                      </a:lnTo>
                      <a:lnTo>
                        <a:pt x="912064" y="16933"/>
                      </a:lnTo>
                      <a:lnTo>
                        <a:pt x="2323954" y="616023"/>
                      </a:lnTo>
                      <a:lnTo>
                        <a:pt x="3756864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345" name="Freeform 344">
                  <a:extLst>
                    <a:ext uri="{FF2B5EF4-FFF2-40B4-BE49-F238E27FC236}">
                      <a16:creationId xmlns:a16="http://schemas.microsoft.com/office/drawing/2014/main" id="{A6CD8C01-7ACD-9047-AF09-4509FAD01EDA}"/>
                    </a:ext>
                  </a:extLst>
                </p:cNvPr>
                <p:cNvSpPr/>
                <p:nvPr/>
              </p:nvSpPr>
              <p:spPr>
                <a:xfrm>
                  <a:off x="8367548" y="3054383"/>
                  <a:ext cx="317042" cy="170569"/>
                </a:xfrm>
                <a:custGeom>
                  <a:avLst/>
                  <a:gdLst>
                    <a:gd name="connsiteX0" fmla="*/ 21021 w 1744718"/>
                    <a:gd name="connsiteY0" fmla="*/ 0 h 903890"/>
                    <a:gd name="connsiteX1" fmla="*/ 1744718 w 1744718"/>
                    <a:gd name="connsiteY1" fmla="*/ 693683 h 903890"/>
                    <a:gd name="connsiteX2" fmla="*/ 1145628 w 1744718"/>
                    <a:gd name="connsiteY2" fmla="*/ 903890 h 903890"/>
                    <a:gd name="connsiteX3" fmla="*/ 0 w 1744718"/>
                    <a:gd name="connsiteY3" fmla="*/ 451945 h 903890"/>
                    <a:gd name="connsiteX4" fmla="*/ 21021 w 1744718"/>
                    <a:gd name="connsiteY4" fmla="*/ 0 h 90389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744718" h="903890">
                      <a:moveTo>
                        <a:pt x="21021" y="0"/>
                      </a:moveTo>
                      <a:lnTo>
                        <a:pt x="1744718" y="693683"/>
                      </a:lnTo>
                      <a:lnTo>
                        <a:pt x="1145628" y="903890"/>
                      </a:lnTo>
                      <a:lnTo>
                        <a:pt x="0" y="451945"/>
                      </a:lnTo>
                      <a:lnTo>
                        <a:pt x="21021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346" name="Freeform 345">
                  <a:extLst>
                    <a:ext uri="{FF2B5EF4-FFF2-40B4-BE49-F238E27FC236}">
                      <a16:creationId xmlns:a16="http://schemas.microsoft.com/office/drawing/2014/main" id="{9834EEC0-E73C-C84D-B165-574B3980957C}"/>
                    </a:ext>
                  </a:extLst>
                </p:cNvPr>
                <p:cNvSpPr/>
                <p:nvPr/>
              </p:nvSpPr>
              <p:spPr>
                <a:xfrm>
                  <a:off x="7786941" y="3054383"/>
                  <a:ext cx="311312" cy="168585"/>
                </a:xfrm>
                <a:custGeom>
                  <a:avLst/>
                  <a:gdLst>
                    <a:gd name="connsiteX0" fmla="*/ 1702676 w 1713187"/>
                    <a:gd name="connsiteY0" fmla="*/ 0 h 893380"/>
                    <a:gd name="connsiteX1" fmla="*/ 1713187 w 1713187"/>
                    <a:gd name="connsiteY1" fmla="*/ 472966 h 893380"/>
                    <a:gd name="connsiteX2" fmla="*/ 578069 w 1713187"/>
                    <a:gd name="connsiteY2" fmla="*/ 893380 h 893380"/>
                    <a:gd name="connsiteX3" fmla="*/ 0 w 1713187"/>
                    <a:gd name="connsiteY3" fmla="*/ 693683 h 893380"/>
                    <a:gd name="connsiteX4" fmla="*/ 1702676 w 1713187"/>
                    <a:gd name="connsiteY4" fmla="*/ 0 h 89338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713187" h="893380">
                      <a:moveTo>
                        <a:pt x="1702676" y="0"/>
                      </a:moveTo>
                      <a:lnTo>
                        <a:pt x="1713187" y="472966"/>
                      </a:lnTo>
                      <a:lnTo>
                        <a:pt x="578069" y="893380"/>
                      </a:lnTo>
                      <a:lnTo>
                        <a:pt x="0" y="693683"/>
                      </a:lnTo>
                      <a:lnTo>
                        <a:pt x="1702676" y="0"/>
                      </a:lnTo>
                      <a:close/>
                    </a:path>
                  </a:pathLst>
                </a:custGeom>
                <a:solidFill>
                  <a:srgbClr val="0000A8"/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347" name="Freeform 346">
                  <a:extLst>
                    <a:ext uri="{FF2B5EF4-FFF2-40B4-BE49-F238E27FC236}">
                      <a16:creationId xmlns:a16="http://schemas.microsoft.com/office/drawing/2014/main" id="{2D12A304-34D8-9442-9CED-FBB7F0B8D265}"/>
                    </a:ext>
                  </a:extLst>
                </p:cNvPr>
                <p:cNvSpPr/>
                <p:nvPr/>
              </p:nvSpPr>
              <p:spPr>
                <a:xfrm>
                  <a:off x="7895013" y="2971083"/>
                  <a:ext cx="676892" cy="267753"/>
                </a:xfrm>
                <a:custGeom>
                  <a:avLst/>
                  <a:gdLst>
                    <a:gd name="connsiteX0" fmla="*/ 599089 w 4162096"/>
                    <a:gd name="connsiteY0" fmla="*/ 273269 h 1618593"/>
                    <a:gd name="connsiteX1" fmla="*/ 882869 w 4162096"/>
                    <a:gd name="connsiteY1" fmla="*/ 199697 h 1618593"/>
                    <a:gd name="connsiteX2" fmla="*/ 2312276 w 4162096"/>
                    <a:gd name="connsiteY2" fmla="*/ 798786 h 1618593"/>
                    <a:gd name="connsiteX3" fmla="*/ 3794234 w 4162096"/>
                    <a:gd name="connsiteY3" fmla="*/ 199697 h 1618593"/>
                    <a:gd name="connsiteX4" fmla="*/ 4014951 w 4162096"/>
                    <a:gd name="connsiteY4" fmla="*/ 273269 h 1618593"/>
                    <a:gd name="connsiteX5" fmla="*/ 3058510 w 4162096"/>
                    <a:gd name="connsiteY5" fmla="*/ 641131 h 1618593"/>
                    <a:gd name="connsiteX6" fmla="*/ 3026979 w 4162096"/>
                    <a:gd name="connsiteY6" fmla="*/ 1114097 h 1618593"/>
                    <a:gd name="connsiteX7" fmla="*/ 4162096 w 4162096"/>
                    <a:gd name="connsiteY7" fmla="*/ 1545021 h 1618593"/>
                    <a:gd name="connsiteX8" fmla="*/ 3878317 w 4162096"/>
                    <a:gd name="connsiteY8" fmla="*/ 1608083 h 1618593"/>
                    <a:gd name="connsiteX9" fmla="*/ 2301765 w 4162096"/>
                    <a:gd name="connsiteY9" fmla="*/ 945931 h 1618593"/>
                    <a:gd name="connsiteX10" fmla="*/ 693682 w 4162096"/>
                    <a:gd name="connsiteY10" fmla="*/ 1618593 h 1618593"/>
                    <a:gd name="connsiteX11" fmla="*/ 430924 w 4162096"/>
                    <a:gd name="connsiteY11" fmla="*/ 1524000 h 1618593"/>
                    <a:gd name="connsiteX12" fmla="*/ 1576551 w 4162096"/>
                    <a:gd name="connsiteY12" fmla="*/ 1082566 h 1618593"/>
                    <a:gd name="connsiteX13" fmla="*/ 1545020 w 4162096"/>
                    <a:gd name="connsiteY13" fmla="*/ 609600 h 1618593"/>
                    <a:gd name="connsiteX14" fmla="*/ 0 w 4162096"/>
                    <a:gd name="connsiteY14" fmla="*/ 0 h 1618593"/>
                    <a:gd name="connsiteX15" fmla="*/ 872358 w 4162096"/>
                    <a:gd name="connsiteY15" fmla="*/ 210207 h 1618593"/>
                    <a:gd name="connsiteX16" fmla="*/ 872358 w 4162096"/>
                    <a:gd name="connsiteY16" fmla="*/ 210207 h 1618593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441434 w 3731172"/>
                    <a:gd name="connsiteY14" fmla="*/ 10510 h 1418896"/>
                    <a:gd name="connsiteX15" fmla="*/ 441434 w 3731172"/>
                    <a:gd name="connsiteY15" fmla="*/ 10510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441434 w 3731172"/>
                    <a:gd name="connsiteY14" fmla="*/ 10510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357351 w 3731172"/>
                    <a:gd name="connsiteY14" fmla="*/ 115613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147144 w 3731172"/>
                    <a:gd name="connsiteY14" fmla="*/ 63061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20413 h 1418896"/>
                    <a:gd name="connsiteX14" fmla="*/ 147144 w 3731172"/>
                    <a:gd name="connsiteY14" fmla="*/ 63061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20413 h 1418896"/>
                    <a:gd name="connsiteX14" fmla="*/ 189185 w 3731172"/>
                    <a:gd name="connsiteY14" fmla="*/ 84081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20413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56137 w 3731172"/>
                    <a:gd name="connsiteY13" fmla="*/ 441434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45626 w 3731172"/>
                    <a:gd name="connsiteY13" fmla="*/ 451945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903890 h 1418896"/>
                    <a:gd name="connsiteX13" fmla="*/ 1145626 w 3731172"/>
                    <a:gd name="connsiteY13" fmla="*/ 451945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06565 w 3710151"/>
                    <a:gd name="connsiteY5" fmla="*/ 441434 h 1418896"/>
                    <a:gd name="connsiteX6" fmla="*/ 2575034 w 3710151"/>
                    <a:gd name="connsiteY6" fmla="*/ 914400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06565 w 3710151"/>
                    <a:gd name="connsiteY5" fmla="*/ 441434 h 1418896"/>
                    <a:gd name="connsiteX6" fmla="*/ 2606565 w 3710151"/>
                    <a:gd name="connsiteY6" fmla="*/ 924910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06565 w 3710151"/>
                    <a:gd name="connsiteY5" fmla="*/ 441434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5151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38028 w 3710151"/>
                    <a:gd name="connsiteY2" fmla="*/ 591655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38028 w 3710151"/>
                    <a:gd name="connsiteY2" fmla="*/ 591655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087434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38028 w 3710151"/>
                    <a:gd name="connsiteY2" fmla="*/ 591655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098586 w 3710151"/>
                    <a:gd name="connsiteY12" fmla="*/ 903890 h 1418896"/>
                    <a:gd name="connsiteX13" fmla="*/ 1087434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62012 w 3725019"/>
                    <a:gd name="connsiteY0" fmla="*/ 73572 h 1418896"/>
                    <a:gd name="connsiteX1" fmla="*/ 445792 w 3725019"/>
                    <a:gd name="connsiteY1" fmla="*/ 0 h 1418896"/>
                    <a:gd name="connsiteX2" fmla="*/ 1852896 w 3725019"/>
                    <a:gd name="connsiteY2" fmla="*/ 591655 h 1418896"/>
                    <a:gd name="connsiteX3" fmla="*/ 3357157 w 3725019"/>
                    <a:gd name="connsiteY3" fmla="*/ 0 h 1418896"/>
                    <a:gd name="connsiteX4" fmla="*/ 3577874 w 3725019"/>
                    <a:gd name="connsiteY4" fmla="*/ 73572 h 1418896"/>
                    <a:gd name="connsiteX5" fmla="*/ 2632585 w 3725019"/>
                    <a:gd name="connsiteY5" fmla="*/ 448868 h 1418896"/>
                    <a:gd name="connsiteX6" fmla="*/ 2625150 w 3725019"/>
                    <a:gd name="connsiteY6" fmla="*/ 902607 h 1418896"/>
                    <a:gd name="connsiteX7" fmla="*/ 3725019 w 3725019"/>
                    <a:gd name="connsiteY7" fmla="*/ 1345324 h 1418896"/>
                    <a:gd name="connsiteX8" fmla="*/ 3441240 w 3725019"/>
                    <a:gd name="connsiteY8" fmla="*/ 1408386 h 1418896"/>
                    <a:gd name="connsiteX9" fmla="*/ 1864688 w 3725019"/>
                    <a:gd name="connsiteY9" fmla="*/ 746234 h 1418896"/>
                    <a:gd name="connsiteX10" fmla="*/ 256605 w 3725019"/>
                    <a:gd name="connsiteY10" fmla="*/ 1418896 h 1418896"/>
                    <a:gd name="connsiteX11" fmla="*/ 0 w 3725019"/>
                    <a:gd name="connsiteY11" fmla="*/ 1331097 h 1418896"/>
                    <a:gd name="connsiteX12" fmla="*/ 1113454 w 3725019"/>
                    <a:gd name="connsiteY12" fmla="*/ 903890 h 1418896"/>
                    <a:gd name="connsiteX13" fmla="*/ 1102302 w 3725019"/>
                    <a:gd name="connsiteY13" fmla="*/ 451945 h 1418896"/>
                    <a:gd name="connsiteX14" fmla="*/ 183032 w 3725019"/>
                    <a:gd name="connsiteY14" fmla="*/ 84081 h 1418896"/>
                    <a:gd name="connsiteX15" fmla="*/ 162012 w 3725019"/>
                    <a:gd name="connsiteY15" fmla="*/ 73572 h 141889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</a:cxnLst>
                  <a:rect l="l" t="t" r="r" b="b"/>
                  <a:pathLst>
                    <a:path w="3725019" h="1418896">
                      <a:moveTo>
                        <a:pt x="162012" y="73572"/>
                      </a:moveTo>
                      <a:lnTo>
                        <a:pt x="445792" y="0"/>
                      </a:lnTo>
                      <a:lnTo>
                        <a:pt x="1852896" y="591655"/>
                      </a:lnTo>
                      <a:lnTo>
                        <a:pt x="3357157" y="0"/>
                      </a:lnTo>
                      <a:lnTo>
                        <a:pt x="3577874" y="73572"/>
                      </a:lnTo>
                      <a:lnTo>
                        <a:pt x="2632585" y="448868"/>
                      </a:lnTo>
                      <a:lnTo>
                        <a:pt x="2625150" y="902607"/>
                      </a:lnTo>
                      <a:lnTo>
                        <a:pt x="3725019" y="1345324"/>
                      </a:lnTo>
                      <a:lnTo>
                        <a:pt x="3441240" y="1408386"/>
                      </a:lnTo>
                      <a:lnTo>
                        <a:pt x="1864688" y="746234"/>
                      </a:lnTo>
                      <a:lnTo>
                        <a:pt x="256605" y="1418896"/>
                      </a:lnTo>
                      <a:lnTo>
                        <a:pt x="0" y="1331097"/>
                      </a:lnTo>
                      <a:lnTo>
                        <a:pt x="1113454" y="903890"/>
                      </a:lnTo>
                      <a:cubicBezTo>
                        <a:pt x="1113454" y="760249"/>
                        <a:pt x="1102302" y="595586"/>
                        <a:pt x="1102302" y="451945"/>
                      </a:cubicBezTo>
                      <a:lnTo>
                        <a:pt x="183032" y="84081"/>
                      </a:lnTo>
                      <a:cubicBezTo>
                        <a:pt x="26317" y="21019"/>
                        <a:pt x="169019" y="77075"/>
                        <a:pt x="162012" y="73572"/>
                      </a:cubicBezTo>
                      <a:close/>
                    </a:path>
                  </a:pathLst>
                </a:custGeom>
                <a:solidFill>
                  <a:schemeClr val="accent1">
                    <a:lumMod val="60000"/>
                    <a:lumOff val="40000"/>
                  </a:schemeClr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p:grpSp>
        </p:grpSp>
        <p:grpSp>
          <p:nvGrpSpPr>
            <p:cNvPr id="348" name="Group 347">
              <a:extLst>
                <a:ext uri="{FF2B5EF4-FFF2-40B4-BE49-F238E27FC236}">
                  <a16:creationId xmlns:a16="http://schemas.microsoft.com/office/drawing/2014/main" id="{B39672A6-77C4-5F43-BD22-8EBBBB1DACC3}"/>
                </a:ext>
              </a:extLst>
            </p:cNvPr>
            <p:cNvGrpSpPr/>
            <p:nvPr/>
          </p:nvGrpSpPr>
          <p:grpSpPr>
            <a:xfrm>
              <a:off x="4094463" y="5164346"/>
              <a:ext cx="496248" cy="260542"/>
              <a:chOff x="7493876" y="2774731"/>
              <a:chExt cx="1481958" cy="894622"/>
            </a:xfrm>
          </p:grpSpPr>
          <p:sp>
            <p:nvSpPr>
              <p:cNvPr id="349" name="Freeform 348">
                <a:extLst>
                  <a:ext uri="{FF2B5EF4-FFF2-40B4-BE49-F238E27FC236}">
                    <a16:creationId xmlns:a16="http://schemas.microsoft.com/office/drawing/2014/main" id="{6A952387-953F-784E-B4C8-2ED10819E946}"/>
                  </a:ext>
                </a:extLst>
              </p:cNvPr>
              <p:cNvSpPr/>
              <p:nvPr/>
            </p:nvSpPr>
            <p:spPr>
              <a:xfrm>
                <a:off x="7493876" y="3084399"/>
                <a:ext cx="1481958" cy="584954"/>
              </a:xfrm>
              <a:custGeom>
                <a:avLst/>
                <a:gdLst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88524 w 8187558"/>
                  <a:gd name="connsiteY5" fmla="*/ 1597573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88524 w 8187558"/>
                  <a:gd name="connsiteY5" fmla="*/ 1597573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76538 w 8176538"/>
                  <a:gd name="connsiteY0" fmla="*/ 0 h 2638097"/>
                  <a:gd name="connsiteX1" fmla="*/ 8176538 w 8176538"/>
                  <a:gd name="connsiteY1" fmla="*/ 1271752 h 2638097"/>
                  <a:gd name="connsiteX2" fmla="*/ 4088015 w 8176538"/>
                  <a:gd name="connsiteY2" fmla="*/ 2638097 h 2638097"/>
                  <a:gd name="connsiteX3" fmla="*/ 0 w 8176538"/>
                  <a:gd name="connsiteY3" fmla="*/ 1269888 h 2638097"/>
                  <a:gd name="connsiteX4" fmla="*/ 20511 w 8176538"/>
                  <a:gd name="connsiteY4" fmla="*/ 147145 h 2638097"/>
                  <a:gd name="connsiteX5" fmla="*/ 4088015 w 8176538"/>
                  <a:gd name="connsiteY5" fmla="*/ 1566042 h 2638097"/>
                  <a:gd name="connsiteX6" fmla="*/ 8176538 w 8176538"/>
                  <a:gd name="connsiteY6" fmla="*/ 0 h 2638097"/>
                  <a:gd name="connsiteX0" fmla="*/ 8176538 w 8176538"/>
                  <a:gd name="connsiteY0" fmla="*/ 0 h 2772020"/>
                  <a:gd name="connsiteX1" fmla="*/ 8176538 w 8176538"/>
                  <a:gd name="connsiteY1" fmla="*/ 1271752 h 2772020"/>
                  <a:gd name="connsiteX2" fmla="*/ 4099034 w 8176538"/>
                  <a:gd name="connsiteY2" fmla="*/ 2772020 h 2772020"/>
                  <a:gd name="connsiteX3" fmla="*/ 0 w 8176538"/>
                  <a:gd name="connsiteY3" fmla="*/ 1269888 h 2772020"/>
                  <a:gd name="connsiteX4" fmla="*/ 20511 w 8176538"/>
                  <a:gd name="connsiteY4" fmla="*/ 147145 h 2772020"/>
                  <a:gd name="connsiteX5" fmla="*/ 4088015 w 8176538"/>
                  <a:gd name="connsiteY5" fmla="*/ 1566042 h 2772020"/>
                  <a:gd name="connsiteX6" fmla="*/ 8176538 w 8176538"/>
                  <a:gd name="connsiteY6" fmla="*/ 0 h 2772020"/>
                  <a:gd name="connsiteX0" fmla="*/ 8176538 w 8176538"/>
                  <a:gd name="connsiteY0" fmla="*/ 0 h 2772339"/>
                  <a:gd name="connsiteX1" fmla="*/ 8176538 w 8176538"/>
                  <a:gd name="connsiteY1" fmla="*/ 1378890 h 2772339"/>
                  <a:gd name="connsiteX2" fmla="*/ 4099034 w 8176538"/>
                  <a:gd name="connsiteY2" fmla="*/ 2772020 h 2772339"/>
                  <a:gd name="connsiteX3" fmla="*/ 0 w 8176538"/>
                  <a:gd name="connsiteY3" fmla="*/ 1269888 h 2772339"/>
                  <a:gd name="connsiteX4" fmla="*/ 20511 w 8176538"/>
                  <a:gd name="connsiteY4" fmla="*/ 147145 h 2772339"/>
                  <a:gd name="connsiteX5" fmla="*/ 4088015 w 8176538"/>
                  <a:gd name="connsiteY5" fmla="*/ 1566042 h 2772339"/>
                  <a:gd name="connsiteX6" fmla="*/ 8176538 w 8176538"/>
                  <a:gd name="connsiteY6" fmla="*/ 0 h 2772339"/>
                  <a:gd name="connsiteX0" fmla="*/ 8176538 w 8176538"/>
                  <a:gd name="connsiteY0" fmla="*/ 0 h 2825888"/>
                  <a:gd name="connsiteX1" fmla="*/ 8176538 w 8176538"/>
                  <a:gd name="connsiteY1" fmla="*/ 1378890 h 2825888"/>
                  <a:gd name="connsiteX2" fmla="*/ 4099034 w 8176538"/>
                  <a:gd name="connsiteY2" fmla="*/ 2825590 h 2825888"/>
                  <a:gd name="connsiteX3" fmla="*/ 0 w 8176538"/>
                  <a:gd name="connsiteY3" fmla="*/ 1269888 h 2825888"/>
                  <a:gd name="connsiteX4" fmla="*/ 20511 w 8176538"/>
                  <a:gd name="connsiteY4" fmla="*/ 147145 h 2825888"/>
                  <a:gd name="connsiteX5" fmla="*/ 4088015 w 8176538"/>
                  <a:gd name="connsiteY5" fmla="*/ 1566042 h 2825888"/>
                  <a:gd name="connsiteX6" fmla="*/ 8176538 w 8176538"/>
                  <a:gd name="connsiteY6" fmla="*/ 0 h 2825888"/>
                  <a:gd name="connsiteX0" fmla="*/ 8165518 w 8165518"/>
                  <a:gd name="connsiteY0" fmla="*/ 0 h 2825606"/>
                  <a:gd name="connsiteX1" fmla="*/ 8165518 w 8165518"/>
                  <a:gd name="connsiteY1" fmla="*/ 1378890 h 2825606"/>
                  <a:gd name="connsiteX2" fmla="*/ 4088014 w 8165518"/>
                  <a:gd name="connsiteY2" fmla="*/ 2825590 h 2825606"/>
                  <a:gd name="connsiteX3" fmla="*/ 0 w 8165518"/>
                  <a:gd name="connsiteY3" fmla="*/ 1403811 h 2825606"/>
                  <a:gd name="connsiteX4" fmla="*/ 9491 w 8165518"/>
                  <a:gd name="connsiteY4" fmla="*/ 147145 h 2825606"/>
                  <a:gd name="connsiteX5" fmla="*/ 4076995 w 8165518"/>
                  <a:gd name="connsiteY5" fmla="*/ 1566042 h 2825606"/>
                  <a:gd name="connsiteX6" fmla="*/ 8165518 w 8165518"/>
                  <a:gd name="connsiteY6" fmla="*/ 0 h 2825606"/>
                  <a:gd name="connsiteX0" fmla="*/ 8165518 w 8165518"/>
                  <a:gd name="connsiteY0" fmla="*/ 0 h 2879174"/>
                  <a:gd name="connsiteX1" fmla="*/ 8165518 w 8165518"/>
                  <a:gd name="connsiteY1" fmla="*/ 1378890 h 2879174"/>
                  <a:gd name="connsiteX2" fmla="*/ 4132092 w 8165518"/>
                  <a:gd name="connsiteY2" fmla="*/ 2879159 h 2879174"/>
                  <a:gd name="connsiteX3" fmla="*/ 0 w 8165518"/>
                  <a:gd name="connsiteY3" fmla="*/ 1403811 h 2879174"/>
                  <a:gd name="connsiteX4" fmla="*/ 9491 w 8165518"/>
                  <a:gd name="connsiteY4" fmla="*/ 147145 h 2879174"/>
                  <a:gd name="connsiteX5" fmla="*/ 4076995 w 8165518"/>
                  <a:gd name="connsiteY5" fmla="*/ 1566042 h 2879174"/>
                  <a:gd name="connsiteX6" fmla="*/ 8165518 w 8165518"/>
                  <a:gd name="connsiteY6" fmla="*/ 0 h 2879174"/>
                  <a:gd name="connsiteX0" fmla="*/ 8165518 w 8176537"/>
                  <a:gd name="connsiteY0" fmla="*/ 0 h 2879410"/>
                  <a:gd name="connsiteX1" fmla="*/ 8176537 w 8176537"/>
                  <a:gd name="connsiteY1" fmla="*/ 1499420 h 2879410"/>
                  <a:gd name="connsiteX2" fmla="*/ 4132092 w 8176537"/>
                  <a:gd name="connsiteY2" fmla="*/ 2879159 h 2879410"/>
                  <a:gd name="connsiteX3" fmla="*/ 0 w 8176537"/>
                  <a:gd name="connsiteY3" fmla="*/ 1403811 h 2879410"/>
                  <a:gd name="connsiteX4" fmla="*/ 9491 w 8176537"/>
                  <a:gd name="connsiteY4" fmla="*/ 147145 h 2879410"/>
                  <a:gd name="connsiteX5" fmla="*/ 4076995 w 8176537"/>
                  <a:gd name="connsiteY5" fmla="*/ 1566042 h 2879410"/>
                  <a:gd name="connsiteX6" fmla="*/ 8165518 w 8176537"/>
                  <a:gd name="connsiteY6" fmla="*/ 0 h 2879410"/>
                  <a:gd name="connsiteX0" fmla="*/ 8165518 w 8176537"/>
                  <a:gd name="connsiteY0" fmla="*/ 0 h 2879262"/>
                  <a:gd name="connsiteX1" fmla="*/ 8176537 w 8176537"/>
                  <a:gd name="connsiteY1" fmla="*/ 1499420 h 2879262"/>
                  <a:gd name="connsiteX2" fmla="*/ 4132092 w 8176537"/>
                  <a:gd name="connsiteY2" fmla="*/ 2879159 h 2879262"/>
                  <a:gd name="connsiteX3" fmla="*/ 0 w 8176537"/>
                  <a:gd name="connsiteY3" fmla="*/ 1403811 h 2879262"/>
                  <a:gd name="connsiteX4" fmla="*/ 9491 w 8176537"/>
                  <a:gd name="connsiteY4" fmla="*/ 147145 h 2879262"/>
                  <a:gd name="connsiteX5" fmla="*/ 4076995 w 8176537"/>
                  <a:gd name="connsiteY5" fmla="*/ 1566042 h 2879262"/>
                  <a:gd name="connsiteX6" fmla="*/ 8165518 w 8176537"/>
                  <a:gd name="connsiteY6" fmla="*/ 0 h 2879262"/>
                  <a:gd name="connsiteX0" fmla="*/ 8165518 w 8176537"/>
                  <a:gd name="connsiteY0" fmla="*/ 0 h 2879163"/>
                  <a:gd name="connsiteX1" fmla="*/ 8176537 w 8176537"/>
                  <a:gd name="connsiteY1" fmla="*/ 1499420 h 2879163"/>
                  <a:gd name="connsiteX2" fmla="*/ 4132092 w 8176537"/>
                  <a:gd name="connsiteY2" fmla="*/ 2879159 h 2879163"/>
                  <a:gd name="connsiteX3" fmla="*/ 0 w 8176537"/>
                  <a:gd name="connsiteY3" fmla="*/ 1510948 h 2879163"/>
                  <a:gd name="connsiteX4" fmla="*/ 9491 w 8176537"/>
                  <a:gd name="connsiteY4" fmla="*/ 147145 h 2879163"/>
                  <a:gd name="connsiteX5" fmla="*/ 4076995 w 8176537"/>
                  <a:gd name="connsiteY5" fmla="*/ 1566042 h 2879163"/>
                  <a:gd name="connsiteX6" fmla="*/ 8165518 w 8176537"/>
                  <a:gd name="connsiteY6" fmla="*/ 0 h 2879163"/>
                  <a:gd name="connsiteX0" fmla="*/ 8165518 w 8198577"/>
                  <a:gd name="connsiteY0" fmla="*/ 0 h 2879451"/>
                  <a:gd name="connsiteX1" fmla="*/ 8198577 w 8198577"/>
                  <a:gd name="connsiteY1" fmla="*/ 1606558 h 2879451"/>
                  <a:gd name="connsiteX2" fmla="*/ 4132092 w 8198577"/>
                  <a:gd name="connsiteY2" fmla="*/ 2879159 h 2879451"/>
                  <a:gd name="connsiteX3" fmla="*/ 0 w 8198577"/>
                  <a:gd name="connsiteY3" fmla="*/ 1510948 h 2879451"/>
                  <a:gd name="connsiteX4" fmla="*/ 9491 w 8198577"/>
                  <a:gd name="connsiteY4" fmla="*/ 147145 h 2879451"/>
                  <a:gd name="connsiteX5" fmla="*/ 4076995 w 8198577"/>
                  <a:gd name="connsiteY5" fmla="*/ 1566042 h 2879451"/>
                  <a:gd name="connsiteX6" fmla="*/ 8165518 w 8198577"/>
                  <a:gd name="connsiteY6" fmla="*/ 0 h 2879451"/>
                  <a:gd name="connsiteX0" fmla="*/ 8165518 w 8165518"/>
                  <a:gd name="connsiteY0" fmla="*/ 0 h 2880066"/>
                  <a:gd name="connsiteX1" fmla="*/ 8165518 w 8165518"/>
                  <a:gd name="connsiteY1" fmla="*/ 1673520 h 2880066"/>
                  <a:gd name="connsiteX2" fmla="*/ 4132092 w 8165518"/>
                  <a:gd name="connsiteY2" fmla="*/ 2879159 h 2880066"/>
                  <a:gd name="connsiteX3" fmla="*/ 0 w 8165518"/>
                  <a:gd name="connsiteY3" fmla="*/ 1510948 h 2880066"/>
                  <a:gd name="connsiteX4" fmla="*/ 9491 w 8165518"/>
                  <a:gd name="connsiteY4" fmla="*/ 147145 h 2880066"/>
                  <a:gd name="connsiteX5" fmla="*/ 4076995 w 8165518"/>
                  <a:gd name="connsiteY5" fmla="*/ 1566042 h 2880066"/>
                  <a:gd name="connsiteX6" fmla="*/ 8165518 w 8165518"/>
                  <a:gd name="connsiteY6" fmla="*/ 0 h 2880066"/>
                  <a:gd name="connsiteX0" fmla="*/ 8156794 w 8156794"/>
                  <a:gd name="connsiteY0" fmla="*/ 0 h 2879270"/>
                  <a:gd name="connsiteX1" fmla="*/ 8156794 w 8156794"/>
                  <a:gd name="connsiteY1" fmla="*/ 1673520 h 2879270"/>
                  <a:gd name="connsiteX2" fmla="*/ 4123368 w 8156794"/>
                  <a:gd name="connsiteY2" fmla="*/ 2879159 h 2879270"/>
                  <a:gd name="connsiteX3" fmla="*/ 2295 w 8156794"/>
                  <a:gd name="connsiteY3" fmla="*/ 1618086 h 2879270"/>
                  <a:gd name="connsiteX4" fmla="*/ 767 w 8156794"/>
                  <a:gd name="connsiteY4" fmla="*/ 147145 h 2879270"/>
                  <a:gd name="connsiteX5" fmla="*/ 4068271 w 8156794"/>
                  <a:gd name="connsiteY5" fmla="*/ 1566042 h 2879270"/>
                  <a:gd name="connsiteX6" fmla="*/ 8156794 w 8156794"/>
                  <a:gd name="connsiteY6" fmla="*/ 0 h 2879270"/>
                  <a:gd name="connsiteX0" fmla="*/ 8156794 w 8156794"/>
                  <a:gd name="connsiteY0" fmla="*/ 0 h 2973000"/>
                  <a:gd name="connsiteX1" fmla="*/ 8156794 w 8156794"/>
                  <a:gd name="connsiteY1" fmla="*/ 1673520 h 2973000"/>
                  <a:gd name="connsiteX2" fmla="*/ 4134388 w 8156794"/>
                  <a:gd name="connsiteY2" fmla="*/ 2972904 h 2973000"/>
                  <a:gd name="connsiteX3" fmla="*/ 2295 w 8156794"/>
                  <a:gd name="connsiteY3" fmla="*/ 1618086 h 2973000"/>
                  <a:gd name="connsiteX4" fmla="*/ 767 w 8156794"/>
                  <a:gd name="connsiteY4" fmla="*/ 147145 h 2973000"/>
                  <a:gd name="connsiteX5" fmla="*/ 4068271 w 8156794"/>
                  <a:gd name="connsiteY5" fmla="*/ 1566042 h 2973000"/>
                  <a:gd name="connsiteX6" fmla="*/ 8156794 w 8156794"/>
                  <a:gd name="connsiteY6" fmla="*/ 0 h 2973000"/>
                  <a:gd name="connsiteX0" fmla="*/ 8156794 w 8156794"/>
                  <a:gd name="connsiteY0" fmla="*/ 0 h 2973000"/>
                  <a:gd name="connsiteX1" fmla="*/ 8156794 w 8156794"/>
                  <a:gd name="connsiteY1" fmla="*/ 1673520 h 2973000"/>
                  <a:gd name="connsiteX2" fmla="*/ 4134388 w 8156794"/>
                  <a:gd name="connsiteY2" fmla="*/ 2972904 h 2973000"/>
                  <a:gd name="connsiteX3" fmla="*/ 2295 w 8156794"/>
                  <a:gd name="connsiteY3" fmla="*/ 1618086 h 2973000"/>
                  <a:gd name="connsiteX4" fmla="*/ 767 w 8156794"/>
                  <a:gd name="connsiteY4" fmla="*/ 147145 h 2973000"/>
                  <a:gd name="connsiteX5" fmla="*/ 4068271 w 8156794"/>
                  <a:gd name="connsiteY5" fmla="*/ 1566042 h 2973000"/>
                  <a:gd name="connsiteX6" fmla="*/ 8156794 w 8156794"/>
                  <a:gd name="connsiteY6" fmla="*/ 0 h 2973000"/>
                  <a:gd name="connsiteX0" fmla="*/ 8156794 w 8156794"/>
                  <a:gd name="connsiteY0" fmla="*/ 0 h 2973000"/>
                  <a:gd name="connsiteX1" fmla="*/ 8156794 w 8156794"/>
                  <a:gd name="connsiteY1" fmla="*/ 1673520 h 2973000"/>
                  <a:gd name="connsiteX2" fmla="*/ 4134388 w 8156794"/>
                  <a:gd name="connsiteY2" fmla="*/ 2972904 h 2973000"/>
                  <a:gd name="connsiteX3" fmla="*/ 2295 w 8156794"/>
                  <a:gd name="connsiteY3" fmla="*/ 1618086 h 2973000"/>
                  <a:gd name="connsiteX4" fmla="*/ 767 w 8156794"/>
                  <a:gd name="connsiteY4" fmla="*/ 147145 h 2973000"/>
                  <a:gd name="connsiteX5" fmla="*/ 4068271 w 8156794"/>
                  <a:gd name="connsiteY5" fmla="*/ 1566042 h 2973000"/>
                  <a:gd name="connsiteX6" fmla="*/ 8156794 w 8156794"/>
                  <a:gd name="connsiteY6" fmla="*/ 0 h 2973000"/>
                  <a:gd name="connsiteX0" fmla="*/ 8156794 w 8156794"/>
                  <a:gd name="connsiteY0" fmla="*/ 0 h 2973020"/>
                  <a:gd name="connsiteX1" fmla="*/ 8156794 w 8156794"/>
                  <a:gd name="connsiteY1" fmla="*/ 1673520 h 2973020"/>
                  <a:gd name="connsiteX2" fmla="*/ 4134388 w 8156794"/>
                  <a:gd name="connsiteY2" fmla="*/ 2972904 h 2973020"/>
                  <a:gd name="connsiteX3" fmla="*/ 2295 w 8156794"/>
                  <a:gd name="connsiteY3" fmla="*/ 1618086 h 2973020"/>
                  <a:gd name="connsiteX4" fmla="*/ 767 w 8156794"/>
                  <a:gd name="connsiteY4" fmla="*/ 147145 h 2973020"/>
                  <a:gd name="connsiteX5" fmla="*/ 4068271 w 8156794"/>
                  <a:gd name="connsiteY5" fmla="*/ 1566042 h 2973020"/>
                  <a:gd name="connsiteX6" fmla="*/ 8156794 w 8156794"/>
                  <a:gd name="connsiteY6" fmla="*/ 0 h 2973020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141"/>
                  <a:gd name="connsiteX1" fmla="*/ 8156794 w 8156794"/>
                  <a:gd name="connsiteY1" fmla="*/ 1673520 h 2973141"/>
                  <a:gd name="connsiteX2" fmla="*/ 4134388 w 8156794"/>
                  <a:gd name="connsiteY2" fmla="*/ 2972904 h 2973141"/>
                  <a:gd name="connsiteX3" fmla="*/ 2295 w 8156794"/>
                  <a:gd name="connsiteY3" fmla="*/ 1618086 h 2973141"/>
                  <a:gd name="connsiteX4" fmla="*/ 767 w 8156794"/>
                  <a:gd name="connsiteY4" fmla="*/ 147145 h 2973141"/>
                  <a:gd name="connsiteX5" fmla="*/ 4068271 w 8156794"/>
                  <a:gd name="connsiteY5" fmla="*/ 1566042 h 2973141"/>
                  <a:gd name="connsiteX6" fmla="*/ 8156794 w 8156794"/>
                  <a:gd name="connsiteY6" fmla="*/ 0 h 2973141"/>
                  <a:gd name="connsiteX0" fmla="*/ 8156794 w 8156794"/>
                  <a:gd name="connsiteY0" fmla="*/ 0 h 3066827"/>
                  <a:gd name="connsiteX1" fmla="*/ 8156794 w 8156794"/>
                  <a:gd name="connsiteY1" fmla="*/ 1673520 h 3066827"/>
                  <a:gd name="connsiteX2" fmla="*/ 4123353 w 8156794"/>
                  <a:gd name="connsiteY2" fmla="*/ 3066650 h 3066827"/>
                  <a:gd name="connsiteX3" fmla="*/ 2295 w 8156794"/>
                  <a:gd name="connsiteY3" fmla="*/ 1618086 h 3066827"/>
                  <a:gd name="connsiteX4" fmla="*/ 767 w 8156794"/>
                  <a:gd name="connsiteY4" fmla="*/ 147145 h 3066827"/>
                  <a:gd name="connsiteX5" fmla="*/ 4068271 w 8156794"/>
                  <a:gd name="connsiteY5" fmla="*/ 1566042 h 3066827"/>
                  <a:gd name="connsiteX6" fmla="*/ 8156794 w 8156794"/>
                  <a:gd name="connsiteY6" fmla="*/ 0 h 3066827"/>
                  <a:gd name="connsiteX0" fmla="*/ 8123689 w 8156794"/>
                  <a:gd name="connsiteY0" fmla="*/ 0 h 2999866"/>
                  <a:gd name="connsiteX1" fmla="*/ 8156794 w 8156794"/>
                  <a:gd name="connsiteY1" fmla="*/ 1606559 h 2999866"/>
                  <a:gd name="connsiteX2" fmla="*/ 4123353 w 8156794"/>
                  <a:gd name="connsiteY2" fmla="*/ 2999689 h 2999866"/>
                  <a:gd name="connsiteX3" fmla="*/ 2295 w 8156794"/>
                  <a:gd name="connsiteY3" fmla="*/ 1551125 h 2999866"/>
                  <a:gd name="connsiteX4" fmla="*/ 767 w 8156794"/>
                  <a:gd name="connsiteY4" fmla="*/ 80184 h 2999866"/>
                  <a:gd name="connsiteX5" fmla="*/ 4068271 w 8156794"/>
                  <a:gd name="connsiteY5" fmla="*/ 1499081 h 2999866"/>
                  <a:gd name="connsiteX6" fmla="*/ 8123689 w 8156794"/>
                  <a:gd name="connsiteY6" fmla="*/ 0 h 2999866"/>
                  <a:gd name="connsiteX0" fmla="*/ 8167828 w 8167828"/>
                  <a:gd name="connsiteY0" fmla="*/ 0 h 3026651"/>
                  <a:gd name="connsiteX1" fmla="*/ 8156794 w 8167828"/>
                  <a:gd name="connsiteY1" fmla="*/ 1633344 h 3026651"/>
                  <a:gd name="connsiteX2" fmla="*/ 4123353 w 8167828"/>
                  <a:gd name="connsiteY2" fmla="*/ 3026474 h 3026651"/>
                  <a:gd name="connsiteX3" fmla="*/ 2295 w 8167828"/>
                  <a:gd name="connsiteY3" fmla="*/ 1577910 h 3026651"/>
                  <a:gd name="connsiteX4" fmla="*/ 767 w 8167828"/>
                  <a:gd name="connsiteY4" fmla="*/ 106969 h 3026651"/>
                  <a:gd name="connsiteX5" fmla="*/ 4068271 w 8167828"/>
                  <a:gd name="connsiteY5" fmla="*/ 1525866 h 3026651"/>
                  <a:gd name="connsiteX6" fmla="*/ 8167828 w 8167828"/>
                  <a:gd name="connsiteY6" fmla="*/ 0 h 3026651"/>
                  <a:gd name="connsiteX0" fmla="*/ 8167828 w 8167828"/>
                  <a:gd name="connsiteY0" fmla="*/ 0 h 3027228"/>
                  <a:gd name="connsiteX1" fmla="*/ 8145760 w 8167828"/>
                  <a:gd name="connsiteY1" fmla="*/ 1686913 h 3027228"/>
                  <a:gd name="connsiteX2" fmla="*/ 4123353 w 8167828"/>
                  <a:gd name="connsiteY2" fmla="*/ 3026474 h 3027228"/>
                  <a:gd name="connsiteX3" fmla="*/ 2295 w 8167828"/>
                  <a:gd name="connsiteY3" fmla="*/ 1577910 h 3027228"/>
                  <a:gd name="connsiteX4" fmla="*/ 767 w 8167828"/>
                  <a:gd name="connsiteY4" fmla="*/ 106969 h 3027228"/>
                  <a:gd name="connsiteX5" fmla="*/ 4068271 w 8167828"/>
                  <a:gd name="connsiteY5" fmla="*/ 1525866 h 3027228"/>
                  <a:gd name="connsiteX6" fmla="*/ 8167828 w 8167828"/>
                  <a:gd name="connsiteY6" fmla="*/ 0 h 3027228"/>
                  <a:gd name="connsiteX0" fmla="*/ 8156794 w 8156794"/>
                  <a:gd name="connsiteY0" fmla="*/ 0 h 2933483"/>
                  <a:gd name="connsiteX1" fmla="*/ 8145760 w 8156794"/>
                  <a:gd name="connsiteY1" fmla="*/ 1593168 h 2933483"/>
                  <a:gd name="connsiteX2" fmla="*/ 4123353 w 8156794"/>
                  <a:gd name="connsiteY2" fmla="*/ 2932729 h 2933483"/>
                  <a:gd name="connsiteX3" fmla="*/ 2295 w 8156794"/>
                  <a:gd name="connsiteY3" fmla="*/ 1484165 h 2933483"/>
                  <a:gd name="connsiteX4" fmla="*/ 767 w 8156794"/>
                  <a:gd name="connsiteY4" fmla="*/ 13224 h 2933483"/>
                  <a:gd name="connsiteX5" fmla="*/ 4068271 w 8156794"/>
                  <a:gd name="connsiteY5" fmla="*/ 1432121 h 2933483"/>
                  <a:gd name="connsiteX6" fmla="*/ 8156794 w 8156794"/>
                  <a:gd name="connsiteY6" fmla="*/ 0 h 2933483"/>
                  <a:gd name="connsiteX0" fmla="*/ 8156794 w 8156794"/>
                  <a:gd name="connsiteY0" fmla="*/ 0 h 2933483"/>
                  <a:gd name="connsiteX1" fmla="*/ 8145760 w 8156794"/>
                  <a:gd name="connsiteY1" fmla="*/ 1593168 h 2933483"/>
                  <a:gd name="connsiteX2" fmla="*/ 4123353 w 8156794"/>
                  <a:gd name="connsiteY2" fmla="*/ 2932729 h 2933483"/>
                  <a:gd name="connsiteX3" fmla="*/ 2295 w 8156794"/>
                  <a:gd name="connsiteY3" fmla="*/ 1484165 h 2933483"/>
                  <a:gd name="connsiteX4" fmla="*/ 767 w 8156794"/>
                  <a:gd name="connsiteY4" fmla="*/ 13224 h 2933483"/>
                  <a:gd name="connsiteX5" fmla="*/ 4068271 w 8156794"/>
                  <a:gd name="connsiteY5" fmla="*/ 1432121 h 2933483"/>
                  <a:gd name="connsiteX6" fmla="*/ 8156794 w 8156794"/>
                  <a:gd name="connsiteY6" fmla="*/ 0 h 2933483"/>
                  <a:gd name="connsiteX0" fmla="*/ 8123689 w 8145760"/>
                  <a:gd name="connsiteY0" fmla="*/ 13560 h 2920259"/>
                  <a:gd name="connsiteX1" fmla="*/ 8145760 w 8145760"/>
                  <a:gd name="connsiteY1" fmla="*/ 1579944 h 2920259"/>
                  <a:gd name="connsiteX2" fmla="*/ 4123353 w 8145760"/>
                  <a:gd name="connsiteY2" fmla="*/ 2919505 h 2920259"/>
                  <a:gd name="connsiteX3" fmla="*/ 2295 w 8145760"/>
                  <a:gd name="connsiteY3" fmla="*/ 1470941 h 2920259"/>
                  <a:gd name="connsiteX4" fmla="*/ 767 w 8145760"/>
                  <a:gd name="connsiteY4" fmla="*/ 0 h 2920259"/>
                  <a:gd name="connsiteX5" fmla="*/ 4068271 w 8145760"/>
                  <a:gd name="connsiteY5" fmla="*/ 1418897 h 2920259"/>
                  <a:gd name="connsiteX6" fmla="*/ 8123689 w 8145760"/>
                  <a:gd name="connsiteY6" fmla="*/ 13560 h 2920259"/>
                  <a:gd name="connsiteX0" fmla="*/ 8178863 w 8178863"/>
                  <a:gd name="connsiteY0" fmla="*/ 26952 h 2920259"/>
                  <a:gd name="connsiteX1" fmla="*/ 8145760 w 8178863"/>
                  <a:gd name="connsiteY1" fmla="*/ 1579944 h 2920259"/>
                  <a:gd name="connsiteX2" fmla="*/ 4123353 w 8178863"/>
                  <a:gd name="connsiteY2" fmla="*/ 2919505 h 2920259"/>
                  <a:gd name="connsiteX3" fmla="*/ 2295 w 8178863"/>
                  <a:gd name="connsiteY3" fmla="*/ 1470941 h 2920259"/>
                  <a:gd name="connsiteX4" fmla="*/ 767 w 8178863"/>
                  <a:gd name="connsiteY4" fmla="*/ 0 h 2920259"/>
                  <a:gd name="connsiteX5" fmla="*/ 4068271 w 8178863"/>
                  <a:gd name="connsiteY5" fmla="*/ 1418897 h 2920259"/>
                  <a:gd name="connsiteX6" fmla="*/ 8178863 w 8178863"/>
                  <a:gd name="connsiteY6" fmla="*/ 26952 h 2920259"/>
                  <a:gd name="connsiteX0" fmla="*/ 8167827 w 8167827"/>
                  <a:gd name="connsiteY0" fmla="*/ 40343 h 2920259"/>
                  <a:gd name="connsiteX1" fmla="*/ 8145760 w 8167827"/>
                  <a:gd name="connsiteY1" fmla="*/ 1579944 h 2920259"/>
                  <a:gd name="connsiteX2" fmla="*/ 4123353 w 8167827"/>
                  <a:gd name="connsiteY2" fmla="*/ 2919505 h 2920259"/>
                  <a:gd name="connsiteX3" fmla="*/ 2295 w 8167827"/>
                  <a:gd name="connsiteY3" fmla="*/ 1470941 h 2920259"/>
                  <a:gd name="connsiteX4" fmla="*/ 767 w 8167827"/>
                  <a:gd name="connsiteY4" fmla="*/ 0 h 2920259"/>
                  <a:gd name="connsiteX5" fmla="*/ 4068271 w 8167827"/>
                  <a:gd name="connsiteY5" fmla="*/ 1418897 h 2920259"/>
                  <a:gd name="connsiteX6" fmla="*/ 8167827 w 8167827"/>
                  <a:gd name="connsiteY6" fmla="*/ 40343 h 2920259"/>
                  <a:gd name="connsiteX0" fmla="*/ 8123687 w 8145760"/>
                  <a:gd name="connsiteY0" fmla="*/ 53735 h 2920259"/>
                  <a:gd name="connsiteX1" fmla="*/ 8145760 w 8145760"/>
                  <a:gd name="connsiteY1" fmla="*/ 1579944 h 2920259"/>
                  <a:gd name="connsiteX2" fmla="*/ 4123353 w 8145760"/>
                  <a:gd name="connsiteY2" fmla="*/ 2919505 h 2920259"/>
                  <a:gd name="connsiteX3" fmla="*/ 2295 w 8145760"/>
                  <a:gd name="connsiteY3" fmla="*/ 1470941 h 2920259"/>
                  <a:gd name="connsiteX4" fmla="*/ 767 w 8145760"/>
                  <a:gd name="connsiteY4" fmla="*/ 0 h 2920259"/>
                  <a:gd name="connsiteX5" fmla="*/ 4068271 w 8145760"/>
                  <a:gd name="connsiteY5" fmla="*/ 1418897 h 2920259"/>
                  <a:gd name="connsiteX6" fmla="*/ 8123687 w 8145760"/>
                  <a:gd name="connsiteY6" fmla="*/ 53735 h 2920259"/>
                  <a:gd name="connsiteX0" fmla="*/ 8161918 w 8161918"/>
                  <a:gd name="connsiteY0" fmla="*/ 0 h 2943855"/>
                  <a:gd name="connsiteX1" fmla="*/ 8145760 w 8161918"/>
                  <a:gd name="connsiteY1" fmla="*/ 1603540 h 2943855"/>
                  <a:gd name="connsiteX2" fmla="*/ 4123353 w 8161918"/>
                  <a:gd name="connsiteY2" fmla="*/ 2943101 h 2943855"/>
                  <a:gd name="connsiteX3" fmla="*/ 2295 w 8161918"/>
                  <a:gd name="connsiteY3" fmla="*/ 1494537 h 2943855"/>
                  <a:gd name="connsiteX4" fmla="*/ 767 w 8161918"/>
                  <a:gd name="connsiteY4" fmla="*/ 23596 h 2943855"/>
                  <a:gd name="connsiteX5" fmla="*/ 4068271 w 8161918"/>
                  <a:gd name="connsiteY5" fmla="*/ 1442493 h 2943855"/>
                  <a:gd name="connsiteX6" fmla="*/ 8161918 w 8161918"/>
                  <a:gd name="connsiteY6" fmla="*/ 0 h 2943855"/>
                  <a:gd name="connsiteX0" fmla="*/ 8144926 w 8145760"/>
                  <a:gd name="connsiteY0" fmla="*/ 43424 h 2920259"/>
                  <a:gd name="connsiteX1" fmla="*/ 8145760 w 8145760"/>
                  <a:gd name="connsiteY1" fmla="*/ 1579944 h 2920259"/>
                  <a:gd name="connsiteX2" fmla="*/ 4123353 w 8145760"/>
                  <a:gd name="connsiteY2" fmla="*/ 2919505 h 2920259"/>
                  <a:gd name="connsiteX3" fmla="*/ 2295 w 8145760"/>
                  <a:gd name="connsiteY3" fmla="*/ 1470941 h 2920259"/>
                  <a:gd name="connsiteX4" fmla="*/ 767 w 8145760"/>
                  <a:gd name="connsiteY4" fmla="*/ 0 h 2920259"/>
                  <a:gd name="connsiteX5" fmla="*/ 4068271 w 8145760"/>
                  <a:gd name="connsiteY5" fmla="*/ 1418897 h 2920259"/>
                  <a:gd name="connsiteX6" fmla="*/ 8144926 w 8145760"/>
                  <a:gd name="connsiteY6" fmla="*/ 43424 h 2920259"/>
                  <a:gd name="connsiteX0" fmla="*/ 8161918 w 8161918"/>
                  <a:gd name="connsiteY0" fmla="*/ 0 h 2959321"/>
                  <a:gd name="connsiteX1" fmla="*/ 8145760 w 8161918"/>
                  <a:gd name="connsiteY1" fmla="*/ 1619006 h 2959321"/>
                  <a:gd name="connsiteX2" fmla="*/ 4123353 w 8161918"/>
                  <a:gd name="connsiteY2" fmla="*/ 2958567 h 2959321"/>
                  <a:gd name="connsiteX3" fmla="*/ 2295 w 8161918"/>
                  <a:gd name="connsiteY3" fmla="*/ 1510003 h 2959321"/>
                  <a:gd name="connsiteX4" fmla="*/ 767 w 8161918"/>
                  <a:gd name="connsiteY4" fmla="*/ 39062 h 2959321"/>
                  <a:gd name="connsiteX5" fmla="*/ 4068271 w 8161918"/>
                  <a:gd name="connsiteY5" fmla="*/ 1457959 h 2959321"/>
                  <a:gd name="connsiteX6" fmla="*/ 8161918 w 8161918"/>
                  <a:gd name="connsiteY6" fmla="*/ 0 h 2959321"/>
                  <a:gd name="connsiteX0" fmla="*/ 8161918 w 8162752"/>
                  <a:gd name="connsiteY0" fmla="*/ 0 h 2959488"/>
                  <a:gd name="connsiteX1" fmla="*/ 8162752 w 8162752"/>
                  <a:gd name="connsiteY1" fmla="*/ 1629317 h 2959488"/>
                  <a:gd name="connsiteX2" fmla="*/ 4123353 w 8162752"/>
                  <a:gd name="connsiteY2" fmla="*/ 2958567 h 2959488"/>
                  <a:gd name="connsiteX3" fmla="*/ 2295 w 8162752"/>
                  <a:gd name="connsiteY3" fmla="*/ 1510003 h 2959488"/>
                  <a:gd name="connsiteX4" fmla="*/ 767 w 8162752"/>
                  <a:gd name="connsiteY4" fmla="*/ 39062 h 2959488"/>
                  <a:gd name="connsiteX5" fmla="*/ 4068271 w 8162752"/>
                  <a:gd name="connsiteY5" fmla="*/ 1457959 h 2959488"/>
                  <a:gd name="connsiteX6" fmla="*/ 8161918 w 8162752"/>
                  <a:gd name="connsiteY6" fmla="*/ 0 h 2959488"/>
                  <a:gd name="connsiteX0" fmla="*/ 8165930 w 8166764"/>
                  <a:gd name="connsiteY0" fmla="*/ 7337 h 2966825"/>
                  <a:gd name="connsiteX1" fmla="*/ 8166764 w 8166764"/>
                  <a:gd name="connsiteY1" fmla="*/ 1636654 h 2966825"/>
                  <a:gd name="connsiteX2" fmla="*/ 4127365 w 8166764"/>
                  <a:gd name="connsiteY2" fmla="*/ 2965904 h 2966825"/>
                  <a:gd name="connsiteX3" fmla="*/ 6307 w 8166764"/>
                  <a:gd name="connsiteY3" fmla="*/ 1517340 h 2966825"/>
                  <a:gd name="connsiteX4" fmla="*/ 532 w 8166764"/>
                  <a:gd name="connsiteY4" fmla="*/ 0 h 2966825"/>
                  <a:gd name="connsiteX5" fmla="*/ 4072283 w 8166764"/>
                  <a:gd name="connsiteY5" fmla="*/ 1465296 h 2966825"/>
                  <a:gd name="connsiteX6" fmla="*/ 8165930 w 8166764"/>
                  <a:gd name="connsiteY6" fmla="*/ 7337 h 2966825"/>
                  <a:gd name="connsiteX0" fmla="*/ 8168119 w 8168953"/>
                  <a:gd name="connsiteY0" fmla="*/ 7337 h 2966682"/>
                  <a:gd name="connsiteX1" fmla="*/ 8168953 w 8168953"/>
                  <a:gd name="connsiteY1" fmla="*/ 1636654 h 2966682"/>
                  <a:gd name="connsiteX2" fmla="*/ 4129554 w 8168953"/>
                  <a:gd name="connsiteY2" fmla="*/ 2965904 h 2966682"/>
                  <a:gd name="connsiteX3" fmla="*/ 0 w 8168953"/>
                  <a:gd name="connsiteY3" fmla="*/ 1527651 h 2966682"/>
                  <a:gd name="connsiteX4" fmla="*/ 2721 w 8168953"/>
                  <a:gd name="connsiteY4" fmla="*/ 0 h 2966682"/>
                  <a:gd name="connsiteX5" fmla="*/ 4074472 w 8168953"/>
                  <a:gd name="connsiteY5" fmla="*/ 1465296 h 2966682"/>
                  <a:gd name="connsiteX6" fmla="*/ 8168119 w 8168953"/>
                  <a:gd name="connsiteY6" fmla="*/ 7337 h 2966682"/>
                  <a:gd name="connsiteX0" fmla="*/ 8168119 w 8168953"/>
                  <a:gd name="connsiteY0" fmla="*/ 7337 h 3100377"/>
                  <a:gd name="connsiteX1" fmla="*/ 8168953 w 8168953"/>
                  <a:gd name="connsiteY1" fmla="*/ 1636654 h 3100377"/>
                  <a:gd name="connsiteX2" fmla="*/ 4118520 w 8168953"/>
                  <a:gd name="connsiteY2" fmla="*/ 3099826 h 3100377"/>
                  <a:gd name="connsiteX3" fmla="*/ 0 w 8168953"/>
                  <a:gd name="connsiteY3" fmla="*/ 1527651 h 3100377"/>
                  <a:gd name="connsiteX4" fmla="*/ 2721 w 8168953"/>
                  <a:gd name="connsiteY4" fmla="*/ 0 h 3100377"/>
                  <a:gd name="connsiteX5" fmla="*/ 4074472 w 8168953"/>
                  <a:gd name="connsiteY5" fmla="*/ 1465296 h 3100377"/>
                  <a:gd name="connsiteX6" fmla="*/ 8168119 w 8168953"/>
                  <a:gd name="connsiteY6" fmla="*/ 7337 h 3100377"/>
                  <a:gd name="connsiteX0" fmla="*/ 8168119 w 8168953"/>
                  <a:gd name="connsiteY0" fmla="*/ 7337 h 3100429"/>
                  <a:gd name="connsiteX1" fmla="*/ 8168953 w 8168953"/>
                  <a:gd name="connsiteY1" fmla="*/ 1636654 h 3100429"/>
                  <a:gd name="connsiteX2" fmla="*/ 4118520 w 8168953"/>
                  <a:gd name="connsiteY2" fmla="*/ 3099826 h 3100429"/>
                  <a:gd name="connsiteX3" fmla="*/ 0 w 8168953"/>
                  <a:gd name="connsiteY3" fmla="*/ 1527651 h 3100429"/>
                  <a:gd name="connsiteX4" fmla="*/ 2721 w 8168953"/>
                  <a:gd name="connsiteY4" fmla="*/ 0 h 3100429"/>
                  <a:gd name="connsiteX5" fmla="*/ 4074472 w 8168953"/>
                  <a:gd name="connsiteY5" fmla="*/ 1465296 h 3100429"/>
                  <a:gd name="connsiteX6" fmla="*/ 8168119 w 8168953"/>
                  <a:gd name="connsiteY6" fmla="*/ 7337 h 3100429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72202 w 8166683"/>
                  <a:gd name="connsiteY5" fmla="*/ 1465296 h 3099826"/>
                  <a:gd name="connsiteX6" fmla="*/ 8165849 w 8166683"/>
                  <a:gd name="connsiteY6" fmla="*/ 7337 h 3099826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72202 w 8166683"/>
                  <a:gd name="connsiteY5" fmla="*/ 1465296 h 3099826"/>
                  <a:gd name="connsiteX6" fmla="*/ 8165849 w 8166683"/>
                  <a:gd name="connsiteY6" fmla="*/ 7337 h 3099826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61168 w 8166683"/>
                  <a:gd name="connsiteY5" fmla="*/ 1438511 h 3099826"/>
                  <a:gd name="connsiteX6" fmla="*/ 8165849 w 8166683"/>
                  <a:gd name="connsiteY6" fmla="*/ 7337 h 3099826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61168 w 8166683"/>
                  <a:gd name="connsiteY5" fmla="*/ 1438511 h 3099826"/>
                  <a:gd name="connsiteX6" fmla="*/ 8165849 w 8166683"/>
                  <a:gd name="connsiteY6" fmla="*/ 7337 h 309982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8166683" h="3099826">
                    <a:moveTo>
                      <a:pt x="8165849" y="7337"/>
                    </a:moveTo>
                    <a:lnTo>
                      <a:pt x="8166683" y="1636654"/>
                    </a:lnTo>
                    <a:cubicBezTo>
                      <a:pt x="7917761" y="2728489"/>
                      <a:pt x="5475903" y="3100137"/>
                      <a:pt x="4116250" y="3099826"/>
                    </a:cubicBezTo>
                    <a:cubicBezTo>
                      <a:pt x="2756597" y="3099515"/>
                      <a:pt x="245424" y="2744647"/>
                      <a:pt x="8764" y="1634789"/>
                    </a:cubicBezTo>
                    <a:cubicBezTo>
                      <a:pt x="11928" y="1215900"/>
                      <a:pt x="-2713" y="418889"/>
                      <a:pt x="451" y="0"/>
                    </a:cubicBezTo>
                    <a:cubicBezTo>
                      <a:pt x="385485" y="953840"/>
                      <a:pt x="2700268" y="1437288"/>
                      <a:pt x="4061168" y="1438511"/>
                    </a:cubicBezTo>
                    <a:cubicBezTo>
                      <a:pt x="5422068" y="1439734"/>
                      <a:pt x="7793228" y="1089449"/>
                      <a:pt x="8165849" y="7337"/>
                    </a:cubicBezTo>
                    <a:close/>
                  </a:path>
                </a:pathLst>
              </a:custGeom>
              <a:gradFill>
                <a:gsLst>
                  <a:gs pos="0">
                    <a:srgbClr val="B8C2C9"/>
                  </a:gs>
                  <a:gs pos="21000">
                    <a:schemeClr val="bg1"/>
                  </a:gs>
                  <a:gs pos="60000">
                    <a:srgbClr val="D6DCE0"/>
                  </a:gs>
                  <a:gs pos="100000">
                    <a:srgbClr val="B8C2C9"/>
                  </a:gs>
                </a:gsLst>
                <a:lin ang="0" scaled="0"/>
              </a:gradFill>
              <a:ln w="63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                   </a:t>
                </a:r>
              </a:p>
            </p:txBody>
          </p:sp>
          <p:sp>
            <p:nvSpPr>
              <p:cNvPr id="350" name="Oval 349">
                <a:extLst>
                  <a:ext uri="{FF2B5EF4-FFF2-40B4-BE49-F238E27FC236}">
                    <a16:creationId xmlns:a16="http://schemas.microsoft.com/office/drawing/2014/main" id="{1758E986-D712-5440-AC7F-0F55B12BDD65}"/>
                  </a:ext>
                </a:extLst>
              </p:cNvPr>
              <p:cNvSpPr/>
              <p:nvPr/>
            </p:nvSpPr>
            <p:spPr>
              <a:xfrm>
                <a:off x="7494729" y="2774731"/>
                <a:ext cx="1480163" cy="579140"/>
              </a:xfrm>
              <a:prstGeom prst="ellipse">
                <a:avLst/>
              </a:prstGeom>
              <a:solidFill>
                <a:srgbClr val="B8C2C9"/>
              </a:solidFill>
              <a:ln w="63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              </a:t>
                </a:r>
              </a:p>
            </p:txBody>
          </p:sp>
          <p:grpSp>
            <p:nvGrpSpPr>
              <p:cNvPr id="351" name="Group 350">
                <a:extLst>
                  <a:ext uri="{FF2B5EF4-FFF2-40B4-BE49-F238E27FC236}">
                    <a16:creationId xmlns:a16="http://schemas.microsoft.com/office/drawing/2014/main" id="{840B06B0-30F5-7E47-9591-50E2832B6A91}"/>
                  </a:ext>
                </a:extLst>
              </p:cNvPr>
              <p:cNvGrpSpPr/>
              <p:nvPr/>
            </p:nvGrpSpPr>
            <p:grpSpPr>
              <a:xfrm>
                <a:off x="7713663" y="2848339"/>
                <a:ext cx="1042107" cy="425543"/>
                <a:chOff x="7786941" y="2884917"/>
                <a:chExt cx="897649" cy="353919"/>
              </a:xfrm>
            </p:grpSpPr>
            <p:sp>
              <p:nvSpPr>
                <p:cNvPr id="352" name="Freeform 351">
                  <a:extLst>
                    <a:ext uri="{FF2B5EF4-FFF2-40B4-BE49-F238E27FC236}">
                      <a16:creationId xmlns:a16="http://schemas.microsoft.com/office/drawing/2014/main" id="{7CF1DA14-5159-F043-933A-4C22AECDE48E}"/>
                    </a:ext>
                  </a:extLst>
                </p:cNvPr>
                <p:cNvSpPr/>
                <p:nvPr/>
              </p:nvSpPr>
              <p:spPr>
                <a:xfrm>
                  <a:off x="7811770" y="2884917"/>
                  <a:ext cx="849158" cy="198115"/>
                </a:xfrm>
                <a:custGeom>
                  <a:avLst/>
                  <a:gdLst>
                    <a:gd name="connsiteX0" fmla="*/ 3725333 w 4588933"/>
                    <a:gd name="connsiteY0" fmla="*/ 0 h 1049866"/>
                    <a:gd name="connsiteX1" fmla="*/ 4588933 w 4588933"/>
                    <a:gd name="connsiteY1" fmla="*/ 270933 h 1049866"/>
                    <a:gd name="connsiteX2" fmla="*/ 3962400 w 4588933"/>
                    <a:gd name="connsiteY2" fmla="*/ 541866 h 1049866"/>
                    <a:gd name="connsiteX3" fmla="*/ 3742267 w 4588933"/>
                    <a:gd name="connsiteY3" fmla="*/ 457200 h 1049866"/>
                    <a:gd name="connsiteX4" fmla="*/ 2269067 w 4588933"/>
                    <a:gd name="connsiteY4" fmla="*/ 1049866 h 1049866"/>
                    <a:gd name="connsiteX5" fmla="*/ 880533 w 4588933"/>
                    <a:gd name="connsiteY5" fmla="*/ 457200 h 1049866"/>
                    <a:gd name="connsiteX6" fmla="*/ 592667 w 4588933"/>
                    <a:gd name="connsiteY6" fmla="*/ 541866 h 1049866"/>
                    <a:gd name="connsiteX7" fmla="*/ 0 w 4588933"/>
                    <a:gd name="connsiteY7" fmla="*/ 254000 h 1049866"/>
                    <a:gd name="connsiteX8" fmla="*/ 880533 w 4588933"/>
                    <a:gd name="connsiteY8" fmla="*/ 16933 h 1049866"/>
                    <a:gd name="connsiteX9" fmla="*/ 2302933 w 4588933"/>
                    <a:gd name="connsiteY9" fmla="*/ 626533 h 1049866"/>
                    <a:gd name="connsiteX10" fmla="*/ 3725333 w 4588933"/>
                    <a:gd name="connsiteY10" fmla="*/ 0 h 1049866"/>
                    <a:gd name="connsiteX0" fmla="*/ 3725333 w 4641485"/>
                    <a:gd name="connsiteY0" fmla="*/ 0 h 1049866"/>
                    <a:gd name="connsiteX1" fmla="*/ 4641485 w 4641485"/>
                    <a:gd name="connsiteY1" fmla="*/ 239402 h 1049866"/>
                    <a:gd name="connsiteX2" fmla="*/ 3962400 w 4641485"/>
                    <a:gd name="connsiteY2" fmla="*/ 541866 h 1049866"/>
                    <a:gd name="connsiteX3" fmla="*/ 3742267 w 4641485"/>
                    <a:gd name="connsiteY3" fmla="*/ 457200 h 1049866"/>
                    <a:gd name="connsiteX4" fmla="*/ 2269067 w 4641485"/>
                    <a:gd name="connsiteY4" fmla="*/ 1049866 h 1049866"/>
                    <a:gd name="connsiteX5" fmla="*/ 880533 w 4641485"/>
                    <a:gd name="connsiteY5" fmla="*/ 457200 h 1049866"/>
                    <a:gd name="connsiteX6" fmla="*/ 592667 w 4641485"/>
                    <a:gd name="connsiteY6" fmla="*/ 541866 h 1049866"/>
                    <a:gd name="connsiteX7" fmla="*/ 0 w 4641485"/>
                    <a:gd name="connsiteY7" fmla="*/ 254000 h 1049866"/>
                    <a:gd name="connsiteX8" fmla="*/ 880533 w 4641485"/>
                    <a:gd name="connsiteY8" fmla="*/ 16933 h 1049866"/>
                    <a:gd name="connsiteX9" fmla="*/ 2302933 w 4641485"/>
                    <a:gd name="connsiteY9" fmla="*/ 626533 h 1049866"/>
                    <a:gd name="connsiteX10" fmla="*/ 3725333 w 4641485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73798 w 4673016"/>
                    <a:gd name="connsiteY3" fmla="*/ 457200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34464 w 4673016"/>
                    <a:gd name="connsiteY9" fmla="*/ 62653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84308 w 4673016"/>
                    <a:gd name="connsiteY3" fmla="*/ 404648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34464 w 4673016"/>
                    <a:gd name="connsiteY9" fmla="*/ 62653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94818 w 4673016"/>
                    <a:gd name="connsiteY3" fmla="*/ 436179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34464 w 4673016"/>
                    <a:gd name="connsiteY9" fmla="*/ 62653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94818 w 4673016"/>
                    <a:gd name="connsiteY3" fmla="*/ 436179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23954 w 4673016"/>
                    <a:gd name="connsiteY9" fmla="*/ 61602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94818 w 4673016"/>
                    <a:gd name="connsiteY3" fmla="*/ 436179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75021 h 1049866"/>
                    <a:gd name="connsiteX8" fmla="*/ 912064 w 4673016"/>
                    <a:gd name="connsiteY8" fmla="*/ 16933 h 1049866"/>
                    <a:gd name="connsiteX9" fmla="*/ 2323954 w 4673016"/>
                    <a:gd name="connsiteY9" fmla="*/ 61602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815839 w 4673016"/>
                    <a:gd name="connsiteY3" fmla="*/ 467710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75021 h 1049866"/>
                    <a:gd name="connsiteX8" fmla="*/ 912064 w 4673016"/>
                    <a:gd name="connsiteY8" fmla="*/ 16933 h 1049866"/>
                    <a:gd name="connsiteX9" fmla="*/ 2323954 w 4673016"/>
                    <a:gd name="connsiteY9" fmla="*/ 616023 h 1049866"/>
                    <a:gd name="connsiteX10" fmla="*/ 3756864 w 4673016"/>
                    <a:gd name="connsiteY10" fmla="*/ 0 h 104986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</a:cxnLst>
                  <a:rect l="l" t="t" r="r" b="b"/>
                  <a:pathLst>
                    <a:path w="4673016" h="1049866">
                      <a:moveTo>
                        <a:pt x="3756864" y="0"/>
                      </a:moveTo>
                      <a:lnTo>
                        <a:pt x="4673016" y="239402"/>
                      </a:lnTo>
                      <a:lnTo>
                        <a:pt x="3993931" y="541866"/>
                      </a:lnTo>
                      <a:lnTo>
                        <a:pt x="3815839" y="467710"/>
                      </a:lnTo>
                      <a:lnTo>
                        <a:pt x="2300598" y="1049866"/>
                      </a:lnTo>
                      <a:lnTo>
                        <a:pt x="912064" y="457200"/>
                      </a:lnTo>
                      <a:lnTo>
                        <a:pt x="624198" y="541866"/>
                      </a:lnTo>
                      <a:lnTo>
                        <a:pt x="0" y="275021"/>
                      </a:lnTo>
                      <a:lnTo>
                        <a:pt x="912064" y="16933"/>
                      </a:lnTo>
                      <a:lnTo>
                        <a:pt x="2323954" y="616023"/>
                      </a:lnTo>
                      <a:lnTo>
                        <a:pt x="3756864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353" name="Freeform 352">
                  <a:extLst>
                    <a:ext uri="{FF2B5EF4-FFF2-40B4-BE49-F238E27FC236}">
                      <a16:creationId xmlns:a16="http://schemas.microsoft.com/office/drawing/2014/main" id="{54AAC614-B4B1-9047-8BBA-FE8D4A259815}"/>
                    </a:ext>
                  </a:extLst>
                </p:cNvPr>
                <p:cNvSpPr/>
                <p:nvPr/>
              </p:nvSpPr>
              <p:spPr>
                <a:xfrm>
                  <a:off x="8367548" y="3054383"/>
                  <a:ext cx="317042" cy="170569"/>
                </a:xfrm>
                <a:custGeom>
                  <a:avLst/>
                  <a:gdLst>
                    <a:gd name="connsiteX0" fmla="*/ 21021 w 1744718"/>
                    <a:gd name="connsiteY0" fmla="*/ 0 h 903890"/>
                    <a:gd name="connsiteX1" fmla="*/ 1744718 w 1744718"/>
                    <a:gd name="connsiteY1" fmla="*/ 693683 h 903890"/>
                    <a:gd name="connsiteX2" fmla="*/ 1145628 w 1744718"/>
                    <a:gd name="connsiteY2" fmla="*/ 903890 h 903890"/>
                    <a:gd name="connsiteX3" fmla="*/ 0 w 1744718"/>
                    <a:gd name="connsiteY3" fmla="*/ 451945 h 903890"/>
                    <a:gd name="connsiteX4" fmla="*/ 21021 w 1744718"/>
                    <a:gd name="connsiteY4" fmla="*/ 0 h 90389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744718" h="903890">
                      <a:moveTo>
                        <a:pt x="21021" y="0"/>
                      </a:moveTo>
                      <a:lnTo>
                        <a:pt x="1744718" y="693683"/>
                      </a:lnTo>
                      <a:lnTo>
                        <a:pt x="1145628" y="903890"/>
                      </a:lnTo>
                      <a:lnTo>
                        <a:pt x="0" y="451945"/>
                      </a:lnTo>
                      <a:lnTo>
                        <a:pt x="21021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354" name="Freeform 353">
                  <a:extLst>
                    <a:ext uri="{FF2B5EF4-FFF2-40B4-BE49-F238E27FC236}">
                      <a16:creationId xmlns:a16="http://schemas.microsoft.com/office/drawing/2014/main" id="{E59BE7CB-C32E-A346-95B4-3992B34807F0}"/>
                    </a:ext>
                  </a:extLst>
                </p:cNvPr>
                <p:cNvSpPr/>
                <p:nvPr/>
              </p:nvSpPr>
              <p:spPr>
                <a:xfrm>
                  <a:off x="7786941" y="3054383"/>
                  <a:ext cx="311312" cy="168585"/>
                </a:xfrm>
                <a:custGeom>
                  <a:avLst/>
                  <a:gdLst>
                    <a:gd name="connsiteX0" fmla="*/ 1702676 w 1713187"/>
                    <a:gd name="connsiteY0" fmla="*/ 0 h 893380"/>
                    <a:gd name="connsiteX1" fmla="*/ 1713187 w 1713187"/>
                    <a:gd name="connsiteY1" fmla="*/ 472966 h 893380"/>
                    <a:gd name="connsiteX2" fmla="*/ 578069 w 1713187"/>
                    <a:gd name="connsiteY2" fmla="*/ 893380 h 893380"/>
                    <a:gd name="connsiteX3" fmla="*/ 0 w 1713187"/>
                    <a:gd name="connsiteY3" fmla="*/ 693683 h 893380"/>
                    <a:gd name="connsiteX4" fmla="*/ 1702676 w 1713187"/>
                    <a:gd name="connsiteY4" fmla="*/ 0 h 89338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713187" h="893380">
                      <a:moveTo>
                        <a:pt x="1702676" y="0"/>
                      </a:moveTo>
                      <a:lnTo>
                        <a:pt x="1713187" y="472966"/>
                      </a:lnTo>
                      <a:lnTo>
                        <a:pt x="578069" y="893380"/>
                      </a:lnTo>
                      <a:lnTo>
                        <a:pt x="0" y="693683"/>
                      </a:lnTo>
                      <a:lnTo>
                        <a:pt x="1702676" y="0"/>
                      </a:lnTo>
                      <a:close/>
                    </a:path>
                  </a:pathLst>
                </a:custGeom>
                <a:solidFill>
                  <a:srgbClr val="0000A8"/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355" name="Freeform 354">
                  <a:extLst>
                    <a:ext uri="{FF2B5EF4-FFF2-40B4-BE49-F238E27FC236}">
                      <a16:creationId xmlns:a16="http://schemas.microsoft.com/office/drawing/2014/main" id="{CAEA8866-D7A6-6A49-8FE1-136D7DBEB024}"/>
                    </a:ext>
                  </a:extLst>
                </p:cNvPr>
                <p:cNvSpPr/>
                <p:nvPr/>
              </p:nvSpPr>
              <p:spPr>
                <a:xfrm>
                  <a:off x="7895013" y="2971083"/>
                  <a:ext cx="676892" cy="267753"/>
                </a:xfrm>
                <a:custGeom>
                  <a:avLst/>
                  <a:gdLst>
                    <a:gd name="connsiteX0" fmla="*/ 599089 w 4162096"/>
                    <a:gd name="connsiteY0" fmla="*/ 273269 h 1618593"/>
                    <a:gd name="connsiteX1" fmla="*/ 882869 w 4162096"/>
                    <a:gd name="connsiteY1" fmla="*/ 199697 h 1618593"/>
                    <a:gd name="connsiteX2" fmla="*/ 2312276 w 4162096"/>
                    <a:gd name="connsiteY2" fmla="*/ 798786 h 1618593"/>
                    <a:gd name="connsiteX3" fmla="*/ 3794234 w 4162096"/>
                    <a:gd name="connsiteY3" fmla="*/ 199697 h 1618593"/>
                    <a:gd name="connsiteX4" fmla="*/ 4014951 w 4162096"/>
                    <a:gd name="connsiteY4" fmla="*/ 273269 h 1618593"/>
                    <a:gd name="connsiteX5" fmla="*/ 3058510 w 4162096"/>
                    <a:gd name="connsiteY5" fmla="*/ 641131 h 1618593"/>
                    <a:gd name="connsiteX6" fmla="*/ 3026979 w 4162096"/>
                    <a:gd name="connsiteY6" fmla="*/ 1114097 h 1618593"/>
                    <a:gd name="connsiteX7" fmla="*/ 4162096 w 4162096"/>
                    <a:gd name="connsiteY7" fmla="*/ 1545021 h 1618593"/>
                    <a:gd name="connsiteX8" fmla="*/ 3878317 w 4162096"/>
                    <a:gd name="connsiteY8" fmla="*/ 1608083 h 1618593"/>
                    <a:gd name="connsiteX9" fmla="*/ 2301765 w 4162096"/>
                    <a:gd name="connsiteY9" fmla="*/ 945931 h 1618593"/>
                    <a:gd name="connsiteX10" fmla="*/ 693682 w 4162096"/>
                    <a:gd name="connsiteY10" fmla="*/ 1618593 h 1618593"/>
                    <a:gd name="connsiteX11" fmla="*/ 430924 w 4162096"/>
                    <a:gd name="connsiteY11" fmla="*/ 1524000 h 1618593"/>
                    <a:gd name="connsiteX12" fmla="*/ 1576551 w 4162096"/>
                    <a:gd name="connsiteY12" fmla="*/ 1082566 h 1618593"/>
                    <a:gd name="connsiteX13" fmla="*/ 1545020 w 4162096"/>
                    <a:gd name="connsiteY13" fmla="*/ 609600 h 1618593"/>
                    <a:gd name="connsiteX14" fmla="*/ 0 w 4162096"/>
                    <a:gd name="connsiteY14" fmla="*/ 0 h 1618593"/>
                    <a:gd name="connsiteX15" fmla="*/ 872358 w 4162096"/>
                    <a:gd name="connsiteY15" fmla="*/ 210207 h 1618593"/>
                    <a:gd name="connsiteX16" fmla="*/ 872358 w 4162096"/>
                    <a:gd name="connsiteY16" fmla="*/ 210207 h 1618593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441434 w 3731172"/>
                    <a:gd name="connsiteY14" fmla="*/ 10510 h 1418896"/>
                    <a:gd name="connsiteX15" fmla="*/ 441434 w 3731172"/>
                    <a:gd name="connsiteY15" fmla="*/ 10510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441434 w 3731172"/>
                    <a:gd name="connsiteY14" fmla="*/ 10510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357351 w 3731172"/>
                    <a:gd name="connsiteY14" fmla="*/ 115613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147144 w 3731172"/>
                    <a:gd name="connsiteY14" fmla="*/ 63061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20413 h 1418896"/>
                    <a:gd name="connsiteX14" fmla="*/ 147144 w 3731172"/>
                    <a:gd name="connsiteY14" fmla="*/ 63061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20413 h 1418896"/>
                    <a:gd name="connsiteX14" fmla="*/ 189185 w 3731172"/>
                    <a:gd name="connsiteY14" fmla="*/ 84081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20413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56137 w 3731172"/>
                    <a:gd name="connsiteY13" fmla="*/ 441434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45626 w 3731172"/>
                    <a:gd name="connsiteY13" fmla="*/ 451945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903890 h 1418896"/>
                    <a:gd name="connsiteX13" fmla="*/ 1145626 w 3731172"/>
                    <a:gd name="connsiteY13" fmla="*/ 451945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06565 w 3710151"/>
                    <a:gd name="connsiteY5" fmla="*/ 441434 h 1418896"/>
                    <a:gd name="connsiteX6" fmla="*/ 2575034 w 3710151"/>
                    <a:gd name="connsiteY6" fmla="*/ 914400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06565 w 3710151"/>
                    <a:gd name="connsiteY5" fmla="*/ 441434 h 1418896"/>
                    <a:gd name="connsiteX6" fmla="*/ 2606565 w 3710151"/>
                    <a:gd name="connsiteY6" fmla="*/ 924910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06565 w 3710151"/>
                    <a:gd name="connsiteY5" fmla="*/ 441434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5151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38028 w 3710151"/>
                    <a:gd name="connsiteY2" fmla="*/ 591655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38028 w 3710151"/>
                    <a:gd name="connsiteY2" fmla="*/ 591655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087434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38028 w 3710151"/>
                    <a:gd name="connsiteY2" fmla="*/ 591655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098586 w 3710151"/>
                    <a:gd name="connsiteY12" fmla="*/ 903890 h 1418896"/>
                    <a:gd name="connsiteX13" fmla="*/ 1087434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62012 w 3725019"/>
                    <a:gd name="connsiteY0" fmla="*/ 73572 h 1418896"/>
                    <a:gd name="connsiteX1" fmla="*/ 445792 w 3725019"/>
                    <a:gd name="connsiteY1" fmla="*/ 0 h 1418896"/>
                    <a:gd name="connsiteX2" fmla="*/ 1852896 w 3725019"/>
                    <a:gd name="connsiteY2" fmla="*/ 591655 h 1418896"/>
                    <a:gd name="connsiteX3" fmla="*/ 3357157 w 3725019"/>
                    <a:gd name="connsiteY3" fmla="*/ 0 h 1418896"/>
                    <a:gd name="connsiteX4" fmla="*/ 3577874 w 3725019"/>
                    <a:gd name="connsiteY4" fmla="*/ 73572 h 1418896"/>
                    <a:gd name="connsiteX5" fmla="*/ 2632585 w 3725019"/>
                    <a:gd name="connsiteY5" fmla="*/ 448868 h 1418896"/>
                    <a:gd name="connsiteX6" fmla="*/ 2625150 w 3725019"/>
                    <a:gd name="connsiteY6" fmla="*/ 902607 h 1418896"/>
                    <a:gd name="connsiteX7" fmla="*/ 3725019 w 3725019"/>
                    <a:gd name="connsiteY7" fmla="*/ 1345324 h 1418896"/>
                    <a:gd name="connsiteX8" fmla="*/ 3441240 w 3725019"/>
                    <a:gd name="connsiteY8" fmla="*/ 1408386 h 1418896"/>
                    <a:gd name="connsiteX9" fmla="*/ 1864688 w 3725019"/>
                    <a:gd name="connsiteY9" fmla="*/ 746234 h 1418896"/>
                    <a:gd name="connsiteX10" fmla="*/ 256605 w 3725019"/>
                    <a:gd name="connsiteY10" fmla="*/ 1418896 h 1418896"/>
                    <a:gd name="connsiteX11" fmla="*/ 0 w 3725019"/>
                    <a:gd name="connsiteY11" fmla="*/ 1331097 h 1418896"/>
                    <a:gd name="connsiteX12" fmla="*/ 1113454 w 3725019"/>
                    <a:gd name="connsiteY12" fmla="*/ 903890 h 1418896"/>
                    <a:gd name="connsiteX13" fmla="*/ 1102302 w 3725019"/>
                    <a:gd name="connsiteY13" fmla="*/ 451945 h 1418896"/>
                    <a:gd name="connsiteX14" fmla="*/ 183032 w 3725019"/>
                    <a:gd name="connsiteY14" fmla="*/ 84081 h 1418896"/>
                    <a:gd name="connsiteX15" fmla="*/ 162012 w 3725019"/>
                    <a:gd name="connsiteY15" fmla="*/ 73572 h 141889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</a:cxnLst>
                  <a:rect l="l" t="t" r="r" b="b"/>
                  <a:pathLst>
                    <a:path w="3725019" h="1418896">
                      <a:moveTo>
                        <a:pt x="162012" y="73572"/>
                      </a:moveTo>
                      <a:lnTo>
                        <a:pt x="445792" y="0"/>
                      </a:lnTo>
                      <a:lnTo>
                        <a:pt x="1852896" y="591655"/>
                      </a:lnTo>
                      <a:lnTo>
                        <a:pt x="3357157" y="0"/>
                      </a:lnTo>
                      <a:lnTo>
                        <a:pt x="3577874" y="73572"/>
                      </a:lnTo>
                      <a:lnTo>
                        <a:pt x="2632585" y="448868"/>
                      </a:lnTo>
                      <a:lnTo>
                        <a:pt x="2625150" y="902607"/>
                      </a:lnTo>
                      <a:lnTo>
                        <a:pt x="3725019" y="1345324"/>
                      </a:lnTo>
                      <a:lnTo>
                        <a:pt x="3441240" y="1408386"/>
                      </a:lnTo>
                      <a:lnTo>
                        <a:pt x="1864688" y="746234"/>
                      </a:lnTo>
                      <a:lnTo>
                        <a:pt x="256605" y="1418896"/>
                      </a:lnTo>
                      <a:lnTo>
                        <a:pt x="0" y="1331097"/>
                      </a:lnTo>
                      <a:lnTo>
                        <a:pt x="1113454" y="903890"/>
                      </a:lnTo>
                      <a:cubicBezTo>
                        <a:pt x="1113454" y="760249"/>
                        <a:pt x="1102302" y="595586"/>
                        <a:pt x="1102302" y="451945"/>
                      </a:cubicBezTo>
                      <a:lnTo>
                        <a:pt x="183032" y="84081"/>
                      </a:lnTo>
                      <a:cubicBezTo>
                        <a:pt x="26317" y="21019"/>
                        <a:pt x="169019" y="77075"/>
                        <a:pt x="162012" y="73572"/>
                      </a:cubicBezTo>
                      <a:close/>
                    </a:path>
                  </a:pathLst>
                </a:custGeom>
                <a:solidFill>
                  <a:schemeClr val="accent1">
                    <a:lumMod val="60000"/>
                    <a:lumOff val="40000"/>
                  </a:schemeClr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p:grpSp>
        </p:grpSp>
        <p:sp>
          <p:nvSpPr>
            <p:cNvPr id="190" name="Freeform 6">
              <a:extLst>
                <a:ext uri="{FF2B5EF4-FFF2-40B4-BE49-F238E27FC236}">
                  <a16:creationId xmlns:a16="http://schemas.microsoft.com/office/drawing/2014/main" id="{812505EE-DEAC-B44A-A839-759F29108CC2}"/>
                </a:ext>
              </a:extLst>
            </p:cNvPr>
            <p:cNvSpPr>
              <a:spLocks/>
            </p:cNvSpPr>
            <p:nvPr/>
          </p:nvSpPr>
          <p:spPr bwMode="auto">
            <a:xfrm>
              <a:off x="4581324" y="4994579"/>
              <a:ext cx="542925" cy="295275"/>
            </a:xfrm>
            <a:custGeom>
              <a:avLst/>
              <a:gdLst>
                <a:gd name="T0" fmla="*/ 0 w 342"/>
                <a:gd name="T1" fmla="*/ 2147483647 h 186"/>
                <a:gd name="T2" fmla="*/ 2147483647 w 342"/>
                <a:gd name="T3" fmla="*/ 0 h 186"/>
                <a:gd name="T4" fmla="*/ 0 60000 65536"/>
                <a:gd name="T5" fmla="*/ 0 60000 65536"/>
                <a:gd name="T6" fmla="*/ 0 w 342"/>
                <a:gd name="T7" fmla="*/ 0 h 186"/>
                <a:gd name="T8" fmla="*/ 342 w 342"/>
                <a:gd name="T9" fmla="*/ 186 h 18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342" h="186">
                  <a:moveTo>
                    <a:pt x="0" y="186"/>
                  </a:moveTo>
                  <a:lnTo>
                    <a:pt x="342" y="0"/>
                  </a:lnTo>
                </a:path>
              </a:pathLst>
            </a:cu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275" name="Freeform 91">
              <a:extLst>
                <a:ext uri="{FF2B5EF4-FFF2-40B4-BE49-F238E27FC236}">
                  <a16:creationId xmlns:a16="http://schemas.microsoft.com/office/drawing/2014/main" id="{76C479BA-ED38-4947-AD35-F635DF9E3E25}"/>
                </a:ext>
              </a:extLst>
            </p:cNvPr>
            <p:cNvSpPr>
              <a:spLocks/>
            </p:cNvSpPr>
            <p:nvPr/>
          </p:nvSpPr>
          <p:spPr bwMode="auto">
            <a:xfrm>
              <a:off x="5622724" y="4988229"/>
              <a:ext cx="506413" cy="307975"/>
            </a:xfrm>
            <a:custGeom>
              <a:avLst/>
              <a:gdLst>
                <a:gd name="T0" fmla="*/ 0 w 318"/>
                <a:gd name="T1" fmla="*/ 0 h 194"/>
                <a:gd name="T2" fmla="*/ 2147483647 w 318"/>
                <a:gd name="T3" fmla="*/ 2147483647 h 194"/>
                <a:gd name="T4" fmla="*/ 0 60000 65536"/>
                <a:gd name="T5" fmla="*/ 0 60000 65536"/>
                <a:gd name="T6" fmla="*/ 0 w 318"/>
                <a:gd name="T7" fmla="*/ 0 h 194"/>
                <a:gd name="T8" fmla="*/ 318 w 318"/>
                <a:gd name="T9" fmla="*/ 194 h 194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318" h="194">
                  <a:moveTo>
                    <a:pt x="0" y="0"/>
                  </a:moveTo>
                  <a:lnTo>
                    <a:pt x="318" y="194"/>
                  </a:lnTo>
                </a:path>
              </a:pathLst>
            </a:cu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276" name="Freeform 92">
              <a:extLst>
                <a:ext uri="{FF2B5EF4-FFF2-40B4-BE49-F238E27FC236}">
                  <a16:creationId xmlns:a16="http://schemas.microsoft.com/office/drawing/2014/main" id="{124CDDC7-679C-D04E-9FD3-5181047829F5}"/>
                </a:ext>
              </a:extLst>
            </p:cNvPr>
            <p:cNvSpPr>
              <a:spLocks/>
            </p:cNvSpPr>
            <p:nvPr/>
          </p:nvSpPr>
          <p:spPr bwMode="auto">
            <a:xfrm>
              <a:off x="4557512" y="5380342"/>
              <a:ext cx="481012" cy="238125"/>
            </a:xfrm>
            <a:custGeom>
              <a:avLst/>
              <a:gdLst>
                <a:gd name="T0" fmla="*/ 0 w 294"/>
                <a:gd name="T1" fmla="*/ 0 h 174"/>
                <a:gd name="T2" fmla="*/ 2147483647 w 294"/>
                <a:gd name="T3" fmla="*/ 2147483647 h 174"/>
                <a:gd name="T4" fmla="*/ 0 60000 65536"/>
                <a:gd name="T5" fmla="*/ 0 60000 65536"/>
                <a:gd name="T6" fmla="*/ 0 w 294"/>
                <a:gd name="T7" fmla="*/ 0 h 174"/>
                <a:gd name="T8" fmla="*/ 294 w 294"/>
                <a:gd name="T9" fmla="*/ 174 h 174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294" h="174">
                  <a:moveTo>
                    <a:pt x="0" y="0"/>
                  </a:moveTo>
                  <a:lnTo>
                    <a:pt x="294" y="174"/>
                  </a:lnTo>
                </a:path>
              </a:pathLst>
            </a:cu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277" name="Freeform 93">
              <a:extLst>
                <a:ext uri="{FF2B5EF4-FFF2-40B4-BE49-F238E27FC236}">
                  <a16:creationId xmlns:a16="http://schemas.microsoft.com/office/drawing/2014/main" id="{E2A83ACF-7B20-AC4B-83B1-FE92C60435AC}"/>
                </a:ext>
              </a:extLst>
            </p:cNvPr>
            <p:cNvSpPr>
              <a:spLocks/>
            </p:cNvSpPr>
            <p:nvPr/>
          </p:nvSpPr>
          <p:spPr bwMode="auto">
            <a:xfrm>
              <a:off x="5505249" y="5356529"/>
              <a:ext cx="630238" cy="247650"/>
            </a:xfrm>
            <a:custGeom>
              <a:avLst/>
              <a:gdLst>
                <a:gd name="T0" fmla="*/ 0 w 378"/>
                <a:gd name="T1" fmla="*/ 2147483647 h 174"/>
                <a:gd name="T2" fmla="*/ 2147483647 w 378"/>
                <a:gd name="T3" fmla="*/ 0 h 174"/>
                <a:gd name="T4" fmla="*/ 0 60000 65536"/>
                <a:gd name="T5" fmla="*/ 0 60000 65536"/>
                <a:gd name="T6" fmla="*/ 0 w 378"/>
                <a:gd name="T7" fmla="*/ 0 h 174"/>
                <a:gd name="T8" fmla="*/ 378 w 378"/>
                <a:gd name="T9" fmla="*/ 174 h 174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378" h="174">
                  <a:moveTo>
                    <a:pt x="0" y="174"/>
                  </a:moveTo>
                  <a:lnTo>
                    <a:pt x="378" y="0"/>
                  </a:lnTo>
                </a:path>
              </a:pathLst>
            </a:cu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278" name="Freeform 94">
              <a:extLst>
                <a:ext uri="{FF2B5EF4-FFF2-40B4-BE49-F238E27FC236}">
                  <a16:creationId xmlns:a16="http://schemas.microsoft.com/office/drawing/2014/main" id="{0B9C88EB-CE4C-1E43-BD78-4EA6BB3E66E3}"/>
                </a:ext>
              </a:extLst>
            </p:cNvPr>
            <p:cNvSpPr>
              <a:spLocks/>
            </p:cNvSpPr>
            <p:nvPr/>
          </p:nvSpPr>
          <p:spPr bwMode="auto">
            <a:xfrm>
              <a:off x="6173587" y="5410504"/>
              <a:ext cx="206375" cy="508000"/>
            </a:xfrm>
            <a:custGeom>
              <a:avLst/>
              <a:gdLst>
                <a:gd name="T0" fmla="*/ 0 w 118"/>
                <a:gd name="T1" fmla="*/ 2147483647 h 500"/>
                <a:gd name="T2" fmla="*/ 2147483647 w 118"/>
                <a:gd name="T3" fmla="*/ 0 h 500"/>
                <a:gd name="T4" fmla="*/ 0 60000 65536"/>
                <a:gd name="T5" fmla="*/ 0 60000 65536"/>
                <a:gd name="T6" fmla="*/ 0 w 118"/>
                <a:gd name="T7" fmla="*/ 0 h 500"/>
                <a:gd name="T8" fmla="*/ 118 w 118"/>
                <a:gd name="T9" fmla="*/ 500 h 500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118" h="500">
                  <a:moveTo>
                    <a:pt x="0" y="500"/>
                  </a:moveTo>
                  <a:lnTo>
                    <a:pt x="118" y="0"/>
                  </a:lnTo>
                </a:path>
              </a:pathLst>
            </a:cu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279" name="Freeform 95">
              <a:extLst>
                <a:ext uri="{FF2B5EF4-FFF2-40B4-BE49-F238E27FC236}">
                  <a16:creationId xmlns:a16="http://schemas.microsoft.com/office/drawing/2014/main" id="{CFFC9FF4-E928-074A-8F72-9E180DF7971C}"/>
                </a:ext>
              </a:extLst>
            </p:cNvPr>
            <p:cNvSpPr>
              <a:spLocks/>
            </p:cNvSpPr>
            <p:nvPr/>
          </p:nvSpPr>
          <p:spPr bwMode="auto">
            <a:xfrm>
              <a:off x="4936923" y="5943904"/>
              <a:ext cx="970395" cy="81756"/>
            </a:xfrm>
            <a:custGeom>
              <a:avLst/>
              <a:gdLst>
                <a:gd name="T0" fmla="*/ 2147483647 w 370"/>
                <a:gd name="T1" fmla="*/ 2147483647 h 32"/>
                <a:gd name="T2" fmla="*/ 0 w 370"/>
                <a:gd name="T3" fmla="*/ 0 h 32"/>
                <a:gd name="T4" fmla="*/ 0 60000 65536"/>
                <a:gd name="T5" fmla="*/ 0 60000 65536"/>
                <a:gd name="T6" fmla="*/ 0 w 370"/>
                <a:gd name="T7" fmla="*/ 0 h 32"/>
                <a:gd name="T8" fmla="*/ 370 w 370"/>
                <a:gd name="T9" fmla="*/ 32 h 32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370" h="32">
                  <a:moveTo>
                    <a:pt x="370" y="32"/>
                  </a:moveTo>
                  <a:lnTo>
                    <a:pt x="0" y="0"/>
                  </a:lnTo>
                </a:path>
              </a:pathLst>
            </a:cu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280" name="Freeform 96">
              <a:extLst>
                <a:ext uri="{FF2B5EF4-FFF2-40B4-BE49-F238E27FC236}">
                  <a16:creationId xmlns:a16="http://schemas.microsoft.com/office/drawing/2014/main" id="{FC6453FD-735C-9F4A-B961-B872F0071128}"/>
                </a:ext>
              </a:extLst>
            </p:cNvPr>
            <p:cNvSpPr>
              <a:spLocks/>
            </p:cNvSpPr>
            <p:nvPr/>
          </p:nvSpPr>
          <p:spPr bwMode="auto">
            <a:xfrm>
              <a:off x="4400349" y="5424888"/>
              <a:ext cx="193675" cy="404716"/>
            </a:xfrm>
            <a:custGeom>
              <a:avLst/>
              <a:gdLst>
                <a:gd name="T0" fmla="*/ 2147483647 w 176"/>
                <a:gd name="T1" fmla="*/ 2147483647 h 412"/>
                <a:gd name="T2" fmla="*/ 2147483647 w 176"/>
                <a:gd name="T3" fmla="*/ 2147483647 h 412"/>
                <a:gd name="T4" fmla="*/ 0 w 176"/>
                <a:gd name="T5" fmla="*/ 0 h 412"/>
                <a:gd name="T6" fmla="*/ 0 60000 65536"/>
                <a:gd name="T7" fmla="*/ 0 60000 65536"/>
                <a:gd name="T8" fmla="*/ 0 60000 65536"/>
                <a:gd name="T9" fmla="*/ 0 w 176"/>
                <a:gd name="T10" fmla="*/ 0 h 412"/>
                <a:gd name="T11" fmla="*/ 176 w 176"/>
                <a:gd name="T12" fmla="*/ 412 h 412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76" h="412">
                  <a:moveTo>
                    <a:pt x="162" y="408"/>
                  </a:moveTo>
                  <a:lnTo>
                    <a:pt x="176" y="412"/>
                  </a:lnTo>
                  <a:lnTo>
                    <a:pt x="0" y="0"/>
                  </a:lnTo>
                </a:path>
              </a:pathLst>
            </a:cu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grpSp>
          <p:nvGrpSpPr>
            <p:cNvPr id="315" name="Group 314">
              <a:extLst>
                <a:ext uri="{FF2B5EF4-FFF2-40B4-BE49-F238E27FC236}">
                  <a16:creationId xmlns:a16="http://schemas.microsoft.com/office/drawing/2014/main" id="{4211C5D7-E98B-7448-9452-57EB36146678}"/>
                </a:ext>
              </a:extLst>
            </p:cNvPr>
            <p:cNvGrpSpPr/>
            <p:nvPr/>
          </p:nvGrpSpPr>
          <p:grpSpPr>
            <a:xfrm>
              <a:off x="5868328" y="5862061"/>
              <a:ext cx="496248" cy="260542"/>
              <a:chOff x="7493876" y="2774731"/>
              <a:chExt cx="1481958" cy="894622"/>
            </a:xfrm>
          </p:grpSpPr>
          <p:sp>
            <p:nvSpPr>
              <p:cNvPr id="316" name="Freeform 315">
                <a:extLst>
                  <a:ext uri="{FF2B5EF4-FFF2-40B4-BE49-F238E27FC236}">
                    <a16:creationId xmlns:a16="http://schemas.microsoft.com/office/drawing/2014/main" id="{8AB7F791-7AD9-F648-B2E0-B6E3683A8D55}"/>
                  </a:ext>
                </a:extLst>
              </p:cNvPr>
              <p:cNvSpPr/>
              <p:nvPr/>
            </p:nvSpPr>
            <p:spPr>
              <a:xfrm>
                <a:off x="7493876" y="3084399"/>
                <a:ext cx="1481958" cy="584954"/>
              </a:xfrm>
              <a:custGeom>
                <a:avLst/>
                <a:gdLst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88524 w 8187558"/>
                  <a:gd name="connsiteY5" fmla="*/ 1597573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88524 w 8187558"/>
                  <a:gd name="connsiteY5" fmla="*/ 1597573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76538 w 8176538"/>
                  <a:gd name="connsiteY0" fmla="*/ 0 h 2638097"/>
                  <a:gd name="connsiteX1" fmla="*/ 8176538 w 8176538"/>
                  <a:gd name="connsiteY1" fmla="*/ 1271752 h 2638097"/>
                  <a:gd name="connsiteX2" fmla="*/ 4088015 w 8176538"/>
                  <a:gd name="connsiteY2" fmla="*/ 2638097 h 2638097"/>
                  <a:gd name="connsiteX3" fmla="*/ 0 w 8176538"/>
                  <a:gd name="connsiteY3" fmla="*/ 1269888 h 2638097"/>
                  <a:gd name="connsiteX4" fmla="*/ 20511 w 8176538"/>
                  <a:gd name="connsiteY4" fmla="*/ 147145 h 2638097"/>
                  <a:gd name="connsiteX5" fmla="*/ 4088015 w 8176538"/>
                  <a:gd name="connsiteY5" fmla="*/ 1566042 h 2638097"/>
                  <a:gd name="connsiteX6" fmla="*/ 8176538 w 8176538"/>
                  <a:gd name="connsiteY6" fmla="*/ 0 h 2638097"/>
                  <a:gd name="connsiteX0" fmla="*/ 8176538 w 8176538"/>
                  <a:gd name="connsiteY0" fmla="*/ 0 h 2772020"/>
                  <a:gd name="connsiteX1" fmla="*/ 8176538 w 8176538"/>
                  <a:gd name="connsiteY1" fmla="*/ 1271752 h 2772020"/>
                  <a:gd name="connsiteX2" fmla="*/ 4099034 w 8176538"/>
                  <a:gd name="connsiteY2" fmla="*/ 2772020 h 2772020"/>
                  <a:gd name="connsiteX3" fmla="*/ 0 w 8176538"/>
                  <a:gd name="connsiteY3" fmla="*/ 1269888 h 2772020"/>
                  <a:gd name="connsiteX4" fmla="*/ 20511 w 8176538"/>
                  <a:gd name="connsiteY4" fmla="*/ 147145 h 2772020"/>
                  <a:gd name="connsiteX5" fmla="*/ 4088015 w 8176538"/>
                  <a:gd name="connsiteY5" fmla="*/ 1566042 h 2772020"/>
                  <a:gd name="connsiteX6" fmla="*/ 8176538 w 8176538"/>
                  <a:gd name="connsiteY6" fmla="*/ 0 h 2772020"/>
                  <a:gd name="connsiteX0" fmla="*/ 8176538 w 8176538"/>
                  <a:gd name="connsiteY0" fmla="*/ 0 h 2772339"/>
                  <a:gd name="connsiteX1" fmla="*/ 8176538 w 8176538"/>
                  <a:gd name="connsiteY1" fmla="*/ 1378890 h 2772339"/>
                  <a:gd name="connsiteX2" fmla="*/ 4099034 w 8176538"/>
                  <a:gd name="connsiteY2" fmla="*/ 2772020 h 2772339"/>
                  <a:gd name="connsiteX3" fmla="*/ 0 w 8176538"/>
                  <a:gd name="connsiteY3" fmla="*/ 1269888 h 2772339"/>
                  <a:gd name="connsiteX4" fmla="*/ 20511 w 8176538"/>
                  <a:gd name="connsiteY4" fmla="*/ 147145 h 2772339"/>
                  <a:gd name="connsiteX5" fmla="*/ 4088015 w 8176538"/>
                  <a:gd name="connsiteY5" fmla="*/ 1566042 h 2772339"/>
                  <a:gd name="connsiteX6" fmla="*/ 8176538 w 8176538"/>
                  <a:gd name="connsiteY6" fmla="*/ 0 h 2772339"/>
                  <a:gd name="connsiteX0" fmla="*/ 8176538 w 8176538"/>
                  <a:gd name="connsiteY0" fmla="*/ 0 h 2825888"/>
                  <a:gd name="connsiteX1" fmla="*/ 8176538 w 8176538"/>
                  <a:gd name="connsiteY1" fmla="*/ 1378890 h 2825888"/>
                  <a:gd name="connsiteX2" fmla="*/ 4099034 w 8176538"/>
                  <a:gd name="connsiteY2" fmla="*/ 2825590 h 2825888"/>
                  <a:gd name="connsiteX3" fmla="*/ 0 w 8176538"/>
                  <a:gd name="connsiteY3" fmla="*/ 1269888 h 2825888"/>
                  <a:gd name="connsiteX4" fmla="*/ 20511 w 8176538"/>
                  <a:gd name="connsiteY4" fmla="*/ 147145 h 2825888"/>
                  <a:gd name="connsiteX5" fmla="*/ 4088015 w 8176538"/>
                  <a:gd name="connsiteY5" fmla="*/ 1566042 h 2825888"/>
                  <a:gd name="connsiteX6" fmla="*/ 8176538 w 8176538"/>
                  <a:gd name="connsiteY6" fmla="*/ 0 h 2825888"/>
                  <a:gd name="connsiteX0" fmla="*/ 8165518 w 8165518"/>
                  <a:gd name="connsiteY0" fmla="*/ 0 h 2825606"/>
                  <a:gd name="connsiteX1" fmla="*/ 8165518 w 8165518"/>
                  <a:gd name="connsiteY1" fmla="*/ 1378890 h 2825606"/>
                  <a:gd name="connsiteX2" fmla="*/ 4088014 w 8165518"/>
                  <a:gd name="connsiteY2" fmla="*/ 2825590 h 2825606"/>
                  <a:gd name="connsiteX3" fmla="*/ 0 w 8165518"/>
                  <a:gd name="connsiteY3" fmla="*/ 1403811 h 2825606"/>
                  <a:gd name="connsiteX4" fmla="*/ 9491 w 8165518"/>
                  <a:gd name="connsiteY4" fmla="*/ 147145 h 2825606"/>
                  <a:gd name="connsiteX5" fmla="*/ 4076995 w 8165518"/>
                  <a:gd name="connsiteY5" fmla="*/ 1566042 h 2825606"/>
                  <a:gd name="connsiteX6" fmla="*/ 8165518 w 8165518"/>
                  <a:gd name="connsiteY6" fmla="*/ 0 h 2825606"/>
                  <a:gd name="connsiteX0" fmla="*/ 8165518 w 8165518"/>
                  <a:gd name="connsiteY0" fmla="*/ 0 h 2879174"/>
                  <a:gd name="connsiteX1" fmla="*/ 8165518 w 8165518"/>
                  <a:gd name="connsiteY1" fmla="*/ 1378890 h 2879174"/>
                  <a:gd name="connsiteX2" fmla="*/ 4132092 w 8165518"/>
                  <a:gd name="connsiteY2" fmla="*/ 2879159 h 2879174"/>
                  <a:gd name="connsiteX3" fmla="*/ 0 w 8165518"/>
                  <a:gd name="connsiteY3" fmla="*/ 1403811 h 2879174"/>
                  <a:gd name="connsiteX4" fmla="*/ 9491 w 8165518"/>
                  <a:gd name="connsiteY4" fmla="*/ 147145 h 2879174"/>
                  <a:gd name="connsiteX5" fmla="*/ 4076995 w 8165518"/>
                  <a:gd name="connsiteY5" fmla="*/ 1566042 h 2879174"/>
                  <a:gd name="connsiteX6" fmla="*/ 8165518 w 8165518"/>
                  <a:gd name="connsiteY6" fmla="*/ 0 h 2879174"/>
                  <a:gd name="connsiteX0" fmla="*/ 8165518 w 8176537"/>
                  <a:gd name="connsiteY0" fmla="*/ 0 h 2879410"/>
                  <a:gd name="connsiteX1" fmla="*/ 8176537 w 8176537"/>
                  <a:gd name="connsiteY1" fmla="*/ 1499420 h 2879410"/>
                  <a:gd name="connsiteX2" fmla="*/ 4132092 w 8176537"/>
                  <a:gd name="connsiteY2" fmla="*/ 2879159 h 2879410"/>
                  <a:gd name="connsiteX3" fmla="*/ 0 w 8176537"/>
                  <a:gd name="connsiteY3" fmla="*/ 1403811 h 2879410"/>
                  <a:gd name="connsiteX4" fmla="*/ 9491 w 8176537"/>
                  <a:gd name="connsiteY4" fmla="*/ 147145 h 2879410"/>
                  <a:gd name="connsiteX5" fmla="*/ 4076995 w 8176537"/>
                  <a:gd name="connsiteY5" fmla="*/ 1566042 h 2879410"/>
                  <a:gd name="connsiteX6" fmla="*/ 8165518 w 8176537"/>
                  <a:gd name="connsiteY6" fmla="*/ 0 h 2879410"/>
                  <a:gd name="connsiteX0" fmla="*/ 8165518 w 8176537"/>
                  <a:gd name="connsiteY0" fmla="*/ 0 h 2879262"/>
                  <a:gd name="connsiteX1" fmla="*/ 8176537 w 8176537"/>
                  <a:gd name="connsiteY1" fmla="*/ 1499420 h 2879262"/>
                  <a:gd name="connsiteX2" fmla="*/ 4132092 w 8176537"/>
                  <a:gd name="connsiteY2" fmla="*/ 2879159 h 2879262"/>
                  <a:gd name="connsiteX3" fmla="*/ 0 w 8176537"/>
                  <a:gd name="connsiteY3" fmla="*/ 1403811 h 2879262"/>
                  <a:gd name="connsiteX4" fmla="*/ 9491 w 8176537"/>
                  <a:gd name="connsiteY4" fmla="*/ 147145 h 2879262"/>
                  <a:gd name="connsiteX5" fmla="*/ 4076995 w 8176537"/>
                  <a:gd name="connsiteY5" fmla="*/ 1566042 h 2879262"/>
                  <a:gd name="connsiteX6" fmla="*/ 8165518 w 8176537"/>
                  <a:gd name="connsiteY6" fmla="*/ 0 h 2879262"/>
                  <a:gd name="connsiteX0" fmla="*/ 8165518 w 8176537"/>
                  <a:gd name="connsiteY0" fmla="*/ 0 h 2879163"/>
                  <a:gd name="connsiteX1" fmla="*/ 8176537 w 8176537"/>
                  <a:gd name="connsiteY1" fmla="*/ 1499420 h 2879163"/>
                  <a:gd name="connsiteX2" fmla="*/ 4132092 w 8176537"/>
                  <a:gd name="connsiteY2" fmla="*/ 2879159 h 2879163"/>
                  <a:gd name="connsiteX3" fmla="*/ 0 w 8176537"/>
                  <a:gd name="connsiteY3" fmla="*/ 1510948 h 2879163"/>
                  <a:gd name="connsiteX4" fmla="*/ 9491 w 8176537"/>
                  <a:gd name="connsiteY4" fmla="*/ 147145 h 2879163"/>
                  <a:gd name="connsiteX5" fmla="*/ 4076995 w 8176537"/>
                  <a:gd name="connsiteY5" fmla="*/ 1566042 h 2879163"/>
                  <a:gd name="connsiteX6" fmla="*/ 8165518 w 8176537"/>
                  <a:gd name="connsiteY6" fmla="*/ 0 h 2879163"/>
                  <a:gd name="connsiteX0" fmla="*/ 8165518 w 8198577"/>
                  <a:gd name="connsiteY0" fmla="*/ 0 h 2879451"/>
                  <a:gd name="connsiteX1" fmla="*/ 8198577 w 8198577"/>
                  <a:gd name="connsiteY1" fmla="*/ 1606558 h 2879451"/>
                  <a:gd name="connsiteX2" fmla="*/ 4132092 w 8198577"/>
                  <a:gd name="connsiteY2" fmla="*/ 2879159 h 2879451"/>
                  <a:gd name="connsiteX3" fmla="*/ 0 w 8198577"/>
                  <a:gd name="connsiteY3" fmla="*/ 1510948 h 2879451"/>
                  <a:gd name="connsiteX4" fmla="*/ 9491 w 8198577"/>
                  <a:gd name="connsiteY4" fmla="*/ 147145 h 2879451"/>
                  <a:gd name="connsiteX5" fmla="*/ 4076995 w 8198577"/>
                  <a:gd name="connsiteY5" fmla="*/ 1566042 h 2879451"/>
                  <a:gd name="connsiteX6" fmla="*/ 8165518 w 8198577"/>
                  <a:gd name="connsiteY6" fmla="*/ 0 h 2879451"/>
                  <a:gd name="connsiteX0" fmla="*/ 8165518 w 8165518"/>
                  <a:gd name="connsiteY0" fmla="*/ 0 h 2880066"/>
                  <a:gd name="connsiteX1" fmla="*/ 8165518 w 8165518"/>
                  <a:gd name="connsiteY1" fmla="*/ 1673520 h 2880066"/>
                  <a:gd name="connsiteX2" fmla="*/ 4132092 w 8165518"/>
                  <a:gd name="connsiteY2" fmla="*/ 2879159 h 2880066"/>
                  <a:gd name="connsiteX3" fmla="*/ 0 w 8165518"/>
                  <a:gd name="connsiteY3" fmla="*/ 1510948 h 2880066"/>
                  <a:gd name="connsiteX4" fmla="*/ 9491 w 8165518"/>
                  <a:gd name="connsiteY4" fmla="*/ 147145 h 2880066"/>
                  <a:gd name="connsiteX5" fmla="*/ 4076995 w 8165518"/>
                  <a:gd name="connsiteY5" fmla="*/ 1566042 h 2880066"/>
                  <a:gd name="connsiteX6" fmla="*/ 8165518 w 8165518"/>
                  <a:gd name="connsiteY6" fmla="*/ 0 h 2880066"/>
                  <a:gd name="connsiteX0" fmla="*/ 8156794 w 8156794"/>
                  <a:gd name="connsiteY0" fmla="*/ 0 h 2879270"/>
                  <a:gd name="connsiteX1" fmla="*/ 8156794 w 8156794"/>
                  <a:gd name="connsiteY1" fmla="*/ 1673520 h 2879270"/>
                  <a:gd name="connsiteX2" fmla="*/ 4123368 w 8156794"/>
                  <a:gd name="connsiteY2" fmla="*/ 2879159 h 2879270"/>
                  <a:gd name="connsiteX3" fmla="*/ 2295 w 8156794"/>
                  <a:gd name="connsiteY3" fmla="*/ 1618086 h 2879270"/>
                  <a:gd name="connsiteX4" fmla="*/ 767 w 8156794"/>
                  <a:gd name="connsiteY4" fmla="*/ 147145 h 2879270"/>
                  <a:gd name="connsiteX5" fmla="*/ 4068271 w 8156794"/>
                  <a:gd name="connsiteY5" fmla="*/ 1566042 h 2879270"/>
                  <a:gd name="connsiteX6" fmla="*/ 8156794 w 8156794"/>
                  <a:gd name="connsiteY6" fmla="*/ 0 h 2879270"/>
                  <a:gd name="connsiteX0" fmla="*/ 8156794 w 8156794"/>
                  <a:gd name="connsiteY0" fmla="*/ 0 h 2973000"/>
                  <a:gd name="connsiteX1" fmla="*/ 8156794 w 8156794"/>
                  <a:gd name="connsiteY1" fmla="*/ 1673520 h 2973000"/>
                  <a:gd name="connsiteX2" fmla="*/ 4134388 w 8156794"/>
                  <a:gd name="connsiteY2" fmla="*/ 2972904 h 2973000"/>
                  <a:gd name="connsiteX3" fmla="*/ 2295 w 8156794"/>
                  <a:gd name="connsiteY3" fmla="*/ 1618086 h 2973000"/>
                  <a:gd name="connsiteX4" fmla="*/ 767 w 8156794"/>
                  <a:gd name="connsiteY4" fmla="*/ 147145 h 2973000"/>
                  <a:gd name="connsiteX5" fmla="*/ 4068271 w 8156794"/>
                  <a:gd name="connsiteY5" fmla="*/ 1566042 h 2973000"/>
                  <a:gd name="connsiteX6" fmla="*/ 8156794 w 8156794"/>
                  <a:gd name="connsiteY6" fmla="*/ 0 h 2973000"/>
                  <a:gd name="connsiteX0" fmla="*/ 8156794 w 8156794"/>
                  <a:gd name="connsiteY0" fmla="*/ 0 h 2973000"/>
                  <a:gd name="connsiteX1" fmla="*/ 8156794 w 8156794"/>
                  <a:gd name="connsiteY1" fmla="*/ 1673520 h 2973000"/>
                  <a:gd name="connsiteX2" fmla="*/ 4134388 w 8156794"/>
                  <a:gd name="connsiteY2" fmla="*/ 2972904 h 2973000"/>
                  <a:gd name="connsiteX3" fmla="*/ 2295 w 8156794"/>
                  <a:gd name="connsiteY3" fmla="*/ 1618086 h 2973000"/>
                  <a:gd name="connsiteX4" fmla="*/ 767 w 8156794"/>
                  <a:gd name="connsiteY4" fmla="*/ 147145 h 2973000"/>
                  <a:gd name="connsiteX5" fmla="*/ 4068271 w 8156794"/>
                  <a:gd name="connsiteY5" fmla="*/ 1566042 h 2973000"/>
                  <a:gd name="connsiteX6" fmla="*/ 8156794 w 8156794"/>
                  <a:gd name="connsiteY6" fmla="*/ 0 h 2973000"/>
                  <a:gd name="connsiteX0" fmla="*/ 8156794 w 8156794"/>
                  <a:gd name="connsiteY0" fmla="*/ 0 h 2973000"/>
                  <a:gd name="connsiteX1" fmla="*/ 8156794 w 8156794"/>
                  <a:gd name="connsiteY1" fmla="*/ 1673520 h 2973000"/>
                  <a:gd name="connsiteX2" fmla="*/ 4134388 w 8156794"/>
                  <a:gd name="connsiteY2" fmla="*/ 2972904 h 2973000"/>
                  <a:gd name="connsiteX3" fmla="*/ 2295 w 8156794"/>
                  <a:gd name="connsiteY3" fmla="*/ 1618086 h 2973000"/>
                  <a:gd name="connsiteX4" fmla="*/ 767 w 8156794"/>
                  <a:gd name="connsiteY4" fmla="*/ 147145 h 2973000"/>
                  <a:gd name="connsiteX5" fmla="*/ 4068271 w 8156794"/>
                  <a:gd name="connsiteY5" fmla="*/ 1566042 h 2973000"/>
                  <a:gd name="connsiteX6" fmla="*/ 8156794 w 8156794"/>
                  <a:gd name="connsiteY6" fmla="*/ 0 h 2973000"/>
                  <a:gd name="connsiteX0" fmla="*/ 8156794 w 8156794"/>
                  <a:gd name="connsiteY0" fmla="*/ 0 h 2973020"/>
                  <a:gd name="connsiteX1" fmla="*/ 8156794 w 8156794"/>
                  <a:gd name="connsiteY1" fmla="*/ 1673520 h 2973020"/>
                  <a:gd name="connsiteX2" fmla="*/ 4134388 w 8156794"/>
                  <a:gd name="connsiteY2" fmla="*/ 2972904 h 2973020"/>
                  <a:gd name="connsiteX3" fmla="*/ 2295 w 8156794"/>
                  <a:gd name="connsiteY3" fmla="*/ 1618086 h 2973020"/>
                  <a:gd name="connsiteX4" fmla="*/ 767 w 8156794"/>
                  <a:gd name="connsiteY4" fmla="*/ 147145 h 2973020"/>
                  <a:gd name="connsiteX5" fmla="*/ 4068271 w 8156794"/>
                  <a:gd name="connsiteY5" fmla="*/ 1566042 h 2973020"/>
                  <a:gd name="connsiteX6" fmla="*/ 8156794 w 8156794"/>
                  <a:gd name="connsiteY6" fmla="*/ 0 h 2973020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141"/>
                  <a:gd name="connsiteX1" fmla="*/ 8156794 w 8156794"/>
                  <a:gd name="connsiteY1" fmla="*/ 1673520 h 2973141"/>
                  <a:gd name="connsiteX2" fmla="*/ 4134388 w 8156794"/>
                  <a:gd name="connsiteY2" fmla="*/ 2972904 h 2973141"/>
                  <a:gd name="connsiteX3" fmla="*/ 2295 w 8156794"/>
                  <a:gd name="connsiteY3" fmla="*/ 1618086 h 2973141"/>
                  <a:gd name="connsiteX4" fmla="*/ 767 w 8156794"/>
                  <a:gd name="connsiteY4" fmla="*/ 147145 h 2973141"/>
                  <a:gd name="connsiteX5" fmla="*/ 4068271 w 8156794"/>
                  <a:gd name="connsiteY5" fmla="*/ 1566042 h 2973141"/>
                  <a:gd name="connsiteX6" fmla="*/ 8156794 w 8156794"/>
                  <a:gd name="connsiteY6" fmla="*/ 0 h 2973141"/>
                  <a:gd name="connsiteX0" fmla="*/ 8156794 w 8156794"/>
                  <a:gd name="connsiteY0" fmla="*/ 0 h 3066827"/>
                  <a:gd name="connsiteX1" fmla="*/ 8156794 w 8156794"/>
                  <a:gd name="connsiteY1" fmla="*/ 1673520 h 3066827"/>
                  <a:gd name="connsiteX2" fmla="*/ 4123353 w 8156794"/>
                  <a:gd name="connsiteY2" fmla="*/ 3066650 h 3066827"/>
                  <a:gd name="connsiteX3" fmla="*/ 2295 w 8156794"/>
                  <a:gd name="connsiteY3" fmla="*/ 1618086 h 3066827"/>
                  <a:gd name="connsiteX4" fmla="*/ 767 w 8156794"/>
                  <a:gd name="connsiteY4" fmla="*/ 147145 h 3066827"/>
                  <a:gd name="connsiteX5" fmla="*/ 4068271 w 8156794"/>
                  <a:gd name="connsiteY5" fmla="*/ 1566042 h 3066827"/>
                  <a:gd name="connsiteX6" fmla="*/ 8156794 w 8156794"/>
                  <a:gd name="connsiteY6" fmla="*/ 0 h 3066827"/>
                  <a:gd name="connsiteX0" fmla="*/ 8123689 w 8156794"/>
                  <a:gd name="connsiteY0" fmla="*/ 0 h 2999866"/>
                  <a:gd name="connsiteX1" fmla="*/ 8156794 w 8156794"/>
                  <a:gd name="connsiteY1" fmla="*/ 1606559 h 2999866"/>
                  <a:gd name="connsiteX2" fmla="*/ 4123353 w 8156794"/>
                  <a:gd name="connsiteY2" fmla="*/ 2999689 h 2999866"/>
                  <a:gd name="connsiteX3" fmla="*/ 2295 w 8156794"/>
                  <a:gd name="connsiteY3" fmla="*/ 1551125 h 2999866"/>
                  <a:gd name="connsiteX4" fmla="*/ 767 w 8156794"/>
                  <a:gd name="connsiteY4" fmla="*/ 80184 h 2999866"/>
                  <a:gd name="connsiteX5" fmla="*/ 4068271 w 8156794"/>
                  <a:gd name="connsiteY5" fmla="*/ 1499081 h 2999866"/>
                  <a:gd name="connsiteX6" fmla="*/ 8123689 w 8156794"/>
                  <a:gd name="connsiteY6" fmla="*/ 0 h 2999866"/>
                  <a:gd name="connsiteX0" fmla="*/ 8167828 w 8167828"/>
                  <a:gd name="connsiteY0" fmla="*/ 0 h 3026651"/>
                  <a:gd name="connsiteX1" fmla="*/ 8156794 w 8167828"/>
                  <a:gd name="connsiteY1" fmla="*/ 1633344 h 3026651"/>
                  <a:gd name="connsiteX2" fmla="*/ 4123353 w 8167828"/>
                  <a:gd name="connsiteY2" fmla="*/ 3026474 h 3026651"/>
                  <a:gd name="connsiteX3" fmla="*/ 2295 w 8167828"/>
                  <a:gd name="connsiteY3" fmla="*/ 1577910 h 3026651"/>
                  <a:gd name="connsiteX4" fmla="*/ 767 w 8167828"/>
                  <a:gd name="connsiteY4" fmla="*/ 106969 h 3026651"/>
                  <a:gd name="connsiteX5" fmla="*/ 4068271 w 8167828"/>
                  <a:gd name="connsiteY5" fmla="*/ 1525866 h 3026651"/>
                  <a:gd name="connsiteX6" fmla="*/ 8167828 w 8167828"/>
                  <a:gd name="connsiteY6" fmla="*/ 0 h 3026651"/>
                  <a:gd name="connsiteX0" fmla="*/ 8167828 w 8167828"/>
                  <a:gd name="connsiteY0" fmla="*/ 0 h 3027228"/>
                  <a:gd name="connsiteX1" fmla="*/ 8145760 w 8167828"/>
                  <a:gd name="connsiteY1" fmla="*/ 1686913 h 3027228"/>
                  <a:gd name="connsiteX2" fmla="*/ 4123353 w 8167828"/>
                  <a:gd name="connsiteY2" fmla="*/ 3026474 h 3027228"/>
                  <a:gd name="connsiteX3" fmla="*/ 2295 w 8167828"/>
                  <a:gd name="connsiteY3" fmla="*/ 1577910 h 3027228"/>
                  <a:gd name="connsiteX4" fmla="*/ 767 w 8167828"/>
                  <a:gd name="connsiteY4" fmla="*/ 106969 h 3027228"/>
                  <a:gd name="connsiteX5" fmla="*/ 4068271 w 8167828"/>
                  <a:gd name="connsiteY5" fmla="*/ 1525866 h 3027228"/>
                  <a:gd name="connsiteX6" fmla="*/ 8167828 w 8167828"/>
                  <a:gd name="connsiteY6" fmla="*/ 0 h 3027228"/>
                  <a:gd name="connsiteX0" fmla="*/ 8156794 w 8156794"/>
                  <a:gd name="connsiteY0" fmla="*/ 0 h 2933483"/>
                  <a:gd name="connsiteX1" fmla="*/ 8145760 w 8156794"/>
                  <a:gd name="connsiteY1" fmla="*/ 1593168 h 2933483"/>
                  <a:gd name="connsiteX2" fmla="*/ 4123353 w 8156794"/>
                  <a:gd name="connsiteY2" fmla="*/ 2932729 h 2933483"/>
                  <a:gd name="connsiteX3" fmla="*/ 2295 w 8156794"/>
                  <a:gd name="connsiteY3" fmla="*/ 1484165 h 2933483"/>
                  <a:gd name="connsiteX4" fmla="*/ 767 w 8156794"/>
                  <a:gd name="connsiteY4" fmla="*/ 13224 h 2933483"/>
                  <a:gd name="connsiteX5" fmla="*/ 4068271 w 8156794"/>
                  <a:gd name="connsiteY5" fmla="*/ 1432121 h 2933483"/>
                  <a:gd name="connsiteX6" fmla="*/ 8156794 w 8156794"/>
                  <a:gd name="connsiteY6" fmla="*/ 0 h 2933483"/>
                  <a:gd name="connsiteX0" fmla="*/ 8156794 w 8156794"/>
                  <a:gd name="connsiteY0" fmla="*/ 0 h 2933483"/>
                  <a:gd name="connsiteX1" fmla="*/ 8145760 w 8156794"/>
                  <a:gd name="connsiteY1" fmla="*/ 1593168 h 2933483"/>
                  <a:gd name="connsiteX2" fmla="*/ 4123353 w 8156794"/>
                  <a:gd name="connsiteY2" fmla="*/ 2932729 h 2933483"/>
                  <a:gd name="connsiteX3" fmla="*/ 2295 w 8156794"/>
                  <a:gd name="connsiteY3" fmla="*/ 1484165 h 2933483"/>
                  <a:gd name="connsiteX4" fmla="*/ 767 w 8156794"/>
                  <a:gd name="connsiteY4" fmla="*/ 13224 h 2933483"/>
                  <a:gd name="connsiteX5" fmla="*/ 4068271 w 8156794"/>
                  <a:gd name="connsiteY5" fmla="*/ 1432121 h 2933483"/>
                  <a:gd name="connsiteX6" fmla="*/ 8156794 w 8156794"/>
                  <a:gd name="connsiteY6" fmla="*/ 0 h 2933483"/>
                  <a:gd name="connsiteX0" fmla="*/ 8123689 w 8145760"/>
                  <a:gd name="connsiteY0" fmla="*/ 13560 h 2920259"/>
                  <a:gd name="connsiteX1" fmla="*/ 8145760 w 8145760"/>
                  <a:gd name="connsiteY1" fmla="*/ 1579944 h 2920259"/>
                  <a:gd name="connsiteX2" fmla="*/ 4123353 w 8145760"/>
                  <a:gd name="connsiteY2" fmla="*/ 2919505 h 2920259"/>
                  <a:gd name="connsiteX3" fmla="*/ 2295 w 8145760"/>
                  <a:gd name="connsiteY3" fmla="*/ 1470941 h 2920259"/>
                  <a:gd name="connsiteX4" fmla="*/ 767 w 8145760"/>
                  <a:gd name="connsiteY4" fmla="*/ 0 h 2920259"/>
                  <a:gd name="connsiteX5" fmla="*/ 4068271 w 8145760"/>
                  <a:gd name="connsiteY5" fmla="*/ 1418897 h 2920259"/>
                  <a:gd name="connsiteX6" fmla="*/ 8123689 w 8145760"/>
                  <a:gd name="connsiteY6" fmla="*/ 13560 h 2920259"/>
                  <a:gd name="connsiteX0" fmla="*/ 8178863 w 8178863"/>
                  <a:gd name="connsiteY0" fmla="*/ 26952 h 2920259"/>
                  <a:gd name="connsiteX1" fmla="*/ 8145760 w 8178863"/>
                  <a:gd name="connsiteY1" fmla="*/ 1579944 h 2920259"/>
                  <a:gd name="connsiteX2" fmla="*/ 4123353 w 8178863"/>
                  <a:gd name="connsiteY2" fmla="*/ 2919505 h 2920259"/>
                  <a:gd name="connsiteX3" fmla="*/ 2295 w 8178863"/>
                  <a:gd name="connsiteY3" fmla="*/ 1470941 h 2920259"/>
                  <a:gd name="connsiteX4" fmla="*/ 767 w 8178863"/>
                  <a:gd name="connsiteY4" fmla="*/ 0 h 2920259"/>
                  <a:gd name="connsiteX5" fmla="*/ 4068271 w 8178863"/>
                  <a:gd name="connsiteY5" fmla="*/ 1418897 h 2920259"/>
                  <a:gd name="connsiteX6" fmla="*/ 8178863 w 8178863"/>
                  <a:gd name="connsiteY6" fmla="*/ 26952 h 2920259"/>
                  <a:gd name="connsiteX0" fmla="*/ 8167827 w 8167827"/>
                  <a:gd name="connsiteY0" fmla="*/ 40343 h 2920259"/>
                  <a:gd name="connsiteX1" fmla="*/ 8145760 w 8167827"/>
                  <a:gd name="connsiteY1" fmla="*/ 1579944 h 2920259"/>
                  <a:gd name="connsiteX2" fmla="*/ 4123353 w 8167827"/>
                  <a:gd name="connsiteY2" fmla="*/ 2919505 h 2920259"/>
                  <a:gd name="connsiteX3" fmla="*/ 2295 w 8167827"/>
                  <a:gd name="connsiteY3" fmla="*/ 1470941 h 2920259"/>
                  <a:gd name="connsiteX4" fmla="*/ 767 w 8167827"/>
                  <a:gd name="connsiteY4" fmla="*/ 0 h 2920259"/>
                  <a:gd name="connsiteX5" fmla="*/ 4068271 w 8167827"/>
                  <a:gd name="connsiteY5" fmla="*/ 1418897 h 2920259"/>
                  <a:gd name="connsiteX6" fmla="*/ 8167827 w 8167827"/>
                  <a:gd name="connsiteY6" fmla="*/ 40343 h 2920259"/>
                  <a:gd name="connsiteX0" fmla="*/ 8123687 w 8145760"/>
                  <a:gd name="connsiteY0" fmla="*/ 53735 h 2920259"/>
                  <a:gd name="connsiteX1" fmla="*/ 8145760 w 8145760"/>
                  <a:gd name="connsiteY1" fmla="*/ 1579944 h 2920259"/>
                  <a:gd name="connsiteX2" fmla="*/ 4123353 w 8145760"/>
                  <a:gd name="connsiteY2" fmla="*/ 2919505 h 2920259"/>
                  <a:gd name="connsiteX3" fmla="*/ 2295 w 8145760"/>
                  <a:gd name="connsiteY3" fmla="*/ 1470941 h 2920259"/>
                  <a:gd name="connsiteX4" fmla="*/ 767 w 8145760"/>
                  <a:gd name="connsiteY4" fmla="*/ 0 h 2920259"/>
                  <a:gd name="connsiteX5" fmla="*/ 4068271 w 8145760"/>
                  <a:gd name="connsiteY5" fmla="*/ 1418897 h 2920259"/>
                  <a:gd name="connsiteX6" fmla="*/ 8123687 w 8145760"/>
                  <a:gd name="connsiteY6" fmla="*/ 53735 h 2920259"/>
                  <a:gd name="connsiteX0" fmla="*/ 8161918 w 8161918"/>
                  <a:gd name="connsiteY0" fmla="*/ 0 h 2943855"/>
                  <a:gd name="connsiteX1" fmla="*/ 8145760 w 8161918"/>
                  <a:gd name="connsiteY1" fmla="*/ 1603540 h 2943855"/>
                  <a:gd name="connsiteX2" fmla="*/ 4123353 w 8161918"/>
                  <a:gd name="connsiteY2" fmla="*/ 2943101 h 2943855"/>
                  <a:gd name="connsiteX3" fmla="*/ 2295 w 8161918"/>
                  <a:gd name="connsiteY3" fmla="*/ 1494537 h 2943855"/>
                  <a:gd name="connsiteX4" fmla="*/ 767 w 8161918"/>
                  <a:gd name="connsiteY4" fmla="*/ 23596 h 2943855"/>
                  <a:gd name="connsiteX5" fmla="*/ 4068271 w 8161918"/>
                  <a:gd name="connsiteY5" fmla="*/ 1442493 h 2943855"/>
                  <a:gd name="connsiteX6" fmla="*/ 8161918 w 8161918"/>
                  <a:gd name="connsiteY6" fmla="*/ 0 h 2943855"/>
                  <a:gd name="connsiteX0" fmla="*/ 8144926 w 8145760"/>
                  <a:gd name="connsiteY0" fmla="*/ 43424 h 2920259"/>
                  <a:gd name="connsiteX1" fmla="*/ 8145760 w 8145760"/>
                  <a:gd name="connsiteY1" fmla="*/ 1579944 h 2920259"/>
                  <a:gd name="connsiteX2" fmla="*/ 4123353 w 8145760"/>
                  <a:gd name="connsiteY2" fmla="*/ 2919505 h 2920259"/>
                  <a:gd name="connsiteX3" fmla="*/ 2295 w 8145760"/>
                  <a:gd name="connsiteY3" fmla="*/ 1470941 h 2920259"/>
                  <a:gd name="connsiteX4" fmla="*/ 767 w 8145760"/>
                  <a:gd name="connsiteY4" fmla="*/ 0 h 2920259"/>
                  <a:gd name="connsiteX5" fmla="*/ 4068271 w 8145760"/>
                  <a:gd name="connsiteY5" fmla="*/ 1418897 h 2920259"/>
                  <a:gd name="connsiteX6" fmla="*/ 8144926 w 8145760"/>
                  <a:gd name="connsiteY6" fmla="*/ 43424 h 2920259"/>
                  <a:gd name="connsiteX0" fmla="*/ 8161918 w 8161918"/>
                  <a:gd name="connsiteY0" fmla="*/ 0 h 2959321"/>
                  <a:gd name="connsiteX1" fmla="*/ 8145760 w 8161918"/>
                  <a:gd name="connsiteY1" fmla="*/ 1619006 h 2959321"/>
                  <a:gd name="connsiteX2" fmla="*/ 4123353 w 8161918"/>
                  <a:gd name="connsiteY2" fmla="*/ 2958567 h 2959321"/>
                  <a:gd name="connsiteX3" fmla="*/ 2295 w 8161918"/>
                  <a:gd name="connsiteY3" fmla="*/ 1510003 h 2959321"/>
                  <a:gd name="connsiteX4" fmla="*/ 767 w 8161918"/>
                  <a:gd name="connsiteY4" fmla="*/ 39062 h 2959321"/>
                  <a:gd name="connsiteX5" fmla="*/ 4068271 w 8161918"/>
                  <a:gd name="connsiteY5" fmla="*/ 1457959 h 2959321"/>
                  <a:gd name="connsiteX6" fmla="*/ 8161918 w 8161918"/>
                  <a:gd name="connsiteY6" fmla="*/ 0 h 2959321"/>
                  <a:gd name="connsiteX0" fmla="*/ 8161918 w 8162752"/>
                  <a:gd name="connsiteY0" fmla="*/ 0 h 2959488"/>
                  <a:gd name="connsiteX1" fmla="*/ 8162752 w 8162752"/>
                  <a:gd name="connsiteY1" fmla="*/ 1629317 h 2959488"/>
                  <a:gd name="connsiteX2" fmla="*/ 4123353 w 8162752"/>
                  <a:gd name="connsiteY2" fmla="*/ 2958567 h 2959488"/>
                  <a:gd name="connsiteX3" fmla="*/ 2295 w 8162752"/>
                  <a:gd name="connsiteY3" fmla="*/ 1510003 h 2959488"/>
                  <a:gd name="connsiteX4" fmla="*/ 767 w 8162752"/>
                  <a:gd name="connsiteY4" fmla="*/ 39062 h 2959488"/>
                  <a:gd name="connsiteX5" fmla="*/ 4068271 w 8162752"/>
                  <a:gd name="connsiteY5" fmla="*/ 1457959 h 2959488"/>
                  <a:gd name="connsiteX6" fmla="*/ 8161918 w 8162752"/>
                  <a:gd name="connsiteY6" fmla="*/ 0 h 2959488"/>
                  <a:gd name="connsiteX0" fmla="*/ 8165930 w 8166764"/>
                  <a:gd name="connsiteY0" fmla="*/ 7337 h 2966825"/>
                  <a:gd name="connsiteX1" fmla="*/ 8166764 w 8166764"/>
                  <a:gd name="connsiteY1" fmla="*/ 1636654 h 2966825"/>
                  <a:gd name="connsiteX2" fmla="*/ 4127365 w 8166764"/>
                  <a:gd name="connsiteY2" fmla="*/ 2965904 h 2966825"/>
                  <a:gd name="connsiteX3" fmla="*/ 6307 w 8166764"/>
                  <a:gd name="connsiteY3" fmla="*/ 1517340 h 2966825"/>
                  <a:gd name="connsiteX4" fmla="*/ 532 w 8166764"/>
                  <a:gd name="connsiteY4" fmla="*/ 0 h 2966825"/>
                  <a:gd name="connsiteX5" fmla="*/ 4072283 w 8166764"/>
                  <a:gd name="connsiteY5" fmla="*/ 1465296 h 2966825"/>
                  <a:gd name="connsiteX6" fmla="*/ 8165930 w 8166764"/>
                  <a:gd name="connsiteY6" fmla="*/ 7337 h 2966825"/>
                  <a:gd name="connsiteX0" fmla="*/ 8168119 w 8168953"/>
                  <a:gd name="connsiteY0" fmla="*/ 7337 h 2966682"/>
                  <a:gd name="connsiteX1" fmla="*/ 8168953 w 8168953"/>
                  <a:gd name="connsiteY1" fmla="*/ 1636654 h 2966682"/>
                  <a:gd name="connsiteX2" fmla="*/ 4129554 w 8168953"/>
                  <a:gd name="connsiteY2" fmla="*/ 2965904 h 2966682"/>
                  <a:gd name="connsiteX3" fmla="*/ 0 w 8168953"/>
                  <a:gd name="connsiteY3" fmla="*/ 1527651 h 2966682"/>
                  <a:gd name="connsiteX4" fmla="*/ 2721 w 8168953"/>
                  <a:gd name="connsiteY4" fmla="*/ 0 h 2966682"/>
                  <a:gd name="connsiteX5" fmla="*/ 4074472 w 8168953"/>
                  <a:gd name="connsiteY5" fmla="*/ 1465296 h 2966682"/>
                  <a:gd name="connsiteX6" fmla="*/ 8168119 w 8168953"/>
                  <a:gd name="connsiteY6" fmla="*/ 7337 h 2966682"/>
                  <a:gd name="connsiteX0" fmla="*/ 8168119 w 8168953"/>
                  <a:gd name="connsiteY0" fmla="*/ 7337 h 3100377"/>
                  <a:gd name="connsiteX1" fmla="*/ 8168953 w 8168953"/>
                  <a:gd name="connsiteY1" fmla="*/ 1636654 h 3100377"/>
                  <a:gd name="connsiteX2" fmla="*/ 4118520 w 8168953"/>
                  <a:gd name="connsiteY2" fmla="*/ 3099826 h 3100377"/>
                  <a:gd name="connsiteX3" fmla="*/ 0 w 8168953"/>
                  <a:gd name="connsiteY3" fmla="*/ 1527651 h 3100377"/>
                  <a:gd name="connsiteX4" fmla="*/ 2721 w 8168953"/>
                  <a:gd name="connsiteY4" fmla="*/ 0 h 3100377"/>
                  <a:gd name="connsiteX5" fmla="*/ 4074472 w 8168953"/>
                  <a:gd name="connsiteY5" fmla="*/ 1465296 h 3100377"/>
                  <a:gd name="connsiteX6" fmla="*/ 8168119 w 8168953"/>
                  <a:gd name="connsiteY6" fmla="*/ 7337 h 3100377"/>
                  <a:gd name="connsiteX0" fmla="*/ 8168119 w 8168953"/>
                  <a:gd name="connsiteY0" fmla="*/ 7337 h 3100429"/>
                  <a:gd name="connsiteX1" fmla="*/ 8168953 w 8168953"/>
                  <a:gd name="connsiteY1" fmla="*/ 1636654 h 3100429"/>
                  <a:gd name="connsiteX2" fmla="*/ 4118520 w 8168953"/>
                  <a:gd name="connsiteY2" fmla="*/ 3099826 h 3100429"/>
                  <a:gd name="connsiteX3" fmla="*/ 0 w 8168953"/>
                  <a:gd name="connsiteY3" fmla="*/ 1527651 h 3100429"/>
                  <a:gd name="connsiteX4" fmla="*/ 2721 w 8168953"/>
                  <a:gd name="connsiteY4" fmla="*/ 0 h 3100429"/>
                  <a:gd name="connsiteX5" fmla="*/ 4074472 w 8168953"/>
                  <a:gd name="connsiteY5" fmla="*/ 1465296 h 3100429"/>
                  <a:gd name="connsiteX6" fmla="*/ 8168119 w 8168953"/>
                  <a:gd name="connsiteY6" fmla="*/ 7337 h 3100429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72202 w 8166683"/>
                  <a:gd name="connsiteY5" fmla="*/ 1465296 h 3099826"/>
                  <a:gd name="connsiteX6" fmla="*/ 8165849 w 8166683"/>
                  <a:gd name="connsiteY6" fmla="*/ 7337 h 3099826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72202 w 8166683"/>
                  <a:gd name="connsiteY5" fmla="*/ 1465296 h 3099826"/>
                  <a:gd name="connsiteX6" fmla="*/ 8165849 w 8166683"/>
                  <a:gd name="connsiteY6" fmla="*/ 7337 h 3099826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61168 w 8166683"/>
                  <a:gd name="connsiteY5" fmla="*/ 1438511 h 3099826"/>
                  <a:gd name="connsiteX6" fmla="*/ 8165849 w 8166683"/>
                  <a:gd name="connsiteY6" fmla="*/ 7337 h 3099826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61168 w 8166683"/>
                  <a:gd name="connsiteY5" fmla="*/ 1438511 h 3099826"/>
                  <a:gd name="connsiteX6" fmla="*/ 8165849 w 8166683"/>
                  <a:gd name="connsiteY6" fmla="*/ 7337 h 309982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8166683" h="3099826">
                    <a:moveTo>
                      <a:pt x="8165849" y="7337"/>
                    </a:moveTo>
                    <a:lnTo>
                      <a:pt x="8166683" y="1636654"/>
                    </a:lnTo>
                    <a:cubicBezTo>
                      <a:pt x="7917761" y="2728489"/>
                      <a:pt x="5475903" y="3100137"/>
                      <a:pt x="4116250" y="3099826"/>
                    </a:cubicBezTo>
                    <a:cubicBezTo>
                      <a:pt x="2756597" y="3099515"/>
                      <a:pt x="245424" y="2744647"/>
                      <a:pt x="8764" y="1634789"/>
                    </a:cubicBezTo>
                    <a:cubicBezTo>
                      <a:pt x="11928" y="1215900"/>
                      <a:pt x="-2713" y="418889"/>
                      <a:pt x="451" y="0"/>
                    </a:cubicBezTo>
                    <a:cubicBezTo>
                      <a:pt x="385485" y="953840"/>
                      <a:pt x="2700268" y="1437288"/>
                      <a:pt x="4061168" y="1438511"/>
                    </a:cubicBezTo>
                    <a:cubicBezTo>
                      <a:pt x="5422068" y="1439734"/>
                      <a:pt x="7793228" y="1089449"/>
                      <a:pt x="8165849" y="7337"/>
                    </a:cubicBezTo>
                    <a:close/>
                  </a:path>
                </a:pathLst>
              </a:custGeom>
              <a:gradFill>
                <a:gsLst>
                  <a:gs pos="0">
                    <a:srgbClr val="B8C2C9"/>
                  </a:gs>
                  <a:gs pos="21000">
                    <a:schemeClr val="bg1"/>
                  </a:gs>
                  <a:gs pos="60000">
                    <a:srgbClr val="D6DCE0"/>
                  </a:gs>
                  <a:gs pos="100000">
                    <a:srgbClr val="B8C2C9"/>
                  </a:gs>
                </a:gsLst>
                <a:lin ang="0" scaled="0"/>
              </a:gradFill>
              <a:ln w="63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                   </a:t>
                </a:r>
              </a:p>
            </p:txBody>
          </p:sp>
          <p:sp>
            <p:nvSpPr>
              <p:cNvPr id="317" name="Oval 316">
                <a:extLst>
                  <a:ext uri="{FF2B5EF4-FFF2-40B4-BE49-F238E27FC236}">
                    <a16:creationId xmlns:a16="http://schemas.microsoft.com/office/drawing/2014/main" id="{51E93EA3-17BD-B641-99CE-E84D1493A92D}"/>
                  </a:ext>
                </a:extLst>
              </p:cNvPr>
              <p:cNvSpPr/>
              <p:nvPr/>
            </p:nvSpPr>
            <p:spPr>
              <a:xfrm>
                <a:off x="7494729" y="2774731"/>
                <a:ext cx="1480163" cy="579140"/>
              </a:xfrm>
              <a:prstGeom prst="ellipse">
                <a:avLst/>
              </a:prstGeom>
              <a:solidFill>
                <a:srgbClr val="B8C2C9"/>
              </a:solidFill>
              <a:ln w="63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              </a:t>
                </a:r>
              </a:p>
            </p:txBody>
          </p:sp>
          <p:grpSp>
            <p:nvGrpSpPr>
              <p:cNvPr id="318" name="Group 317">
                <a:extLst>
                  <a:ext uri="{FF2B5EF4-FFF2-40B4-BE49-F238E27FC236}">
                    <a16:creationId xmlns:a16="http://schemas.microsoft.com/office/drawing/2014/main" id="{A5B4FD9C-501E-7F4E-A2DA-4DCEFCE3689E}"/>
                  </a:ext>
                </a:extLst>
              </p:cNvPr>
              <p:cNvGrpSpPr/>
              <p:nvPr/>
            </p:nvGrpSpPr>
            <p:grpSpPr>
              <a:xfrm>
                <a:off x="7713663" y="2848339"/>
                <a:ext cx="1042107" cy="425543"/>
                <a:chOff x="7786941" y="2884917"/>
                <a:chExt cx="897649" cy="353919"/>
              </a:xfrm>
            </p:grpSpPr>
            <p:sp>
              <p:nvSpPr>
                <p:cNvPr id="319" name="Freeform 318">
                  <a:extLst>
                    <a:ext uri="{FF2B5EF4-FFF2-40B4-BE49-F238E27FC236}">
                      <a16:creationId xmlns:a16="http://schemas.microsoft.com/office/drawing/2014/main" id="{1906F39B-C9B6-604F-8758-83430DECEA8B}"/>
                    </a:ext>
                  </a:extLst>
                </p:cNvPr>
                <p:cNvSpPr/>
                <p:nvPr/>
              </p:nvSpPr>
              <p:spPr>
                <a:xfrm>
                  <a:off x="7811770" y="2884917"/>
                  <a:ext cx="849158" cy="198115"/>
                </a:xfrm>
                <a:custGeom>
                  <a:avLst/>
                  <a:gdLst>
                    <a:gd name="connsiteX0" fmla="*/ 3725333 w 4588933"/>
                    <a:gd name="connsiteY0" fmla="*/ 0 h 1049866"/>
                    <a:gd name="connsiteX1" fmla="*/ 4588933 w 4588933"/>
                    <a:gd name="connsiteY1" fmla="*/ 270933 h 1049866"/>
                    <a:gd name="connsiteX2" fmla="*/ 3962400 w 4588933"/>
                    <a:gd name="connsiteY2" fmla="*/ 541866 h 1049866"/>
                    <a:gd name="connsiteX3" fmla="*/ 3742267 w 4588933"/>
                    <a:gd name="connsiteY3" fmla="*/ 457200 h 1049866"/>
                    <a:gd name="connsiteX4" fmla="*/ 2269067 w 4588933"/>
                    <a:gd name="connsiteY4" fmla="*/ 1049866 h 1049866"/>
                    <a:gd name="connsiteX5" fmla="*/ 880533 w 4588933"/>
                    <a:gd name="connsiteY5" fmla="*/ 457200 h 1049866"/>
                    <a:gd name="connsiteX6" fmla="*/ 592667 w 4588933"/>
                    <a:gd name="connsiteY6" fmla="*/ 541866 h 1049866"/>
                    <a:gd name="connsiteX7" fmla="*/ 0 w 4588933"/>
                    <a:gd name="connsiteY7" fmla="*/ 254000 h 1049866"/>
                    <a:gd name="connsiteX8" fmla="*/ 880533 w 4588933"/>
                    <a:gd name="connsiteY8" fmla="*/ 16933 h 1049866"/>
                    <a:gd name="connsiteX9" fmla="*/ 2302933 w 4588933"/>
                    <a:gd name="connsiteY9" fmla="*/ 626533 h 1049866"/>
                    <a:gd name="connsiteX10" fmla="*/ 3725333 w 4588933"/>
                    <a:gd name="connsiteY10" fmla="*/ 0 h 1049866"/>
                    <a:gd name="connsiteX0" fmla="*/ 3725333 w 4641485"/>
                    <a:gd name="connsiteY0" fmla="*/ 0 h 1049866"/>
                    <a:gd name="connsiteX1" fmla="*/ 4641485 w 4641485"/>
                    <a:gd name="connsiteY1" fmla="*/ 239402 h 1049866"/>
                    <a:gd name="connsiteX2" fmla="*/ 3962400 w 4641485"/>
                    <a:gd name="connsiteY2" fmla="*/ 541866 h 1049866"/>
                    <a:gd name="connsiteX3" fmla="*/ 3742267 w 4641485"/>
                    <a:gd name="connsiteY3" fmla="*/ 457200 h 1049866"/>
                    <a:gd name="connsiteX4" fmla="*/ 2269067 w 4641485"/>
                    <a:gd name="connsiteY4" fmla="*/ 1049866 h 1049866"/>
                    <a:gd name="connsiteX5" fmla="*/ 880533 w 4641485"/>
                    <a:gd name="connsiteY5" fmla="*/ 457200 h 1049866"/>
                    <a:gd name="connsiteX6" fmla="*/ 592667 w 4641485"/>
                    <a:gd name="connsiteY6" fmla="*/ 541866 h 1049866"/>
                    <a:gd name="connsiteX7" fmla="*/ 0 w 4641485"/>
                    <a:gd name="connsiteY7" fmla="*/ 254000 h 1049866"/>
                    <a:gd name="connsiteX8" fmla="*/ 880533 w 4641485"/>
                    <a:gd name="connsiteY8" fmla="*/ 16933 h 1049866"/>
                    <a:gd name="connsiteX9" fmla="*/ 2302933 w 4641485"/>
                    <a:gd name="connsiteY9" fmla="*/ 626533 h 1049866"/>
                    <a:gd name="connsiteX10" fmla="*/ 3725333 w 4641485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73798 w 4673016"/>
                    <a:gd name="connsiteY3" fmla="*/ 457200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34464 w 4673016"/>
                    <a:gd name="connsiteY9" fmla="*/ 62653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84308 w 4673016"/>
                    <a:gd name="connsiteY3" fmla="*/ 404648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34464 w 4673016"/>
                    <a:gd name="connsiteY9" fmla="*/ 62653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94818 w 4673016"/>
                    <a:gd name="connsiteY3" fmla="*/ 436179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34464 w 4673016"/>
                    <a:gd name="connsiteY9" fmla="*/ 62653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94818 w 4673016"/>
                    <a:gd name="connsiteY3" fmla="*/ 436179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23954 w 4673016"/>
                    <a:gd name="connsiteY9" fmla="*/ 61602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94818 w 4673016"/>
                    <a:gd name="connsiteY3" fmla="*/ 436179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75021 h 1049866"/>
                    <a:gd name="connsiteX8" fmla="*/ 912064 w 4673016"/>
                    <a:gd name="connsiteY8" fmla="*/ 16933 h 1049866"/>
                    <a:gd name="connsiteX9" fmla="*/ 2323954 w 4673016"/>
                    <a:gd name="connsiteY9" fmla="*/ 61602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815839 w 4673016"/>
                    <a:gd name="connsiteY3" fmla="*/ 467710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75021 h 1049866"/>
                    <a:gd name="connsiteX8" fmla="*/ 912064 w 4673016"/>
                    <a:gd name="connsiteY8" fmla="*/ 16933 h 1049866"/>
                    <a:gd name="connsiteX9" fmla="*/ 2323954 w 4673016"/>
                    <a:gd name="connsiteY9" fmla="*/ 616023 h 1049866"/>
                    <a:gd name="connsiteX10" fmla="*/ 3756864 w 4673016"/>
                    <a:gd name="connsiteY10" fmla="*/ 0 h 104986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</a:cxnLst>
                  <a:rect l="l" t="t" r="r" b="b"/>
                  <a:pathLst>
                    <a:path w="4673016" h="1049866">
                      <a:moveTo>
                        <a:pt x="3756864" y="0"/>
                      </a:moveTo>
                      <a:lnTo>
                        <a:pt x="4673016" y="239402"/>
                      </a:lnTo>
                      <a:lnTo>
                        <a:pt x="3993931" y="541866"/>
                      </a:lnTo>
                      <a:lnTo>
                        <a:pt x="3815839" y="467710"/>
                      </a:lnTo>
                      <a:lnTo>
                        <a:pt x="2300598" y="1049866"/>
                      </a:lnTo>
                      <a:lnTo>
                        <a:pt x="912064" y="457200"/>
                      </a:lnTo>
                      <a:lnTo>
                        <a:pt x="624198" y="541866"/>
                      </a:lnTo>
                      <a:lnTo>
                        <a:pt x="0" y="275021"/>
                      </a:lnTo>
                      <a:lnTo>
                        <a:pt x="912064" y="16933"/>
                      </a:lnTo>
                      <a:lnTo>
                        <a:pt x="2323954" y="616023"/>
                      </a:lnTo>
                      <a:lnTo>
                        <a:pt x="3756864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320" name="Freeform 319">
                  <a:extLst>
                    <a:ext uri="{FF2B5EF4-FFF2-40B4-BE49-F238E27FC236}">
                      <a16:creationId xmlns:a16="http://schemas.microsoft.com/office/drawing/2014/main" id="{91751636-4135-394E-B377-29D0624E775F}"/>
                    </a:ext>
                  </a:extLst>
                </p:cNvPr>
                <p:cNvSpPr/>
                <p:nvPr/>
              </p:nvSpPr>
              <p:spPr>
                <a:xfrm>
                  <a:off x="8367548" y="3054383"/>
                  <a:ext cx="317042" cy="170569"/>
                </a:xfrm>
                <a:custGeom>
                  <a:avLst/>
                  <a:gdLst>
                    <a:gd name="connsiteX0" fmla="*/ 21021 w 1744718"/>
                    <a:gd name="connsiteY0" fmla="*/ 0 h 903890"/>
                    <a:gd name="connsiteX1" fmla="*/ 1744718 w 1744718"/>
                    <a:gd name="connsiteY1" fmla="*/ 693683 h 903890"/>
                    <a:gd name="connsiteX2" fmla="*/ 1145628 w 1744718"/>
                    <a:gd name="connsiteY2" fmla="*/ 903890 h 903890"/>
                    <a:gd name="connsiteX3" fmla="*/ 0 w 1744718"/>
                    <a:gd name="connsiteY3" fmla="*/ 451945 h 903890"/>
                    <a:gd name="connsiteX4" fmla="*/ 21021 w 1744718"/>
                    <a:gd name="connsiteY4" fmla="*/ 0 h 90389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744718" h="903890">
                      <a:moveTo>
                        <a:pt x="21021" y="0"/>
                      </a:moveTo>
                      <a:lnTo>
                        <a:pt x="1744718" y="693683"/>
                      </a:lnTo>
                      <a:lnTo>
                        <a:pt x="1145628" y="903890"/>
                      </a:lnTo>
                      <a:lnTo>
                        <a:pt x="0" y="451945"/>
                      </a:lnTo>
                      <a:lnTo>
                        <a:pt x="21021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321" name="Freeform 320">
                  <a:extLst>
                    <a:ext uri="{FF2B5EF4-FFF2-40B4-BE49-F238E27FC236}">
                      <a16:creationId xmlns:a16="http://schemas.microsoft.com/office/drawing/2014/main" id="{BB3193D0-B14F-724A-80B1-6F8EDE58A8F3}"/>
                    </a:ext>
                  </a:extLst>
                </p:cNvPr>
                <p:cNvSpPr/>
                <p:nvPr/>
              </p:nvSpPr>
              <p:spPr>
                <a:xfrm>
                  <a:off x="7786941" y="3054383"/>
                  <a:ext cx="311312" cy="168585"/>
                </a:xfrm>
                <a:custGeom>
                  <a:avLst/>
                  <a:gdLst>
                    <a:gd name="connsiteX0" fmla="*/ 1702676 w 1713187"/>
                    <a:gd name="connsiteY0" fmla="*/ 0 h 893380"/>
                    <a:gd name="connsiteX1" fmla="*/ 1713187 w 1713187"/>
                    <a:gd name="connsiteY1" fmla="*/ 472966 h 893380"/>
                    <a:gd name="connsiteX2" fmla="*/ 578069 w 1713187"/>
                    <a:gd name="connsiteY2" fmla="*/ 893380 h 893380"/>
                    <a:gd name="connsiteX3" fmla="*/ 0 w 1713187"/>
                    <a:gd name="connsiteY3" fmla="*/ 693683 h 893380"/>
                    <a:gd name="connsiteX4" fmla="*/ 1702676 w 1713187"/>
                    <a:gd name="connsiteY4" fmla="*/ 0 h 89338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713187" h="893380">
                      <a:moveTo>
                        <a:pt x="1702676" y="0"/>
                      </a:moveTo>
                      <a:lnTo>
                        <a:pt x="1713187" y="472966"/>
                      </a:lnTo>
                      <a:lnTo>
                        <a:pt x="578069" y="893380"/>
                      </a:lnTo>
                      <a:lnTo>
                        <a:pt x="0" y="693683"/>
                      </a:lnTo>
                      <a:lnTo>
                        <a:pt x="1702676" y="0"/>
                      </a:lnTo>
                      <a:close/>
                    </a:path>
                  </a:pathLst>
                </a:custGeom>
                <a:solidFill>
                  <a:srgbClr val="0000A8"/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322" name="Freeform 321">
                  <a:extLst>
                    <a:ext uri="{FF2B5EF4-FFF2-40B4-BE49-F238E27FC236}">
                      <a16:creationId xmlns:a16="http://schemas.microsoft.com/office/drawing/2014/main" id="{CF32363E-10AF-1643-8F6B-814910A9D634}"/>
                    </a:ext>
                  </a:extLst>
                </p:cNvPr>
                <p:cNvSpPr/>
                <p:nvPr/>
              </p:nvSpPr>
              <p:spPr>
                <a:xfrm>
                  <a:off x="7895013" y="2971083"/>
                  <a:ext cx="676892" cy="267753"/>
                </a:xfrm>
                <a:custGeom>
                  <a:avLst/>
                  <a:gdLst>
                    <a:gd name="connsiteX0" fmla="*/ 599089 w 4162096"/>
                    <a:gd name="connsiteY0" fmla="*/ 273269 h 1618593"/>
                    <a:gd name="connsiteX1" fmla="*/ 882869 w 4162096"/>
                    <a:gd name="connsiteY1" fmla="*/ 199697 h 1618593"/>
                    <a:gd name="connsiteX2" fmla="*/ 2312276 w 4162096"/>
                    <a:gd name="connsiteY2" fmla="*/ 798786 h 1618593"/>
                    <a:gd name="connsiteX3" fmla="*/ 3794234 w 4162096"/>
                    <a:gd name="connsiteY3" fmla="*/ 199697 h 1618593"/>
                    <a:gd name="connsiteX4" fmla="*/ 4014951 w 4162096"/>
                    <a:gd name="connsiteY4" fmla="*/ 273269 h 1618593"/>
                    <a:gd name="connsiteX5" fmla="*/ 3058510 w 4162096"/>
                    <a:gd name="connsiteY5" fmla="*/ 641131 h 1618593"/>
                    <a:gd name="connsiteX6" fmla="*/ 3026979 w 4162096"/>
                    <a:gd name="connsiteY6" fmla="*/ 1114097 h 1618593"/>
                    <a:gd name="connsiteX7" fmla="*/ 4162096 w 4162096"/>
                    <a:gd name="connsiteY7" fmla="*/ 1545021 h 1618593"/>
                    <a:gd name="connsiteX8" fmla="*/ 3878317 w 4162096"/>
                    <a:gd name="connsiteY8" fmla="*/ 1608083 h 1618593"/>
                    <a:gd name="connsiteX9" fmla="*/ 2301765 w 4162096"/>
                    <a:gd name="connsiteY9" fmla="*/ 945931 h 1618593"/>
                    <a:gd name="connsiteX10" fmla="*/ 693682 w 4162096"/>
                    <a:gd name="connsiteY10" fmla="*/ 1618593 h 1618593"/>
                    <a:gd name="connsiteX11" fmla="*/ 430924 w 4162096"/>
                    <a:gd name="connsiteY11" fmla="*/ 1524000 h 1618593"/>
                    <a:gd name="connsiteX12" fmla="*/ 1576551 w 4162096"/>
                    <a:gd name="connsiteY12" fmla="*/ 1082566 h 1618593"/>
                    <a:gd name="connsiteX13" fmla="*/ 1545020 w 4162096"/>
                    <a:gd name="connsiteY13" fmla="*/ 609600 h 1618593"/>
                    <a:gd name="connsiteX14" fmla="*/ 0 w 4162096"/>
                    <a:gd name="connsiteY14" fmla="*/ 0 h 1618593"/>
                    <a:gd name="connsiteX15" fmla="*/ 872358 w 4162096"/>
                    <a:gd name="connsiteY15" fmla="*/ 210207 h 1618593"/>
                    <a:gd name="connsiteX16" fmla="*/ 872358 w 4162096"/>
                    <a:gd name="connsiteY16" fmla="*/ 210207 h 1618593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441434 w 3731172"/>
                    <a:gd name="connsiteY14" fmla="*/ 10510 h 1418896"/>
                    <a:gd name="connsiteX15" fmla="*/ 441434 w 3731172"/>
                    <a:gd name="connsiteY15" fmla="*/ 10510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441434 w 3731172"/>
                    <a:gd name="connsiteY14" fmla="*/ 10510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357351 w 3731172"/>
                    <a:gd name="connsiteY14" fmla="*/ 115613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147144 w 3731172"/>
                    <a:gd name="connsiteY14" fmla="*/ 63061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20413 h 1418896"/>
                    <a:gd name="connsiteX14" fmla="*/ 147144 w 3731172"/>
                    <a:gd name="connsiteY14" fmla="*/ 63061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20413 h 1418896"/>
                    <a:gd name="connsiteX14" fmla="*/ 189185 w 3731172"/>
                    <a:gd name="connsiteY14" fmla="*/ 84081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20413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56137 w 3731172"/>
                    <a:gd name="connsiteY13" fmla="*/ 441434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45626 w 3731172"/>
                    <a:gd name="connsiteY13" fmla="*/ 451945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903890 h 1418896"/>
                    <a:gd name="connsiteX13" fmla="*/ 1145626 w 3731172"/>
                    <a:gd name="connsiteY13" fmla="*/ 451945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06565 w 3710151"/>
                    <a:gd name="connsiteY5" fmla="*/ 441434 h 1418896"/>
                    <a:gd name="connsiteX6" fmla="*/ 2575034 w 3710151"/>
                    <a:gd name="connsiteY6" fmla="*/ 914400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06565 w 3710151"/>
                    <a:gd name="connsiteY5" fmla="*/ 441434 h 1418896"/>
                    <a:gd name="connsiteX6" fmla="*/ 2606565 w 3710151"/>
                    <a:gd name="connsiteY6" fmla="*/ 924910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06565 w 3710151"/>
                    <a:gd name="connsiteY5" fmla="*/ 441434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5151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38028 w 3710151"/>
                    <a:gd name="connsiteY2" fmla="*/ 591655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38028 w 3710151"/>
                    <a:gd name="connsiteY2" fmla="*/ 591655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087434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38028 w 3710151"/>
                    <a:gd name="connsiteY2" fmla="*/ 591655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098586 w 3710151"/>
                    <a:gd name="connsiteY12" fmla="*/ 903890 h 1418896"/>
                    <a:gd name="connsiteX13" fmla="*/ 1087434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62012 w 3725019"/>
                    <a:gd name="connsiteY0" fmla="*/ 73572 h 1418896"/>
                    <a:gd name="connsiteX1" fmla="*/ 445792 w 3725019"/>
                    <a:gd name="connsiteY1" fmla="*/ 0 h 1418896"/>
                    <a:gd name="connsiteX2" fmla="*/ 1852896 w 3725019"/>
                    <a:gd name="connsiteY2" fmla="*/ 591655 h 1418896"/>
                    <a:gd name="connsiteX3" fmla="*/ 3357157 w 3725019"/>
                    <a:gd name="connsiteY3" fmla="*/ 0 h 1418896"/>
                    <a:gd name="connsiteX4" fmla="*/ 3577874 w 3725019"/>
                    <a:gd name="connsiteY4" fmla="*/ 73572 h 1418896"/>
                    <a:gd name="connsiteX5" fmla="*/ 2632585 w 3725019"/>
                    <a:gd name="connsiteY5" fmla="*/ 448868 h 1418896"/>
                    <a:gd name="connsiteX6" fmla="*/ 2625150 w 3725019"/>
                    <a:gd name="connsiteY6" fmla="*/ 902607 h 1418896"/>
                    <a:gd name="connsiteX7" fmla="*/ 3725019 w 3725019"/>
                    <a:gd name="connsiteY7" fmla="*/ 1345324 h 1418896"/>
                    <a:gd name="connsiteX8" fmla="*/ 3441240 w 3725019"/>
                    <a:gd name="connsiteY8" fmla="*/ 1408386 h 1418896"/>
                    <a:gd name="connsiteX9" fmla="*/ 1864688 w 3725019"/>
                    <a:gd name="connsiteY9" fmla="*/ 746234 h 1418896"/>
                    <a:gd name="connsiteX10" fmla="*/ 256605 w 3725019"/>
                    <a:gd name="connsiteY10" fmla="*/ 1418896 h 1418896"/>
                    <a:gd name="connsiteX11" fmla="*/ 0 w 3725019"/>
                    <a:gd name="connsiteY11" fmla="*/ 1331097 h 1418896"/>
                    <a:gd name="connsiteX12" fmla="*/ 1113454 w 3725019"/>
                    <a:gd name="connsiteY12" fmla="*/ 903890 h 1418896"/>
                    <a:gd name="connsiteX13" fmla="*/ 1102302 w 3725019"/>
                    <a:gd name="connsiteY13" fmla="*/ 451945 h 1418896"/>
                    <a:gd name="connsiteX14" fmla="*/ 183032 w 3725019"/>
                    <a:gd name="connsiteY14" fmla="*/ 84081 h 1418896"/>
                    <a:gd name="connsiteX15" fmla="*/ 162012 w 3725019"/>
                    <a:gd name="connsiteY15" fmla="*/ 73572 h 141889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</a:cxnLst>
                  <a:rect l="l" t="t" r="r" b="b"/>
                  <a:pathLst>
                    <a:path w="3725019" h="1418896">
                      <a:moveTo>
                        <a:pt x="162012" y="73572"/>
                      </a:moveTo>
                      <a:lnTo>
                        <a:pt x="445792" y="0"/>
                      </a:lnTo>
                      <a:lnTo>
                        <a:pt x="1852896" y="591655"/>
                      </a:lnTo>
                      <a:lnTo>
                        <a:pt x="3357157" y="0"/>
                      </a:lnTo>
                      <a:lnTo>
                        <a:pt x="3577874" y="73572"/>
                      </a:lnTo>
                      <a:lnTo>
                        <a:pt x="2632585" y="448868"/>
                      </a:lnTo>
                      <a:lnTo>
                        <a:pt x="2625150" y="902607"/>
                      </a:lnTo>
                      <a:lnTo>
                        <a:pt x="3725019" y="1345324"/>
                      </a:lnTo>
                      <a:lnTo>
                        <a:pt x="3441240" y="1408386"/>
                      </a:lnTo>
                      <a:lnTo>
                        <a:pt x="1864688" y="746234"/>
                      </a:lnTo>
                      <a:lnTo>
                        <a:pt x="256605" y="1418896"/>
                      </a:lnTo>
                      <a:lnTo>
                        <a:pt x="0" y="1331097"/>
                      </a:lnTo>
                      <a:lnTo>
                        <a:pt x="1113454" y="903890"/>
                      </a:lnTo>
                      <a:cubicBezTo>
                        <a:pt x="1113454" y="760249"/>
                        <a:pt x="1102302" y="595586"/>
                        <a:pt x="1102302" y="451945"/>
                      </a:cubicBezTo>
                      <a:lnTo>
                        <a:pt x="183032" y="84081"/>
                      </a:lnTo>
                      <a:cubicBezTo>
                        <a:pt x="26317" y="21019"/>
                        <a:pt x="169019" y="77075"/>
                        <a:pt x="162012" y="73572"/>
                      </a:cubicBezTo>
                      <a:close/>
                    </a:path>
                  </a:pathLst>
                </a:custGeom>
                <a:solidFill>
                  <a:schemeClr val="accent1">
                    <a:lumMod val="60000"/>
                    <a:lumOff val="40000"/>
                  </a:schemeClr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p:grpSp>
        </p:grpSp>
        <p:sp>
          <p:nvSpPr>
            <p:cNvPr id="196" name="Freeform 91">
              <a:extLst>
                <a:ext uri="{FF2B5EF4-FFF2-40B4-BE49-F238E27FC236}">
                  <a16:creationId xmlns:a16="http://schemas.microsoft.com/office/drawing/2014/main" id="{B2C57ABF-178C-0F48-BF12-F94AEC32D063}"/>
                </a:ext>
              </a:extLst>
            </p:cNvPr>
            <p:cNvSpPr>
              <a:spLocks/>
            </p:cNvSpPr>
            <p:nvPr/>
          </p:nvSpPr>
          <p:spPr bwMode="auto">
            <a:xfrm flipV="1">
              <a:off x="4860724" y="5735086"/>
              <a:ext cx="178041" cy="104043"/>
            </a:xfrm>
            <a:custGeom>
              <a:avLst/>
              <a:gdLst>
                <a:gd name="T0" fmla="*/ 0 w 318"/>
                <a:gd name="T1" fmla="*/ 0 h 194"/>
                <a:gd name="T2" fmla="*/ 2147483647 w 318"/>
                <a:gd name="T3" fmla="*/ 2147483647 h 194"/>
                <a:gd name="T4" fmla="*/ 0 60000 65536"/>
                <a:gd name="T5" fmla="*/ 0 60000 65536"/>
                <a:gd name="T6" fmla="*/ 0 w 318"/>
                <a:gd name="T7" fmla="*/ 0 h 194"/>
                <a:gd name="T8" fmla="*/ 318 w 318"/>
                <a:gd name="T9" fmla="*/ 194 h 194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318" h="194">
                  <a:moveTo>
                    <a:pt x="0" y="0"/>
                  </a:moveTo>
                  <a:lnTo>
                    <a:pt x="318" y="194"/>
                  </a:lnTo>
                </a:path>
              </a:pathLst>
            </a:cu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197" name="Freeform 91">
              <a:extLst>
                <a:ext uri="{FF2B5EF4-FFF2-40B4-BE49-F238E27FC236}">
                  <a16:creationId xmlns:a16="http://schemas.microsoft.com/office/drawing/2014/main" id="{4D868815-1055-9D47-99AB-5BB4F56217F9}"/>
                </a:ext>
              </a:extLst>
            </p:cNvPr>
            <p:cNvSpPr>
              <a:spLocks/>
            </p:cNvSpPr>
            <p:nvPr/>
          </p:nvSpPr>
          <p:spPr bwMode="auto">
            <a:xfrm flipV="1">
              <a:off x="5445456" y="4663823"/>
              <a:ext cx="45719" cy="202880"/>
            </a:xfrm>
            <a:custGeom>
              <a:avLst/>
              <a:gdLst>
                <a:gd name="T0" fmla="*/ 0 w 318"/>
                <a:gd name="T1" fmla="*/ 0 h 194"/>
                <a:gd name="T2" fmla="*/ 2147483647 w 318"/>
                <a:gd name="T3" fmla="*/ 2147483647 h 194"/>
                <a:gd name="T4" fmla="*/ 0 60000 65536"/>
                <a:gd name="T5" fmla="*/ 0 60000 65536"/>
                <a:gd name="T6" fmla="*/ 0 w 318"/>
                <a:gd name="T7" fmla="*/ 0 h 194"/>
                <a:gd name="T8" fmla="*/ 318 w 318"/>
                <a:gd name="T9" fmla="*/ 194 h 194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318" h="194">
                  <a:moveTo>
                    <a:pt x="0" y="0"/>
                  </a:moveTo>
                  <a:lnTo>
                    <a:pt x="318" y="194"/>
                  </a:lnTo>
                </a:path>
              </a:pathLst>
            </a:cu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198" name="Freeform 92">
              <a:extLst>
                <a:ext uri="{FF2B5EF4-FFF2-40B4-BE49-F238E27FC236}">
                  <a16:creationId xmlns:a16="http://schemas.microsoft.com/office/drawing/2014/main" id="{413D91FB-83FD-B343-90EB-BB6C16387196}"/>
                </a:ext>
              </a:extLst>
            </p:cNvPr>
            <p:cNvSpPr>
              <a:spLocks/>
            </p:cNvSpPr>
            <p:nvPr/>
          </p:nvSpPr>
          <p:spPr bwMode="auto">
            <a:xfrm>
              <a:off x="5532311" y="5746564"/>
              <a:ext cx="336683" cy="244860"/>
            </a:xfrm>
            <a:custGeom>
              <a:avLst/>
              <a:gdLst>
                <a:gd name="T0" fmla="*/ 0 w 294"/>
                <a:gd name="T1" fmla="*/ 0 h 174"/>
                <a:gd name="T2" fmla="*/ 2147483647 w 294"/>
                <a:gd name="T3" fmla="*/ 2147483647 h 174"/>
                <a:gd name="T4" fmla="*/ 0 60000 65536"/>
                <a:gd name="T5" fmla="*/ 0 60000 65536"/>
                <a:gd name="T6" fmla="*/ 0 w 294"/>
                <a:gd name="T7" fmla="*/ 0 h 174"/>
                <a:gd name="T8" fmla="*/ 294 w 294"/>
                <a:gd name="T9" fmla="*/ 174 h 174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294" h="174">
                  <a:moveTo>
                    <a:pt x="0" y="0"/>
                  </a:moveTo>
                  <a:lnTo>
                    <a:pt x="294" y="174"/>
                  </a:lnTo>
                </a:path>
              </a:pathLst>
            </a:cu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3B8CD900-19EC-824C-BF74-AADFBF5A17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0590" y="272143"/>
            <a:ext cx="11393310" cy="894622"/>
          </a:xfrm>
        </p:spPr>
        <p:txBody>
          <a:bodyPr>
            <a:normAutofit/>
          </a:bodyPr>
          <a:lstStyle/>
          <a:p>
            <a:r>
              <a:rPr lang="en-US" sz="4800" dirty="0"/>
              <a:t>TCP and the congested “bottleneck link”</a:t>
            </a:r>
            <a:endParaRPr lang="en-US" sz="4400" b="0" dirty="0"/>
          </a:p>
        </p:txBody>
      </p:sp>
      <p:sp>
        <p:nvSpPr>
          <p:cNvPr id="6" name="Rectangle 4">
            <a:extLst>
              <a:ext uri="{FF2B5EF4-FFF2-40B4-BE49-F238E27FC236}">
                <a16:creationId xmlns:a16="http://schemas.microsoft.com/office/drawing/2014/main" id="{A22F5639-C13F-8347-B6CF-B5A700C7EA84}"/>
              </a:ext>
            </a:extLst>
          </p:cNvPr>
          <p:cNvSpPr txBox="1">
            <a:spLocks noChangeArrowheads="1"/>
          </p:cNvSpPr>
          <p:nvPr/>
        </p:nvSpPr>
        <p:spPr>
          <a:xfrm>
            <a:off x="667043" y="1366203"/>
            <a:ext cx="11177587" cy="219075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marR="0" lvl="0" indent="-2159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charset="2"/>
              <a:buChar char="§"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TCP (classic, CUBIC) increase TCP’s sending rate until packet loss occurs at some router’s output: the </a:t>
            </a:r>
            <a:r>
              <a:rPr kumimoji="0" lang="en-US" sz="2800" b="0" i="1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bottleneck link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3" name="Text Box 8">
            <a:extLst>
              <a:ext uri="{FF2B5EF4-FFF2-40B4-BE49-F238E27FC236}">
                <a16:creationId xmlns:a16="http://schemas.microsoft.com/office/drawing/2014/main" id="{E65C3147-B6A2-674F-B175-C4411782BB1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19425" y="3594045"/>
            <a:ext cx="711200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600" b="0" i="1" u="none" strike="noStrike" kern="1200" cap="none" spc="0" normalizeH="0" baseline="0" noProof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source</a:t>
            </a:r>
            <a:endParaRPr kumimoji="0" lang="en-US" altLang="en-US" sz="2000" b="0" i="1" u="none" strike="noStrike" kern="1200" cap="none" spc="0" normalizeH="0" baseline="0" noProof="0">
              <a:ln>
                <a:noFill/>
              </a:ln>
              <a:solidFill>
                <a:srgbClr val="000099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164" name="Freeform 10">
            <a:extLst>
              <a:ext uri="{FF2B5EF4-FFF2-40B4-BE49-F238E27FC236}">
                <a16:creationId xmlns:a16="http://schemas.microsoft.com/office/drawing/2014/main" id="{51065C6F-5BFC-8741-9747-71CCD0CC01B5}"/>
              </a:ext>
            </a:extLst>
          </p:cNvPr>
          <p:cNvSpPr>
            <a:spLocks/>
          </p:cNvSpPr>
          <p:nvPr/>
        </p:nvSpPr>
        <p:spPr bwMode="auto">
          <a:xfrm flipH="1">
            <a:off x="2481263" y="3925832"/>
            <a:ext cx="326408" cy="1262816"/>
          </a:xfrm>
          <a:custGeom>
            <a:avLst/>
            <a:gdLst>
              <a:gd name="T0" fmla="*/ 2147483647 w 12213"/>
              <a:gd name="T1" fmla="*/ 2147483647 h 10000"/>
              <a:gd name="T2" fmla="*/ 0 w 12213"/>
              <a:gd name="T3" fmla="*/ 0 h 10000"/>
              <a:gd name="T4" fmla="*/ 0 w 12213"/>
              <a:gd name="T5" fmla="*/ 2147483647 h 10000"/>
              <a:gd name="T6" fmla="*/ 2147483647 w 12213"/>
              <a:gd name="T7" fmla="*/ 2147483647 h 10000"/>
              <a:gd name="T8" fmla="*/ 2147483647 w 12213"/>
              <a:gd name="T9" fmla="*/ 2147483647 h 10000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12213" h="10000">
                <a:moveTo>
                  <a:pt x="11726" y="4661"/>
                </a:moveTo>
                <a:lnTo>
                  <a:pt x="0" y="0"/>
                </a:lnTo>
                <a:lnTo>
                  <a:pt x="0" y="10000"/>
                </a:lnTo>
                <a:lnTo>
                  <a:pt x="12213" y="6473"/>
                </a:lnTo>
                <a:lnTo>
                  <a:pt x="11726" y="4661"/>
                </a:lnTo>
                <a:close/>
              </a:path>
            </a:pathLst>
          </a:custGeom>
          <a:gradFill rotWithShape="1">
            <a:gsLst>
              <a:gs pos="0">
                <a:srgbClr val="3333CC"/>
              </a:gs>
              <a:gs pos="100000">
                <a:srgbClr val="FFFFFF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165" name="Rectangle 23">
            <a:extLst>
              <a:ext uri="{FF2B5EF4-FFF2-40B4-BE49-F238E27FC236}">
                <a16:creationId xmlns:a16="http://schemas.microsoft.com/office/drawing/2014/main" id="{245AE889-4FF1-5D41-B0C9-6E1D7DFE6C7D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54326" y="3909956"/>
            <a:ext cx="1062368" cy="1290639"/>
          </a:xfrm>
          <a:prstGeom prst="rect">
            <a:avLst/>
          </a:prstGeom>
          <a:solidFill>
            <a:srgbClr val="0000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16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166" name="Rectangle 24">
            <a:extLst>
              <a:ext uri="{FF2B5EF4-FFF2-40B4-BE49-F238E27FC236}">
                <a16:creationId xmlns:a16="http://schemas.microsoft.com/office/drawing/2014/main" id="{726B5B54-D786-344E-93B0-A2521F3FB4A3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14638" y="3949645"/>
            <a:ext cx="1066800" cy="1231900"/>
          </a:xfrm>
          <a:prstGeom prst="rect">
            <a:avLst/>
          </a:prstGeom>
          <a:solidFill>
            <a:srgbClr val="FFFFFF"/>
          </a:solidFill>
          <a:ln w="28575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16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167" name="Line 25">
            <a:extLst>
              <a:ext uri="{FF2B5EF4-FFF2-40B4-BE49-F238E27FC236}">
                <a16:creationId xmlns:a16="http://schemas.microsoft.com/office/drawing/2014/main" id="{ED6C96DE-045A-4845-BE61-A830E126E677}"/>
              </a:ext>
            </a:extLst>
          </p:cNvPr>
          <p:cNvSpPr>
            <a:spLocks noChangeShapeType="1"/>
          </p:cNvSpPr>
          <p:nvPr/>
        </p:nvSpPr>
        <p:spPr bwMode="auto">
          <a:xfrm>
            <a:off x="2814638" y="4227457"/>
            <a:ext cx="1058862" cy="3175"/>
          </a:xfrm>
          <a:prstGeom prst="line">
            <a:avLst/>
          </a:prstGeom>
          <a:noFill/>
          <a:ln w="1905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168" name="Text Box 26">
            <a:extLst>
              <a:ext uri="{FF2B5EF4-FFF2-40B4-BE49-F238E27FC236}">
                <a16:creationId xmlns:a16="http://schemas.microsoft.com/office/drawing/2014/main" id="{84D02891-4DB6-A74C-B473-DDD899D4438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73604" y="3957054"/>
            <a:ext cx="1104900" cy="12747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FFFFFF">
                    <a:lumMod val="75000"/>
                  </a:srgbClr>
                </a:solidFill>
                <a:effectLst/>
                <a:uLnTx/>
                <a:uFillTx/>
                <a:latin typeface="Arial" charset="0"/>
                <a:ea typeface="ＭＳ Ｐゴシック" charset="0"/>
              </a:rPr>
              <a:t>application</a:t>
            </a:r>
          </a:p>
          <a:p>
            <a:pPr marL="0" marR="0" lvl="0" indent="0" algn="ctr" defTabSz="914400" rtl="0" eaLnBrk="0" fontAlgn="base" latinLnBrk="0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0" cap="none" spc="0" normalizeH="0" baseline="0" noProof="0" dirty="0">
                <a:ln>
                  <a:noFill/>
                </a:ln>
                <a:solidFill>
                  <a:srgbClr val="0000A3"/>
                </a:solidFill>
                <a:effectLst/>
                <a:uLnTx/>
                <a:uFillTx/>
                <a:latin typeface="Arial" charset="0"/>
                <a:ea typeface="ＭＳ Ｐゴシック" charset="0"/>
              </a:rPr>
              <a:t>TCP</a:t>
            </a:r>
          </a:p>
          <a:p>
            <a:pPr marL="0" marR="0" lvl="0" indent="0" algn="ctr" defTabSz="914400" rtl="0" eaLnBrk="0" fontAlgn="base" latinLnBrk="0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FFFFFF">
                    <a:lumMod val="75000"/>
                  </a:srgbClr>
                </a:solidFill>
                <a:effectLst/>
                <a:uLnTx/>
                <a:uFillTx/>
                <a:latin typeface="Arial" charset="0"/>
                <a:ea typeface="ＭＳ Ｐゴシック" charset="0"/>
              </a:rPr>
              <a:t>network</a:t>
            </a:r>
          </a:p>
          <a:p>
            <a:pPr marL="0" marR="0" lvl="0" indent="0" algn="ctr" defTabSz="914400" rtl="0" eaLnBrk="0" fontAlgn="base" latinLnBrk="0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FFFFFF">
                    <a:lumMod val="75000"/>
                  </a:srgbClr>
                </a:solidFill>
                <a:effectLst/>
                <a:uLnTx/>
                <a:uFillTx/>
                <a:latin typeface="Arial" charset="0"/>
                <a:ea typeface="ＭＳ Ｐゴシック" charset="0"/>
              </a:rPr>
              <a:t>link</a:t>
            </a:r>
          </a:p>
          <a:p>
            <a:pPr marL="0" marR="0" lvl="0" indent="0" algn="ctr" defTabSz="914400" rtl="0" eaLnBrk="0" fontAlgn="base" latinLnBrk="0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FFFFFF">
                    <a:lumMod val="75000"/>
                  </a:srgbClr>
                </a:solidFill>
                <a:effectLst/>
                <a:uLnTx/>
                <a:uFillTx/>
                <a:latin typeface="Arial" charset="0"/>
                <a:ea typeface="ＭＳ Ｐゴシック" charset="0"/>
              </a:rPr>
              <a:t>physical</a:t>
            </a:r>
          </a:p>
        </p:txBody>
      </p:sp>
      <p:grpSp>
        <p:nvGrpSpPr>
          <p:cNvPr id="169" name="Group 190">
            <a:extLst>
              <a:ext uri="{FF2B5EF4-FFF2-40B4-BE49-F238E27FC236}">
                <a16:creationId xmlns:a16="http://schemas.microsoft.com/office/drawing/2014/main" id="{04290ECE-716C-A647-B2EC-8AA922EFC2AD}"/>
              </a:ext>
            </a:extLst>
          </p:cNvPr>
          <p:cNvGrpSpPr>
            <a:grpSpLocks/>
          </p:cNvGrpSpPr>
          <p:nvPr/>
        </p:nvGrpSpPr>
        <p:grpSpPr bwMode="auto">
          <a:xfrm flipH="1">
            <a:off x="2151063" y="4424307"/>
            <a:ext cx="673100" cy="701675"/>
            <a:chOff x="-44" y="1473"/>
            <a:chExt cx="981" cy="1105"/>
          </a:xfrm>
        </p:grpSpPr>
        <p:pic>
          <p:nvPicPr>
            <p:cNvPr id="170" name="Picture 191" descr="desktop_computer_stylized_medium">
              <a:extLst>
                <a:ext uri="{FF2B5EF4-FFF2-40B4-BE49-F238E27FC236}">
                  <a16:creationId xmlns:a16="http://schemas.microsoft.com/office/drawing/2014/main" id="{19B47375-0826-C44B-8E48-9D677E403959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71" name="Freeform 192">
              <a:extLst>
                <a:ext uri="{FF2B5EF4-FFF2-40B4-BE49-F238E27FC236}">
                  <a16:creationId xmlns:a16="http://schemas.microsoft.com/office/drawing/2014/main" id="{FEA1C998-C605-D84B-8547-D97F2BC8D4EE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43382 w 356"/>
                <a:gd name="T3" fmla="*/ 3172 h 368"/>
                <a:gd name="T4" fmla="*/ 51464 w 356"/>
                <a:gd name="T5" fmla="*/ 66095 h 368"/>
                <a:gd name="T6" fmla="*/ 11342 w 356"/>
                <a:gd name="T7" fmla="*/ 82660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6"/>
                <a:gd name="T16" fmla="*/ 0 h 368"/>
                <a:gd name="T17" fmla="*/ 356 w 356"/>
                <a:gd name="T18" fmla="*/ 368 h 36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 cap="flat" cmpd="sng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wrap="none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</p:grpSp>
      <p:sp>
        <p:nvSpPr>
          <p:cNvPr id="172" name="Line 25">
            <a:extLst>
              <a:ext uri="{FF2B5EF4-FFF2-40B4-BE49-F238E27FC236}">
                <a16:creationId xmlns:a16="http://schemas.microsoft.com/office/drawing/2014/main" id="{DA5446CC-C771-F441-9E97-037B17ED4482}"/>
              </a:ext>
            </a:extLst>
          </p:cNvPr>
          <p:cNvSpPr>
            <a:spLocks noChangeShapeType="1"/>
          </p:cNvSpPr>
          <p:nvPr/>
        </p:nvSpPr>
        <p:spPr bwMode="auto">
          <a:xfrm>
            <a:off x="2819400" y="4456057"/>
            <a:ext cx="1058863" cy="3175"/>
          </a:xfrm>
          <a:prstGeom prst="line">
            <a:avLst/>
          </a:prstGeom>
          <a:noFill/>
          <a:ln w="1905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173" name="Line 25">
            <a:extLst>
              <a:ext uri="{FF2B5EF4-FFF2-40B4-BE49-F238E27FC236}">
                <a16:creationId xmlns:a16="http://schemas.microsoft.com/office/drawing/2014/main" id="{264D9FFE-774A-7F4D-BEE4-B3B44B1FAC0A}"/>
              </a:ext>
            </a:extLst>
          </p:cNvPr>
          <p:cNvSpPr>
            <a:spLocks noChangeShapeType="1"/>
          </p:cNvSpPr>
          <p:nvPr/>
        </p:nvSpPr>
        <p:spPr bwMode="auto">
          <a:xfrm>
            <a:off x="2824163" y="4684657"/>
            <a:ext cx="1058862" cy="3175"/>
          </a:xfrm>
          <a:prstGeom prst="line">
            <a:avLst/>
          </a:prstGeom>
          <a:noFill/>
          <a:ln w="1905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174" name="Line 25">
            <a:extLst>
              <a:ext uri="{FF2B5EF4-FFF2-40B4-BE49-F238E27FC236}">
                <a16:creationId xmlns:a16="http://schemas.microsoft.com/office/drawing/2014/main" id="{84D59C24-ECF9-B64A-9F2F-66C689C1F7AC}"/>
              </a:ext>
            </a:extLst>
          </p:cNvPr>
          <p:cNvSpPr>
            <a:spLocks noChangeShapeType="1"/>
          </p:cNvSpPr>
          <p:nvPr/>
        </p:nvSpPr>
        <p:spPr bwMode="auto">
          <a:xfrm>
            <a:off x="2827338" y="4924370"/>
            <a:ext cx="1060450" cy="3175"/>
          </a:xfrm>
          <a:prstGeom prst="line">
            <a:avLst/>
          </a:prstGeom>
          <a:noFill/>
          <a:ln w="1905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grpSp>
        <p:nvGrpSpPr>
          <p:cNvPr id="175" name="Group 3">
            <a:extLst>
              <a:ext uri="{FF2B5EF4-FFF2-40B4-BE49-F238E27FC236}">
                <a16:creationId xmlns:a16="http://schemas.microsoft.com/office/drawing/2014/main" id="{7651D039-1E34-A144-8FED-AAC44F023F2C}"/>
              </a:ext>
            </a:extLst>
          </p:cNvPr>
          <p:cNvGrpSpPr>
            <a:grpSpLocks/>
          </p:cNvGrpSpPr>
          <p:nvPr/>
        </p:nvGrpSpPr>
        <p:grpSpPr bwMode="auto">
          <a:xfrm>
            <a:off x="7794625" y="3673978"/>
            <a:ext cx="2047875" cy="1620287"/>
            <a:chOff x="4882752" y="4007261"/>
            <a:chExt cx="2046816" cy="1619544"/>
          </a:xfrm>
        </p:grpSpPr>
        <p:sp>
          <p:nvSpPr>
            <p:cNvPr id="176" name="Text Box 54">
              <a:extLst>
                <a:ext uri="{FF2B5EF4-FFF2-40B4-BE49-F238E27FC236}">
                  <a16:creationId xmlns:a16="http://schemas.microsoft.com/office/drawing/2014/main" id="{82FCAF5C-7EF8-BB47-BF30-CF3EA1FE682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882752" y="4007261"/>
              <a:ext cx="1226089" cy="3385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600" b="0" i="1" u="none" strike="noStrike" kern="0" cap="none" spc="0" normalizeH="0" baseline="0" noProof="0">
                  <a:ln>
                    <a:noFill/>
                  </a:ln>
                  <a:solidFill>
                    <a:srgbClr val="000099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destination</a:t>
              </a:r>
              <a:endParaRPr kumimoji="0" lang="en-US" altLang="en-US" sz="2000" b="0" i="1" u="none" strike="noStrike" kern="0" cap="none" spc="0" normalizeH="0" baseline="0" noProof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grpSp>
          <p:nvGrpSpPr>
            <p:cNvPr id="177" name="Group 2">
              <a:extLst>
                <a:ext uri="{FF2B5EF4-FFF2-40B4-BE49-F238E27FC236}">
                  <a16:creationId xmlns:a16="http://schemas.microsoft.com/office/drawing/2014/main" id="{43D7F412-7232-F444-9D55-13FAD759A4F6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927179" y="4319856"/>
              <a:ext cx="2002389" cy="1306949"/>
              <a:chOff x="1305623" y="4714561"/>
              <a:chExt cx="2002389" cy="1306949"/>
            </a:xfrm>
          </p:grpSpPr>
          <p:sp>
            <p:nvSpPr>
              <p:cNvPr id="178" name="Freeform 10">
                <a:extLst>
                  <a:ext uri="{FF2B5EF4-FFF2-40B4-BE49-F238E27FC236}">
                    <a16:creationId xmlns:a16="http://schemas.microsoft.com/office/drawing/2014/main" id="{2BBCCDF2-BD61-D243-80E3-FC38B43747B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426569" y="4714561"/>
                <a:ext cx="288261" cy="1290044"/>
              </a:xfrm>
              <a:custGeom>
                <a:avLst/>
                <a:gdLst>
                  <a:gd name="T0" fmla="*/ 2147483647 w 267"/>
                  <a:gd name="T1" fmla="*/ 2147483647 h 1186"/>
                  <a:gd name="T2" fmla="*/ 0 w 267"/>
                  <a:gd name="T3" fmla="*/ 0 h 1186"/>
                  <a:gd name="T4" fmla="*/ 0 w 267"/>
                  <a:gd name="T5" fmla="*/ 2147483647 h 1186"/>
                  <a:gd name="T6" fmla="*/ 2147483647 w 267"/>
                  <a:gd name="T7" fmla="*/ 2147483647 h 1186"/>
                  <a:gd name="T8" fmla="*/ 2147483647 w 267"/>
                  <a:gd name="T9" fmla="*/ 2147483647 h 118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67"/>
                  <a:gd name="T16" fmla="*/ 0 h 1186"/>
                  <a:gd name="T17" fmla="*/ 267 w 267"/>
                  <a:gd name="T18" fmla="*/ 1186 h 118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67" h="1186">
                    <a:moveTo>
                      <a:pt x="254" y="466"/>
                    </a:moveTo>
                    <a:lnTo>
                      <a:pt x="0" y="0"/>
                    </a:lnTo>
                    <a:lnTo>
                      <a:pt x="0" y="1186"/>
                    </a:lnTo>
                    <a:lnTo>
                      <a:pt x="267" y="652"/>
                    </a:lnTo>
                    <a:lnTo>
                      <a:pt x="254" y="466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3333CC"/>
                  </a:gs>
                  <a:gs pos="100000">
                    <a:srgbClr val="FFFF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anose="020B060403050404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179" name="Rectangle 23">
                <a:extLst>
                  <a:ext uri="{FF2B5EF4-FFF2-40B4-BE49-F238E27FC236}">
                    <a16:creationId xmlns:a16="http://schemas.microsoft.com/office/drawing/2014/main" id="{0FF740DF-A766-DA47-941D-9BB75289FE9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398616" y="4722494"/>
                <a:ext cx="1045433" cy="1271290"/>
              </a:xfrm>
              <a:prstGeom prst="rect">
                <a:avLst/>
              </a:pr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16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anose="020B060403050404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180" name="Rectangle 24">
                <a:extLst>
                  <a:ext uri="{FF2B5EF4-FFF2-40B4-BE49-F238E27FC236}">
                    <a16:creationId xmlns:a16="http://schemas.microsoft.com/office/drawing/2014/main" id="{30976AB5-5CF3-9649-AE10-0D8834A36AA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341249" y="4752754"/>
                <a:ext cx="1067215" cy="1231976"/>
              </a:xfrm>
              <a:prstGeom prst="rect">
                <a:avLst/>
              </a:prstGeom>
              <a:solidFill>
                <a:srgbClr val="FFFFFF"/>
              </a:solidFill>
              <a:ln w="2857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16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anose="020B060403050404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181" name="Line 25">
                <a:extLst>
                  <a:ext uri="{FF2B5EF4-FFF2-40B4-BE49-F238E27FC236}">
                    <a16:creationId xmlns:a16="http://schemas.microsoft.com/office/drawing/2014/main" id="{C40254F3-8EF1-1946-BD3D-FCE2C1EC496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341249" y="5031313"/>
                <a:ext cx="1059231" cy="2888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anose="020B060403050404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182" name="Text Box 26">
                <a:extLst>
                  <a:ext uri="{FF2B5EF4-FFF2-40B4-BE49-F238E27FC236}">
                    <a16:creationId xmlns:a16="http://schemas.microsoft.com/office/drawing/2014/main" id="{3E76F59F-6FAE-6949-AACB-C12FB9352449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305623" y="4747333"/>
                <a:ext cx="1104329" cy="127417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  <a:cs typeface="ＭＳ Ｐゴシック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9pPr>
              </a:lstStyle>
              <a:p>
                <a:pPr marL="0" marR="0" lvl="0" indent="0" algn="ctr" defTabSz="914400" rtl="0" eaLnBrk="0" fontAlgn="base" latinLnBrk="0" hangingPunct="0">
                  <a:lnSpc>
                    <a:spcPct val="11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4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FFFFFF">
                        <a:lumMod val="75000"/>
                      </a:srgbClr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rPr>
                  <a:t>application</a:t>
                </a:r>
              </a:p>
              <a:p>
                <a:pPr marL="0" marR="0" lvl="0" indent="0" algn="ctr" defTabSz="914400" rtl="0" eaLnBrk="0" fontAlgn="base" latinLnBrk="0" hangingPunct="0">
                  <a:lnSpc>
                    <a:spcPct val="11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400" b="1" i="0" u="none" strike="noStrike" kern="0" cap="none" spc="0" normalizeH="0" baseline="0" noProof="0" dirty="0">
                    <a:ln>
                      <a:noFill/>
                    </a:ln>
                    <a:solidFill>
                      <a:srgbClr val="0000A3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rPr>
                  <a:t>TCP</a:t>
                </a:r>
              </a:p>
              <a:p>
                <a:pPr marL="0" marR="0" lvl="0" indent="0" algn="ctr" defTabSz="914400" rtl="0" eaLnBrk="0" fontAlgn="base" latinLnBrk="0" hangingPunct="0">
                  <a:lnSpc>
                    <a:spcPct val="11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4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FFFFFF">
                        <a:lumMod val="75000"/>
                      </a:srgbClr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rPr>
                  <a:t>network</a:t>
                </a:r>
              </a:p>
              <a:p>
                <a:pPr marL="0" marR="0" lvl="0" indent="0" algn="ctr" defTabSz="914400" rtl="0" eaLnBrk="0" fontAlgn="base" latinLnBrk="0" hangingPunct="0">
                  <a:lnSpc>
                    <a:spcPct val="11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4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FFFFFF">
                        <a:lumMod val="75000"/>
                      </a:srgbClr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rPr>
                  <a:t>link</a:t>
                </a:r>
              </a:p>
              <a:p>
                <a:pPr marL="0" marR="0" lvl="0" indent="0" algn="ctr" defTabSz="914400" rtl="0" eaLnBrk="0" fontAlgn="base" latinLnBrk="0" hangingPunct="0">
                  <a:lnSpc>
                    <a:spcPct val="11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4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FFFFFF">
                        <a:lumMod val="75000"/>
                      </a:srgbClr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rPr>
                  <a:t>physical</a:t>
                </a:r>
              </a:p>
            </p:txBody>
          </p:sp>
          <p:grpSp>
            <p:nvGrpSpPr>
              <p:cNvPr id="183" name="Group 190">
                <a:extLst>
                  <a:ext uri="{FF2B5EF4-FFF2-40B4-BE49-F238E27FC236}">
                    <a16:creationId xmlns:a16="http://schemas.microsoft.com/office/drawing/2014/main" id="{3142986E-25B2-C545-A505-7FEFEE4617F3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 flipH="1">
                <a:off x="2634682" y="5076164"/>
                <a:ext cx="673330" cy="701684"/>
                <a:chOff x="-44" y="1473"/>
                <a:chExt cx="981" cy="1105"/>
              </a:xfrm>
            </p:grpSpPr>
            <p:pic>
              <p:nvPicPr>
                <p:cNvPr id="187" name="Picture 191" descr="desktop_computer_stylized_medium">
                  <a:extLst>
                    <a:ext uri="{FF2B5EF4-FFF2-40B4-BE49-F238E27FC236}">
                      <a16:creationId xmlns:a16="http://schemas.microsoft.com/office/drawing/2014/main" id="{8E397E43-AA92-9540-8502-E3F47CEB4A68}"/>
                    </a:ext>
                  </a:extLst>
                </p:cNvPr>
                <p:cNvPicPr>
                  <a:picLocks noChangeAspect="1" noChangeArrowheads="1"/>
                </p:cNvPicPr>
                <p:nvPr/>
              </p:nvPicPr>
              <p:blipFill>
                <a:blip r:embed="rId3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 flipH="1">
                  <a:off x="-44" y="1473"/>
                  <a:ext cx="981" cy="1105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  <p:sp>
              <p:nvSpPr>
                <p:cNvPr id="188" name="Freeform 192">
                  <a:extLst>
                    <a:ext uri="{FF2B5EF4-FFF2-40B4-BE49-F238E27FC236}">
                      <a16:creationId xmlns:a16="http://schemas.microsoft.com/office/drawing/2014/main" id="{B94C52D7-1672-CE46-B256-90805C41A69F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 flipH="1">
                  <a:off x="374" y="1579"/>
                  <a:ext cx="477" cy="506"/>
                </a:xfrm>
                <a:custGeom>
                  <a:avLst/>
                  <a:gdLst>
                    <a:gd name="T0" fmla="*/ 0 w 356"/>
                    <a:gd name="T1" fmla="*/ 0 h 368"/>
                    <a:gd name="T2" fmla="*/ 43382 w 356"/>
                    <a:gd name="T3" fmla="*/ 3172 h 368"/>
                    <a:gd name="T4" fmla="*/ 51464 w 356"/>
                    <a:gd name="T5" fmla="*/ 66095 h 368"/>
                    <a:gd name="T6" fmla="*/ 11342 w 356"/>
                    <a:gd name="T7" fmla="*/ 82660 h 368"/>
                    <a:gd name="T8" fmla="*/ 0 w 356"/>
                    <a:gd name="T9" fmla="*/ 0 h 368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356"/>
                    <a:gd name="T16" fmla="*/ 0 h 368"/>
                    <a:gd name="T17" fmla="*/ 356 w 356"/>
                    <a:gd name="T18" fmla="*/ 368 h 368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356" h="368">
                      <a:moveTo>
                        <a:pt x="0" y="0"/>
                      </a:moveTo>
                      <a:lnTo>
                        <a:pt x="300" y="14"/>
                      </a:lnTo>
                      <a:lnTo>
                        <a:pt x="356" y="294"/>
                      </a:lnTo>
                      <a:lnTo>
                        <a:pt x="78" y="368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gradFill rotWithShape="1">
                  <a:gsLst>
                    <a:gs pos="0">
                      <a:srgbClr val="000099"/>
                    </a:gs>
                    <a:gs pos="100000">
                      <a:srgbClr val="FFFFFF"/>
                    </a:gs>
                  </a:gsLst>
                  <a:lin ang="270000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 cap="flat" cmpd="sng">
                      <a:solidFill>
                        <a:srgbClr val="000000"/>
                      </a:solidFill>
                      <a:prstDash val="solid"/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/>
                <a:lstStyle/>
                <a:p>
                  <a:pPr marL="0" marR="0" lvl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ahoma" panose="020B0604030504040204" pitchFamily="34" charset="0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</p:grpSp>
          <p:sp>
            <p:nvSpPr>
              <p:cNvPr id="184" name="Line 25">
                <a:extLst>
                  <a:ext uri="{FF2B5EF4-FFF2-40B4-BE49-F238E27FC236}">
                    <a16:creationId xmlns:a16="http://schemas.microsoft.com/office/drawing/2014/main" id="{3660A651-E6C2-464D-9AE5-A39238D21C2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345720" y="5260213"/>
                <a:ext cx="1059231" cy="2888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anose="020B060403050404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185" name="Line 25">
                <a:extLst>
                  <a:ext uri="{FF2B5EF4-FFF2-40B4-BE49-F238E27FC236}">
                    <a16:creationId xmlns:a16="http://schemas.microsoft.com/office/drawing/2014/main" id="{CB18A03E-7135-A648-8BDC-9FD0E1B822D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350191" y="5489113"/>
                <a:ext cx="1059231" cy="2888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anose="020B060403050404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186" name="Line 25">
                <a:extLst>
                  <a:ext uri="{FF2B5EF4-FFF2-40B4-BE49-F238E27FC236}">
                    <a16:creationId xmlns:a16="http://schemas.microsoft.com/office/drawing/2014/main" id="{8A81FD3E-2BEE-A04B-99BC-5B54B8C0D72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354662" y="5728213"/>
                <a:ext cx="1059231" cy="2888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anose="020B060403050404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</p:grpSp>
      </p:grpSp>
      <p:sp>
        <p:nvSpPr>
          <p:cNvPr id="281" name="Freeform 7">
            <a:extLst>
              <a:ext uri="{FF2B5EF4-FFF2-40B4-BE49-F238E27FC236}">
                <a16:creationId xmlns:a16="http://schemas.microsoft.com/office/drawing/2014/main" id="{4FE322CD-EE19-1D4A-A4A3-471CD5B424FF}"/>
              </a:ext>
            </a:extLst>
          </p:cNvPr>
          <p:cNvSpPr>
            <a:spLocks/>
          </p:cNvSpPr>
          <p:nvPr/>
        </p:nvSpPr>
        <p:spPr bwMode="auto">
          <a:xfrm>
            <a:off x="3329610" y="4423976"/>
            <a:ext cx="5073926" cy="1202035"/>
          </a:xfrm>
          <a:custGeom>
            <a:avLst/>
            <a:gdLst>
              <a:gd name="T0" fmla="*/ 0 w 5156094"/>
              <a:gd name="T1" fmla="*/ 0 h 1509215"/>
              <a:gd name="T2" fmla="*/ 6961 w 5156094"/>
              <a:gd name="T3" fmla="*/ 1168047 h 1509215"/>
              <a:gd name="T4" fmla="*/ 1131015 w 5156094"/>
              <a:gd name="T5" fmla="*/ 1170389 h 1509215"/>
              <a:gd name="T6" fmla="*/ 1755021 w 5156094"/>
              <a:gd name="T7" fmla="*/ 1490285 h 1509215"/>
              <a:gd name="T8" fmla="*/ 2207298 w 5156094"/>
              <a:gd name="T9" fmla="*/ 1510706 h 1509215"/>
              <a:gd name="T10" fmla="*/ 2988945 w 5156094"/>
              <a:gd name="T11" fmla="*/ 1198737 h 1509215"/>
              <a:gd name="T12" fmla="*/ 3391674 w 5156094"/>
              <a:gd name="T13" fmla="*/ 1210330 h 1509215"/>
              <a:gd name="T14" fmla="*/ 5156412 w 5156094"/>
              <a:gd name="T15" fmla="*/ 1199641 h 1509215"/>
              <a:gd name="T16" fmla="*/ 5126696 w 5156094"/>
              <a:gd name="T17" fmla="*/ 64147 h 1509215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connsiteX0" fmla="*/ 0 w 5156094"/>
              <a:gd name="connsiteY0" fmla="*/ 0 h 1559667"/>
              <a:gd name="connsiteX1" fmla="*/ 6961 w 5156094"/>
              <a:gd name="connsiteY1" fmla="*/ 1166894 h 1559667"/>
              <a:gd name="connsiteX2" fmla="*/ 1130946 w 5156094"/>
              <a:gd name="connsiteY2" fmla="*/ 1169234 h 1559667"/>
              <a:gd name="connsiteX3" fmla="*/ 1824854 w 5156094"/>
              <a:gd name="connsiteY3" fmla="*/ 1559667 h 1559667"/>
              <a:gd name="connsiteX4" fmla="*/ 2207163 w 5156094"/>
              <a:gd name="connsiteY4" fmla="*/ 1509215 h 1559667"/>
              <a:gd name="connsiteX5" fmla="*/ 2988762 w 5156094"/>
              <a:gd name="connsiteY5" fmla="*/ 1197554 h 1559667"/>
              <a:gd name="connsiteX6" fmla="*/ 3391464 w 5156094"/>
              <a:gd name="connsiteY6" fmla="*/ 1209136 h 1559667"/>
              <a:gd name="connsiteX7" fmla="*/ 5156094 w 5156094"/>
              <a:gd name="connsiteY7" fmla="*/ 1198456 h 1559667"/>
              <a:gd name="connsiteX8" fmla="*/ 5126381 w 5156094"/>
              <a:gd name="connsiteY8" fmla="*/ 64084 h 1559667"/>
              <a:gd name="connsiteX0" fmla="*/ 0 w 5156094"/>
              <a:gd name="connsiteY0" fmla="*/ 0 h 1559667"/>
              <a:gd name="connsiteX1" fmla="*/ 6961 w 5156094"/>
              <a:gd name="connsiteY1" fmla="*/ 1166894 h 1559667"/>
              <a:gd name="connsiteX2" fmla="*/ 1130946 w 5156094"/>
              <a:gd name="connsiteY2" fmla="*/ 1169234 h 1559667"/>
              <a:gd name="connsiteX3" fmla="*/ 1824854 w 5156094"/>
              <a:gd name="connsiteY3" fmla="*/ 1559667 h 1559667"/>
              <a:gd name="connsiteX4" fmla="*/ 2145216 w 5156094"/>
              <a:gd name="connsiteY4" fmla="*/ 1553959 h 1559667"/>
              <a:gd name="connsiteX5" fmla="*/ 2988762 w 5156094"/>
              <a:gd name="connsiteY5" fmla="*/ 1197554 h 1559667"/>
              <a:gd name="connsiteX6" fmla="*/ 3391464 w 5156094"/>
              <a:gd name="connsiteY6" fmla="*/ 1209136 h 1559667"/>
              <a:gd name="connsiteX7" fmla="*/ 5156094 w 5156094"/>
              <a:gd name="connsiteY7" fmla="*/ 1198456 h 1559667"/>
              <a:gd name="connsiteX8" fmla="*/ 5126381 w 5156094"/>
              <a:gd name="connsiteY8" fmla="*/ 64084 h 1559667"/>
              <a:gd name="connsiteX0" fmla="*/ 0 w 5156094"/>
              <a:gd name="connsiteY0" fmla="*/ 0 h 1559667"/>
              <a:gd name="connsiteX1" fmla="*/ 6961 w 5156094"/>
              <a:gd name="connsiteY1" fmla="*/ 1166894 h 1559667"/>
              <a:gd name="connsiteX2" fmla="*/ 1130946 w 5156094"/>
              <a:gd name="connsiteY2" fmla="*/ 1169234 h 1559667"/>
              <a:gd name="connsiteX3" fmla="*/ 1824854 w 5156094"/>
              <a:gd name="connsiteY3" fmla="*/ 1559667 h 1559667"/>
              <a:gd name="connsiteX4" fmla="*/ 2145216 w 5156094"/>
              <a:gd name="connsiteY4" fmla="*/ 1553959 h 1559667"/>
              <a:gd name="connsiteX5" fmla="*/ 2930257 w 5156094"/>
              <a:gd name="connsiteY5" fmla="*/ 1152811 h 1559667"/>
              <a:gd name="connsiteX6" fmla="*/ 3391464 w 5156094"/>
              <a:gd name="connsiteY6" fmla="*/ 1209136 h 1559667"/>
              <a:gd name="connsiteX7" fmla="*/ 5156094 w 5156094"/>
              <a:gd name="connsiteY7" fmla="*/ 1198456 h 1559667"/>
              <a:gd name="connsiteX8" fmla="*/ 5126381 w 5156094"/>
              <a:gd name="connsiteY8" fmla="*/ 64084 h 1559667"/>
              <a:gd name="connsiteX0" fmla="*/ 0 w 5156094"/>
              <a:gd name="connsiteY0" fmla="*/ 0 h 1559667"/>
              <a:gd name="connsiteX1" fmla="*/ 6961 w 5156094"/>
              <a:gd name="connsiteY1" fmla="*/ 1166894 h 1559667"/>
              <a:gd name="connsiteX2" fmla="*/ 1130946 w 5156094"/>
              <a:gd name="connsiteY2" fmla="*/ 1169234 h 1559667"/>
              <a:gd name="connsiteX3" fmla="*/ 1824854 w 5156094"/>
              <a:gd name="connsiteY3" fmla="*/ 1559667 h 1559667"/>
              <a:gd name="connsiteX4" fmla="*/ 2145216 w 5156094"/>
              <a:gd name="connsiteY4" fmla="*/ 1553959 h 1559667"/>
              <a:gd name="connsiteX5" fmla="*/ 2930257 w 5156094"/>
              <a:gd name="connsiteY5" fmla="*/ 1152811 h 1559667"/>
              <a:gd name="connsiteX6" fmla="*/ 5156094 w 5156094"/>
              <a:gd name="connsiteY6" fmla="*/ 1198456 h 1559667"/>
              <a:gd name="connsiteX7" fmla="*/ 5126381 w 5156094"/>
              <a:gd name="connsiteY7" fmla="*/ 64084 h 1559667"/>
              <a:gd name="connsiteX0" fmla="*/ 0 w 5156094"/>
              <a:gd name="connsiteY0" fmla="*/ 0 h 1559667"/>
              <a:gd name="connsiteX1" fmla="*/ 6961 w 5156094"/>
              <a:gd name="connsiteY1" fmla="*/ 1166894 h 1559667"/>
              <a:gd name="connsiteX2" fmla="*/ 1387547 w 5156094"/>
              <a:gd name="connsiteY2" fmla="*/ 1150854 h 1559667"/>
              <a:gd name="connsiteX3" fmla="*/ 1824854 w 5156094"/>
              <a:gd name="connsiteY3" fmla="*/ 1559667 h 1559667"/>
              <a:gd name="connsiteX4" fmla="*/ 2145216 w 5156094"/>
              <a:gd name="connsiteY4" fmla="*/ 1553959 h 1559667"/>
              <a:gd name="connsiteX5" fmla="*/ 2930257 w 5156094"/>
              <a:gd name="connsiteY5" fmla="*/ 1152811 h 1559667"/>
              <a:gd name="connsiteX6" fmla="*/ 5156094 w 5156094"/>
              <a:gd name="connsiteY6" fmla="*/ 1198456 h 1559667"/>
              <a:gd name="connsiteX7" fmla="*/ 5126381 w 5156094"/>
              <a:gd name="connsiteY7" fmla="*/ 64084 h 1559667"/>
              <a:gd name="connsiteX0" fmla="*/ 0 w 5156094"/>
              <a:gd name="connsiteY0" fmla="*/ 0 h 1553959"/>
              <a:gd name="connsiteX1" fmla="*/ 6961 w 5156094"/>
              <a:gd name="connsiteY1" fmla="*/ 1166894 h 1553959"/>
              <a:gd name="connsiteX2" fmla="*/ 1387547 w 5156094"/>
              <a:gd name="connsiteY2" fmla="*/ 1150854 h 1553959"/>
              <a:gd name="connsiteX3" fmla="*/ 1824854 w 5156094"/>
              <a:gd name="connsiteY3" fmla="*/ 1458577 h 1553959"/>
              <a:gd name="connsiteX4" fmla="*/ 2145216 w 5156094"/>
              <a:gd name="connsiteY4" fmla="*/ 1553959 h 1553959"/>
              <a:gd name="connsiteX5" fmla="*/ 2930257 w 5156094"/>
              <a:gd name="connsiteY5" fmla="*/ 1152811 h 1553959"/>
              <a:gd name="connsiteX6" fmla="*/ 5156094 w 5156094"/>
              <a:gd name="connsiteY6" fmla="*/ 1198456 h 1553959"/>
              <a:gd name="connsiteX7" fmla="*/ 5126381 w 5156094"/>
              <a:gd name="connsiteY7" fmla="*/ 64084 h 1553959"/>
              <a:gd name="connsiteX0" fmla="*/ 0 w 5156094"/>
              <a:gd name="connsiteY0" fmla="*/ 0 h 1458577"/>
              <a:gd name="connsiteX1" fmla="*/ 6961 w 5156094"/>
              <a:gd name="connsiteY1" fmla="*/ 1166894 h 1458577"/>
              <a:gd name="connsiteX2" fmla="*/ 1387547 w 5156094"/>
              <a:gd name="connsiteY2" fmla="*/ 1150854 h 1458577"/>
              <a:gd name="connsiteX3" fmla="*/ 1824854 w 5156094"/>
              <a:gd name="connsiteY3" fmla="*/ 1458577 h 1458577"/>
              <a:gd name="connsiteX4" fmla="*/ 2145216 w 5156094"/>
              <a:gd name="connsiteY4" fmla="*/ 1434487 h 1458577"/>
              <a:gd name="connsiteX5" fmla="*/ 2930257 w 5156094"/>
              <a:gd name="connsiteY5" fmla="*/ 1152811 h 1458577"/>
              <a:gd name="connsiteX6" fmla="*/ 5156094 w 5156094"/>
              <a:gd name="connsiteY6" fmla="*/ 1198456 h 1458577"/>
              <a:gd name="connsiteX7" fmla="*/ 5126381 w 5156094"/>
              <a:gd name="connsiteY7" fmla="*/ 64084 h 1458577"/>
              <a:gd name="connsiteX0" fmla="*/ 0 w 5156094"/>
              <a:gd name="connsiteY0" fmla="*/ 0 h 1458577"/>
              <a:gd name="connsiteX1" fmla="*/ 6961 w 5156094"/>
              <a:gd name="connsiteY1" fmla="*/ 1166894 h 1458577"/>
              <a:gd name="connsiteX2" fmla="*/ 1387547 w 5156094"/>
              <a:gd name="connsiteY2" fmla="*/ 1150854 h 1458577"/>
              <a:gd name="connsiteX3" fmla="*/ 1824854 w 5156094"/>
              <a:gd name="connsiteY3" fmla="*/ 1458577 h 1458577"/>
              <a:gd name="connsiteX4" fmla="*/ 2145216 w 5156094"/>
              <a:gd name="connsiteY4" fmla="*/ 1434487 h 1458577"/>
              <a:gd name="connsiteX5" fmla="*/ 2809732 w 5156094"/>
              <a:gd name="connsiteY5" fmla="*/ 1093074 h 1458577"/>
              <a:gd name="connsiteX6" fmla="*/ 5156094 w 5156094"/>
              <a:gd name="connsiteY6" fmla="*/ 1198456 h 1458577"/>
              <a:gd name="connsiteX7" fmla="*/ 5126381 w 5156094"/>
              <a:gd name="connsiteY7" fmla="*/ 64084 h 1458577"/>
              <a:gd name="connsiteX0" fmla="*/ 0 w 5156094"/>
              <a:gd name="connsiteY0" fmla="*/ 0 h 1458577"/>
              <a:gd name="connsiteX1" fmla="*/ 6961 w 5156094"/>
              <a:gd name="connsiteY1" fmla="*/ 1166894 h 1458577"/>
              <a:gd name="connsiteX2" fmla="*/ 1387547 w 5156094"/>
              <a:gd name="connsiteY2" fmla="*/ 1150854 h 1458577"/>
              <a:gd name="connsiteX3" fmla="*/ 1824854 w 5156094"/>
              <a:gd name="connsiteY3" fmla="*/ 1458577 h 1458577"/>
              <a:gd name="connsiteX4" fmla="*/ 2063570 w 5156094"/>
              <a:gd name="connsiteY4" fmla="*/ 1443677 h 1458577"/>
              <a:gd name="connsiteX5" fmla="*/ 2809732 w 5156094"/>
              <a:gd name="connsiteY5" fmla="*/ 1093074 h 1458577"/>
              <a:gd name="connsiteX6" fmla="*/ 5156094 w 5156094"/>
              <a:gd name="connsiteY6" fmla="*/ 1198456 h 1458577"/>
              <a:gd name="connsiteX7" fmla="*/ 5126381 w 5156094"/>
              <a:gd name="connsiteY7" fmla="*/ 64084 h 1458577"/>
              <a:gd name="connsiteX0" fmla="*/ 0 w 5156094"/>
              <a:gd name="connsiteY0" fmla="*/ 0 h 1443677"/>
              <a:gd name="connsiteX1" fmla="*/ 6961 w 5156094"/>
              <a:gd name="connsiteY1" fmla="*/ 1166894 h 1443677"/>
              <a:gd name="connsiteX2" fmla="*/ 1387547 w 5156094"/>
              <a:gd name="connsiteY2" fmla="*/ 1150854 h 1443677"/>
              <a:gd name="connsiteX3" fmla="*/ 1832629 w 5156094"/>
              <a:gd name="connsiteY3" fmla="*/ 1440196 h 1443677"/>
              <a:gd name="connsiteX4" fmla="*/ 2063570 w 5156094"/>
              <a:gd name="connsiteY4" fmla="*/ 1443677 h 1443677"/>
              <a:gd name="connsiteX5" fmla="*/ 2809732 w 5156094"/>
              <a:gd name="connsiteY5" fmla="*/ 1093074 h 1443677"/>
              <a:gd name="connsiteX6" fmla="*/ 5156094 w 5156094"/>
              <a:gd name="connsiteY6" fmla="*/ 1198456 h 1443677"/>
              <a:gd name="connsiteX7" fmla="*/ 5126381 w 5156094"/>
              <a:gd name="connsiteY7" fmla="*/ 64084 h 14436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5156094" h="1443677">
                <a:moveTo>
                  <a:pt x="0" y="0"/>
                </a:moveTo>
                <a:cubicBezTo>
                  <a:pt x="2320" y="388965"/>
                  <a:pt x="4641" y="777929"/>
                  <a:pt x="6961" y="1166894"/>
                </a:cubicBezTo>
                <a:lnTo>
                  <a:pt x="1387547" y="1150854"/>
                </a:lnTo>
                <a:lnTo>
                  <a:pt x="1832629" y="1440196"/>
                </a:lnTo>
                <a:lnTo>
                  <a:pt x="2063570" y="1443677"/>
                </a:lnTo>
                <a:lnTo>
                  <a:pt x="2809732" y="1093074"/>
                </a:lnTo>
                <a:lnTo>
                  <a:pt x="5156094" y="1198456"/>
                </a:lnTo>
                <a:lnTo>
                  <a:pt x="5126381" y="64084"/>
                </a:lnTo>
              </a:path>
            </a:pathLst>
          </a:custGeom>
          <a:noFill/>
          <a:ln w="22225">
            <a:solidFill>
              <a:srgbClr val="00009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124" name="TextBox 123">
            <a:extLst>
              <a:ext uri="{FF2B5EF4-FFF2-40B4-BE49-F238E27FC236}">
                <a16:creationId xmlns:a16="http://schemas.microsoft.com/office/drawing/2014/main" id="{02FCACC2-D909-7B41-AC13-34D894243B2B}"/>
              </a:ext>
            </a:extLst>
          </p:cNvPr>
          <p:cNvSpPr txBox="1"/>
          <p:nvPr/>
        </p:nvSpPr>
        <p:spPr>
          <a:xfrm>
            <a:off x="4692557" y="6277338"/>
            <a:ext cx="318138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b</a:t>
            </a:r>
            <a:r>
              <a:rPr kumimoji="0" lang="en-US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ottleneck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link (almost always busy)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E3284F9A-6893-1E4D-8B94-17F64D75D82E}"/>
              </a:ext>
            </a:extLst>
          </p:cNvPr>
          <p:cNvCxnSpPr>
            <a:cxnSpLocks/>
          </p:cNvCxnSpPr>
          <p:nvPr/>
        </p:nvCxnSpPr>
        <p:spPr>
          <a:xfrm>
            <a:off x="5609507" y="5767851"/>
            <a:ext cx="0" cy="566274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0" name="Group 19">
            <a:extLst>
              <a:ext uri="{FF2B5EF4-FFF2-40B4-BE49-F238E27FC236}">
                <a16:creationId xmlns:a16="http://schemas.microsoft.com/office/drawing/2014/main" id="{F4DEBF33-EEFE-AC4E-A6EE-FBEFE3D21B68}"/>
              </a:ext>
            </a:extLst>
          </p:cNvPr>
          <p:cNvGrpSpPr/>
          <p:nvPr/>
        </p:nvGrpSpPr>
        <p:grpSpPr>
          <a:xfrm>
            <a:off x="860107" y="5151058"/>
            <a:ext cx="4764459" cy="830997"/>
            <a:chOff x="703842" y="5262044"/>
            <a:chExt cx="4764459" cy="830997"/>
          </a:xfrm>
        </p:grpSpPr>
        <p:sp>
          <p:nvSpPr>
            <p:cNvPr id="135" name="TextBox 134">
              <a:extLst>
                <a:ext uri="{FF2B5EF4-FFF2-40B4-BE49-F238E27FC236}">
                  <a16:creationId xmlns:a16="http://schemas.microsoft.com/office/drawing/2014/main" id="{7C56DC91-6524-264F-BD66-68BD34152AAA}"/>
                </a:ext>
              </a:extLst>
            </p:cNvPr>
            <p:cNvSpPr txBox="1"/>
            <p:nvPr/>
          </p:nvSpPr>
          <p:spPr>
            <a:xfrm>
              <a:off x="703842" y="5262044"/>
              <a:ext cx="2330267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packet queue almost never empty, sometimes overflows packet (loss)</a:t>
              </a: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grpSp>
          <p:nvGrpSpPr>
            <p:cNvPr id="19" name="Group 18">
              <a:extLst>
                <a:ext uri="{FF2B5EF4-FFF2-40B4-BE49-F238E27FC236}">
                  <a16:creationId xmlns:a16="http://schemas.microsoft.com/office/drawing/2014/main" id="{03C26690-6ACA-ED46-8053-4773384B91BB}"/>
                </a:ext>
              </a:extLst>
            </p:cNvPr>
            <p:cNvGrpSpPr/>
            <p:nvPr/>
          </p:nvGrpSpPr>
          <p:grpSpPr>
            <a:xfrm>
              <a:off x="4921820" y="5505951"/>
              <a:ext cx="546481" cy="386071"/>
              <a:chOff x="4621648" y="3046041"/>
              <a:chExt cx="1120964" cy="769030"/>
            </a:xfrm>
          </p:grpSpPr>
          <p:grpSp>
            <p:nvGrpSpPr>
              <p:cNvPr id="199" name="Group 58">
                <a:extLst>
                  <a:ext uri="{FF2B5EF4-FFF2-40B4-BE49-F238E27FC236}">
                    <a16:creationId xmlns:a16="http://schemas.microsoft.com/office/drawing/2014/main" id="{9C8DCF2E-441E-E74C-B545-52E572FFE3EF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5247312" y="3046041"/>
                <a:ext cx="495300" cy="760413"/>
                <a:chOff x="333961" y="4406169"/>
                <a:chExt cx="1255305" cy="2136353"/>
              </a:xfrm>
            </p:grpSpPr>
            <p:sp>
              <p:nvSpPr>
                <p:cNvPr id="200" name="Freeform 199">
                  <a:extLst>
                    <a:ext uri="{FF2B5EF4-FFF2-40B4-BE49-F238E27FC236}">
                      <a16:creationId xmlns:a16="http://schemas.microsoft.com/office/drawing/2014/main" id="{4B041975-A7A0-664F-80BD-680D4E755238}"/>
                    </a:ext>
                  </a:extLst>
                </p:cNvPr>
                <p:cNvSpPr/>
                <p:nvPr/>
              </p:nvSpPr>
              <p:spPr>
                <a:xfrm>
                  <a:off x="333961" y="4406169"/>
                  <a:ext cx="969641" cy="2136353"/>
                </a:xfrm>
                <a:custGeom>
                  <a:avLst/>
                  <a:gdLst>
                    <a:gd name="connsiteX0" fmla="*/ 0 w 966787"/>
                    <a:gd name="connsiteY0" fmla="*/ 0 h 2138362"/>
                    <a:gd name="connsiteX1" fmla="*/ 0 w 966787"/>
                    <a:gd name="connsiteY1" fmla="*/ 1190625 h 2138362"/>
                    <a:gd name="connsiteX2" fmla="*/ 966787 w 966787"/>
                    <a:gd name="connsiteY2" fmla="*/ 2138362 h 2138362"/>
                    <a:gd name="connsiteX3" fmla="*/ 962025 w 966787"/>
                    <a:gd name="connsiteY3" fmla="*/ 742950 h 2138362"/>
                    <a:gd name="connsiteX4" fmla="*/ 0 w 966787"/>
                    <a:gd name="connsiteY4" fmla="*/ 0 h 213836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966787" h="2138362">
                      <a:moveTo>
                        <a:pt x="0" y="0"/>
                      </a:moveTo>
                      <a:lnTo>
                        <a:pt x="0" y="1190625"/>
                      </a:lnTo>
                      <a:lnTo>
                        <a:pt x="966787" y="2138362"/>
                      </a:lnTo>
                      <a:cubicBezTo>
                        <a:pt x="965200" y="1673225"/>
                        <a:pt x="963612" y="1208087"/>
                        <a:pt x="962025" y="742950"/>
                      </a:cubicBez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C00000"/>
                </a:solidFill>
                <a:ln w="25400" cap="flat" cmpd="sng" algn="ctr">
                  <a:noFill/>
                  <a:prstDash val="solid"/>
                </a:ln>
                <a:effectLst/>
              </p:spPr>
              <p:txBody>
                <a:bodyPr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ysClr val="window" lastClr="FFFFFF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  <p:sp>
              <p:nvSpPr>
                <p:cNvPr id="201" name="Freeform 200">
                  <a:extLst>
                    <a:ext uri="{FF2B5EF4-FFF2-40B4-BE49-F238E27FC236}">
                      <a16:creationId xmlns:a16="http://schemas.microsoft.com/office/drawing/2014/main" id="{1FFD2B64-546C-2643-AD7C-08944962BECA}"/>
                    </a:ext>
                  </a:extLst>
                </p:cNvPr>
                <p:cNvSpPr/>
                <p:nvPr/>
              </p:nvSpPr>
              <p:spPr>
                <a:xfrm>
                  <a:off x="350055" y="4410631"/>
                  <a:ext cx="1239211" cy="771583"/>
                </a:xfrm>
                <a:custGeom>
                  <a:avLst/>
                  <a:gdLst>
                    <a:gd name="connsiteX0" fmla="*/ 0 w 966787"/>
                    <a:gd name="connsiteY0" fmla="*/ 0 h 2138362"/>
                    <a:gd name="connsiteX1" fmla="*/ 0 w 966787"/>
                    <a:gd name="connsiteY1" fmla="*/ 1190625 h 2138362"/>
                    <a:gd name="connsiteX2" fmla="*/ 966787 w 966787"/>
                    <a:gd name="connsiteY2" fmla="*/ 2138362 h 2138362"/>
                    <a:gd name="connsiteX3" fmla="*/ 962025 w 966787"/>
                    <a:gd name="connsiteY3" fmla="*/ 742950 h 2138362"/>
                    <a:gd name="connsiteX4" fmla="*/ 0 w 966787"/>
                    <a:gd name="connsiteY4" fmla="*/ 0 h 2138362"/>
                    <a:gd name="connsiteX0" fmla="*/ 928688 w 1895475"/>
                    <a:gd name="connsiteY0" fmla="*/ 0 h 2138362"/>
                    <a:gd name="connsiteX1" fmla="*/ 0 w 1895475"/>
                    <a:gd name="connsiteY1" fmla="*/ 461963 h 2138362"/>
                    <a:gd name="connsiteX2" fmla="*/ 1895475 w 1895475"/>
                    <a:gd name="connsiteY2" fmla="*/ 2138362 h 2138362"/>
                    <a:gd name="connsiteX3" fmla="*/ 1890713 w 1895475"/>
                    <a:gd name="connsiteY3" fmla="*/ 742950 h 2138362"/>
                    <a:gd name="connsiteX4" fmla="*/ 928688 w 1895475"/>
                    <a:gd name="connsiteY4" fmla="*/ 0 h 2138362"/>
                    <a:gd name="connsiteX0" fmla="*/ 247650 w 1895475"/>
                    <a:gd name="connsiteY0" fmla="*/ 0 h 1738312"/>
                    <a:gd name="connsiteX1" fmla="*/ 0 w 1895475"/>
                    <a:gd name="connsiteY1" fmla="*/ 61913 h 1738312"/>
                    <a:gd name="connsiteX2" fmla="*/ 1895475 w 1895475"/>
                    <a:gd name="connsiteY2" fmla="*/ 1738312 h 1738312"/>
                    <a:gd name="connsiteX3" fmla="*/ 1890713 w 1895475"/>
                    <a:gd name="connsiteY3" fmla="*/ 342900 h 1738312"/>
                    <a:gd name="connsiteX4" fmla="*/ 247650 w 1895475"/>
                    <a:gd name="connsiteY4" fmla="*/ 0 h 1738312"/>
                    <a:gd name="connsiteX0" fmla="*/ 247650 w 1895475"/>
                    <a:gd name="connsiteY0" fmla="*/ 0 h 1738312"/>
                    <a:gd name="connsiteX1" fmla="*/ 0 w 1895475"/>
                    <a:gd name="connsiteY1" fmla="*/ 61913 h 1738312"/>
                    <a:gd name="connsiteX2" fmla="*/ 1895475 w 1895475"/>
                    <a:gd name="connsiteY2" fmla="*/ 1738312 h 1738312"/>
                    <a:gd name="connsiteX3" fmla="*/ 1143000 w 1895475"/>
                    <a:gd name="connsiteY3" fmla="*/ 776288 h 1738312"/>
                    <a:gd name="connsiteX4" fmla="*/ 247650 w 1895475"/>
                    <a:gd name="connsiteY4" fmla="*/ 0 h 1738312"/>
                    <a:gd name="connsiteX0" fmla="*/ 247650 w 1895475"/>
                    <a:gd name="connsiteY0" fmla="*/ 0 h 1738312"/>
                    <a:gd name="connsiteX1" fmla="*/ 0 w 1895475"/>
                    <a:gd name="connsiteY1" fmla="*/ 61913 h 1738312"/>
                    <a:gd name="connsiteX2" fmla="*/ 1895475 w 1895475"/>
                    <a:gd name="connsiteY2" fmla="*/ 1738312 h 1738312"/>
                    <a:gd name="connsiteX3" fmla="*/ 1143000 w 1895475"/>
                    <a:gd name="connsiteY3" fmla="*/ 776288 h 1738312"/>
                    <a:gd name="connsiteX4" fmla="*/ 247650 w 1895475"/>
                    <a:gd name="connsiteY4" fmla="*/ 0 h 1738312"/>
                    <a:gd name="connsiteX0" fmla="*/ 247650 w 1895475"/>
                    <a:gd name="connsiteY0" fmla="*/ 0 h 1738312"/>
                    <a:gd name="connsiteX1" fmla="*/ 0 w 1895475"/>
                    <a:gd name="connsiteY1" fmla="*/ 61913 h 1738312"/>
                    <a:gd name="connsiteX2" fmla="*/ 1895475 w 1895475"/>
                    <a:gd name="connsiteY2" fmla="*/ 1738312 h 1738312"/>
                    <a:gd name="connsiteX3" fmla="*/ 1238250 w 1895475"/>
                    <a:gd name="connsiteY3" fmla="*/ 814388 h 1738312"/>
                    <a:gd name="connsiteX4" fmla="*/ 247650 w 1895475"/>
                    <a:gd name="connsiteY4" fmla="*/ 0 h 1738312"/>
                    <a:gd name="connsiteX0" fmla="*/ 247650 w 1895475"/>
                    <a:gd name="connsiteY0" fmla="*/ 0 h 1738312"/>
                    <a:gd name="connsiteX1" fmla="*/ 0 w 1895475"/>
                    <a:gd name="connsiteY1" fmla="*/ 61913 h 1738312"/>
                    <a:gd name="connsiteX2" fmla="*/ 1895475 w 1895475"/>
                    <a:gd name="connsiteY2" fmla="*/ 1738312 h 1738312"/>
                    <a:gd name="connsiteX3" fmla="*/ 1238250 w 1895475"/>
                    <a:gd name="connsiteY3" fmla="*/ 814388 h 1738312"/>
                    <a:gd name="connsiteX4" fmla="*/ 247650 w 1895475"/>
                    <a:gd name="connsiteY4" fmla="*/ 0 h 1738312"/>
                    <a:gd name="connsiteX0" fmla="*/ 247650 w 1238250"/>
                    <a:gd name="connsiteY0" fmla="*/ 0 h 862012"/>
                    <a:gd name="connsiteX1" fmla="*/ 0 w 1238250"/>
                    <a:gd name="connsiteY1" fmla="*/ 61913 h 862012"/>
                    <a:gd name="connsiteX2" fmla="*/ 947738 w 1238250"/>
                    <a:gd name="connsiteY2" fmla="*/ 862012 h 862012"/>
                    <a:gd name="connsiteX3" fmla="*/ 1238250 w 1238250"/>
                    <a:gd name="connsiteY3" fmla="*/ 814388 h 862012"/>
                    <a:gd name="connsiteX4" fmla="*/ 247650 w 1238250"/>
                    <a:gd name="connsiteY4" fmla="*/ 0 h 862012"/>
                    <a:gd name="connsiteX0" fmla="*/ 247650 w 1238250"/>
                    <a:gd name="connsiteY0" fmla="*/ 0 h 823912"/>
                    <a:gd name="connsiteX1" fmla="*/ 0 w 1238250"/>
                    <a:gd name="connsiteY1" fmla="*/ 61913 h 823912"/>
                    <a:gd name="connsiteX2" fmla="*/ 952500 w 1238250"/>
                    <a:gd name="connsiteY2" fmla="*/ 823912 h 823912"/>
                    <a:gd name="connsiteX3" fmla="*/ 1238250 w 1238250"/>
                    <a:gd name="connsiteY3" fmla="*/ 814388 h 823912"/>
                    <a:gd name="connsiteX4" fmla="*/ 247650 w 1238250"/>
                    <a:gd name="connsiteY4" fmla="*/ 0 h 823912"/>
                    <a:gd name="connsiteX0" fmla="*/ 247650 w 1238250"/>
                    <a:gd name="connsiteY0" fmla="*/ 0 h 823912"/>
                    <a:gd name="connsiteX1" fmla="*/ 0 w 1238250"/>
                    <a:gd name="connsiteY1" fmla="*/ 61913 h 823912"/>
                    <a:gd name="connsiteX2" fmla="*/ 952500 w 1238250"/>
                    <a:gd name="connsiteY2" fmla="*/ 823912 h 823912"/>
                    <a:gd name="connsiteX3" fmla="*/ 1238250 w 1238250"/>
                    <a:gd name="connsiteY3" fmla="*/ 814388 h 823912"/>
                    <a:gd name="connsiteX4" fmla="*/ 247650 w 1238250"/>
                    <a:gd name="connsiteY4" fmla="*/ 0 h 823912"/>
                    <a:gd name="connsiteX0" fmla="*/ 233363 w 1238250"/>
                    <a:gd name="connsiteY0" fmla="*/ 0 h 766762"/>
                    <a:gd name="connsiteX1" fmla="*/ 0 w 1238250"/>
                    <a:gd name="connsiteY1" fmla="*/ 4763 h 766762"/>
                    <a:gd name="connsiteX2" fmla="*/ 952500 w 1238250"/>
                    <a:gd name="connsiteY2" fmla="*/ 766762 h 766762"/>
                    <a:gd name="connsiteX3" fmla="*/ 1238250 w 1238250"/>
                    <a:gd name="connsiteY3" fmla="*/ 757238 h 766762"/>
                    <a:gd name="connsiteX4" fmla="*/ 233363 w 1238250"/>
                    <a:gd name="connsiteY4" fmla="*/ 0 h 766762"/>
                    <a:gd name="connsiteX0" fmla="*/ 233363 w 1238250"/>
                    <a:gd name="connsiteY0" fmla="*/ 0 h 773376"/>
                    <a:gd name="connsiteX1" fmla="*/ 0 w 1238250"/>
                    <a:gd name="connsiteY1" fmla="*/ 4763 h 773376"/>
                    <a:gd name="connsiteX2" fmla="*/ 952500 w 1238250"/>
                    <a:gd name="connsiteY2" fmla="*/ 766762 h 773376"/>
                    <a:gd name="connsiteX3" fmla="*/ 1238250 w 1238250"/>
                    <a:gd name="connsiteY3" fmla="*/ 771525 h 773376"/>
                    <a:gd name="connsiteX4" fmla="*/ 233363 w 1238250"/>
                    <a:gd name="connsiteY4" fmla="*/ 0 h 773376"/>
                    <a:gd name="connsiteX0" fmla="*/ 233363 w 1238250"/>
                    <a:gd name="connsiteY0" fmla="*/ 0 h 766762"/>
                    <a:gd name="connsiteX1" fmla="*/ 0 w 1238250"/>
                    <a:gd name="connsiteY1" fmla="*/ 4763 h 766762"/>
                    <a:gd name="connsiteX2" fmla="*/ 952500 w 1238250"/>
                    <a:gd name="connsiteY2" fmla="*/ 766762 h 766762"/>
                    <a:gd name="connsiteX3" fmla="*/ 1238250 w 1238250"/>
                    <a:gd name="connsiteY3" fmla="*/ 757236 h 766762"/>
                    <a:gd name="connsiteX4" fmla="*/ 233363 w 1238250"/>
                    <a:gd name="connsiteY4" fmla="*/ 0 h 766762"/>
                    <a:gd name="connsiteX0" fmla="*/ 233363 w 1238250"/>
                    <a:gd name="connsiteY0" fmla="*/ 0 h 773375"/>
                    <a:gd name="connsiteX1" fmla="*/ 0 w 1238250"/>
                    <a:gd name="connsiteY1" fmla="*/ 4763 h 773375"/>
                    <a:gd name="connsiteX2" fmla="*/ 952500 w 1238250"/>
                    <a:gd name="connsiteY2" fmla="*/ 766762 h 773375"/>
                    <a:gd name="connsiteX3" fmla="*/ 1238250 w 1238250"/>
                    <a:gd name="connsiteY3" fmla="*/ 771523 h 773375"/>
                    <a:gd name="connsiteX4" fmla="*/ 233363 w 1238250"/>
                    <a:gd name="connsiteY4" fmla="*/ 0 h 773375"/>
                    <a:gd name="connsiteX0" fmla="*/ 233363 w 1238250"/>
                    <a:gd name="connsiteY0" fmla="*/ 0 h 771523"/>
                    <a:gd name="connsiteX1" fmla="*/ 0 w 1238250"/>
                    <a:gd name="connsiteY1" fmla="*/ 4763 h 771523"/>
                    <a:gd name="connsiteX2" fmla="*/ 952500 w 1238250"/>
                    <a:gd name="connsiteY2" fmla="*/ 766762 h 771523"/>
                    <a:gd name="connsiteX3" fmla="*/ 1238250 w 1238250"/>
                    <a:gd name="connsiteY3" fmla="*/ 771523 h 771523"/>
                    <a:gd name="connsiteX4" fmla="*/ 233363 w 1238250"/>
                    <a:gd name="connsiteY4" fmla="*/ 0 h 771523"/>
                    <a:gd name="connsiteX0" fmla="*/ 233363 w 1238250"/>
                    <a:gd name="connsiteY0" fmla="*/ 0 h 771523"/>
                    <a:gd name="connsiteX1" fmla="*/ 0 w 1238250"/>
                    <a:gd name="connsiteY1" fmla="*/ 23466 h 771523"/>
                    <a:gd name="connsiteX2" fmla="*/ 952500 w 1238250"/>
                    <a:gd name="connsiteY2" fmla="*/ 766762 h 771523"/>
                    <a:gd name="connsiteX3" fmla="*/ 1238250 w 1238250"/>
                    <a:gd name="connsiteY3" fmla="*/ 771523 h 771523"/>
                    <a:gd name="connsiteX4" fmla="*/ 233363 w 1238250"/>
                    <a:gd name="connsiteY4" fmla="*/ 0 h 771523"/>
                    <a:gd name="connsiteX0" fmla="*/ 233363 w 1238250"/>
                    <a:gd name="connsiteY0" fmla="*/ 0 h 757496"/>
                    <a:gd name="connsiteX1" fmla="*/ 0 w 1238250"/>
                    <a:gd name="connsiteY1" fmla="*/ 9439 h 757496"/>
                    <a:gd name="connsiteX2" fmla="*/ 952500 w 1238250"/>
                    <a:gd name="connsiteY2" fmla="*/ 752735 h 757496"/>
                    <a:gd name="connsiteX3" fmla="*/ 1238250 w 1238250"/>
                    <a:gd name="connsiteY3" fmla="*/ 757496 h 757496"/>
                    <a:gd name="connsiteX4" fmla="*/ 233363 w 1238250"/>
                    <a:gd name="connsiteY4" fmla="*/ 0 h 75749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238250" h="757496">
                      <a:moveTo>
                        <a:pt x="233363" y="0"/>
                      </a:moveTo>
                      <a:lnTo>
                        <a:pt x="0" y="9439"/>
                      </a:lnTo>
                      <a:lnTo>
                        <a:pt x="952500" y="752735"/>
                      </a:lnTo>
                      <a:cubicBezTo>
                        <a:pt x="1060450" y="744798"/>
                        <a:pt x="1035049" y="751145"/>
                        <a:pt x="1238250" y="757496"/>
                      </a:cubicBezTo>
                      <a:lnTo>
                        <a:pt x="233363" y="0"/>
                      </a:lnTo>
                      <a:close/>
                    </a:path>
                  </a:pathLst>
                </a:custGeom>
                <a:solidFill>
                  <a:srgbClr val="ED356A"/>
                </a:solidFill>
                <a:ln w="25400" cap="flat" cmpd="sng" algn="ctr">
                  <a:noFill/>
                  <a:prstDash val="solid"/>
                </a:ln>
                <a:effectLst/>
              </p:spPr>
              <p:txBody>
                <a:bodyPr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ysClr val="window" lastClr="FFFFFF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  <p:sp>
              <p:nvSpPr>
                <p:cNvPr id="202" name="Rectangle 68">
                  <a:extLst>
                    <a:ext uri="{FF2B5EF4-FFF2-40B4-BE49-F238E27FC236}">
                      <a16:creationId xmlns:a16="http://schemas.microsoft.com/office/drawing/2014/main" id="{4B96C577-1D41-C041-9B20-7071CF6D3F91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289719" y="5166823"/>
                  <a:ext cx="289686" cy="1351386"/>
                </a:xfrm>
                <a:prstGeom prst="rect">
                  <a:avLst/>
                </a:prstGeom>
                <a:solidFill>
                  <a:srgbClr val="E4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25400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anchor="ctr"/>
                <a:lstStyle>
                  <a:lvl1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</p:grpSp>
          <p:grpSp>
            <p:nvGrpSpPr>
              <p:cNvPr id="144" name="Group 58">
                <a:extLst>
                  <a:ext uri="{FF2B5EF4-FFF2-40B4-BE49-F238E27FC236}">
                    <a16:creationId xmlns:a16="http://schemas.microsoft.com/office/drawing/2014/main" id="{28D67BA5-B51E-1F4B-9F91-6C8CB9B77825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5041006" y="3051076"/>
                <a:ext cx="495300" cy="760413"/>
                <a:chOff x="333961" y="4406169"/>
                <a:chExt cx="1255305" cy="2136353"/>
              </a:xfrm>
            </p:grpSpPr>
            <p:sp>
              <p:nvSpPr>
                <p:cNvPr id="152" name="Freeform 151">
                  <a:extLst>
                    <a:ext uri="{FF2B5EF4-FFF2-40B4-BE49-F238E27FC236}">
                      <a16:creationId xmlns:a16="http://schemas.microsoft.com/office/drawing/2014/main" id="{56F3A370-4056-4D4B-9032-355AAB97EFC1}"/>
                    </a:ext>
                  </a:extLst>
                </p:cNvPr>
                <p:cNvSpPr/>
                <p:nvPr/>
              </p:nvSpPr>
              <p:spPr>
                <a:xfrm>
                  <a:off x="333961" y="4406169"/>
                  <a:ext cx="969641" cy="2136353"/>
                </a:xfrm>
                <a:custGeom>
                  <a:avLst/>
                  <a:gdLst>
                    <a:gd name="connsiteX0" fmla="*/ 0 w 966787"/>
                    <a:gd name="connsiteY0" fmla="*/ 0 h 2138362"/>
                    <a:gd name="connsiteX1" fmla="*/ 0 w 966787"/>
                    <a:gd name="connsiteY1" fmla="*/ 1190625 h 2138362"/>
                    <a:gd name="connsiteX2" fmla="*/ 966787 w 966787"/>
                    <a:gd name="connsiteY2" fmla="*/ 2138362 h 2138362"/>
                    <a:gd name="connsiteX3" fmla="*/ 962025 w 966787"/>
                    <a:gd name="connsiteY3" fmla="*/ 742950 h 2138362"/>
                    <a:gd name="connsiteX4" fmla="*/ 0 w 966787"/>
                    <a:gd name="connsiteY4" fmla="*/ 0 h 213836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966787" h="2138362">
                      <a:moveTo>
                        <a:pt x="0" y="0"/>
                      </a:moveTo>
                      <a:lnTo>
                        <a:pt x="0" y="1190625"/>
                      </a:lnTo>
                      <a:lnTo>
                        <a:pt x="966787" y="2138362"/>
                      </a:lnTo>
                      <a:cubicBezTo>
                        <a:pt x="965200" y="1673225"/>
                        <a:pt x="963612" y="1208087"/>
                        <a:pt x="962025" y="742950"/>
                      </a:cubicBez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C00000"/>
                </a:solidFill>
                <a:ln w="25400" cap="flat" cmpd="sng" algn="ctr">
                  <a:noFill/>
                  <a:prstDash val="solid"/>
                </a:ln>
                <a:effectLst/>
              </p:spPr>
              <p:txBody>
                <a:bodyPr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ysClr val="window" lastClr="FFFFFF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  <p:sp>
              <p:nvSpPr>
                <p:cNvPr id="153" name="Freeform 152">
                  <a:extLst>
                    <a:ext uri="{FF2B5EF4-FFF2-40B4-BE49-F238E27FC236}">
                      <a16:creationId xmlns:a16="http://schemas.microsoft.com/office/drawing/2014/main" id="{FC9A9D04-FD70-E345-8B40-8B52B4895FD3}"/>
                    </a:ext>
                  </a:extLst>
                </p:cNvPr>
                <p:cNvSpPr/>
                <p:nvPr/>
              </p:nvSpPr>
              <p:spPr>
                <a:xfrm>
                  <a:off x="350055" y="4410631"/>
                  <a:ext cx="1239211" cy="771583"/>
                </a:xfrm>
                <a:custGeom>
                  <a:avLst/>
                  <a:gdLst>
                    <a:gd name="connsiteX0" fmla="*/ 0 w 966787"/>
                    <a:gd name="connsiteY0" fmla="*/ 0 h 2138362"/>
                    <a:gd name="connsiteX1" fmla="*/ 0 w 966787"/>
                    <a:gd name="connsiteY1" fmla="*/ 1190625 h 2138362"/>
                    <a:gd name="connsiteX2" fmla="*/ 966787 w 966787"/>
                    <a:gd name="connsiteY2" fmla="*/ 2138362 h 2138362"/>
                    <a:gd name="connsiteX3" fmla="*/ 962025 w 966787"/>
                    <a:gd name="connsiteY3" fmla="*/ 742950 h 2138362"/>
                    <a:gd name="connsiteX4" fmla="*/ 0 w 966787"/>
                    <a:gd name="connsiteY4" fmla="*/ 0 h 2138362"/>
                    <a:gd name="connsiteX0" fmla="*/ 928688 w 1895475"/>
                    <a:gd name="connsiteY0" fmla="*/ 0 h 2138362"/>
                    <a:gd name="connsiteX1" fmla="*/ 0 w 1895475"/>
                    <a:gd name="connsiteY1" fmla="*/ 461963 h 2138362"/>
                    <a:gd name="connsiteX2" fmla="*/ 1895475 w 1895475"/>
                    <a:gd name="connsiteY2" fmla="*/ 2138362 h 2138362"/>
                    <a:gd name="connsiteX3" fmla="*/ 1890713 w 1895475"/>
                    <a:gd name="connsiteY3" fmla="*/ 742950 h 2138362"/>
                    <a:gd name="connsiteX4" fmla="*/ 928688 w 1895475"/>
                    <a:gd name="connsiteY4" fmla="*/ 0 h 2138362"/>
                    <a:gd name="connsiteX0" fmla="*/ 247650 w 1895475"/>
                    <a:gd name="connsiteY0" fmla="*/ 0 h 1738312"/>
                    <a:gd name="connsiteX1" fmla="*/ 0 w 1895475"/>
                    <a:gd name="connsiteY1" fmla="*/ 61913 h 1738312"/>
                    <a:gd name="connsiteX2" fmla="*/ 1895475 w 1895475"/>
                    <a:gd name="connsiteY2" fmla="*/ 1738312 h 1738312"/>
                    <a:gd name="connsiteX3" fmla="*/ 1890713 w 1895475"/>
                    <a:gd name="connsiteY3" fmla="*/ 342900 h 1738312"/>
                    <a:gd name="connsiteX4" fmla="*/ 247650 w 1895475"/>
                    <a:gd name="connsiteY4" fmla="*/ 0 h 1738312"/>
                    <a:gd name="connsiteX0" fmla="*/ 247650 w 1895475"/>
                    <a:gd name="connsiteY0" fmla="*/ 0 h 1738312"/>
                    <a:gd name="connsiteX1" fmla="*/ 0 w 1895475"/>
                    <a:gd name="connsiteY1" fmla="*/ 61913 h 1738312"/>
                    <a:gd name="connsiteX2" fmla="*/ 1895475 w 1895475"/>
                    <a:gd name="connsiteY2" fmla="*/ 1738312 h 1738312"/>
                    <a:gd name="connsiteX3" fmla="*/ 1143000 w 1895475"/>
                    <a:gd name="connsiteY3" fmla="*/ 776288 h 1738312"/>
                    <a:gd name="connsiteX4" fmla="*/ 247650 w 1895475"/>
                    <a:gd name="connsiteY4" fmla="*/ 0 h 1738312"/>
                    <a:gd name="connsiteX0" fmla="*/ 247650 w 1895475"/>
                    <a:gd name="connsiteY0" fmla="*/ 0 h 1738312"/>
                    <a:gd name="connsiteX1" fmla="*/ 0 w 1895475"/>
                    <a:gd name="connsiteY1" fmla="*/ 61913 h 1738312"/>
                    <a:gd name="connsiteX2" fmla="*/ 1895475 w 1895475"/>
                    <a:gd name="connsiteY2" fmla="*/ 1738312 h 1738312"/>
                    <a:gd name="connsiteX3" fmla="*/ 1143000 w 1895475"/>
                    <a:gd name="connsiteY3" fmla="*/ 776288 h 1738312"/>
                    <a:gd name="connsiteX4" fmla="*/ 247650 w 1895475"/>
                    <a:gd name="connsiteY4" fmla="*/ 0 h 1738312"/>
                    <a:gd name="connsiteX0" fmla="*/ 247650 w 1895475"/>
                    <a:gd name="connsiteY0" fmla="*/ 0 h 1738312"/>
                    <a:gd name="connsiteX1" fmla="*/ 0 w 1895475"/>
                    <a:gd name="connsiteY1" fmla="*/ 61913 h 1738312"/>
                    <a:gd name="connsiteX2" fmla="*/ 1895475 w 1895475"/>
                    <a:gd name="connsiteY2" fmla="*/ 1738312 h 1738312"/>
                    <a:gd name="connsiteX3" fmla="*/ 1238250 w 1895475"/>
                    <a:gd name="connsiteY3" fmla="*/ 814388 h 1738312"/>
                    <a:gd name="connsiteX4" fmla="*/ 247650 w 1895475"/>
                    <a:gd name="connsiteY4" fmla="*/ 0 h 1738312"/>
                    <a:gd name="connsiteX0" fmla="*/ 247650 w 1895475"/>
                    <a:gd name="connsiteY0" fmla="*/ 0 h 1738312"/>
                    <a:gd name="connsiteX1" fmla="*/ 0 w 1895475"/>
                    <a:gd name="connsiteY1" fmla="*/ 61913 h 1738312"/>
                    <a:gd name="connsiteX2" fmla="*/ 1895475 w 1895475"/>
                    <a:gd name="connsiteY2" fmla="*/ 1738312 h 1738312"/>
                    <a:gd name="connsiteX3" fmla="*/ 1238250 w 1895475"/>
                    <a:gd name="connsiteY3" fmla="*/ 814388 h 1738312"/>
                    <a:gd name="connsiteX4" fmla="*/ 247650 w 1895475"/>
                    <a:gd name="connsiteY4" fmla="*/ 0 h 1738312"/>
                    <a:gd name="connsiteX0" fmla="*/ 247650 w 1238250"/>
                    <a:gd name="connsiteY0" fmla="*/ 0 h 862012"/>
                    <a:gd name="connsiteX1" fmla="*/ 0 w 1238250"/>
                    <a:gd name="connsiteY1" fmla="*/ 61913 h 862012"/>
                    <a:gd name="connsiteX2" fmla="*/ 947738 w 1238250"/>
                    <a:gd name="connsiteY2" fmla="*/ 862012 h 862012"/>
                    <a:gd name="connsiteX3" fmla="*/ 1238250 w 1238250"/>
                    <a:gd name="connsiteY3" fmla="*/ 814388 h 862012"/>
                    <a:gd name="connsiteX4" fmla="*/ 247650 w 1238250"/>
                    <a:gd name="connsiteY4" fmla="*/ 0 h 862012"/>
                    <a:gd name="connsiteX0" fmla="*/ 247650 w 1238250"/>
                    <a:gd name="connsiteY0" fmla="*/ 0 h 823912"/>
                    <a:gd name="connsiteX1" fmla="*/ 0 w 1238250"/>
                    <a:gd name="connsiteY1" fmla="*/ 61913 h 823912"/>
                    <a:gd name="connsiteX2" fmla="*/ 952500 w 1238250"/>
                    <a:gd name="connsiteY2" fmla="*/ 823912 h 823912"/>
                    <a:gd name="connsiteX3" fmla="*/ 1238250 w 1238250"/>
                    <a:gd name="connsiteY3" fmla="*/ 814388 h 823912"/>
                    <a:gd name="connsiteX4" fmla="*/ 247650 w 1238250"/>
                    <a:gd name="connsiteY4" fmla="*/ 0 h 823912"/>
                    <a:gd name="connsiteX0" fmla="*/ 247650 w 1238250"/>
                    <a:gd name="connsiteY0" fmla="*/ 0 h 823912"/>
                    <a:gd name="connsiteX1" fmla="*/ 0 w 1238250"/>
                    <a:gd name="connsiteY1" fmla="*/ 61913 h 823912"/>
                    <a:gd name="connsiteX2" fmla="*/ 952500 w 1238250"/>
                    <a:gd name="connsiteY2" fmla="*/ 823912 h 823912"/>
                    <a:gd name="connsiteX3" fmla="*/ 1238250 w 1238250"/>
                    <a:gd name="connsiteY3" fmla="*/ 814388 h 823912"/>
                    <a:gd name="connsiteX4" fmla="*/ 247650 w 1238250"/>
                    <a:gd name="connsiteY4" fmla="*/ 0 h 823912"/>
                    <a:gd name="connsiteX0" fmla="*/ 233363 w 1238250"/>
                    <a:gd name="connsiteY0" fmla="*/ 0 h 766762"/>
                    <a:gd name="connsiteX1" fmla="*/ 0 w 1238250"/>
                    <a:gd name="connsiteY1" fmla="*/ 4763 h 766762"/>
                    <a:gd name="connsiteX2" fmla="*/ 952500 w 1238250"/>
                    <a:gd name="connsiteY2" fmla="*/ 766762 h 766762"/>
                    <a:gd name="connsiteX3" fmla="*/ 1238250 w 1238250"/>
                    <a:gd name="connsiteY3" fmla="*/ 757238 h 766762"/>
                    <a:gd name="connsiteX4" fmla="*/ 233363 w 1238250"/>
                    <a:gd name="connsiteY4" fmla="*/ 0 h 766762"/>
                    <a:gd name="connsiteX0" fmla="*/ 233363 w 1238250"/>
                    <a:gd name="connsiteY0" fmla="*/ 0 h 773376"/>
                    <a:gd name="connsiteX1" fmla="*/ 0 w 1238250"/>
                    <a:gd name="connsiteY1" fmla="*/ 4763 h 773376"/>
                    <a:gd name="connsiteX2" fmla="*/ 952500 w 1238250"/>
                    <a:gd name="connsiteY2" fmla="*/ 766762 h 773376"/>
                    <a:gd name="connsiteX3" fmla="*/ 1238250 w 1238250"/>
                    <a:gd name="connsiteY3" fmla="*/ 771525 h 773376"/>
                    <a:gd name="connsiteX4" fmla="*/ 233363 w 1238250"/>
                    <a:gd name="connsiteY4" fmla="*/ 0 h 773376"/>
                    <a:gd name="connsiteX0" fmla="*/ 233363 w 1238250"/>
                    <a:gd name="connsiteY0" fmla="*/ 0 h 766762"/>
                    <a:gd name="connsiteX1" fmla="*/ 0 w 1238250"/>
                    <a:gd name="connsiteY1" fmla="*/ 4763 h 766762"/>
                    <a:gd name="connsiteX2" fmla="*/ 952500 w 1238250"/>
                    <a:gd name="connsiteY2" fmla="*/ 766762 h 766762"/>
                    <a:gd name="connsiteX3" fmla="*/ 1238250 w 1238250"/>
                    <a:gd name="connsiteY3" fmla="*/ 757236 h 766762"/>
                    <a:gd name="connsiteX4" fmla="*/ 233363 w 1238250"/>
                    <a:gd name="connsiteY4" fmla="*/ 0 h 766762"/>
                    <a:gd name="connsiteX0" fmla="*/ 233363 w 1238250"/>
                    <a:gd name="connsiteY0" fmla="*/ 0 h 773375"/>
                    <a:gd name="connsiteX1" fmla="*/ 0 w 1238250"/>
                    <a:gd name="connsiteY1" fmla="*/ 4763 h 773375"/>
                    <a:gd name="connsiteX2" fmla="*/ 952500 w 1238250"/>
                    <a:gd name="connsiteY2" fmla="*/ 766762 h 773375"/>
                    <a:gd name="connsiteX3" fmla="*/ 1238250 w 1238250"/>
                    <a:gd name="connsiteY3" fmla="*/ 771523 h 773375"/>
                    <a:gd name="connsiteX4" fmla="*/ 233363 w 1238250"/>
                    <a:gd name="connsiteY4" fmla="*/ 0 h 773375"/>
                    <a:gd name="connsiteX0" fmla="*/ 233363 w 1238250"/>
                    <a:gd name="connsiteY0" fmla="*/ 0 h 771523"/>
                    <a:gd name="connsiteX1" fmla="*/ 0 w 1238250"/>
                    <a:gd name="connsiteY1" fmla="*/ 4763 h 771523"/>
                    <a:gd name="connsiteX2" fmla="*/ 952500 w 1238250"/>
                    <a:gd name="connsiteY2" fmla="*/ 766762 h 771523"/>
                    <a:gd name="connsiteX3" fmla="*/ 1238250 w 1238250"/>
                    <a:gd name="connsiteY3" fmla="*/ 771523 h 771523"/>
                    <a:gd name="connsiteX4" fmla="*/ 233363 w 1238250"/>
                    <a:gd name="connsiteY4" fmla="*/ 0 h 771523"/>
                    <a:gd name="connsiteX0" fmla="*/ 233363 w 1238250"/>
                    <a:gd name="connsiteY0" fmla="*/ 0 h 771523"/>
                    <a:gd name="connsiteX1" fmla="*/ 0 w 1238250"/>
                    <a:gd name="connsiteY1" fmla="*/ 23466 h 771523"/>
                    <a:gd name="connsiteX2" fmla="*/ 952500 w 1238250"/>
                    <a:gd name="connsiteY2" fmla="*/ 766762 h 771523"/>
                    <a:gd name="connsiteX3" fmla="*/ 1238250 w 1238250"/>
                    <a:gd name="connsiteY3" fmla="*/ 771523 h 771523"/>
                    <a:gd name="connsiteX4" fmla="*/ 233363 w 1238250"/>
                    <a:gd name="connsiteY4" fmla="*/ 0 h 771523"/>
                    <a:gd name="connsiteX0" fmla="*/ 233363 w 1238250"/>
                    <a:gd name="connsiteY0" fmla="*/ 0 h 757496"/>
                    <a:gd name="connsiteX1" fmla="*/ 0 w 1238250"/>
                    <a:gd name="connsiteY1" fmla="*/ 9439 h 757496"/>
                    <a:gd name="connsiteX2" fmla="*/ 952500 w 1238250"/>
                    <a:gd name="connsiteY2" fmla="*/ 752735 h 757496"/>
                    <a:gd name="connsiteX3" fmla="*/ 1238250 w 1238250"/>
                    <a:gd name="connsiteY3" fmla="*/ 757496 h 757496"/>
                    <a:gd name="connsiteX4" fmla="*/ 233363 w 1238250"/>
                    <a:gd name="connsiteY4" fmla="*/ 0 h 75749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238250" h="757496">
                      <a:moveTo>
                        <a:pt x="233363" y="0"/>
                      </a:moveTo>
                      <a:lnTo>
                        <a:pt x="0" y="9439"/>
                      </a:lnTo>
                      <a:lnTo>
                        <a:pt x="952500" y="752735"/>
                      </a:lnTo>
                      <a:cubicBezTo>
                        <a:pt x="1060450" y="744798"/>
                        <a:pt x="1035049" y="751145"/>
                        <a:pt x="1238250" y="757496"/>
                      </a:cubicBezTo>
                      <a:lnTo>
                        <a:pt x="233363" y="0"/>
                      </a:lnTo>
                      <a:close/>
                    </a:path>
                  </a:pathLst>
                </a:custGeom>
                <a:solidFill>
                  <a:srgbClr val="ED356A"/>
                </a:solidFill>
                <a:ln w="25400" cap="flat" cmpd="sng" algn="ctr">
                  <a:noFill/>
                  <a:prstDash val="solid"/>
                </a:ln>
                <a:effectLst/>
              </p:spPr>
              <p:txBody>
                <a:bodyPr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ysClr val="window" lastClr="FFFFFF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  <p:sp>
              <p:nvSpPr>
                <p:cNvPr id="154" name="Rectangle 68">
                  <a:extLst>
                    <a:ext uri="{FF2B5EF4-FFF2-40B4-BE49-F238E27FC236}">
                      <a16:creationId xmlns:a16="http://schemas.microsoft.com/office/drawing/2014/main" id="{DB9F22EB-34DD-B44E-B8F0-F93A80887B1A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289719" y="5166823"/>
                  <a:ext cx="289686" cy="1351386"/>
                </a:xfrm>
                <a:prstGeom prst="rect">
                  <a:avLst/>
                </a:prstGeom>
                <a:solidFill>
                  <a:srgbClr val="E4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25400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anchor="ctr"/>
                <a:lstStyle>
                  <a:lvl1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</p:grpSp>
          <p:grpSp>
            <p:nvGrpSpPr>
              <p:cNvPr id="147" name="Group 61">
                <a:extLst>
                  <a:ext uri="{FF2B5EF4-FFF2-40B4-BE49-F238E27FC236}">
                    <a16:creationId xmlns:a16="http://schemas.microsoft.com/office/drawing/2014/main" id="{8EBA6A47-608B-5949-888D-EE10ACCBFCAC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816091" y="3049780"/>
                <a:ext cx="494208" cy="761128"/>
                <a:chOff x="335231" y="4405745"/>
                <a:chExt cx="1252537" cy="2138362"/>
              </a:xfrm>
            </p:grpSpPr>
            <p:sp>
              <p:nvSpPr>
                <p:cNvPr id="149" name="Freeform 148">
                  <a:extLst>
                    <a:ext uri="{FF2B5EF4-FFF2-40B4-BE49-F238E27FC236}">
                      <a16:creationId xmlns:a16="http://schemas.microsoft.com/office/drawing/2014/main" id="{8B0E7BF7-08BC-9E4B-BA69-36C0B14D8D1C}"/>
                    </a:ext>
                  </a:extLst>
                </p:cNvPr>
                <p:cNvSpPr/>
                <p:nvPr/>
              </p:nvSpPr>
              <p:spPr>
                <a:xfrm>
                  <a:off x="335231" y="4406992"/>
                  <a:ext cx="965619" cy="2136350"/>
                </a:xfrm>
                <a:custGeom>
                  <a:avLst/>
                  <a:gdLst>
                    <a:gd name="connsiteX0" fmla="*/ 0 w 966787"/>
                    <a:gd name="connsiteY0" fmla="*/ 0 h 2138362"/>
                    <a:gd name="connsiteX1" fmla="*/ 0 w 966787"/>
                    <a:gd name="connsiteY1" fmla="*/ 1190625 h 2138362"/>
                    <a:gd name="connsiteX2" fmla="*/ 966787 w 966787"/>
                    <a:gd name="connsiteY2" fmla="*/ 2138362 h 2138362"/>
                    <a:gd name="connsiteX3" fmla="*/ 962025 w 966787"/>
                    <a:gd name="connsiteY3" fmla="*/ 742950 h 2138362"/>
                    <a:gd name="connsiteX4" fmla="*/ 0 w 966787"/>
                    <a:gd name="connsiteY4" fmla="*/ 0 h 213836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966787" h="2138362">
                      <a:moveTo>
                        <a:pt x="0" y="0"/>
                      </a:moveTo>
                      <a:lnTo>
                        <a:pt x="0" y="1190625"/>
                      </a:lnTo>
                      <a:lnTo>
                        <a:pt x="966787" y="2138362"/>
                      </a:lnTo>
                      <a:cubicBezTo>
                        <a:pt x="965200" y="1673225"/>
                        <a:pt x="963612" y="1208087"/>
                        <a:pt x="962025" y="742950"/>
                      </a:cubicBez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C00000"/>
                </a:solidFill>
                <a:ln w="25400" cap="flat" cmpd="sng" algn="ctr">
                  <a:noFill/>
                  <a:prstDash val="solid"/>
                </a:ln>
                <a:effectLst/>
              </p:spPr>
              <p:txBody>
                <a:bodyPr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ysClr val="window" lastClr="FFFFFF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  <p:sp>
              <p:nvSpPr>
                <p:cNvPr id="150" name="Freeform 149">
                  <a:extLst>
                    <a:ext uri="{FF2B5EF4-FFF2-40B4-BE49-F238E27FC236}">
                      <a16:creationId xmlns:a16="http://schemas.microsoft.com/office/drawing/2014/main" id="{671F6074-CF54-2643-81D7-12EC582C9E91}"/>
                    </a:ext>
                  </a:extLst>
                </p:cNvPr>
                <p:cNvSpPr/>
                <p:nvPr/>
              </p:nvSpPr>
              <p:spPr>
                <a:xfrm>
                  <a:off x="351325" y="4411451"/>
                  <a:ext cx="1235186" cy="771586"/>
                </a:xfrm>
                <a:custGeom>
                  <a:avLst/>
                  <a:gdLst>
                    <a:gd name="connsiteX0" fmla="*/ 0 w 966787"/>
                    <a:gd name="connsiteY0" fmla="*/ 0 h 2138362"/>
                    <a:gd name="connsiteX1" fmla="*/ 0 w 966787"/>
                    <a:gd name="connsiteY1" fmla="*/ 1190625 h 2138362"/>
                    <a:gd name="connsiteX2" fmla="*/ 966787 w 966787"/>
                    <a:gd name="connsiteY2" fmla="*/ 2138362 h 2138362"/>
                    <a:gd name="connsiteX3" fmla="*/ 962025 w 966787"/>
                    <a:gd name="connsiteY3" fmla="*/ 742950 h 2138362"/>
                    <a:gd name="connsiteX4" fmla="*/ 0 w 966787"/>
                    <a:gd name="connsiteY4" fmla="*/ 0 h 2138362"/>
                    <a:gd name="connsiteX0" fmla="*/ 928688 w 1895475"/>
                    <a:gd name="connsiteY0" fmla="*/ 0 h 2138362"/>
                    <a:gd name="connsiteX1" fmla="*/ 0 w 1895475"/>
                    <a:gd name="connsiteY1" fmla="*/ 461963 h 2138362"/>
                    <a:gd name="connsiteX2" fmla="*/ 1895475 w 1895475"/>
                    <a:gd name="connsiteY2" fmla="*/ 2138362 h 2138362"/>
                    <a:gd name="connsiteX3" fmla="*/ 1890713 w 1895475"/>
                    <a:gd name="connsiteY3" fmla="*/ 742950 h 2138362"/>
                    <a:gd name="connsiteX4" fmla="*/ 928688 w 1895475"/>
                    <a:gd name="connsiteY4" fmla="*/ 0 h 2138362"/>
                    <a:gd name="connsiteX0" fmla="*/ 247650 w 1895475"/>
                    <a:gd name="connsiteY0" fmla="*/ 0 h 1738312"/>
                    <a:gd name="connsiteX1" fmla="*/ 0 w 1895475"/>
                    <a:gd name="connsiteY1" fmla="*/ 61913 h 1738312"/>
                    <a:gd name="connsiteX2" fmla="*/ 1895475 w 1895475"/>
                    <a:gd name="connsiteY2" fmla="*/ 1738312 h 1738312"/>
                    <a:gd name="connsiteX3" fmla="*/ 1890713 w 1895475"/>
                    <a:gd name="connsiteY3" fmla="*/ 342900 h 1738312"/>
                    <a:gd name="connsiteX4" fmla="*/ 247650 w 1895475"/>
                    <a:gd name="connsiteY4" fmla="*/ 0 h 1738312"/>
                    <a:gd name="connsiteX0" fmla="*/ 247650 w 1895475"/>
                    <a:gd name="connsiteY0" fmla="*/ 0 h 1738312"/>
                    <a:gd name="connsiteX1" fmla="*/ 0 w 1895475"/>
                    <a:gd name="connsiteY1" fmla="*/ 61913 h 1738312"/>
                    <a:gd name="connsiteX2" fmla="*/ 1895475 w 1895475"/>
                    <a:gd name="connsiteY2" fmla="*/ 1738312 h 1738312"/>
                    <a:gd name="connsiteX3" fmla="*/ 1143000 w 1895475"/>
                    <a:gd name="connsiteY3" fmla="*/ 776288 h 1738312"/>
                    <a:gd name="connsiteX4" fmla="*/ 247650 w 1895475"/>
                    <a:gd name="connsiteY4" fmla="*/ 0 h 1738312"/>
                    <a:gd name="connsiteX0" fmla="*/ 247650 w 1895475"/>
                    <a:gd name="connsiteY0" fmla="*/ 0 h 1738312"/>
                    <a:gd name="connsiteX1" fmla="*/ 0 w 1895475"/>
                    <a:gd name="connsiteY1" fmla="*/ 61913 h 1738312"/>
                    <a:gd name="connsiteX2" fmla="*/ 1895475 w 1895475"/>
                    <a:gd name="connsiteY2" fmla="*/ 1738312 h 1738312"/>
                    <a:gd name="connsiteX3" fmla="*/ 1143000 w 1895475"/>
                    <a:gd name="connsiteY3" fmla="*/ 776288 h 1738312"/>
                    <a:gd name="connsiteX4" fmla="*/ 247650 w 1895475"/>
                    <a:gd name="connsiteY4" fmla="*/ 0 h 1738312"/>
                    <a:gd name="connsiteX0" fmla="*/ 247650 w 1895475"/>
                    <a:gd name="connsiteY0" fmla="*/ 0 h 1738312"/>
                    <a:gd name="connsiteX1" fmla="*/ 0 w 1895475"/>
                    <a:gd name="connsiteY1" fmla="*/ 61913 h 1738312"/>
                    <a:gd name="connsiteX2" fmla="*/ 1895475 w 1895475"/>
                    <a:gd name="connsiteY2" fmla="*/ 1738312 h 1738312"/>
                    <a:gd name="connsiteX3" fmla="*/ 1238250 w 1895475"/>
                    <a:gd name="connsiteY3" fmla="*/ 814388 h 1738312"/>
                    <a:gd name="connsiteX4" fmla="*/ 247650 w 1895475"/>
                    <a:gd name="connsiteY4" fmla="*/ 0 h 1738312"/>
                    <a:gd name="connsiteX0" fmla="*/ 247650 w 1895475"/>
                    <a:gd name="connsiteY0" fmla="*/ 0 h 1738312"/>
                    <a:gd name="connsiteX1" fmla="*/ 0 w 1895475"/>
                    <a:gd name="connsiteY1" fmla="*/ 61913 h 1738312"/>
                    <a:gd name="connsiteX2" fmla="*/ 1895475 w 1895475"/>
                    <a:gd name="connsiteY2" fmla="*/ 1738312 h 1738312"/>
                    <a:gd name="connsiteX3" fmla="*/ 1238250 w 1895475"/>
                    <a:gd name="connsiteY3" fmla="*/ 814388 h 1738312"/>
                    <a:gd name="connsiteX4" fmla="*/ 247650 w 1895475"/>
                    <a:gd name="connsiteY4" fmla="*/ 0 h 1738312"/>
                    <a:gd name="connsiteX0" fmla="*/ 247650 w 1238250"/>
                    <a:gd name="connsiteY0" fmla="*/ 0 h 862012"/>
                    <a:gd name="connsiteX1" fmla="*/ 0 w 1238250"/>
                    <a:gd name="connsiteY1" fmla="*/ 61913 h 862012"/>
                    <a:gd name="connsiteX2" fmla="*/ 947738 w 1238250"/>
                    <a:gd name="connsiteY2" fmla="*/ 862012 h 862012"/>
                    <a:gd name="connsiteX3" fmla="*/ 1238250 w 1238250"/>
                    <a:gd name="connsiteY3" fmla="*/ 814388 h 862012"/>
                    <a:gd name="connsiteX4" fmla="*/ 247650 w 1238250"/>
                    <a:gd name="connsiteY4" fmla="*/ 0 h 862012"/>
                    <a:gd name="connsiteX0" fmla="*/ 247650 w 1238250"/>
                    <a:gd name="connsiteY0" fmla="*/ 0 h 823912"/>
                    <a:gd name="connsiteX1" fmla="*/ 0 w 1238250"/>
                    <a:gd name="connsiteY1" fmla="*/ 61913 h 823912"/>
                    <a:gd name="connsiteX2" fmla="*/ 952500 w 1238250"/>
                    <a:gd name="connsiteY2" fmla="*/ 823912 h 823912"/>
                    <a:gd name="connsiteX3" fmla="*/ 1238250 w 1238250"/>
                    <a:gd name="connsiteY3" fmla="*/ 814388 h 823912"/>
                    <a:gd name="connsiteX4" fmla="*/ 247650 w 1238250"/>
                    <a:gd name="connsiteY4" fmla="*/ 0 h 823912"/>
                    <a:gd name="connsiteX0" fmla="*/ 247650 w 1238250"/>
                    <a:gd name="connsiteY0" fmla="*/ 0 h 823912"/>
                    <a:gd name="connsiteX1" fmla="*/ 0 w 1238250"/>
                    <a:gd name="connsiteY1" fmla="*/ 61913 h 823912"/>
                    <a:gd name="connsiteX2" fmla="*/ 952500 w 1238250"/>
                    <a:gd name="connsiteY2" fmla="*/ 823912 h 823912"/>
                    <a:gd name="connsiteX3" fmla="*/ 1238250 w 1238250"/>
                    <a:gd name="connsiteY3" fmla="*/ 814388 h 823912"/>
                    <a:gd name="connsiteX4" fmla="*/ 247650 w 1238250"/>
                    <a:gd name="connsiteY4" fmla="*/ 0 h 823912"/>
                    <a:gd name="connsiteX0" fmla="*/ 233363 w 1238250"/>
                    <a:gd name="connsiteY0" fmla="*/ 0 h 766762"/>
                    <a:gd name="connsiteX1" fmla="*/ 0 w 1238250"/>
                    <a:gd name="connsiteY1" fmla="*/ 4763 h 766762"/>
                    <a:gd name="connsiteX2" fmla="*/ 952500 w 1238250"/>
                    <a:gd name="connsiteY2" fmla="*/ 766762 h 766762"/>
                    <a:gd name="connsiteX3" fmla="*/ 1238250 w 1238250"/>
                    <a:gd name="connsiteY3" fmla="*/ 757238 h 766762"/>
                    <a:gd name="connsiteX4" fmla="*/ 233363 w 1238250"/>
                    <a:gd name="connsiteY4" fmla="*/ 0 h 766762"/>
                    <a:gd name="connsiteX0" fmla="*/ 233363 w 1238250"/>
                    <a:gd name="connsiteY0" fmla="*/ 0 h 773376"/>
                    <a:gd name="connsiteX1" fmla="*/ 0 w 1238250"/>
                    <a:gd name="connsiteY1" fmla="*/ 4763 h 773376"/>
                    <a:gd name="connsiteX2" fmla="*/ 952500 w 1238250"/>
                    <a:gd name="connsiteY2" fmla="*/ 766762 h 773376"/>
                    <a:gd name="connsiteX3" fmla="*/ 1238250 w 1238250"/>
                    <a:gd name="connsiteY3" fmla="*/ 771525 h 773376"/>
                    <a:gd name="connsiteX4" fmla="*/ 233363 w 1238250"/>
                    <a:gd name="connsiteY4" fmla="*/ 0 h 773376"/>
                    <a:gd name="connsiteX0" fmla="*/ 233363 w 1238250"/>
                    <a:gd name="connsiteY0" fmla="*/ 0 h 766762"/>
                    <a:gd name="connsiteX1" fmla="*/ 0 w 1238250"/>
                    <a:gd name="connsiteY1" fmla="*/ 4763 h 766762"/>
                    <a:gd name="connsiteX2" fmla="*/ 952500 w 1238250"/>
                    <a:gd name="connsiteY2" fmla="*/ 766762 h 766762"/>
                    <a:gd name="connsiteX3" fmla="*/ 1238250 w 1238250"/>
                    <a:gd name="connsiteY3" fmla="*/ 757236 h 766762"/>
                    <a:gd name="connsiteX4" fmla="*/ 233363 w 1238250"/>
                    <a:gd name="connsiteY4" fmla="*/ 0 h 766762"/>
                    <a:gd name="connsiteX0" fmla="*/ 233363 w 1238250"/>
                    <a:gd name="connsiteY0" fmla="*/ 0 h 773375"/>
                    <a:gd name="connsiteX1" fmla="*/ 0 w 1238250"/>
                    <a:gd name="connsiteY1" fmla="*/ 4763 h 773375"/>
                    <a:gd name="connsiteX2" fmla="*/ 952500 w 1238250"/>
                    <a:gd name="connsiteY2" fmla="*/ 766762 h 773375"/>
                    <a:gd name="connsiteX3" fmla="*/ 1238250 w 1238250"/>
                    <a:gd name="connsiteY3" fmla="*/ 771523 h 773375"/>
                    <a:gd name="connsiteX4" fmla="*/ 233363 w 1238250"/>
                    <a:gd name="connsiteY4" fmla="*/ 0 h 773375"/>
                    <a:gd name="connsiteX0" fmla="*/ 233363 w 1238250"/>
                    <a:gd name="connsiteY0" fmla="*/ 0 h 771523"/>
                    <a:gd name="connsiteX1" fmla="*/ 0 w 1238250"/>
                    <a:gd name="connsiteY1" fmla="*/ 4763 h 771523"/>
                    <a:gd name="connsiteX2" fmla="*/ 952500 w 1238250"/>
                    <a:gd name="connsiteY2" fmla="*/ 766762 h 771523"/>
                    <a:gd name="connsiteX3" fmla="*/ 1238250 w 1238250"/>
                    <a:gd name="connsiteY3" fmla="*/ 771523 h 771523"/>
                    <a:gd name="connsiteX4" fmla="*/ 233363 w 1238250"/>
                    <a:gd name="connsiteY4" fmla="*/ 0 h 771523"/>
                    <a:gd name="connsiteX0" fmla="*/ 233363 w 1238250"/>
                    <a:gd name="connsiteY0" fmla="*/ 0 h 771523"/>
                    <a:gd name="connsiteX1" fmla="*/ 0 w 1238250"/>
                    <a:gd name="connsiteY1" fmla="*/ 23466 h 771523"/>
                    <a:gd name="connsiteX2" fmla="*/ 952500 w 1238250"/>
                    <a:gd name="connsiteY2" fmla="*/ 766762 h 771523"/>
                    <a:gd name="connsiteX3" fmla="*/ 1238250 w 1238250"/>
                    <a:gd name="connsiteY3" fmla="*/ 771523 h 771523"/>
                    <a:gd name="connsiteX4" fmla="*/ 233363 w 1238250"/>
                    <a:gd name="connsiteY4" fmla="*/ 0 h 771523"/>
                    <a:gd name="connsiteX0" fmla="*/ 233363 w 1238250"/>
                    <a:gd name="connsiteY0" fmla="*/ 0 h 757496"/>
                    <a:gd name="connsiteX1" fmla="*/ 0 w 1238250"/>
                    <a:gd name="connsiteY1" fmla="*/ 9439 h 757496"/>
                    <a:gd name="connsiteX2" fmla="*/ 952500 w 1238250"/>
                    <a:gd name="connsiteY2" fmla="*/ 752735 h 757496"/>
                    <a:gd name="connsiteX3" fmla="*/ 1238250 w 1238250"/>
                    <a:gd name="connsiteY3" fmla="*/ 757496 h 757496"/>
                    <a:gd name="connsiteX4" fmla="*/ 233363 w 1238250"/>
                    <a:gd name="connsiteY4" fmla="*/ 0 h 75749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238250" h="757496">
                      <a:moveTo>
                        <a:pt x="233363" y="0"/>
                      </a:moveTo>
                      <a:lnTo>
                        <a:pt x="0" y="9439"/>
                      </a:lnTo>
                      <a:lnTo>
                        <a:pt x="952500" y="752735"/>
                      </a:lnTo>
                      <a:cubicBezTo>
                        <a:pt x="1060450" y="744798"/>
                        <a:pt x="1035049" y="751145"/>
                        <a:pt x="1238250" y="757496"/>
                      </a:cubicBezTo>
                      <a:lnTo>
                        <a:pt x="233363" y="0"/>
                      </a:lnTo>
                      <a:close/>
                    </a:path>
                  </a:pathLst>
                </a:custGeom>
                <a:solidFill>
                  <a:srgbClr val="ED356A"/>
                </a:solidFill>
                <a:ln w="25400" cap="flat" cmpd="sng" algn="ctr">
                  <a:noFill/>
                  <a:prstDash val="solid"/>
                </a:ln>
                <a:effectLst/>
              </p:spPr>
              <p:txBody>
                <a:bodyPr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ysClr val="window" lastClr="FFFFFF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  <p:sp>
              <p:nvSpPr>
                <p:cNvPr id="151" name="Rectangle 65">
                  <a:extLst>
                    <a:ext uri="{FF2B5EF4-FFF2-40B4-BE49-F238E27FC236}">
                      <a16:creationId xmlns:a16="http://schemas.microsoft.com/office/drawing/2014/main" id="{24B1948E-031B-0E41-806A-4FBC399FCA5C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296825" y="5178575"/>
                  <a:ext cx="289686" cy="1351389"/>
                </a:xfrm>
                <a:prstGeom prst="rect">
                  <a:avLst/>
                </a:prstGeom>
                <a:solidFill>
                  <a:srgbClr val="E4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25400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anchor="ctr"/>
                <a:lstStyle>
                  <a:lvl1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</p:grpSp>
          <p:grpSp>
            <p:nvGrpSpPr>
              <p:cNvPr id="203" name="Group 61">
                <a:extLst>
                  <a:ext uri="{FF2B5EF4-FFF2-40B4-BE49-F238E27FC236}">
                    <a16:creationId xmlns:a16="http://schemas.microsoft.com/office/drawing/2014/main" id="{A84018EA-3016-6944-815C-BDA0454861B8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621648" y="3053943"/>
                <a:ext cx="494208" cy="761128"/>
                <a:chOff x="335231" y="4405745"/>
                <a:chExt cx="1252537" cy="2138362"/>
              </a:xfrm>
            </p:grpSpPr>
            <p:sp>
              <p:nvSpPr>
                <p:cNvPr id="204" name="Freeform 203">
                  <a:extLst>
                    <a:ext uri="{FF2B5EF4-FFF2-40B4-BE49-F238E27FC236}">
                      <a16:creationId xmlns:a16="http://schemas.microsoft.com/office/drawing/2014/main" id="{A877B87A-03DB-5F4A-A8C2-6E39BA84A122}"/>
                    </a:ext>
                  </a:extLst>
                </p:cNvPr>
                <p:cNvSpPr/>
                <p:nvPr/>
              </p:nvSpPr>
              <p:spPr>
                <a:xfrm>
                  <a:off x="335231" y="4406992"/>
                  <a:ext cx="965619" cy="2136350"/>
                </a:xfrm>
                <a:custGeom>
                  <a:avLst/>
                  <a:gdLst>
                    <a:gd name="connsiteX0" fmla="*/ 0 w 966787"/>
                    <a:gd name="connsiteY0" fmla="*/ 0 h 2138362"/>
                    <a:gd name="connsiteX1" fmla="*/ 0 w 966787"/>
                    <a:gd name="connsiteY1" fmla="*/ 1190625 h 2138362"/>
                    <a:gd name="connsiteX2" fmla="*/ 966787 w 966787"/>
                    <a:gd name="connsiteY2" fmla="*/ 2138362 h 2138362"/>
                    <a:gd name="connsiteX3" fmla="*/ 962025 w 966787"/>
                    <a:gd name="connsiteY3" fmla="*/ 742950 h 2138362"/>
                    <a:gd name="connsiteX4" fmla="*/ 0 w 966787"/>
                    <a:gd name="connsiteY4" fmla="*/ 0 h 213836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966787" h="2138362">
                      <a:moveTo>
                        <a:pt x="0" y="0"/>
                      </a:moveTo>
                      <a:lnTo>
                        <a:pt x="0" y="1190625"/>
                      </a:lnTo>
                      <a:lnTo>
                        <a:pt x="966787" y="2138362"/>
                      </a:lnTo>
                      <a:cubicBezTo>
                        <a:pt x="965200" y="1673225"/>
                        <a:pt x="963612" y="1208087"/>
                        <a:pt x="962025" y="742950"/>
                      </a:cubicBez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C00000"/>
                </a:solidFill>
                <a:ln w="25400" cap="flat" cmpd="sng" algn="ctr">
                  <a:noFill/>
                  <a:prstDash val="solid"/>
                </a:ln>
                <a:effectLst/>
              </p:spPr>
              <p:txBody>
                <a:bodyPr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ysClr val="window" lastClr="FFFFFF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  <p:sp>
              <p:nvSpPr>
                <p:cNvPr id="205" name="Freeform 204">
                  <a:extLst>
                    <a:ext uri="{FF2B5EF4-FFF2-40B4-BE49-F238E27FC236}">
                      <a16:creationId xmlns:a16="http://schemas.microsoft.com/office/drawing/2014/main" id="{D4629751-292C-9C46-8380-46F69573297B}"/>
                    </a:ext>
                  </a:extLst>
                </p:cNvPr>
                <p:cNvSpPr/>
                <p:nvPr/>
              </p:nvSpPr>
              <p:spPr>
                <a:xfrm>
                  <a:off x="351325" y="4411451"/>
                  <a:ext cx="1235186" cy="771586"/>
                </a:xfrm>
                <a:custGeom>
                  <a:avLst/>
                  <a:gdLst>
                    <a:gd name="connsiteX0" fmla="*/ 0 w 966787"/>
                    <a:gd name="connsiteY0" fmla="*/ 0 h 2138362"/>
                    <a:gd name="connsiteX1" fmla="*/ 0 w 966787"/>
                    <a:gd name="connsiteY1" fmla="*/ 1190625 h 2138362"/>
                    <a:gd name="connsiteX2" fmla="*/ 966787 w 966787"/>
                    <a:gd name="connsiteY2" fmla="*/ 2138362 h 2138362"/>
                    <a:gd name="connsiteX3" fmla="*/ 962025 w 966787"/>
                    <a:gd name="connsiteY3" fmla="*/ 742950 h 2138362"/>
                    <a:gd name="connsiteX4" fmla="*/ 0 w 966787"/>
                    <a:gd name="connsiteY4" fmla="*/ 0 h 2138362"/>
                    <a:gd name="connsiteX0" fmla="*/ 928688 w 1895475"/>
                    <a:gd name="connsiteY0" fmla="*/ 0 h 2138362"/>
                    <a:gd name="connsiteX1" fmla="*/ 0 w 1895475"/>
                    <a:gd name="connsiteY1" fmla="*/ 461963 h 2138362"/>
                    <a:gd name="connsiteX2" fmla="*/ 1895475 w 1895475"/>
                    <a:gd name="connsiteY2" fmla="*/ 2138362 h 2138362"/>
                    <a:gd name="connsiteX3" fmla="*/ 1890713 w 1895475"/>
                    <a:gd name="connsiteY3" fmla="*/ 742950 h 2138362"/>
                    <a:gd name="connsiteX4" fmla="*/ 928688 w 1895475"/>
                    <a:gd name="connsiteY4" fmla="*/ 0 h 2138362"/>
                    <a:gd name="connsiteX0" fmla="*/ 247650 w 1895475"/>
                    <a:gd name="connsiteY0" fmla="*/ 0 h 1738312"/>
                    <a:gd name="connsiteX1" fmla="*/ 0 w 1895475"/>
                    <a:gd name="connsiteY1" fmla="*/ 61913 h 1738312"/>
                    <a:gd name="connsiteX2" fmla="*/ 1895475 w 1895475"/>
                    <a:gd name="connsiteY2" fmla="*/ 1738312 h 1738312"/>
                    <a:gd name="connsiteX3" fmla="*/ 1890713 w 1895475"/>
                    <a:gd name="connsiteY3" fmla="*/ 342900 h 1738312"/>
                    <a:gd name="connsiteX4" fmla="*/ 247650 w 1895475"/>
                    <a:gd name="connsiteY4" fmla="*/ 0 h 1738312"/>
                    <a:gd name="connsiteX0" fmla="*/ 247650 w 1895475"/>
                    <a:gd name="connsiteY0" fmla="*/ 0 h 1738312"/>
                    <a:gd name="connsiteX1" fmla="*/ 0 w 1895475"/>
                    <a:gd name="connsiteY1" fmla="*/ 61913 h 1738312"/>
                    <a:gd name="connsiteX2" fmla="*/ 1895475 w 1895475"/>
                    <a:gd name="connsiteY2" fmla="*/ 1738312 h 1738312"/>
                    <a:gd name="connsiteX3" fmla="*/ 1143000 w 1895475"/>
                    <a:gd name="connsiteY3" fmla="*/ 776288 h 1738312"/>
                    <a:gd name="connsiteX4" fmla="*/ 247650 w 1895475"/>
                    <a:gd name="connsiteY4" fmla="*/ 0 h 1738312"/>
                    <a:gd name="connsiteX0" fmla="*/ 247650 w 1895475"/>
                    <a:gd name="connsiteY0" fmla="*/ 0 h 1738312"/>
                    <a:gd name="connsiteX1" fmla="*/ 0 w 1895475"/>
                    <a:gd name="connsiteY1" fmla="*/ 61913 h 1738312"/>
                    <a:gd name="connsiteX2" fmla="*/ 1895475 w 1895475"/>
                    <a:gd name="connsiteY2" fmla="*/ 1738312 h 1738312"/>
                    <a:gd name="connsiteX3" fmla="*/ 1143000 w 1895475"/>
                    <a:gd name="connsiteY3" fmla="*/ 776288 h 1738312"/>
                    <a:gd name="connsiteX4" fmla="*/ 247650 w 1895475"/>
                    <a:gd name="connsiteY4" fmla="*/ 0 h 1738312"/>
                    <a:gd name="connsiteX0" fmla="*/ 247650 w 1895475"/>
                    <a:gd name="connsiteY0" fmla="*/ 0 h 1738312"/>
                    <a:gd name="connsiteX1" fmla="*/ 0 w 1895475"/>
                    <a:gd name="connsiteY1" fmla="*/ 61913 h 1738312"/>
                    <a:gd name="connsiteX2" fmla="*/ 1895475 w 1895475"/>
                    <a:gd name="connsiteY2" fmla="*/ 1738312 h 1738312"/>
                    <a:gd name="connsiteX3" fmla="*/ 1238250 w 1895475"/>
                    <a:gd name="connsiteY3" fmla="*/ 814388 h 1738312"/>
                    <a:gd name="connsiteX4" fmla="*/ 247650 w 1895475"/>
                    <a:gd name="connsiteY4" fmla="*/ 0 h 1738312"/>
                    <a:gd name="connsiteX0" fmla="*/ 247650 w 1895475"/>
                    <a:gd name="connsiteY0" fmla="*/ 0 h 1738312"/>
                    <a:gd name="connsiteX1" fmla="*/ 0 w 1895475"/>
                    <a:gd name="connsiteY1" fmla="*/ 61913 h 1738312"/>
                    <a:gd name="connsiteX2" fmla="*/ 1895475 w 1895475"/>
                    <a:gd name="connsiteY2" fmla="*/ 1738312 h 1738312"/>
                    <a:gd name="connsiteX3" fmla="*/ 1238250 w 1895475"/>
                    <a:gd name="connsiteY3" fmla="*/ 814388 h 1738312"/>
                    <a:gd name="connsiteX4" fmla="*/ 247650 w 1895475"/>
                    <a:gd name="connsiteY4" fmla="*/ 0 h 1738312"/>
                    <a:gd name="connsiteX0" fmla="*/ 247650 w 1238250"/>
                    <a:gd name="connsiteY0" fmla="*/ 0 h 862012"/>
                    <a:gd name="connsiteX1" fmla="*/ 0 w 1238250"/>
                    <a:gd name="connsiteY1" fmla="*/ 61913 h 862012"/>
                    <a:gd name="connsiteX2" fmla="*/ 947738 w 1238250"/>
                    <a:gd name="connsiteY2" fmla="*/ 862012 h 862012"/>
                    <a:gd name="connsiteX3" fmla="*/ 1238250 w 1238250"/>
                    <a:gd name="connsiteY3" fmla="*/ 814388 h 862012"/>
                    <a:gd name="connsiteX4" fmla="*/ 247650 w 1238250"/>
                    <a:gd name="connsiteY4" fmla="*/ 0 h 862012"/>
                    <a:gd name="connsiteX0" fmla="*/ 247650 w 1238250"/>
                    <a:gd name="connsiteY0" fmla="*/ 0 h 823912"/>
                    <a:gd name="connsiteX1" fmla="*/ 0 w 1238250"/>
                    <a:gd name="connsiteY1" fmla="*/ 61913 h 823912"/>
                    <a:gd name="connsiteX2" fmla="*/ 952500 w 1238250"/>
                    <a:gd name="connsiteY2" fmla="*/ 823912 h 823912"/>
                    <a:gd name="connsiteX3" fmla="*/ 1238250 w 1238250"/>
                    <a:gd name="connsiteY3" fmla="*/ 814388 h 823912"/>
                    <a:gd name="connsiteX4" fmla="*/ 247650 w 1238250"/>
                    <a:gd name="connsiteY4" fmla="*/ 0 h 823912"/>
                    <a:gd name="connsiteX0" fmla="*/ 247650 w 1238250"/>
                    <a:gd name="connsiteY0" fmla="*/ 0 h 823912"/>
                    <a:gd name="connsiteX1" fmla="*/ 0 w 1238250"/>
                    <a:gd name="connsiteY1" fmla="*/ 61913 h 823912"/>
                    <a:gd name="connsiteX2" fmla="*/ 952500 w 1238250"/>
                    <a:gd name="connsiteY2" fmla="*/ 823912 h 823912"/>
                    <a:gd name="connsiteX3" fmla="*/ 1238250 w 1238250"/>
                    <a:gd name="connsiteY3" fmla="*/ 814388 h 823912"/>
                    <a:gd name="connsiteX4" fmla="*/ 247650 w 1238250"/>
                    <a:gd name="connsiteY4" fmla="*/ 0 h 823912"/>
                    <a:gd name="connsiteX0" fmla="*/ 233363 w 1238250"/>
                    <a:gd name="connsiteY0" fmla="*/ 0 h 766762"/>
                    <a:gd name="connsiteX1" fmla="*/ 0 w 1238250"/>
                    <a:gd name="connsiteY1" fmla="*/ 4763 h 766762"/>
                    <a:gd name="connsiteX2" fmla="*/ 952500 w 1238250"/>
                    <a:gd name="connsiteY2" fmla="*/ 766762 h 766762"/>
                    <a:gd name="connsiteX3" fmla="*/ 1238250 w 1238250"/>
                    <a:gd name="connsiteY3" fmla="*/ 757238 h 766762"/>
                    <a:gd name="connsiteX4" fmla="*/ 233363 w 1238250"/>
                    <a:gd name="connsiteY4" fmla="*/ 0 h 766762"/>
                    <a:gd name="connsiteX0" fmla="*/ 233363 w 1238250"/>
                    <a:gd name="connsiteY0" fmla="*/ 0 h 773376"/>
                    <a:gd name="connsiteX1" fmla="*/ 0 w 1238250"/>
                    <a:gd name="connsiteY1" fmla="*/ 4763 h 773376"/>
                    <a:gd name="connsiteX2" fmla="*/ 952500 w 1238250"/>
                    <a:gd name="connsiteY2" fmla="*/ 766762 h 773376"/>
                    <a:gd name="connsiteX3" fmla="*/ 1238250 w 1238250"/>
                    <a:gd name="connsiteY3" fmla="*/ 771525 h 773376"/>
                    <a:gd name="connsiteX4" fmla="*/ 233363 w 1238250"/>
                    <a:gd name="connsiteY4" fmla="*/ 0 h 773376"/>
                    <a:gd name="connsiteX0" fmla="*/ 233363 w 1238250"/>
                    <a:gd name="connsiteY0" fmla="*/ 0 h 766762"/>
                    <a:gd name="connsiteX1" fmla="*/ 0 w 1238250"/>
                    <a:gd name="connsiteY1" fmla="*/ 4763 h 766762"/>
                    <a:gd name="connsiteX2" fmla="*/ 952500 w 1238250"/>
                    <a:gd name="connsiteY2" fmla="*/ 766762 h 766762"/>
                    <a:gd name="connsiteX3" fmla="*/ 1238250 w 1238250"/>
                    <a:gd name="connsiteY3" fmla="*/ 757236 h 766762"/>
                    <a:gd name="connsiteX4" fmla="*/ 233363 w 1238250"/>
                    <a:gd name="connsiteY4" fmla="*/ 0 h 766762"/>
                    <a:gd name="connsiteX0" fmla="*/ 233363 w 1238250"/>
                    <a:gd name="connsiteY0" fmla="*/ 0 h 773375"/>
                    <a:gd name="connsiteX1" fmla="*/ 0 w 1238250"/>
                    <a:gd name="connsiteY1" fmla="*/ 4763 h 773375"/>
                    <a:gd name="connsiteX2" fmla="*/ 952500 w 1238250"/>
                    <a:gd name="connsiteY2" fmla="*/ 766762 h 773375"/>
                    <a:gd name="connsiteX3" fmla="*/ 1238250 w 1238250"/>
                    <a:gd name="connsiteY3" fmla="*/ 771523 h 773375"/>
                    <a:gd name="connsiteX4" fmla="*/ 233363 w 1238250"/>
                    <a:gd name="connsiteY4" fmla="*/ 0 h 773375"/>
                    <a:gd name="connsiteX0" fmla="*/ 233363 w 1238250"/>
                    <a:gd name="connsiteY0" fmla="*/ 0 h 771523"/>
                    <a:gd name="connsiteX1" fmla="*/ 0 w 1238250"/>
                    <a:gd name="connsiteY1" fmla="*/ 4763 h 771523"/>
                    <a:gd name="connsiteX2" fmla="*/ 952500 w 1238250"/>
                    <a:gd name="connsiteY2" fmla="*/ 766762 h 771523"/>
                    <a:gd name="connsiteX3" fmla="*/ 1238250 w 1238250"/>
                    <a:gd name="connsiteY3" fmla="*/ 771523 h 771523"/>
                    <a:gd name="connsiteX4" fmla="*/ 233363 w 1238250"/>
                    <a:gd name="connsiteY4" fmla="*/ 0 h 771523"/>
                    <a:gd name="connsiteX0" fmla="*/ 233363 w 1238250"/>
                    <a:gd name="connsiteY0" fmla="*/ 0 h 771523"/>
                    <a:gd name="connsiteX1" fmla="*/ 0 w 1238250"/>
                    <a:gd name="connsiteY1" fmla="*/ 23466 h 771523"/>
                    <a:gd name="connsiteX2" fmla="*/ 952500 w 1238250"/>
                    <a:gd name="connsiteY2" fmla="*/ 766762 h 771523"/>
                    <a:gd name="connsiteX3" fmla="*/ 1238250 w 1238250"/>
                    <a:gd name="connsiteY3" fmla="*/ 771523 h 771523"/>
                    <a:gd name="connsiteX4" fmla="*/ 233363 w 1238250"/>
                    <a:gd name="connsiteY4" fmla="*/ 0 h 771523"/>
                    <a:gd name="connsiteX0" fmla="*/ 233363 w 1238250"/>
                    <a:gd name="connsiteY0" fmla="*/ 0 h 757496"/>
                    <a:gd name="connsiteX1" fmla="*/ 0 w 1238250"/>
                    <a:gd name="connsiteY1" fmla="*/ 9439 h 757496"/>
                    <a:gd name="connsiteX2" fmla="*/ 952500 w 1238250"/>
                    <a:gd name="connsiteY2" fmla="*/ 752735 h 757496"/>
                    <a:gd name="connsiteX3" fmla="*/ 1238250 w 1238250"/>
                    <a:gd name="connsiteY3" fmla="*/ 757496 h 757496"/>
                    <a:gd name="connsiteX4" fmla="*/ 233363 w 1238250"/>
                    <a:gd name="connsiteY4" fmla="*/ 0 h 75749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238250" h="757496">
                      <a:moveTo>
                        <a:pt x="233363" y="0"/>
                      </a:moveTo>
                      <a:lnTo>
                        <a:pt x="0" y="9439"/>
                      </a:lnTo>
                      <a:lnTo>
                        <a:pt x="952500" y="752735"/>
                      </a:lnTo>
                      <a:cubicBezTo>
                        <a:pt x="1060450" y="744798"/>
                        <a:pt x="1035049" y="751145"/>
                        <a:pt x="1238250" y="757496"/>
                      </a:cubicBezTo>
                      <a:lnTo>
                        <a:pt x="233363" y="0"/>
                      </a:lnTo>
                      <a:close/>
                    </a:path>
                  </a:pathLst>
                </a:custGeom>
                <a:solidFill>
                  <a:srgbClr val="ED356A"/>
                </a:solidFill>
                <a:ln w="25400" cap="flat" cmpd="sng" algn="ctr">
                  <a:noFill/>
                  <a:prstDash val="solid"/>
                </a:ln>
                <a:effectLst/>
              </p:spPr>
              <p:txBody>
                <a:bodyPr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ysClr val="window" lastClr="FFFFFF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  <p:sp>
              <p:nvSpPr>
                <p:cNvPr id="206" name="Rectangle 65">
                  <a:extLst>
                    <a:ext uri="{FF2B5EF4-FFF2-40B4-BE49-F238E27FC236}">
                      <a16:creationId xmlns:a16="http://schemas.microsoft.com/office/drawing/2014/main" id="{549A4DDD-F461-2345-B6CC-E7011D8916B0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296825" y="5178575"/>
                  <a:ext cx="289686" cy="1351389"/>
                </a:xfrm>
                <a:prstGeom prst="rect">
                  <a:avLst/>
                </a:prstGeom>
                <a:solidFill>
                  <a:srgbClr val="E4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25400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anchor="ctr"/>
                <a:lstStyle>
                  <a:lvl1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</p:grpSp>
        </p:grp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E9EDF9F3-6222-AB41-A132-50D0D344E84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972773" y="5696183"/>
              <a:ext cx="1931633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4" name="Group 23">
            <a:extLst>
              <a:ext uri="{FF2B5EF4-FFF2-40B4-BE49-F238E27FC236}">
                <a16:creationId xmlns:a16="http://schemas.microsoft.com/office/drawing/2014/main" id="{8CF8F38F-0026-3541-8248-4367CE19639B}"/>
              </a:ext>
            </a:extLst>
          </p:cNvPr>
          <p:cNvGrpSpPr/>
          <p:nvPr/>
        </p:nvGrpSpPr>
        <p:grpSpPr>
          <a:xfrm>
            <a:off x="5397500" y="4063641"/>
            <a:ext cx="609600" cy="628987"/>
            <a:chOff x="5486400" y="4101741"/>
            <a:chExt cx="609600" cy="628987"/>
          </a:xfrm>
        </p:grpSpPr>
        <p:sp>
          <p:nvSpPr>
            <p:cNvPr id="112" name="Freeform 10">
              <a:extLst>
                <a:ext uri="{FF2B5EF4-FFF2-40B4-BE49-F238E27FC236}">
                  <a16:creationId xmlns:a16="http://schemas.microsoft.com/office/drawing/2014/main" id="{7793E5EB-2CBF-704E-8E72-9F0A5CB5A075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5658360" y="4102100"/>
              <a:ext cx="176916" cy="454025"/>
            </a:xfrm>
            <a:custGeom>
              <a:avLst/>
              <a:gdLst>
                <a:gd name="T0" fmla="*/ 2147483647 w 12213"/>
                <a:gd name="T1" fmla="*/ 2147483647 h 10000"/>
                <a:gd name="T2" fmla="*/ 0 w 12213"/>
                <a:gd name="T3" fmla="*/ 0 h 10000"/>
                <a:gd name="T4" fmla="*/ 0 w 12213"/>
                <a:gd name="T5" fmla="*/ 2147483647 h 10000"/>
                <a:gd name="T6" fmla="*/ 2147483647 w 12213"/>
                <a:gd name="T7" fmla="*/ 2147483647 h 10000"/>
                <a:gd name="T8" fmla="*/ 2147483647 w 12213"/>
                <a:gd name="T9" fmla="*/ 2147483647 h 1000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connsiteX0" fmla="*/ 12224 w 12711"/>
                <a:gd name="connsiteY0" fmla="*/ 4661 h 7743"/>
                <a:gd name="connsiteX1" fmla="*/ 498 w 12711"/>
                <a:gd name="connsiteY1" fmla="*/ 0 h 7743"/>
                <a:gd name="connsiteX2" fmla="*/ 0 w 12711"/>
                <a:gd name="connsiteY2" fmla="*/ 7743 h 7743"/>
                <a:gd name="connsiteX3" fmla="*/ 12711 w 12711"/>
                <a:gd name="connsiteY3" fmla="*/ 6473 h 7743"/>
                <a:gd name="connsiteX4" fmla="*/ 12224 w 12711"/>
                <a:gd name="connsiteY4" fmla="*/ 4661 h 77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711" h="7743">
                  <a:moveTo>
                    <a:pt x="12224" y="4661"/>
                  </a:moveTo>
                  <a:lnTo>
                    <a:pt x="498" y="0"/>
                  </a:lnTo>
                  <a:lnTo>
                    <a:pt x="0" y="7743"/>
                  </a:lnTo>
                  <a:lnTo>
                    <a:pt x="12711" y="6473"/>
                  </a:lnTo>
                  <a:lnTo>
                    <a:pt x="12224" y="4661"/>
                  </a:lnTo>
                  <a:close/>
                </a:path>
              </a:pathLst>
            </a:custGeom>
            <a:gradFill rotWithShape="1">
              <a:gsLst>
                <a:gs pos="0">
                  <a:srgbClr val="3333CC"/>
                </a:gs>
                <a:gs pos="100000">
                  <a:srgbClr val="FFFFFF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grpSp>
          <p:nvGrpSpPr>
            <p:cNvPr id="117" name="Group 190">
              <a:extLst>
                <a:ext uri="{FF2B5EF4-FFF2-40B4-BE49-F238E27FC236}">
                  <a16:creationId xmlns:a16="http://schemas.microsoft.com/office/drawing/2014/main" id="{AC979BFC-E642-744F-9DC1-BADB697791A8}"/>
                </a:ext>
              </a:extLst>
            </p:cNvPr>
            <p:cNvGrpSpPr>
              <a:grpSpLocks/>
            </p:cNvGrpSpPr>
            <p:nvPr/>
          </p:nvGrpSpPr>
          <p:grpSpPr bwMode="auto">
            <a:xfrm flipH="1">
              <a:off x="5486400" y="4355542"/>
              <a:ext cx="350533" cy="375186"/>
              <a:chOff x="-44" y="1473"/>
              <a:chExt cx="981" cy="1105"/>
            </a:xfrm>
          </p:grpSpPr>
          <p:pic>
            <p:nvPicPr>
              <p:cNvPr id="118" name="Picture 191" descr="desktop_computer_stylized_medium">
                <a:extLst>
                  <a:ext uri="{FF2B5EF4-FFF2-40B4-BE49-F238E27FC236}">
                    <a16:creationId xmlns:a16="http://schemas.microsoft.com/office/drawing/2014/main" id="{736C455F-8687-0644-9BAB-D641A51B10E7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 flipH="1">
                <a:off x="-44" y="1473"/>
                <a:ext cx="981" cy="110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119" name="Freeform 192">
                <a:extLst>
                  <a:ext uri="{FF2B5EF4-FFF2-40B4-BE49-F238E27FC236}">
                    <a16:creationId xmlns:a16="http://schemas.microsoft.com/office/drawing/2014/main" id="{2F5B8C3C-D867-384D-B512-9A636B471BA5}"/>
                  </a:ext>
                </a:extLst>
              </p:cNvPr>
              <p:cNvSpPr>
                <a:spLocks/>
              </p:cNvSpPr>
              <p:nvPr/>
            </p:nvSpPr>
            <p:spPr bwMode="auto">
              <a:xfrm flipH="1">
                <a:off x="374" y="1579"/>
                <a:ext cx="477" cy="506"/>
              </a:xfrm>
              <a:custGeom>
                <a:avLst/>
                <a:gdLst>
                  <a:gd name="T0" fmla="*/ 0 w 356"/>
                  <a:gd name="T1" fmla="*/ 0 h 368"/>
                  <a:gd name="T2" fmla="*/ 43382 w 356"/>
                  <a:gd name="T3" fmla="*/ 3172 h 368"/>
                  <a:gd name="T4" fmla="*/ 51464 w 356"/>
                  <a:gd name="T5" fmla="*/ 66095 h 368"/>
                  <a:gd name="T6" fmla="*/ 11342 w 356"/>
                  <a:gd name="T7" fmla="*/ 82660 h 368"/>
                  <a:gd name="T8" fmla="*/ 0 w 356"/>
                  <a:gd name="T9" fmla="*/ 0 h 36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56"/>
                  <a:gd name="T16" fmla="*/ 0 h 368"/>
                  <a:gd name="T17" fmla="*/ 356 w 356"/>
                  <a:gd name="T18" fmla="*/ 368 h 368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56" h="368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99"/>
                  </a:gs>
                  <a:gs pos="100000">
                    <a:srgbClr val="FFFFFF"/>
                  </a:gs>
                </a:gsLst>
                <a:lin ang="27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 cap="flat" cmpd="sng">
                    <a:solidFill>
                      <a:srgbClr val="000000"/>
                    </a:solidFill>
                    <a:prstDash val="solid"/>
                    <a:round/>
                    <a:headEnd/>
                    <a:tailEnd/>
                  </a14:hiddenLine>
                </a:ext>
              </a:extLst>
            </p:spPr>
            <p:txBody>
              <a:bodyPr wrap="none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anose="020B060403050404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</p:grpSp>
        <p:grpSp>
          <p:nvGrpSpPr>
            <p:cNvPr id="23" name="Group 22">
              <a:extLst>
                <a:ext uri="{FF2B5EF4-FFF2-40B4-BE49-F238E27FC236}">
                  <a16:creationId xmlns:a16="http://schemas.microsoft.com/office/drawing/2014/main" id="{353C0199-62D3-6F48-8939-D9C39B61FAF4}"/>
                </a:ext>
              </a:extLst>
            </p:cNvPr>
            <p:cNvGrpSpPr/>
            <p:nvPr/>
          </p:nvGrpSpPr>
          <p:grpSpPr>
            <a:xfrm>
              <a:off x="5831973" y="4101741"/>
              <a:ext cx="264027" cy="451210"/>
              <a:chOff x="5831973" y="4101740"/>
              <a:chExt cx="295777" cy="502587"/>
            </a:xfrm>
          </p:grpSpPr>
          <p:sp>
            <p:nvSpPr>
              <p:cNvPr id="114" name="Rectangle 24">
                <a:extLst>
                  <a:ext uri="{FF2B5EF4-FFF2-40B4-BE49-F238E27FC236}">
                    <a16:creationId xmlns:a16="http://schemas.microsoft.com/office/drawing/2014/main" id="{429B5AEE-1F47-7F43-9636-D936822F588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31973" y="4101740"/>
                <a:ext cx="295777" cy="502587"/>
              </a:xfrm>
              <a:prstGeom prst="rect">
                <a:avLst/>
              </a:prstGeom>
              <a:solidFill>
                <a:srgbClr val="FFFFFF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 wrap="none" anchor="ctr"/>
              <a:lstStyle>
                <a:lvl1pPr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anose="020B060403050404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grpSp>
            <p:nvGrpSpPr>
              <p:cNvPr id="22" name="Group 21">
                <a:extLst>
                  <a:ext uri="{FF2B5EF4-FFF2-40B4-BE49-F238E27FC236}">
                    <a16:creationId xmlns:a16="http://schemas.microsoft.com/office/drawing/2014/main" id="{E5D92F00-ABB5-E44E-A2E6-C8C218DD732B}"/>
                  </a:ext>
                </a:extLst>
              </p:cNvPr>
              <p:cNvGrpSpPr/>
              <p:nvPr/>
            </p:nvGrpSpPr>
            <p:grpSpPr>
              <a:xfrm>
                <a:off x="5832475" y="4197350"/>
                <a:ext cx="295275" cy="307975"/>
                <a:chOff x="5832475" y="4197350"/>
                <a:chExt cx="295275" cy="307975"/>
              </a:xfrm>
            </p:grpSpPr>
            <p:cxnSp>
              <p:nvCxnSpPr>
                <p:cNvPr id="11" name="Straight Connector 10">
                  <a:extLst>
                    <a:ext uri="{FF2B5EF4-FFF2-40B4-BE49-F238E27FC236}">
                      <a16:creationId xmlns:a16="http://schemas.microsoft.com/office/drawing/2014/main" id="{8C633B10-A8EE-F749-A263-B00982789560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5835650" y="4305300"/>
                  <a:ext cx="292100" cy="0"/>
                </a:xfrm>
                <a:prstGeom prst="line">
                  <a:avLst/>
                </a:prstGeom>
                <a:ln w="9525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33" name="Straight Connector 132">
                  <a:extLst>
                    <a:ext uri="{FF2B5EF4-FFF2-40B4-BE49-F238E27FC236}">
                      <a16:creationId xmlns:a16="http://schemas.microsoft.com/office/drawing/2014/main" id="{C585E959-0F41-AC45-8ACF-4B548946D1F2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5835650" y="4197350"/>
                  <a:ext cx="292100" cy="0"/>
                </a:xfrm>
                <a:prstGeom prst="line">
                  <a:avLst/>
                </a:prstGeom>
                <a:ln w="9525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34" name="Straight Connector 133">
                  <a:extLst>
                    <a:ext uri="{FF2B5EF4-FFF2-40B4-BE49-F238E27FC236}">
                      <a16:creationId xmlns:a16="http://schemas.microsoft.com/office/drawing/2014/main" id="{7F4A0E50-9EDE-554A-A2C3-B6C198AF3E55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5832475" y="4413250"/>
                  <a:ext cx="292100" cy="0"/>
                </a:xfrm>
                <a:prstGeom prst="line">
                  <a:avLst/>
                </a:prstGeom>
                <a:ln w="9525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36" name="Straight Connector 135">
                  <a:extLst>
                    <a:ext uri="{FF2B5EF4-FFF2-40B4-BE49-F238E27FC236}">
                      <a16:creationId xmlns:a16="http://schemas.microsoft.com/office/drawing/2014/main" id="{F1EFFB3B-ABD3-F54B-AC79-99F2EC5F3CBA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5832475" y="4505325"/>
                  <a:ext cx="292100" cy="0"/>
                </a:xfrm>
                <a:prstGeom prst="line">
                  <a:avLst/>
                </a:prstGeom>
                <a:ln w="9525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</p:grpSp>
      <p:grpSp>
        <p:nvGrpSpPr>
          <p:cNvPr id="25" name="Group 24">
            <a:extLst>
              <a:ext uri="{FF2B5EF4-FFF2-40B4-BE49-F238E27FC236}">
                <a16:creationId xmlns:a16="http://schemas.microsoft.com/office/drawing/2014/main" id="{E2F18F8F-3DE9-9D40-A6F4-642CE6C034E9}"/>
              </a:ext>
            </a:extLst>
          </p:cNvPr>
          <p:cNvGrpSpPr/>
          <p:nvPr/>
        </p:nvGrpSpPr>
        <p:grpSpPr>
          <a:xfrm>
            <a:off x="3630569" y="5751891"/>
            <a:ext cx="719335" cy="546078"/>
            <a:chOff x="6454273" y="3133725"/>
            <a:chExt cx="719335" cy="546078"/>
          </a:xfrm>
        </p:grpSpPr>
        <p:sp>
          <p:nvSpPr>
            <p:cNvPr id="157" name="Freeform 10">
              <a:extLst>
                <a:ext uri="{FF2B5EF4-FFF2-40B4-BE49-F238E27FC236}">
                  <a16:creationId xmlns:a16="http://schemas.microsoft.com/office/drawing/2014/main" id="{A3E08F8A-79F3-664D-94EC-D6F2A56013FD}"/>
                </a:ext>
              </a:extLst>
            </p:cNvPr>
            <p:cNvSpPr>
              <a:spLocks/>
            </p:cNvSpPr>
            <p:nvPr/>
          </p:nvSpPr>
          <p:spPr bwMode="auto">
            <a:xfrm>
              <a:off x="6709285" y="3133725"/>
              <a:ext cx="176916" cy="454025"/>
            </a:xfrm>
            <a:custGeom>
              <a:avLst/>
              <a:gdLst>
                <a:gd name="T0" fmla="*/ 2147483647 w 12213"/>
                <a:gd name="T1" fmla="*/ 2147483647 h 10000"/>
                <a:gd name="T2" fmla="*/ 0 w 12213"/>
                <a:gd name="T3" fmla="*/ 0 h 10000"/>
                <a:gd name="T4" fmla="*/ 0 w 12213"/>
                <a:gd name="T5" fmla="*/ 2147483647 h 10000"/>
                <a:gd name="T6" fmla="*/ 2147483647 w 12213"/>
                <a:gd name="T7" fmla="*/ 2147483647 h 10000"/>
                <a:gd name="T8" fmla="*/ 2147483647 w 12213"/>
                <a:gd name="T9" fmla="*/ 2147483647 h 1000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connsiteX0" fmla="*/ 12224 w 12711"/>
                <a:gd name="connsiteY0" fmla="*/ 4661 h 7743"/>
                <a:gd name="connsiteX1" fmla="*/ 498 w 12711"/>
                <a:gd name="connsiteY1" fmla="*/ 0 h 7743"/>
                <a:gd name="connsiteX2" fmla="*/ 0 w 12711"/>
                <a:gd name="connsiteY2" fmla="*/ 7743 h 7743"/>
                <a:gd name="connsiteX3" fmla="*/ 12711 w 12711"/>
                <a:gd name="connsiteY3" fmla="*/ 6473 h 7743"/>
                <a:gd name="connsiteX4" fmla="*/ 12224 w 12711"/>
                <a:gd name="connsiteY4" fmla="*/ 4661 h 77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711" h="7743">
                  <a:moveTo>
                    <a:pt x="12224" y="4661"/>
                  </a:moveTo>
                  <a:lnTo>
                    <a:pt x="498" y="0"/>
                  </a:lnTo>
                  <a:lnTo>
                    <a:pt x="0" y="7743"/>
                  </a:lnTo>
                  <a:lnTo>
                    <a:pt x="12711" y="6473"/>
                  </a:lnTo>
                  <a:lnTo>
                    <a:pt x="12224" y="4661"/>
                  </a:lnTo>
                  <a:close/>
                </a:path>
              </a:pathLst>
            </a:custGeom>
            <a:gradFill rotWithShape="1">
              <a:gsLst>
                <a:gs pos="0">
                  <a:srgbClr val="3333CC"/>
                </a:gs>
                <a:gs pos="100000">
                  <a:srgbClr val="FFFFFF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grpSp>
          <p:nvGrpSpPr>
            <p:cNvPr id="158" name="Group 190">
              <a:extLst>
                <a:ext uri="{FF2B5EF4-FFF2-40B4-BE49-F238E27FC236}">
                  <a16:creationId xmlns:a16="http://schemas.microsoft.com/office/drawing/2014/main" id="{F12EFD77-1ED9-6B45-9162-440ED30B8E2D}"/>
                </a:ext>
              </a:extLst>
            </p:cNvPr>
            <p:cNvGrpSpPr>
              <a:grpSpLocks/>
            </p:cNvGrpSpPr>
            <p:nvPr/>
          </p:nvGrpSpPr>
          <p:grpSpPr bwMode="auto">
            <a:xfrm flipH="1">
              <a:off x="6823075" y="3304617"/>
              <a:ext cx="350533" cy="375186"/>
              <a:chOff x="-44" y="1473"/>
              <a:chExt cx="981" cy="1105"/>
            </a:xfrm>
          </p:grpSpPr>
          <p:pic>
            <p:nvPicPr>
              <p:cNvPr id="194" name="Picture 191" descr="desktop_computer_stylized_medium">
                <a:extLst>
                  <a:ext uri="{FF2B5EF4-FFF2-40B4-BE49-F238E27FC236}">
                    <a16:creationId xmlns:a16="http://schemas.microsoft.com/office/drawing/2014/main" id="{86973CCF-C1DF-0841-9018-188BE9D90B84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 flipH="1">
                <a:off x="-44" y="1473"/>
                <a:ext cx="981" cy="110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195" name="Freeform 192">
                <a:extLst>
                  <a:ext uri="{FF2B5EF4-FFF2-40B4-BE49-F238E27FC236}">
                    <a16:creationId xmlns:a16="http://schemas.microsoft.com/office/drawing/2014/main" id="{1BA2C98A-B2E0-1342-9C53-DFB6BA77407C}"/>
                  </a:ext>
                </a:extLst>
              </p:cNvPr>
              <p:cNvSpPr>
                <a:spLocks/>
              </p:cNvSpPr>
              <p:nvPr/>
            </p:nvSpPr>
            <p:spPr bwMode="auto">
              <a:xfrm flipH="1">
                <a:off x="374" y="1579"/>
                <a:ext cx="477" cy="506"/>
              </a:xfrm>
              <a:custGeom>
                <a:avLst/>
                <a:gdLst>
                  <a:gd name="T0" fmla="*/ 0 w 356"/>
                  <a:gd name="T1" fmla="*/ 0 h 368"/>
                  <a:gd name="T2" fmla="*/ 43382 w 356"/>
                  <a:gd name="T3" fmla="*/ 3172 h 368"/>
                  <a:gd name="T4" fmla="*/ 51464 w 356"/>
                  <a:gd name="T5" fmla="*/ 66095 h 368"/>
                  <a:gd name="T6" fmla="*/ 11342 w 356"/>
                  <a:gd name="T7" fmla="*/ 82660 h 368"/>
                  <a:gd name="T8" fmla="*/ 0 w 356"/>
                  <a:gd name="T9" fmla="*/ 0 h 36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56"/>
                  <a:gd name="T16" fmla="*/ 0 h 368"/>
                  <a:gd name="T17" fmla="*/ 356 w 356"/>
                  <a:gd name="T18" fmla="*/ 368 h 368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56" h="368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99"/>
                  </a:gs>
                  <a:gs pos="100000">
                    <a:srgbClr val="FFFFFF"/>
                  </a:gs>
                </a:gsLst>
                <a:lin ang="27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 cap="flat" cmpd="sng">
                    <a:solidFill>
                      <a:srgbClr val="000000"/>
                    </a:solidFill>
                    <a:prstDash val="solid"/>
                    <a:round/>
                    <a:headEnd/>
                    <a:tailEnd/>
                  </a14:hiddenLine>
                </a:ext>
              </a:extLst>
            </p:spPr>
            <p:txBody>
              <a:bodyPr wrap="none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anose="020B060403050404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</p:grpSp>
        <p:grpSp>
          <p:nvGrpSpPr>
            <p:cNvPr id="159" name="Group 158">
              <a:extLst>
                <a:ext uri="{FF2B5EF4-FFF2-40B4-BE49-F238E27FC236}">
                  <a16:creationId xmlns:a16="http://schemas.microsoft.com/office/drawing/2014/main" id="{B7C3CAC9-57A9-1945-80E8-09659DEFBF5A}"/>
                </a:ext>
              </a:extLst>
            </p:cNvPr>
            <p:cNvGrpSpPr/>
            <p:nvPr/>
          </p:nvGrpSpPr>
          <p:grpSpPr>
            <a:xfrm>
              <a:off x="6454273" y="3142891"/>
              <a:ext cx="264027" cy="451210"/>
              <a:chOff x="5831973" y="4101740"/>
              <a:chExt cx="295777" cy="502587"/>
            </a:xfrm>
          </p:grpSpPr>
          <p:sp>
            <p:nvSpPr>
              <p:cNvPr id="160" name="Rectangle 24">
                <a:extLst>
                  <a:ext uri="{FF2B5EF4-FFF2-40B4-BE49-F238E27FC236}">
                    <a16:creationId xmlns:a16="http://schemas.microsoft.com/office/drawing/2014/main" id="{9BCBF979-1AB3-4D4C-B901-DF34754E95C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31973" y="4101740"/>
                <a:ext cx="295777" cy="502587"/>
              </a:xfrm>
              <a:prstGeom prst="rect">
                <a:avLst/>
              </a:prstGeom>
              <a:solidFill>
                <a:srgbClr val="FFFFFF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 wrap="none" anchor="ctr"/>
              <a:lstStyle>
                <a:lvl1pPr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anose="020B060403050404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grpSp>
            <p:nvGrpSpPr>
              <p:cNvPr id="161" name="Group 160">
                <a:extLst>
                  <a:ext uri="{FF2B5EF4-FFF2-40B4-BE49-F238E27FC236}">
                    <a16:creationId xmlns:a16="http://schemas.microsoft.com/office/drawing/2014/main" id="{20089A24-B476-774D-9E8B-49EF82FD4800}"/>
                  </a:ext>
                </a:extLst>
              </p:cNvPr>
              <p:cNvGrpSpPr/>
              <p:nvPr/>
            </p:nvGrpSpPr>
            <p:grpSpPr>
              <a:xfrm>
                <a:off x="5832475" y="4197350"/>
                <a:ext cx="295275" cy="307975"/>
                <a:chOff x="5832475" y="4197350"/>
                <a:chExt cx="295275" cy="307975"/>
              </a:xfrm>
            </p:grpSpPr>
            <p:cxnSp>
              <p:nvCxnSpPr>
                <p:cNvPr id="162" name="Straight Connector 161">
                  <a:extLst>
                    <a:ext uri="{FF2B5EF4-FFF2-40B4-BE49-F238E27FC236}">
                      <a16:creationId xmlns:a16="http://schemas.microsoft.com/office/drawing/2014/main" id="{5F09FA03-D6E3-7A4D-8049-92D0A194764C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5835650" y="4305300"/>
                  <a:ext cx="292100" cy="0"/>
                </a:xfrm>
                <a:prstGeom prst="line">
                  <a:avLst/>
                </a:prstGeom>
                <a:ln w="9525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91" name="Straight Connector 190">
                  <a:extLst>
                    <a:ext uri="{FF2B5EF4-FFF2-40B4-BE49-F238E27FC236}">
                      <a16:creationId xmlns:a16="http://schemas.microsoft.com/office/drawing/2014/main" id="{EA0EBC5D-D027-824C-A722-68415C4F414C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5835650" y="4197350"/>
                  <a:ext cx="292100" cy="0"/>
                </a:xfrm>
                <a:prstGeom prst="line">
                  <a:avLst/>
                </a:prstGeom>
                <a:ln w="9525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92" name="Straight Connector 191">
                  <a:extLst>
                    <a:ext uri="{FF2B5EF4-FFF2-40B4-BE49-F238E27FC236}">
                      <a16:creationId xmlns:a16="http://schemas.microsoft.com/office/drawing/2014/main" id="{705A996D-CE7D-CE46-9EA4-5FC548A3380F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5832475" y="4413250"/>
                  <a:ext cx="292100" cy="0"/>
                </a:xfrm>
                <a:prstGeom prst="line">
                  <a:avLst/>
                </a:prstGeom>
                <a:ln w="9525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93" name="Straight Connector 192">
                  <a:extLst>
                    <a:ext uri="{FF2B5EF4-FFF2-40B4-BE49-F238E27FC236}">
                      <a16:creationId xmlns:a16="http://schemas.microsoft.com/office/drawing/2014/main" id="{5C053301-7047-704A-A52B-F49445AABC22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5832475" y="4505325"/>
                  <a:ext cx="292100" cy="0"/>
                </a:xfrm>
                <a:prstGeom prst="line">
                  <a:avLst/>
                </a:prstGeom>
                <a:ln w="9525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</p:grpSp>
      <p:sp>
        <p:nvSpPr>
          <p:cNvPr id="27" name="Freeform 26">
            <a:extLst>
              <a:ext uri="{FF2B5EF4-FFF2-40B4-BE49-F238E27FC236}">
                <a16:creationId xmlns:a16="http://schemas.microsoft.com/office/drawing/2014/main" id="{F36AC441-14B9-214A-9BCB-978EA6F915F7}"/>
              </a:ext>
            </a:extLst>
          </p:cNvPr>
          <p:cNvSpPr/>
          <p:nvPr/>
        </p:nvSpPr>
        <p:spPr>
          <a:xfrm>
            <a:off x="4223838" y="4617911"/>
            <a:ext cx="1958882" cy="1476814"/>
          </a:xfrm>
          <a:custGeom>
            <a:avLst/>
            <a:gdLst>
              <a:gd name="connsiteX0" fmla="*/ 0 w 1809670"/>
              <a:gd name="connsiteY0" fmla="*/ 1560984 h 1560984"/>
              <a:gd name="connsiteX1" fmla="*/ 0 w 1809670"/>
              <a:gd name="connsiteY1" fmla="*/ 1560984 h 1560984"/>
              <a:gd name="connsiteX2" fmla="*/ 765188 w 1809670"/>
              <a:gd name="connsiteY2" fmla="*/ 1059786 h 1560984"/>
              <a:gd name="connsiteX3" fmla="*/ 1086567 w 1809670"/>
              <a:gd name="connsiteY3" fmla="*/ 1055960 h 1560984"/>
              <a:gd name="connsiteX4" fmla="*/ 1798193 w 1809670"/>
              <a:gd name="connsiteY4" fmla="*/ 780492 h 1560984"/>
              <a:gd name="connsiteX5" fmla="*/ 1809670 w 1809670"/>
              <a:gd name="connsiteY5" fmla="*/ 623629 h 1560984"/>
              <a:gd name="connsiteX6" fmla="*/ 1136305 w 1809670"/>
              <a:gd name="connsiteY6" fmla="*/ 218079 h 1560984"/>
              <a:gd name="connsiteX7" fmla="*/ 1178390 w 1809670"/>
              <a:gd name="connsiteY7" fmla="*/ 0 h 1560984"/>
              <a:gd name="connsiteX0" fmla="*/ 3826 w 1813496"/>
              <a:gd name="connsiteY0" fmla="*/ 1560984 h 1560984"/>
              <a:gd name="connsiteX1" fmla="*/ 0 w 1813496"/>
              <a:gd name="connsiteY1" fmla="*/ 1358209 h 1560984"/>
              <a:gd name="connsiteX2" fmla="*/ 769014 w 1813496"/>
              <a:gd name="connsiteY2" fmla="*/ 1059786 h 1560984"/>
              <a:gd name="connsiteX3" fmla="*/ 1090393 w 1813496"/>
              <a:gd name="connsiteY3" fmla="*/ 1055960 h 1560984"/>
              <a:gd name="connsiteX4" fmla="*/ 1802019 w 1813496"/>
              <a:gd name="connsiteY4" fmla="*/ 780492 h 1560984"/>
              <a:gd name="connsiteX5" fmla="*/ 1813496 w 1813496"/>
              <a:gd name="connsiteY5" fmla="*/ 623629 h 1560984"/>
              <a:gd name="connsiteX6" fmla="*/ 1140131 w 1813496"/>
              <a:gd name="connsiteY6" fmla="*/ 218079 h 1560984"/>
              <a:gd name="connsiteX7" fmla="*/ 1182216 w 1813496"/>
              <a:gd name="connsiteY7" fmla="*/ 0 h 1560984"/>
              <a:gd name="connsiteX0" fmla="*/ 57824 w 1867494"/>
              <a:gd name="connsiteY0" fmla="*/ 1560984 h 1560984"/>
              <a:gd name="connsiteX1" fmla="*/ 53998 w 1867494"/>
              <a:gd name="connsiteY1" fmla="*/ 1358209 h 1560984"/>
              <a:gd name="connsiteX2" fmla="*/ 796231 w 1867494"/>
              <a:gd name="connsiteY2" fmla="*/ 1048308 h 1560984"/>
              <a:gd name="connsiteX3" fmla="*/ 1144391 w 1867494"/>
              <a:gd name="connsiteY3" fmla="*/ 1055960 h 1560984"/>
              <a:gd name="connsiteX4" fmla="*/ 1856017 w 1867494"/>
              <a:gd name="connsiteY4" fmla="*/ 780492 h 1560984"/>
              <a:gd name="connsiteX5" fmla="*/ 1867494 w 1867494"/>
              <a:gd name="connsiteY5" fmla="*/ 623629 h 1560984"/>
              <a:gd name="connsiteX6" fmla="*/ 1194129 w 1867494"/>
              <a:gd name="connsiteY6" fmla="*/ 218079 h 1560984"/>
              <a:gd name="connsiteX7" fmla="*/ 1236214 w 1867494"/>
              <a:gd name="connsiteY7" fmla="*/ 0 h 1560984"/>
              <a:gd name="connsiteX0" fmla="*/ 0 w 1809670"/>
              <a:gd name="connsiteY0" fmla="*/ 1560984 h 1560984"/>
              <a:gd name="connsiteX1" fmla="*/ 738407 w 1809670"/>
              <a:gd name="connsiteY1" fmla="*/ 1048308 h 1560984"/>
              <a:gd name="connsiteX2" fmla="*/ 1086567 w 1809670"/>
              <a:gd name="connsiteY2" fmla="*/ 1055960 h 1560984"/>
              <a:gd name="connsiteX3" fmla="*/ 1798193 w 1809670"/>
              <a:gd name="connsiteY3" fmla="*/ 780492 h 1560984"/>
              <a:gd name="connsiteX4" fmla="*/ 1809670 w 1809670"/>
              <a:gd name="connsiteY4" fmla="*/ 623629 h 1560984"/>
              <a:gd name="connsiteX5" fmla="*/ 1136305 w 1809670"/>
              <a:gd name="connsiteY5" fmla="*/ 218079 h 1560984"/>
              <a:gd name="connsiteX6" fmla="*/ 1178390 w 1809670"/>
              <a:gd name="connsiteY6" fmla="*/ 0 h 1560984"/>
              <a:gd name="connsiteX0" fmla="*/ 0 w 1882363"/>
              <a:gd name="connsiteY0" fmla="*/ 1476814 h 1476814"/>
              <a:gd name="connsiteX1" fmla="*/ 811100 w 1882363"/>
              <a:gd name="connsiteY1" fmla="*/ 1048308 h 1476814"/>
              <a:gd name="connsiteX2" fmla="*/ 1159260 w 1882363"/>
              <a:gd name="connsiteY2" fmla="*/ 1055960 h 1476814"/>
              <a:gd name="connsiteX3" fmla="*/ 1870886 w 1882363"/>
              <a:gd name="connsiteY3" fmla="*/ 780492 h 1476814"/>
              <a:gd name="connsiteX4" fmla="*/ 1882363 w 1882363"/>
              <a:gd name="connsiteY4" fmla="*/ 623629 h 1476814"/>
              <a:gd name="connsiteX5" fmla="*/ 1208998 w 1882363"/>
              <a:gd name="connsiteY5" fmla="*/ 218079 h 1476814"/>
              <a:gd name="connsiteX6" fmla="*/ 1251083 w 1882363"/>
              <a:gd name="connsiteY6" fmla="*/ 0 h 1476814"/>
              <a:gd name="connsiteX0" fmla="*/ 0 w 1958882"/>
              <a:gd name="connsiteY0" fmla="*/ 1476814 h 1476814"/>
              <a:gd name="connsiteX1" fmla="*/ 887619 w 1958882"/>
              <a:gd name="connsiteY1" fmla="*/ 1048308 h 1476814"/>
              <a:gd name="connsiteX2" fmla="*/ 1235779 w 1958882"/>
              <a:gd name="connsiteY2" fmla="*/ 1055960 h 1476814"/>
              <a:gd name="connsiteX3" fmla="*/ 1947405 w 1958882"/>
              <a:gd name="connsiteY3" fmla="*/ 780492 h 1476814"/>
              <a:gd name="connsiteX4" fmla="*/ 1958882 w 1958882"/>
              <a:gd name="connsiteY4" fmla="*/ 623629 h 1476814"/>
              <a:gd name="connsiteX5" fmla="*/ 1285517 w 1958882"/>
              <a:gd name="connsiteY5" fmla="*/ 218079 h 1476814"/>
              <a:gd name="connsiteX6" fmla="*/ 1327602 w 1958882"/>
              <a:gd name="connsiteY6" fmla="*/ 0 h 1476814"/>
              <a:gd name="connsiteX0" fmla="*/ 0 w 1958882"/>
              <a:gd name="connsiteY0" fmla="*/ 1476814 h 1476814"/>
              <a:gd name="connsiteX1" fmla="*/ 887619 w 1958882"/>
              <a:gd name="connsiteY1" fmla="*/ 1048308 h 1476814"/>
              <a:gd name="connsiteX2" fmla="*/ 1235779 w 1958882"/>
              <a:gd name="connsiteY2" fmla="*/ 1055960 h 1476814"/>
              <a:gd name="connsiteX3" fmla="*/ 1947405 w 1958882"/>
              <a:gd name="connsiteY3" fmla="*/ 780492 h 1476814"/>
              <a:gd name="connsiteX4" fmla="*/ 1958882 w 1958882"/>
              <a:gd name="connsiteY4" fmla="*/ 623629 h 1476814"/>
              <a:gd name="connsiteX5" fmla="*/ 1285517 w 1958882"/>
              <a:gd name="connsiteY5" fmla="*/ 218079 h 1476814"/>
              <a:gd name="connsiteX6" fmla="*/ 1327602 w 1958882"/>
              <a:gd name="connsiteY6" fmla="*/ 0 h 14768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958882" h="1476814">
                <a:moveTo>
                  <a:pt x="0" y="1476814"/>
                </a:moveTo>
                <a:cubicBezTo>
                  <a:pt x="192094" y="1377658"/>
                  <a:pt x="706525" y="1132479"/>
                  <a:pt x="887619" y="1048308"/>
                </a:cubicBezTo>
                <a:lnTo>
                  <a:pt x="1235779" y="1055960"/>
                </a:lnTo>
                <a:lnTo>
                  <a:pt x="1947405" y="780492"/>
                </a:lnTo>
                <a:lnTo>
                  <a:pt x="1958882" y="623629"/>
                </a:lnTo>
                <a:lnTo>
                  <a:pt x="1285517" y="218079"/>
                </a:lnTo>
                <a:lnTo>
                  <a:pt x="1327602" y="0"/>
                </a:lnTo>
              </a:path>
            </a:pathLst>
          </a:custGeom>
          <a:noFill/>
          <a:ln w="19050"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47B171D8-935D-0F43-9FDB-7A32B04E971D}"/>
              </a:ext>
            </a:extLst>
          </p:cNvPr>
          <p:cNvSpPr/>
          <p:nvPr/>
        </p:nvSpPr>
        <p:spPr>
          <a:xfrm>
            <a:off x="5543550" y="5391150"/>
            <a:ext cx="133350" cy="371475"/>
          </a:xfrm>
          <a:prstGeom prst="ellipse">
            <a:avLst/>
          </a:prstGeom>
          <a:noFill/>
          <a:ln w="2222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39" name="Slide Number Placeholder 2">
            <a:extLst>
              <a:ext uri="{FF2B5EF4-FFF2-40B4-BE49-F238E27FC236}">
                <a16:creationId xmlns:a16="http://schemas.microsoft.com/office/drawing/2014/main" id="{CE78A417-FD79-B646-BFE4-E2CED177C18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19616" y="6443089"/>
            <a:ext cx="2743200" cy="365125"/>
          </a:xfrm>
        </p:spPr>
        <p:txBody>
          <a:bodyPr/>
          <a:lstStyle/>
          <a:p>
            <a:r>
              <a:rPr lang="en-US" dirty="0"/>
              <a:t>Transport Layer: 3-</a:t>
            </a:r>
            <a:fld id="{C4204591-24BD-A542-B9D5-F8D8A88D2FEE}" type="slidenum">
              <a:rPr lang="en-US" smtClean="0"/>
              <a:pPr/>
              <a:t>40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661857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>
            <a:extLst>
              <a:ext uri="{FF2B5EF4-FFF2-40B4-BE49-F238E27FC236}">
                <a16:creationId xmlns:a16="http://schemas.microsoft.com/office/drawing/2014/main" id="{1EBE03E1-A40C-1E40-BB55-6DDFE64A0442}"/>
              </a:ext>
            </a:extLst>
          </p:cNvPr>
          <p:cNvGrpSpPr/>
          <p:nvPr/>
        </p:nvGrpSpPr>
        <p:grpSpPr>
          <a:xfrm>
            <a:off x="4094463" y="4691367"/>
            <a:ext cx="2885057" cy="1481137"/>
            <a:chOff x="4094463" y="4691367"/>
            <a:chExt cx="2885057" cy="1481137"/>
          </a:xfrm>
        </p:grpSpPr>
        <p:sp>
          <p:nvSpPr>
            <p:cNvPr id="189" name="Freeform 2">
              <a:extLst>
                <a:ext uri="{FF2B5EF4-FFF2-40B4-BE49-F238E27FC236}">
                  <a16:creationId xmlns:a16="http://schemas.microsoft.com/office/drawing/2014/main" id="{9A546185-6077-2340-8A96-0F02D5D7C779}"/>
                </a:ext>
              </a:extLst>
            </p:cNvPr>
            <p:cNvSpPr>
              <a:spLocks/>
            </p:cNvSpPr>
            <p:nvPr/>
          </p:nvSpPr>
          <p:spPr bwMode="auto">
            <a:xfrm>
              <a:off x="4129957" y="4691367"/>
              <a:ext cx="2849563" cy="1481137"/>
            </a:xfrm>
            <a:custGeom>
              <a:avLst/>
              <a:gdLst>
                <a:gd name="T0" fmla="*/ 2147483647 w 1794"/>
                <a:gd name="T1" fmla="*/ 2147483647 h 933"/>
                <a:gd name="T2" fmla="*/ 2147483647 w 1794"/>
                <a:gd name="T3" fmla="*/ 2147483647 h 933"/>
                <a:gd name="T4" fmla="*/ 2147483647 w 1794"/>
                <a:gd name="T5" fmla="*/ 2147483647 h 933"/>
                <a:gd name="T6" fmla="*/ 2147483647 w 1794"/>
                <a:gd name="T7" fmla="*/ 2147483647 h 933"/>
                <a:gd name="T8" fmla="*/ 2147483647 w 1794"/>
                <a:gd name="T9" fmla="*/ 2147483647 h 933"/>
                <a:gd name="T10" fmla="*/ 2147483647 w 1794"/>
                <a:gd name="T11" fmla="*/ 2147483647 h 933"/>
                <a:gd name="T12" fmla="*/ 2147483647 w 1794"/>
                <a:gd name="T13" fmla="*/ 2147483647 h 933"/>
                <a:gd name="T14" fmla="*/ 2147483647 w 1794"/>
                <a:gd name="T15" fmla="*/ 2147483647 h 933"/>
                <a:gd name="T16" fmla="*/ 2147483647 w 1794"/>
                <a:gd name="T17" fmla="*/ 2147483647 h 933"/>
                <a:gd name="T18" fmla="*/ 2147483647 w 1794"/>
                <a:gd name="T19" fmla="*/ 2147483647 h 933"/>
                <a:gd name="T20" fmla="*/ 2147483647 w 1794"/>
                <a:gd name="T21" fmla="*/ 2147483647 h 933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w 1794"/>
                <a:gd name="T34" fmla="*/ 0 h 933"/>
                <a:gd name="T35" fmla="*/ 1794 w 1794"/>
                <a:gd name="T36" fmla="*/ 933 h 933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T33" t="T34" r="T35" b="T36"/>
              <a:pathLst>
                <a:path w="1794" h="933">
                  <a:moveTo>
                    <a:pt x="6" y="483"/>
                  </a:moveTo>
                  <a:cubicBezTo>
                    <a:pt x="0" y="365"/>
                    <a:pt x="16" y="189"/>
                    <a:pt x="108" y="125"/>
                  </a:cubicBezTo>
                  <a:cubicBezTo>
                    <a:pt x="200" y="61"/>
                    <a:pt x="389" y="116"/>
                    <a:pt x="559" y="100"/>
                  </a:cubicBezTo>
                  <a:cubicBezTo>
                    <a:pt x="729" y="84"/>
                    <a:pt x="935" y="0"/>
                    <a:pt x="1128" y="29"/>
                  </a:cubicBezTo>
                  <a:cubicBezTo>
                    <a:pt x="1321" y="58"/>
                    <a:pt x="1638" y="142"/>
                    <a:pt x="1716" y="275"/>
                  </a:cubicBezTo>
                  <a:cubicBezTo>
                    <a:pt x="1794" y="408"/>
                    <a:pt x="1652" y="721"/>
                    <a:pt x="1596" y="827"/>
                  </a:cubicBezTo>
                  <a:cubicBezTo>
                    <a:pt x="1540" y="933"/>
                    <a:pt x="1506" y="894"/>
                    <a:pt x="1380" y="911"/>
                  </a:cubicBezTo>
                  <a:cubicBezTo>
                    <a:pt x="1254" y="928"/>
                    <a:pt x="1001" y="929"/>
                    <a:pt x="840" y="929"/>
                  </a:cubicBezTo>
                  <a:cubicBezTo>
                    <a:pt x="679" y="929"/>
                    <a:pt x="530" y="927"/>
                    <a:pt x="414" y="911"/>
                  </a:cubicBezTo>
                  <a:cubicBezTo>
                    <a:pt x="298" y="895"/>
                    <a:pt x="211" y="903"/>
                    <a:pt x="143" y="832"/>
                  </a:cubicBezTo>
                  <a:cubicBezTo>
                    <a:pt x="75" y="761"/>
                    <a:pt x="4" y="624"/>
                    <a:pt x="6" y="483"/>
                  </a:cubicBezTo>
                  <a:close/>
                </a:path>
              </a:pathLst>
            </a:custGeom>
            <a:solidFill>
              <a:srgbClr val="9CDFF9"/>
            </a:solidFill>
            <a:ln>
              <a:noFill/>
            </a:ln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grpSp>
          <p:nvGrpSpPr>
            <p:cNvPr id="4" name="Group 3">
              <a:extLst>
                <a:ext uri="{FF2B5EF4-FFF2-40B4-BE49-F238E27FC236}">
                  <a16:creationId xmlns:a16="http://schemas.microsoft.com/office/drawing/2014/main" id="{40979929-3895-E541-88C5-08B90173C1D4}"/>
                </a:ext>
              </a:extLst>
            </p:cNvPr>
            <p:cNvGrpSpPr/>
            <p:nvPr/>
          </p:nvGrpSpPr>
          <p:grpSpPr>
            <a:xfrm>
              <a:off x="5035264" y="5554092"/>
              <a:ext cx="496248" cy="260542"/>
              <a:chOff x="7141236" y="6068702"/>
              <a:chExt cx="496248" cy="260542"/>
            </a:xfrm>
          </p:grpSpPr>
          <p:sp>
            <p:nvSpPr>
              <p:cNvPr id="357" name="Freeform 356">
                <a:extLst>
                  <a:ext uri="{FF2B5EF4-FFF2-40B4-BE49-F238E27FC236}">
                    <a16:creationId xmlns:a16="http://schemas.microsoft.com/office/drawing/2014/main" id="{0CA65D85-D056-864E-B0EC-70D8C181B47E}"/>
                  </a:ext>
                </a:extLst>
              </p:cNvPr>
              <p:cNvSpPr/>
              <p:nvPr/>
            </p:nvSpPr>
            <p:spPr>
              <a:xfrm>
                <a:off x="7141236" y="6158887"/>
                <a:ext cx="496248" cy="170357"/>
              </a:xfrm>
              <a:custGeom>
                <a:avLst/>
                <a:gdLst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88524 w 8187558"/>
                  <a:gd name="connsiteY5" fmla="*/ 1597573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88524 w 8187558"/>
                  <a:gd name="connsiteY5" fmla="*/ 1597573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76538 w 8176538"/>
                  <a:gd name="connsiteY0" fmla="*/ 0 h 2638097"/>
                  <a:gd name="connsiteX1" fmla="*/ 8176538 w 8176538"/>
                  <a:gd name="connsiteY1" fmla="*/ 1271752 h 2638097"/>
                  <a:gd name="connsiteX2" fmla="*/ 4088015 w 8176538"/>
                  <a:gd name="connsiteY2" fmla="*/ 2638097 h 2638097"/>
                  <a:gd name="connsiteX3" fmla="*/ 0 w 8176538"/>
                  <a:gd name="connsiteY3" fmla="*/ 1269888 h 2638097"/>
                  <a:gd name="connsiteX4" fmla="*/ 20511 w 8176538"/>
                  <a:gd name="connsiteY4" fmla="*/ 147145 h 2638097"/>
                  <a:gd name="connsiteX5" fmla="*/ 4088015 w 8176538"/>
                  <a:gd name="connsiteY5" fmla="*/ 1566042 h 2638097"/>
                  <a:gd name="connsiteX6" fmla="*/ 8176538 w 8176538"/>
                  <a:gd name="connsiteY6" fmla="*/ 0 h 2638097"/>
                  <a:gd name="connsiteX0" fmla="*/ 8176538 w 8176538"/>
                  <a:gd name="connsiteY0" fmla="*/ 0 h 2772020"/>
                  <a:gd name="connsiteX1" fmla="*/ 8176538 w 8176538"/>
                  <a:gd name="connsiteY1" fmla="*/ 1271752 h 2772020"/>
                  <a:gd name="connsiteX2" fmla="*/ 4099034 w 8176538"/>
                  <a:gd name="connsiteY2" fmla="*/ 2772020 h 2772020"/>
                  <a:gd name="connsiteX3" fmla="*/ 0 w 8176538"/>
                  <a:gd name="connsiteY3" fmla="*/ 1269888 h 2772020"/>
                  <a:gd name="connsiteX4" fmla="*/ 20511 w 8176538"/>
                  <a:gd name="connsiteY4" fmla="*/ 147145 h 2772020"/>
                  <a:gd name="connsiteX5" fmla="*/ 4088015 w 8176538"/>
                  <a:gd name="connsiteY5" fmla="*/ 1566042 h 2772020"/>
                  <a:gd name="connsiteX6" fmla="*/ 8176538 w 8176538"/>
                  <a:gd name="connsiteY6" fmla="*/ 0 h 2772020"/>
                  <a:gd name="connsiteX0" fmla="*/ 8176538 w 8176538"/>
                  <a:gd name="connsiteY0" fmla="*/ 0 h 2772339"/>
                  <a:gd name="connsiteX1" fmla="*/ 8176538 w 8176538"/>
                  <a:gd name="connsiteY1" fmla="*/ 1378890 h 2772339"/>
                  <a:gd name="connsiteX2" fmla="*/ 4099034 w 8176538"/>
                  <a:gd name="connsiteY2" fmla="*/ 2772020 h 2772339"/>
                  <a:gd name="connsiteX3" fmla="*/ 0 w 8176538"/>
                  <a:gd name="connsiteY3" fmla="*/ 1269888 h 2772339"/>
                  <a:gd name="connsiteX4" fmla="*/ 20511 w 8176538"/>
                  <a:gd name="connsiteY4" fmla="*/ 147145 h 2772339"/>
                  <a:gd name="connsiteX5" fmla="*/ 4088015 w 8176538"/>
                  <a:gd name="connsiteY5" fmla="*/ 1566042 h 2772339"/>
                  <a:gd name="connsiteX6" fmla="*/ 8176538 w 8176538"/>
                  <a:gd name="connsiteY6" fmla="*/ 0 h 2772339"/>
                  <a:gd name="connsiteX0" fmla="*/ 8176538 w 8176538"/>
                  <a:gd name="connsiteY0" fmla="*/ 0 h 2825888"/>
                  <a:gd name="connsiteX1" fmla="*/ 8176538 w 8176538"/>
                  <a:gd name="connsiteY1" fmla="*/ 1378890 h 2825888"/>
                  <a:gd name="connsiteX2" fmla="*/ 4099034 w 8176538"/>
                  <a:gd name="connsiteY2" fmla="*/ 2825590 h 2825888"/>
                  <a:gd name="connsiteX3" fmla="*/ 0 w 8176538"/>
                  <a:gd name="connsiteY3" fmla="*/ 1269888 h 2825888"/>
                  <a:gd name="connsiteX4" fmla="*/ 20511 w 8176538"/>
                  <a:gd name="connsiteY4" fmla="*/ 147145 h 2825888"/>
                  <a:gd name="connsiteX5" fmla="*/ 4088015 w 8176538"/>
                  <a:gd name="connsiteY5" fmla="*/ 1566042 h 2825888"/>
                  <a:gd name="connsiteX6" fmla="*/ 8176538 w 8176538"/>
                  <a:gd name="connsiteY6" fmla="*/ 0 h 2825888"/>
                  <a:gd name="connsiteX0" fmla="*/ 8165518 w 8165518"/>
                  <a:gd name="connsiteY0" fmla="*/ 0 h 2825606"/>
                  <a:gd name="connsiteX1" fmla="*/ 8165518 w 8165518"/>
                  <a:gd name="connsiteY1" fmla="*/ 1378890 h 2825606"/>
                  <a:gd name="connsiteX2" fmla="*/ 4088014 w 8165518"/>
                  <a:gd name="connsiteY2" fmla="*/ 2825590 h 2825606"/>
                  <a:gd name="connsiteX3" fmla="*/ 0 w 8165518"/>
                  <a:gd name="connsiteY3" fmla="*/ 1403811 h 2825606"/>
                  <a:gd name="connsiteX4" fmla="*/ 9491 w 8165518"/>
                  <a:gd name="connsiteY4" fmla="*/ 147145 h 2825606"/>
                  <a:gd name="connsiteX5" fmla="*/ 4076995 w 8165518"/>
                  <a:gd name="connsiteY5" fmla="*/ 1566042 h 2825606"/>
                  <a:gd name="connsiteX6" fmla="*/ 8165518 w 8165518"/>
                  <a:gd name="connsiteY6" fmla="*/ 0 h 2825606"/>
                  <a:gd name="connsiteX0" fmla="*/ 8165518 w 8165518"/>
                  <a:gd name="connsiteY0" fmla="*/ 0 h 2879174"/>
                  <a:gd name="connsiteX1" fmla="*/ 8165518 w 8165518"/>
                  <a:gd name="connsiteY1" fmla="*/ 1378890 h 2879174"/>
                  <a:gd name="connsiteX2" fmla="*/ 4132092 w 8165518"/>
                  <a:gd name="connsiteY2" fmla="*/ 2879159 h 2879174"/>
                  <a:gd name="connsiteX3" fmla="*/ 0 w 8165518"/>
                  <a:gd name="connsiteY3" fmla="*/ 1403811 h 2879174"/>
                  <a:gd name="connsiteX4" fmla="*/ 9491 w 8165518"/>
                  <a:gd name="connsiteY4" fmla="*/ 147145 h 2879174"/>
                  <a:gd name="connsiteX5" fmla="*/ 4076995 w 8165518"/>
                  <a:gd name="connsiteY5" fmla="*/ 1566042 h 2879174"/>
                  <a:gd name="connsiteX6" fmla="*/ 8165518 w 8165518"/>
                  <a:gd name="connsiteY6" fmla="*/ 0 h 2879174"/>
                  <a:gd name="connsiteX0" fmla="*/ 8165518 w 8176537"/>
                  <a:gd name="connsiteY0" fmla="*/ 0 h 2879410"/>
                  <a:gd name="connsiteX1" fmla="*/ 8176537 w 8176537"/>
                  <a:gd name="connsiteY1" fmla="*/ 1499420 h 2879410"/>
                  <a:gd name="connsiteX2" fmla="*/ 4132092 w 8176537"/>
                  <a:gd name="connsiteY2" fmla="*/ 2879159 h 2879410"/>
                  <a:gd name="connsiteX3" fmla="*/ 0 w 8176537"/>
                  <a:gd name="connsiteY3" fmla="*/ 1403811 h 2879410"/>
                  <a:gd name="connsiteX4" fmla="*/ 9491 w 8176537"/>
                  <a:gd name="connsiteY4" fmla="*/ 147145 h 2879410"/>
                  <a:gd name="connsiteX5" fmla="*/ 4076995 w 8176537"/>
                  <a:gd name="connsiteY5" fmla="*/ 1566042 h 2879410"/>
                  <a:gd name="connsiteX6" fmla="*/ 8165518 w 8176537"/>
                  <a:gd name="connsiteY6" fmla="*/ 0 h 2879410"/>
                  <a:gd name="connsiteX0" fmla="*/ 8165518 w 8176537"/>
                  <a:gd name="connsiteY0" fmla="*/ 0 h 2879262"/>
                  <a:gd name="connsiteX1" fmla="*/ 8176537 w 8176537"/>
                  <a:gd name="connsiteY1" fmla="*/ 1499420 h 2879262"/>
                  <a:gd name="connsiteX2" fmla="*/ 4132092 w 8176537"/>
                  <a:gd name="connsiteY2" fmla="*/ 2879159 h 2879262"/>
                  <a:gd name="connsiteX3" fmla="*/ 0 w 8176537"/>
                  <a:gd name="connsiteY3" fmla="*/ 1403811 h 2879262"/>
                  <a:gd name="connsiteX4" fmla="*/ 9491 w 8176537"/>
                  <a:gd name="connsiteY4" fmla="*/ 147145 h 2879262"/>
                  <a:gd name="connsiteX5" fmla="*/ 4076995 w 8176537"/>
                  <a:gd name="connsiteY5" fmla="*/ 1566042 h 2879262"/>
                  <a:gd name="connsiteX6" fmla="*/ 8165518 w 8176537"/>
                  <a:gd name="connsiteY6" fmla="*/ 0 h 2879262"/>
                  <a:gd name="connsiteX0" fmla="*/ 8165518 w 8176537"/>
                  <a:gd name="connsiteY0" fmla="*/ 0 h 2879163"/>
                  <a:gd name="connsiteX1" fmla="*/ 8176537 w 8176537"/>
                  <a:gd name="connsiteY1" fmla="*/ 1499420 h 2879163"/>
                  <a:gd name="connsiteX2" fmla="*/ 4132092 w 8176537"/>
                  <a:gd name="connsiteY2" fmla="*/ 2879159 h 2879163"/>
                  <a:gd name="connsiteX3" fmla="*/ 0 w 8176537"/>
                  <a:gd name="connsiteY3" fmla="*/ 1510948 h 2879163"/>
                  <a:gd name="connsiteX4" fmla="*/ 9491 w 8176537"/>
                  <a:gd name="connsiteY4" fmla="*/ 147145 h 2879163"/>
                  <a:gd name="connsiteX5" fmla="*/ 4076995 w 8176537"/>
                  <a:gd name="connsiteY5" fmla="*/ 1566042 h 2879163"/>
                  <a:gd name="connsiteX6" fmla="*/ 8165518 w 8176537"/>
                  <a:gd name="connsiteY6" fmla="*/ 0 h 2879163"/>
                  <a:gd name="connsiteX0" fmla="*/ 8165518 w 8198577"/>
                  <a:gd name="connsiteY0" fmla="*/ 0 h 2879451"/>
                  <a:gd name="connsiteX1" fmla="*/ 8198577 w 8198577"/>
                  <a:gd name="connsiteY1" fmla="*/ 1606558 h 2879451"/>
                  <a:gd name="connsiteX2" fmla="*/ 4132092 w 8198577"/>
                  <a:gd name="connsiteY2" fmla="*/ 2879159 h 2879451"/>
                  <a:gd name="connsiteX3" fmla="*/ 0 w 8198577"/>
                  <a:gd name="connsiteY3" fmla="*/ 1510948 h 2879451"/>
                  <a:gd name="connsiteX4" fmla="*/ 9491 w 8198577"/>
                  <a:gd name="connsiteY4" fmla="*/ 147145 h 2879451"/>
                  <a:gd name="connsiteX5" fmla="*/ 4076995 w 8198577"/>
                  <a:gd name="connsiteY5" fmla="*/ 1566042 h 2879451"/>
                  <a:gd name="connsiteX6" fmla="*/ 8165518 w 8198577"/>
                  <a:gd name="connsiteY6" fmla="*/ 0 h 2879451"/>
                  <a:gd name="connsiteX0" fmla="*/ 8165518 w 8165518"/>
                  <a:gd name="connsiteY0" fmla="*/ 0 h 2880066"/>
                  <a:gd name="connsiteX1" fmla="*/ 8165518 w 8165518"/>
                  <a:gd name="connsiteY1" fmla="*/ 1673520 h 2880066"/>
                  <a:gd name="connsiteX2" fmla="*/ 4132092 w 8165518"/>
                  <a:gd name="connsiteY2" fmla="*/ 2879159 h 2880066"/>
                  <a:gd name="connsiteX3" fmla="*/ 0 w 8165518"/>
                  <a:gd name="connsiteY3" fmla="*/ 1510948 h 2880066"/>
                  <a:gd name="connsiteX4" fmla="*/ 9491 w 8165518"/>
                  <a:gd name="connsiteY4" fmla="*/ 147145 h 2880066"/>
                  <a:gd name="connsiteX5" fmla="*/ 4076995 w 8165518"/>
                  <a:gd name="connsiteY5" fmla="*/ 1566042 h 2880066"/>
                  <a:gd name="connsiteX6" fmla="*/ 8165518 w 8165518"/>
                  <a:gd name="connsiteY6" fmla="*/ 0 h 2880066"/>
                  <a:gd name="connsiteX0" fmla="*/ 8156794 w 8156794"/>
                  <a:gd name="connsiteY0" fmla="*/ 0 h 2879270"/>
                  <a:gd name="connsiteX1" fmla="*/ 8156794 w 8156794"/>
                  <a:gd name="connsiteY1" fmla="*/ 1673520 h 2879270"/>
                  <a:gd name="connsiteX2" fmla="*/ 4123368 w 8156794"/>
                  <a:gd name="connsiteY2" fmla="*/ 2879159 h 2879270"/>
                  <a:gd name="connsiteX3" fmla="*/ 2295 w 8156794"/>
                  <a:gd name="connsiteY3" fmla="*/ 1618086 h 2879270"/>
                  <a:gd name="connsiteX4" fmla="*/ 767 w 8156794"/>
                  <a:gd name="connsiteY4" fmla="*/ 147145 h 2879270"/>
                  <a:gd name="connsiteX5" fmla="*/ 4068271 w 8156794"/>
                  <a:gd name="connsiteY5" fmla="*/ 1566042 h 2879270"/>
                  <a:gd name="connsiteX6" fmla="*/ 8156794 w 8156794"/>
                  <a:gd name="connsiteY6" fmla="*/ 0 h 2879270"/>
                  <a:gd name="connsiteX0" fmla="*/ 8156794 w 8156794"/>
                  <a:gd name="connsiteY0" fmla="*/ 0 h 2973000"/>
                  <a:gd name="connsiteX1" fmla="*/ 8156794 w 8156794"/>
                  <a:gd name="connsiteY1" fmla="*/ 1673520 h 2973000"/>
                  <a:gd name="connsiteX2" fmla="*/ 4134388 w 8156794"/>
                  <a:gd name="connsiteY2" fmla="*/ 2972904 h 2973000"/>
                  <a:gd name="connsiteX3" fmla="*/ 2295 w 8156794"/>
                  <a:gd name="connsiteY3" fmla="*/ 1618086 h 2973000"/>
                  <a:gd name="connsiteX4" fmla="*/ 767 w 8156794"/>
                  <a:gd name="connsiteY4" fmla="*/ 147145 h 2973000"/>
                  <a:gd name="connsiteX5" fmla="*/ 4068271 w 8156794"/>
                  <a:gd name="connsiteY5" fmla="*/ 1566042 h 2973000"/>
                  <a:gd name="connsiteX6" fmla="*/ 8156794 w 8156794"/>
                  <a:gd name="connsiteY6" fmla="*/ 0 h 2973000"/>
                  <a:gd name="connsiteX0" fmla="*/ 8156794 w 8156794"/>
                  <a:gd name="connsiteY0" fmla="*/ 0 h 2973000"/>
                  <a:gd name="connsiteX1" fmla="*/ 8156794 w 8156794"/>
                  <a:gd name="connsiteY1" fmla="*/ 1673520 h 2973000"/>
                  <a:gd name="connsiteX2" fmla="*/ 4134388 w 8156794"/>
                  <a:gd name="connsiteY2" fmla="*/ 2972904 h 2973000"/>
                  <a:gd name="connsiteX3" fmla="*/ 2295 w 8156794"/>
                  <a:gd name="connsiteY3" fmla="*/ 1618086 h 2973000"/>
                  <a:gd name="connsiteX4" fmla="*/ 767 w 8156794"/>
                  <a:gd name="connsiteY4" fmla="*/ 147145 h 2973000"/>
                  <a:gd name="connsiteX5" fmla="*/ 4068271 w 8156794"/>
                  <a:gd name="connsiteY5" fmla="*/ 1566042 h 2973000"/>
                  <a:gd name="connsiteX6" fmla="*/ 8156794 w 8156794"/>
                  <a:gd name="connsiteY6" fmla="*/ 0 h 2973000"/>
                  <a:gd name="connsiteX0" fmla="*/ 8156794 w 8156794"/>
                  <a:gd name="connsiteY0" fmla="*/ 0 h 2973000"/>
                  <a:gd name="connsiteX1" fmla="*/ 8156794 w 8156794"/>
                  <a:gd name="connsiteY1" fmla="*/ 1673520 h 2973000"/>
                  <a:gd name="connsiteX2" fmla="*/ 4134388 w 8156794"/>
                  <a:gd name="connsiteY2" fmla="*/ 2972904 h 2973000"/>
                  <a:gd name="connsiteX3" fmla="*/ 2295 w 8156794"/>
                  <a:gd name="connsiteY3" fmla="*/ 1618086 h 2973000"/>
                  <a:gd name="connsiteX4" fmla="*/ 767 w 8156794"/>
                  <a:gd name="connsiteY4" fmla="*/ 147145 h 2973000"/>
                  <a:gd name="connsiteX5" fmla="*/ 4068271 w 8156794"/>
                  <a:gd name="connsiteY5" fmla="*/ 1566042 h 2973000"/>
                  <a:gd name="connsiteX6" fmla="*/ 8156794 w 8156794"/>
                  <a:gd name="connsiteY6" fmla="*/ 0 h 2973000"/>
                  <a:gd name="connsiteX0" fmla="*/ 8156794 w 8156794"/>
                  <a:gd name="connsiteY0" fmla="*/ 0 h 2973020"/>
                  <a:gd name="connsiteX1" fmla="*/ 8156794 w 8156794"/>
                  <a:gd name="connsiteY1" fmla="*/ 1673520 h 2973020"/>
                  <a:gd name="connsiteX2" fmla="*/ 4134388 w 8156794"/>
                  <a:gd name="connsiteY2" fmla="*/ 2972904 h 2973020"/>
                  <a:gd name="connsiteX3" fmla="*/ 2295 w 8156794"/>
                  <a:gd name="connsiteY3" fmla="*/ 1618086 h 2973020"/>
                  <a:gd name="connsiteX4" fmla="*/ 767 w 8156794"/>
                  <a:gd name="connsiteY4" fmla="*/ 147145 h 2973020"/>
                  <a:gd name="connsiteX5" fmla="*/ 4068271 w 8156794"/>
                  <a:gd name="connsiteY5" fmla="*/ 1566042 h 2973020"/>
                  <a:gd name="connsiteX6" fmla="*/ 8156794 w 8156794"/>
                  <a:gd name="connsiteY6" fmla="*/ 0 h 2973020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141"/>
                  <a:gd name="connsiteX1" fmla="*/ 8156794 w 8156794"/>
                  <a:gd name="connsiteY1" fmla="*/ 1673520 h 2973141"/>
                  <a:gd name="connsiteX2" fmla="*/ 4134388 w 8156794"/>
                  <a:gd name="connsiteY2" fmla="*/ 2972904 h 2973141"/>
                  <a:gd name="connsiteX3" fmla="*/ 2295 w 8156794"/>
                  <a:gd name="connsiteY3" fmla="*/ 1618086 h 2973141"/>
                  <a:gd name="connsiteX4" fmla="*/ 767 w 8156794"/>
                  <a:gd name="connsiteY4" fmla="*/ 147145 h 2973141"/>
                  <a:gd name="connsiteX5" fmla="*/ 4068271 w 8156794"/>
                  <a:gd name="connsiteY5" fmla="*/ 1566042 h 2973141"/>
                  <a:gd name="connsiteX6" fmla="*/ 8156794 w 8156794"/>
                  <a:gd name="connsiteY6" fmla="*/ 0 h 2973141"/>
                  <a:gd name="connsiteX0" fmla="*/ 8156794 w 8156794"/>
                  <a:gd name="connsiteY0" fmla="*/ 0 h 3066827"/>
                  <a:gd name="connsiteX1" fmla="*/ 8156794 w 8156794"/>
                  <a:gd name="connsiteY1" fmla="*/ 1673520 h 3066827"/>
                  <a:gd name="connsiteX2" fmla="*/ 4123353 w 8156794"/>
                  <a:gd name="connsiteY2" fmla="*/ 3066650 h 3066827"/>
                  <a:gd name="connsiteX3" fmla="*/ 2295 w 8156794"/>
                  <a:gd name="connsiteY3" fmla="*/ 1618086 h 3066827"/>
                  <a:gd name="connsiteX4" fmla="*/ 767 w 8156794"/>
                  <a:gd name="connsiteY4" fmla="*/ 147145 h 3066827"/>
                  <a:gd name="connsiteX5" fmla="*/ 4068271 w 8156794"/>
                  <a:gd name="connsiteY5" fmla="*/ 1566042 h 3066827"/>
                  <a:gd name="connsiteX6" fmla="*/ 8156794 w 8156794"/>
                  <a:gd name="connsiteY6" fmla="*/ 0 h 3066827"/>
                  <a:gd name="connsiteX0" fmla="*/ 8123689 w 8156794"/>
                  <a:gd name="connsiteY0" fmla="*/ 0 h 2999866"/>
                  <a:gd name="connsiteX1" fmla="*/ 8156794 w 8156794"/>
                  <a:gd name="connsiteY1" fmla="*/ 1606559 h 2999866"/>
                  <a:gd name="connsiteX2" fmla="*/ 4123353 w 8156794"/>
                  <a:gd name="connsiteY2" fmla="*/ 2999689 h 2999866"/>
                  <a:gd name="connsiteX3" fmla="*/ 2295 w 8156794"/>
                  <a:gd name="connsiteY3" fmla="*/ 1551125 h 2999866"/>
                  <a:gd name="connsiteX4" fmla="*/ 767 w 8156794"/>
                  <a:gd name="connsiteY4" fmla="*/ 80184 h 2999866"/>
                  <a:gd name="connsiteX5" fmla="*/ 4068271 w 8156794"/>
                  <a:gd name="connsiteY5" fmla="*/ 1499081 h 2999866"/>
                  <a:gd name="connsiteX6" fmla="*/ 8123689 w 8156794"/>
                  <a:gd name="connsiteY6" fmla="*/ 0 h 2999866"/>
                  <a:gd name="connsiteX0" fmla="*/ 8167828 w 8167828"/>
                  <a:gd name="connsiteY0" fmla="*/ 0 h 3026651"/>
                  <a:gd name="connsiteX1" fmla="*/ 8156794 w 8167828"/>
                  <a:gd name="connsiteY1" fmla="*/ 1633344 h 3026651"/>
                  <a:gd name="connsiteX2" fmla="*/ 4123353 w 8167828"/>
                  <a:gd name="connsiteY2" fmla="*/ 3026474 h 3026651"/>
                  <a:gd name="connsiteX3" fmla="*/ 2295 w 8167828"/>
                  <a:gd name="connsiteY3" fmla="*/ 1577910 h 3026651"/>
                  <a:gd name="connsiteX4" fmla="*/ 767 w 8167828"/>
                  <a:gd name="connsiteY4" fmla="*/ 106969 h 3026651"/>
                  <a:gd name="connsiteX5" fmla="*/ 4068271 w 8167828"/>
                  <a:gd name="connsiteY5" fmla="*/ 1525866 h 3026651"/>
                  <a:gd name="connsiteX6" fmla="*/ 8167828 w 8167828"/>
                  <a:gd name="connsiteY6" fmla="*/ 0 h 3026651"/>
                  <a:gd name="connsiteX0" fmla="*/ 8167828 w 8167828"/>
                  <a:gd name="connsiteY0" fmla="*/ 0 h 3027228"/>
                  <a:gd name="connsiteX1" fmla="*/ 8145760 w 8167828"/>
                  <a:gd name="connsiteY1" fmla="*/ 1686913 h 3027228"/>
                  <a:gd name="connsiteX2" fmla="*/ 4123353 w 8167828"/>
                  <a:gd name="connsiteY2" fmla="*/ 3026474 h 3027228"/>
                  <a:gd name="connsiteX3" fmla="*/ 2295 w 8167828"/>
                  <a:gd name="connsiteY3" fmla="*/ 1577910 h 3027228"/>
                  <a:gd name="connsiteX4" fmla="*/ 767 w 8167828"/>
                  <a:gd name="connsiteY4" fmla="*/ 106969 h 3027228"/>
                  <a:gd name="connsiteX5" fmla="*/ 4068271 w 8167828"/>
                  <a:gd name="connsiteY5" fmla="*/ 1525866 h 3027228"/>
                  <a:gd name="connsiteX6" fmla="*/ 8167828 w 8167828"/>
                  <a:gd name="connsiteY6" fmla="*/ 0 h 3027228"/>
                  <a:gd name="connsiteX0" fmla="*/ 8156794 w 8156794"/>
                  <a:gd name="connsiteY0" fmla="*/ 0 h 2933483"/>
                  <a:gd name="connsiteX1" fmla="*/ 8145760 w 8156794"/>
                  <a:gd name="connsiteY1" fmla="*/ 1593168 h 2933483"/>
                  <a:gd name="connsiteX2" fmla="*/ 4123353 w 8156794"/>
                  <a:gd name="connsiteY2" fmla="*/ 2932729 h 2933483"/>
                  <a:gd name="connsiteX3" fmla="*/ 2295 w 8156794"/>
                  <a:gd name="connsiteY3" fmla="*/ 1484165 h 2933483"/>
                  <a:gd name="connsiteX4" fmla="*/ 767 w 8156794"/>
                  <a:gd name="connsiteY4" fmla="*/ 13224 h 2933483"/>
                  <a:gd name="connsiteX5" fmla="*/ 4068271 w 8156794"/>
                  <a:gd name="connsiteY5" fmla="*/ 1432121 h 2933483"/>
                  <a:gd name="connsiteX6" fmla="*/ 8156794 w 8156794"/>
                  <a:gd name="connsiteY6" fmla="*/ 0 h 2933483"/>
                  <a:gd name="connsiteX0" fmla="*/ 8156794 w 8156794"/>
                  <a:gd name="connsiteY0" fmla="*/ 0 h 2933483"/>
                  <a:gd name="connsiteX1" fmla="*/ 8145760 w 8156794"/>
                  <a:gd name="connsiteY1" fmla="*/ 1593168 h 2933483"/>
                  <a:gd name="connsiteX2" fmla="*/ 4123353 w 8156794"/>
                  <a:gd name="connsiteY2" fmla="*/ 2932729 h 2933483"/>
                  <a:gd name="connsiteX3" fmla="*/ 2295 w 8156794"/>
                  <a:gd name="connsiteY3" fmla="*/ 1484165 h 2933483"/>
                  <a:gd name="connsiteX4" fmla="*/ 767 w 8156794"/>
                  <a:gd name="connsiteY4" fmla="*/ 13224 h 2933483"/>
                  <a:gd name="connsiteX5" fmla="*/ 4068271 w 8156794"/>
                  <a:gd name="connsiteY5" fmla="*/ 1432121 h 2933483"/>
                  <a:gd name="connsiteX6" fmla="*/ 8156794 w 8156794"/>
                  <a:gd name="connsiteY6" fmla="*/ 0 h 2933483"/>
                  <a:gd name="connsiteX0" fmla="*/ 8123689 w 8145760"/>
                  <a:gd name="connsiteY0" fmla="*/ 13560 h 2920259"/>
                  <a:gd name="connsiteX1" fmla="*/ 8145760 w 8145760"/>
                  <a:gd name="connsiteY1" fmla="*/ 1579944 h 2920259"/>
                  <a:gd name="connsiteX2" fmla="*/ 4123353 w 8145760"/>
                  <a:gd name="connsiteY2" fmla="*/ 2919505 h 2920259"/>
                  <a:gd name="connsiteX3" fmla="*/ 2295 w 8145760"/>
                  <a:gd name="connsiteY3" fmla="*/ 1470941 h 2920259"/>
                  <a:gd name="connsiteX4" fmla="*/ 767 w 8145760"/>
                  <a:gd name="connsiteY4" fmla="*/ 0 h 2920259"/>
                  <a:gd name="connsiteX5" fmla="*/ 4068271 w 8145760"/>
                  <a:gd name="connsiteY5" fmla="*/ 1418897 h 2920259"/>
                  <a:gd name="connsiteX6" fmla="*/ 8123689 w 8145760"/>
                  <a:gd name="connsiteY6" fmla="*/ 13560 h 2920259"/>
                  <a:gd name="connsiteX0" fmla="*/ 8178863 w 8178863"/>
                  <a:gd name="connsiteY0" fmla="*/ 26952 h 2920259"/>
                  <a:gd name="connsiteX1" fmla="*/ 8145760 w 8178863"/>
                  <a:gd name="connsiteY1" fmla="*/ 1579944 h 2920259"/>
                  <a:gd name="connsiteX2" fmla="*/ 4123353 w 8178863"/>
                  <a:gd name="connsiteY2" fmla="*/ 2919505 h 2920259"/>
                  <a:gd name="connsiteX3" fmla="*/ 2295 w 8178863"/>
                  <a:gd name="connsiteY3" fmla="*/ 1470941 h 2920259"/>
                  <a:gd name="connsiteX4" fmla="*/ 767 w 8178863"/>
                  <a:gd name="connsiteY4" fmla="*/ 0 h 2920259"/>
                  <a:gd name="connsiteX5" fmla="*/ 4068271 w 8178863"/>
                  <a:gd name="connsiteY5" fmla="*/ 1418897 h 2920259"/>
                  <a:gd name="connsiteX6" fmla="*/ 8178863 w 8178863"/>
                  <a:gd name="connsiteY6" fmla="*/ 26952 h 2920259"/>
                  <a:gd name="connsiteX0" fmla="*/ 8167827 w 8167827"/>
                  <a:gd name="connsiteY0" fmla="*/ 40343 h 2920259"/>
                  <a:gd name="connsiteX1" fmla="*/ 8145760 w 8167827"/>
                  <a:gd name="connsiteY1" fmla="*/ 1579944 h 2920259"/>
                  <a:gd name="connsiteX2" fmla="*/ 4123353 w 8167827"/>
                  <a:gd name="connsiteY2" fmla="*/ 2919505 h 2920259"/>
                  <a:gd name="connsiteX3" fmla="*/ 2295 w 8167827"/>
                  <a:gd name="connsiteY3" fmla="*/ 1470941 h 2920259"/>
                  <a:gd name="connsiteX4" fmla="*/ 767 w 8167827"/>
                  <a:gd name="connsiteY4" fmla="*/ 0 h 2920259"/>
                  <a:gd name="connsiteX5" fmla="*/ 4068271 w 8167827"/>
                  <a:gd name="connsiteY5" fmla="*/ 1418897 h 2920259"/>
                  <a:gd name="connsiteX6" fmla="*/ 8167827 w 8167827"/>
                  <a:gd name="connsiteY6" fmla="*/ 40343 h 2920259"/>
                  <a:gd name="connsiteX0" fmla="*/ 8123687 w 8145760"/>
                  <a:gd name="connsiteY0" fmla="*/ 53735 h 2920259"/>
                  <a:gd name="connsiteX1" fmla="*/ 8145760 w 8145760"/>
                  <a:gd name="connsiteY1" fmla="*/ 1579944 h 2920259"/>
                  <a:gd name="connsiteX2" fmla="*/ 4123353 w 8145760"/>
                  <a:gd name="connsiteY2" fmla="*/ 2919505 h 2920259"/>
                  <a:gd name="connsiteX3" fmla="*/ 2295 w 8145760"/>
                  <a:gd name="connsiteY3" fmla="*/ 1470941 h 2920259"/>
                  <a:gd name="connsiteX4" fmla="*/ 767 w 8145760"/>
                  <a:gd name="connsiteY4" fmla="*/ 0 h 2920259"/>
                  <a:gd name="connsiteX5" fmla="*/ 4068271 w 8145760"/>
                  <a:gd name="connsiteY5" fmla="*/ 1418897 h 2920259"/>
                  <a:gd name="connsiteX6" fmla="*/ 8123687 w 8145760"/>
                  <a:gd name="connsiteY6" fmla="*/ 53735 h 2920259"/>
                  <a:gd name="connsiteX0" fmla="*/ 8161918 w 8161918"/>
                  <a:gd name="connsiteY0" fmla="*/ 0 h 2943855"/>
                  <a:gd name="connsiteX1" fmla="*/ 8145760 w 8161918"/>
                  <a:gd name="connsiteY1" fmla="*/ 1603540 h 2943855"/>
                  <a:gd name="connsiteX2" fmla="*/ 4123353 w 8161918"/>
                  <a:gd name="connsiteY2" fmla="*/ 2943101 h 2943855"/>
                  <a:gd name="connsiteX3" fmla="*/ 2295 w 8161918"/>
                  <a:gd name="connsiteY3" fmla="*/ 1494537 h 2943855"/>
                  <a:gd name="connsiteX4" fmla="*/ 767 w 8161918"/>
                  <a:gd name="connsiteY4" fmla="*/ 23596 h 2943855"/>
                  <a:gd name="connsiteX5" fmla="*/ 4068271 w 8161918"/>
                  <a:gd name="connsiteY5" fmla="*/ 1442493 h 2943855"/>
                  <a:gd name="connsiteX6" fmla="*/ 8161918 w 8161918"/>
                  <a:gd name="connsiteY6" fmla="*/ 0 h 2943855"/>
                  <a:gd name="connsiteX0" fmla="*/ 8144926 w 8145760"/>
                  <a:gd name="connsiteY0" fmla="*/ 43424 h 2920259"/>
                  <a:gd name="connsiteX1" fmla="*/ 8145760 w 8145760"/>
                  <a:gd name="connsiteY1" fmla="*/ 1579944 h 2920259"/>
                  <a:gd name="connsiteX2" fmla="*/ 4123353 w 8145760"/>
                  <a:gd name="connsiteY2" fmla="*/ 2919505 h 2920259"/>
                  <a:gd name="connsiteX3" fmla="*/ 2295 w 8145760"/>
                  <a:gd name="connsiteY3" fmla="*/ 1470941 h 2920259"/>
                  <a:gd name="connsiteX4" fmla="*/ 767 w 8145760"/>
                  <a:gd name="connsiteY4" fmla="*/ 0 h 2920259"/>
                  <a:gd name="connsiteX5" fmla="*/ 4068271 w 8145760"/>
                  <a:gd name="connsiteY5" fmla="*/ 1418897 h 2920259"/>
                  <a:gd name="connsiteX6" fmla="*/ 8144926 w 8145760"/>
                  <a:gd name="connsiteY6" fmla="*/ 43424 h 2920259"/>
                  <a:gd name="connsiteX0" fmla="*/ 8161918 w 8161918"/>
                  <a:gd name="connsiteY0" fmla="*/ 0 h 2959321"/>
                  <a:gd name="connsiteX1" fmla="*/ 8145760 w 8161918"/>
                  <a:gd name="connsiteY1" fmla="*/ 1619006 h 2959321"/>
                  <a:gd name="connsiteX2" fmla="*/ 4123353 w 8161918"/>
                  <a:gd name="connsiteY2" fmla="*/ 2958567 h 2959321"/>
                  <a:gd name="connsiteX3" fmla="*/ 2295 w 8161918"/>
                  <a:gd name="connsiteY3" fmla="*/ 1510003 h 2959321"/>
                  <a:gd name="connsiteX4" fmla="*/ 767 w 8161918"/>
                  <a:gd name="connsiteY4" fmla="*/ 39062 h 2959321"/>
                  <a:gd name="connsiteX5" fmla="*/ 4068271 w 8161918"/>
                  <a:gd name="connsiteY5" fmla="*/ 1457959 h 2959321"/>
                  <a:gd name="connsiteX6" fmla="*/ 8161918 w 8161918"/>
                  <a:gd name="connsiteY6" fmla="*/ 0 h 2959321"/>
                  <a:gd name="connsiteX0" fmla="*/ 8161918 w 8162752"/>
                  <a:gd name="connsiteY0" fmla="*/ 0 h 2959488"/>
                  <a:gd name="connsiteX1" fmla="*/ 8162752 w 8162752"/>
                  <a:gd name="connsiteY1" fmla="*/ 1629317 h 2959488"/>
                  <a:gd name="connsiteX2" fmla="*/ 4123353 w 8162752"/>
                  <a:gd name="connsiteY2" fmla="*/ 2958567 h 2959488"/>
                  <a:gd name="connsiteX3" fmla="*/ 2295 w 8162752"/>
                  <a:gd name="connsiteY3" fmla="*/ 1510003 h 2959488"/>
                  <a:gd name="connsiteX4" fmla="*/ 767 w 8162752"/>
                  <a:gd name="connsiteY4" fmla="*/ 39062 h 2959488"/>
                  <a:gd name="connsiteX5" fmla="*/ 4068271 w 8162752"/>
                  <a:gd name="connsiteY5" fmla="*/ 1457959 h 2959488"/>
                  <a:gd name="connsiteX6" fmla="*/ 8161918 w 8162752"/>
                  <a:gd name="connsiteY6" fmla="*/ 0 h 2959488"/>
                  <a:gd name="connsiteX0" fmla="*/ 8165930 w 8166764"/>
                  <a:gd name="connsiteY0" fmla="*/ 7337 h 2966825"/>
                  <a:gd name="connsiteX1" fmla="*/ 8166764 w 8166764"/>
                  <a:gd name="connsiteY1" fmla="*/ 1636654 h 2966825"/>
                  <a:gd name="connsiteX2" fmla="*/ 4127365 w 8166764"/>
                  <a:gd name="connsiteY2" fmla="*/ 2965904 h 2966825"/>
                  <a:gd name="connsiteX3" fmla="*/ 6307 w 8166764"/>
                  <a:gd name="connsiteY3" fmla="*/ 1517340 h 2966825"/>
                  <a:gd name="connsiteX4" fmla="*/ 532 w 8166764"/>
                  <a:gd name="connsiteY4" fmla="*/ 0 h 2966825"/>
                  <a:gd name="connsiteX5" fmla="*/ 4072283 w 8166764"/>
                  <a:gd name="connsiteY5" fmla="*/ 1465296 h 2966825"/>
                  <a:gd name="connsiteX6" fmla="*/ 8165930 w 8166764"/>
                  <a:gd name="connsiteY6" fmla="*/ 7337 h 2966825"/>
                  <a:gd name="connsiteX0" fmla="*/ 8168119 w 8168953"/>
                  <a:gd name="connsiteY0" fmla="*/ 7337 h 2966682"/>
                  <a:gd name="connsiteX1" fmla="*/ 8168953 w 8168953"/>
                  <a:gd name="connsiteY1" fmla="*/ 1636654 h 2966682"/>
                  <a:gd name="connsiteX2" fmla="*/ 4129554 w 8168953"/>
                  <a:gd name="connsiteY2" fmla="*/ 2965904 h 2966682"/>
                  <a:gd name="connsiteX3" fmla="*/ 0 w 8168953"/>
                  <a:gd name="connsiteY3" fmla="*/ 1527651 h 2966682"/>
                  <a:gd name="connsiteX4" fmla="*/ 2721 w 8168953"/>
                  <a:gd name="connsiteY4" fmla="*/ 0 h 2966682"/>
                  <a:gd name="connsiteX5" fmla="*/ 4074472 w 8168953"/>
                  <a:gd name="connsiteY5" fmla="*/ 1465296 h 2966682"/>
                  <a:gd name="connsiteX6" fmla="*/ 8168119 w 8168953"/>
                  <a:gd name="connsiteY6" fmla="*/ 7337 h 2966682"/>
                  <a:gd name="connsiteX0" fmla="*/ 8168119 w 8168953"/>
                  <a:gd name="connsiteY0" fmla="*/ 7337 h 3100377"/>
                  <a:gd name="connsiteX1" fmla="*/ 8168953 w 8168953"/>
                  <a:gd name="connsiteY1" fmla="*/ 1636654 h 3100377"/>
                  <a:gd name="connsiteX2" fmla="*/ 4118520 w 8168953"/>
                  <a:gd name="connsiteY2" fmla="*/ 3099826 h 3100377"/>
                  <a:gd name="connsiteX3" fmla="*/ 0 w 8168953"/>
                  <a:gd name="connsiteY3" fmla="*/ 1527651 h 3100377"/>
                  <a:gd name="connsiteX4" fmla="*/ 2721 w 8168953"/>
                  <a:gd name="connsiteY4" fmla="*/ 0 h 3100377"/>
                  <a:gd name="connsiteX5" fmla="*/ 4074472 w 8168953"/>
                  <a:gd name="connsiteY5" fmla="*/ 1465296 h 3100377"/>
                  <a:gd name="connsiteX6" fmla="*/ 8168119 w 8168953"/>
                  <a:gd name="connsiteY6" fmla="*/ 7337 h 3100377"/>
                  <a:gd name="connsiteX0" fmla="*/ 8168119 w 8168953"/>
                  <a:gd name="connsiteY0" fmla="*/ 7337 h 3100429"/>
                  <a:gd name="connsiteX1" fmla="*/ 8168953 w 8168953"/>
                  <a:gd name="connsiteY1" fmla="*/ 1636654 h 3100429"/>
                  <a:gd name="connsiteX2" fmla="*/ 4118520 w 8168953"/>
                  <a:gd name="connsiteY2" fmla="*/ 3099826 h 3100429"/>
                  <a:gd name="connsiteX3" fmla="*/ 0 w 8168953"/>
                  <a:gd name="connsiteY3" fmla="*/ 1527651 h 3100429"/>
                  <a:gd name="connsiteX4" fmla="*/ 2721 w 8168953"/>
                  <a:gd name="connsiteY4" fmla="*/ 0 h 3100429"/>
                  <a:gd name="connsiteX5" fmla="*/ 4074472 w 8168953"/>
                  <a:gd name="connsiteY5" fmla="*/ 1465296 h 3100429"/>
                  <a:gd name="connsiteX6" fmla="*/ 8168119 w 8168953"/>
                  <a:gd name="connsiteY6" fmla="*/ 7337 h 3100429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72202 w 8166683"/>
                  <a:gd name="connsiteY5" fmla="*/ 1465296 h 3099826"/>
                  <a:gd name="connsiteX6" fmla="*/ 8165849 w 8166683"/>
                  <a:gd name="connsiteY6" fmla="*/ 7337 h 3099826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72202 w 8166683"/>
                  <a:gd name="connsiteY5" fmla="*/ 1465296 h 3099826"/>
                  <a:gd name="connsiteX6" fmla="*/ 8165849 w 8166683"/>
                  <a:gd name="connsiteY6" fmla="*/ 7337 h 3099826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61168 w 8166683"/>
                  <a:gd name="connsiteY5" fmla="*/ 1438511 h 3099826"/>
                  <a:gd name="connsiteX6" fmla="*/ 8165849 w 8166683"/>
                  <a:gd name="connsiteY6" fmla="*/ 7337 h 3099826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61168 w 8166683"/>
                  <a:gd name="connsiteY5" fmla="*/ 1438511 h 3099826"/>
                  <a:gd name="connsiteX6" fmla="*/ 8165849 w 8166683"/>
                  <a:gd name="connsiteY6" fmla="*/ 7337 h 309982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8166683" h="3099826">
                    <a:moveTo>
                      <a:pt x="8165849" y="7337"/>
                    </a:moveTo>
                    <a:lnTo>
                      <a:pt x="8166683" y="1636654"/>
                    </a:lnTo>
                    <a:cubicBezTo>
                      <a:pt x="7917761" y="2728489"/>
                      <a:pt x="5475903" y="3100137"/>
                      <a:pt x="4116250" y="3099826"/>
                    </a:cubicBezTo>
                    <a:cubicBezTo>
                      <a:pt x="2756597" y="3099515"/>
                      <a:pt x="245424" y="2744647"/>
                      <a:pt x="8764" y="1634789"/>
                    </a:cubicBezTo>
                    <a:cubicBezTo>
                      <a:pt x="11928" y="1215900"/>
                      <a:pt x="-2713" y="418889"/>
                      <a:pt x="451" y="0"/>
                    </a:cubicBezTo>
                    <a:cubicBezTo>
                      <a:pt x="385485" y="953840"/>
                      <a:pt x="2700268" y="1437288"/>
                      <a:pt x="4061168" y="1438511"/>
                    </a:cubicBezTo>
                    <a:cubicBezTo>
                      <a:pt x="5422068" y="1439734"/>
                      <a:pt x="7793228" y="1089449"/>
                      <a:pt x="8165849" y="7337"/>
                    </a:cubicBezTo>
                    <a:close/>
                  </a:path>
                </a:pathLst>
              </a:custGeom>
              <a:gradFill>
                <a:gsLst>
                  <a:gs pos="0">
                    <a:srgbClr val="E40000"/>
                  </a:gs>
                  <a:gs pos="21000">
                    <a:schemeClr val="bg1"/>
                  </a:gs>
                  <a:gs pos="51000">
                    <a:srgbClr val="ED356A"/>
                  </a:gs>
                  <a:gs pos="100000">
                    <a:srgbClr val="E40000"/>
                  </a:gs>
                </a:gsLst>
                <a:lin ang="0" scaled="0"/>
              </a:gradFill>
              <a:ln w="63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                   </a:t>
                </a:r>
              </a:p>
            </p:txBody>
          </p:sp>
          <p:sp>
            <p:nvSpPr>
              <p:cNvPr id="358" name="Oval 357">
                <a:extLst>
                  <a:ext uri="{FF2B5EF4-FFF2-40B4-BE49-F238E27FC236}">
                    <a16:creationId xmlns:a16="http://schemas.microsoft.com/office/drawing/2014/main" id="{09E25CE5-3538-A147-95F2-FE0F002533C9}"/>
                  </a:ext>
                </a:extLst>
              </p:cNvPr>
              <p:cNvSpPr/>
              <p:nvPr/>
            </p:nvSpPr>
            <p:spPr>
              <a:xfrm>
                <a:off x="7141522" y="6068702"/>
                <a:ext cx="495647" cy="168664"/>
              </a:xfrm>
              <a:prstGeom prst="ellipse">
                <a:avLst/>
              </a:prstGeom>
              <a:solidFill>
                <a:srgbClr val="FA376E"/>
              </a:solidFill>
              <a:ln w="63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              </a:t>
                </a:r>
              </a:p>
            </p:txBody>
          </p:sp>
          <p:grpSp>
            <p:nvGrpSpPr>
              <p:cNvPr id="359" name="Group 358">
                <a:extLst>
                  <a:ext uri="{FF2B5EF4-FFF2-40B4-BE49-F238E27FC236}">
                    <a16:creationId xmlns:a16="http://schemas.microsoft.com/office/drawing/2014/main" id="{B88C1E52-4F13-B54A-A8B3-B882AA5360C7}"/>
                  </a:ext>
                </a:extLst>
              </p:cNvPr>
              <p:cNvGrpSpPr/>
              <p:nvPr/>
            </p:nvGrpSpPr>
            <p:grpSpPr>
              <a:xfrm>
                <a:off x="7214834" y="6090139"/>
                <a:ext cx="348960" cy="123931"/>
                <a:chOff x="7786941" y="2884917"/>
                <a:chExt cx="897649" cy="353919"/>
              </a:xfrm>
            </p:grpSpPr>
            <p:sp>
              <p:nvSpPr>
                <p:cNvPr id="360" name="Freeform 359">
                  <a:extLst>
                    <a:ext uri="{FF2B5EF4-FFF2-40B4-BE49-F238E27FC236}">
                      <a16:creationId xmlns:a16="http://schemas.microsoft.com/office/drawing/2014/main" id="{3EA6F082-8061-C547-AAD1-5C5B16809106}"/>
                    </a:ext>
                  </a:extLst>
                </p:cNvPr>
                <p:cNvSpPr/>
                <p:nvPr/>
              </p:nvSpPr>
              <p:spPr>
                <a:xfrm>
                  <a:off x="7811770" y="2884917"/>
                  <a:ext cx="849158" cy="198115"/>
                </a:xfrm>
                <a:custGeom>
                  <a:avLst/>
                  <a:gdLst>
                    <a:gd name="connsiteX0" fmla="*/ 3725333 w 4588933"/>
                    <a:gd name="connsiteY0" fmla="*/ 0 h 1049866"/>
                    <a:gd name="connsiteX1" fmla="*/ 4588933 w 4588933"/>
                    <a:gd name="connsiteY1" fmla="*/ 270933 h 1049866"/>
                    <a:gd name="connsiteX2" fmla="*/ 3962400 w 4588933"/>
                    <a:gd name="connsiteY2" fmla="*/ 541866 h 1049866"/>
                    <a:gd name="connsiteX3" fmla="*/ 3742267 w 4588933"/>
                    <a:gd name="connsiteY3" fmla="*/ 457200 h 1049866"/>
                    <a:gd name="connsiteX4" fmla="*/ 2269067 w 4588933"/>
                    <a:gd name="connsiteY4" fmla="*/ 1049866 h 1049866"/>
                    <a:gd name="connsiteX5" fmla="*/ 880533 w 4588933"/>
                    <a:gd name="connsiteY5" fmla="*/ 457200 h 1049866"/>
                    <a:gd name="connsiteX6" fmla="*/ 592667 w 4588933"/>
                    <a:gd name="connsiteY6" fmla="*/ 541866 h 1049866"/>
                    <a:gd name="connsiteX7" fmla="*/ 0 w 4588933"/>
                    <a:gd name="connsiteY7" fmla="*/ 254000 h 1049866"/>
                    <a:gd name="connsiteX8" fmla="*/ 880533 w 4588933"/>
                    <a:gd name="connsiteY8" fmla="*/ 16933 h 1049866"/>
                    <a:gd name="connsiteX9" fmla="*/ 2302933 w 4588933"/>
                    <a:gd name="connsiteY9" fmla="*/ 626533 h 1049866"/>
                    <a:gd name="connsiteX10" fmla="*/ 3725333 w 4588933"/>
                    <a:gd name="connsiteY10" fmla="*/ 0 h 1049866"/>
                    <a:gd name="connsiteX0" fmla="*/ 3725333 w 4641485"/>
                    <a:gd name="connsiteY0" fmla="*/ 0 h 1049866"/>
                    <a:gd name="connsiteX1" fmla="*/ 4641485 w 4641485"/>
                    <a:gd name="connsiteY1" fmla="*/ 239402 h 1049866"/>
                    <a:gd name="connsiteX2" fmla="*/ 3962400 w 4641485"/>
                    <a:gd name="connsiteY2" fmla="*/ 541866 h 1049866"/>
                    <a:gd name="connsiteX3" fmla="*/ 3742267 w 4641485"/>
                    <a:gd name="connsiteY3" fmla="*/ 457200 h 1049866"/>
                    <a:gd name="connsiteX4" fmla="*/ 2269067 w 4641485"/>
                    <a:gd name="connsiteY4" fmla="*/ 1049866 h 1049866"/>
                    <a:gd name="connsiteX5" fmla="*/ 880533 w 4641485"/>
                    <a:gd name="connsiteY5" fmla="*/ 457200 h 1049866"/>
                    <a:gd name="connsiteX6" fmla="*/ 592667 w 4641485"/>
                    <a:gd name="connsiteY6" fmla="*/ 541866 h 1049866"/>
                    <a:gd name="connsiteX7" fmla="*/ 0 w 4641485"/>
                    <a:gd name="connsiteY7" fmla="*/ 254000 h 1049866"/>
                    <a:gd name="connsiteX8" fmla="*/ 880533 w 4641485"/>
                    <a:gd name="connsiteY8" fmla="*/ 16933 h 1049866"/>
                    <a:gd name="connsiteX9" fmla="*/ 2302933 w 4641485"/>
                    <a:gd name="connsiteY9" fmla="*/ 626533 h 1049866"/>
                    <a:gd name="connsiteX10" fmla="*/ 3725333 w 4641485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73798 w 4673016"/>
                    <a:gd name="connsiteY3" fmla="*/ 457200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34464 w 4673016"/>
                    <a:gd name="connsiteY9" fmla="*/ 62653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84308 w 4673016"/>
                    <a:gd name="connsiteY3" fmla="*/ 404648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34464 w 4673016"/>
                    <a:gd name="connsiteY9" fmla="*/ 62653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94818 w 4673016"/>
                    <a:gd name="connsiteY3" fmla="*/ 436179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34464 w 4673016"/>
                    <a:gd name="connsiteY9" fmla="*/ 62653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94818 w 4673016"/>
                    <a:gd name="connsiteY3" fmla="*/ 436179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23954 w 4673016"/>
                    <a:gd name="connsiteY9" fmla="*/ 61602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94818 w 4673016"/>
                    <a:gd name="connsiteY3" fmla="*/ 436179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75021 h 1049866"/>
                    <a:gd name="connsiteX8" fmla="*/ 912064 w 4673016"/>
                    <a:gd name="connsiteY8" fmla="*/ 16933 h 1049866"/>
                    <a:gd name="connsiteX9" fmla="*/ 2323954 w 4673016"/>
                    <a:gd name="connsiteY9" fmla="*/ 61602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815839 w 4673016"/>
                    <a:gd name="connsiteY3" fmla="*/ 467710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75021 h 1049866"/>
                    <a:gd name="connsiteX8" fmla="*/ 912064 w 4673016"/>
                    <a:gd name="connsiteY8" fmla="*/ 16933 h 1049866"/>
                    <a:gd name="connsiteX9" fmla="*/ 2323954 w 4673016"/>
                    <a:gd name="connsiteY9" fmla="*/ 616023 h 1049866"/>
                    <a:gd name="connsiteX10" fmla="*/ 3756864 w 4673016"/>
                    <a:gd name="connsiteY10" fmla="*/ 0 h 104986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</a:cxnLst>
                  <a:rect l="l" t="t" r="r" b="b"/>
                  <a:pathLst>
                    <a:path w="4673016" h="1049866">
                      <a:moveTo>
                        <a:pt x="3756864" y="0"/>
                      </a:moveTo>
                      <a:lnTo>
                        <a:pt x="4673016" y="239402"/>
                      </a:lnTo>
                      <a:lnTo>
                        <a:pt x="3993931" y="541866"/>
                      </a:lnTo>
                      <a:lnTo>
                        <a:pt x="3815839" y="467710"/>
                      </a:lnTo>
                      <a:lnTo>
                        <a:pt x="2300598" y="1049866"/>
                      </a:lnTo>
                      <a:lnTo>
                        <a:pt x="912064" y="457200"/>
                      </a:lnTo>
                      <a:lnTo>
                        <a:pt x="624198" y="541866"/>
                      </a:lnTo>
                      <a:lnTo>
                        <a:pt x="0" y="275021"/>
                      </a:lnTo>
                      <a:lnTo>
                        <a:pt x="912064" y="16933"/>
                      </a:lnTo>
                      <a:lnTo>
                        <a:pt x="2323954" y="616023"/>
                      </a:lnTo>
                      <a:lnTo>
                        <a:pt x="3756864" y="0"/>
                      </a:lnTo>
                      <a:close/>
                    </a:path>
                  </a:pathLst>
                </a:custGeom>
                <a:solidFill>
                  <a:srgbClr val="E40000"/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361" name="Freeform 360">
                  <a:extLst>
                    <a:ext uri="{FF2B5EF4-FFF2-40B4-BE49-F238E27FC236}">
                      <a16:creationId xmlns:a16="http://schemas.microsoft.com/office/drawing/2014/main" id="{F527C5CB-65A2-E34A-A65A-93F1139F95BB}"/>
                    </a:ext>
                  </a:extLst>
                </p:cNvPr>
                <p:cNvSpPr/>
                <p:nvPr/>
              </p:nvSpPr>
              <p:spPr>
                <a:xfrm>
                  <a:off x="8367548" y="3054383"/>
                  <a:ext cx="317042" cy="170569"/>
                </a:xfrm>
                <a:custGeom>
                  <a:avLst/>
                  <a:gdLst>
                    <a:gd name="connsiteX0" fmla="*/ 21021 w 1744718"/>
                    <a:gd name="connsiteY0" fmla="*/ 0 h 903890"/>
                    <a:gd name="connsiteX1" fmla="*/ 1744718 w 1744718"/>
                    <a:gd name="connsiteY1" fmla="*/ 693683 h 903890"/>
                    <a:gd name="connsiteX2" fmla="*/ 1145628 w 1744718"/>
                    <a:gd name="connsiteY2" fmla="*/ 903890 h 903890"/>
                    <a:gd name="connsiteX3" fmla="*/ 0 w 1744718"/>
                    <a:gd name="connsiteY3" fmla="*/ 451945 h 903890"/>
                    <a:gd name="connsiteX4" fmla="*/ 21021 w 1744718"/>
                    <a:gd name="connsiteY4" fmla="*/ 0 h 90389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744718" h="903890">
                      <a:moveTo>
                        <a:pt x="21021" y="0"/>
                      </a:moveTo>
                      <a:lnTo>
                        <a:pt x="1744718" y="693683"/>
                      </a:lnTo>
                      <a:lnTo>
                        <a:pt x="1145628" y="903890"/>
                      </a:lnTo>
                      <a:lnTo>
                        <a:pt x="0" y="451945"/>
                      </a:lnTo>
                      <a:lnTo>
                        <a:pt x="21021" y="0"/>
                      </a:lnTo>
                      <a:close/>
                    </a:path>
                  </a:pathLst>
                </a:custGeom>
                <a:solidFill>
                  <a:srgbClr val="E40000"/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362" name="Freeform 361">
                  <a:extLst>
                    <a:ext uri="{FF2B5EF4-FFF2-40B4-BE49-F238E27FC236}">
                      <a16:creationId xmlns:a16="http://schemas.microsoft.com/office/drawing/2014/main" id="{6DE3C8BD-23FE-754A-9456-20EB1F93DA16}"/>
                    </a:ext>
                  </a:extLst>
                </p:cNvPr>
                <p:cNvSpPr/>
                <p:nvPr/>
              </p:nvSpPr>
              <p:spPr>
                <a:xfrm>
                  <a:off x="7786941" y="3054383"/>
                  <a:ext cx="311312" cy="168585"/>
                </a:xfrm>
                <a:custGeom>
                  <a:avLst/>
                  <a:gdLst>
                    <a:gd name="connsiteX0" fmla="*/ 1702676 w 1713187"/>
                    <a:gd name="connsiteY0" fmla="*/ 0 h 893380"/>
                    <a:gd name="connsiteX1" fmla="*/ 1713187 w 1713187"/>
                    <a:gd name="connsiteY1" fmla="*/ 472966 h 893380"/>
                    <a:gd name="connsiteX2" fmla="*/ 578069 w 1713187"/>
                    <a:gd name="connsiteY2" fmla="*/ 893380 h 893380"/>
                    <a:gd name="connsiteX3" fmla="*/ 0 w 1713187"/>
                    <a:gd name="connsiteY3" fmla="*/ 693683 h 893380"/>
                    <a:gd name="connsiteX4" fmla="*/ 1702676 w 1713187"/>
                    <a:gd name="connsiteY4" fmla="*/ 0 h 89338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713187" h="893380">
                      <a:moveTo>
                        <a:pt x="1702676" y="0"/>
                      </a:moveTo>
                      <a:lnTo>
                        <a:pt x="1713187" y="472966"/>
                      </a:lnTo>
                      <a:lnTo>
                        <a:pt x="578069" y="893380"/>
                      </a:lnTo>
                      <a:lnTo>
                        <a:pt x="0" y="693683"/>
                      </a:lnTo>
                      <a:lnTo>
                        <a:pt x="1702676" y="0"/>
                      </a:lnTo>
                      <a:close/>
                    </a:path>
                  </a:pathLst>
                </a:custGeom>
                <a:solidFill>
                  <a:srgbClr val="E40000"/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363" name="Freeform 362">
                  <a:extLst>
                    <a:ext uri="{FF2B5EF4-FFF2-40B4-BE49-F238E27FC236}">
                      <a16:creationId xmlns:a16="http://schemas.microsoft.com/office/drawing/2014/main" id="{71C34D50-69A1-0E47-8F12-8F6635D2135B}"/>
                    </a:ext>
                  </a:extLst>
                </p:cNvPr>
                <p:cNvSpPr/>
                <p:nvPr/>
              </p:nvSpPr>
              <p:spPr>
                <a:xfrm>
                  <a:off x="7895013" y="2971083"/>
                  <a:ext cx="676892" cy="267753"/>
                </a:xfrm>
                <a:custGeom>
                  <a:avLst/>
                  <a:gdLst>
                    <a:gd name="connsiteX0" fmla="*/ 599089 w 4162096"/>
                    <a:gd name="connsiteY0" fmla="*/ 273269 h 1618593"/>
                    <a:gd name="connsiteX1" fmla="*/ 882869 w 4162096"/>
                    <a:gd name="connsiteY1" fmla="*/ 199697 h 1618593"/>
                    <a:gd name="connsiteX2" fmla="*/ 2312276 w 4162096"/>
                    <a:gd name="connsiteY2" fmla="*/ 798786 h 1618593"/>
                    <a:gd name="connsiteX3" fmla="*/ 3794234 w 4162096"/>
                    <a:gd name="connsiteY3" fmla="*/ 199697 h 1618593"/>
                    <a:gd name="connsiteX4" fmla="*/ 4014951 w 4162096"/>
                    <a:gd name="connsiteY4" fmla="*/ 273269 h 1618593"/>
                    <a:gd name="connsiteX5" fmla="*/ 3058510 w 4162096"/>
                    <a:gd name="connsiteY5" fmla="*/ 641131 h 1618593"/>
                    <a:gd name="connsiteX6" fmla="*/ 3026979 w 4162096"/>
                    <a:gd name="connsiteY6" fmla="*/ 1114097 h 1618593"/>
                    <a:gd name="connsiteX7" fmla="*/ 4162096 w 4162096"/>
                    <a:gd name="connsiteY7" fmla="*/ 1545021 h 1618593"/>
                    <a:gd name="connsiteX8" fmla="*/ 3878317 w 4162096"/>
                    <a:gd name="connsiteY8" fmla="*/ 1608083 h 1618593"/>
                    <a:gd name="connsiteX9" fmla="*/ 2301765 w 4162096"/>
                    <a:gd name="connsiteY9" fmla="*/ 945931 h 1618593"/>
                    <a:gd name="connsiteX10" fmla="*/ 693682 w 4162096"/>
                    <a:gd name="connsiteY10" fmla="*/ 1618593 h 1618593"/>
                    <a:gd name="connsiteX11" fmla="*/ 430924 w 4162096"/>
                    <a:gd name="connsiteY11" fmla="*/ 1524000 h 1618593"/>
                    <a:gd name="connsiteX12" fmla="*/ 1576551 w 4162096"/>
                    <a:gd name="connsiteY12" fmla="*/ 1082566 h 1618593"/>
                    <a:gd name="connsiteX13" fmla="*/ 1545020 w 4162096"/>
                    <a:gd name="connsiteY13" fmla="*/ 609600 h 1618593"/>
                    <a:gd name="connsiteX14" fmla="*/ 0 w 4162096"/>
                    <a:gd name="connsiteY14" fmla="*/ 0 h 1618593"/>
                    <a:gd name="connsiteX15" fmla="*/ 872358 w 4162096"/>
                    <a:gd name="connsiteY15" fmla="*/ 210207 h 1618593"/>
                    <a:gd name="connsiteX16" fmla="*/ 872358 w 4162096"/>
                    <a:gd name="connsiteY16" fmla="*/ 210207 h 1618593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441434 w 3731172"/>
                    <a:gd name="connsiteY14" fmla="*/ 10510 h 1418896"/>
                    <a:gd name="connsiteX15" fmla="*/ 441434 w 3731172"/>
                    <a:gd name="connsiteY15" fmla="*/ 10510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441434 w 3731172"/>
                    <a:gd name="connsiteY14" fmla="*/ 10510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357351 w 3731172"/>
                    <a:gd name="connsiteY14" fmla="*/ 115613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147144 w 3731172"/>
                    <a:gd name="connsiteY14" fmla="*/ 63061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20413 h 1418896"/>
                    <a:gd name="connsiteX14" fmla="*/ 147144 w 3731172"/>
                    <a:gd name="connsiteY14" fmla="*/ 63061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20413 h 1418896"/>
                    <a:gd name="connsiteX14" fmla="*/ 189185 w 3731172"/>
                    <a:gd name="connsiteY14" fmla="*/ 84081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20413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56137 w 3731172"/>
                    <a:gd name="connsiteY13" fmla="*/ 441434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45626 w 3731172"/>
                    <a:gd name="connsiteY13" fmla="*/ 451945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903890 h 1418896"/>
                    <a:gd name="connsiteX13" fmla="*/ 1145626 w 3731172"/>
                    <a:gd name="connsiteY13" fmla="*/ 451945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06565 w 3710151"/>
                    <a:gd name="connsiteY5" fmla="*/ 441434 h 1418896"/>
                    <a:gd name="connsiteX6" fmla="*/ 2575034 w 3710151"/>
                    <a:gd name="connsiteY6" fmla="*/ 914400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06565 w 3710151"/>
                    <a:gd name="connsiteY5" fmla="*/ 441434 h 1418896"/>
                    <a:gd name="connsiteX6" fmla="*/ 2606565 w 3710151"/>
                    <a:gd name="connsiteY6" fmla="*/ 924910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06565 w 3710151"/>
                    <a:gd name="connsiteY5" fmla="*/ 441434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5151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38028 w 3710151"/>
                    <a:gd name="connsiteY2" fmla="*/ 591655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38028 w 3710151"/>
                    <a:gd name="connsiteY2" fmla="*/ 591655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087434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38028 w 3710151"/>
                    <a:gd name="connsiteY2" fmla="*/ 591655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098586 w 3710151"/>
                    <a:gd name="connsiteY12" fmla="*/ 903890 h 1418896"/>
                    <a:gd name="connsiteX13" fmla="*/ 1087434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62012 w 3725019"/>
                    <a:gd name="connsiteY0" fmla="*/ 73572 h 1418896"/>
                    <a:gd name="connsiteX1" fmla="*/ 445792 w 3725019"/>
                    <a:gd name="connsiteY1" fmla="*/ 0 h 1418896"/>
                    <a:gd name="connsiteX2" fmla="*/ 1852896 w 3725019"/>
                    <a:gd name="connsiteY2" fmla="*/ 591655 h 1418896"/>
                    <a:gd name="connsiteX3" fmla="*/ 3357157 w 3725019"/>
                    <a:gd name="connsiteY3" fmla="*/ 0 h 1418896"/>
                    <a:gd name="connsiteX4" fmla="*/ 3577874 w 3725019"/>
                    <a:gd name="connsiteY4" fmla="*/ 73572 h 1418896"/>
                    <a:gd name="connsiteX5" fmla="*/ 2632585 w 3725019"/>
                    <a:gd name="connsiteY5" fmla="*/ 448868 h 1418896"/>
                    <a:gd name="connsiteX6" fmla="*/ 2625150 w 3725019"/>
                    <a:gd name="connsiteY6" fmla="*/ 902607 h 1418896"/>
                    <a:gd name="connsiteX7" fmla="*/ 3725019 w 3725019"/>
                    <a:gd name="connsiteY7" fmla="*/ 1345324 h 1418896"/>
                    <a:gd name="connsiteX8" fmla="*/ 3441240 w 3725019"/>
                    <a:gd name="connsiteY8" fmla="*/ 1408386 h 1418896"/>
                    <a:gd name="connsiteX9" fmla="*/ 1864688 w 3725019"/>
                    <a:gd name="connsiteY9" fmla="*/ 746234 h 1418896"/>
                    <a:gd name="connsiteX10" fmla="*/ 256605 w 3725019"/>
                    <a:gd name="connsiteY10" fmla="*/ 1418896 h 1418896"/>
                    <a:gd name="connsiteX11" fmla="*/ 0 w 3725019"/>
                    <a:gd name="connsiteY11" fmla="*/ 1331097 h 1418896"/>
                    <a:gd name="connsiteX12" fmla="*/ 1113454 w 3725019"/>
                    <a:gd name="connsiteY12" fmla="*/ 903890 h 1418896"/>
                    <a:gd name="connsiteX13" fmla="*/ 1102302 w 3725019"/>
                    <a:gd name="connsiteY13" fmla="*/ 451945 h 1418896"/>
                    <a:gd name="connsiteX14" fmla="*/ 183032 w 3725019"/>
                    <a:gd name="connsiteY14" fmla="*/ 84081 h 1418896"/>
                    <a:gd name="connsiteX15" fmla="*/ 162012 w 3725019"/>
                    <a:gd name="connsiteY15" fmla="*/ 73572 h 141889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</a:cxnLst>
                  <a:rect l="l" t="t" r="r" b="b"/>
                  <a:pathLst>
                    <a:path w="3725019" h="1418896">
                      <a:moveTo>
                        <a:pt x="162012" y="73572"/>
                      </a:moveTo>
                      <a:lnTo>
                        <a:pt x="445792" y="0"/>
                      </a:lnTo>
                      <a:lnTo>
                        <a:pt x="1852896" y="591655"/>
                      </a:lnTo>
                      <a:lnTo>
                        <a:pt x="3357157" y="0"/>
                      </a:lnTo>
                      <a:lnTo>
                        <a:pt x="3577874" y="73572"/>
                      </a:lnTo>
                      <a:lnTo>
                        <a:pt x="2632585" y="448868"/>
                      </a:lnTo>
                      <a:lnTo>
                        <a:pt x="2625150" y="902607"/>
                      </a:lnTo>
                      <a:lnTo>
                        <a:pt x="3725019" y="1345324"/>
                      </a:lnTo>
                      <a:lnTo>
                        <a:pt x="3441240" y="1408386"/>
                      </a:lnTo>
                      <a:lnTo>
                        <a:pt x="1864688" y="746234"/>
                      </a:lnTo>
                      <a:lnTo>
                        <a:pt x="256605" y="1418896"/>
                      </a:lnTo>
                      <a:lnTo>
                        <a:pt x="0" y="1331097"/>
                      </a:lnTo>
                      <a:lnTo>
                        <a:pt x="1113454" y="903890"/>
                      </a:lnTo>
                      <a:cubicBezTo>
                        <a:pt x="1113454" y="760249"/>
                        <a:pt x="1102302" y="595586"/>
                        <a:pt x="1102302" y="451945"/>
                      </a:cubicBezTo>
                      <a:lnTo>
                        <a:pt x="183032" y="84081"/>
                      </a:lnTo>
                      <a:cubicBezTo>
                        <a:pt x="26317" y="21019"/>
                        <a:pt x="169019" y="77075"/>
                        <a:pt x="162012" y="73572"/>
                      </a:cubicBezTo>
                      <a:close/>
                    </a:path>
                  </a:pathLst>
                </a:custGeom>
                <a:solidFill>
                  <a:srgbClr val="FFB3D3"/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p:grpSp>
        </p:grpSp>
        <p:grpSp>
          <p:nvGrpSpPr>
            <p:cNvPr id="323" name="Group 322">
              <a:extLst>
                <a:ext uri="{FF2B5EF4-FFF2-40B4-BE49-F238E27FC236}">
                  <a16:creationId xmlns:a16="http://schemas.microsoft.com/office/drawing/2014/main" id="{8E9AE0DE-57F1-DA47-841B-AF1526D27381}"/>
                </a:ext>
              </a:extLst>
            </p:cNvPr>
            <p:cNvGrpSpPr/>
            <p:nvPr/>
          </p:nvGrpSpPr>
          <p:grpSpPr>
            <a:xfrm>
              <a:off x="6131364" y="5156690"/>
              <a:ext cx="496248" cy="260542"/>
              <a:chOff x="7493876" y="2774731"/>
              <a:chExt cx="1481958" cy="894622"/>
            </a:xfrm>
          </p:grpSpPr>
          <p:sp>
            <p:nvSpPr>
              <p:cNvPr id="324" name="Freeform 323">
                <a:extLst>
                  <a:ext uri="{FF2B5EF4-FFF2-40B4-BE49-F238E27FC236}">
                    <a16:creationId xmlns:a16="http://schemas.microsoft.com/office/drawing/2014/main" id="{36B5E314-D824-564B-8B99-7428AA61BC76}"/>
                  </a:ext>
                </a:extLst>
              </p:cNvPr>
              <p:cNvSpPr/>
              <p:nvPr/>
            </p:nvSpPr>
            <p:spPr>
              <a:xfrm>
                <a:off x="7493876" y="3084399"/>
                <a:ext cx="1481958" cy="584954"/>
              </a:xfrm>
              <a:custGeom>
                <a:avLst/>
                <a:gdLst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88524 w 8187558"/>
                  <a:gd name="connsiteY5" fmla="*/ 1597573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88524 w 8187558"/>
                  <a:gd name="connsiteY5" fmla="*/ 1597573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76538 w 8176538"/>
                  <a:gd name="connsiteY0" fmla="*/ 0 h 2638097"/>
                  <a:gd name="connsiteX1" fmla="*/ 8176538 w 8176538"/>
                  <a:gd name="connsiteY1" fmla="*/ 1271752 h 2638097"/>
                  <a:gd name="connsiteX2" fmla="*/ 4088015 w 8176538"/>
                  <a:gd name="connsiteY2" fmla="*/ 2638097 h 2638097"/>
                  <a:gd name="connsiteX3" fmla="*/ 0 w 8176538"/>
                  <a:gd name="connsiteY3" fmla="*/ 1269888 h 2638097"/>
                  <a:gd name="connsiteX4" fmla="*/ 20511 w 8176538"/>
                  <a:gd name="connsiteY4" fmla="*/ 147145 h 2638097"/>
                  <a:gd name="connsiteX5" fmla="*/ 4088015 w 8176538"/>
                  <a:gd name="connsiteY5" fmla="*/ 1566042 h 2638097"/>
                  <a:gd name="connsiteX6" fmla="*/ 8176538 w 8176538"/>
                  <a:gd name="connsiteY6" fmla="*/ 0 h 2638097"/>
                  <a:gd name="connsiteX0" fmla="*/ 8176538 w 8176538"/>
                  <a:gd name="connsiteY0" fmla="*/ 0 h 2772020"/>
                  <a:gd name="connsiteX1" fmla="*/ 8176538 w 8176538"/>
                  <a:gd name="connsiteY1" fmla="*/ 1271752 h 2772020"/>
                  <a:gd name="connsiteX2" fmla="*/ 4099034 w 8176538"/>
                  <a:gd name="connsiteY2" fmla="*/ 2772020 h 2772020"/>
                  <a:gd name="connsiteX3" fmla="*/ 0 w 8176538"/>
                  <a:gd name="connsiteY3" fmla="*/ 1269888 h 2772020"/>
                  <a:gd name="connsiteX4" fmla="*/ 20511 w 8176538"/>
                  <a:gd name="connsiteY4" fmla="*/ 147145 h 2772020"/>
                  <a:gd name="connsiteX5" fmla="*/ 4088015 w 8176538"/>
                  <a:gd name="connsiteY5" fmla="*/ 1566042 h 2772020"/>
                  <a:gd name="connsiteX6" fmla="*/ 8176538 w 8176538"/>
                  <a:gd name="connsiteY6" fmla="*/ 0 h 2772020"/>
                  <a:gd name="connsiteX0" fmla="*/ 8176538 w 8176538"/>
                  <a:gd name="connsiteY0" fmla="*/ 0 h 2772339"/>
                  <a:gd name="connsiteX1" fmla="*/ 8176538 w 8176538"/>
                  <a:gd name="connsiteY1" fmla="*/ 1378890 h 2772339"/>
                  <a:gd name="connsiteX2" fmla="*/ 4099034 w 8176538"/>
                  <a:gd name="connsiteY2" fmla="*/ 2772020 h 2772339"/>
                  <a:gd name="connsiteX3" fmla="*/ 0 w 8176538"/>
                  <a:gd name="connsiteY3" fmla="*/ 1269888 h 2772339"/>
                  <a:gd name="connsiteX4" fmla="*/ 20511 w 8176538"/>
                  <a:gd name="connsiteY4" fmla="*/ 147145 h 2772339"/>
                  <a:gd name="connsiteX5" fmla="*/ 4088015 w 8176538"/>
                  <a:gd name="connsiteY5" fmla="*/ 1566042 h 2772339"/>
                  <a:gd name="connsiteX6" fmla="*/ 8176538 w 8176538"/>
                  <a:gd name="connsiteY6" fmla="*/ 0 h 2772339"/>
                  <a:gd name="connsiteX0" fmla="*/ 8176538 w 8176538"/>
                  <a:gd name="connsiteY0" fmla="*/ 0 h 2825888"/>
                  <a:gd name="connsiteX1" fmla="*/ 8176538 w 8176538"/>
                  <a:gd name="connsiteY1" fmla="*/ 1378890 h 2825888"/>
                  <a:gd name="connsiteX2" fmla="*/ 4099034 w 8176538"/>
                  <a:gd name="connsiteY2" fmla="*/ 2825590 h 2825888"/>
                  <a:gd name="connsiteX3" fmla="*/ 0 w 8176538"/>
                  <a:gd name="connsiteY3" fmla="*/ 1269888 h 2825888"/>
                  <a:gd name="connsiteX4" fmla="*/ 20511 w 8176538"/>
                  <a:gd name="connsiteY4" fmla="*/ 147145 h 2825888"/>
                  <a:gd name="connsiteX5" fmla="*/ 4088015 w 8176538"/>
                  <a:gd name="connsiteY5" fmla="*/ 1566042 h 2825888"/>
                  <a:gd name="connsiteX6" fmla="*/ 8176538 w 8176538"/>
                  <a:gd name="connsiteY6" fmla="*/ 0 h 2825888"/>
                  <a:gd name="connsiteX0" fmla="*/ 8165518 w 8165518"/>
                  <a:gd name="connsiteY0" fmla="*/ 0 h 2825606"/>
                  <a:gd name="connsiteX1" fmla="*/ 8165518 w 8165518"/>
                  <a:gd name="connsiteY1" fmla="*/ 1378890 h 2825606"/>
                  <a:gd name="connsiteX2" fmla="*/ 4088014 w 8165518"/>
                  <a:gd name="connsiteY2" fmla="*/ 2825590 h 2825606"/>
                  <a:gd name="connsiteX3" fmla="*/ 0 w 8165518"/>
                  <a:gd name="connsiteY3" fmla="*/ 1403811 h 2825606"/>
                  <a:gd name="connsiteX4" fmla="*/ 9491 w 8165518"/>
                  <a:gd name="connsiteY4" fmla="*/ 147145 h 2825606"/>
                  <a:gd name="connsiteX5" fmla="*/ 4076995 w 8165518"/>
                  <a:gd name="connsiteY5" fmla="*/ 1566042 h 2825606"/>
                  <a:gd name="connsiteX6" fmla="*/ 8165518 w 8165518"/>
                  <a:gd name="connsiteY6" fmla="*/ 0 h 2825606"/>
                  <a:gd name="connsiteX0" fmla="*/ 8165518 w 8165518"/>
                  <a:gd name="connsiteY0" fmla="*/ 0 h 2879174"/>
                  <a:gd name="connsiteX1" fmla="*/ 8165518 w 8165518"/>
                  <a:gd name="connsiteY1" fmla="*/ 1378890 h 2879174"/>
                  <a:gd name="connsiteX2" fmla="*/ 4132092 w 8165518"/>
                  <a:gd name="connsiteY2" fmla="*/ 2879159 h 2879174"/>
                  <a:gd name="connsiteX3" fmla="*/ 0 w 8165518"/>
                  <a:gd name="connsiteY3" fmla="*/ 1403811 h 2879174"/>
                  <a:gd name="connsiteX4" fmla="*/ 9491 w 8165518"/>
                  <a:gd name="connsiteY4" fmla="*/ 147145 h 2879174"/>
                  <a:gd name="connsiteX5" fmla="*/ 4076995 w 8165518"/>
                  <a:gd name="connsiteY5" fmla="*/ 1566042 h 2879174"/>
                  <a:gd name="connsiteX6" fmla="*/ 8165518 w 8165518"/>
                  <a:gd name="connsiteY6" fmla="*/ 0 h 2879174"/>
                  <a:gd name="connsiteX0" fmla="*/ 8165518 w 8176537"/>
                  <a:gd name="connsiteY0" fmla="*/ 0 h 2879410"/>
                  <a:gd name="connsiteX1" fmla="*/ 8176537 w 8176537"/>
                  <a:gd name="connsiteY1" fmla="*/ 1499420 h 2879410"/>
                  <a:gd name="connsiteX2" fmla="*/ 4132092 w 8176537"/>
                  <a:gd name="connsiteY2" fmla="*/ 2879159 h 2879410"/>
                  <a:gd name="connsiteX3" fmla="*/ 0 w 8176537"/>
                  <a:gd name="connsiteY3" fmla="*/ 1403811 h 2879410"/>
                  <a:gd name="connsiteX4" fmla="*/ 9491 w 8176537"/>
                  <a:gd name="connsiteY4" fmla="*/ 147145 h 2879410"/>
                  <a:gd name="connsiteX5" fmla="*/ 4076995 w 8176537"/>
                  <a:gd name="connsiteY5" fmla="*/ 1566042 h 2879410"/>
                  <a:gd name="connsiteX6" fmla="*/ 8165518 w 8176537"/>
                  <a:gd name="connsiteY6" fmla="*/ 0 h 2879410"/>
                  <a:gd name="connsiteX0" fmla="*/ 8165518 w 8176537"/>
                  <a:gd name="connsiteY0" fmla="*/ 0 h 2879262"/>
                  <a:gd name="connsiteX1" fmla="*/ 8176537 w 8176537"/>
                  <a:gd name="connsiteY1" fmla="*/ 1499420 h 2879262"/>
                  <a:gd name="connsiteX2" fmla="*/ 4132092 w 8176537"/>
                  <a:gd name="connsiteY2" fmla="*/ 2879159 h 2879262"/>
                  <a:gd name="connsiteX3" fmla="*/ 0 w 8176537"/>
                  <a:gd name="connsiteY3" fmla="*/ 1403811 h 2879262"/>
                  <a:gd name="connsiteX4" fmla="*/ 9491 w 8176537"/>
                  <a:gd name="connsiteY4" fmla="*/ 147145 h 2879262"/>
                  <a:gd name="connsiteX5" fmla="*/ 4076995 w 8176537"/>
                  <a:gd name="connsiteY5" fmla="*/ 1566042 h 2879262"/>
                  <a:gd name="connsiteX6" fmla="*/ 8165518 w 8176537"/>
                  <a:gd name="connsiteY6" fmla="*/ 0 h 2879262"/>
                  <a:gd name="connsiteX0" fmla="*/ 8165518 w 8176537"/>
                  <a:gd name="connsiteY0" fmla="*/ 0 h 2879163"/>
                  <a:gd name="connsiteX1" fmla="*/ 8176537 w 8176537"/>
                  <a:gd name="connsiteY1" fmla="*/ 1499420 h 2879163"/>
                  <a:gd name="connsiteX2" fmla="*/ 4132092 w 8176537"/>
                  <a:gd name="connsiteY2" fmla="*/ 2879159 h 2879163"/>
                  <a:gd name="connsiteX3" fmla="*/ 0 w 8176537"/>
                  <a:gd name="connsiteY3" fmla="*/ 1510948 h 2879163"/>
                  <a:gd name="connsiteX4" fmla="*/ 9491 w 8176537"/>
                  <a:gd name="connsiteY4" fmla="*/ 147145 h 2879163"/>
                  <a:gd name="connsiteX5" fmla="*/ 4076995 w 8176537"/>
                  <a:gd name="connsiteY5" fmla="*/ 1566042 h 2879163"/>
                  <a:gd name="connsiteX6" fmla="*/ 8165518 w 8176537"/>
                  <a:gd name="connsiteY6" fmla="*/ 0 h 2879163"/>
                  <a:gd name="connsiteX0" fmla="*/ 8165518 w 8198577"/>
                  <a:gd name="connsiteY0" fmla="*/ 0 h 2879451"/>
                  <a:gd name="connsiteX1" fmla="*/ 8198577 w 8198577"/>
                  <a:gd name="connsiteY1" fmla="*/ 1606558 h 2879451"/>
                  <a:gd name="connsiteX2" fmla="*/ 4132092 w 8198577"/>
                  <a:gd name="connsiteY2" fmla="*/ 2879159 h 2879451"/>
                  <a:gd name="connsiteX3" fmla="*/ 0 w 8198577"/>
                  <a:gd name="connsiteY3" fmla="*/ 1510948 h 2879451"/>
                  <a:gd name="connsiteX4" fmla="*/ 9491 w 8198577"/>
                  <a:gd name="connsiteY4" fmla="*/ 147145 h 2879451"/>
                  <a:gd name="connsiteX5" fmla="*/ 4076995 w 8198577"/>
                  <a:gd name="connsiteY5" fmla="*/ 1566042 h 2879451"/>
                  <a:gd name="connsiteX6" fmla="*/ 8165518 w 8198577"/>
                  <a:gd name="connsiteY6" fmla="*/ 0 h 2879451"/>
                  <a:gd name="connsiteX0" fmla="*/ 8165518 w 8165518"/>
                  <a:gd name="connsiteY0" fmla="*/ 0 h 2880066"/>
                  <a:gd name="connsiteX1" fmla="*/ 8165518 w 8165518"/>
                  <a:gd name="connsiteY1" fmla="*/ 1673520 h 2880066"/>
                  <a:gd name="connsiteX2" fmla="*/ 4132092 w 8165518"/>
                  <a:gd name="connsiteY2" fmla="*/ 2879159 h 2880066"/>
                  <a:gd name="connsiteX3" fmla="*/ 0 w 8165518"/>
                  <a:gd name="connsiteY3" fmla="*/ 1510948 h 2880066"/>
                  <a:gd name="connsiteX4" fmla="*/ 9491 w 8165518"/>
                  <a:gd name="connsiteY4" fmla="*/ 147145 h 2880066"/>
                  <a:gd name="connsiteX5" fmla="*/ 4076995 w 8165518"/>
                  <a:gd name="connsiteY5" fmla="*/ 1566042 h 2880066"/>
                  <a:gd name="connsiteX6" fmla="*/ 8165518 w 8165518"/>
                  <a:gd name="connsiteY6" fmla="*/ 0 h 2880066"/>
                  <a:gd name="connsiteX0" fmla="*/ 8156794 w 8156794"/>
                  <a:gd name="connsiteY0" fmla="*/ 0 h 2879270"/>
                  <a:gd name="connsiteX1" fmla="*/ 8156794 w 8156794"/>
                  <a:gd name="connsiteY1" fmla="*/ 1673520 h 2879270"/>
                  <a:gd name="connsiteX2" fmla="*/ 4123368 w 8156794"/>
                  <a:gd name="connsiteY2" fmla="*/ 2879159 h 2879270"/>
                  <a:gd name="connsiteX3" fmla="*/ 2295 w 8156794"/>
                  <a:gd name="connsiteY3" fmla="*/ 1618086 h 2879270"/>
                  <a:gd name="connsiteX4" fmla="*/ 767 w 8156794"/>
                  <a:gd name="connsiteY4" fmla="*/ 147145 h 2879270"/>
                  <a:gd name="connsiteX5" fmla="*/ 4068271 w 8156794"/>
                  <a:gd name="connsiteY5" fmla="*/ 1566042 h 2879270"/>
                  <a:gd name="connsiteX6" fmla="*/ 8156794 w 8156794"/>
                  <a:gd name="connsiteY6" fmla="*/ 0 h 2879270"/>
                  <a:gd name="connsiteX0" fmla="*/ 8156794 w 8156794"/>
                  <a:gd name="connsiteY0" fmla="*/ 0 h 2973000"/>
                  <a:gd name="connsiteX1" fmla="*/ 8156794 w 8156794"/>
                  <a:gd name="connsiteY1" fmla="*/ 1673520 h 2973000"/>
                  <a:gd name="connsiteX2" fmla="*/ 4134388 w 8156794"/>
                  <a:gd name="connsiteY2" fmla="*/ 2972904 h 2973000"/>
                  <a:gd name="connsiteX3" fmla="*/ 2295 w 8156794"/>
                  <a:gd name="connsiteY3" fmla="*/ 1618086 h 2973000"/>
                  <a:gd name="connsiteX4" fmla="*/ 767 w 8156794"/>
                  <a:gd name="connsiteY4" fmla="*/ 147145 h 2973000"/>
                  <a:gd name="connsiteX5" fmla="*/ 4068271 w 8156794"/>
                  <a:gd name="connsiteY5" fmla="*/ 1566042 h 2973000"/>
                  <a:gd name="connsiteX6" fmla="*/ 8156794 w 8156794"/>
                  <a:gd name="connsiteY6" fmla="*/ 0 h 2973000"/>
                  <a:gd name="connsiteX0" fmla="*/ 8156794 w 8156794"/>
                  <a:gd name="connsiteY0" fmla="*/ 0 h 2973000"/>
                  <a:gd name="connsiteX1" fmla="*/ 8156794 w 8156794"/>
                  <a:gd name="connsiteY1" fmla="*/ 1673520 h 2973000"/>
                  <a:gd name="connsiteX2" fmla="*/ 4134388 w 8156794"/>
                  <a:gd name="connsiteY2" fmla="*/ 2972904 h 2973000"/>
                  <a:gd name="connsiteX3" fmla="*/ 2295 w 8156794"/>
                  <a:gd name="connsiteY3" fmla="*/ 1618086 h 2973000"/>
                  <a:gd name="connsiteX4" fmla="*/ 767 w 8156794"/>
                  <a:gd name="connsiteY4" fmla="*/ 147145 h 2973000"/>
                  <a:gd name="connsiteX5" fmla="*/ 4068271 w 8156794"/>
                  <a:gd name="connsiteY5" fmla="*/ 1566042 h 2973000"/>
                  <a:gd name="connsiteX6" fmla="*/ 8156794 w 8156794"/>
                  <a:gd name="connsiteY6" fmla="*/ 0 h 2973000"/>
                  <a:gd name="connsiteX0" fmla="*/ 8156794 w 8156794"/>
                  <a:gd name="connsiteY0" fmla="*/ 0 h 2973000"/>
                  <a:gd name="connsiteX1" fmla="*/ 8156794 w 8156794"/>
                  <a:gd name="connsiteY1" fmla="*/ 1673520 h 2973000"/>
                  <a:gd name="connsiteX2" fmla="*/ 4134388 w 8156794"/>
                  <a:gd name="connsiteY2" fmla="*/ 2972904 h 2973000"/>
                  <a:gd name="connsiteX3" fmla="*/ 2295 w 8156794"/>
                  <a:gd name="connsiteY3" fmla="*/ 1618086 h 2973000"/>
                  <a:gd name="connsiteX4" fmla="*/ 767 w 8156794"/>
                  <a:gd name="connsiteY4" fmla="*/ 147145 h 2973000"/>
                  <a:gd name="connsiteX5" fmla="*/ 4068271 w 8156794"/>
                  <a:gd name="connsiteY5" fmla="*/ 1566042 h 2973000"/>
                  <a:gd name="connsiteX6" fmla="*/ 8156794 w 8156794"/>
                  <a:gd name="connsiteY6" fmla="*/ 0 h 2973000"/>
                  <a:gd name="connsiteX0" fmla="*/ 8156794 w 8156794"/>
                  <a:gd name="connsiteY0" fmla="*/ 0 h 2973020"/>
                  <a:gd name="connsiteX1" fmla="*/ 8156794 w 8156794"/>
                  <a:gd name="connsiteY1" fmla="*/ 1673520 h 2973020"/>
                  <a:gd name="connsiteX2" fmla="*/ 4134388 w 8156794"/>
                  <a:gd name="connsiteY2" fmla="*/ 2972904 h 2973020"/>
                  <a:gd name="connsiteX3" fmla="*/ 2295 w 8156794"/>
                  <a:gd name="connsiteY3" fmla="*/ 1618086 h 2973020"/>
                  <a:gd name="connsiteX4" fmla="*/ 767 w 8156794"/>
                  <a:gd name="connsiteY4" fmla="*/ 147145 h 2973020"/>
                  <a:gd name="connsiteX5" fmla="*/ 4068271 w 8156794"/>
                  <a:gd name="connsiteY5" fmla="*/ 1566042 h 2973020"/>
                  <a:gd name="connsiteX6" fmla="*/ 8156794 w 8156794"/>
                  <a:gd name="connsiteY6" fmla="*/ 0 h 2973020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141"/>
                  <a:gd name="connsiteX1" fmla="*/ 8156794 w 8156794"/>
                  <a:gd name="connsiteY1" fmla="*/ 1673520 h 2973141"/>
                  <a:gd name="connsiteX2" fmla="*/ 4134388 w 8156794"/>
                  <a:gd name="connsiteY2" fmla="*/ 2972904 h 2973141"/>
                  <a:gd name="connsiteX3" fmla="*/ 2295 w 8156794"/>
                  <a:gd name="connsiteY3" fmla="*/ 1618086 h 2973141"/>
                  <a:gd name="connsiteX4" fmla="*/ 767 w 8156794"/>
                  <a:gd name="connsiteY4" fmla="*/ 147145 h 2973141"/>
                  <a:gd name="connsiteX5" fmla="*/ 4068271 w 8156794"/>
                  <a:gd name="connsiteY5" fmla="*/ 1566042 h 2973141"/>
                  <a:gd name="connsiteX6" fmla="*/ 8156794 w 8156794"/>
                  <a:gd name="connsiteY6" fmla="*/ 0 h 2973141"/>
                  <a:gd name="connsiteX0" fmla="*/ 8156794 w 8156794"/>
                  <a:gd name="connsiteY0" fmla="*/ 0 h 3066827"/>
                  <a:gd name="connsiteX1" fmla="*/ 8156794 w 8156794"/>
                  <a:gd name="connsiteY1" fmla="*/ 1673520 h 3066827"/>
                  <a:gd name="connsiteX2" fmla="*/ 4123353 w 8156794"/>
                  <a:gd name="connsiteY2" fmla="*/ 3066650 h 3066827"/>
                  <a:gd name="connsiteX3" fmla="*/ 2295 w 8156794"/>
                  <a:gd name="connsiteY3" fmla="*/ 1618086 h 3066827"/>
                  <a:gd name="connsiteX4" fmla="*/ 767 w 8156794"/>
                  <a:gd name="connsiteY4" fmla="*/ 147145 h 3066827"/>
                  <a:gd name="connsiteX5" fmla="*/ 4068271 w 8156794"/>
                  <a:gd name="connsiteY5" fmla="*/ 1566042 h 3066827"/>
                  <a:gd name="connsiteX6" fmla="*/ 8156794 w 8156794"/>
                  <a:gd name="connsiteY6" fmla="*/ 0 h 3066827"/>
                  <a:gd name="connsiteX0" fmla="*/ 8123689 w 8156794"/>
                  <a:gd name="connsiteY0" fmla="*/ 0 h 2999866"/>
                  <a:gd name="connsiteX1" fmla="*/ 8156794 w 8156794"/>
                  <a:gd name="connsiteY1" fmla="*/ 1606559 h 2999866"/>
                  <a:gd name="connsiteX2" fmla="*/ 4123353 w 8156794"/>
                  <a:gd name="connsiteY2" fmla="*/ 2999689 h 2999866"/>
                  <a:gd name="connsiteX3" fmla="*/ 2295 w 8156794"/>
                  <a:gd name="connsiteY3" fmla="*/ 1551125 h 2999866"/>
                  <a:gd name="connsiteX4" fmla="*/ 767 w 8156794"/>
                  <a:gd name="connsiteY4" fmla="*/ 80184 h 2999866"/>
                  <a:gd name="connsiteX5" fmla="*/ 4068271 w 8156794"/>
                  <a:gd name="connsiteY5" fmla="*/ 1499081 h 2999866"/>
                  <a:gd name="connsiteX6" fmla="*/ 8123689 w 8156794"/>
                  <a:gd name="connsiteY6" fmla="*/ 0 h 2999866"/>
                  <a:gd name="connsiteX0" fmla="*/ 8167828 w 8167828"/>
                  <a:gd name="connsiteY0" fmla="*/ 0 h 3026651"/>
                  <a:gd name="connsiteX1" fmla="*/ 8156794 w 8167828"/>
                  <a:gd name="connsiteY1" fmla="*/ 1633344 h 3026651"/>
                  <a:gd name="connsiteX2" fmla="*/ 4123353 w 8167828"/>
                  <a:gd name="connsiteY2" fmla="*/ 3026474 h 3026651"/>
                  <a:gd name="connsiteX3" fmla="*/ 2295 w 8167828"/>
                  <a:gd name="connsiteY3" fmla="*/ 1577910 h 3026651"/>
                  <a:gd name="connsiteX4" fmla="*/ 767 w 8167828"/>
                  <a:gd name="connsiteY4" fmla="*/ 106969 h 3026651"/>
                  <a:gd name="connsiteX5" fmla="*/ 4068271 w 8167828"/>
                  <a:gd name="connsiteY5" fmla="*/ 1525866 h 3026651"/>
                  <a:gd name="connsiteX6" fmla="*/ 8167828 w 8167828"/>
                  <a:gd name="connsiteY6" fmla="*/ 0 h 3026651"/>
                  <a:gd name="connsiteX0" fmla="*/ 8167828 w 8167828"/>
                  <a:gd name="connsiteY0" fmla="*/ 0 h 3027228"/>
                  <a:gd name="connsiteX1" fmla="*/ 8145760 w 8167828"/>
                  <a:gd name="connsiteY1" fmla="*/ 1686913 h 3027228"/>
                  <a:gd name="connsiteX2" fmla="*/ 4123353 w 8167828"/>
                  <a:gd name="connsiteY2" fmla="*/ 3026474 h 3027228"/>
                  <a:gd name="connsiteX3" fmla="*/ 2295 w 8167828"/>
                  <a:gd name="connsiteY3" fmla="*/ 1577910 h 3027228"/>
                  <a:gd name="connsiteX4" fmla="*/ 767 w 8167828"/>
                  <a:gd name="connsiteY4" fmla="*/ 106969 h 3027228"/>
                  <a:gd name="connsiteX5" fmla="*/ 4068271 w 8167828"/>
                  <a:gd name="connsiteY5" fmla="*/ 1525866 h 3027228"/>
                  <a:gd name="connsiteX6" fmla="*/ 8167828 w 8167828"/>
                  <a:gd name="connsiteY6" fmla="*/ 0 h 3027228"/>
                  <a:gd name="connsiteX0" fmla="*/ 8156794 w 8156794"/>
                  <a:gd name="connsiteY0" fmla="*/ 0 h 2933483"/>
                  <a:gd name="connsiteX1" fmla="*/ 8145760 w 8156794"/>
                  <a:gd name="connsiteY1" fmla="*/ 1593168 h 2933483"/>
                  <a:gd name="connsiteX2" fmla="*/ 4123353 w 8156794"/>
                  <a:gd name="connsiteY2" fmla="*/ 2932729 h 2933483"/>
                  <a:gd name="connsiteX3" fmla="*/ 2295 w 8156794"/>
                  <a:gd name="connsiteY3" fmla="*/ 1484165 h 2933483"/>
                  <a:gd name="connsiteX4" fmla="*/ 767 w 8156794"/>
                  <a:gd name="connsiteY4" fmla="*/ 13224 h 2933483"/>
                  <a:gd name="connsiteX5" fmla="*/ 4068271 w 8156794"/>
                  <a:gd name="connsiteY5" fmla="*/ 1432121 h 2933483"/>
                  <a:gd name="connsiteX6" fmla="*/ 8156794 w 8156794"/>
                  <a:gd name="connsiteY6" fmla="*/ 0 h 2933483"/>
                  <a:gd name="connsiteX0" fmla="*/ 8156794 w 8156794"/>
                  <a:gd name="connsiteY0" fmla="*/ 0 h 2933483"/>
                  <a:gd name="connsiteX1" fmla="*/ 8145760 w 8156794"/>
                  <a:gd name="connsiteY1" fmla="*/ 1593168 h 2933483"/>
                  <a:gd name="connsiteX2" fmla="*/ 4123353 w 8156794"/>
                  <a:gd name="connsiteY2" fmla="*/ 2932729 h 2933483"/>
                  <a:gd name="connsiteX3" fmla="*/ 2295 w 8156794"/>
                  <a:gd name="connsiteY3" fmla="*/ 1484165 h 2933483"/>
                  <a:gd name="connsiteX4" fmla="*/ 767 w 8156794"/>
                  <a:gd name="connsiteY4" fmla="*/ 13224 h 2933483"/>
                  <a:gd name="connsiteX5" fmla="*/ 4068271 w 8156794"/>
                  <a:gd name="connsiteY5" fmla="*/ 1432121 h 2933483"/>
                  <a:gd name="connsiteX6" fmla="*/ 8156794 w 8156794"/>
                  <a:gd name="connsiteY6" fmla="*/ 0 h 2933483"/>
                  <a:gd name="connsiteX0" fmla="*/ 8123689 w 8145760"/>
                  <a:gd name="connsiteY0" fmla="*/ 13560 h 2920259"/>
                  <a:gd name="connsiteX1" fmla="*/ 8145760 w 8145760"/>
                  <a:gd name="connsiteY1" fmla="*/ 1579944 h 2920259"/>
                  <a:gd name="connsiteX2" fmla="*/ 4123353 w 8145760"/>
                  <a:gd name="connsiteY2" fmla="*/ 2919505 h 2920259"/>
                  <a:gd name="connsiteX3" fmla="*/ 2295 w 8145760"/>
                  <a:gd name="connsiteY3" fmla="*/ 1470941 h 2920259"/>
                  <a:gd name="connsiteX4" fmla="*/ 767 w 8145760"/>
                  <a:gd name="connsiteY4" fmla="*/ 0 h 2920259"/>
                  <a:gd name="connsiteX5" fmla="*/ 4068271 w 8145760"/>
                  <a:gd name="connsiteY5" fmla="*/ 1418897 h 2920259"/>
                  <a:gd name="connsiteX6" fmla="*/ 8123689 w 8145760"/>
                  <a:gd name="connsiteY6" fmla="*/ 13560 h 2920259"/>
                  <a:gd name="connsiteX0" fmla="*/ 8178863 w 8178863"/>
                  <a:gd name="connsiteY0" fmla="*/ 26952 h 2920259"/>
                  <a:gd name="connsiteX1" fmla="*/ 8145760 w 8178863"/>
                  <a:gd name="connsiteY1" fmla="*/ 1579944 h 2920259"/>
                  <a:gd name="connsiteX2" fmla="*/ 4123353 w 8178863"/>
                  <a:gd name="connsiteY2" fmla="*/ 2919505 h 2920259"/>
                  <a:gd name="connsiteX3" fmla="*/ 2295 w 8178863"/>
                  <a:gd name="connsiteY3" fmla="*/ 1470941 h 2920259"/>
                  <a:gd name="connsiteX4" fmla="*/ 767 w 8178863"/>
                  <a:gd name="connsiteY4" fmla="*/ 0 h 2920259"/>
                  <a:gd name="connsiteX5" fmla="*/ 4068271 w 8178863"/>
                  <a:gd name="connsiteY5" fmla="*/ 1418897 h 2920259"/>
                  <a:gd name="connsiteX6" fmla="*/ 8178863 w 8178863"/>
                  <a:gd name="connsiteY6" fmla="*/ 26952 h 2920259"/>
                  <a:gd name="connsiteX0" fmla="*/ 8167827 w 8167827"/>
                  <a:gd name="connsiteY0" fmla="*/ 40343 h 2920259"/>
                  <a:gd name="connsiteX1" fmla="*/ 8145760 w 8167827"/>
                  <a:gd name="connsiteY1" fmla="*/ 1579944 h 2920259"/>
                  <a:gd name="connsiteX2" fmla="*/ 4123353 w 8167827"/>
                  <a:gd name="connsiteY2" fmla="*/ 2919505 h 2920259"/>
                  <a:gd name="connsiteX3" fmla="*/ 2295 w 8167827"/>
                  <a:gd name="connsiteY3" fmla="*/ 1470941 h 2920259"/>
                  <a:gd name="connsiteX4" fmla="*/ 767 w 8167827"/>
                  <a:gd name="connsiteY4" fmla="*/ 0 h 2920259"/>
                  <a:gd name="connsiteX5" fmla="*/ 4068271 w 8167827"/>
                  <a:gd name="connsiteY5" fmla="*/ 1418897 h 2920259"/>
                  <a:gd name="connsiteX6" fmla="*/ 8167827 w 8167827"/>
                  <a:gd name="connsiteY6" fmla="*/ 40343 h 2920259"/>
                  <a:gd name="connsiteX0" fmla="*/ 8123687 w 8145760"/>
                  <a:gd name="connsiteY0" fmla="*/ 53735 h 2920259"/>
                  <a:gd name="connsiteX1" fmla="*/ 8145760 w 8145760"/>
                  <a:gd name="connsiteY1" fmla="*/ 1579944 h 2920259"/>
                  <a:gd name="connsiteX2" fmla="*/ 4123353 w 8145760"/>
                  <a:gd name="connsiteY2" fmla="*/ 2919505 h 2920259"/>
                  <a:gd name="connsiteX3" fmla="*/ 2295 w 8145760"/>
                  <a:gd name="connsiteY3" fmla="*/ 1470941 h 2920259"/>
                  <a:gd name="connsiteX4" fmla="*/ 767 w 8145760"/>
                  <a:gd name="connsiteY4" fmla="*/ 0 h 2920259"/>
                  <a:gd name="connsiteX5" fmla="*/ 4068271 w 8145760"/>
                  <a:gd name="connsiteY5" fmla="*/ 1418897 h 2920259"/>
                  <a:gd name="connsiteX6" fmla="*/ 8123687 w 8145760"/>
                  <a:gd name="connsiteY6" fmla="*/ 53735 h 2920259"/>
                  <a:gd name="connsiteX0" fmla="*/ 8161918 w 8161918"/>
                  <a:gd name="connsiteY0" fmla="*/ 0 h 2943855"/>
                  <a:gd name="connsiteX1" fmla="*/ 8145760 w 8161918"/>
                  <a:gd name="connsiteY1" fmla="*/ 1603540 h 2943855"/>
                  <a:gd name="connsiteX2" fmla="*/ 4123353 w 8161918"/>
                  <a:gd name="connsiteY2" fmla="*/ 2943101 h 2943855"/>
                  <a:gd name="connsiteX3" fmla="*/ 2295 w 8161918"/>
                  <a:gd name="connsiteY3" fmla="*/ 1494537 h 2943855"/>
                  <a:gd name="connsiteX4" fmla="*/ 767 w 8161918"/>
                  <a:gd name="connsiteY4" fmla="*/ 23596 h 2943855"/>
                  <a:gd name="connsiteX5" fmla="*/ 4068271 w 8161918"/>
                  <a:gd name="connsiteY5" fmla="*/ 1442493 h 2943855"/>
                  <a:gd name="connsiteX6" fmla="*/ 8161918 w 8161918"/>
                  <a:gd name="connsiteY6" fmla="*/ 0 h 2943855"/>
                  <a:gd name="connsiteX0" fmla="*/ 8144926 w 8145760"/>
                  <a:gd name="connsiteY0" fmla="*/ 43424 h 2920259"/>
                  <a:gd name="connsiteX1" fmla="*/ 8145760 w 8145760"/>
                  <a:gd name="connsiteY1" fmla="*/ 1579944 h 2920259"/>
                  <a:gd name="connsiteX2" fmla="*/ 4123353 w 8145760"/>
                  <a:gd name="connsiteY2" fmla="*/ 2919505 h 2920259"/>
                  <a:gd name="connsiteX3" fmla="*/ 2295 w 8145760"/>
                  <a:gd name="connsiteY3" fmla="*/ 1470941 h 2920259"/>
                  <a:gd name="connsiteX4" fmla="*/ 767 w 8145760"/>
                  <a:gd name="connsiteY4" fmla="*/ 0 h 2920259"/>
                  <a:gd name="connsiteX5" fmla="*/ 4068271 w 8145760"/>
                  <a:gd name="connsiteY5" fmla="*/ 1418897 h 2920259"/>
                  <a:gd name="connsiteX6" fmla="*/ 8144926 w 8145760"/>
                  <a:gd name="connsiteY6" fmla="*/ 43424 h 2920259"/>
                  <a:gd name="connsiteX0" fmla="*/ 8161918 w 8161918"/>
                  <a:gd name="connsiteY0" fmla="*/ 0 h 2959321"/>
                  <a:gd name="connsiteX1" fmla="*/ 8145760 w 8161918"/>
                  <a:gd name="connsiteY1" fmla="*/ 1619006 h 2959321"/>
                  <a:gd name="connsiteX2" fmla="*/ 4123353 w 8161918"/>
                  <a:gd name="connsiteY2" fmla="*/ 2958567 h 2959321"/>
                  <a:gd name="connsiteX3" fmla="*/ 2295 w 8161918"/>
                  <a:gd name="connsiteY3" fmla="*/ 1510003 h 2959321"/>
                  <a:gd name="connsiteX4" fmla="*/ 767 w 8161918"/>
                  <a:gd name="connsiteY4" fmla="*/ 39062 h 2959321"/>
                  <a:gd name="connsiteX5" fmla="*/ 4068271 w 8161918"/>
                  <a:gd name="connsiteY5" fmla="*/ 1457959 h 2959321"/>
                  <a:gd name="connsiteX6" fmla="*/ 8161918 w 8161918"/>
                  <a:gd name="connsiteY6" fmla="*/ 0 h 2959321"/>
                  <a:gd name="connsiteX0" fmla="*/ 8161918 w 8162752"/>
                  <a:gd name="connsiteY0" fmla="*/ 0 h 2959488"/>
                  <a:gd name="connsiteX1" fmla="*/ 8162752 w 8162752"/>
                  <a:gd name="connsiteY1" fmla="*/ 1629317 h 2959488"/>
                  <a:gd name="connsiteX2" fmla="*/ 4123353 w 8162752"/>
                  <a:gd name="connsiteY2" fmla="*/ 2958567 h 2959488"/>
                  <a:gd name="connsiteX3" fmla="*/ 2295 w 8162752"/>
                  <a:gd name="connsiteY3" fmla="*/ 1510003 h 2959488"/>
                  <a:gd name="connsiteX4" fmla="*/ 767 w 8162752"/>
                  <a:gd name="connsiteY4" fmla="*/ 39062 h 2959488"/>
                  <a:gd name="connsiteX5" fmla="*/ 4068271 w 8162752"/>
                  <a:gd name="connsiteY5" fmla="*/ 1457959 h 2959488"/>
                  <a:gd name="connsiteX6" fmla="*/ 8161918 w 8162752"/>
                  <a:gd name="connsiteY6" fmla="*/ 0 h 2959488"/>
                  <a:gd name="connsiteX0" fmla="*/ 8165930 w 8166764"/>
                  <a:gd name="connsiteY0" fmla="*/ 7337 h 2966825"/>
                  <a:gd name="connsiteX1" fmla="*/ 8166764 w 8166764"/>
                  <a:gd name="connsiteY1" fmla="*/ 1636654 h 2966825"/>
                  <a:gd name="connsiteX2" fmla="*/ 4127365 w 8166764"/>
                  <a:gd name="connsiteY2" fmla="*/ 2965904 h 2966825"/>
                  <a:gd name="connsiteX3" fmla="*/ 6307 w 8166764"/>
                  <a:gd name="connsiteY3" fmla="*/ 1517340 h 2966825"/>
                  <a:gd name="connsiteX4" fmla="*/ 532 w 8166764"/>
                  <a:gd name="connsiteY4" fmla="*/ 0 h 2966825"/>
                  <a:gd name="connsiteX5" fmla="*/ 4072283 w 8166764"/>
                  <a:gd name="connsiteY5" fmla="*/ 1465296 h 2966825"/>
                  <a:gd name="connsiteX6" fmla="*/ 8165930 w 8166764"/>
                  <a:gd name="connsiteY6" fmla="*/ 7337 h 2966825"/>
                  <a:gd name="connsiteX0" fmla="*/ 8168119 w 8168953"/>
                  <a:gd name="connsiteY0" fmla="*/ 7337 h 2966682"/>
                  <a:gd name="connsiteX1" fmla="*/ 8168953 w 8168953"/>
                  <a:gd name="connsiteY1" fmla="*/ 1636654 h 2966682"/>
                  <a:gd name="connsiteX2" fmla="*/ 4129554 w 8168953"/>
                  <a:gd name="connsiteY2" fmla="*/ 2965904 h 2966682"/>
                  <a:gd name="connsiteX3" fmla="*/ 0 w 8168953"/>
                  <a:gd name="connsiteY3" fmla="*/ 1527651 h 2966682"/>
                  <a:gd name="connsiteX4" fmla="*/ 2721 w 8168953"/>
                  <a:gd name="connsiteY4" fmla="*/ 0 h 2966682"/>
                  <a:gd name="connsiteX5" fmla="*/ 4074472 w 8168953"/>
                  <a:gd name="connsiteY5" fmla="*/ 1465296 h 2966682"/>
                  <a:gd name="connsiteX6" fmla="*/ 8168119 w 8168953"/>
                  <a:gd name="connsiteY6" fmla="*/ 7337 h 2966682"/>
                  <a:gd name="connsiteX0" fmla="*/ 8168119 w 8168953"/>
                  <a:gd name="connsiteY0" fmla="*/ 7337 h 3100377"/>
                  <a:gd name="connsiteX1" fmla="*/ 8168953 w 8168953"/>
                  <a:gd name="connsiteY1" fmla="*/ 1636654 h 3100377"/>
                  <a:gd name="connsiteX2" fmla="*/ 4118520 w 8168953"/>
                  <a:gd name="connsiteY2" fmla="*/ 3099826 h 3100377"/>
                  <a:gd name="connsiteX3" fmla="*/ 0 w 8168953"/>
                  <a:gd name="connsiteY3" fmla="*/ 1527651 h 3100377"/>
                  <a:gd name="connsiteX4" fmla="*/ 2721 w 8168953"/>
                  <a:gd name="connsiteY4" fmla="*/ 0 h 3100377"/>
                  <a:gd name="connsiteX5" fmla="*/ 4074472 w 8168953"/>
                  <a:gd name="connsiteY5" fmla="*/ 1465296 h 3100377"/>
                  <a:gd name="connsiteX6" fmla="*/ 8168119 w 8168953"/>
                  <a:gd name="connsiteY6" fmla="*/ 7337 h 3100377"/>
                  <a:gd name="connsiteX0" fmla="*/ 8168119 w 8168953"/>
                  <a:gd name="connsiteY0" fmla="*/ 7337 h 3100429"/>
                  <a:gd name="connsiteX1" fmla="*/ 8168953 w 8168953"/>
                  <a:gd name="connsiteY1" fmla="*/ 1636654 h 3100429"/>
                  <a:gd name="connsiteX2" fmla="*/ 4118520 w 8168953"/>
                  <a:gd name="connsiteY2" fmla="*/ 3099826 h 3100429"/>
                  <a:gd name="connsiteX3" fmla="*/ 0 w 8168953"/>
                  <a:gd name="connsiteY3" fmla="*/ 1527651 h 3100429"/>
                  <a:gd name="connsiteX4" fmla="*/ 2721 w 8168953"/>
                  <a:gd name="connsiteY4" fmla="*/ 0 h 3100429"/>
                  <a:gd name="connsiteX5" fmla="*/ 4074472 w 8168953"/>
                  <a:gd name="connsiteY5" fmla="*/ 1465296 h 3100429"/>
                  <a:gd name="connsiteX6" fmla="*/ 8168119 w 8168953"/>
                  <a:gd name="connsiteY6" fmla="*/ 7337 h 3100429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72202 w 8166683"/>
                  <a:gd name="connsiteY5" fmla="*/ 1465296 h 3099826"/>
                  <a:gd name="connsiteX6" fmla="*/ 8165849 w 8166683"/>
                  <a:gd name="connsiteY6" fmla="*/ 7337 h 3099826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72202 w 8166683"/>
                  <a:gd name="connsiteY5" fmla="*/ 1465296 h 3099826"/>
                  <a:gd name="connsiteX6" fmla="*/ 8165849 w 8166683"/>
                  <a:gd name="connsiteY6" fmla="*/ 7337 h 3099826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61168 w 8166683"/>
                  <a:gd name="connsiteY5" fmla="*/ 1438511 h 3099826"/>
                  <a:gd name="connsiteX6" fmla="*/ 8165849 w 8166683"/>
                  <a:gd name="connsiteY6" fmla="*/ 7337 h 3099826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61168 w 8166683"/>
                  <a:gd name="connsiteY5" fmla="*/ 1438511 h 3099826"/>
                  <a:gd name="connsiteX6" fmla="*/ 8165849 w 8166683"/>
                  <a:gd name="connsiteY6" fmla="*/ 7337 h 309982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8166683" h="3099826">
                    <a:moveTo>
                      <a:pt x="8165849" y="7337"/>
                    </a:moveTo>
                    <a:lnTo>
                      <a:pt x="8166683" y="1636654"/>
                    </a:lnTo>
                    <a:cubicBezTo>
                      <a:pt x="7917761" y="2728489"/>
                      <a:pt x="5475903" y="3100137"/>
                      <a:pt x="4116250" y="3099826"/>
                    </a:cubicBezTo>
                    <a:cubicBezTo>
                      <a:pt x="2756597" y="3099515"/>
                      <a:pt x="245424" y="2744647"/>
                      <a:pt x="8764" y="1634789"/>
                    </a:cubicBezTo>
                    <a:cubicBezTo>
                      <a:pt x="11928" y="1215900"/>
                      <a:pt x="-2713" y="418889"/>
                      <a:pt x="451" y="0"/>
                    </a:cubicBezTo>
                    <a:cubicBezTo>
                      <a:pt x="385485" y="953840"/>
                      <a:pt x="2700268" y="1437288"/>
                      <a:pt x="4061168" y="1438511"/>
                    </a:cubicBezTo>
                    <a:cubicBezTo>
                      <a:pt x="5422068" y="1439734"/>
                      <a:pt x="7793228" y="1089449"/>
                      <a:pt x="8165849" y="7337"/>
                    </a:cubicBezTo>
                    <a:close/>
                  </a:path>
                </a:pathLst>
              </a:custGeom>
              <a:gradFill>
                <a:gsLst>
                  <a:gs pos="0">
                    <a:srgbClr val="B8C2C9"/>
                  </a:gs>
                  <a:gs pos="21000">
                    <a:schemeClr val="bg1"/>
                  </a:gs>
                  <a:gs pos="60000">
                    <a:srgbClr val="D6DCE0"/>
                  </a:gs>
                  <a:gs pos="100000">
                    <a:srgbClr val="B8C2C9"/>
                  </a:gs>
                </a:gsLst>
                <a:lin ang="0" scaled="0"/>
              </a:gradFill>
              <a:ln w="63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                   </a:t>
                </a:r>
              </a:p>
            </p:txBody>
          </p:sp>
          <p:sp>
            <p:nvSpPr>
              <p:cNvPr id="325" name="Oval 324">
                <a:extLst>
                  <a:ext uri="{FF2B5EF4-FFF2-40B4-BE49-F238E27FC236}">
                    <a16:creationId xmlns:a16="http://schemas.microsoft.com/office/drawing/2014/main" id="{B5687DE2-7AEB-C94F-BD77-B787BED6A85B}"/>
                  </a:ext>
                </a:extLst>
              </p:cNvPr>
              <p:cNvSpPr/>
              <p:nvPr/>
            </p:nvSpPr>
            <p:spPr>
              <a:xfrm>
                <a:off x="7494729" y="2774731"/>
                <a:ext cx="1480163" cy="579140"/>
              </a:xfrm>
              <a:prstGeom prst="ellipse">
                <a:avLst/>
              </a:prstGeom>
              <a:solidFill>
                <a:srgbClr val="B8C2C9"/>
              </a:solidFill>
              <a:ln w="63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              </a:t>
                </a:r>
              </a:p>
            </p:txBody>
          </p:sp>
          <p:grpSp>
            <p:nvGrpSpPr>
              <p:cNvPr id="326" name="Group 325">
                <a:extLst>
                  <a:ext uri="{FF2B5EF4-FFF2-40B4-BE49-F238E27FC236}">
                    <a16:creationId xmlns:a16="http://schemas.microsoft.com/office/drawing/2014/main" id="{3F1D081E-C670-EB42-8157-542B25715236}"/>
                  </a:ext>
                </a:extLst>
              </p:cNvPr>
              <p:cNvGrpSpPr/>
              <p:nvPr/>
            </p:nvGrpSpPr>
            <p:grpSpPr>
              <a:xfrm>
                <a:off x="7713663" y="2848339"/>
                <a:ext cx="1042107" cy="425543"/>
                <a:chOff x="7786941" y="2884917"/>
                <a:chExt cx="897649" cy="353919"/>
              </a:xfrm>
            </p:grpSpPr>
            <p:sp>
              <p:nvSpPr>
                <p:cNvPr id="327" name="Freeform 326">
                  <a:extLst>
                    <a:ext uri="{FF2B5EF4-FFF2-40B4-BE49-F238E27FC236}">
                      <a16:creationId xmlns:a16="http://schemas.microsoft.com/office/drawing/2014/main" id="{76FD901E-7447-6044-941D-D8D53016227F}"/>
                    </a:ext>
                  </a:extLst>
                </p:cNvPr>
                <p:cNvSpPr/>
                <p:nvPr/>
              </p:nvSpPr>
              <p:spPr>
                <a:xfrm>
                  <a:off x="7811770" y="2884917"/>
                  <a:ext cx="849158" cy="198115"/>
                </a:xfrm>
                <a:custGeom>
                  <a:avLst/>
                  <a:gdLst>
                    <a:gd name="connsiteX0" fmla="*/ 3725333 w 4588933"/>
                    <a:gd name="connsiteY0" fmla="*/ 0 h 1049866"/>
                    <a:gd name="connsiteX1" fmla="*/ 4588933 w 4588933"/>
                    <a:gd name="connsiteY1" fmla="*/ 270933 h 1049866"/>
                    <a:gd name="connsiteX2" fmla="*/ 3962400 w 4588933"/>
                    <a:gd name="connsiteY2" fmla="*/ 541866 h 1049866"/>
                    <a:gd name="connsiteX3" fmla="*/ 3742267 w 4588933"/>
                    <a:gd name="connsiteY3" fmla="*/ 457200 h 1049866"/>
                    <a:gd name="connsiteX4" fmla="*/ 2269067 w 4588933"/>
                    <a:gd name="connsiteY4" fmla="*/ 1049866 h 1049866"/>
                    <a:gd name="connsiteX5" fmla="*/ 880533 w 4588933"/>
                    <a:gd name="connsiteY5" fmla="*/ 457200 h 1049866"/>
                    <a:gd name="connsiteX6" fmla="*/ 592667 w 4588933"/>
                    <a:gd name="connsiteY6" fmla="*/ 541866 h 1049866"/>
                    <a:gd name="connsiteX7" fmla="*/ 0 w 4588933"/>
                    <a:gd name="connsiteY7" fmla="*/ 254000 h 1049866"/>
                    <a:gd name="connsiteX8" fmla="*/ 880533 w 4588933"/>
                    <a:gd name="connsiteY8" fmla="*/ 16933 h 1049866"/>
                    <a:gd name="connsiteX9" fmla="*/ 2302933 w 4588933"/>
                    <a:gd name="connsiteY9" fmla="*/ 626533 h 1049866"/>
                    <a:gd name="connsiteX10" fmla="*/ 3725333 w 4588933"/>
                    <a:gd name="connsiteY10" fmla="*/ 0 h 1049866"/>
                    <a:gd name="connsiteX0" fmla="*/ 3725333 w 4641485"/>
                    <a:gd name="connsiteY0" fmla="*/ 0 h 1049866"/>
                    <a:gd name="connsiteX1" fmla="*/ 4641485 w 4641485"/>
                    <a:gd name="connsiteY1" fmla="*/ 239402 h 1049866"/>
                    <a:gd name="connsiteX2" fmla="*/ 3962400 w 4641485"/>
                    <a:gd name="connsiteY2" fmla="*/ 541866 h 1049866"/>
                    <a:gd name="connsiteX3" fmla="*/ 3742267 w 4641485"/>
                    <a:gd name="connsiteY3" fmla="*/ 457200 h 1049866"/>
                    <a:gd name="connsiteX4" fmla="*/ 2269067 w 4641485"/>
                    <a:gd name="connsiteY4" fmla="*/ 1049866 h 1049866"/>
                    <a:gd name="connsiteX5" fmla="*/ 880533 w 4641485"/>
                    <a:gd name="connsiteY5" fmla="*/ 457200 h 1049866"/>
                    <a:gd name="connsiteX6" fmla="*/ 592667 w 4641485"/>
                    <a:gd name="connsiteY6" fmla="*/ 541866 h 1049866"/>
                    <a:gd name="connsiteX7" fmla="*/ 0 w 4641485"/>
                    <a:gd name="connsiteY7" fmla="*/ 254000 h 1049866"/>
                    <a:gd name="connsiteX8" fmla="*/ 880533 w 4641485"/>
                    <a:gd name="connsiteY8" fmla="*/ 16933 h 1049866"/>
                    <a:gd name="connsiteX9" fmla="*/ 2302933 w 4641485"/>
                    <a:gd name="connsiteY9" fmla="*/ 626533 h 1049866"/>
                    <a:gd name="connsiteX10" fmla="*/ 3725333 w 4641485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73798 w 4673016"/>
                    <a:gd name="connsiteY3" fmla="*/ 457200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34464 w 4673016"/>
                    <a:gd name="connsiteY9" fmla="*/ 62653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84308 w 4673016"/>
                    <a:gd name="connsiteY3" fmla="*/ 404648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34464 w 4673016"/>
                    <a:gd name="connsiteY9" fmla="*/ 62653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94818 w 4673016"/>
                    <a:gd name="connsiteY3" fmla="*/ 436179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34464 w 4673016"/>
                    <a:gd name="connsiteY9" fmla="*/ 62653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94818 w 4673016"/>
                    <a:gd name="connsiteY3" fmla="*/ 436179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23954 w 4673016"/>
                    <a:gd name="connsiteY9" fmla="*/ 61602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94818 w 4673016"/>
                    <a:gd name="connsiteY3" fmla="*/ 436179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75021 h 1049866"/>
                    <a:gd name="connsiteX8" fmla="*/ 912064 w 4673016"/>
                    <a:gd name="connsiteY8" fmla="*/ 16933 h 1049866"/>
                    <a:gd name="connsiteX9" fmla="*/ 2323954 w 4673016"/>
                    <a:gd name="connsiteY9" fmla="*/ 61602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815839 w 4673016"/>
                    <a:gd name="connsiteY3" fmla="*/ 467710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75021 h 1049866"/>
                    <a:gd name="connsiteX8" fmla="*/ 912064 w 4673016"/>
                    <a:gd name="connsiteY8" fmla="*/ 16933 h 1049866"/>
                    <a:gd name="connsiteX9" fmla="*/ 2323954 w 4673016"/>
                    <a:gd name="connsiteY9" fmla="*/ 616023 h 1049866"/>
                    <a:gd name="connsiteX10" fmla="*/ 3756864 w 4673016"/>
                    <a:gd name="connsiteY10" fmla="*/ 0 h 104986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</a:cxnLst>
                  <a:rect l="l" t="t" r="r" b="b"/>
                  <a:pathLst>
                    <a:path w="4673016" h="1049866">
                      <a:moveTo>
                        <a:pt x="3756864" y="0"/>
                      </a:moveTo>
                      <a:lnTo>
                        <a:pt x="4673016" y="239402"/>
                      </a:lnTo>
                      <a:lnTo>
                        <a:pt x="3993931" y="541866"/>
                      </a:lnTo>
                      <a:lnTo>
                        <a:pt x="3815839" y="467710"/>
                      </a:lnTo>
                      <a:lnTo>
                        <a:pt x="2300598" y="1049866"/>
                      </a:lnTo>
                      <a:lnTo>
                        <a:pt x="912064" y="457200"/>
                      </a:lnTo>
                      <a:lnTo>
                        <a:pt x="624198" y="541866"/>
                      </a:lnTo>
                      <a:lnTo>
                        <a:pt x="0" y="275021"/>
                      </a:lnTo>
                      <a:lnTo>
                        <a:pt x="912064" y="16933"/>
                      </a:lnTo>
                      <a:lnTo>
                        <a:pt x="2323954" y="616023"/>
                      </a:lnTo>
                      <a:lnTo>
                        <a:pt x="3756864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328" name="Freeform 327">
                  <a:extLst>
                    <a:ext uri="{FF2B5EF4-FFF2-40B4-BE49-F238E27FC236}">
                      <a16:creationId xmlns:a16="http://schemas.microsoft.com/office/drawing/2014/main" id="{C65D72F4-D1BF-A743-A4CF-A3061301D2F0}"/>
                    </a:ext>
                  </a:extLst>
                </p:cNvPr>
                <p:cNvSpPr/>
                <p:nvPr/>
              </p:nvSpPr>
              <p:spPr>
                <a:xfrm>
                  <a:off x="8367548" y="3054383"/>
                  <a:ext cx="317042" cy="170569"/>
                </a:xfrm>
                <a:custGeom>
                  <a:avLst/>
                  <a:gdLst>
                    <a:gd name="connsiteX0" fmla="*/ 21021 w 1744718"/>
                    <a:gd name="connsiteY0" fmla="*/ 0 h 903890"/>
                    <a:gd name="connsiteX1" fmla="*/ 1744718 w 1744718"/>
                    <a:gd name="connsiteY1" fmla="*/ 693683 h 903890"/>
                    <a:gd name="connsiteX2" fmla="*/ 1145628 w 1744718"/>
                    <a:gd name="connsiteY2" fmla="*/ 903890 h 903890"/>
                    <a:gd name="connsiteX3" fmla="*/ 0 w 1744718"/>
                    <a:gd name="connsiteY3" fmla="*/ 451945 h 903890"/>
                    <a:gd name="connsiteX4" fmla="*/ 21021 w 1744718"/>
                    <a:gd name="connsiteY4" fmla="*/ 0 h 90389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744718" h="903890">
                      <a:moveTo>
                        <a:pt x="21021" y="0"/>
                      </a:moveTo>
                      <a:lnTo>
                        <a:pt x="1744718" y="693683"/>
                      </a:lnTo>
                      <a:lnTo>
                        <a:pt x="1145628" y="903890"/>
                      </a:lnTo>
                      <a:lnTo>
                        <a:pt x="0" y="451945"/>
                      </a:lnTo>
                      <a:lnTo>
                        <a:pt x="21021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329" name="Freeform 328">
                  <a:extLst>
                    <a:ext uri="{FF2B5EF4-FFF2-40B4-BE49-F238E27FC236}">
                      <a16:creationId xmlns:a16="http://schemas.microsoft.com/office/drawing/2014/main" id="{24042695-10E5-4D4B-8766-D9D97DE34F38}"/>
                    </a:ext>
                  </a:extLst>
                </p:cNvPr>
                <p:cNvSpPr/>
                <p:nvPr/>
              </p:nvSpPr>
              <p:spPr>
                <a:xfrm>
                  <a:off x="7786941" y="3054383"/>
                  <a:ext cx="311312" cy="168585"/>
                </a:xfrm>
                <a:custGeom>
                  <a:avLst/>
                  <a:gdLst>
                    <a:gd name="connsiteX0" fmla="*/ 1702676 w 1713187"/>
                    <a:gd name="connsiteY0" fmla="*/ 0 h 893380"/>
                    <a:gd name="connsiteX1" fmla="*/ 1713187 w 1713187"/>
                    <a:gd name="connsiteY1" fmla="*/ 472966 h 893380"/>
                    <a:gd name="connsiteX2" fmla="*/ 578069 w 1713187"/>
                    <a:gd name="connsiteY2" fmla="*/ 893380 h 893380"/>
                    <a:gd name="connsiteX3" fmla="*/ 0 w 1713187"/>
                    <a:gd name="connsiteY3" fmla="*/ 693683 h 893380"/>
                    <a:gd name="connsiteX4" fmla="*/ 1702676 w 1713187"/>
                    <a:gd name="connsiteY4" fmla="*/ 0 h 89338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713187" h="893380">
                      <a:moveTo>
                        <a:pt x="1702676" y="0"/>
                      </a:moveTo>
                      <a:lnTo>
                        <a:pt x="1713187" y="472966"/>
                      </a:lnTo>
                      <a:lnTo>
                        <a:pt x="578069" y="893380"/>
                      </a:lnTo>
                      <a:lnTo>
                        <a:pt x="0" y="693683"/>
                      </a:lnTo>
                      <a:lnTo>
                        <a:pt x="1702676" y="0"/>
                      </a:lnTo>
                      <a:close/>
                    </a:path>
                  </a:pathLst>
                </a:custGeom>
                <a:solidFill>
                  <a:srgbClr val="0000A8"/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330" name="Freeform 329">
                  <a:extLst>
                    <a:ext uri="{FF2B5EF4-FFF2-40B4-BE49-F238E27FC236}">
                      <a16:creationId xmlns:a16="http://schemas.microsoft.com/office/drawing/2014/main" id="{C8D82D6B-3965-DC48-A8D4-5025EC499BC0}"/>
                    </a:ext>
                  </a:extLst>
                </p:cNvPr>
                <p:cNvSpPr/>
                <p:nvPr/>
              </p:nvSpPr>
              <p:spPr>
                <a:xfrm>
                  <a:off x="7895013" y="2971083"/>
                  <a:ext cx="676892" cy="267753"/>
                </a:xfrm>
                <a:custGeom>
                  <a:avLst/>
                  <a:gdLst>
                    <a:gd name="connsiteX0" fmla="*/ 599089 w 4162096"/>
                    <a:gd name="connsiteY0" fmla="*/ 273269 h 1618593"/>
                    <a:gd name="connsiteX1" fmla="*/ 882869 w 4162096"/>
                    <a:gd name="connsiteY1" fmla="*/ 199697 h 1618593"/>
                    <a:gd name="connsiteX2" fmla="*/ 2312276 w 4162096"/>
                    <a:gd name="connsiteY2" fmla="*/ 798786 h 1618593"/>
                    <a:gd name="connsiteX3" fmla="*/ 3794234 w 4162096"/>
                    <a:gd name="connsiteY3" fmla="*/ 199697 h 1618593"/>
                    <a:gd name="connsiteX4" fmla="*/ 4014951 w 4162096"/>
                    <a:gd name="connsiteY4" fmla="*/ 273269 h 1618593"/>
                    <a:gd name="connsiteX5" fmla="*/ 3058510 w 4162096"/>
                    <a:gd name="connsiteY5" fmla="*/ 641131 h 1618593"/>
                    <a:gd name="connsiteX6" fmla="*/ 3026979 w 4162096"/>
                    <a:gd name="connsiteY6" fmla="*/ 1114097 h 1618593"/>
                    <a:gd name="connsiteX7" fmla="*/ 4162096 w 4162096"/>
                    <a:gd name="connsiteY7" fmla="*/ 1545021 h 1618593"/>
                    <a:gd name="connsiteX8" fmla="*/ 3878317 w 4162096"/>
                    <a:gd name="connsiteY8" fmla="*/ 1608083 h 1618593"/>
                    <a:gd name="connsiteX9" fmla="*/ 2301765 w 4162096"/>
                    <a:gd name="connsiteY9" fmla="*/ 945931 h 1618593"/>
                    <a:gd name="connsiteX10" fmla="*/ 693682 w 4162096"/>
                    <a:gd name="connsiteY10" fmla="*/ 1618593 h 1618593"/>
                    <a:gd name="connsiteX11" fmla="*/ 430924 w 4162096"/>
                    <a:gd name="connsiteY11" fmla="*/ 1524000 h 1618593"/>
                    <a:gd name="connsiteX12" fmla="*/ 1576551 w 4162096"/>
                    <a:gd name="connsiteY12" fmla="*/ 1082566 h 1618593"/>
                    <a:gd name="connsiteX13" fmla="*/ 1545020 w 4162096"/>
                    <a:gd name="connsiteY13" fmla="*/ 609600 h 1618593"/>
                    <a:gd name="connsiteX14" fmla="*/ 0 w 4162096"/>
                    <a:gd name="connsiteY14" fmla="*/ 0 h 1618593"/>
                    <a:gd name="connsiteX15" fmla="*/ 872358 w 4162096"/>
                    <a:gd name="connsiteY15" fmla="*/ 210207 h 1618593"/>
                    <a:gd name="connsiteX16" fmla="*/ 872358 w 4162096"/>
                    <a:gd name="connsiteY16" fmla="*/ 210207 h 1618593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441434 w 3731172"/>
                    <a:gd name="connsiteY14" fmla="*/ 10510 h 1418896"/>
                    <a:gd name="connsiteX15" fmla="*/ 441434 w 3731172"/>
                    <a:gd name="connsiteY15" fmla="*/ 10510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441434 w 3731172"/>
                    <a:gd name="connsiteY14" fmla="*/ 10510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357351 w 3731172"/>
                    <a:gd name="connsiteY14" fmla="*/ 115613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147144 w 3731172"/>
                    <a:gd name="connsiteY14" fmla="*/ 63061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20413 h 1418896"/>
                    <a:gd name="connsiteX14" fmla="*/ 147144 w 3731172"/>
                    <a:gd name="connsiteY14" fmla="*/ 63061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20413 h 1418896"/>
                    <a:gd name="connsiteX14" fmla="*/ 189185 w 3731172"/>
                    <a:gd name="connsiteY14" fmla="*/ 84081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20413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56137 w 3731172"/>
                    <a:gd name="connsiteY13" fmla="*/ 441434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45626 w 3731172"/>
                    <a:gd name="connsiteY13" fmla="*/ 451945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903890 h 1418896"/>
                    <a:gd name="connsiteX13" fmla="*/ 1145626 w 3731172"/>
                    <a:gd name="connsiteY13" fmla="*/ 451945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06565 w 3710151"/>
                    <a:gd name="connsiteY5" fmla="*/ 441434 h 1418896"/>
                    <a:gd name="connsiteX6" fmla="*/ 2575034 w 3710151"/>
                    <a:gd name="connsiteY6" fmla="*/ 914400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06565 w 3710151"/>
                    <a:gd name="connsiteY5" fmla="*/ 441434 h 1418896"/>
                    <a:gd name="connsiteX6" fmla="*/ 2606565 w 3710151"/>
                    <a:gd name="connsiteY6" fmla="*/ 924910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06565 w 3710151"/>
                    <a:gd name="connsiteY5" fmla="*/ 441434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5151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38028 w 3710151"/>
                    <a:gd name="connsiteY2" fmla="*/ 591655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38028 w 3710151"/>
                    <a:gd name="connsiteY2" fmla="*/ 591655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087434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38028 w 3710151"/>
                    <a:gd name="connsiteY2" fmla="*/ 591655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098586 w 3710151"/>
                    <a:gd name="connsiteY12" fmla="*/ 903890 h 1418896"/>
                    <a:gd name="connsiteX13" fmla="*/ 1087434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62012 w 3725019"/>
                    <a:gd name="connsiteY0" fmla="*/ 73572 h 1418896"/>
                    <a:gd name="connsiteX1" fmla="*/ 445792 w 3725019"/>
                    <a:gd name="connsiteY1" fmla="*/ 0 h 1418896"/>
                    <a:gd name="connsiteX2" fmla="*/ 1852896 w 3725019"/>
                    <a:gd name="connsiteY2" fmla="*/ 591655 h 1418896"/>
                    <a:gd name="connsiteX3" fmla="*/ 3357157 w 3725019"/>
                    <a:gd name="connsiteY3" fmla="*/ 0 h 1418896"/>
                    <a:gd name="connsiteX4" fmla="*/ 3577874 w 3725019"/>
                    <a:gd name="connsiteY4" fmla="*/ 73572 h 1418896"/>
                    <a:gd name="connsiteX5" fmla="*/ 2632585 w 3725019"/>
                    <a:gd name="connsiteY5" fmla="*/ 448868 h 1418896"/>
                    <a:gd name="connsiteX6" fmla="*/ 2625150 w 3725019"/>
                    <a:gd name="connsiteY6" fmla="*/ 902607 h 1418896"/>
                    <a:gd name="connsiteX7" fmla="*/ 3725019 w 3725019"/>
                    <a:gd name="connsiteY7" fmla="*/ 1345324 h 1418896"/>
                    <a:gd name="connsiteX8" fmla="*/ 3441240 w 3725019"/>
                    <a:gd name="connsiteY8" fmla="*/ 1408386 h 1418896"/>
                    <a:gd name="connsiteX9" fmla="*/ 1864688 w 3725019"/>
                    <a:gd name="connsiteY9" fmla="*/ 746234 h 1418896"/>
                    <a:gd name="connsiteX10" fmla="*/ 256605 w 3725019"/>
                    <a:gd name="connsiteY10" fmla="*/ 1418896 h 1418896"/>
                    <a:gd name="connsiteX11" fmla="*/ 0 w 3725019"/>
                    <a:gd name="connsiteY11" fmla="*/ 1331097 h 1418896"/>
                    <a:gd name="connsiteX12" fmla="*/ 1113454 w 3725019"/>
                    <a:gd name="connsiteY12" fmla="*/ 903890 h 1418896"/>
                    <a:gd name="connsiteX13" fmla="*/ 1102302 w 3725019"/>
                    <a:gd name="connsiteY13" fmla="*/ 451945 h 1418896"/>
                    <a:gd name="connsiteX14" fmla="*/ 183032 w 3725019"/>
                    <a:gd name="connsiteY14" fmla="*/ 84081 h 1418896"/>
                    <a:gd name="connsiteX15" fmla="*/ 162012 w 3725019"/>
                    <a:gd name="connsiteY15" fmla="*/ 73572 h 141889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</a:cxnLst>
                  <a:rect l="l" t="t" r="r" b="b"/>
                  <a:pathLst>
                    <a:path w="3725019" h="1418896">
                      <a:moveTo>
                        <a:pt x="162012" y="73572"/>
                      </a:moveTo>
                      <a:lnTo>
                        <a:pt x="445792" y="0"/>
                      </a:lnTo>
                      <a:lnTo>
                        <a:pt x="1852896" y="591655"/>
                      </a:lnTo>
                      <a:lnTo>
                        <a:pt x="3357157" y="0"/>
                      </a:lnTo>
                      <a:lnTo>
                        <a:pt x="3577874" y="73572"/>
                      </a:lnTo>
                      <a:lnTo>
                        <a:pt x="2632585" y="448868"/>
                      </a:lnTo>
                      <a:lnTo>
                        <a:pt x="2625150" y="902607"/>
                      </a:lnTo>
                      <a:lnTo>
                        <a:pt x="3725019" y="1345324"/>
                      </a:lnTo>
                      <a:lnTo>
                        <a:pt x="3441240" y="1408386"/>
                      </a:lnTo>
                      <a:lnTo>
                        <a:pt x="1864688" y="746234"/>
                      </a:lnTo>
                      <a:lnTo>
                        <a:pt x="256605" y="1418896"/>
                      </a:lnTo>
                      <a:lnTo>
                        <a:pt x="0" y="1331097"/>
                      </a:lnTo>
                      <a:lnTo>
                        <a:pt x="1113454" y="903890"/>
                      </a:lnTo>
                      <a:cubicBezTo>
                        <a:pt x="1113454" y="760249"/>
                        <a:pt x="1102302" y="595586"/>
                        <a:pt x="1102302" y="451945"/>
                      </a:cubicBezTo>
                      <a:lnTo>
                        <a:pt x="183032" y="84081"/>
                      </a:lnTo>
                      <a:cubicBezTo>
                        <a:pt x="26317" y="21019"/>
                        <a:pt x="169019" y="77075"/>
                        <a:pt x="162012" y="73572"/>
                      </a:cubicBezTo>
                      <a:close/>
                    </a:path>
                  </a:pathLst>
                </a:custGeom>
                <a:solidFill>
                  <a:schemeClr val="accent1">
                    <a:lumMod val="60000"/>
                    <a:lumOff val="40000"/>
                  </a:schemeClr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p:grpSp>
        </p:grpSp>
        <p:grpSp>
          <p:nvGrpSpPr>
            <p:cNvPr id="332" name="Group 331">
              <a:extLst>
                <a:ext uri="{FF2B5EF4-FFF2-40B4-BE49-F238E27FC236}">
                  <a16:creationId xmlns:a16="http://schemas.microsoft.com/office/drawing/2014/main" id="{0CFE465D-7641-7541-9496-4029B9355B5A}"/>
                </a:ext>
              </a:extLst>
            </p:cNvPr>
            <p:cNvGrpSpPr/>
            <p:nvPr/>
          </p:nvGrpSpPr>
          <p:grpSpPr>
            <a:xfrm>
              <a:off x="5122533" y="4861037"/>
              <a:ext cx="496248" cy="260542"/>
              <a:chOff x="7493876" y="2774731"/>
              <a:chExt cx="1481958" cy="894622"/>
            </a:xfrm>
          </p:grpSpPr>
          <p:sp>
            <p:nvSpPr>
              <p:cNvPr id="333" name="Freeform 332">
                <a:extLst>
                  <a:ext uri="{FF2B5EF4-FFF2-40B4-BE49-F238E27FC236}">
                    <a16:creationId xmlns:a16="http://schemas.microsoft.com/office/drawing/2014/main" id="{3B041F3E-CB88-8F4B-84D4-1214776D36EE}"/>
                  </a:ext>
                </a:extLst>
              </p:cNvPr>
              <p:cNvSpPr/>
              <p:nvPr/>
            </p:nvSpPr>
            <p:spPr>
              <a:xfrm>
                <a:off x="7493876" y="3084399"/>
                <a:ext cx="1481958" cy="584954"/>
              </a:xfrm>
              <a:custGeom>
                <a:avLst/>
                <a:gdLst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88524 w 8187558"/>
                  <a:gd name="connsiteY5" fmla="*/ 1597573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88524 w 8187558"/>
                  <a:gd name="connsiteY5" fmla="*/ 1597573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76538 w 8176538"/>
                  <a:gd name="connsiteY0" fmla="*/ 0 h 2638097"/>
                  <a:gd name="connsiteX1" fmla="*/ 8176538 w 8176538"/>
                  <a:gd name="connsiteY1" fmla="*/ 1271752 h 2638097"/>
                  <a:gd name="connsiteX2" fmla="*/ 4088015 w 8176538"/>
                  <a:gd name="connsiteY2" fmla="*/ 2638097 h 2638097"/>
                  <a:gd name="connsiteX3" fmla="*/ 0 w 8176538"/>
                  <a:gd name="connsiteY3" fmla="*/ 1269888 h 2638097"/>
                  <a:gd name="connsiteX4" fmla="*/ 20511 w 8176538"/>
                  <a:gd name="connsiteY4" fmla="*/ 147145 h 2638097"/>
                  <a:gd name="connsiteX5" fmla="*/ 4088015 w 8176538"/>
                  <a:gd name="connsiteY5" fmla="*/ 1566042 h 2638097"/>
                  <a:gd name="connsiteX6" fmla="*/ 8176538 w 8176538"/>
                  <a:gd name="connsiteY6" fmla="*/ 0 h 2638097"/>
                  <a:gd name="connsiteX0" fmla="*/ 8176538 w 8176538"/>
                  <a:gd name="connsiteY0" fmla="*/ 0 h 2772020"/>
                  <a:gd name="connsiteX1" fmla="*/ 8176538 w 8176538"/>
                  <a:gd name="connsiteY1" fmla="*/ 1271752 h 2772020"/>
                  <a:gd name="connsiteX2" fmla="*/ 4099034 w 8176538"/>
                  <a:gd name="connsiteY2" fmla="*/ 2772020 h 2772020"/>
                  <a:gd name="connsiteX3" fmla="*/ 0 w 8176538"/>
                  <a:gd name="connsiteY3" fmla="*/ 1269888 h 2772020"/>
                  <a:gd name="connsiteX4" fmla="*/ 20511 w 8176538"/>
                  <a:gd name="connsiteY4" fmla="*/ 147145 h 2772020"/>
                  <a:gd name="connsiteX5" fmla="*/ 4088015 w 8176538"/>
                  <a:gd name="connsiteY5" fmla="*/ 1566042 h 2772020"/>
                  <a:gd name="connsiteX6" fmla="*/ 8176538 w 8176538"/>
                  <a:gd name="connsiteY6" fmla="*/ 0 h 2772020"/>
                  <a:gd name="connsiteX0" fmla="*/ 8176538 w 8176538"/>
                  <a:gd name="connsiteY0" fmla="*/ 0 h 2772339"/>
                  <a:gd name="connsiteX1" fmla="*/ 8176538 w 8176538"/>
                  <a:gd name="connsiteY1" fmla="*/ 1378890 h 2772339"/>
                  <a:gd name="connsiteX2" fmla="*/ 4099034 w 8176538"/>
                  <a:gd name="connsiteY2" fmla="*/ 2772020 h 2772339"/>
                  <a:gd name="connsiteX3" fmla="*/ 0 w 8176538"/>
                  <a:gd name="connsiteY3" fmla="*/ 1269888 h 2772339"/>
                  <a:gd name="connsiteX4" fmla="*/ 20511 w 8176538"/>
                  <a:gd name="connsiteY4" fmla="*/ 147145 h 2772339"/>
                  <a:gd name="connsiteX5" fmla="*/ 4088015 w 8176538"/>
                  <a:gd name="connsiteY5" fmla="*/ 1566042 h 2772339"/>
                  <a:gd name="connsiteX6" fmla="*/ 8176538 w 8176538"/>
                  <a:gd name="connsiteY6" fmla="*/ 0 h 2772339"/>
                  <a:gd name="connsiteX0" fmla="*/ 8176538 w 8176538"/>
                  <a:gd name="connsiteY0" fmla="*/ 0 h 2825888"/>
                  <a:gd name="connsiteX1" fmla="*/ 8176538 w 8176538"/>
                  <a:gd name="connsiteY1" fmla="*/ 1378890 h 2825888"/>
                  <a:gd name="connsiteX2" fmla="*/ 4099034 w 8176538"/>
                  <a:gd name="connsiteY2" fmla="*/ 2825590 h 2825888"/>
                  <a:gd name="connsiteX3" fmla="*/ 0 w 8176538"/>
                  <a:gd name="connsiteY3" fmla="*/ 1269888 h 2825888"/>
                  <a:gd name="connsiteX4" fmla="*/ 20511 w 8176538"/>
                  <a:gd name="connsiteY4" fmla="*/ 147145 h 2825888"/>
                  <a:gd name="connsiteX5" fmla="*/ 4088015 w 8176538"/>
                  <a:gd name="connsiteY5" fmla="*/ 1566042 h 2825888"/>
                  <a:gd name="connsiteX6" fmla="*/ 8176538 w 8176538"/>
                  <a:gd name="connsiteY6" fmla="*/ 0 h 2825888"/>
                  <a:gd name="connsiteX0" fmla="*/ 8165518 w 8165518"/>
                  <a:gd name="connsiteY0" fmla="*/ 0 h 2825606"/>
                  <a:gd name="connsiteX1" fmla="*/ 8165518 w 8165518"/>
                  <a:gd name="connsiteY1" fmla="*/ 1378890 h 2825606"/>
                  <a:gd name="connsiteX2" fmla="*/ 4088014 w 8165518"/>
                  <a:gd name="connsiteY2" fmla="*/ 2825590 h 2825606"/>
                  <a:gd name="connsiteX3" fmla="*/ 0 w 8165518"/>
                  <a:gd name="connsiteY3" fmla="*/ 1403811 h 2825606"/>
                  <a:gd name="connsiteX4" fmla="*/ 9491 w 8165518"/>
                  <a:gd name="connsiteY4" fmla="*/ 147145 h 2825606"/>
                  <a:gd name="connsiteX5" fmla="*/ 4076995 w 8165518"/>
                  <a:gd name="connsiteY5" fmla="*/ 1566042 h 2825606"/>
                  <a:gd name="connsiteX6" fmla="*/ 8165518 w 8165518"/>
                  <a:gd name="connsiteY6" fmla="*/ 0 h 2825606"/>
                  <a:gd name="connsiteX0" fmla="*/ 8165518 w 8165518"/>
                  <a:gd name="connsiteY0" fmla="*/ 0 h 2879174"/>
                  <a:gd name="connsiteX1" fmla="*/ 8165518 w 8165518"/>
                  <a:gd name="connsiteY1" fmla="*/ 1378890 h 2879174"/>
                  <a:gd name="connsiteX2" fmla="*/ 4132092 w 8165518"/>
                  <a:gd name="connsiteY2" fmla="*/ 2879159 h 2879174"/>
                  <a:gd name="connsiteX3" fmla="*/ 0 w 8165518"/>
                  <a:gd name="connsiteY3" fmla="*/ 1403811 h 2879174"/>
                  <a:gd name="connsiteX4" fmla="*/ 9491 w 8165518"/>
                  <a:gd name="connsiteY4" fmla="*/ 147145 h 2879174"/>
                  <a:gd name="connsiteX5" fmla="*/ 4076995 w 8165518"/>
                  <a:gd name="connsiteY5" fmla="*/ 1566042 h 2879174"/>
                  <a:gd name="connsiteX6" fmla="*/ 8165518 w 8165518"/>
                  <a:gd name="connsiteY6" fmla="*/ 0 h 2879174"/>
                  <a:gd name="connsiteX0" fmla="*/ 8165518 w 8176537"/>
                  <a:gd name="connsiteY0" fmla="*/ 0 h 2879410"/>
                  <a:gd name="connsiteX1" fmla="*/ 8176537 w 8176537"/>
                  <a:gd name="connsiteY1" fmla="*/ 1499420 h 2879410"/>
                  <a:gd name="connsiteX2" fmla="*/ 4132092 w 8176537"/>
                  <a:gd name="connsiteY2" fmla="*/ 2879159 h 2879410"/>
                  <a:gd name="connsiteX3" fmla="*/ 0 w 8176537"/>
                  <a:gd name="connsiteY3" fmla="*/ 1403811 h 2879410"/>
                  <a:gd name="connsiteX4" fmla="*/ 9491 w 8176537"/>
                  <a:gd name="connsiteY4" fmla="*/ 147145 h 2879410"/>
                  <a:gd name="connsiteX5" fmla="*/ 4076995 w 8176537"/>
                  <a:gd name="connsiteY5" fmla="*/ 1566042 h 2879410"/>
                  <a:gd name="connsiteX6" fmla="*/ 8165518 w 8176537"/>
                  <a:gd name="connsiteY6" fmla="*/ 0 h 2879410"/>
                  <a:gd name="connsiteX0" fmla="*/ 8165518 w 8176537"/>
                  <a:gd name="connsiteY0" fmla="*/ 0 h 2879262"/>
                  <a:gd name="connsiteX1" fmla="*/ 8176537 w 8176537"/>
                  <a:gd name="connsiteY1" fmla="*/ 1499420 h 2879262"/>
                  <a:gd name="connsiteX2" fmla="*/ 4132092 w 8176537"/>
                  <a:gd name="connsiteY2" fmla="*/ 2879159 h 2879262"/>
                  <a:gd name="connsiteX3" fmla="*/ 0 w 8176537"/>
                  <a:gd name="connsiteY3" fmla="*/ 1403811 h 2879262"/>
                  <a:gd name="connsiteX4" fmla="*/ 9491 w 8176537"/>
                  <a:gd name="connsiteY4" fmla="*/ 147145 h 2879262"/>
                  <a:gd name="connsiteX5" fmla="*/ 4076995 w 8176537"/>
                  <a:gd name="connsiteY5" fmla="*/ 1566042 h 2879262"/>
                  <a:gd name="connsiteX6" fmla="*/ 8165518 w 8176537"/>
                  <a:gd name="connsiteY6" fmla="*/ 0 h 2879262"/>
                  <a:gd name="connsiteX0" fmla="*/ 8165518 w 8176537"/>
                  <a:gd name="connsiteY0" fmla="*/ 0 h 2879163"/>
                  <a:gd name="connsiteX1" fmla="*/ 8176537 w 8176537"/>
                  <a:gd name="connsiteY1" fmla="*/ 1499420 h 2879163"/>
                  <a:gd name="connsiteX2" fmla="*/ 4132092 w 8176537"/>
                  <a:gd name="connsiteY2" fmla="*/ 2879159 h 2879163"/>
                  <a:gd name="connsiteX3" fmla="*/ 0 w 8176537"/>
                  <a:gd name="connsiteY3" fmla="*/ 1510948 h 2879163"/>
                  <a:gd name="connsiteX4" fmla="*/ 9491 w 8176537"/>
                  <a:gd name="connsiteY4" fmla="*/ 147145 h 2879163"/>
                  <a:gd name="connsiteX5" fmla="*/ 4076995 w 8176537"/>
                  <a:gd name="connsiteY5" fmla="*/ 1566042 h 2879163"/>
                  <a:gd name="connsiteX6" fmla="*/ 8165518 w 8176537"/>
                  <a:gd name="connsiteY6" fmla="*/ 0 h 2879163"/>
                  <a:gd name="connsiteX0" fmla="*/ 8165518 w 8198577"/>
                  <a:gd name="connsiteY0" fmla="*/ 0 h 2879451"/>
                  <a:gd name="connsiteX1" fmla="*/ 8198577 w 8198577"/>
                  <a:gd name="connsiteY1" fmla="*/ 1606558 h 2879451"/>
                  <a:gd name="connsiteX2" fmla="*/ 4132092 w 8198577"/>
                  <a:gd name="connsiteY2" fmla="*/ 2879159 h 2879451"/>
                  <a:gd name="connsiteX3" fmla="*/ 0 w 8198577"/>
                  <a:gd name="connsiteY3" fmla="*/ 1510948 h 2879451"/>
                  <a:gd name="connsiteX4" fmla="*/ 9491 w 8198577"/>
                  <a:gd name="connsiteY4" fmla="*/ 147145 h 2879451"/>
                  <a:gd name="connsiteX5" fmla="*/ 4076995 w 8198577"/>
                  <a:gd name="connsiteY5" fmla="*/ 1566042 h 2879451"/>
                  <a:gd name="connsiteX6" fmla="*/ 8165518 w 8198577"/>
                  <a:gd name="connsiteY6" fmla="*/ 0 h 2879451"/>
                  <a:gd name="connsiteX0" fmla="*/ 8165518 w 8165518"/>
                  <a:gd name="connsiteY0" fmla="*/ 0 h 2880066"/>
                  <a:gd name="connsiteX1" fmla="*/ 8165518 w 8165518"/>
                  <a:gd name="connsiteY1" fmla="*/ 1673520 h 2880066"/>
                  <a:gd name="connsiteX2" fmla="*/ 4132092 w 8165518"/>
                  <a:gd name="connsiteY2" fmla="*/ 2879159 h 2880066"/>
                  <a:gd name="connsiteX3" fmla="*/ 0 w 8165518"/>
                  <a:gd name="connsiteY3" fmla="*/ 1510948 h 2880066"/>
                  <a:gd name="connsiteX4" fmla="*/ 9491 w 8165518"/>
                  <a:gd name="connsiteY4" fmla="*/ 147145 h 2880066"/>
                  <a:gd name="connsiteX5" fmla="*/ 4076995 w 8165518"/>
                  <a:gd name="connsiteY5" fmla="*/ 1566042 h 2880066"/>
                  <a:gd name="connsiteX6" fmla="*/ 8165518 w 8165518"/>
                  <a:gd name="connsiteY6" fmla="*/ 0 h 2880066"/>
                  <a:gd name="connsiteX0" fmla="*/ 8156794 w 8156794"/>
                  <a:gd name="connsiteY0" fmla="*/ 0 h 2879270"/>
                  <a:gd name="connsiteX1" fmla="*/ 8156794 w 8156794"/>
                  <a:gd name="connsiteY1" fmla="*/ 1673520 h 2879270"/>
                  <a:gd name="connsiteX2" fmla="*/ 4123368 w 8156794"/>
                  <a:gd name="connsiteY2" fmla="*/ 2879159 h 2879270"/>
                  <a:gd name="connsiteX3" fmla="*/ 2295 w 8156794"/>
                  <a:gd name="connsiteY3" fmla="*/ 1618086 h 2879270"/>
                  <a:gd name="connsiteX4" fmla="*/ 767 w 8156794"/>
                  <a:gd name="connsiteY4" fmla="*/ 147145 h 2879270"/>
                  <a:gd name="connsiteX5" fmla="*/ 4068271 w 8156794"/>
                  <a:gd name="connsiteY5" fmla="*/ 1566042 h 2879270"/>
                  <a:gd name="connsiteX6" fmla="*/ 8156794 w 8156794"/>
                  <a:gd name="connsiteY6" fmla="*/ 0 h 2879270"/>
                  <a:gd name="connsiteX0" fmla="*/ 8156794 w 8156794"/>
                  <a:gd name="connsiteY0" fmla="*/ 0 h 2973000"/>
                  <a:gd name="connsiteX1" fmla="*/ 8156794 w 8156794"/>
                  <a:gd name="connsiteY1" fmla="*/ 1673520 h 2973000"/>
                  <a:gd name="connsiteX2" fmla="*/ 4134388 w 8156794"/>
                  <a:gd name="connsiteY2" fmla="*/ 2972904 h 2973000"/>
                  <a:gd name="connsiteX3" fmla="*/ 2295 w 8156794"/>
                  <a:gd name="connsiteY3" fmla="*/ 1618086 h 2973000"/>
                  <a:gd name="connsiteX4" fmla="*/ 767 w 8156794"/>
                  <a:gd name="connsiteY4" fmla="*/ 147145 h 2973000"/>
                  <a:gd name="connsiteX5" fmla="*/ 4068271 w 8156794"/>
                  <a:gd name="connsiteY5" fmla="*/ 1566042 h 2973000"/>
                  <a:gd name="connsiteX6" fmla="*/ 8156794 w 8156794"/>
                  <a:gd name="connsiteY6" fmla="*/ 0 h 2973000"/>
                  <a:gd name="connsiteX0" fmla="*/ 8156794 w 8156794"/>
                  <a:gd name="connsiteY0" fmla="*/ 0 h 2973000"/>
                  <a:gd name="connsiteX1" fmla="*/ 8156794 w 8156794"/>
                  <a:gd name="connsiteY1" fmla="*/ 1673520 h 2973000"/>
                  <a:gd name="connsiteX2" fmla="*/ 4134388 w 8156794"/>
                  <a:gd name="connsiteY2" fmla="*/ 2972904 h 2973000"/>
                  <a:gd name="connsiteX3" fmla="*/ 2295 w 8156794"/>
                  <a:gd name="connsiteY3" fmla="*/ 1618086 h 2973000"/>
                  <a:gd name="connsiteX4" fmla="*/ 767 w 8156794"/>
                  <a:gd name="connsiteY4" fmla="*/ 147145 h 2973000"/>
                  <a:gd name="connsiteX5" fmla="*/ 4068271 w 8156794"/>
                  <a:gd name="connsiteY5" fmla="*/ 1566042 h 2973000"/>
                  <a:gd name="connsiteX6" fmla="*/ 8156794 w 8156794"/>
                  <a:gd name="connsiteY6" fmla="*/ 0 h 2973000"/>
                  <a:gd name="connsiteX0" fmla="*/ 8156794 w 8156794"/>
                  <a:gd name="connsiteY0" fmla="*/ 0 h 2973000"/>
                  <a:gd name="connsiteX1" fmla="*/ 8156794 w 8156794"/>
                  <a:gd name="connsiteY1" fmla="*/ 1673520 h 2973000"/>
                  <a:gd name="connsiteX2" fmla="*/ 4134388 w 8156794"/>
                  <a:gd name="connsiteY2" fmla="*/ 2972904 h 2973000"/>
                  <a:gd name="connsiteX3" fmla="*/ 2295 w 8156794"/>
                  <a:gd name="connsiteY3" fmla="*/ 1618086 h 2973000"/>
                  <a:gd name="connsiteX4" fmla="*/ 767 w 8156794"/>
                  <a:gd name="connsiteY4" fmla="*/ 147145 h 2973000"/>
                  <a:gd name="connsiteX5" fmla="*/ 4068271 w 8156794"/>
                  <a:gd name="connsiteY5" fmla="*/ 1566042 h 2973000"/>
                  <a:gd name="connsiteX6" fmla="*/ 8156794 w 8156794"/>
                  <a:gd name="connsiteY6" fmla="*/ 0 h 2973000"/>
                  <a:gd name="connsiteX0" fmla="*/ 8156794 w 8156794"/>
                  <a:gd name="connsiteY0" fmla="*/ 0 h 2973020"/>
                  <a:gd name="connsiteX1" fmla="*/ 8156794 w 8156794"/>
                  <a:gd name="connsiteY1" fmla="*/ 1673520 h 2973020"/>
                  <a:gd name="connsiteX2" fmla="*/ 4134388 w 8156794"/>
                  <a:gd name="connsiteY2" fmla="*/ 2972904 h 2973020"/>
                  <a:gd name="connsiteX3" fmla="*/ 2295 w 8156794"/>
                  <a:gd name="connsiteY3" fmla="*/ 1618086 h 2973020"/>
                  <a:gd name="connsiteX4" fmla="*/ 767 w 8156794"/>
                  <a:gd name="connsiteY4" fmla="*/ 147145 h 2973020"/>
                  <a:gd name="connsiteX5" fmla="*/ 4068271 w 8156794"/>
                  <a:gd name="connsiteY5" fmla="*/ 1566042 h 2973020"/>
                  <a:gd name="connsiteX6" fmla="*/ 8156794 w 8156794"/>
                  <a:gd name="connsiteY6" fmla="*/ 0 h 2973020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141"/>
                  <a:gd name="connsiteX1" fmla="*/ 8156794 w 8156794"/>
                  <a:gd name="connsiteY1" fmla="*/ 1673520 h 2973141"/>
                  <a:gd name="connsiteX2" fmla="*/ 4134388 w 8156794"/>
                  <a:gd name="connsiteY2" fmla="*/ 2972904 h 2973141"/>
                  <a:gd name="connsiteX3" fmla="*/ 2295 w 8156794"/>
                  <a:gd name="connsiteY3" fmla="*/ 1618086 h 2973141"/>
                  <a:gd name="connsiteX4" fmla="*/ 767 w 8156794"/>
                  <a:gd name="connsiteY4" fmla="*/ 147145 h 2973141"/>
                  <a:gd name="connsiteX5" fmla="*/ 4068271 w 8156794"/>
                  <a:gd name="connsiteY5" fmla="*/ 1566042 h 2973141"/>
                  <a:gd name="connsiteX6" fmla="*/ 8156794 w 8156794"/>
                  <a:gd name="connsiteY6" fmla="*/ 0 h 2973141"/>
                  <a:gd name="connsiteX0" fmla="*/ 8156794 w 8156794"/>
                  <a:gd name="connsiteY0" fmla="*/ 0 h 3066827"/>
                  <a:gd name="connsiteX1" fmla="*/ 8156794 w 8156794"/>
                  <a:gd name="connsiteY1" fmla="*/ 1673520 h 3066827"/>
                  <a:gd name="connsiteX2" fmla="*/ 4123353 w 8156794"/>
                  <a:gd name="connsiteY2" fmla="*/ 3066650 h 3066827"/>
                  <a:gd name="connsiteX3" fmla="*/ 2295 w 8156794"/>
                  <a:gd name="connsiteY3" fmla="*/ 1618086 h 3066827"/>
                  <a:gd name="connsiteX4" fmla="*/ 767 w 8156794"/>
                  <a:gd name="connsiteY4" fmla="*/ 147145 h 3066827"/>
                  <a:gd name="connsiteX5" fmla="*/ 4068271 w 8156794"/>
                  <a:gd name="connsiteY5" fmla="*/ 1566042 h 3066827"/>
                  <a:gd name="connsiteX6" fmla="*/ 8156794 w 8156794"/>
                  <a:gd name="connsiteY6" fmla="*/ 0 h 3066827"/>
                  <a:gd name="connsiteX0" fmla="*/ 8123689 w 8156794"/>
                  <a:gd name="connsiteY0" fmla="*/ 0 h 2999866"/>
                  <a:gd name="connsiteX1" fmla="*/ 8156794 w 8156794"/>
                  <a:gd name="connsiteY1" fmla="*/ 1606559 h 2999866"/>
                  <a:gd name="connsiteX2" fmla="*/ 4123353 w 8156794"/>
                  <a:gd name="connsiteY2" fmla="*/ 2999689 h 2999866"/>
                  <a:gd name="connsiteX3" fmla="*/ 2295 w 8156794"/>
                  <a:gd name="connsiteY3" fmla="*/ 1551125 h 2999866"/>
                  <a:gd name="connsiteX4" fmla="*/ 767 w 8156794"/>
                  <a:gd name="connsiteY4" fmla="*/ 80184 h 2999866"/>
                  <a:gd name="connsiteX5" fmla="*/ 4068271 w 8156794"/>
                  <a:gd name="connsiteY5" fmla="*/ 1499081 h 2999866"/>
                  <a:gd name="connsiteX6" fmla="*/ 8123689 w 8156794"/>
                  <a:gd name="connsiteY6" fmla="*/ 0 h 2999866"/>
                  <a:gd name="connsiteX0" fmla="*/ 8167828 w 8167828"/>
                  <a:gd name="connsiteY0" fmla="*/ 0 h 3026651"/>
                  <a:gd name="connsiteX1" fmla="*/ 8156794 w 8167828"/>
                  <a:gd name="connsiteY1" fmla="*/ 1633344 h 3026651"/>
                  <a:gd name="connsiteX2" fmla="*/ 4123353 w 8167828"/>
                  <a:gd name="connsiteY2" fmla="*/ 3026474 h 3026651"/>
                  <a:gd name="connsiteX3" fmla="*/ 2295 w 8167828"/>
                  <a:gd name="connsiteY3" fmla="*/ 1577910 h 3026651"/>
                  <a:gd name="connsiteX4" fmla="*/ 767 w 8167828"/>
                  <a:gd name="connsiteY4" fmla="*/ 106969 h 3026651"/>
                  <a:gd name="connsiteX5" fmla="*/ 4068271 w 8167828"/>
                  <a:gd name="connsiteY5" fmla="*/ 1525866 h 3026651"/>
                  <a:gd name="connsiteX6" fmla="*/ 8167828 w 8167828"/>
                  <a:gd name="connsiteY6" fmla="*/ 0 h 3026651"/>
                  <a:gd name="connsiteX0" fmla="*/ 8167828 w 8167828"/>
                  <a:gd name="connsiteY0" fmla="*/ 0 h 3027228"/>
                  <a:gd name="connsiteX1" fmla="*/ 8145760 w 8167828"/>
                  <a:gd name="connsiteY1" fmla="*/ 1686913 h 3027228"/>
                  <a:gd name="connsiteX2" fmla="*/ 4123353 w 8167828"/>
                  <a:gd name="connsiteY2" fmla="*/ 3026474 h 3027228"/>
                  <a:gd name="connsiteX3" fmla="*/ 2295 w 8167828"/>
                  <a:gd name="connsiteY3" fmla="*/ 1577910 h 3027228"/>
                  <a:gd name="connsiteX4" fmla="*/ 767 w 8167828"/>
                  <a:gd name="connsiteY4" fmla="*/ 106969 h 3027228"/>
                  <a:gd name="connsiteX5" fmla="*/ 4068271 w 8167828"/>
                  <a:gd name="connsiteY5" fmla="*/ 1525866 h 3027228"/>
                  <a:gd name="connsiteX6" fmla="*/ 8167828 w 8167828"/>
                  <a:gd name="connsiteY6" fmla="*/ 0 h 3027228"/>
                  <a:gd name="connsiteX0" fmla="*/ 8156794 w 8156794"/>
                  <a:gd name="connsiteY0" fmla="*/ 0 h 2933483"/>
                  <a:gd name="connsiteX1" fmla="*/ 8145760 w 8156794"/>
                  <a:gd name="connsiteY1" fmla="*/ 1593168 h 2933483"/>
                  <a:gd name="connsiteX2" fmla="*/ 4123353 w 8156794"/>
                  <a:gd name="connsiteY2" fmla="*/ 2932729 h 2933483"/>
                  <a:gd name="connsiteX3" fmla="*/ 2295 w 8156794"/>
                  <a:gd name="connsiteY3" fmla="*/ 1484165 h 2933483"/>
                  <a:gd name="connsiteX4" fmla="*/ 767 w 8156794"/>
                  <a:gd name="connsiteY4" fmla="*/ 13224 h 2933483"/>
                  <a:gd name="connsiteX5" fmla="*/ 4068271 w 8156794"/>
                  <a:gd name="connsiteY5" fmla="*/ 1432121 h 2933483"/>
                  <a:gd name="connsiteX6" fmla="*/ 8156794 w 8156794"/>
                  <a:gd name="connsiteY6" fmla="*/ 0 h 2933483"/>
                  <a:gd name="connsiteX0" fmla="*/ 8156794 w 8156794"/>
                  <a:gd name="connsiteY0" fmla="*/ 0 h 2933483"/>
                  <a:gd name="connsiteX1" fmla="*/ 8145760 w 8156794"/>
                  <a:gd name="connsiteY1" fmla="*/ 1593168 h 2933483"/>
                  <a:gd name="connsiteX2" fmla="*/ 4123353 w 8156794"/>
                  <a:gd name="connsiteY2" fmla="*/ 2932729 h 2933483"/>
                  <a:gd name="connsiteX3" fmla="*/ 2295 w 8156794"/>
                  <a:gd name="connsiteY3" fmla="*/ 1484165 h 2933483"/>
                  <a:gd name="connsiteX4" fmla="*/ 767 w 8156794"/>
                  <a:gd name="connsiteY4" fmla="*/ 13224 h 2933483"/>
                  <a:gd name="connsiteX5" fmla="*/ 4068271 w 8156794"/>
                  <a:gd name="connsiteY5" fmla="*/ 1432121 h 2933483"/>
                  <a:gd name="connsiteX6" fmla="*/ 8156794 w 8156794"/>
                  <a:gd name="connsiteY6" fmla="*/ 0 h 2933483"/>
                  <a:gd name="connsiteX0" fmla="*/ 8123689 w 8145760"/>
                  <a:gd name="connsiteY0" fmla="*/ 13560 h 2920259"/>
                  <a:gd name="connsiteX1" fmla="*/ 8145760 w 8145760"/>
                  <a:gd name="connsiteY1" fmla="*/ 1579944 h 2920259"/>
                  <a:gd name="connsiteX2" fmla="*/ 4123353 w 8145760"/>
                  <a:gd name="connsiteY2" fmla="*/ 2919505 h 2920259"/>
                  <a:gd name="connsiteX3" fmla="*/ 2295 w 8145760"/>
                  <a:gd name="connsiteY3" fmla="*/ 1470941 h 2920259"/>
                  <a:gd name="connsiteX4" fmla="*/ 767 w 8145760"/>
                  <a:gd name="connsiteY4" fmla="*/ 0 h 2920259"/>
                  <a:gd name="connsiteX5" fmla="*/ 4068271 w 8145760"/>
                  <a:gd name="connsiteY5" fmla="*/ 1418897 h 2920259"/>
                  <a:gd name="connsiteX6" fmla="*/ 8123689 w 8145760"/>
                  <a:gd name="connsiteY6" fmla="*/ 13560 h 2920259"/>
                  <a:gd name="connsiteX0" fmla="*/ 8178863 w 8178863"/>
                  <a:gd name="connsiteY0" fmla="*/ 26952 h 2920259"/>
                  <a:gd name="connsiteX1" fmla="*/ 8145760 w 8178863"/>
                  <a:gd name="connsiteY1" fmla="*/ 1579944 h 2920259"/>
                  <a:gd name="connsiteX2" fmla="*/ 4123353 w 8178863"/>
                  <a:gd name="connsiteY2" fmla="*/ 2919505 h 2920259"/>
                  <a:gd name="connsiteX3" fmla="*/ 2295 w 8178863"/>
                  <a:gd name="connsiteY3" fmla="*/ 1470941 h 2920259"/>
                  <a:gd name="connsiteX4" fmla="*/ 767 w 8178863"/>
                  <a:gd name="connsiteY4" fmla="*/ 0 h 2920259"/>
                  <a:gd name="connsiteX5" fmla="*/ 4068271 w 8178863"/>
                  <a:gd name="connsiteY5" fmla="*/ 1418897 h 2920259"/>
                  <a:gd name="connsiteX6" fmla="*/ 8178863 w 8178863"/>
                  <a:gd name="connsiteY6" fmla="*/ 26952 h 2920259"/>
                  <a:gd name="connsiteX0" fmla="*/ 8167827 w 8167827"/>
                  <a:gd name="connsiteY0" fmla="*/ 40343 h 2920259"/>
                  <a:gd name="connsiteX1" fmla="*/ 8145760 w 8167827"/>
                  <a:gd name="connsiteY1" fmla="*/ 1579944 h 2920259"/>
                  <a:gd name="connsiteX2" fmla="*/ 4123353 w 8167827"/>
                  <a:gd name="connsiteY2" fmla="*/ 2919505 h 2920259"/>
                  <a:gd name="connsiteX3" fmla="*/ 2295 w 8167827"/>
                  <a:gd name="connsiteY3" fmla="*/ 1470941 h 2920259"/>
                  <a:gd name="connsiteX4" fmla="*/ 767 w 8167827"/>
                  <a:gd name="connsiteY4" fmla="*/ 0 h 2920259"/>
                  <a:gd name="connsiteX5" fmla="*/ 4068271 w 8167827"/>
                  <a:gd name="connsiteY5" fmla="*/ 1418897 h 2920259"/>
                  <a:gd name="connsiteX6" fmla="*/ 8167827 w 8167827"/>
                  <a:gd name="connsiteY6" fmla="*/ 40343 h 2920259"/>
                  <a:gd name="connsiteX0" fmla="*/ 8123687 w 8145760"/>
                  <a:gd name="connsiteY0" fmla="*/ 53735 h 2920259"/>
                  <a:gd name="connsiteX1" fmla="*/ 8145760 w 8145760"/>
                  <a:gd name="connsiteY1" fmla="*/ 1579944 h 2920259"/>
                  <a:gd name="connsiteX2" fmla="*/ 4123353 w 8145760"/>
                  <a:gd name="connsiteY2" fmla="*/ 2919505 h 2920259"/>
                  <a:gd name="connsiteX3" fmla="*/ 2295 w 8145760"/>
                  <a:gd name="connsiteY3" fmla="*/ 1470941 h 2920259"/>
                  <a:gd name="connsiteX4" fmla="*/ 767 w 8145760"/>
                  <a:gd name="connsiteY4" fmla="*/ 0 h 2920259"/>
                  <a:gd name="connsiteX5" fmla="*/ 4068271 w 8145760"/>
                  <a:gd name="connsiteY5" fmla="*/ 1418897 h 2920259"/>
                  <a:gd name="connsiteX6" fmla="*/ 8123687 w 8145760"/>
                  <a:gd name="connsiteY6" fmla="*/ 53735 h 2920259"/>
                  <a:gd name="connsiteX0" fmla="*/ 8161918 w 8161918"/>
                  <a:gd name="connsiteY0" fmla="*/ 0 h 2943855"/>
                  <a:gd name="connsiteX1" fmla="*/ 8145760 w 8161918"/>
                  <a:gd name="connsiteY1" fmla="*/ 1603540 h 2943855"/>
                  <a:gd name="connsiteX2" fmla="*/ 4123353 w 8161918"/>
                  <a:gd name="connsiteY2" fmla="*/ 2943101 h 2943855"/>
                  <a:gd name="connsiteX3" fmla="*/ 2295 w 8161918"/>
                  <a:gd name="connsiteY3" fmla="*/ 1494537 h 2943855"/>
                  <a:gd name="connsiteX4" fmla="*/ 767 w 8161918"/>
                  <a:gd name="connsiteY4" fmla="*/ 23596 h 2943855"/>
                  <a:gd name="connsiteX5" fmla="*/ 4068271 w 8161918"/>
                  <a:gd name="connsiteY5" fmla="*/ 1442493 h 2943855"/>
                  <a:gd name="connsiteX6" fmla="*/ 8161918 w 8161918"/>
                  <a:gd name="connsiteY6" fmla="*/ 0 h 2943855"/>
                  <a:gd name="connsiteX0" fmla="*/ 8144926 w 8145760"/>
                  <a:gd name="connsiteY0" fmla="*/ 43424 h 2920259"/>
                  <a:gd name="connsiteX1" fmla="*/ 8145760 w 8145760"/>
                  <a:gd name="connsiteY1" fmla="*/ 1579944 h 2920259"/>
                  <a:gd name="connsiteX2" fmla="*/ 4123353 w 8145760"/>
                  <a:gd name="connsiteY2" fmla="*/ 2919505 h 2920259"/>
                  <a:gd name="connsiteX3" fmla="*/ 2295 w 8145760"/>
                  <a:gd name="connsiteY3" fmla="*/ 1470941 h 2920259"/>
                  <a:gd name="connsiteX4" fmla="*/ 767 w 8145760"/>
                  <a:gd name="connsiteY4" fmla="*/ 0 h 2920259"/>
                  <a:gd name="connsiteX5" fmla="*/ 4068271 w 8145760"/>
                  <a:gd name="connsiteY5" fmla="*/ 1418897 h 2920259"/>
                  <a:gd name="connsiteX6" fmla="*/ 8144926 w 8145760"/>
                  <a:gd name="connsiteY6" fmla="*/ 43424 h 2920259"/>
                  <a:gd name="connsiteX0" fmla="*/ 8161918 w 8161918"/>
                  <a:gd name="connsiteY0" fmla="*/ 0 h 2959321"/>
                  <a:gd name="connsiteX1" fmla="*/ 8145760 w 8161918"/>
                  <a:gd name="connsiteY1" fmla="*/ 1619006 h 2959321"/>
                  <a:gd name="connsiteX2" fmla="*/ 4123353 w 8161918"/>
                  <a:gd name="connsiteY2" fmla="*/ 2958567 h 2959321"/>
                  <a:gd name="connsiteX3" fmla="*/ 2295 w 8161918"/>
                  <a:gd name="connsiteY3" fmla="*/ 1510003 h 2959321"/>
                  <a:gd name="connsiteX4" fmla="*/ 767 w 8161918"/>
                  <a:gd name="connsiteY4" fmla="*/ 39062 h 2959321"/>
                  <a:gd name="connsiteX5" fmla="*/ 4068271 w 8161918"/>
                  <a:gd name="connsiteY5" fmla="*/ 1457959 h 2959321"/>
                  <a:gd name="connsiteX6" fmla="*/ 8161918 w 8161918"/>
                  <a:gd name="connsiteY6" fmla="*/ 0 h 2959321"/>
                  <a:gd name="connsiteX0" fmla="*/ 8161918 w 8162752"/>
                  <a:gd name="connsiteY0" fmla="*/ 0 h 2959488"/>
                  <a:gd name="connsiteX1" fmla="*/ 8162752 w 8162752"/>
                  <a:gd name="connsiteY1" fmla="*/ 1629317 h 2959488"/>
                  <a:gd name="connsiteX2" fmla="*/ 4123353 w 8162752"/>
                  <a:gd name="connsiteY2" fmla="*/ 2958567 h 2959488"/>
                  <a:gd name="connsiteX3" fmla="*/ 2295 w 8162752"/>
                  <a:gd name="connsiteY3" fmla="*/ 1510003 h 2959488"/>
                  <a:gd name="connsiteX4" fmla="*/ 767 w 8162752"/>
                  <a:gd name="connsiteY4" fmla="*/ 39062 h 2959488"/>
                  <a:gd name="connsiteX5" fmla="*/ 4068271 w 8162752"/>
                  <a:gd name="connsiteY5" fmla="*/ 1457959 h 2959488"/>
                  <a:gd name="connsiteX6" fmla="*/ 8161918 w 8162752"/>
                  <a:gd name="connsiteY6" fmla="*/ 0 h 2959488"/>
                  <a:gd name="connsiteX0" fmla="*/ 8165930 w 8166764"/>
                  <a:gd name="connsiteY0" fmla="*/ 7337 h 2966825"/>
                  <a:gd name="connsiteX1" fmla="*/ 8166764 w 8166764"/>
                  <a:gd name="connsiteY1" fmla="*/ 1636654 h 2966825"/>
                  <a:gd name="connsiteX2" fmla="*/ 4127365 w 8166764"/>
                  <a:gd name="connsiteY2" fmla="*/ 2965904 h 2966825"/>
                  <a:gd name="connsiteX3" fmla="*/ 6307 w 8166764"/>
                  <a:gd name="connsiteY3" fmla="*/ 1517340 h 2966825"/>
                  <a:gd name="connsiteX4" fmla="*/ 532 w 8166764"/>
                  <a:gd name="connsiteY4" fmla="*/ 0 h 2966825"/>
                  <a:gd name="connsiteX5" fmla="*/ 4072283 w 8166764"/>
                  <a:gd name="connsiteY5" fmla="*/ 1465296 h 2966825"/>
                  <a:gd name="connsiteX6" fmla="*/ 8165930 w 8166764"/>
                  <a:gd name="connsiteY6" fmla="*/ 7337 h 2966825"/>
                  <a:gd name="connsiteX0" fmla="*/ 8168119 w 8168953"/>
                  <a:gd name="connsiteY0" fmla="*/ 7337 h 2966682"/>
                  <a:gd name="connsiteX1" fmla="*/ 8168953 w 8168953"/>
                  <a:gd name="connsiteY1" fmla="*/ 1636654 h 2966682"/>
                  <a:gd name="connsiteX2" fmla="*/ 4129554 w 8168953"/>
                  <a:gd name="connsiteY2" fmla="*/ 2965904 h 2966682"/>
                  <a:gd name="connsiteX3" fmla="*/ 0 w 8168953"/>
                  <a:gd name="connsiteY3" fmla="*/ 1527651 h 2966682"/>
                  <a:gd name="connsiteX4" fmla="*/ 2721 w 8168953"/>
                  <a:gd name="connsiteY4" fmla="*/ 0 h 2966682"/>
                  <a:gd name="connsiteX5" fmla="*/ 4074472 w 8168953"/>
                  <a:gd name="connsiteY5" fmla="*/ 1465296 h 2966682"/>
                  <a:gd name="connsiteX6" fmla="*/ 8168119 w 8168953"/>
                  <a:gd name="connsiteY6" fmla="*/ 7337 h 2966682"/>
                  <a:gd name="connsiteX0" fmla="*/ 8168119 w 8168953"/>
                  <a:gd name="connsiteY0" fmla="*/ 7337 h 3100377"/>
                  <a:gd name="connsiteX1" fmla="*/ 8168953 w 8168953"/>
                  <a:gd name="connsiteY1" fmla="*/ 1636654 h 3100377"/>
                  <a:gd name="connsiteX2" fmla="*/ 4118520 w 8168953"/>
                  <a:gd name="connsiteY2" fmla="*/ 3099826 h 3100377"/>
                  <a:gd name="connsiteX3" fmla="*/ 0 w 8168953"/>
                  <a:gd name="connsiteY3" fmla="*/ 1527651 h 3100377"/>
                  <a:gd name="connsiteX4" fmla="*/ 2721 w 8168953"/>
                  <a:gd name="connsiteY4" fmla="*/ 0 h 3100377"/>
                  <a:gd name="connsiteX5" fmla="*/ 4074472 w 8168953"/>
                  <a:gd name="connsiteY5" fmla="*/ 1465296 h 3100377"/>
                  <a:gd name="connsiteX6" fmla="*/ 8168119 w 8168953"/>
                  <a:gd name="connsiteY6" fmla="*/ 7337 h 3100377"/>
                  <a:gd name="connsiteX0" fmla="*/ 8168119 w 8168953"/>
                  <a:gd name="connsiteY0" fmla="*/ 7337 h 3100429"/>
                  <a:gd name="connsiteX1" fmla="*/ 8168953 w 8168953"/>
                  <a:gd name="connsiteY1" fmla="*/ 1636654 h 3100429"/>
                  <a:gd name="connsiteX2" fmla="*/ 4118520 w 8168953"/>
                  <a:gd name="connsiteY2" fmla="*/ 3099826 h 3100429"/>
                  <a:gd name="connsiteX3" fmla="*/ 0 w 8168953"/>
                  <a:gd name="connsiteY3" fmla="*/ 1527651 h 3100429"/>
                  <a:gd name="connsiteX4" fmla="*/ 2721 w 8168953"/>
                  <a:gd name="connsiteY4" fmla="*/ 0 h 3100429"/>
                  <a:gd name="connsiteX5" fmla="*/ 4074472 w 8168953"/>
                  <a:gd name="connsiteY5" fmla="*/ 1465296 h 3100429"/>
                  <a:gd name="connsiteX6" fmla="*/ 8168119 w 8168953"/>
                  <a:gd name="connsiteY6" fmla="*/ 7337 h 3100429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72202 w 8166683"/>
                  <a:gd name="connsiteY5" fmla="*/ 1465296 h 3099826"/>
                  <a:gd name="connsiteX6" fmla="*/ 8165849 w 8166683"/>
                  <a:gd name="connsiteY6" fmla="*/ 7337 h 3099826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72202 w 8166683"/>
                  <a:gd name="connsiteY5" fmla="*/ 1465296 h 3099826"/>
                  <a:gd name="connsiteX6" fmla="*/ 8165849 w 8166683"/>
                  <a:gd name="connsiteY6" fmla="*/ 7337 h 3099826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61168 w 8166683"/>
                  <a:gd name="connsiteY5" fmla="*/ 1438511 h 3099826"/>
                  <a:gd name="connsiteX6" fmla="*/ 8165849 w 8166683"/>
                  <a:gd name="connsiteY6" fmla="*/ 7337 h 3099826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61168 w 8166683"/>
                  <a:gd name="connsiteY5" fmla="*/ 1438511 h 3099826"/>
                  <a:gd name="connsiteX6" fmla="*/ 8165849 w 8166683"/>
                  <a:gd name="connsiteY6" fmla="*/ 7337 h 309982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8166683" h="3099826">
                    <a:moveTo>
                      <a:pt x="8165849" y="7337"/>
                    </a:moveTo>
                    <a:lnTo>
                      <a:pt x="8166683" y="1636654"/>
                    </a:lnTo>
                    <a:cubicBezTo>
                      <a:pt x="7917761" y="2728489"/>
                      <a:pt x="5475903" y="3100137"/>
                      <a:pt x="4116250" y="3099826"/>
                    </a:cubicBezTo>
                    <a:cubicBezTo>
                      <a:pt x="2756597" y="3099515"/>
                      <a:pt x="245424" y="2744647"/>
                      <a:pt x="8764" y="1634789"/>
                    </a:cubicBezTo>
                    <a:cubicBezTo>
                      <a:pt x="11928" y="1215900"/>
                      <a:pt x="-2713" y="418889"/>
                      <a:pt x="451" y="0"/>
                    </a:cubicBezTo>
                    <a:cubicBezTo>
                      <a:pt x="385485" y="953840"/>
                      <a:pt x="2700268" y="1437288"/>
                      <a:pt x="4061168" y="1438511"/>
                    </a:cubicBezTo>
                    <a:cubicBezTo>
                      <a:pt x="5422068" y="1439734"/>
                      <a:pt x="7793228" y="1089449"/>
                      <a:pt x="8165849" y="7337"/>
                    </a:cubicBezTo>
                    <a:close/>
                  </a:path>
                </a:pathLst>
              </a:custGeom>
              <a:gradFill>
                <a:gsLst>
                  <a:gs pos="0">
                    <a:srgbClr val="B8C2C9"/>
                  </a:gs>
                  <a:gs pos="21000">
                    <a:schemeClr val="bg1"/>
                  </a:gs>
                  <a:gs pos="60000">
                    <a:srgbClr val="D6DCE0"/>
                  </a:gs>
                  <a:gs pos="100000">
                    <a:srgbClr val="B8C2C9"/>
                  </a:gs>
                </a:gsLst>
                <a:lin ang="0" scaled="0"/>
              </a:gradFill>
              <a:ln w="63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                   </a:t>
                </a:r>
              </a:p>
            </p:txBody>
          </p:sp>
          <p:sp>
            <p:nvSpPr>
              <p:cNvPr id="334" name="Oval 333">
                <a:extLst>
                  <a:ext uri="{FF2B5EF4-FFF2-40B4-BE49-F238E27FC236}">
                    <a16:creationId xmlns:a16="http://schemas.microsoft.com/office/drawing/2014/main" id="{08136920-F30D-BC4E-A92D-0ABD2EC7437B}"/>
                  </a:ext>
                </a:extLst>
              </p:cNvPr>
              <p:cNvSpPr/>
              <p:nvPr/>
            </p:nvSpPr>
            <p:spPr>
              <a:xfrm>
                <a:off x="7494729" y="2774731"/>
                <a:ext cx="1480163" cy="579140"/>
              </a:xfrm>
              <a:prstGeom prst="ellipse">
                <a:avLst/>
              </a:prstGeom>
              <a:solidFill>
                <a:srgbClr val="B8C2C9"/>
              </a:solidFill>
              <a:ln w="63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              </a:t>
                </a:r>
              </a:p>
            </p:txBody>
          </p:sp>
          <p:grpSp>
            <p:nvGrpSpPr>
              <p:cNvPr id="335" name="Group 334">
                <a:extLst>
                  <a:ext uri="{FF2B5EF4-FFF2-40B4-BE49-F238E27FC236}">
                    <a16:creationId xmlns:a16="http://schemas.microsoft.com/office/drawing/2014/main" id="{2BE80152-BCA5-CA46-9EE7-63649D7FE819}"/>
                  </a:ext>
                </a:extLst>
              </p:cNvPr>
              <p:cNvGrpSpPr/>
              <p:nvPr/>
            </p:nvGrpSpPr>
            <p:grpSpPr>
              <a:xfrm>
                <a:off x="7713663" y="2848339"/>
                <a:ext cx="1042107" cy="425543"/>
                <a:chOff x="7786941" y="2884917"/>
                <a:chExt cx="897649" cy="353919"/>
              </a:xfrm>
            </p:grpSpPr>
            <p:sp>
              <p:nvSpPr>
                <p:cNvPr id="336" name="Freeform 335">
                  <a:extLst>
                    <a:ext uri="{FF2B5EF4-FFF2-40B4-BE49-F238E27FC236}">
                      <a16:creationId xmlns:a16="http://schemas.microsoft.com/office/drawing/2014/main" id="{2518C53F-685F-074F-8F4E-E3A4CB269130}"/>
                    </a:ext>
                  </a:extLst>
                </p:cNvPr>
                <p:cNvSpPr/>
                <p:nvPr/>
              </p:nvSpPr>
              <p:spPr>
                <a:xfrm>
                  <a:off x="7811770" y="2884917"/>
                  <a:ext cx="849158" cy="198115"/>
                </a:xfrm>
                <a:custGeom>
                  <a:avLst/>
                  <a:gdLst>
                    <a:gd name="connsiteX0" fmla="*/ 3725333 w 4588933"/>
                    <a:gd name="connsiteY0" fmla="*/ 0 h 1049866"/>
                    <a:gd name="connsiteX1" fmla="*/ 4588933 w 4588933"/>
                    <a:gd name="connsiteY1" fmla="*/ 270933 h 1049866"/>
                    <a:gd name="connsiteX2" fmla="*/ 3962400 w 4588933"/>
                    <a:gd name="connsiteY2" fmla="*/ 541866 h 1049866"/>
                    <a:gd name="connsiteX3" fmla="*/ 3742267 w 4588933"/>
                    <a:gd name="connsiteY3" fmla="*/ 457200 h 1049866"/>
                    <a:gd name="connsiteX4" fmla="*/ 2269067 w 4588933"/>
                    <a:gd name="connsiteY4" fmla="*/ 1049866 h 1049866"/>
                    <a:gd name="connsiteX5" fmla="*/ 880533 w 4588933"/>
                    <a:gd name="connsiteY5" fmla="*/ 457200 h 1049866"/>
                    <a:gd name="connsiteX6" fmla="*/ 592667 w 4588933"/>
                    <a:gd name="connsiteY6" fmla="*/ 541866 h 1049866"/>
                    <a:gd name="connsiteX7" fmla="*/ 0 w 4588933"/>
                    <a:gd name="connsiteY7" fmla="*/ 254000 h 1049866"/>
                    <a:gd name="connsiteX8" fmla="*/ 880533 w 4588933"/>
                    <a:gd name="connsiteY8" fmla="*/ 16933 h 1049866"/>
                    <a:gd name="connsiteX9" fmla="*/ 2302933 w 4588933"/>
                    <a:gd name="connsiteY9" fmla="*/ 626533 h 1049866"/>
                    <a:gd name="connsiteX10" fmla="*/ 3725333 w 4588933"/>
                    <a:gd name="connsiteY10" fmla="*/ 0 h 1049866"/>
                    <a:gd name="connsiteX0" fmla="*/ 3725333 w 4641485"/>
                    <a:gd name="connsiteY0" fmla="*/ 0 h 1049866"/>
                    <a:gd name="connsiteX1" fmla="*/ 4641485 w 4641485"/>
                    <a:gd name="connsiteY1" fmla="*/ 239402 h 1049866"/>
                    <a:gd name="connsiteX2" fmla="*/ 3962400 w 4641485"/>
                    <a:gd name="connsiteY2" fmla="*/ 541866 h 1049866"/>
                    <a:gd name="connsiteX3" fmla="*/ 3742267 w 4641485"/>
                    <a:gd name="connsiteY3" fmla="*/ 457200 h 1049866"/>
                    <a:gd name="connsiteX4" fmla="*/ 2269067 w 4641485"/>
                    <a:gd name="connsiteY4" fmla="*/ 1049866 h 1049866"/>
                    <a:gd name="connsiteX5" fmla="*/ 880533 w 4641485"/>
                    <a:gd name="connsiteY5" fmla="*/ 457200 h 1049866"/>
                    <a:gd name="connsiteX6" fmla="*/ 592667 w 4641485"/>
                    <a:gd name="connsiteY6" fmla="*/ 541866 h 1049866"/>
                    <a:gd name="connsiteX7" fmla="*/ 0 w 4641485"/>
                    <a:gd name="connsiteY7" fmla="*/ 254000 h 1049866"/>
                    <a:gd name="connsiteX8" fmla="*/ 880533 w 4641485"/>
                    <a:gd name="connsiteY8" fmla="*/ 16933 h 1049866"/>
                    <a:gd name="connsiteX9" fmla="*/ 2302933 w 4641485"/>
                    <a:gd name="connsiteY9" fmla="*/ 626533 h 1049866"/>
                    <a:gd name="connsiteX10" fmla="*/ 3725333 w 4641485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73798 w 4673016"/>
                    <a:gd name="connsiteY3" fmla="*/ 457200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34464 w 4673016"/>
                    <a:gd name="connsiteY9" fmla="*/ 62653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84308 w 4673016"/>
                    <a:gd name="connsiteY3" fmla="*/ 404648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34464 w 4673016"/>
                    <a:gd name="connsiteY9" fmla="*/ 62653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94818 w 4673016"/>
                    <a:gd name="connsiteY3" fmla="*/ 436179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34464 w 4673016"/>
                    <a:gd name="connsiteY9" fmla="*/ 62653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94818 w 4673016"/>
                    <a:gd name="connsiteY3" fmla="*/ 436179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23954 w 4673016"/>
                    <a:gd name="connsiteY9" fmla="*/ 61602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94818 w 4673016"/>
                    <a:gd name="connsiteY3" fmla="*/ 436179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75021 h 1049866"/>
                    <a:gd name="connsiteX8" fmla="*/ 912064 w 4673016"/>
                    <a:gd name="connsiteY8" fmla="*/ 16933 h 1049866"/>
                    <a:gd name="connsiteX9" fmla="*/ 2323954 w 4673016"/>
                    <a:gd name="connsiteY9" fmla="*/ 61602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815839 w 4673016"/>
                    <a:gd name="connsiteY3" fmla="*/ 467710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75021 h 1049866"/>
                    <a:gd name="connsiteX8" fmla="*/ 912064 w 4673016"/>
                    <a:gd name="connsiteY8" fmla="*/ 16933 h 1049866"/>
                    <a:gd name="connsiteX9" fmla="*/ 2323954 w 4673016"/>
                    <a:gd name="connsiteY9" fmla="*/ 616023 h 1049866"/>
                    <a:gd name="connsiteX10" fmla="*/ 3756864 w 4673016"/>
                    <a:gd name="connsiteY10" fmla="*/ 0 h 104986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</a:cxnLst>
                  <a:rect l="l" t="t" r="r" b="b"/>
                  <a:pathLst>
                    <a:path w="4673016" h="1049866">
                      <a:moveTo>
                        <a:pt x="3756864" y="0"/>
                      </a:moveTo>
                      <a:lnTo>
                        <a:pt x="4673016" y="239402"/>
                      </a:lnTo>
                      <a:lnTo>
                        <a:pt x="3993931" y="541866"/>
                      </a:lnTo>
                      <a:lnTo>
                        <a:pt x="3815839" y="467710"/>
                      </a:lnTo>
                      <a:lnTo>
                        <a:pt x="2300598" y="1049866"/>
                      </a:lnTo>
                      <a:lnTo>
                        <a:pt x="912064" y="457200"/>
                      </a:lnTo>
                      <a:lnTo>
                        <a:pt x="624198" y="541866"/>
                      </a:lnTo>
                      <a:lnTo>
                        <a:pt x="0" y="275021"/>
                      </a:lnTo>
                      <a:lnTo>
                        <a:pt x="912064" y="16933"/>
                      </a:lnTo>
                      <a:lnTo>
                        <a:pt x="2323954" y="616023"/>
                      </a:lnTo>
                      <a:lnTo>
                        <a:pt x="3756864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337" name="Freeform 336">
                  <a:extLst>
                    <a:ext uri="{FF2B5EF4-FFF2-40B4-BE49-F238E27FC236}">
                      <a16:creationId xmlns:a16="http://schemas.microsoft.com/office/drawing/2014/main" id="{F1578F2C-5505-EB45-9014-BAD0AFEA429B}"/>
                    </a:ext>
                  </a:extLst>
                </p:cNvPr>
                <p:cNvSpPr/>
                <p:nvPr/>
              </p:nvSpPr>
              <p:spPr>
                <a:xfrm>
                  <a:off x="8367548" y="3054383"/>
                  <a:ext cx="317042" cy="170569"/>
                </a:xfrm>
                <a:custGeom>
                  <a:avLst/>
                  <a:gdLst>
                    <a:gd name="connsiteX0" fmla="*/ 21021 w 1744718"/>
                    <a:gd name="connsiteY0" fmla="*/ 0 h 903890"/>
                    <a:gd name="connsiteX1" fmla="*/ 1744718 w 1744718"/>
                    <a:gd name="connsiteY1" fmla="*/ 693683 h 903890"/>
                    <a:gd name="connsiteX2" fmla="*/ 1145628 w 1744718"/>
                    <a:gd name="connsiteY2" fmla="*/ 903890 h 903890"/>
                    <a:gd name="connsiteX3" fmla="*/ 0 w 1744718"/>
                    <a:gd name="connsiteY3" fmla="*/ 451945 h 903890"/>
                    <a:gd name="connsiteX4" fmla="*/ 21021 w 1744718"/>
                    <a:gd name="connsiteY4" fmla="*/ 0 h 90389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744718" h="903890">
                      <a:moveTo>
                        <a:pt x="21021" y="0"/>
                      </a:moveTo>
                      <a:lnTo>
                        <a:pt x="1744718" y="693683"/>
                      </a:lnTo>
                      <a:lnTo>
                        <a:pt x="1145628" y="903890"/>
                      </a:lnTo>
                      <a:lnTo>
                        <a:pt x="0" y="451945"/>
                      </a:lnTo>
                      <a:lnTo>
                        <a:pt x="21021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338" name="Freeform 337">
                  <a:extLst>
                    <a:ext uri="{FF2B5EF4-FFF2-40B4-BE49-F238E27FC236}">
                      <a16:creationId xmlns:a16="http://schemas.microsoft.com/office/drawing/2014/main" id="{DD91E8C8-92AC-E446-ABF1-F7D54921C42B}"/>
                    </a:ext>
                  </a:extLst>
                </p:cNvPr>
                <p:cNvSpPr/>
                <p:nvPr/>
              </p:nvSpPr>
              <p:spPr>
                <a:xfrm>
                  <a:off x="7786941" y="3054383"/>
                  <a:ext cx="311312" cy="168585"/>
                </a:xfrm>
                <a:custGeom>
                  <a:avLst/>
                  <a:gdLst>
                    <a:gd name="connsiteX0" fmla="*/ 1702676 w 1713187"/>
                    <a:gd name="connsiteY0" fmla="*/ 0 h 893380"/>
                    <a:gd name="connsiteX1" fmla="*/ 1713187 w 1713187"/>
                    <a:gd name="connsiteY1" fmla="*/ 472966 h 893380"/>
                    <a:gd name="connsiteX2" fmla="*/ 578069 w 1713187"/>
                    <a:gd name="connsiteY2" fmla="*/ 893380 h 893380"/>
                    <a:gd name="connsiteX3" fmla="*/ 0 w 1713187"/>
                    <a:gd name="connsiteY3" fmla="*/ 693683 h 893380"/>
                    <a:gd name="connsiteX4" fmla="*/ 1702676 w 1713187"/>
                    <a:gd name="connsiteY4" fmla="*/ 0 h 89338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713187" h="893380">
                      <a:moveTo>
                        <a:pt x="1702676" y="0"/>
                      </a:moveTo>
                      <a:lnTo>
                        <a:pt x="1713187" y="472966"/>
                      </a:lnTo>
                      <a:lnTo>
                        <a:pt x="578069" y="893380"/>
                      </a:lnTo>
                      <a:lnTo>
                        <a:pt x="0" y="693683"/>
                      </a:lnTo>
                      <a:lnTo>
                        <a:pt x="1702676" y="0"/>
                      </a:lnTo>
                      <a:close/>
                    </a:path>
                  </a:pathLst>
                </a:custGeom>
                <a:solidFill>
                  <a:srgbClr val="0000A8"/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339" name="Freeform 338">
                  <a:extLst>
                    <a:ext uri="{FF2B5EF4-FFF2-40B4-BE49-F238E27FC236}">
                      <a16:creationId xmlns:a16="http://schemas.microsoft.com/office/drawing/2014/main" id="{69F33027-F122-C445-923E-09F2AEB27B04}"/>
                    </a:ext>
                  </a:extLst>
                </p:cNvPr>
                <p:cNvSpPr/>
                <p:nvPr/>
              </p:nvSpPr>
              <p:spPr>
                <a:xfrm>
                  <a:off x="7895013" y="2971083"/>
                  <a:ext cx="676892" cy="267753"/>
                </a:xfrm>
                <a:custGeom>
                  <a:avLst/>
                  <a:gdLst>
                    <a:gd name="connsiteX0" fmla="*/ 599089 w 4162096"/>
                    <a:gd name="connsiteY0" fmla="*/ 273269 h 1618593"/>
                    <a:gd name="connsiteX1" fmla="*/ 882869 w 4162096"/>
                    <a:gd name="connsiteY1" fmla="*/ 199697 h 1618593"/>
                    <a:gd name="connsiteX2" fmla="*/ 2312276 w 4162096"/>
                    <a:gd name="connsiteY2" fmla="*/ 798786 h 1618593"/>
                    <a:gd name="connsiteX3" fmla="*/ 3794234 w 4162096"/>
                    <a:gd name="connsiteY3" fmla="*/ 199697 h 1618593"/>
                    <a:gd name="connsiteX4" fmla="*/ 4014951 w 4162096"/>
                    <a:gd name="connsiteY4" fmla="*/ 273269 h 1618593"/>
                    <a:gd name="connsiteX5" fmla="*/ 3058510 w 4162096"/>
                    <a:gd name="connsiteY5" fmla="*/ 641131 h 1618593"/>
                    <a:gd name="connsiteX6" fmla="*/ 3026979 w 4162096"/>
                    <a:gd name="connsiteY6" fmla="*/ 1114097 h 1618593"/>
                    <a:gd name="connsiteX7" fmla="*/ 4162096 w 4162096"/>
                    <a:gd name="connsiteY7" fmla="*/ 1545021 h 1618593"/>
                    <a:gd name="connsiteX8" fmla="*/ 3878317 w 4162096"/>
                    <a:gd name="connsiteY8" fmla="*/ 1608083 h 1618593"/>
                    <a:gd name="connsiteX9" fmla="*/ 2301765 w 4162096"/>
                    <a:gd name="connsiteY9" fmla="*/ 945931 h 1618593"/>
                    <a:gd name="connsiteX10" fmla="*/ 693682 w 4162096"/>
                    <a:gd name="connsiteY10" fmla="*/ 1618593 h 1618593"/>
                    <a:gd name="connsiteX11" fmla="*/ 430924 w 4162096"/>
                    <a:gd name="connsiteY11" fmla="*/ 1524000 h 1618593"/>
                    <a:gd name="connsiteX12" fmla="*/ 1576551 w 4162096"/>
                    <a:gd name="connsiteY12" fmla="*/ 1082566 h 1618593"/>
                    <a:gd name="connsiteX13" fmla="*/ 1545020 w 4162096"/>
                    <a:gd name="connsiteY13" fmla="*/ 609600 h 1618593"/>
                    <a:gd name="connsiteX14" fmla="*/ 0 w 4162096"/>
                    <a:gd name="connsiteY14" fmla="*/ 0 h 1618593"/>
                    <a:gd name="connsiteX15" fmla="*/ 872358 w 4162096"/>
                    <a:gd name="connsiteY15" fmla="*/ 210207 h 1618593"/>
                    <a:gd name="connsiteX16" fmla="*/ 872358 w 4162096"/>
                    <a:gd name="connsiteY16" fmla="*/ 210207 h 1618593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441434 w 3731172"/>
                    <a:gd name="connsiteY14" fmla="*/ 10510 h 1418896"/>
                    <a:gd name="connsiteX15" fmla="*/ 441434 w 3731172"/>
                    <a:gd name="connsiteY15" fmla="*/ 10510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441434 w 3731172"/>
                    <a:gd name="connsiteY14" fmla="*/ 10510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357351 w 3731172"/>
                    <a:gd name="connsiteY14" fmla="*/ 115613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147144 w 3731172"/>
                    <a:gd name="connsiteY14" fmla="*/ 63061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20413 h 1418896"/>
                    <a:gd name="connsiteX14" fmla="*/ 147144 w 3731172"/>
                    <a:gd name="connsiteY14" fmla="*/ 63061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20413 h 1418896"/>
                    <a:gd name="connsiteX14" fmla="*/ 189185 w 3731172"/>
                    <a:gd name="connsiteY14" fmla="*/ 84081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20413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56137 w 3731172"/>
                    <a:gd name="connsiteY13" fmla="*/ 441434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45626 w 3731172"/>
                    <a:gd name="connsiteY13" fmla="*/ 451945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903890 h 1418896"/>
                    <a:gd name="connsiteX13" fmla="*/ 1145626 w 3731172"/>
                    <a:gd name="connsiteY13" fmla="*/ 451945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06565 w 3710151"/>
                    <a:gd name="connsiteY5" fmla="*/ 441434 h 1418896"/>
                    <a:gd name="connsiteX6" fmla="*/ 2575034 w 3710151"/>
                    <a:gd name="connsiteY6" fmla="*/ 914400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06565 w 3710151"/>
                    <a:gd name="connsiteY5" fmla="*/ 441434 h 1418896"/>
                    <a:gd name="connsiteX6" fmla="*/ 2606565 w 3710151"/>
                    <a:gd name="connsiteY6" fmla="*/ 924910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06565 w 3710151"/>
                    <a:gd name="connsiteY5" fmla="*/ 441434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5151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38028 w 3710151"/>
                    <a:gd name="connsiteY2" fmla="*/ 591655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38028 w 3710151"/>
                    <a:gd name="connsiteY2" fmla="*/ 591655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087434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38028 w 3710151"/>
                    <a:gd name="connsiteY2" fmla="*/ 591655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098586 w 3710151"/>
                    <a:gd name="connsiteY12" fmla="*/ 903890 h 1418896"/>
                    <a:gd name="connsiteX13" fmla="*/ 1087434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62012 w 3725019"/>
                    <a:gd name="connsiteY0" fmla="*/ 73572 h 1418896"/>
                    <a:gd name="connsiteX1" fmla="*/ 445792 w 3725019"/>
                    <a:gd name="connsiteY1" fmla="*/ 0 h 1418896"/>
                    <a:gd name="connsiteX2" fmla="*/ 1852896 w 3725019"/>
                    <a:gd name="connsiteY2" fmla="*/ 591655 h 1418896"/>
                    <a:gd name="connsiteX3" fmla="*/ 3357157 w 3725019"/>
                    <a:gd name="connsiteY3" fmla="*/ 0 h 1418896"/>
                    <a:gd name="connsiteX4" fmla="*/ 3577874 w 3725019"/>
                    <a:gd name="connsiteY4" fmla="*/ 73572 h 1418896"/>
                    <a:gd name="connsiteX5" fmla="*/ 2632585 w 3725019"/>
                    <a:gd name="connsiteY5" fmla="*/ 448868 h 1418896"/>
                    <a:gd name="connsiteX6" fmla="*/ 2625150 w 3725019"/>
                    <a:gd name="connsiteY6" fmla="*/ 902607 h 1418896"/>
                    <a:gd name="connsiteX7" fmla="*/ 3725019 w 3725019"/>
                    <a:gd name="connsiteY7" fmla="*/ 1345324 h 1418896"/>
                    <a:gd name="connsiteX8" fmla="*/ 3441240 w 3725019"/>
                    <a:gd name="connsiteY8" fmla="*/ 1408386 h 1418896"/>
                    <a:gd name="connsiteX9" fmla="*/ 1864688 w 3725019"/>
                    <a:gd name="connsiteY9" fmla="*/ 746234 h 1418896"/>
                    <a:gd name="connsiteX10" fmla="*/ 256605 w 3725019"/>
                    <a:gd name="connsiteY10" fmla="*/ 1418896 h 1418896"/>
                    <a:gd name="connsiteX11" fmla="*/ 0 w 3725019"/>
                    <a:gd name="connsiteY11" fmla="*/ 1331097 h 1418896"/>
                    <a:gd name="connsiteX12" fmla="*/ 1113454 w 3725019"/>
                    <a:gd name="connsiteY12" fmla="*/ 903890 h 1418896"/>
                    <a:gd name="connsiteX13" fmla="*/ 1102302 w 3725019"/>
                    <a:gd name="connsiteY13" fmla="*/ 451945 h 1418896"/>
                    <a:gd name="connsiteX14" fmla="*/ 183032 w 3725019"/>
                    <a:gd name="connsiteY14" fmla="*/ 84081 h 1418896"/>
                    <a:gd name="connsiteX15" fmla="*/ 162012 w 3725019"/>
                    <a:gd name="connsiteY15" fmla="*/ 73572 h 141889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</a:cxnLst>
                  <a:rect l="l" t="t" r="r" b="b"/>
                  <a:pathLst>
                    <a:path w="3725019" h="1418896">
                      <a:moveTo>
                        <a:pt x="162012" y="73572"/>
                      </a:moveTo>
                      <a:lnTo>
                        <a:pt x="445792" y="0"/>
                      </a:lnTo>
                      <a:lnTo>
                        <a:pt x="1852896" y="591655"/>
                      </a:lnTo>
                      <a:lnTo>
                        <a:pt x="3357157" y="0"/>
                      </a:lnTo>
                      <a:lnTo>
                        <a:pt x="3577874" y="73572"/>
                      </a:lnTo>
                      <a:lnTo>
                        <a:pt x="2632585" y="448868"/>
                      </a:lnTo>
                      <a:lnTo>
                        <a:pt x="2625150" y="902607"/>
                      </a:lnTo>
                      <a:lnTo>
                        <a:pt x="3725019" y="1345324"/>
                      </a:lnTo>
                      <a:lnTo>
                        <a:pt x="3441240" y="1408386"/>
                      </a:lnTo>
                      <a:lnTo>
                        <a:pt x="1864688" y="746234"/>
                      </a:lnTo>
                      <a:lnTo>
                        <a:pt x="256605" y="1418896"/>
                      </a:lnTo>
                      <a:lnTo>
                        <a:pt x="0" y="1331097"/>
                      </a:lnTo>
                      <a:lnTo>
                        <a:pt x="1113454" y="903890"/>
                      </a:lnTo>
                      <a:cubicBezTo>
                        <a:pt x="1113454" y="760249"/>
                        <a:pt x="1102302" y="595586"/>
                        <a:pt x="1102302" y="451945"/>
                      </a:cubicBezTo>
                      <a:lnTo>
                        <a:pt x="183032" y="84081"/>
                      </a:lnTo>
                      <a:cubicBezTo>
                        <a:pt x="26317" y="21019"/>
                        <a:pt x="169019" y="77075"/>
                        <a:pt x="162012" y="73572"/>
                      </a:cubicBezTo>
                      <a:close/>
                    </a:path>
                  </a:pathLst>
                </a:custGeom>
                <a:solidFill>
                  <a:schemeClr val="accent1">
                    <a:lumMod val="60000"/>
                    <a:lumOff val="40000"/>
                  </a:schemeClr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p:grpSp>
        </p:grpSp>
        <p:grpSp>
          <p:nvGrpSpPr>
            <p:cNvPr id="340" name="Group 339">
              <a:extLst>
                <a:ext uri="{FF2B5EF4-FFF2-40B4-BE49-F238E27FC236}">
                  <a16:creationId xmlns:a16="http://schemas.microsoft.com/office/drawing/2014/main" id="{7D1E5FBB-CD41-884B-831B-682E5F6CE29F}"/>
                </a:ext>
              </a:extLst>
            </p:cNvPr>
            <p:cNvGrpSpPr/>
            <p:nvPr/>
          </p:nvGrpSpPr>
          <p:grpSpPr>
            <a:xfrm>
              <a:off x="4450588" y="5823254"/>
              <a:ext cx="496248" cy="260542"/>
              <a:chOff x="7493876" y="2774731"/>
              <a:chExt cx="1481958" cy="894622"/>
            </a:xfrm>
          </p:grpSpPr>
          <p:sp>
            <p:nvSpPr>
              <p:cNvPr id="341" name="Freeform 340">
                <a:extLst>
                  <a:ext uri="{FF2B5EF4-FFF2-40B4-BE49-F238E27FC236}">
                    <a16:creationId xmlns:a16="http://schemas.microsoft.com/office/drawing/2014/main" id="{F7ED3C1B-77D0-5A4C-B7A4-7B4162888DF8}"/>
                  </a:ext>
                </a:extLst>
              </p:cNvPr>
              <p:cNvSpPr/>
              <p:nvPr/>
            </p:nvSpPr>
            <p:spPr>
              <a:xfrm>
                <a:off x="7493876" y="3084399"/>
                <a:ext cx="1481958" cy="584954"/>
              </a:xfrm>
              <a:custGeom>
                <a:avLst/>
                <a:gdLst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88524 w 8187558"/>
                  <a:gd name="connsiteY5" fmla="*/ 1597573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88524 w 8187558"/>
                  <a:gd name="connsiteY5" fmla="*/ 1597573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76538 w 8176538"/>
                  <a:gd name="connsiteY0" fmla="*/ 0 h 2638097"/>
                  <a:gd name="connsiteX1" fmla="*/ 8176538 w 8176538"/>
                  <a:gd name="connsiteY1" fmla="*/ 1271752 h 2638097"/>
                  <a:gd name="connsiteX2" fmla="*/ 4088015 w 8176538"/>
                  <a:gd name="connsiteY2" fmla="*/ 2638097 h 2638097"/>
                  <a:gd name="connsiteX3" fmla="*/ 0 w 8176538"/>
                  <a:gd name="connsiteY3" fmla="*/ 1269888 h 2638097"/>
                  <a:gd name="connsiteX4" fmla="*/ 20511 w 8176538"/>
                  <a:gd name="connsiteY4" fmla="*/ 147145 h 2638097"/>
                  <a:gd name="connsiteX5" fmla="*/ 4088015 w 8176538"/>
                  <a:gd name="connsiteY5" fmla="*/ 1566042 h 2638097"/>
                  <a:gd name="connsiteX6" fmla="*/ 8176538 w 8176538"/>
                  <a:gd name="connsiteY6" fmla="*/ 0 h 2638097"/>
                  <a:gd name="connsiteX0" fmla="*/ 8176538 w 8176538"/>
                  <a:gd name="connsiteY0" fmla="*/ 0 h 2772020"/>
                  <a:gd name="connsiteX1" fmla="*/ 8176538 w 8176538"/>
                  <a:gd name="connsiteY1" fmla="*/ 1271752 h 2772020"/>
                  <a:gd name="connsiteX2" fmla="*/ 4099034 w 8176538"/>
                  <a:gd name="connsiteY2" fmla="*/ 2772020 h 2772020"/>
                  <a:gd name="connsiteX3" fmla="*/ 0 w 8176538"/>
                  <a:gd name="connsiteY3" fmla="*/ 1269888 h 2772020"/>
                  <a:gd name="connsiteX4" fmla="*/ 20511 w 8176538"/>
                  <a:gd name="connsiteY4" fmla="*/ 147145 h 2772020"/>
                  <a:gd name="connsiteX5" fmla="*/ 4088015 w 8176538"/>
                  <a:gd name="connsiteY5" fmla="*/ 1566042 h 2772020"/>
                  <a:gd name="connsiteX6" fmla="*/ 8176538 w 8176538"/>
                  <a:gd name="connsiteY6" fmla="*/ 0 h 2772020"/>
                  <a:gd name="connsiteX0" fmla="*/ 8176538 w 8176538"/>
                  <a:gd name="connsiteY0" fmla="*/ 0 h 2772339"/>
                  <a:gd name="connsiteX1" fmla="*/ 8176538 w 8176538"/>
                  <a:gd name="connsiteY1" fmla="*/ 1378890 h 2772339"/>
                  <a:gd name="connsiteX2" fmla="*/ 4099034 w 8176538"/>
                  <a:gd name="connsiteY2" fmla="*/ 2772020 h 2772339"/>
                  <a:gd name="connsiteX3" fmla="*/ 0 w 8176538"/>
                  <a:gd name="connsiteY3" fmla="*/ 1269888 h 2772339"/>
                  <a:gd name="connsiteX4" fmla="*/ 20511 w 8176538"/>
                  <a:gd name="connsiteY4" fmla="*/ 147145 h 2772339"/>
                  <a:gd name="connsiteX5" fmla="*/ 4088015 w 8176538"/>
                  <a:gd name="connsiteY5" fmla="*/ 1566042 h 2772339"/>
                  <a:gd name="connsiteX6" fmla="*/ 8176538 w 8176538"/>
                  <a:gd name="connsiteY6" fmla="*/ 0 h 2772339"/>
                  <a:gd name="connsiteX0" fmla="*/ 8176538 w 8176538"/>
                  <a:gd name="connsiteY0" fmla="*/ 0 h 2825888"/>
                  <a:gd name="connsiteX1" fmla="*/ 8176538 w 8176538"/>
                  <a:gd name="connsiteY1" fmla="*/ 1378890 h 2825888"/>
                  <a:gd name="connsiteX2" fmla="*/ 4099034 w 8176538"/>
                  <a:gd name="connsiteY2" fmla="*/ 2825590 h 2825888"/>
                  <a:gd name="connsiteX3" fmla="*/ 0 w 8176538"/>
                  <a:gd name="connsiteY3" fmla="*/ 1269888 h 2825888"/>
                  <a:gd name="connsiteX4" fmla="*/ 20511 w 8176538"/>
                  <a:gd name="connsiteY4" fmla="*/ 147145 h 2825888"/>
                  <a:gd name="connsiteX5" fmla="*/ 4088015 w 8176538"/>
                  <a:gd name="connsiteY5" fmla="*/ 1566042 h 2825888"/>
                  <a:gd name="connsiteX6" fmla="*/ 8176538 w 8176538"/>
                  <a:gd name="connsiteY6" fmla="*/ 0 h 2825888"/>
                  <a:gd name="connsiteX0" fmla="*/ 8165518 w 8165518"/>
                  <a:gd name="connsiteY0" fmla="*/ 0 h 2825606"/>
                  <a:gd name="connsiteX1" fmla="*/ 8165518 w 8165518"/>
                  <a:gd name="connsiteY1" fmla="*/ 1378890 h 2825606"/>
                  <a:gd name="connsiteX2" fmla="*/ 4088014 w 8165518"/>
                  <a:gd name="connsiteY2" fmla="*/ 2825590 h 2825606"/>
                  <a:gd name="connsiteX3" fmla="*/ 0 w 8165518"/>
                  <a:gd name="connsiteY3" fmla="*/ 1403811 h 2825606"/>
                  <a:gd name="connsiteX4" fmla="*/ 9491 w 8165518"/>
                  <a:gd name="connsiteY4" fmla="*/ 147145 h 2825606"/>
                  <a:gd name="connsiteX5" fmla="*/ 4076995 w 8165518"/>
                  <a:gd name="connsiteY5" fmla="*/ 1566042 h 2825606"/>
                  <a:gd name="connsiteX6" fmla="*/ 8165518 w 8165518"/>
                  <a:gd name="connsiteY6" fmla="*/ 0 h 2825606"/>
                  <a:gd name="connsiteX0" fmla="*/ 8165518 w 8165518"/>
                  <a:gd name="connsiteY0" fmla="*/ 0 h 2879174"/>
                  <a:gd name="connsiteX1" fmla="*/ 8165518 w 8165518"/>
                  <a:gd name="connsiteY1" fmla="*/ 1378890 h 2879174"/>
                  <a:gd name="connsiteX2" fmla="*/ 4132092 w 8165518"/>
                  <a:gd name="connsiteY2" fmla="*/ 2879159 h 2879174"/>
                  <a:gd name="connsiteX3" fmla="*/ 0 w 8165518"/>
                  <a:gd name="connsiteY3" fmla="*/ 1403811 h 2879174"/>
                  <a:gd name="connsiteX4" fmla="*/ 9491 w 8165518"/>
                  <a:gd name="connsiteY4" fmla="*/ 147145 h 2879174"/>
                  <a:gd name="connsiteX5" fmla="*/ 4076995 w 8165518"/>
                  <a:gd name="connsiteY5" fmla="*/ 1566042 h 2879174"/>
                  <a:gd name="connsiteX6" fmla="*/ 8165518 w 8165518"/>
                  <a:gd name="connsiteY6" fmla="*/ 0 h 2879174"/>
                  <a:gd name="connsiteX0" fmla="*/ 8165518 w 8176537"/>
                  <a:gd name="connsiteY0" fmla="*/ 0 h 2879410"/>
                  <a:gd name="connsiteX1" fmla="*/ 8176537 w 8176537"/>
                  <a:gd name="connsiteY1" fmla="*/ 1499420 h 2879410"/>
                  <a:gd name="connsiteX2" fmla="*/ 4132092 w 8176537"/>
                  <a:gd name="connsiteY2" fmla="*/ 2879159 h 2879410"/>
                  <a:gd name="connsiteX3" fmla="*/ 0 w 8176537"/>
                  <a:gd name="connsiteY3" fmla="*/ 1403811 h 2879410"/>
                  <a:gd name="connsiteX4" fmla="*/ 9491 w 8176537"/>
                  <a:gd name="connsiteY4" fmla="*/ 147145 h 2879410"/>
                  <a:gd name="connsiteX5" fmla="*/ 4076995 w 8176537"/>
                  <a:gd name="connsiteY5" fmla="*/ 1566042 h 2879410"/>
                  <a:gd name="connsiteX6" fmla="*/ 8165518 w 8176537"/>
                  <a:gd name="connsiteY6" fmla="*/ 0 h 2879410"/>
                  <a:gd name="connsiteX0" fmla="*/ 8165518 w 8176537"/>
                  <a:gd name="connsiteY0" fmla="*/ 0 h 2879262"/>
                  <a:gd name="connsiteX1" fmla="*/ 8176537 w 8176537"/>
                  <a:gd name="connsiteY1" fmla="*/ 1499420 h 2879262"/>
                  <a:gd name="connsiteX2" fmla="*/ 4132092 w 8176537"/>
                  <a:gd name="connsiteY2" fmla="*/ 2879159 h 2879262"/>
                  <a:gd name="connsiteX3" fmla="*/ 0 w 8176537"/>
                  <a:gd name="connsiteY3" fmla="*/ 1403811 h 2879262"/>
                  <a:gd name="connsiteX4" fmla="*/ 9491 w 8176537"/>
                  <a:gd name="connsiteY4" fmla="*/ 147145 h 2879262"/>
                  <a:gd name="connsiteX5" fmla="*/ 4076995 w 8176537"/>
                  <a:gd name="connsiteY5" fmla="*/ 1566042 h 2879262"/>
                  <a:gd name="connsiteX6" fmla="*/ 8165518 w 8176537"/>
                  <a:gd name="connsiteY6" fmla="*/ 0 h 2879262"/>
                  <a:gd name="connsiteX0" fmla="*/ 8165518 w 8176537"/>
                  <a:gd name="connsiteY0" fmla="*/ 0 h 2879163"/>
                  <a:gd name="connsiteX1" fmla="*/ 8176537 w 8176537"/>
                  <a:gd name="connsiteY1" fmla="*/ 1499420 h 2879163"/>
                  <a:gd name="connsiteX2" fmla="*/ 4132092 w 8176537"/>
                  <a:gd name="connsiteY2" fmla="*/ 2879159 h 2879163"/>
                  <a:gd name="connsiteX3" fmla="*/ 0 w 8176537"/>
                  <a:gd name="connsiteY3" fmla="*/ 1510948 h 2879163"/>
                  <a:gd name="connsiteX4" fmla="*/ 9491 w 8176537"/>
                  <a:gd name="connsiteY4" fmla="*/ 147145 h 2879163"/>
                  <a:gd name="connsiteX5" fmla="*/ 4076995 w 8176537"/>
                  <a:gd name="connsiteY5" fmla="*/ 1566042 h 2879163"/>
                  <a:gd name="connsiteX6" fmla="*/ 8165518 w 8176537"/>
                  <a:gd name="connsiteY6" fmla="*/ 0 h 2879163"/>
                  <a:gd name="connsiteX0" fmla="*/ 8165518 w 8198577"/>
                  <a:gd name="connsiteY0" fmla="*/ 0 h 2879451"/>
                  <a:gd name="connsiteX1" fmla="*/ 8198577 w 8198577"/>
                  <a:gd name="connsiteY1" fmla="*/ 1606558 h 2879451"/>
                  <a:gd name="connsiteX2" fmla="*/ 4132092 w 8198577"/>
                  <a:gd name="connsiteY2" fmla="*/ 2879159 h 2879451"/>
                  <a:gd name="connsiteX3" fmla="*/ 0 w 8198577"/>
                  <a:gd name="connsiteY3" fmla="*/ 1510948 h 2879451"/>
                  <a:gd name="connsiteX4" fmla="*/ 9491 w 8198577"/>
                  <a:gd name="connsiteY4" fmla="*/ 147145 h 2879451"/>
                  <a:gd name="connsiteX5" fmla="*/ 4076995 w 8198577"/>
                  <a:gd name="connsiteY5" fmla="*/ 1566042 h 2879451"/>
                  <a:gd name="connsiteX6" fmla="*/ 8165518 w 8198577"/>
                  <a:gd name="connsiteY6" fmla="*/ 0 h 2879451"/>
                  <a:gd name="connsiteX0" fmla="*/ 8165518 w 8165518"/>
                  <a:gd name="connsiteY0" fmla="*/ 0 h 2880066"/>
                  <a:gd name="connsiteX1" fmla="*/ 8165518 w 8165518"/>
                  <a:gd name="connsiteY1" fmla="*/ 1673520 h 2880066"/>
                  <a:gd name="connsiteX2" fmla="*/ 4132092 w 8165518"/>
                  <a:gd name="connsiteY2" fmla="*/ 2879159 h 2880066"/>
                  <a:gd name="connsiteX3" fmla="*/ 0 w 8165518"/>
                  <a:gd name="connsiteY3" fmla="*/ 1510948 h 2880066"/>
                  <a:gd name="connsiteX4" fmla="*/ 9491 w 8165518"/>
                  <a:gd name="connsiteY4" fmla="*/ 147145 h 2880066"/>
                  <a:gd name="connsiteX5" fmla="*/ 4076995 w 8165518"/>
                  <a:gd name="connsiteY5" fmla="*/ 1566042 h 2880066"/>
                  <a:gd name="connsiteX6" fmla="*/ 8165518 w 8165518"/>
                  <a:gd name="connsiteY6" fmla="*/ 0 h 2880066"/>
                  <a:gd name="connsiteX0" fmla="*/ 8156794 w 8156794"/>
                  <a:gd name="connsiteY0" fmla="*/ 0 h 2879270"/>
                  <a:gd name="connsiteX1" fmla="*/ 8156794 w 8156794"/>
                  <a:gd name="connsiteY1" fmla="*/ 1673520 h 2879270"/>
                  <a:gd name="connsiteX2" fmla="*/ 4123368 w 8156794"/>
                  <a:gd name="connsiteY2" fmla="*/ 2879159 h 2879270"/>
                  <a:gd name="connsiteX3" fmla="*/ 2295 w 8156794"/>
                  <a:gd name="connsiteY3" fmla="*/ 1618086 h 2879270"/>
                  <a:gd name="connsiteX4" fmla="*/ 767 w 8156794"/>
                  <a:gd name="connsiteY4" fmla="*/ 147145 h 2879270"/>
                  <a:gd name="connsiteX5" fmla="*/ 4068271 w 8156794"/>
                  <a:gd name="connsiteY5" fmla="*/ 1566042 h 2879270"/>
                  <a:gd name="connsiteX6" fmla="*/ 8156794 w 8156794"/>
                  <a:gd name="connsiteY6" fmla="*/ 0 h 2879270"/>
                  <a:gd name="connsiteX0" fmla="*/ 8156794 w 8156794"/>
                  <a:gd name="connsiteY0" fmla="*/ 0 h 2973000"/>
                  <a:gd name="connsiteX1" fmla="*/ 8156794 w 8156794"/>
                  <a:gd name="connsiteY1" fmla="*/ 1673520 h 2973000"/>
                  <a:gd name="connsiteX2" fmla="*/ 4134388 w 8156794"/>
                  <a:gd name="connsiteY2" fmla="*/ 2972904 h 2973000"/>
                  <a:gd name="connsiteX3" fmla="*/ 2295 w 8156794"/>
                  <a:gd name="connsiteY3" fmla="*/ 1618086 h 2973000"/>
                  <a:gd name="connsiteX4" fmla="*/ 767 w 8156794"/>
                  <a:gd name="connsiteY4" fmla="*/ 147145 h 2973000"/>
                  <a:gd name="connsiteX5" fmla="*/ 4068271 w 8156794"/>
                  <a:gd name="connsiteY5" fmla="*/ 1566042 h 2973000"/>
                  <a:gd name="connsiteX6" fmla="*/ 8156794 w 8156794"/>
                  <a:gd name="connsiteY6" fmla="*/ 0 h 2973000"/>
                  <a:gd name="connsiteX0" fmla="*/ 8156794 w 8156794"/>
                  <a:gd name="connsiteY0" fmla="*/ 0 h 2973000"/>
                  <a:gd name="connsiteX1" fmla="*/ 8156794 w 8156794"/>
                  <a:gd name="connsiteY1" fmla="*/ 1673520 h 2973000"/>
                  <a:gd name="connsiteX2" fmla="*/ 4134388 w 8156794"/>
                  <a:gd name="connsiteY2" fmla="*/ 2972904 h 2973000"/>
                  <a:gd name="connsiteX3" fmla="*/ 2295 w 8156794"/>
                  <a:gd name="connsiteY3" fmla="*/ 1618086 h 2973000"/>
                  <a:gd name="connsiteX4" fmla="*/ 767 w 8156794"/>
                  <a:gd name="connsiteY4" fmla="*/ 147145 h 2973000"/>
                  <a:gd name="connsiteX5" fmla="*/ 4068271 w 8156794"/>
                  <a:gd name="connsiteY5" fmla="*/ 1566042 h 2973000"/>
                  <a:gd name="connsiteX6" fmla="*/ 8156794 w 8156794"/>
                  <a:gd name="connsiteY6" fmla="*/ 0 h 2973000"/>
                  <a:gd name="connsiteX0" fmla="*/ 8156794 w 8156794"/>
                  <a:gd name="connsiteY0" fmla="*/ 0 h 2973000"/>
                  <a:gd name="connsiteX1" fmla="*/ 8156794 w 8156794"/>
                  <a:gd name="connsiteY1" fmla="*/ 1673520 h 2973000"/>
                  <a:gd name="connsiteX2" fmla="*/ 4134388 w 8156794"/>
                  <a:gd name="connsiteY2" fmla="*/ 2972904 h 2973000"/>
                  <a:gd name="connsiteX3" fmla="*/ 2295 w 8156794"/>
                  <a:gd name="connsiteY3" fmla="*/ 1618086 h 2973000"/>
                  <a:gd name="connsiteX4" fmla="*/ 767 w 8156794"/>
                  <a:gd name="connsiteY4" fmla="*/ 147145 h 2973000"/>
                  <a:gd name="connsiteX5" fmla="*/ 4068271 w 8156794"/>
                  <a:gd name="connsiteY5" fmla="*/ 1566042 h 2973000"/>
                  <a:gd name="connsiteX6" fmla="*/ 8156794 w 8156794"/>
                  <a:gd name="connsiteY6" fmla="*/ 0 h 2973000"/>
                  <a:gd name="connsiteX0" fmla="*/ 8156794 w 8156794"/>
                  <a:gd name="connsiteY0" fmla="*/ 0 h 2973020"/>
                  <a:gd name="connsiteX1" fmla="*/ 8156794 w 8156794"/>
                  <a:gd name="connsiteY1" fmla="*/ 1673520 h 2973020"/>
                  <a:gd name="connsiteX2" fmla="*/ 4134388 w 8156794"/>
                  <a:gd name="connsiteY2" fmla="*/ 2972904 h 2973020"/>
                  <a:gd name="connsiteX3" fmla="*/ 2295 w 8156794"/>
                  <a:gd name="connsiteY3" fmla="*/ 1618086 h 2973020"/>
                  <a:gd name="connsiteX4" fmla="*/ 767 w 8156794"/>
                  <a:gd name="connsiteY4" fmla="*/ 147145 h 2973020"/>
                  <a:gd name="connsiteX5" fmla="*/ 4068271 w 8156794"/>
                  <a:gd name="connsiteY5" fmla="*/ 1566042 h 2973020"/>
                  <a:gd name="connsiteX6" fmla="*/ 8156794 w 8156794"/>
                  <a:gd name="connsiteY6" fmla="*/ 0 h 2973020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141"/>
                  <a:gd name="connsiteX1" fmla="*/ 8156794 w 8156794"/>
                  <a:gd name="connsiteY1" fmla="*/ 1673520 h 2973141"/>
                  <a:gd name="connsiteX2" fmla="*/ 4134388 w 8156794"/>
                  <a:gd name="connsiteY2" fmla="*/ 2972904 h 2973141"/>
                  <a:gd name="connsiteX3" fmla="*/ 2295 w 8156794"/>
                  <a:gd name="connsiteY3" fmla="*/ 1618086 h 2973141"/>
                  <a:gd name="connsiteX4" fmla="*/ 767 w 8156794"/>
                  <a:gd name="connsiteY4" fmla="*/ 147145 h 2973141"/>
                  <a:gd name="connsiteX5" fmla="*/ 4068271 w 8156794"/>
                  <a:gd name="connsiteY5" fmla="*/ 1566042 h 2973141"/>
                  <a:gd name="connsiteX6" fmla="*/ 8156794 w 8156794"/>
                  <a:gd name="connsiteY6" fmla="*/ 0 h 2973141"/>
                  <a:gd name="connsiteX0" fmla="*/ 8156794 w 8156794"/>
                  <a:gd name="connsiteY0" fmla="*/ 0 h 3066827"/>
                  <a:gd name="connsiteX1" fmla="*/ 8156794 w 8156794"/>
                  <a:gd name="connsiteY1" fmla="*/ 1673520 h 3066827"/>
                  <a:gd name="connsiteX2" fmla="*/ 4123353 w 8156794"/>
                  <a:gd name="connsiteY2" fmla="*/ 3066650 h 3066827"/>
                  <a:gd name="connsiteX3" fmla="*/ 2295 w 8156794"/>
                  <a:gd name="connsiteY3" fmla="*/ 1618086 h 3066827"/>
                  <a:gd name="connsiteX4" fmla="*/ 767 w 8156794"/>
                  <a:gd name="connsiteY4" fmla="*/ 147145 h 3066827"/>
                  <a:gd name="connsiteX5" fmla="*/ 4068271 w 8156794"/>
                  <a:gd name="connsiteY5" fmla="*/ 1566042 h 3066827"/>
                  <a:gd name="connsiteX6" fmla="*/ 8156794 w 8156794"/>
                  <a:gd name="connsiteY6" fmla="*/ 0 h 3066827"/>
                  <a:gd name="connsiteX0" fmla="*/ 8123689 w 8156794"/>
                  <a:gd name="connsiteY0" fmla="*/ 0 h 2999866"/>
                  <a:gd name="connsiteX1" fmla="*/ 8156794 w 8156794"/>
                  <a:gd name="connsiteY1" fmla="*/ 1606559 h 2999866"/>
                  <a:gd name="connsiteX2" fmla="*/ 4123353 w 8156794"/>
                  <a:gd name="connsiteY2" fmla="*/ 2999689 h 2999866"/>
                  <a:gd name="connsiteX3" fmla="*/ 2295 w 8156794"/>
                  <a:gd name="connsiteY3" fmla="*/ 1551125 h 2999866"/>
                  <a:gd name="connsiteX4" fmla="*/ 767 w 8156794"/>
                  <a:gd name="connsiteY4" fmla="*/ 80184 h 2999866"/>
                  <a:gd name="connsiteX5" fmla="*/ 4068271 w 8156794"/>
                  <a:gd name="connsiteY5" fmla="*/ 1499081 h 2999866"/>
                  <a:gd name="connsiteX6" fmla="*/ 8123689 w 8156794"/>
                  <a:gd name="connsiteY6" fmla="*/ 0 h 2999866"/>
                  <a:gd name="connsiteX0" fmla="*/ 8167828 w 8167828"/>
                  <a:gd name="connsiteY0" fmla="*/ 0 h 3026651"/>
                  <a:gd name="connsiteX1" fmla="*/ 8156794 w 8167828"/>
                  <a:gd name="connsiteY1" fmla="*/ 1633344 h 3026651"/>
                  <a:gd name="connsiteX2" fmla="*/ 4123353 w 8167828"/>
                  <a:gd name="connsiteY2" fmla="*/ 3026474 h 3026651"/>
                  <a:gd name="connsiteX3" fmla="*/ 2295 w 8167828"/>
                  <a:gd name="connsiteY3" fmla="*/ 1577910 h 3026651"/>
                  <a:gd name="connsiteX4" fmla="*/ 767 w 8167828"/>
                  <a:gd name="connsiteY4" fmla="*/ 106969 h 3026651"/>
                  <a:gd name="connsiteX5" fmla="*/ 4068271 w 8167828"/>
                  <a:gd name="connsiteY5" fmla="*/ 1525866 h 3026651"/>
                  <a:gd name="connsiteX6" fmla="*/ 8167828 w 8167828"/>
                  <a:gd name="connsiteY6" fmla="*/ 0 h 3026651"/>
                  <a:gd name="connsiteX0" fmla="*/ 8167828 w 8167828"/>
                  <a:gd name="connsiteY0" fmla="*/ 0 h 3027228"/>
                  <a:gd name="connsiteX1" fmla="*/ 8145760 w 8167828"/>
                  <a:gd name="connsiteY1" fmla="*/ 1686913 h 3027228"/>
                  <a:gd name="connsiteX2" fmla="*/ 4123353 w 8167828"/>
                  <a:gd name="connsiteY2" fmla="*/ 3026474 h 3027228"/>
                  <a:gd name="connsiteX3" fmla="*/ 2295 w 8167828"/>
                  <a:gd name="connsiteY3" fmla="*/ 1577910 h 3027228"/>
                  <a:gd name="connsiteX4" fmla="*/ 767 w 8167828"/>
                  <a:gd name="connsiteY4" fmla="*/ 106969 h 3027228"/>
                  <a:gd name="connsiteX5" fmla="*/ 4068271 w 8167828"/>
                  <a:gd name="connsiteY5" fmla="*/ 1525866 h 3027228"/>
                  <a:gd name="connsiteX6" fmla="*/ 8167828 w 8167828"/>
                  <a:gd name="connsiteY6" fmla="*/ 0 h 3027228"/>
                  <a:gd name="connsiteX0" fmla="*/ 8156794 w 8156794"/>
                  <a:gd name="connsiteY0" fmla="*/ 0 h 2933483"/>
                  <a:gd name="connsiteX1" fmla="*/ 8145760 w 8156794"/>
                  <a:gd name="connsiteY1" fmla="*/ 1593168 h 2933483"/>
                  <a:gd name="connsiteX2" fmla="*/ 4123353 w 8156794"/>
                  <a:gd name="connsiteY2" fmla="*/ 2932729 h 2933483"/>
                  <a:gd name="connsiteX3" fmla="*/ 2295 w 8156794"/>
                  <a:gd name="connsiteY3" fmla="*/ 1484165 h 2933483"/>
                  <a:gd name="connsiteX4" fmla="*/ 767 w 8156794"/>
                  <a:gd name="connsiteY4" fmla="*/ 13224 h 2933483"/>
                  <a:gd name="connsiteX5" fmla="*/ 4068271 w 8156794"/>
                  <a:gd name="connsiteY5" fmla="*/ 1432121 h 2933483"/>
                  <a:gd name="connsiteX6" fmla="*/ 8156794 w 8156794"/>
                  <a:gd name="connsiteY6" fmla="*/ 0 h 2933483"/>
                  <a:gd name="connsiteX0" fmla="*/ 8156794 w 8156794"/>
                  <a:gd name="connsiteY0" fmla="*/ 0 h 2933483"/>
                  <a:gd name="connsiteX1" fmla="*/ 8145760 w 8156794"/>
                  <a:gd name="connsiteY1" fmla="*/ 1593168 h 2933483"/>
                  <a:gd name="connsiteX2" fmla="*/ 4123353 w 8156794"/>
                  <a:gd name="connsiteY2" fmla="*/ 2932729 h 2933483"/>
                  <a:gd name="connsiteX3" fmla="*/ 2295 w 8156794"/>
                  <a:gd name="connsiteY3" fmla="*/ 1484165 h 2933483"/>
                  <a:gd name="connsiteX4" fmla="*/ 767 w 8156794"/>
                  <a:gd name="connsiteY4" fmla="*/ 13224 h 2933483"/>
                  <a:gd name="connsiteX5" fmla="*/ 4068271 w 8156794"/>
                  <a:gd name="connsiteY5" fmla="*/ 1432121 h 2933483"/>
                  <a:gd name="connsiteX6" fmla="*/ 8156794 w 8156794"/>
                  <a:gd name="connsiteY6" fmla="*/ 0 h 2933483"/>
                  <a:gd name="connsiteX0" fmla="*/ 8123689 w 8145760"/>
                  <a:gd name="connsiteY0" fmla="*/ 13560 h 2920259"/>
                  <a:gd name="connsiteX1" fmla="*/ 8145760 w 8145760"/>
                  <a:gd name="connsiteY1" fmla="*/ 1579944 h 2920259"/>
                  <a:gd name="connsiteX2" fmla="*/ 4123353 w 8145760"/>
                  <a:gd name="connsiteY2" fmla="*/ 2919505 h 2920259"/>
                  <a:gd name="connsiteX3" fmla="*/ 2295 w 8145760"/>
                  <a:gd name="connsiteY3" fmla="*/ 1470941 h 2920259"/>
                  <a:gd name="connsiteX4" fmla="*/ 767 w 8145760"/>
                  <a:gd name="connsiteY4" fmla="*/ 0 h 2920259"/>
                  <a:gd name="connsiteX5" fmla="*/ 4068271 w 8145760"/>
                  <a:gd name="connsiteY5" fmla="*/ 1418897 h 2920259"/>
                  <a:gd name="connsiteX6" fmla="*/ 8123689 w 8145760"/>
                  <a:gd name="connsiteY6" fmla="*/ 13560 h 2920259"/>
                  <a:gd name="connsiteX0" fmla="*/ 8178863 w 8178863"/>
                  <a:gd name="connsiteY0" fmla="*/ 26952 h 2920259"/>
                  <a:gd name="connsiteX1" fmla="*/ 8145760 w 8178863"/>
                  <a:gd name="connsiteY1" fmla="*/ 1579944 h 2920259"/>
                  <a:gd name="connsiteX2" fmla="*/ 4123353 w 8178863"/>
                  <a:gd name="connsiteY2" fmla="*/ 2919505 h 2920259"/>
                  <a:gd name="connsiteX3" fmla="*/ 2295 w 8178863"/>
                  <a:gd name="connsiteY3" fmla="*/ 1470941 h 2920259"/>
                  <a:gd name="connsiteX4" fmla="*/ 767 w 8178863"/>
                  <a:gd name="connsiteY4" fmla="*/ 0 h 2920259"/>
                  <a:gd name="connsiteX5" fmla="*/ 4068271 w 8178863"/>
                  <a:gd name="connsiteY5" fmla="*/ 1418897 h 2920259"/>
                  <a:gd name="connsiteX6" fmla="*/ 8178863 w 8178863"/>
                  <a:gd name="connsiteY6" fmla="*/ 26952 h 2920259"/>
                  <a:gd name="connsiteX0" fmla="*/ 8167827 w 8167827"/>
                  <a:gd name="connsiteY0" fmla="*/ 40343 h 2920259"/>
                  <a:gd name="connsiteX1" fmla="*/ 8145760 w 8167827"/>
                  <a:gd name="connsiteY1" fmla="*/ 1579944 h 2920259"/>
                  <a:gd name="connsiteX2" fmla="*/ 4123353 w 8167827"/>
                  <a:gd name="connsiteY2" fmla="*/ 2919505 h 2920259"/>
                  <a:gd name="connsiteX3" fmla="*/ 2295 w 8167827"/>
                  <a:gd name="connsiteY3" fmla="*/ 1470941 h 2920259"/>
                  <a:gd name="connsiteX4" fmla="*/ 767 w 8167827"/>
                  <a:gd name="connsiteY4" fmla="*/ 0 h 2920259"/>
                  <a:gd name="connsiteX5" fmla="*/ 4068271 w 8167827"/>
                  <a:gd name="connsiteY5" fmla="*/ 1418897 h 2920259"/>
                  <a:gd name="connsiteX6" fmla="*/ 8167827 w 8167827"/>
                  <a:gd name="connsiteY6" fmla="*/ 40343 h 2920259"/>
                  <a:gd name="connsiteX0" fmla="*/ 8123687 w 8145760"/>
                  <a:gd name="connsiteY0" fmla="*/ 53735 h 2920259"/>
                  <a:gd name="connsiteX1" fmla="*/ 8145760 w 8145760"/>
                  <a:gd name="connsiteY1" fmla="*/ 1579944 h 2920259"/>
                  <a:gd name="connsiteX2" fmla="*/ 4123353 w 8145760"/>
                  <a:gd name="connsiteY2" fmla="*/ 2919505 h 2920259"/>
                  <a:gd name="connsiteX3" fmla="*/ 2295 w 8145760"/>
                  <a:gd name="connsiteY3" fmla="*/ 1470941 h 2920259"/>
                  <a:gd name="connsiteX4" fmla="*/ 767 w 8145760"/>
                  <a:gd name="connsiteY4" fmla="*/ 0 h 2920259"/>
                  <a:gd name="connsiteX5" fmla="*/ 4068271 w 8145760"/>
                  <a:gd name="connsiteY5" fmla="*/ 1418897 h 2920259"/>
                  <a:gd name="connsiteX6" fmla="*/ 8123687 w 8145760"/>
                  <a:gd name="connsiteY6" fmla="*/ 53735 h 2920259"/>
                  <a:gd name="connsiteX0" fmla="*/ 8161918 w 8161918"/>
                  <a:gd name="connsiteY0" fmla="*/ 0 h 2943855"/>
                  <a:gd name="connsiteX1" fmla="*/ 8145760 w 8161918"/>
                  <a:gd name="connsiteY1" fmla="*/ 1603540 h 2943855"/>
                  <a:gd name="connsiteX2" fmla="*/ 4123353 w 8161918"/>
                  <a:gd name="connsiteY2" fmla="*/ 2943101 h 2943855"/>
                  <a:gd name="connsiteX3" fmla="*/ 2295 w 8161918"/>
                  <a:gd name="connsiteY3" fmla="*/ 1494537 h 2943855"/>
                  <a:gd name="connsiteX4" fmla="*/ 767 w 8161918"/>
                  <a:gd name="connsiteY4" fmla="*/ 23596 h 2943855"/>
                  <a:gd name="connsiteX5" fmla="*/ 4068271 w 8161918"/>
                  <a:gd name="connsiteY5" fmla="*/ 1442493 h 2943855"/>
                  <a:gd name="connsiteX6" fmla="*/ 8161918 w 8161918"/>
                  <a:gd name="connsiteY6" fmla="*/ 0 h 2943855"/>
                  <a:gd name="connsiteX0" fmla="*/ 8144926 w 8145760"/>
                  <a:gd name="connsiteY0" fmla="*/ 43424 h 2920259"/>
                  <a:gd name="connsiteX1" fmla="*/ 8145760 w 8145760"/>
                  <a:gd name="connsiteY1" fmla="*/ 1579944 h 2920259"/>
                  <a:gd name="connsiteX2" fmla="*/ 4123353 w 8145760"/>
                  <a:gd name="connsiteY2" fmla="*/ 2919505 h 2920259"/>
                  <a:gd name="connsiteX3" fmla="*/ 2295 w 8145760"/>
                  <a:gd name="connsiteY3" fmla="*/ 1470941 h 2920259"/>
                  <a:gd name="connsiteX4" fmla="*/ 767 w 8145760"/>
                  <a:gd name="connsiteY4" fmla="*/ 0 h 2920259"/>
                  <a:gd name="connsiteX5" fmla="*/ 4068271 w 8145760"/>
                  <a:gd name="connsiteY5" fmla="*/ 1418897 h 2920259"/>
                  <a:gd name="connsiteX6" fmla="*/ 8144926 w 8145760"/>
                  <a:gd name="connsiteY6" fmla="*/ 43424 h 2920259"/>
                  <a:gd name="connsiteX0" fmla="*/ 8161918 w 8161918"/>
                  <a:gd name="connsiteY0" fmla="*/ 0 h 2959321"/>
                  <a:gd name="connsiteX1" fmla="*/ 8145760 w 8161918"/>
                  <a:gd name="connsiteY1" fmla="*/ 1619006 h 2959321"/>
                  <a:gd name="connsiteX2" fmla="*/ 4123353 w 8161918"/>
                  <a:gd name="connsiteY2" fmla="*/ 2958567 h 2959321"/>
                  <a:gd name="connsiteX3" fmla="*/ 2295 w 8161918"/>
                  <a:gd name="connsiteY3" fmla="*/ 1510003 h 2959321"/>
                  <a:gd name="connsiteX4" fmla="*/ 767 w 8161918"/>
                  <a:gd name="connsiteY4" fmla="*/ 39062 h 2959321"/>
                  <a:gd name="connsiteX5" fmla="*/ 4068271 w 8161918"/>
                  <a:gd name="connsiteY5" fmla="*/ 1457959 h 2959321"/>
                  <a:gd name="connsiteX6" fmla="*/ 8161918 w 8161918"/>
                  <a:gd name="connsiteY6" fmla="*/ 0 h 2959321"/>
                  <a:gd name="connsiteX0" fmla="*/ 8161918 w 8162752"/>
                  <a:gd name="connsiteY0" fmla="*/ 0 h 2959488"/>
                  <a:gd name="connsiteX1" fmla="*/ 8162752 w 8162752"/>
                  <a:gd name="connsiteY1" fmla="*/ 1629317 h 2959488"/>
                  <a:gd name="connsiteX2" fmla="*/ 4123353 w 8162752"/>
                  <a:gd name="connsiteY2" fmla="*/ 2958567 h 2959488"/>
                  <a:gd name="connsiteX3" fmla="*/ 2295 w 8162752"/>
                  <a:gd name="connsiteY3" fmla="*/ 1510003 h 2959488"/>
                  <a:gd name="connsiteX4" fmla="*/ 767 w 8162752"/>
                  <a:gd name="connsiteY4" fmla="*/ 39062 h 2959488"/>
                  <a:gd name="connsiteX5" fmla="*/ 4068271 w 8162752"/>
                  <a:gd name="connsiteY5" fmla="*/ 1457959 h 2959488"/>
                  <a:gd name="connsiteX6" fmla="*/ 8161918 w 8162752"/>
                  <a:gd name="connsiteY6" fmla="*/ 0 h 2959488"/>
                  <a:gd name="connsiteX0" fmla="*/ 8165930 w 8166764"/>
                  <a:gd name="connsiteY0" fmla="*/ 7337 h 2966825"/>
                  <a:gd name="connsiteX1" fmla="*/ 8166764 w 8166764"/>
                  <a:gd name="connsiteY1" fmla="*/ 1636654 h 2966825"/>
                  <a:gd name="connsiteX2" fmla="*/ 4127365 w 8166764"/>
                  <a:gd name="connsiteY2" fmla="*/ 2965904 h 2966825"/>
                  <a:gd name="connsiteX3" fmla="*/ 6307 w 8166764"/>
                  <a:gd name="connsiteY3" fmla="*/ 1517340 h 2966825"/>
                  <a:gd name="connsiteX4" fmla="*/ 532 w 8166764"/>
                  <a:gd name="connsiteY4" fmla="*/ 0 h 2966825"/>
                  <a:gd name="connsiteX5" fmla="*/ 4072283 w 8166764"/>
                  <a:gd name="connsiteY5" fmla="*/ 1465296 h 2966825"/>
                  <a:gd name="connsiteX6" fmla="*/ 8165930 w 8166764"/>
                  <a:gd name="connsiteY6" fmla="*/ 7337 h 2966825"/>
                  <a:gd name="connsiteX0" fmla="*/ 8168119 w 8168953"/>
                  <a:gd name="connsiteY0" fmla="*/ 7337 h 2966682"/>
                  <a:gd name="connsiteX1" fmla="*/ 8168953 w 8168953"/>
                  <a:gd name="connsiteY1" fmla="*/ 1636654 h 2966682"/>
                  <a:gd name="connsiteX2" fmla="*/ 4129554 w 8168953"/>
                  <a:gd name="connsiteY2" fmla="*/ 2965904 h 2966682"/>
                  <a:gd name="connsiteX3" fmla="*/ 0 w 8168953"/>
                  <a:gd name="connsiteY3" fmla="*/ 1527651 h 2966682"/>
                  <a:gd name="connsiteX4" fmla="*/ 2721 w 8168953"/>
                  <a:gd name="connsiteY4" fmla="*/ 0 h 2966682"/>
                  <a:gd name="connsiteX5" fmla="*/ 4074472 w 8168953"/>
                  <a:gd name="connsiteY5" fmla="*/ 1465296 h 2966682"/>
                  <a:gd name="connsiteX6" fmla="*/ 8168119 w 8168953"/>
                  <a:gd name="connsiteY6" fmla="*/ 7337 h 2966682"/>
                  <a:gd name="connsiteX0" fmla="*/ 8168119 w 8168953"/>
                  <a:gd name="connsiteY0" fmla="*/ 7337 h 3100377"/>
                  <a:gd name="connsiteX1" fmla="*/ 8168953 w 8168953"/>
                  <a:gd name="connsiteY1" fmla="*/ 1636654 h 3100377"/>
                  <a:gd name="connsiteX2" fmla="*/ 4118520 w 8168953"/>
                  <a:gd name="connsiteY2" fmla="*/ 3099826 h 3100377"/>
                  <a:gd name="connsiteX3" fmla="*/ 0 w 8168953"/>
                  <a:gd name="connsiteY3" fmla="*/ 1527651 h 3100377"/>
                  <a:gd name="connsiteX4" fmla="*/ 2721 w 8168953"/>
                  <a:gd name="connsiteY4" fmla="*/ 0 h 3100377"/>
                  <a:gd name="connsiteX5" fmla="*/ 4074472 w 8168953"/>
                  <a:gd name="connsiteY5" fmla="*/ 1465296 h 3100377"/>
                  <a:gd name="connsiteX6" fmla="*/ 8168119 w 8168953"/>
                  <a:gd name="connsiteY6" fmla="*/ 7337 h 3100377"/>
                  <a:gd name="connsiteX0" fmla="*/ 8168119 w 8168953"/>
                  <a:gd name="connsiteY0" fmla="*/ 7337 h 3100429"/>
                  <a:gd name="connsiteX1" fmla="*/ 8168953 w 8168953"/>
                  <a:gd name="connsiteY1" fmla="*/ 1636654 h 3100429"/>
                  <a:gd name="connsiteX2" fmla="*/ 4118520 w 8168953"/>
                  <a:gd name="connsiteY2" fmla="*/ 3099826 h 3100429"/>
                  <a:gd name="connsiteX3" fmla="*/ 0 w 8168953"/>
                  <a:gd name="connsiteY3" fmla="*/ 1527651 h 3100429"/>
                  <a:gd name="connsiteX4" fmla="*/ 2721 w 8168953"/>
                  <a:gd name="connsiteY4" fmla="*/ 0 h 3100429"/>
                  <a:gd name="connsiteX5" fmla="*/ 4074472 w 8168953"/>
                  <a:gd name="connsiteY5" fmla="*/ 1465296 h 3100429"/>
                  <a:gd name="connsiteX6" fmla="*/ 8168119 w 8168953"/>
                  <a:gd name="connsiteY6" fmla="*/ 7337 h 3100429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72202 w 8166683"/>
                  <a:gd name="connsiteY5" fmla="*/ 1465296 h 3099826"/>
                  <a:gd name="connsiteX6" fmla="*/ 8165849 w 8166683"/>
                  <a:gd name="connsiteY6" fmla="*/ 7337 h 3099826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72202 w 8166683"/>
                  <a:gd name="connsiteY5" fmla="*/ 1465296 h 3099826"/>
                  <a:gd name="connsiteX6" fmla="*/ 8165849 w 8166683"/>
                  <a:gd name="connsiteY6" fmla="*/ 7337 h 3099826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61168 w 8166683"/>
                  <a:gd name="connsiteY5" fmla="*/ 1438511 h 3099826"/>
                  <a:gd name="connsiteX6" fmla="*/ 8165849 w 8166683"/>
                  <a:gd name="connsiteY6" fmla="*/ 7337 h 3099826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61168 w 8166683"/>
                  <a:gd name="connsiteY5" fmla="*/ 1438511 h 3099826"/>
                  <a:gd name="connsiteX6" fmla="*/ 8165849 w 8166683"/>
                  <a:gd name="connsiteY6" fmla="*/ 7337 h 309982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8166683" h="3099826">
                    <a:moveTo>
                      <a:pt x="8165849" y="7337"/>
                    </a:moveTo>
                    <a:lnTo>
                      <a:pt x="8166683" y="1636654"/>
                    </a:lnTo>
                    <a:cubicBezTo>
                      <a:pt x="7917761" y="2728489"/>
                      <a:pt x="5475903" y="3100137"/>
                      <a:pt x="4116250" y="3099826"/>
                    </a:cubicBezTo>
                    <a:cubicBezTo>
                      <a:pt x="2756597" y="3099515"/>
                      <a:pt x="245424" y="2744647"/>
                      <a:pt x="8764" y="1634789"/>
                    </a:cubicBezTo>
                    <a:cubicBezTo>
                      <a:pt x="11928" y="1215900"/>
                      <a:pt x="-2713" y="418889"/>
                      <a:pt x="451" y="0"/>
                    </a:cubicBezTo>
                    <a:cubicBezTo>
                      <a:pt x="385485" y="953840"/>
                      <a:pt x="2700268" y="1437288"/>
                      <a:pt x="4061168" y="1438511"/>
                    </a:cubicBezTo>
                    <a:cubicBezTo>
                      <a:pt x="5422068" y="1439734"/>
                      <a:pt x="7793228" y="1089449"/>
                      <a:pt x="8165849" y="7337"/>
                    </a:cubicBezTo>
                    <a:close/>
                  </a:path>
                </a:pathLst>
              </a:custGeom>
              <a:gradFill>
                <a:gsLst>
                  <a:gs pos="0">
                    <a:srgbClr val="B8C2C9"/>
                  </a:gs>
                  <a:gs pos="21000">
                    <a:schemeClr val="bg1"/>
                  </a:gs>
                  <a:gs pos="60000">
                    <a:srgbClr val="D6DCE0"/>
                  </a:gs>
                  <a:gs pos="100000">
                    <a:srgbClr val="B8C2C9"/>
                  </a:gs>
                </a:gsLst>
                <a:lin ang="0" scaled="0"/>
              </a:gradFill>
              <a:ln w="63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                   </a:t>
                </a:r>
              </a:p>
            </p:txBody>
          </p:sp>
          <p:sp>
            <p:nvSpPr>
              <p:cNvPr id="342" name="Oval 341">
                <a:extLst>
                  <a:ext uri="{FF2B5EF4-FFF2-40B4-BE49-F238E27FC236}">
                    <a16:creationId xmlns:a16="http://schemas.microsoft.com/office/drawing/2014/main" id="{C6C36B06-A393-AA49-97E2-CA983E530D42}"/>
                  </a:ext>
                </a:extLst>
              </p:cNvPr>
              <p:cNvSpPr/>
              <p:nvPr/>
            </p:nvSpPr>
            <p:spPr>
              <a:xfrm>
                <a:off x="7494729" y="2774731"/>
                <a:ext cx="1480163" cy="579140"/>
              </a:xfrm>
              <a:prstGeom prst="ellipse">
                <a:avLst/>
              </a:prstGeom>
              <a:solidFill>
                <a:srgbClr val="B8C2C9"/>
              </a:solidFill>
              <a:ln w="63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              </a:t>
                </a:r>
              </a:p>
            </p:txBody>
          </p:sp>
          <p:grpSp>
            <p:nvGrpSpPr>
              <p:cNvPr id="343" name="Group 342">
                <a:extLst>
                  <a:ext uri="{FF2B5EF4-FFF2-40B4-BE49-F238E27FC236}">
                    <a16:creationId xmlns:a16="http://schemas.microsoft.com/office/drawing/2014/main" id="{55B6028F-C8FE-5347-9982-246E1F0DEC3F}"/>
                  </a:ext>
                </a:extLst>
              </p:cNvPr>
              <p:cNvGrpSpPr/>
              <p:nvPr/>
            </p:nvGrpSpPr>
            <p:grpSpPr>
              <a:xfrm>
                <a:off x="7713663" y="2848339"/>
                <a:ext cx="1042107" cy="425543"/>
                <a:chOff x="7786941" y="2884917"/>
                <a:chExt cx="897649" cy="353919"/>
              </a:xfrm>
            </p:grpSpPr>
            <p:sp>
              <p:nvSpPr>
                <p:cNvPr id="344" name="Freeform 343">
                  <a:extLst>
                    <a:ext uri="{FF2B5EF4-FFF2-40B4-BE49-F238E27FC236}">
                      <a16:creationId xmlns:a16="http://schemas.microsoft.com/office/drawing/2014/main" id="{D9135A62-DBD4-4E48-B166-943E0258FD8C}"/>
                    </a:ext>
                  </a:extLst>
                </p:cNvPr>
                <p:cNvSpPr/>
                <p:nvPr/>
              </p:nvSpPr>
              <p:spPr>
                <a:xfrm>
                  <a:off x="7811770" y="2884917"/>
                  <a:ext cx="849158" cy="198115"/>
                </a:xfrm>
                <a:custGeom>
                  <a:avLst/>
                  <a:gdLst>
                    <a:gd name="connsiteX0" fmla="*/ 3725333 w 4588933"/>
                    <a:gd name="connsiteY0" fmla="*/ 0 h 1049866"/>
                    <a:gd name="connsiteX1" fmla="*/ 4588933 w 4588933"/>
                    <a:gd name="connsiteY1" fmla="*/ 270933 h 1049866"/>
                    <a:gd name="connsiteX2" fmla="*/ 3962400 w 4588933"/>
                    <a:gd name="connsiteY2" fmla="*/ 541866 h 1049866"/>
                    <a:gd name="connsiteX3" fmla="*/ 3742267 w 4588933"/>
                    <a:gd name="connsiteY3" fmla="*/ 457200 h 1049866"/>
                    <a:gd name="connsiteX4" fmla="*/ 2269067 w 4588933"/>
                    <a:gd name="connsiteY4" fmla="*/ 1049866 h 1049866"/>
                    <a:gd name="connsiteX5" fmla="*/ 880533 w 4588933"/>
                    <a:gd name="connsiteY5" fmla="*/ 457200 h 1049866"/>
                    <a:gd name="connsiteX6" fmla="*/ 592667 w 4588933"/>
                    <a:gd name="connsiteY6" fmla="*/ 541866 h 1049866"/>
                    <a:gd name="connsiteX7" fmla="*/ 0 w 4588933"/>
                    <a:gd name="connsiteY7" fmla="*/ 254000 h 1049866"/>
                    <a:gd name="connsiteX8" fmla="*/ 880533 w 4588933"/>
                    <a:gd name="connsiteY8" fmla="*/ 16933 h 1049866"/>
                    <a:gd name="connsiteX9" fmla="*/ 2302933 w 4588933"/>
                    <a:gd name="connsiteY9" fmla="*/ 626533 h 1049866"/>
                    <a:gd name="connsiteX10" fmla="*/ 3725333 w 4588933"/>
                    <a:gd name="connsiteY10" fmla="*/ 0 h 1049866"/>
                    <a:gd name="connsiteX0" fmla="*/ 3725333 w 4641485"/>
                    <a:gd name="connsiteY0" fmla="*/ 0 h 1049866"/>
                    <a:gd name="connsiteX1" fmla="*/ 4641485 w 4641485"/>
                    <a:gd name="connsiteY1" fmla="*/ 239402 h 1049866"/>
                    <a:gd name="connsiteX2" fmla="*/ 3962400 w 4641485"/>
                    <a:gd name="connsiteY2" fmla="*/ 541866 h 1049866"/>
                    <a:gd name="connsiteX3" fmla="*/ 3742267 w 4641485"/>
                    <a:gd name="connsiteY3" fmla="*/ 457200 h 1049866"/>
                    <a:gd name="connsiteX4" fmla="*/ 2269067 w 4641485"/>
                    <a:gd name="connsiteY4" fmla="*/ 1049866 h 1049866"/>
                    <a:gd name="connsiteX5" fmla="*/ 880533 w 4641485"/>
                    <a:gd name="connsiteY5" fmla="*/ 457200 h 1049866"/>
                    <a:gd name="connsiteX6" fmla="*/ 592667 w 4641485"/>
                    <a:gd name="connsiteY6" fmla="*/ 541866 h 1049866"/>
                    <a:gd name="connsiteX7" fmla="*/ 0 w 4641485"/>
                    <a:gd name="connsiteY7" fmla="*/ 254000 h 1049866"/>
                    <a:gd name="connsiteX8" fmla="*/ 880533 w 4641485"/>
                    <a:gd name="connsiteY8" fmla="*/ 16933 h 1049866"/>
                    <a:gd name="connsiteX9" fmla="*/ 2302933 w 4641485"/>
                    <a:gd name="connsiteY9" fmla="*/ 626533 h 1049866"/>
                    <a:gd name="connsiteX10" fmla="*/ 3725333 w 4641485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73798 w 4673016"/>
                    <a:gd name="connsiteY3" fmla="*/ 457200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34464 w 4673016"/>
                    <a:gd name="connsiteY9" fmla="*/ 62653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84308 w 4673016"/>
                    <a:gd name="connsiteY3" fmla="*/ 404648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34464 w 4673016"/>
                    <a:gd name="connsiteY9" fmla="*/ 62653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94818 w 4673016"/>
                    <a:gd name="connsiteY3" fmla="*/ 436179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34464 w 4673016"/>
                    <a:gd name="connsiteY9" fmla="*/ 62653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94818 w 4673016"/>
                    <a:gd name="connsiteY3" fmla="*/ 436179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23954 w 4673016"/>
                    <a:gd name="connsiteY9" fmla="*/ 61602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94818 w 4673016"/>
                    <a:gd name="connsiteY3" fmla="*/ 436179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75021 h 1049866"/>
                    <a:gd name="connsiteX8" fmla="*/ 912064 w 4673016"/>
                    <a:gd name="connsiteY8" fmla="*/ 16933 h 1049866"/>
                    <a:gd name="connsiteX9" fmla="*/ 2323954 w 4673016"/>
                    <a:gd name="connsiteY9" fmla="*/ 61602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815839 w 4673016"/>
                    <a:gd name="connsiteY3" fmla="*/ 467710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75021 h 1049866"/>
                    <a:gd name="connsiteX8" fmla="*/ 912064 w 4673016"/>
                    <a:gd name="connsiteY8" fmla="*/ 16933 h 1049866"/>
                    <a:gd name="connsiteX9" fmla="*/ 2323954 w 4673016"/>
                    <a:gd name="connsiteY9" fmla="*/ 616023 h 1049866"/>
                    <a:gd name="connsiteX10" fmla="*/ 3756864 w 4673016"/>
                    <a:gd name="connsiteY10" fmla="*/ 0 h 104986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</a:cxnLst>
                  <a:rect l="l" t="t" r="r" b="b"/>
                  <a:pathLst>
                    <a:path w="4673016" h="1049866">
                      <a:moveTo>
                        <a:pt x="3756864" y="0"/>
                      </a:moveTo>
                      <a:lnTo>
                        <a:pt x="4673016" y="239402"/>
                      </a:lnTo>
                      <a:lnTo>
                        <a:pt x="3993931" y="541866"/>
                      </a:lnTo>
                      <a:lnTo>
                        <a:pt x="3815839" y="467710"/>
                      </a:lnTo>
                      <a:lnTo>
                        <a:pt x="2300598" y="1049866"/>
                      </a:lnTo>
                      <a:lnTo>
                        <a:pt x="912064" y="457200"/>
                      </a:lnTo>
                      <a:lnTo>
                        <a:pt x="624198" y="541866"/>
                      </a:lnTo>
                      <a:lnTo>
                        <a:pt x="0" y="275021"/>
                      </a:lnTo>
                      <a:lnTo>
                        <a:pt x="912064" y="16933"/>
                      </a:lnTo>
                      <a:lnTo>
                        <a:pt x="2323954" y="616023"/>
                      </a:lnTo>
                      <a:lnTo>
                        <a:pt x="3756864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345" name="Freeform 344">
                  <a:extLst>
                    <a:ext uri="{FF2B5EF4-FFF2-40B4-BE49-F238E27FC236}">
                      <a16:creationId xmlns:a16="http://schemas.microsoft.com/office/drawing/2014/main" id="{A6CD8C01-7ACD-9047-AF09-4509FAD01EDA}"/>
                    </a:ext>
                  </a:extLst>
                </p:cNvPr>
                <p:cNvSpPr/>
                <p:nvPr/>
              </p:nvSpPr>
              <p:spPr>
                <a:xfrm>
                  <a:off x="8367548" y="3054383"/>
                  <a:ext cx="317042" cy="170569"/>
                </a:xfrm>
                <a:custGeom>
                  <a:avLst/>
                  <a:gdLst>
                    <a:gd name="connsiteX0" fmla="*/ 21021 w 1744718"/>
                    <a:gd name="connsiteY0" fmla="*/ 0 h 903890"/>
                    <a:gd name="connsiteX1" fmla="*/ 1744718 w 1744718"/>
                    <a:gd name="connsiteY1" fmla="*/ 693683 h 903890"/>
                    <a:gd name="connsiteX2" fmla="*/ 1145628 w 1744718"/>
                    <a:gd name="connsiteY2" fmla="*/ 903890 h 903890"/>
                    <a:gd name="connsiteX3" fmla="*/ 0 w 1744718"/>
                    <a:gd name="connsiteY3" fmla="*/ 451945 h 903890"/>
                    <a:gd name="connsiteX4" fmla="*/ 21021 w 1744718"/>
                    <a:gd name="connsiteY4" fmla="*/ 0 h 90389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744718" h="903890">
                      <a:moveTo>
                        <a:pt x="21021" y="0"/>
                      </a:moveTo>
                      <a:lnTo>
                        <a:pt x="1744718" y="693683"/>
                      </a:lnTo>
                      <a:lnTo>
                        <a:pt x="1145628" y="903890"/>
                      </a:lnTo>
                      <a:lnTo>
                        <a:pt x="0" y="451945"/>
                      </a:lnTo>
                      <a:lnTo>
                        <a:pt x="21021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346" name="Freeform 345">
                  <a:extLst>
                    <a:ext uri="{FF2B5EF4-FFF2-40B4-BE49-F238E27FC236}">
                      <a16:creationId xmlns:a16="http://schemas.microsoft.com/office/drawing/2014/main" id="{9834EEC0-E73C-C84D-B165-574B3980957C}"/>
                    </a:ext>
                  </a:extLst>
                </p:cNvPr>
                <p:cNvSpPr/>
                <p:nvPr/>
              </p:nvSpPr>
              <p:spPr>
                <a:xfrm>
                  <a:off x="7786941" y="3054383"/>
                  <a:ext cx="311312" cy="168585"/>
                </a:xfrm>
                <a:custGeom>
                  <a:avLst/>
                  <a:gdLst>
                    <a:gd name="connsiteX0" fmla="*/ 1702676 w 1713187"/>
                    <a:gd name="connsiteY0" fmla="*/ 0 h 893380"/>
                    <a:gd name="connsiteX1" fmla="*/ 1713187 w 1713187"/>
                    <a:gd name="connsiteY1" fmla="*/ 472966 h 893380"/>
                    <a:gd name="connsiteX2" fmla="*/ 578069 w 1713187"/>
                    <a:gd name="connsiteY2" fmla="*/ 893380 h 893380"/>
                    <a:gd name="connsiteX3" fmla="*/ 0 w 1713187"/>
                    <a:gd name="connsiteY3" fmla="*/ 693683 h 893380"/>
                    <a:gd name="connsiteX4" fmla="*/ 1702676 w 1713187"/>
                    <a:gd name="connsiteY4" fmla="*/ 0 h 89338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713187" h="893380">
                      <a:moveTo>
                        <a:pt x="1702676" y="0"/>
                      </a:moveTo>
                      <a:lnTo>
                        <a:pt x="1713187" y="472966"/>
                      </a:lnTo>
                      <a:lnTo>
                        <a:pt x="578069" y="893380"/>
                      </a:lnTo>
                      <a:lnTo>
                        <a:pt x="0" y="693683"/>
                      </a:lnTo>
                      <a:lnTo>
                        <a:pt x="1702676" y="0"/>
                      </a:lnTo>
                      <a:close/>
                    </a:path>
                  </a:pathLst>
                </a:custGeom>
                <a:solidFill>
                  <a:srgbClr val="0000A8"/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347" name="Freeform 346">
                  <a:extLst>
                    <a:ext uri="{FF2B5EF4-FFF2-40B4-BE49-F238E27FC236}">
                      <a16:creationId xmlns:a16="http://schemas.microsoft.com/office/drawing/2014/main" id="{2D12A304-34D8-9442-9CED-FBB7F0B8D265}"/>
                    </a:ext>
                  </a:extLst>
                </p:cNvPr>
                <p:cNvSpPr/>
                <p:nvPr/>
              </p:nvSpPr>
              <p:spPr>
                <a:xfrm>
                  <a:off x="7895013" y="2971083"/>
                  <a:ext cx="676892" cy="267753"/>
                </a:xfrm>
                <a:custGeom>
                  <a:avLst/>
                  <a:gdLst>
                    <a:gd name="connsiteX0" fmla="*/ 599089 w 4162096"/>
                    <a:gd name="connsiteY0" fmla="*/ 273269 h 1618593"/>
                    <a:gd name="connsiteX1" fmla="*/ 882869 w 4162096"/>
                    <a:gd name="connsiteY1" fmla="*/ 199697 h 1618593"/>
                    <a:gd name="connsiteX2" fmla="*/ 2312276 w 4162096"/>
                    <a:gd name="connsiteY2" fmla="*/ 798786 h 1618593"/>
                    <a:gd name="connsiteX3" fmla="*/ 3794234 w 4162096"/>
                    <a:gd name="connsiteY3" fmla="*/ 199697 h 1618593"/>
                    <a:gd name="connsiteX4" fmla="*/ 4014951 w 4162096"/>
                    <a:gd name="connsiteY4" fmla="*/ 273269 h 1618593"/>
                    <a:gd name="connsiteX5" fmla="*/ 3058510 w 4162096"/>
                    <a:gd name="connsiteY5" fmla="*/ 641131 h 1618593"/>
                    <a:gd name="connsiteX6" fmla="*/ 3026979 w 4162096"/>
                    <a:gd name="connsiteY6" fmla="*/ 1114097 h 1618593"/>
                    <a:gd name="connsiteX7" fmla="*/ 4162096 w 4162096"/>
                    <a:gd name="connsiteY7" fmla="*/ 1545021 h 1618593"/>
                    <a:gd name="connsiteX8" fmla="*/ 3878317 w 4162096"/>
                    <a:gd name="connsiteY8" fmla="*/ 1608083 h 1618593"/>
                    <a:gd name="connsiteX9" fmla="*/ 2301765 w 4162096"/>
                    <a:gd name="connsiteY9" fmla="*/ 945931 h 1618593"/>
                    <a:gd name="connsiteX10" fmla="*/ 693682 w 4162096"/>
                    <a:gd name="connsiteY10" fmla="*/ 1618593 h 1618593"/>
                    <a:gd name="connsiteX11" fmla="*/ 430924 w 4162096"/>
                    <a:gd name="connsiteY11" fmla="*/ 1524000 h 1618593"/>
                    <a:gd name="connsiteX12" fmla="*/ 1576551 w 4162096"/>
                    <a:gd name="connsiteY12" fmla="*/ 1082566 h 1618593"/>
                    <a:gd name="connsiteX13" fmla="*/ 1545020 w 4162096"/>
                    <a:gd name="connsiteY13" fmla="*/ 609600 h 1618593"/>
                    <a:gd name="connsiteX14" fmla="*/ 0 w 4162096"/>
                    <a:gd name="connsiteY14" fmla="*/ 0 h 1618593"/>
                    <a:gd name="connsiteX15" fmla="*/ 872358 w 4162096"/>
                    <a:gd name="connsiteY15" fmla="*/ 210207 h 1618593"/>
                    <a:gd name="connsiteX16" fmla="*/ 872358 w 4162096"/>
                    <a:gd name="connsiteY16" fmla="*/ 210207 h 1618593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441434 w 3731172"/>
                    <a:gd name="connsiteY14" fmla="*/ 10510 h 1418896"/>
                    <a:gd name="connsiteX15" fmla="*/ 441434 w 3731172"/>
                    <a:gd name="connsiteY15" fmla="*/ 10510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441434 w 3731172"/>
                    <a:gd name="connsiteY14" fmla="*/ 10510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357351 w 3731172"/>
                    <a:gd name="connsiteY14" fmla="*/ 115613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147144 w 3731172"/>
                    <a:gd name="connsiteY14" fmla="*/ 63061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20413 h 1418896"/>
                    <a:gd name="connsiteX14" fmla="*/ 147144 w 3731172"/>
                    <a:gd name="connsiteY14" fmla="*/ 63061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20413 h 1418896"/>
                    <a:gd name="connsiteX14" fmla="*/ 189185 w 3731172"/>
                    <a:gd name="connsiteY14" fmla="*/ 84081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20413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56137 w 3731172"/>
                    <a:gd name="connsiteY13" fmla="*/ 441434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45626 w 3731172"/>
                    <a:gd name="connsiteY13" fmla="*/ 451945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903890 h 1418896"/>
                    <a:gd name="connsiteX13" fmla="*/ 1145626 w 3731172"/>
                    <a:gd name="connsiteY13" fmla="*/ 451945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06565 w 3710151"/>
                    <a:gd name="connsiteY5" fmla="*/ 441434 h 1418896"/>
                    <a:gd name="connsiteX6" fmla="*/ 2575034 w 3710151"/>
                    <a:gd name="connsiteY6" fmla="*/ 914400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06565 w 3710151"/>
                    <a:gd name="connsiteY5" fmla="*/ 441434 h 1418896"/>
                    <a:gd name="connsiteX6" fmla="*/ 2606565 w 3710151"/>
                    <a:gd name="connsiteY6" fmla="*/ 924910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06565 w 3710151"/>
                    <a:gd name="connsiteY5" fmla="*/ 441434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5151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38028 w 3710151"/>
                    <a:gd name="connsiteY2" fmla="*/ 591655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38028 w 3710151"/>
                    <a:gd name="connsiteY2" fmla="*/ 591655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087434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38028 w 3710151"/>
                    <a:gd name="connsiteY2" fmla="*/ 591655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098586 w 3710151"/>
                    <a:gd name="connsiteY12" fmla="*/ 903890 h 1418896"/>
                    <a:gd name="connsiteX13" fmla="*/ 1087434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62012 w 3725019"/>
                    <a:gd name="connsiteY0" fmla="*/ 73572 h 1418896"/>
                    <a:gd name="connsiteX1" fmla="*/ 445792 w 3725019"/>
                    <a:gd name="connsiteY1" fmla="*/ 0 h 1418896"/>
                    <a:gd name="connsiteX2" fmla="*/ 1852896 w 3725019"/>
                    <a:gd name="connsiteY2" fmla="*/ 591655 h 1418896"/>
                    <a:gd name="connsiteX3" fmla="*/ 3357157 w 3725019"/>
                    <a:gd name="connsiteY3" fmla="*/ 0 h 1418896"/>
                    <a:gd name="connsiteX4" fmla="*/ 3577874 w 3725019"/>
                    <a:gd name="connsiteY4" fmla="*/ 73572 h 1418896"/>
                    <a:gd name="connsiteX5" fmla="*/ 2632585 w 3725019"/>
                    <a:gd name="connsiteY5" fmla="*/ 448868 h 1418896"/>
                    <a:gd name="connsiteX6" fmla="*/ 2625150 w 3725019"/>
                    <a:gd name="connsiteY6" fmla="*/ 902607 h 1418896"/>
                    <a:gd name="connsiteX7" fmla="*/ 3725019 w 3725019"/>
                    <a:gd name="connsiteY7" fmla="*/ 1345324 h 1418896"/>
                    <a:gd name="connsiteX8" fmla="*/ 3441240 w 3725019"/>
                    <a:gd name="connsiteY8" fmla="*/ 1408386 h 1418896"/>
                    <a:gd name="connsiteX9" fmla="*/ 1864688 w 3725019"/>
                    <a:gd name="connsiteY9" fmla="*/ 746234 h 1418896"/>
                    <a:gd name="connsiteX10" fmla="*/ 256605 w 3725019"/>
                    <a:gd name="connsiteY10" fmla="*/ 1418896 h 1418896"/>
                    <a:gd name="connsiteX11" fmla="*/ 0 w 3725019"/>
                    <a:gd name="connsiteY11" fmla="*/ 1331097 h 1418896"/>
                    <a:gd name="connsiteX12" fmla="*/ 1113454 w 3725019"/>
                    <a:gd name="connsiteY12" fmla="*/ 903890 h 1418896"/>
                    <a:gd name="connsiteX13" fmla="*/ 1102302 w 3725019"/>
                    <a:gd name="connsiteY13" fmla="*/ 451945 h 1418896"/>
                    <a:gd name="connsiteX14" fmla="*/ 183032 w 3725019"/>
                    <a:gd name="connsiteY14" fmla="*/ 84081 h 1418896"/>
                    <a:gd name="connsiteX15" fmla="*/ 162012 w 3725019"/>
                    <a:gd name="connsiteY15" fmla="*/ 73572 h 141889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</a:cxnLst>
                  <a:rect l="l" t="t" r="r" b="b"/>
                  <a:pathLst>
                    <a:path w="3725019" h="1418896">
                      <a:moveTo>
                        <a:pt x="162012" y="73572"/>
                      </a:moveTo>
                      <a:lnTo>
                        <a:pt x="445792" y="0"/>
                      </a:lnTo>
                      <a:lnTo>
                        <a:pt x="1852896" y="591655"/>
                      </a:lnTo>
                      <a:lnTo>
                        <a:pt x="3357157" y="0"/>
                      </a:lnTo>
                      <a:lnTo>
                        <a:pt x="3577874" y="73572"/>
                      </a:lnTo>
                      <a:lnTo>
                        <a:pt x="2632585" y="448868"/>
                      </a:lnTo>
                      <a:lnTo>
                        <a:pt x="2625150" y="902607"/>
                      </a:lnTo>
                      <a:lnTo>
                        <a:pt x="3725019" y="1345324"/>
                      </a:lnTo>
                      <a:lnTo>
                        <a:pt x="3441240" y="1408386"/>
                      </a:lnTo>
                      <a:lnTo>
                        <a:pt x="1864688" y="746234"/>
                      </a:lnTo>
                      <a:lnTo>
                        <a:pt x="256605" y="1418896"/>
                      </a:lnTo>
                      <a:lnTo>
                        <a:pt x="0" y="1331097"/>
                      </a:lnTo>
                      <a:lnTo>
                        <a:pt x="1113454" y="903890"/>
                      </a:lnTo>
                      <a:cubicBezTo>
                        <a:pt x="1113454" y="760249"/>
                        <a:pt x="1102302" y="595586"/>
                        <a:pt x="1102302" y="451945"/>
                      </a:cubicBezTo>
                      <a:lnTo>
                        <a:pt x="183032" y="84081"/>
                      </a:lnTo>
                      <a:cubicBezTo>
                        <a:pt x="26317" y="21019"/>
                        <a:pt x="169019" y="77075"/>
                        <a:pt x="162012" y="73572"/>
                      </a:cubicBezTo>
                      <a:close/>
                    </a:path>
                  </a:pathLst>
                </a:custGeom>
                <a:solidFill>
                  <a:schemeClr val="accent1">
                    <a:lumMod val="60000"/>
                    <a:lumOff val="40000"/>
                  </a:schemeClr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p:grpSp>
        </p:grpSp>
        <p:grpSp>
          <p:nvGrpSpPr>
            <p:cNvPr id="348" name="Group 347">
              <a:extLst>
                <a:ext uri="{FF2B5EF4-FFF2-40B4-BE49-F238E27FC236}">
                  <a16:creationId xmlns:a16="http://schemas.microsoft.com/office/drawing/2014/main" id="{B39672A6-77C4-5F43-BD22-8EBBBB1DACC3}"/>
                </a:ext>
              </a:extLst>
            </p:cNvPr>
            <p:cNvGrpSpPr/>
            <p:nvPr/>
          </p:nvGrpSpPr>
          <p:grpSpPr>
            <a:xfrm>
              <a:off x="4094463" y="5164346"/>
              <a:ext cx="496248" cy="260542"/>
              <a:chOff x="7493876" y="2774731"/>
              <a:chExt cx="1481958" cy="894622"/>
            </a:xfrm>
          </p:grpSpPr>
          <p:sp>
            <p:nvSpPr>
              <p:cNvPr id="349" name="Freeform 348">
                <a:extLst>
                  <a:ext uri="{FF2B5EF4-FFF2-40B4-BE49-F238E27FC236}">
                    <a16:creationId xmlns:a16="http://schemas.microsoft.com/office/drawing/2014/main" id="{6A952387-953F-784E-B4C8-2ED10819E946}"/>
                  </a:ext>
                </a:extLst>
              </p:cNvPr>
              <p:cNvSpPr/>
              <p:nvPr/>
            </p:nvSpPr>
            <p:spPr>
              <a:xfrm>
                <a:off x="7493876" y="3084399"/>
                <a:ext cx="1481958" cy="584954"/>
              </a:xfrm>
              <a:custGeom>
                <a:avLst/>
                <a:gdLst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88524 w 8187558"/>
                  <a:gd name="connsiteY5" fmla="*/ 1597573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88524 w 8187558"/>
                  <a:gd name="connsiteY5" fmla="*/ 1597573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76538 w 8176538"/>
                  <a:gd name="connsiteY0" fmla="*/ 0 h 2638097"/>
                  <a:gd name="connsiteX1" fmla="*/ 8176538 w 8176538"/>
                  <a:gd name="connsiteY1" fmla="*/ 1271752 h 2638097"/>
                  <a:gd name="connsiteX2" fmla="*/ 4088015 w 8176538"/>
                  <a:gd name="connsiteY2" fmla="*/ 2638097 h 2638097"/>
                  <a:gd name="connsiteX3" fmla="*/ 0 w 8176538"/>
                  <a:gd name="connsiteY3" fmla="*/ 1269888 h 2638097"/>
                  <a:gd name="connsiteX4" fmla="*/ 20511 w 8176538"/>
                  <a:gd name="connsiteY4" fmla="*/ 147145 h 2638097"/>
                  <a:gd name="connsiteX5" fmla="*/ 4088015 w 8176538"/>
                  <a:gd name="connsiteY5" fmla="*/ 1566042 h 2638097"/>
                  <a:gd name="connsiteX6" fmla="*/ 8176538 w 8176538"/>
                  <a:gd name="connsiteY6" fmla="*/ 0 h 2638097"/>
                  <a:gd name="connsiteX0" fmla="*/ 8176538 w 8176538"/>
                  <a:gd name="connsiteY0" fmla="*/ 0 h 2772020"/>
                  <a:gd name="connsiteX1" fmla="*/ 8176538 w 8176538"/>
                  <a:gd name="connsiteY1" fmla="*/ 1271752 h 2772020"/>
                  <a:gd name="connsiteX2" fmla="*/ 4099034 w 8176538"/>
                  <a:gd name="connsiteY2" fmla="*/ 2772020 h 2772020"/>
                  <a:gd name="connsiteX3" fmla="*/ 0 w 8176538"/>
                  <a:gd name="connsiteY3" fmla="*/ 1269888 h 2772020"/>
                  <a:gd name="connsiteX4" fmla="*/ 20511 w 8176538"/>
                  <a:gd name="connsiteY4" fmla="*/ 147145 h 2772020"/>
                  <a:gd name="connsiteX5" fmla="*/ 4088015 w 8176538"/>
                  <a:gd name="connsiteY5" fmla="*/ 1566042 h 2772020"/>
                  <a:gd name="connsiteX6" fmla="*/ 8176538 w 8176538"/>
                  <a:gd name="connsiteY6" fmla="*/ 0 h 2772020"/>
                  <a:gd name="connsiteX0" fmla="*/ 8176538 w 8176538"/>
                  <a:gd name="connsiteY0" fmla="*/ 0 h 2772339"/>
                  <a:gd name="connsiteX1" fmla="*/ 8176538 w 8176538"/>
                  <a:gd name="connsiteY1" fmla="*/ 1378890 h 2772339"/>
                  <a:gd name="connsiteX2" fmla="*/ 4099034 w 8176538"/>
                  <a:gd name="connsiteY2" fmla="*/ 2772020 h 2772339"/>
                  <a:gd name="connsiteX3" fmla="*/ 0 w 8176538"/>
                  <a:gd name="connsiteY3" fmla="*/ 1269888 h 2772339"/>
                  <a:gd name="connsiteX4" fmla="*/ 20511 w 8176538"/>
                  <a:gd name="connsiteY4" fmla="*/ 147145 h 2772339"/>
                  <a:gd name="connsiteX5" fmla="*/ 4088015 w 8176538"/>
                  <a:gd name="connsiteY5" fmla="*/ 1566042 h 2772339"/>
                  <a:gd name="connsiteX6" fmla="*/ 8176538 w 8176538"/>
                  <a:gd name="connsiteY6" fmla="*/ 0 h 2772339"/>
                  <a:gd name="connsiteX0" fmla="*/ 8176538 w 8176538"/>
                  <a:gd name="connsiteY0" fmla="*/ 0 h 2825888"/>
                  <a:gd name="connsiteX1" fmla="*/ 8176538 w 8176538"/>
                  <a:gd name="connsiteY1" fmla="*/ 1378890 h 2825888"/>
                  <a:gd name="connsiteX2" fmla="*/ 4099034 w 8176538"/>
                  <a:gd name="connsiteY2" fmla="*/ 2825590 h 2825888"/>
                  <a:gd name="connsiteX3" fmla="*/ 0 w 8176538"/>
                  <a:gd name="connsiteY3" fmla="*/ 1269888 h 2825888"/>
                  <a:gd name="connsiteX4" fmla="*/ 20511 w 8176538"/>
                  <a:gd name="connsiteY4" fmla="*/ 147145 h 2825888"/>
                  <a:gd name="connsiteX5" fmla="*/ 4088015 w 8176538"/>
                  <a:gd name="connsiteY5" fmla="*/ 1566042 h 2825888"/>
                  <a:gd name="connsiteX6" fmla="*/ 8176538 w 8176538"/>
                  <a:gd name="connsiteY6" fmla="*/ 0 h 2825888"/>
                  <a:gd name="connsiteX0" fmla="*/ 8165518 w 8165518"/>
                  <a:gd name="connsiteY0" fmla="*/ 0 h 2825606"/>
                  <a:gd name="connsiteX1" fmla="*/ 8165518 w 8165518"/>
                  <a:gd name="connsiteY1" fmla="*/ 1378890 h 2825606"/>
                  <a:gd name="connsiteX2" fmla="*/ 4088014 w 8165518"/>
                  <a:gd name="connsiteY2" fmla="*/ 2825590 h 2825606"/>
                  <a:gd name="connsiteX3" fmla="*/ 0 w 8165518"/>
                  <a:gd name="connsiteY3" fmla="*/ 1403811 h 2825606"/>
                  <a:gd name="connsiteX4" fmla="*/ 9491 w 8165518"/>
                  <a:gd name="connsiteY4" fmla="*/ 147145 h 2825606"/>
                  <a:gd name="connsiteX5" fmla="*/ 4076995 w 8165518"/>
                  <a:gd name="connsiteY5" fmla="*/ 1566042 h 2825606"/>
                  <a:gd name="connsiteX6" fmla="*/ 8165518 w 8165518"/>
                  <a:gd name="connsiteY6" fmla="*/ 0 h 2825606"/>
                  <a:gd name="connsiteX0" fmla="*/ 8165518 w 8165518"/>
                  <a:gd name="connsiteY0" fmla="*/ 0 h 2879174"/>
                  <a:gd name="connsiteX1" fmla="*/ 8165518 w 8165518"/>
                  <a:gd name="connsiteY1" fmla="*/ 1378890 h 2879174"/>
                  <a:gd name="connsiteX2" fmla="*/ 4132092 w 8165518"/>
                  <a:gd name="connsiteY2" fmla="*/ 2879159 h 2879174"/>
                  <a:gd name="connsiteX3" fmla="*/ 0 w 8165518"/>
                  <a:gd name="connsiteY3" fmla="*/ 1403811 h 2879174"/>
                  <a:gd name="connsiteX4" fmla="*/ 9491 w 8165518"/>
                  <a:gd name="connsiteY4" fmla="*/ 147145 h 2879174"/>
                  <a:gd name="connsiteX5" fmla="*/ 4076995 w 8165518"/>
                  <a:gd name="connsiteY5" fmla="*/ 1566042 h 2879174"/>
                  <a:gd name="connsiteX6" fmla="*/ 8165518 w 8165518"/>
                  <a:gd name="connsiteY6" fmla="*/ 0 h 2879174"/>
                  <a:gd name="connsiteX0" fmla="*/ 8165518 w 8176537"/>
                  <a:gd name="connsiteY0" fmla="*/ 0 h 2879410"/>
                  <a:gd name="connsiteX1" fmla="*/ 8176537 w 8176537"/>
                  <a:gd name="connsiteY1" fmla="*/ 1499420 h 2879410"/>
                  <a:gd name="connsiteX2" fmla="*/ 4132092 w 8176537"/>
                  <a:gd name="connsiteY2" fmla="*/ 2879159 h 2879410"/>
                  <a:gd name="connsiteX3" fmla="*/ 0 w 8176537"/>
                  <a:gd name="connsiteY3" fmla="*/ 1403811 h 2879410"/>
                  <a:gd name="connsiteX4" fmla="*/ 9491 w 8176537"/>
                  <a:gd name="connsiteY4" fmla="*/ 147145 h 2879410"/>
                  <a:gd name="connsiteX5" fmla="*/ 4076995 w 8176537"/>
                  <a:gd name="connsiteY5" fmla="*/ 1566042 h 2879410"/>
                  <a:gd name="connsiteX6" fmla="*/ 8165518 w 8176537"/>
                  <a:gd name="connsiteY6" fmla="*/ 0 h 2879410"/>
                  <a:gd name="connsiteX0" fmla="*/ 8165518 w 8176537"/>
                  <a:gd name="connsiteY0" fmla="*/ 0 h 2879262"/>
                  <a:gd name="connsiteX1" fmla="*/ 8176537 w 8176537"/>
                  <a:gd name="connsiteY1" fmla="*/ 1499420 h 2879262"/>
                  <a:gd name="connsiteX2" fmla="*/ 4132092 w 8176537"/>
                  <a:gd name="connsiteY2" fmla="*/ 2879159 h 2879262"/>
                  <a:gd name="connsiteX3" fmla="*/ 0 w 8176537"/>
                  <a:gd name="connsiteY3" fmla="*/ 1403811 h 2879262"/>
                  <a:gd name="connsiteX4" fmla="*/ 9491 w 8176537"/>
                  <a:gd name="connsiteY4" fmla="*/ 147145 h 2879262"/>
                  <a:gd name="connsiteX5" fmla="*/ 4076995 w 8176537"/>
                  <a:gd name="connsiteY5" fmla="*/ 1566042 h 2879262"/>
                  <a:gd name="connsiteX6" fmla="*/ 8165518 w 8176537"/>
                  <a:gd name="connsiteY6" fmla="*/ 0 h 2879262"/>
                  <a:gd name="connsiteX0" fmla="*/ 8165518 w 8176537"/>
                  <a:gd name="connsiteY0" fmla="*/ 0 h 2879163"/>
                  <a:gd name="connsiteX1" fmla="*/ 8176537 w 8176537"/>
                  <a:gd name="connsiteY1" fmla="*/ 1499420 h 2879163"/>
                  <a:gd name="connsiteX2" fmla="*/ 4132092 w 8176537"/>
                  <a:gd name="connsiteY2" fmla="*/ 2879159 h 2879163"/>
                  <a:gd name="connsiteX3" fmla="*/ 0 w 8176537"/>
                  <a:gd name="connsiteY3" fmla="*/ 1510948 h 2879163"/>
                  <a:gd name="connsiteX4" fmla="*/ 9491 w 8176537"/>
                  <a:gd name="connsiteY4" fmla="*/ 147145 h 2879163"/>
                  <a:gd name="connsiteX5" fmla="*/ 4076995 w 8176537"/>
                  <a:gd name="connsiteY5" fmla="*/ 1566042 h 2879163"/>
                  <a:gd name="connsiteX6" fmla="*/ 8165518 w 8176537"/>
                  <a:gd name="connsiteY6" fmla="*/ 0 h 2879163"/>
                  <a:gd name="connsiteX0" fmla="*/ 8165518 w 8198577"/>
                  <a:gd name="connsiteY0" fmla="*/ 0 h 2879451"/>
                  <a:gd name="connsiteX1" fmla="*/ 8198577 w 8198577"/>
                  <a:gd name="connsiteY1" fmla="*/ 1606558 h 2879451"/>
                  <a:gd name="connsiteX2" fmla="*/ 4132092 w 8198577"/>
                  <a:gd name="connsiteY2" fmla="*/ 2879159 h 2879451"/>
                  <a:gd name="connsiteX3" fmla="*/ 0 w 8198577"/>
                  <a:gd name="connsiteY3" fmla="*/ 1510948 h 2879451"/>
                  <a:gd name="connsiteX4" fmla="*/ 9491 w 8198577"/>
                  <a:gd name="connsiteY4" fmla="*/ 147145 h 2879451"/>
                  <a:gd name="connsiteX5" fmla="*/ 4076995 w 8198577"/>
                  <a:gd name="connsiteY5" fmla="*/ 1566042 h 2879451"/>
                  <a:gd name="connsiteX6" fmla="*/ 8165518 w 8198577"/>
                  <a:gd name="connsiteY6" fmla="*/ 0 h 2879451"/>
                  <a:gd name="connsiteX0" fmla="*/ 8165518 w 8165518"/>
                  <a:gd name="connsiteY0" fmla="*/ 0 h 2880066"/>
                  <a:gd name="connsiteX1" fmla="*/ 8165518 w 8165518"/>
                  <a:gd name="connsiteY1" fmla="*/ 1673520 h 2880066"/>
                  <a:gd name="connsiteX2" fmla="*/ 4132092 w 8165518"/>
                  <a:gd name="connsiteY2" fmla="*/ 2879159 h 2880066"/>
                  <a:gd name="connsiteX3" fmla="*/ 0 w 8165518"/>
                  <a:gd name="connsiteY3" fmla="*/ 1510948 h 2880066"/>
                  <a:gd name="connsiteX4" fmla="*/ 9491 w 8165518"/>
                  <a:gd name="connsiteY4" fmla="*/ 147145 h 2880066"/>
                  <a:gd name="connsiteX5" fmla="*/ 4076995 w 8165518"/>
                  <a:gd name="connsiteY5" fmla="*/ 1566042 h 2880066"/>
                  <a:gd name="connsiteX6" fmla="*/ 8165518 w 8165518"/>
                  <a:gd name="connsiteY6" fmla="*/ 0 h 2880066"/>
                  <a:gd name="connsiteX0" fmla="*/ 8156794 w 8156794"/>
                  <a:gd name="connsiteY0" fmla="*/ 0 h 2879270"/>
                  <a:gd name="connsiteX1" fmla="*/ 8156794 w 8156794"/>
                  <a:gd name="connsiteY1" fmla="*/ 1673520 h 2879270"/>
                  <a:gd name="connsiteX2" fmla="*/ 4123368 w 8156794"/>
                  <a:gd name="connsiteY2" fmla="*/ 2879159 h 2879270"/>
                  <a:gd name="connsiteX3" fmla="*/ 2295 w 8156794"/>
                  <a:gd name="connsiteY3" fmla="*/ 1618086 h 2879270"/>
                  <a:gd name="connsiteX4" fmla="*/ 767 w 8156794"/>
                  <a:gd name="connsiteY4" fmla="*/ 147145 h 2879270"/>
                  <a:gd name="connsiteX5" fmla="*/ 4068271 w 8156794"/>
                  <a:gd name="connsiteY5" fmla="*/ 1566042 h 2879270"/>
                  <a:gd name="connsiteX6" fmla="*/ 8156794 w 8156794"/>
                  <a:gd name="connsiteY6" fmla="*/ 0 h 2879270"/>
                  <a:gd name="connsiteX0" fmla="*/ 8156794 w 8156794"/>
                  <a:gd name="connsiteY0" fmla="*/ 0 h 2973000"/>
                  <a:gd name="connsiteX1" fmla="*/ 8156794 w 8156794"/>
                  <a:gd name="connsiteY1" fmla="*/ 1673520 h 2973000"/>
                  <a:gd name="connsiteX2" fmla="*/ 4134388 w 8156794"/>
                  <a:gd name="connsiteY2" fmla="*/ 2972904 h 2973000"/>
                  <a:gd name="connsiteX3" fmla="*/ 2295 w 8156794"/>
                  <a:gd name="connsiteY3" fmla="*/ 1618086 h 2973000"/>
                  <a:gd name="connsiteX4" fmla="*/ 767 w 8156794"/>
                  <a:gd name="connsiteY4" fmla="*/ 147145 h 2973000"/>
                  <a:gd name="connsiteX5" fmla="*/ 4068271 w 8156794"/>
                  <a:gd name="connsiteY5" fmla="*/ 1566042 h 2973000"/>
                  <a:gd name="connsiteX6" fmla="*/ 8156794 w 8156794"/>
                  <a:gd name="connsiteY6" fmla="*/ 0 h 2973000"/>
                  <a:gd name="connsiteX0" fmla="*/ 8156794 w 8156794"/>
                  <a:gd name="connsiteY0" fmla="*/ 0 h 2973000"/>
                  <a:gd name="connsiteX1" fmla="*/ 8156794 w 8156794"/>
                  <a:gd name="connsiteY1" fmla="*/ 1673520 h 2973000"/>
                  <a:gd name="connsiteX2" fmla="*/ 4134388 w 8156794"/>
                  <a:gd name="connsiteY2" fmla="*/ 2972904 h 2973000"/>
                  <a:gd name="connsiteX3" fmla="*/ 2295 w 8156794"/>
                  <a:gd name="connsiteY3" fmla="*/ 1618086 h 2973000"/>
                  <a:gd name="connsiteX4" fmla="*/ 767 w 8156794"/>
                  <a:gd name="connsiteY4" fmla="*/ 147145 h 2973000"/>
                  <a:gd name="connsiteX5" fmla="*/ 4068271 w 8156794"/>
                  <a:gd name="connsiteY5" fmla="*/ 1566042 h 2973000"/>
                  <a:gd name="connsiteX6" fmla="*/ 8156794 w 8156794"/>
                  <a:gd name="connsiteY6" fmla="*/ 0 h 2973000"/>
                  <a:gd name="connsiteX0" fmla="*/ 8156794 w 8156794"/>
                  <a:gd name="connsiteY0" fmla="*/ 0 h 2973000"/>
                  <a:gd name="connsiteX1" fmla="*/ 8156794 w 8156794"/>
                  <a:gd name="connsiteY1" fmla="*/ 1673520 h 2973000"/>
                  <a:gd name="connsiteX2" fmla="*/ 4134388 w 8156794"/>
                  <a:gd name="connsiteY2" fmla="*/ 2972904 h 2973000"/>
                  <a:gd name="connsiteX3" fmla="*/ 2295 w 8156794"/>
                  <a:gd name="connsiteY3" fmla="*/ 1618086 h 2973000"/>
                  <a:gd name="connsiteX4" fmla="*/ 767 w 8156794"/>
                  <a:gd name="connsiteY4" fmla="*/ 147145 h 2973000"/>
                  <a:gd name="connsiteX5" fmla="*/ 4068271 w 8156794"/>
                  <a:gd name="connsiteY5" fmla="*/ 1566042 h 2973000"/>
                  <a:gd name="connsiteX6" fmla="*/ 8156794 w 8156794"/>
                  <a:gd name="connsiteY6" fmla="*/ 0 h 2973000"/>
                  <a:gd name="connsiteX0" fmla="*/ 8156794 w 8156794"/>
                  <a:gd name="connsiteY0" fmla="*/ 0 h 2973020"/>
                  <a:gd name="connsiteX1" fmla="*/ 8156794 w 8156794"/>
                  <a:gd name="connsiteY1" fmla="*/ 1673520 h 2973020"/>
                  <a:gd name="connsiteX2" fmla="*/ 4134388 w 8156794"/>
                  <a:gd name="connsiteY2" fmla="*/ 2972904 h 2973020"/>
                  <a:gd name="connsiteX3" fmla="*/ 2295 w 8156794"/>
                  <a:gd name="connsiteY3" fmla="*/ 1618086 h 2973020"/>
                  <a:gd name="connsiteX4" fmla="*/ 767 w 8156794"/>
                  <a:gd name="connsiteY4" fmla="*/ 147145 h 2973020"/>
                  <a:gd name="connsiteX5" fmla="*/ 4068271 w 8156794"/>
                  <a:gd name="connsiteY5" fmla="*/ 1566042 h 2973020"/>
                  <a:gd name="connsiteX6" fmla="*/ 8156794 w 8156794"/>
                  <a:gd name="connsiteY6" fmla="*/ 0 h 2973020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141"/>
                  <a:gd name="connsiteX1" fmla="*/ 8156794 w 8156794"/>
                  <a:gd name="connsiteY1" fmla="*/ 1673520 h 2973141"/>
                  <a:gd name="connsiteX2" fmla="*/ 4134388 w 8156794"/>
                  <a:gd name="connsiteY2" fmla="*/ 2972904 h 2973141"/>
                  <a:gd name="connsiteX3" fmla="*/ 2295 w 8156794"/>
                  <a:gd name="connsiteY3" fmla="*/ 1618086 h 2973141"/>
                  <a:gd name="connsiteX4" fmla="*/ 767 w 8156794"/>
                  <a:gd name="connsiteY4" fmla="*/ 147145 h 2973141"/>
                  <a:gd name="connsiteX5" fmla="*/ 4068271 w 8156794"/>
                  <a:gd name="connsiteY5" fmla="*/ 1566042 h 2973141"/>
                  <a:gd name="connsiteX6" fmla="*/ 8156794 w 8156794"/>
                  <a:gd name="connsiteY6" fmla="*/ 0 h 2973141"/>
                  <a:gd name="connsiteX0" fmla="*/ 8156794 w 8156794"/>
                  <a:gd name="connsiteY0" fmla="*/ 0 h 3066827"/>
                  <a:gd name="connsiteX1" fmla="*/ 8156794 w 8156794"/>
                  <a:gd name="connsiteY1" fmla="*/ 1673520 h 3066827"/>
                  <a:gd name="connsiteX2" fmla="*/ 4123353 w 8156794"/>
                  <a:gd name="connsiteY2" fmla="*/ 3066650 h 3066827"/>
                  <a:gd name="connsiteX3" fmla="*/ 2295 w 8156794"/>
                  <a:gd name="connsiteY3" fmla="*/ 1618086 h 3066827"/>
                  <a:gd name="connsiteX4" fmla="*/ 767 w 8156794"/>
                  <a:gd name="connsiteY4" fmla="*/ 147145 h 3066827"/>
                  <a:gd name="connsiteX5" fmla="*/ 4068271 w 8156794"/>
                  <a:gd name="connsiteY5" fmla="*/ 1566042 h 3066827"/>
                  <a:gd name="connsiteX6" fmla="*/ 8156794 w 8156794"/>
                  <a:gd name="connsiteY6" fmla="*/ 0 h 3066827"/>
                  <a:gd name="connsiteX0" fmla="*/ 8123689 w 8156794"/>
                  <a:gd name="connsiteY0" fmla="*/ 0 h 2999866"/>
                  <a:gd name="connsiteX1" fmla="*/ 8156794 w 8156794"/>
                  <a:gd name="connsiteY1" fmla="*/ 1606559 h 2999866"/>
                  <a:gd name="connsiteX2" fmla="*/ 4123353 w 8156794"/>
                  <a:gd name="connsiteY2" fmla="*/ 2999689 h 2999866"/>
                  <a:gd name="connsiteX3" fmla="*/ 2295 w 8156794"/>
                  <a:gd name="connsiteY3" fmla="*/ 1551125 h 2999866"/>
                  <a:gd name="connsiteX4" fmla="*/ 767 w 8156794"/>
                  <a:gd name="connsiteY4" fmla="*/ 80184 h 2999866"/>
                  <a:gd name="connsiteX5" fmla="*/ 4068271 w 8156794"/>
                  <a:gd name="connsiteY5" fmla="*/ 1499081 h 2999866"/>
                  <a:gd name="connsiteX6" fmla="*/ 8123689 w 8156794"/>
                  <a:gd name="connsiteY6" fmla="*/ 0 h 2999866"/>
                  <a:gd name="connsiteX0" fmla="*/ 8167828 w 8167828"/>
                  <a:gd name="connsiteY0" fmla="*/ 0 h 3026651"/>
                  <a:gd name="connsiteX1" fmla="*/ 8156794 w 8167828"/>
                  <a:gd name="connsiteY1" fmla="*/ 1633344 h 3026651"/>
                  <a:gd name="connsiteX2" fmla="*/ 4123353 w 8167828"/>
                  <a:gd name="connsiteY2" fmla="*/ 3026474 h 3026651"/>
                  <a:gd name="connsiteX3" fmla="*/ 2295 w 8167828"/>
                  <a:gd name="connsiteY3" fmla="*/ 1577910 h 3026651"/>
                  <a:gd name="connsiteX4" fmla="*/ 767 w 8167828"/>
                  <a:gd name="connsiteY4" fmla="*/ 106969 h 3026651"/>
                  <a:gd name="connsiteX5" fmla="*/ 4068271 w 8167828"/>
                  <a:gd name="connsiteY5" fmla="*/ 1525866 h 3026651"/>
                  <a:gd name="connsiteX6" fmla="*/ 8167828 w 8167828"/>
                  <a:gd name="connsiteY6" fmla="*/ 0 h 3026651"/>
                  <a:gd name="connsiteX0" fmla="*/ 8167828 w 8167828"/>
                  <a:gd name="connsiteY0" fmla="*/ 0 h 3027228"/>
                  <a:gd name="connsiteX1" fmla="*/ 8145760 w 8167828"/>
                  <a:gd name="connsiteY1" fmla="*/ 1686913 h 3027228"/>
                  <a:gd name="connsiteX2" fmla="*/ 4123353 w 8167828"/>
                  <a:gd name="connsiteY2" fmla="*/ 3026474 h 3027228"/>
                  <a:gd name="connsiteX3" fmla="*/ 2295 w 8167828"/>
                  <a:gd name="connsiteY3" fmla="*/ 1577910 h 3027228"/>
                  <a:gd name="connsiteX4" fmla="*/ 767 w 8167828"/>
                  <a:gd name="connsiteY4" fmla="*/ 106969 h 3027228"/>
                  <a:gd name="connsiteX5" fmla="*/ 4068271 w 8167828"/>
                  <a:gd name="connsiteY5" fmla="*/ 1525866 h 3027228"/>
                  <a:gd name="connsiteX6" fmla="*/ 8167828 w 8167828"/>
                  <a:gd name="connsiteY6" fmla="*/ 0 h 3027228"/>
                  <a:gd name="connsiteX0" fmla="*/ 8156794 w 8156794"/>
                  <a:gd name="connsiteY0" fmla="*/ 0 h 2933483"/>
                  <a:gd name="connsiteX1" fmla="*/ 8145760 w 8156794"/>
                  <a:gd name="connsiteY1" fmla="*/ 1593168 h 2933483"/>
                  <a:gd name="connsiteX2" fmla="*/ 4123353 w 8156794"/>
                  <a:gd name="connsiteY2" fmla="*/ 2932729 h 2933483"/>
                  <a:gd name="connsiteX3" fmla="*/ 2295 w 8156794"/>
                  <a:gd name="connsiteY3" fmla="*/ 1484165 h 2933483"/>
                  <a:gd name="connsiteX4" fmla="*/ 767 w 8156794"/>
                  <a:gd name="connsiteY4" fmla="*/ 13224 h 2933483"/>
                  <a:gd name="connsiteX5" fmla="*/ 4068271 w 8156794"/>
                  <a:gd name="connsiteY5" fmla="*/ 1432121 h 2933483"/>
                  <a:gd name="connsiteX6" fmla="*/ 8156794 w 8156794"/>
                  <a:gd name="connsiteY6" fmla="*/ 0 h 2933483"/>
                  <a:gd name="connsiteX0" fmla="*/ 8156794 w 8156794"/>
                  <a:gd name="connsiteY0" fmla="*/ 0 h 2933483"/>
                  <a:gd name="connsiteX1" fmla="*/ 8145760 w 8156794"/>
                  <a:gd name="connsiteY1" fmla="*/ 1593168 h 2933483"/>
                  <a:gd name="connsiteX2" fmla="*/ 4123353 w 8156794"/>
                  <a:gd name="connsiteY2" fmla="*/ 2932729 h 2933483"/>
                  <a:gd name="connsiteX3" fmla="*/ 2295 w 8156794"/>
                  <a:gd name="connsiteY3" fmla="*/ 1484165 h 2933483"/>
                  <a:gd name="connsiteX4" fmla="*/ 767 w 8156794"/>
                  <a:gd name="connsiteY4" fmla="*/ 13224 h 2933483"/>
                  <a:gd name="connsiteX5" fmla="*/ 4068271 w 8156794"/>
                  <a:gd name="connsiteY5" fmla="*/ 1432121 h 2933483"/>
                  <a:gd name="connsiteX6" fmla="*/ 8156794 w 8156794"/>
                  <a:gd name="connsiteY6" fmla="*/ 0 h 2933483"/>
                  <a:gd name="connsiteX0" fmla="*/ 8123689 w 8145760"/>
                  <a:gd name="connsiteY0" fmla="*/ 13560 h 2920259"/>
                  <a:gd name="connsiteX1" fmla="*/ 8145760 w 8145760"/>
                  <a:gd name="connsiteY1" fmla="*/ 1579944 h 2920259"/>
                  <a:gd name="connsiteX2" fmla="*/ 4123353 w 8145760"/>
                  <a:gd name="connsiteY2" fmla="*/ 2919505 h 2920259"/>
                  <a:gd name="connsiteX3" fmla="*/ 2295 w 8145760"/>
                  <a:gd name="connsiteY3" fmla="*/ 1470941 h 2920259"/>
                  <a:gd name="connsiteX4" fmla="*/ 767 w 8145760"/>
                  <a:gd name="connsiteY4" fmla="*/ 0 h 2920259"/>
                  <a:gd name="connsiteX5" fmla="*/ 4068271 w 8145760"/>
                  <a:gd name="connsiteY5" fmla="*/ 1418897 h 2920259"/>
                  <a:gd name="connsiteX6" fmla="*/ 8123689 w 8145760"/>
                  <a:gd name="connsiteY6" fmla="*/ 13560 h 2920259"/>
                  <a:gd name="connsiteX0" fmla="*/ 8178863 w 8178863"/>
                  <a:gd name="connsiteY0" fmla="*/ 26952 h 2920259"/>
                  <a:gd name="connsiteX1" fmla="*/ 8145760 w 8178863"/>
                  <a:gd name="connsiteY1" fmla="*/ 1579944 h 2920259"/>
                  <a:gd name="connsiteX2" fmla="*/ 4123353 w 8178863"/>
                  <a:gd name="connsiteY2" fmla="*/ 2919505 h 2920259"/>
                  <a:gd name="connsiteX3" fmla="*/ 2295 w 8178863"/>
                  <a:gd name="connsiteY3" fmla="*/ 1470941 h 2920259"/>
                  <a:gd name="connsiteX4" fmla="*/ 767 w 8178863"/>
                  <a:gd name="connsiteY4" fmla="*/ 0 h 2920259"/>
                  <a:gd name="connsiteX5" fmla="*/ 4068271 w 8178863"/>
                  <a:gd name="connsiteY5" fmla="*/ 1418897 h 2920259"/>
                  <a:gd name="connsiteX6" fmla="*/ 8178863 w 8178863"/>
                  <a:gd name="connsiteY6" fmla="*/ 26952 h 2920259"/>
                  <a:gd name="connsiteX0" fmla="*/ 8167827 w 8167827"/>
                  <a:gd name="connsiteY0" fmla="*/ 40343 h 2920259"/>
                  <a:gd name="connsiteX1" fmla="*/ 8145760 w 8167827"/>
                  <a:gd name="connsiteY1" fmla="*/ 1579944 h 2920259"/>
                  <a:gd name="connsiteX2" fmla="*/ 4123353 w 8167827"/>
                  <a:gd name="connsiteY2" fmla="*/ 2919505 h 2920259"/>
                  <a:gd name="connsiteX3" fmla="*/ 2295 w 8167827"/>
                  <a:gd name="connsiteY3" fmla="*/ 1470941 h 2920259"/>
                  <a:gd name="connsiteX4" fmla="*/ 767 w 8167827"/>
                  <a:gd name="connsiteY4" fmla="*/ 0 h 2920259"/>
                  <a:gd name="connsiteX5" fmla="*/ 4068271 w 8167827"/>
                  <a:gd name="connsiteY5" fmla="*/ 1418897 h 2920259"/>
                  <a:gd name="connsiteX6" fmla="*/ 8167827 w 8167827"/>
                  <a:gd name="connsiteY6" fmla="*/ 40343 h 2920259"/>
                  <a:gd name="connsiteX0" fmla="*/ 8123687 w 8145760"/>
                  <a:gd name="connsiteY0" fmla="*/ 53735 h 2920259"/>
                  <a:gd name="connsiteX1" fmla="*/ 8145760 w 8145760"/>
                  <a:gd name="connsiteY1" fmla="*/ 1579944 h 2920259"/>
                  <a:gd name="connsiteX2" fmla="*/ 4123353 w 8145760"/>
                  <a:gd name="connsiteY2" fmla="*/ 2919505 h 2920259"/>
                  <a:gd name="connsiteX3" fmla="*/ 2295 w 8145760"/>
                  <a:gd name="connsiteY3" fmla="*/ 1470941 h 2920259"/>
                  <a:gd name="connsiteX4" fmla="*/ 767 w 8145760"/>
                  <a:gd name="connsiteY4" fmla="*/ 0 h 2920259"/>
                  <a:gd name="connsiteX5" fmla="*/ 4068271 w 8145760"/>
                  <a:gd name="connsiteY5" fmla="*/ 1418897 h 2920259"/>
                  <a:gd name="connsiteX6" fmla="*/ 8123687 w 8145760"/>
                  <a:gd name="connsiteY6" fmla="*/ 53735 h 2920259"/>
                  <a:gd name="connsiteX0" fmla="*/ 8161918 w 8161918"/>
                  <a:gd name="connsiteY0" fmla="*/ 0 h 2943855"/>
                  <a:gd name="connsiteX1" fmla="*/ 8145760 w 8161918"/>
                  <a:gd name="connsiteY1" fmla="*/ 1603540 h 2943855"/>
                  <a:gd name="connsiteX2" fmla="*/ 4123353 w 8161918"/>
                  <a:gd name="connsiteY2" fmla="*/ 2943101 h 2943855"/>
                  <a:gd name="connsiteX3" fmla="*/ 2295 w 8161918"/>
                  <a:gd name="connsiteY3" fmla="*/ 1494537 h 2943855"/>
                  <a:gd name="connsiteX4" fmla="*/ 767 w 8161918"/>
                  <a:gd name="connsiteY4" fmla="*/ 23596 h 2943855"/>
                  <a:gd name="connsiteX5" fmla="*/ 4068271 w 8161918"/>
                  <a:gd name="connsiteY5" fmla="*/ 1442493 h 2943855"/>
                  <a:gd name="connsiteX6" fmla="*/ 8161918 w 8161918"/>
                  <a:gd name="connsiteY6" fmla="*/ 0 h 2943855"/>
                  <a:gd name="connsiteX0" fmla="*/ 8144926 w 8145760"/>
                  <a:gd name="connsiteY0" fmla="*/ 43424 h 2920259"/>
                  <a:gd name="connsiteX1" fmla="*/ 8145760 w 8145760"/>
                  <a:gd name="connsiteY1" fmla="*/ 1579944 h 2920259"/>
                  <a:gd name="connsiteX2" fmla="*/ 4123353 w 8145760"/>
                  <a:gd name="connsiteY2" fmla="*/ 2919505 h 2920259"/>
                  <a:gd name="connsiteX3" fmla="*/ 2295 w 8145760"/>
                  <a:gd name="connsiteY3" fmla="*/ 1470941 h 2920259"/>
                  <a:gd name="connsiteX4" fmla="*/ 767 w 8145760"/>
                  <a:gd name="connsiteY4" fmla="*/ 0 h 2920259"/>
                  <a:gd name="connsiteX5" fmla="*/ 4068271 w 8145760"/>
                  <a:gd name="connsiteY5" fmla="*/ 1418897 h 2920259"/>
                  <a:gd name="connsiteX6" fmla="*/ 8144926 w 8145760"/>
                  <a:gd name="connsiteY6" fmla="*/ 43424 h 2920259"/>
                  <a:gd name="connsiteX0" fmla="*/ 8161918 w 8161918"/>
                  <a:gd name="connsiteY0" fmla="*/ 0 h 2959321"/>
                  <a:gd name="connsiteX1" fmla="*/ 8145760 w 8161918"/>
                  <a:gd name="connsiteY1" fmla="*/ 1619006 h 2959321"/>
                  <a:gd name="connsiteX2" fmla="*/ 4123353 w 8161918"/>
                  <a:gd name="connsiteY2" fmla="*/ 2958567 h 2959321"/>
                  <a:gd name="connsiteX3" fmla="*/ 2295 w 8161918"/>
                  <a:gd name="connsiteY3" fmla="*/ 1510003 h 2959321"/>
                  <a:gd name="connsiteX4" fmla="*/ 767 w 8161918"/>
                  <a:gd name="connsiteY4" fmla="*/ 39062 h 2959321"/>
                  <a:gd name="connsiteX5" fmla="*/ 4068271 w 8161918"/>
                  <a:gd name="connsiteY5" fmla="*/ 1457959 h 2959321"/>
                  <a:gd name="connsiteX6" fmla="*/ 8161918 w 8161918"/>
                  <a:gd name="connsiteY6" fmla="*/ 0 h 2959321"/>
                  <a:gd name="connsiteX0" fmla="*/ 8161918 w 8162752"/>
                  <a:gd name="connsiteY0" fmla="*/ 0 h 2959488"/>
                  <a:gd name="connsiteX1" fmla="*/ 8162752 w 8162752"/>
                  <a:gd name="connsiteY1" fmla="*/ 1629317 h 2959488"/>
                  <a:gd name="connsiteX2" fmla="*/ 4123353 w 8162752"/>
                  <a:gd name="connsiteY2" fmla="*/ 2958567 h 2959488"/>
                  <a:gd name="connsiteX3" fmla="*/ 2295 w 8162752"/>
                  <a:gd name="connsiteY3" fmla="*/ 1510003 h 2959488"/>
                  <a:gd name="connsiteX4" fmla="*/ 767 w 8162752"/>
                  <a:gd name="connsiteY4" fmla="*/ 39062 h 2959488"/>
                  <a:gd name="connsiteX5" fmla="*/ 4068271 w 8162752"/>
                  <a:gd name="connsiteY5" fmla="*/ 1457959 h 2959488"/>
                  <a:gd name="connsiteX6" fmla="*/ 8161918 w 8162752"/>
                  <a:gd name="connsiteY6" fmla="*/ 0 h 2959488"/>
                  <a:gd name="connsiteX0" fmla="*/ 8165930 w 8166764"/>
                  <a:gd name="connsiteY0" fmla="*/ 7337 h 2966825"/>
                  <a:gd name="connsiteX1" fmla="*/ 8166764 w 8166764"/>
                  <a:gd name="connsiteY1" fmla="*/ 1636654 h 2966825"/>
                  <a:gd name="connsiteX2" fmla="*/ 4127365 w 8166764"/>
                  <a:gd name="connsiteY2" fmla="*/ 2965904 h 2966825"/>
                  <a:gd name="connsiteX3" fmla="*/ 6307 w 8166764"/>
                  <a:gd name="connsiteY3" fmla="*/ 1517340 h 2966825"/>
                  <a:gd name="connsiteX4" fmla="*/ 532 w 8166764"/>
                  <a:gd name="connsiteY4" fmla="*/ 0 h 2966825"/>
                  <a:gd name="connsiteX5" fmla="*/ 4072283 w 8166764"/>
                  <a:gd name="connsiteY5" fmla="*/ 1465296 h 2966825"/>
                  <a:gd name="connsiteX6" fmla="*/ 8165930 w 8166764"/>
                  <a:gd name="connsiteY6" fmla="*/ 7337 h 2966825"/>
                  <a:gd name="connsiteX0" fmla="*/ 8168119 w 8168953"/>
                  <a:gd name="connsiteY0" fmla="*/ 7337 h 2966682"/>
                  <a:gd name="connsiteX1" fmla="*/ 8168953 w 8168953"/>
                  <a:gd name="connsiteY1" fmla="*/ 1636654 h 2966682"/>
                  <a:gd name="connsiteX2" fmla="*/ 4129554 w 8168953"/>
                  <a:gd name="connsiteY2" fmla="*/ 2965904 h 2966682"/>
                  <a:gd name="connsiteX3" fmla="*/ 0 w 8168953"/>
                  <a:gd name="connsiteY3" fmla="*/ 1527651 h 2966682"/>
                  <a:gd name="connsiteX4" fmla="*/ 2721 w 8168953"/>
                  <a:gd name="connsiteY4" fmla="*/ 0 h 2966682"/>
                  <a:gd name="connsiteX5" fmla="*/ 4074472 w 8168953"/>
                  <a:gd name="connsiteY5" fmla="*/ 1465296 h 2966682"/>
                  <a:gd name="connsiteX6" fmla="*/ 8168119 w 8168953"/>
                  <a:gd name="connsiteY6" fmla="*/ 7337 h 2966682"/>
                  <a:gd name="connsiteX0" fmla="*/ 8168119 w 8168953"/>
                  <a:gd name="connsiteY0" fmla="*/ 7337 h 3100377"/>
                  <a:gd name="connsiteX1" fmla="*/ 8168953 w 8168953"/>
                  <a:gd name="connsiteY1" fmla="*/ 1636654 h 3100377"/>
                  <a:gd name="connsiteX2" fmla="*/ 4118520 w 8168953"/>
                  <a:gd name="connsiteY2" fmla="*/ 3099826 h 3100377"/>
                  <a:gd name="connsiteX3" fmla="*/ 0 w 8168953"/>
                  <a:gd name="connsiteY3" fmla="*/ 1527651 h 3100377"/>
                  <a:gd name="connsiteX4" fmla="*/ 2721 w 8168953"/>
                  <a:gd name="connsiteY4" fmla="*/ 0 h 3100377"/>
                  <a:gd name="connsiteX5" fmla="*/ 4074472 w 8168953"/>
                  <a:gd name="connsiteY5" fmla="*/ 1465296 h 3100377"/>
                  <a:gd name="connsiteX6" fmla="*/ 8168119 w 8168953"/>
                  <a:gd name="connsiteY6" fmla="*/ 7337 h 3100377"/>
                  <a:gd name="connsiteX0" fmla="*/ 8168119 w 8168953"/>
                  <a:gd name="connsiteY0" fmla="*/ 7337 h 3100429"/>
                  <a:gd name="connsiteX1" fmla="*/ 8168953 w 8168953"/>
                  <a:gd name="connsiteY1" fmla="*/ 1636654 h 3100429"/>
                  <a:gd name="connsiteX2" fmla="*/ 4118520 w 8168953"/>
                  <a:gd name="connsiteY2" fmla="*/ 3099826 h 3100429"/>
                  <a:gd name="connsiteX3" fmla="*/ 0 w 8168953"/>
                  <a:gd name="connsiteY3" fmla="*/ 1527651 h 3100429"/>
                  <a:gd name="connsiteX4" fmla="*/ 2721 w 8168953"/>
                  <a:gd name="connsiteY4" fmla="*/ 0 h 3100429"/>
                  <a:gd name="connsiteX5" fmla="*/ 4074472 w 8168953"/>
                  <a:gd name="connsiteY5" fmla="*/ 1465296 h 3100429"/>
                  <a:gd name="connsiteX6" fmla="*/ 8168119 w 8168953"/>
                  <a:gd name="connsiteY6" fmla="*/ 7337 h 3100429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72202 w 8166683"/>
                  <a:gd name="connsiteY5" fmla="*/ 1465296 h 3099826"/>
                  <a:gd name="connsiteX6" fmla="*/ 8165849 w 8166683"/>
                  <a:gd name="connsiteY6" fmla="*/ 7337 h 3099826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72202 w 8166683"/>
                  <a:gd name="connsiteY5" fmla="*/ 1465296 h 3099826"/>
                  <a:gd name="connsiteX6" fmla="*/ 8165849 w 8166683"/>
                  <a:gd name="connsiteY6" fmla="*/ 7337 h 3099826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61168 w 8166683"/>
                  <a:gd name="connsiteY5" fmla="*/ 1438511 h 3099826"/>
                  <a:gd name="connsiteX6" fmla="*/ 8165849 w 8166683"/>
                  <a:gd name="connsiteY6" fmla="*/ 7337 h 3099826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61168 w 8166683"/>
                  <a:gd name="connsiteY5" fmla="*/ 1438511 h 3099826"/>
                  <a:gd name="connsiteX6" fmla="*/ 8165849 w 8166683"/>
                  <a:gd name="connsiteY6" fmla="*/ 7337 h 309982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8166683" h="3099826">
                    <a:moveTo>
                      <a:pt x="8165849" y="7337"/>
                    </a:moveTo>
                    <a:lnTo>
                      <a:pt x="8166683" y="1636654"/>
                    </a:lnTo>
                    <a:cubicBezTo>
                      <a:pt x="7917761" y="2728489"/>
                      <a:pt x="5475903" y="3100137"/>
                      <a:pt x="4116250" y="3099826"/>
                    </a:cubicBezTo>
                    <a:cubicBezTo>
                      <a:pt x="2756597" y="3099515"/>
                      <a:pt x="245424" y="2744647"/>
                      <a:pt x="8764" y="1634789"/>
                    </a:cubicBezTo>
                    <a:cubicBezTo>
                      <a:pt x="11928" y="1215900"/>
                      <a:pt x="-2713" y="418889"/>
                      <a:pt x="451" y="0"/>
                    </a:cubicBezTo>
                    <a:cubicBezTo>
                      <a:pt x="385485" y="953840"/>
                      <a:pt x="2700268" y="1437288"/>
                      <a:pt x="4061168" y="1438511"/>
                    </a:cubicBezTo>
                    <a:cubicBezTo>
                      <a:pt x="5422068" y="1439734"/>
                      <a:pt x="7793228" y="1089449"/>
                      <a:pt x="8165849" y="7337"/>
                    </a:cubicBezTo>
                    <a:close/>
                  </a:path>
                </a:pathLst>
              </a:custGeom>
              <a:gradFill>
                <a:gsLst>
                  <a:gs pos="0">
                    <a:srgbClr val="B8C2C9"/>
                  </a:gs>
                  <a:gs pos="21000">
                    <a:schemeClr val="bg1"/>
                  </a:gs>
                  <a:gs pos="60000">
                    <a:srgbClr val="D6DCE0"/>
                  </a:gs>
                  <a:gs pos="100000">
                    <a:srgbClr val="B8C2C9"/>
                  </a:gs>
                </a:gsLst>
                <a:lin ang="0" scaled="0"/>
              </a:gradFill>
              <a:ln w="63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                   </a:t>
                </a:r>
              </a:p>
            </p:txBody>
          </p:sp>
          <p:sp>
            <p:nvSpPr>
              <p:cNvPr id="350" name="Oval 349">
                <a:extLst>
                  <a:ext uri="{FF2B5EF4-FFF2-40B4-BE49-F238E27FC236}">
                    <a16:creationId xmlns:a16="http://schemas.microsoft.com/office/drawing/2014/main" id="{1758E986-D712-5440-AC7F-0F55B12BDD65}"/>
                  </a:ext>
                </a:extLst>
              </p:cNvPr>
              <p:cNvSpPr/>
              <p:nvPr/>
            </p:nvSpPr>
            <p:spPr>
              <a:xfrm>
                <a:off x="7494729" y="2774731"/>
                <a:ext cx="1480163" cy="579140"/>
              </a:xfrm>
              <a:prstGeom prst="ellipse">
                <a:avLst/>
              </a:prstGeom>
              <a:solidFill>
                <a:srgbClr val="B8C2C9"/>
              </a:solidFill>
              <a:ln w="63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              </a:t>
                </a:r>
              </a:p>
            </p:txBody>
          </p:sp>
          <p:grpSp>
            <p:nvGrpSpPr>
              <p:cNvPr id="351" name="Group 350">
                <a:extLst>
                  <a:ext uri="{FF2B5EF4-FFF2-40B4-BE49-F238E27FC236}">
                    <a16:creationId xmlns:a16="http://schemas.microsoft.com/office/drawing/2014/main" id="{840B06B0-30F5-7E47-9591-50E2832B6A91}"/>
                  </a:ext>
                </a:extLst>
              </p:cNvPr>
              <p:cNvGrpSpPr/>
              <p:nvPr/>
            </p:nvGrpSpPr>
            <p:grpSpPr>
              <a:xfrm>
                <a:off x="7713663" y="2848339"/>
                <a:ext cx="1042107" cy="425543"/>
                <a:chOff x="7786941" y="2884917"/>
                <a:chExt cx="897649" cy="353919"/>
              </a:xfrm>
            </p:grpSpPr>
            <p:sp>
              <p:nvSpPr>
                <p:cNvPr id="352" name="Freeform 351">
                  <a:extLst>
                    <a:ext uri="{FF2B5EF4-FFF2-40B4-BE49-F238E27FC236}">
                      <a16:creationId xmlns:a16="http://schemas.microsoft.com/office/drawing/2014/main" id="{7CF1DA14-5159-F043-933A-4C22AECDE48E}"/>
                    </a:ext>
                  </a:extLst>
                </p:cNvPr>
                <p:cNvSpPr/>
                <p:nvPr/>
              </p:nvSpPr>
              <p:spPr>
                <a:xfrm>
                  <a:off x="7811770" y="2884917"/>
                  <a:ext cx="849158" cy="198115"/>
                </a:xfrm>
                <a:custGeom>
                  <a:avLst/>
                  <a:gdLst>
                    <a:gd name="connsiteX0" fmla="*/ 3725333 w 4588933"/>
                    <a:gd name="connsiteY0" fmla="*/ 0 h 1049866"/>
                    <a:gd name="connsiteX1" fmla="*/ 4588933 w 4588933"/>
                    <a:gd name="connsiteY1" fmla="*/ 270933 h 1049866"/>
                    <a:gd name="connsiteX2" fmla="*/ 3962400 w 4588933"/>
                    <a:gd name="connsiteY2" fmla="*/ 541866 h 1049866"/>
                    <a:gd name="connsiteX3" fmla="*/ 3742267 w 4588933"/>
                    <a:gd name="connsiteY3" fmla="*/ 457200 h 1049866"/>
                    <a:gd name="connsiteX4" fmla="*/ 2269067 w 4588933"/>
                    <a:gd name="connsiteY4" fmla="*/ 1049866 h 1049866"/>
                    <a:gd name="connsiteX5" fmla="*/ 880533 w 4588933"/>
                    <a:gd name="connsiteY5" fmla="*/ 457200 h 1049866"/>
                    <a:gd name="connsiteX6" fmla="*/ 592667 w 4588933"/>
                    <a:gd name="connsiteY6" fmla="*/ 541866 h 1049866"/>
                    <a:gd name="connsiteX7" fmla="*/ 0 w 4588933"/>
                    <a:gd name="connsiteY7" fmla="*/ 254000 h 1049866"/>
                    <a:gd name="connsiteX8" fmla="*/ 880533 w 4588933"/>
                    <a:gd name="connsiteY8" fmla="*/ 16933 h 1049866"/>
                    <a:gd name="connsiteX9" fmla="*/ 2302933 w 4588933"/>
                    <a:gd name="connsiteY9" fmla="*/ 626533 h 1049866"/>
                    <a:gd name="connsiteX10" fmla="*/ 3725333 w 4588933"/>
                    <a:gd name="connsiteY10" fmla="*/ 0 h 1049866"/>
                    <a:gd name="connsiteX0" fmla="*/ 3725333 w 4641485"/>
                    <a:gd name="connsiteY0" fmla="*/ 0 h 1049866"/>
                    <a:gd name="connsiteX1" fmla="*/ 4641485 w 4641485"/>
                    <a:gd name="connsiteY1" fmla="*/ 239402 h 1049866"/>
                    <a:gd name="connsiteX2" fmla="*/ 3962400 w 4641485"/>
                    <a:gd name="connsiteY2" fmla="*/ 541866 h 1049866"/>
                    <a:gd name="connsiteX3" fmla="*/ 3742267 w 4641485"/>
                    <a:gd name="connsiteY3" fmla="*/ 457200 h 1049866"/>
                    <a:gd name="connsiteX4" fmla="*/ 2269067 w 4641485"/>
                    <a:gd name="connsiteY4" fmla="*/ 1049866 h 1049866"/>
                    <a:gd name="connsiteX5" fmla="*/ 880533 w 4641485"/>
                    <a:gd name="connsiteY5" fmla="*/ 457200 h 1049866"/>
                    <a:gd name="connsiteX6" fmla="*/ 592667 w 4641485"/>
                    <a:gd name="connsiteY6" fmla="*/ 541866 h 1049866"/>
                    <a:gd name="connsiteX7" fmla="*/ 0 w 4641485"/>
                    <a:gd name="connsiteY7" fmla="*/ 254000 h 1049866"/>
                    <a:gd name="connsiteX8" fmla="*/ 880533 w 4641485"/>
                    <a:gd name="connsiteY8" fmla="*/ 16933 h 1049866"/>
                    <a:gd name="connsiteX9" fmla="*/ 2302933 w 4641485"/>
                    <a:gd name="connsiteY9" fmla="*/ 626533 h 1049866"/>
                    <a:gd name="connsiteX10" fmla="*/ 3725333 w 4641485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73798 w 4673016"/>
                    <a:gd name="connsiteY3" fmla="*/ 457200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34464 w 4673016"/>
                    <a:gd name="connsiteY9" fmla="*/ 62653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84308 w 4673016"/>
                    <a:gd name="connsiteY3" fmla="*/ 404648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34464 w 4673016"/>
                    <a:gd name="connsiteY9" fmla="*/ 62653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94818 w 4673016"/>
                    <a:gd name="connsiteY3" fmla="*/ 436179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34464 w 4673016"/>
                    <a:gd name="connsiteY9" fmla="*/ 62653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94818 w 4673016"/>
                    <a:gd name="connsiteY3" fmla="*/ 436179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23954 w 4673016"/>
                    <a:gd name="connsiteY9" fmla="*/ 61602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94818 w 4673016"/>
                    <a:gd name="connsiteY3" fmla="*/ 436179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75021 h 1049866"/>
                    <a:gd name="connsiteX8" fmla="*/ 912064 w 4673016"/>
                    <a:gd name="connsiteY8" fmla="*/ 16933 h 1049866"/>
                    <a:gd name="connsiteX9" fmla="*/ 2323954 w 4673016"/>
                    <a:gd name="connsiteY9" fmla="*/ 61602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815839 w 4673016"/>
                    <a:gd name="connsiteY3" fmla="*/ 467710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75021 h 1049866"/>
                    <a:gd name="connsiteX8" fmla="*/ 912064 w 4673016"/>
                    <a:gd name="connsiteY8" fmla="*/ 16933 h 1049866"/>
                    <a:gd name="connsiteX9" fmla="*/ 2323954 w 4673016"/>
                    <a:gd name="connsiteY9" fmla="*/ 616023 h 1049866"/>
                    <a:gd name="connsiteX10" fmla="*/ 3756864 w 4673016"/>
                    <a:gd name="connsiteY10" fmla="*/ 0 h 104986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</a:cxnLst>
                  <a:rect l="l" t="t" r="r" b="b"/>
                  <a:pathLst>
                    <a:path w="4673016" h="1049866">
                      <a:moveTo>
                        <a:pt x="3756864" y="0"/>
                      </a:moveTo>
                      <a:lnTo>
                        <a:pt x="4673016" y="239402"/>
                      </a:lnTo>
                      <a:lnTo>
                        <a:pt x="3993931" y="541866"/>
                      </a:lnTo>
                      <a:lnTo>
                        <a:pt x="3815839" y="467710"/>
                      </a:lnTo>
                      <a:lnTo>
                        <a:pt x="2300598" y="1049866"/>
                      </a:lnTo>
                      <a:lnTo>
                        <a:pt x="912064" y="457200"/>
                      </a:lnTo>
                      <a:lnTo>
                        <a:pt x="624198" y="541866"/>
                      </a:lnTo>
                      <a:lnTo>
                        <a:pt x="0" y="275021"/>
                      </a:lnTo>
                      <a:lnTo>
                        <a:pt x="912064" y="16933"/>
                      </a:lnTo>
                      <a:lnTo>
                        <a:pt x="2323954" y="616023"/>
                      </a:lnTo>
                      <a:lnTo>
                        <a:pt x="3756864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353" name="Freeform 352">
                  <a:extLst>
                    <a:ext uri="{FF2B5EF4-FFF2-40B4-BE49-F238E27FC236}">
                      <a16:creationId xmlns:a16="http://schemas.microsoft.com/office/drawing/2014/main" id="{54AAC614-B4B1-9047-8BBA-FE8D4A259815}"/>
                    </a:ext>
                  </a:extLst>
                </p:cNvPr>
                <p:cNvSpPr/>
                <p:nvPr/>
              </p:nvSpPr>
              <p:spPr>
                <a:xfrm>
                  <a:off x="8367548" y="3054383"/>
                  <a:ext cx="317042" cy="170569"/>
                </a:xfrm>
                <a:custGeom>
                  <a:avLst/>
                  <a:gdLst>
                    <a:gd name="connsiteX0" fmla="*/ 21021 w 1744718"/>
                    <a:gd name="connsiteY0" fmla="*/ 0 h 903890"/>
                    <a:gd name="connsiteX1" fmla="*/ 1744718 w 1744718"/>
                    <a:gd name="connsiteY1" fmla="*/ 693683 h 903890"/>
                    <a:gd name="connsiteX2" fmla="*/ 1145628 w 1744718"/>
                    <a:gd name="connsiteY2" fmla="*/ 903890 h 903890"/>
                    <a:gd name="connsiteX3" fmla="*/ 0 w 1744718"/>
                    <a:gd name="connsiteY3" fmla="*/ 451945 h 903890"/>
                    <a:gd name="connsiteX4" fmla="*/ 21021 w 1744718"/>
                    <a:gd name="connsiteY4" fmla="*/ 0 h 90389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744718" h="903890">
                      <a:moveTo>
                        <a:pt x="21021" y="0"/>
                      </a:moveTo>
                      <a:lnTo>
                        <a:pt x="1744718" y="693683"/>
                      </a:lnTo>
                      <a:lnTo>
                        <a:pt x="1145628" y="903890"/>
                      </a:lnTo>
                      <a:lnTo>
                        <a:pt x="0" y="451945"/>
                      </a:lnTo>
                      <a:lnTo>
                        <a:pt x="21021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354" name="Freeform 353">
                  <a:extLst>
                    <a:ext uri="{FF2B5EF4-FFF2-40B4-BE49-F238E27FC236}">
                      <a16:creationId xmlns:a16="http://schemas.microsoft.com/office/drawing/2014/main" id="{E59BE7CB-C32E-A346-95B4-3992B34807F0}"/>
                    </a:ext>
                  </a:extLst>
                </p:cNvPr>
                <p:cNvSpPr/>
                <p:nvPr/>
              </p:nvSpPr>
              <p:spPr>
                <a:xfrm>
                  <a:off x="7786941" y="3054383"/>
                  <a:ext cx="311312" cy="168585"/>
                </a:xfrm>
                <a:custGeom>
                  <a:avLst/>
                  <a:gdLst>
                    <a:gd name="connsiteX0" fmla="*/ 1702676 w 1713187"/>
                    <a:gd name="connsiteY0" fmla="*/ 0 h 893380"/>
                    <a:gd name="connsiteX1" fmla="*/ 1713187 w 1713187"/>
                    <a:gd name="connsiteY1" fmla="*/ 472966 h 893380"/>
                    <a:gd name="connsiteX2" fmla="*/ 578069 w 1713187"/>
                    <a:gd name="connsiteY2" fmla="*/ 893380 h 893380"/>
                    <a:gd name="connsiteX3" fmla="*/ 0 w 1713187"/>
                    <a:gd name="connsiteY3" fmla="*/ 693683 h 893380"/>
                    <a:gd name="connsiteX4" fmla="*/ 1702676 w 1713187"/>
                    <a:gd name="connsiteY4" fmla="*/ 0 h 89338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713187" h="893380">
                      <a:moveTo>
                        <a:pt x="1702676" y="0"/>
                      </a:moveTo>
                      <a:lnTo>
                        <a:pt x="1713187" y="472966"/>
                      </a:lnTo>
                      <a:lnTo>
                        <a:pt x="578069" y="893380"/>
                      </a:lnTo>
                      <a:lnTo>
                        <a:pt x="0" y="693683"/>
                      </a:lnTo>
                      <a:lnTo>
                        <a:pt x="1702676" y="0"/>
                      </a:lnTo>
                      <a:close/>
                    </a:path>
                  </a:pathLst>
                </a:custGeom>
                <a:solidFill>
                  <a:srgbClr val="0000A8"/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355" name="Freeform 354">
                  <a:extLst>
                    <a:ext uri="{FF2B5EF4-FFF2-40B4-BE49-F238E27FC236}">
                      <a16:creationId xmlns:a16="http://schemas.microsoft.com/office/drawing/2014/main" id="{CAEA8866-D7A6-6A49-8FE1-136D7DBEB024}"/>
                    </a:ext>
                  </a:extLst>
                </p:cNvPr>
                <p:cNvSpPr/>
                <p:nvPr/>
              </p:nvSpPr>
              <p:spPr>
                <a:xfrm>
                  <a:off x="7895013" y="2971083"/>
                  <a:ext cx="676892" cy="267753"/>
                </a:xfrm>
                <a:custGeom>
                  <a:avLst/>
                  <a:gdLst>
                    <a:gd name="connsiteX0" fmla="*/ 599089 w 4162096"/>
                    <a:gd name="connsiteY0" fmla="*/ 273269 h 1618593"/>
                    <a:gd name="connsiteX1" fmla="*/ 882869 w 4162096"/>
                    <a:gd name="connsiteY1" fmla="*/ 199697 h 1618593"/>
                    <a:gd name="connsiteX2" fmla="*/ 2312276 w 4162096"/>
                    <a:gd name="connsiteY2" fmla="*/ 798786 h 1618593"/>
                    <a:gd name="connsiteX3" fmla="*/ 3794234 w 4162096"/>
                    <a:gd name="connsiteY3" fmla="*/ 199697 h 1618593"/>
                    <a:gd name="connsiteX4" fmla="*/ 4014951 w 4162096"/>
                    <a:gd name="connsiteY4" fmla="*/ 273269 h 1618593"/>
                    <a:gd name="connsiteX5" fmla="*/ 3058510 w 4162096"/>
                    <a:gd name="connsiteY5" fmla="*/ 641131 h 1618593"/>
                    <a:gd name="connsiteX6" fmla="*/ 3026979 w 4162096"/>
                    <a:gd name="connsiteY6" fmla="*/ 1114097 h 1618593"/>
                    <a:gd name="connsiteX7" fmla="*/ 4162096 w 4162096"/>
                    <a:gd name="connsiteY7" fmla="*/ 1545021 h 1618593"/>
                    <a:gd name="connsiteX8" fmla="*/ 3878317 w 4162096"/>
                    <a:gd name="connsiteY8" fmla="*/ 1608083 h 1618593"/>
                    <a:gd name="connsiteX9" fmla="*/ 2301765 w 4162096"/>
                    <a:gd name="connsiteY9" fmla="*/ 945931 h 1618593"/>
                    <a:gd name="connsiteX10" fmla="*/ 693682 w 4162096"/>
                    <a:gd name="connsiteY10" fmla="*/ 1618593 h 1618593"/>
                    <a:gd name="connsiteX11" fmla="*/ 430924 w 4162096"/>
                    <a:gd name="connsiteY11" fmla="*/ 1524000 h 1618593"/>
                    <a:gd name="connsiteX12" fmla="*/ 1576551 w 4162096"/>
                    <a:gd name="connsiteY12" fmla="*/ 1082566 h 1618593"/>
                    <a:gd name="connsiteX13" fmla="*/ 1545020 w 4162096"/>
                    <a:gd name="connsiteY13" fmla="*/ 609600 h 1618593"/>
                    <a:gd name="connsiteX14" fmla="*/ 0 w 4162096"/>
                    <a:gd name="connsiteY14" fmla="*/ 0 h 1618593"/>
                    <a:gd name="connsiteX15" fmla="*/ 872358 w 4162096"/>
                    <a:gd name="connsiteY15" fmla="*/ 210207 h 1618593"/>
                    <a:gd name="connsiteX16" fmla="*/ 872358 w 4162096"/>
                    <a:gd name="connsiteY16" fmla="*/ 210207 h 1618593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441434 w 3731172"/>
                    <a:gd name="connsiteY14" fmla="*/ 10510 h 1418896"/>
                    <a:gd name="connsiteX15" fmla="*/ 441434 w 3731172"/>
                    <a:gd name="connsiteY15" fmla="*/ 10510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441434 w 3731172"/>
                    <a:gd name="connsiteY14" fmla="*/ 10510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357351 w 3731172"/>
                    <a:gd name="connsiteY14" fmla="*/ 115613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147144 w 3731172"/>
                    <a:gd name="connsiteY14" fmla="*/ 63061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20413 h 1418896"/>
                    <a:gd name="connsiteX14" fmla="*/ 147144 w 3731172"/>
                    <a:gd name="connsiteY14" fmla="*/ 63061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20413 h 1418896"/>
                    <a:gd name="connsiteX14" fmla="*/ 189185 w 3731172"/>
                    <a:gd name="connsiteY14" fmla="*/ 84081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20413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56137 w 3731172"/>
                    <a:gd name="connsiteY13" fmla="*/ 441434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45626 w 3731172"/>
                    <a:gd name="connsiteY13" fmla="*/ 451945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903890 h 1418896"/>
                    <a:gd name="connsiteX13" fmla="*/ 1145626 w 3731172"/>
                    <a:gd name="connsiteY13" fmla="*/ 451945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06565 w 3710151"/>
                    <a:gd name="connsiteY5" fmla="*/ 441434 h 1418896"/>
                    <a:gd name="connsiteX6" fmla="*/ 2575034 w 3710151"/>
                    <a:gd name="connsiteY6" fmla="*/ 914400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06565 w 3710151"/>
                    <a:gd name="connsiteY5" fmla="*/ 441434 h 1418896"/>
                    <a:gd name="connsiteX6" fmla="*/ 2606565 w 3710151"/>
                    <a:gd name="connsiteY6" fmla="*/ 924910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06565 w 3710151"/>
                    <a:gd name="connsiteY5" fmla="*/ 441434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5151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38028 w 3710151"/>
                    <a:gd name="connsiteY2" fmla="*/ 591655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38028 w 3710151"/>
                    <a:gd name="connsiteY2" fmla="*/ 591655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087434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38028 w 3710151"/>
                    <a:gd name="connsiteY2" fmla="*/ 591655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098586 w 3710151"/>
                    <a:gd name="connsiteY12" fmla="*/ 903890 h 1418896"/>
                    <a:gd name="connsiteX13" fmla="*/ 1087434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62012 w 3725019"/>
                    <a:gd name="connsiteY0" fmla="*/ 73572 h 1418896"/>
                    <a:gd name="connsiteX1" fmla="*/ 445792 w 3725019"/>
                    <a:gd name="connsiteY1" fmla="*/ 0 h 1418896"/>
                    <a:gd name="connsiteX2" fmla="*/ 1852896 w 3725019"/>
                    <a:gd name="connsiteY2" fmla="*/ 591655 h 1418896"/>
                    <a:gd name="connsiteX3" fmla="*/ 3357157 w 3725019"/>
                    <a:gd name="connsiteY3" fmla="*/ 0 h 1418896"/>
                    <a:gd name="connsiteX4" fmla="*/ 3577874 w 3725019"/>
                    <a:gd name="connsiteY4" fmla="*/ 73572 h 1418896"/>
                    <a:gd name="connsiteX5" fmla="*/ 2632585 w 3725019"/>
                    <a:gd name="connsiteY5" fmla="*/ 448868 h 1418896"/>
                    <a:gd name="connsiteX6" fmla="*/ 2625150 w 3725019"/>
                    <a:gd name="connsiteY6" fmla="*/ 902607 h 1418896"/>
                    <a:gd name="connsiteX7" fmla="*/ 3725019 w 3725019"/>
                    <a:gd name="connsiteY7" fmla="*/ 1345324 h 1418896"/>
                    <a:gd name="connsiteX8" fmla="*/ 3441240 w 3725019"/>
                    <a:gd name="connsiteY8" fmla="*/ 1408386 h 1418896"/>
                    <a:gd name="connsiteX9" fmla="*/ 1864688 w 3725019"/>
                    <a:gd name="connsiteY9" fmla="*/ 746234 h 1418896"/>
                    <a:gd name="connsiteX10" fmla="*/ 256605 w 3725019"/>
                    <a:gd name="connsiteY10" fmla="*/ 1418896 h 1418896"/>
                    <a:gd name="connsiteX11" fmla="*/ 0 w 3725019"/>
                    <a:gd name="connsiteY11" fmla="*/ 1331097 h 1418896"/>
                    <a:gd name="connsiteX12" fmla="*/ 1113454 w 3725019"/>
                    <a:gd name="connsiteY12" fmla="*/ 903890 h 1418896"/>
                    <a:gd name="connsiteX13" fmla="*/ 1102302 w 3725019"/>
                    <a:gd name="connsiteY13" fmla="*/ 451945 h 1418896"/>
                    <a:gd name="connsiteX14" fmla="*/ 183032 w 3725019"/>
                    <a:gd name="connsiteY14" fmla="*/ 84081 h 1418896"/>
                    <a:gd name="connsiteX15" fmla="*/ 162012 w 3725019"/>
                    <a:gd name="connsiteY15" fmla="*/ 73572 h 141889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</a:cxnLst>
                  <a:rect l="l" t="t" r="r" b="b"/>
                  <a:pathLst>
                    <a:path w="3725019" h="1418896">
                      <a:moveTo>
                        <a:pt x="162012" y="73572"/>
                      </a:moveTo>
                      <a:lnTo>
                        <a:pt x="445792" y="0"/>
                      </a:lnTo>
                      <a:lnTo>
                        <a:pt x="1852896" y="591655"/>
                      </a:lnTo>
                      <a:lnTo>
                        <a:pt x="3357157" y="0"/>
                      </a:lnTo>
                      <a:lnTo>
                        <a:pt x="3577874" y="73572"/>
                      </a:lnTo>
                      <a:lnTo>
                        <a:pt x="2632585" y="448868"/>
                      </a:lnTo>
                      <a:lnTo>
                        <a:pt x="2625150" y="902607"/>
                      </a:lnTo>
                      <a:lnTo>
                        <a:pt x="3725019" y="1345324"/>
                      </a:lnTo>
                      <a:lnTo>
                        <a:pt x="3441240" y="1408386"/>
                      </a:lnTo>
                      <a:lnTo>
                        <a:pt x="1864688" y="746234"/>
                      </a:lnTo>
                      <a:lnTo>
                        <a:pt x="256605" y="1418896"/>
                      </a:lnTo>
                      <a:lnTo>
                        <a:pt x="0" y="1331097"/>
                      </a:lnTo>
                      <a:lnTo>
                        <a:pt x="1113454" y="903890"/>
                      </a:lnTo>
                      <a:cubicBezTo>
                        <a:pt x="1113454" y="760249"/>
                        <a:pt x="1102302" y="595586"/>
                        <a:pt x="1102302" y="451945"/>
                      </a:cubicBezTo>
                      <a:lnTo>
                        <a:pt x="183032" y="84081"/>
                      </a:lnTo>
                      <a:cubicBezTo>
                        <a:pt x="26317" y="21019"/>
                        <a:pt x="169019" y="77075"/>
                        <a:pt x="162012" y="73572"/>
                      </a:cubicBezTo>
                      <a:close/>
                    </a:path>
                  </a:pathLst>
                </a:custGeom>
                <a:solidFill>
                  <a:schemeClr val="accent1">
                    <a:lumMod val="60000"/>
                    <a:lumOff val="40000"/>
                  </a:schemeClr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p:grpSp>
        </p:grpSp>
        <p:sp>
          <p:nvSpPr>
            <p:cNvPr id="190" name="Freeform 6">
              <a:extLst>
                <a:ext uri="{FF2B5EF4-FFF2-40B4-BE49-F238E27FC236}">
                  <a16:creationId xmlns:a16="http://schemas.microsoft.com/office/drawing/2014/main" id="{812505EE-DEAC-B44A-A839-759F29108CC2}"/>
                </a:ext>
              </a:extLst>
            </p:cNvPr>
            <p:cNvSpPr>
              <a:spLocks/>
            </p:cNvSpPr>
            <p:nvPr/>
          </p:nvSpPr>
          <p:spPr bwMode="auto">
            <a:xfrm>
              <a:off x="4581324" y="4994579"/>
              <a:ext cx="542925" cy="295275"/>
            </a:xfrm>
            <a:custGeom>
              <a:avLst/>
              <a:gdLst>
                <a:gd name="T0" fmla="*/ 0 w 342"/>
                <a:gd name="T1" fmla="*/ 2147483647 h 186"/>
                <a:gd name="T2" fmla="*/ 2147483647 w 342"/>
                <a:gd name="T3" fmla="*/ 0 h 186"/>
                <a:gd name="T4" fmla="*/ 0 60000 65536"/>
                <a:gd name="T5" fmla="*/ 0 60000 65536"/>
                <a:gd name="T6" fmla="*/ 0 w 342"/>
                <a:gd name="T7" fmla="*/ 0 h 186"/>
                <a:gd name="T8" fmla="*/ 342 w 342"/>
                <a:gd name="T9" fmla="*/ 186 h 18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342" h="186">
                  <a:moveTo>
                    <a:pt x="0" y="186"/>
                  </a:moveTo>
                  <a:lnTo>
                    <a:pt x="342" y="0"/>
                  </a:lnTo>
                </a:path>
              </a:pathLst>
            </a:cu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275" name="Freeform 91">
              <a:extLst>
                <a:ext uri="{FF2B5EF4-FFF2-40B4-BE49-F238E27FC236}">
                  <a16:creationId xmlns:a16="http://schemas.microsoft.com/office/drawing/2014/main" id="{76C479BA-ED38-4947-AD35-F635DF9E3E25}"/>
                </a:ext>
              </a:extLst>
            </p:cNvPr>
            <p:cNvSpPr>
              <a:spLocks/>
            </p:cNvSpPr>
            <p:nvPr/>
          </p:nvSpPr>
          <p:spPr bwMode="auto">
            <a:xfrm>
              <a:off x="5622724" y="4988229"/>
              <a:ext cx="506413" cy="307975"/>
            </a:xfrm>
            <a:custGeom>
              <a:avLst/>
              <a:gdLst>
                <a:gd name="T0" fmla="*/ 0 w 318"/>
                <a:gd name="T1" fmla="*/ 0 h 194"/>
                <a:gd name="T2" fmla="*/ 2147483647 w 318"/>
                <a:gd name="T3" fmla="*/ 2147483647 h 194"/>
                <a:gd name="T4" fmla="*/ 0 60000 65536"/>
                <a:gd name="T5" fmla="*/ 0 60000 65536"/>
                <a:gd name="T6" fmla="*/ 0 w 318"/>
                <a:gd name="T7" fmla="*/ 0 h 194"/>
                <a:gd name="T8" fmla="*/ 318 w 318"/>
                <a:gd name="T9" fmla="*/ 194 h 194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318" h="194">
                  <a:moveTo>
                    <a:pt x="0" y="0"/>
                  </a:moveTo>
                  <a:lnTo>
                    <a:pt x="318" y="194"/>
                  </a:lnTo>
                </a:path>
              </a:pathLst>
            </a:cu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276" name="Freeform 92">
              <a:extLst>
                <a:ext uri="{FF2B5EF4-FFF2-40B4-BE49-F238E27FC236}">
                  <a16:creationId xmlns:a16="http://schemas.microsoft.com/office/drawing/2014/main" id="{124CDDC7-679C-D04E-9FD3-5181047829F5}"/>
                </a:ext>
              </a:extLst>
            </p:cNvPr>
            <p:cNvSpPr>
              <a:spLocks/>
            </p:cNvSpPr>
            <p:nvPr/>
          </p:nvSpPr>
          <p:spPr bwMode="auto">
            <a:xfrm>
              <a:off x="4557512" y="5380342"/>
              <a:ext cx="481012" cy="238125"/>
            </a:xfrm>
            <a:custGeom>
              <a:avLst/>
              <a:gdLst>
                <a:gd name="T0" fmla="*/ 0 w 294"/>
                <a:gd name="T1" fmla="*/ 0 h 174"/>
                <a:gd name="T2" fmla="*/ 2147483647 w 294"/>
                <a:gd name="T3" fmla="*/ 2147483647 h 174"/>
                <a:gd name="T4" fmla="*/ 0 60000 65536"/>
                <a:gd name="T5" fmla="*/ 0 60000 65536"/>
                <a:gd name="T6" fmla="*/ 0 w 294"/>
                <a:gd name="T7" fmla="*/ 0 h 174"/>
                <a:gd name="T8" fmla="*/ 294 w 294"/>
                <a:gd name="T9" fmla="*/ 174 h 174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294" h="174">
                  <a:moveTo>
                    <a:pt x="0" y="0"/>
                  </a:moveTo>
                  <a:lnTo>
                    <a:pt x="294" y="174"/>
                  </a:lnTo>
                </a:path>
              </a:pathLst>
            </a:cu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277" name="Freeform 93">
              <a:extLst>
                <a:ext uri="{FF2B5EF4-FFF2-40B4-BE49-F238E27FC236}">
                  <a16:creationId xmlns:a16="http://schemas.microsoft.com/office/drawing/2014/main" id="{E2A83ACF-7B20-AC4B-83B1-FE92C60435AC}"/>
                </a:ext>
              </a:extLst>
            </p:cNvPr>
            <p:cNvSpPr>
              <a:spLocks/>
            </p:cNvSpPr>
            <p:nvPr/>
          </p:nvSpPr>
          <p:spPr bwMode="auto">
            <a:xfrm>
              <a:off x="5505249" y="5356529"/>
              <a:ext cx="630238" cy="247650"/>
            </a:xfrm>
            <a:custGeom>
              <a:avLst/>
              <a:gdLst>
                <a:gd name="T0" fmla="*/ 0 w 378"/>
                <a:gd name="T1" fmla="*/ 2147483647 h 174"/>
                <a:gd name="T2" fmla="*/ 2147483647 w 378"/>
                <a:gd name="T3" fmla="*/ 0 h 174"/>
                <a:gd name="T4" fmla="*/ 0 60000 65536"/>
                <a:gd name="T5" fmla="*/ 0 60000 65536"/>
                <a:gd name="T6" fmla="*/ 0 w 378"/>
                <a:gd name="T7" fmla="*/ 0 h 174"/>
                <a:gd name="T8" fmla="*/ 378 w 378"/>
                <a:gd name="T9" fmla="*/ 174 h 174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378" h="174">
                  <a:moveTo>
                    <a:pt x="0" y="174"/>
                  </a:moveTo>
                  <a:lnTo>
                    <a:pt x="378" y="0"/>
                  </a:lnTo>
                </a:path>
              </a:pathLst>
            </a:cu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278" name="Freeform 94">
              <a:extLst>
                <a:ext uri="{FF2B5EF4-FFF2-40B4-BE49-F238E27FC236}">
                  <a16:creationId xmlns:a16="http://schemas.microsoft.com/office/drawing/2014/main" id="{0B9C88EB-CE4C-1E43-BD78-4EA6BB3E66E3}"/>
                </a:ext>
              </a:extLst>
            </p:cNvPr>
            <p:cNvSpPr>
              <a:spLocks/>
            </p:cNvSpPr>
            <p:nvPr/>
          </p:nvSpPr>
          <p:spPr bwMode="auto">
            <a:xfrm>
              <a:off x="6173587" y="5410504"/>
              <a:ext cx="206375" cy="508000"/>
            </a:xfrm>
            <a:custGeom>
              <a:avLst/>
              <a:gdLst>
                <a:gd name="T0" fmla="*/ 0 w 118"/>
                <a:gd name="T1" fmla="*/ 2147483647 h 500"/>
                <a:gd name="T2" fmla="*/ 2147483647 w 118"/>
                <a:gd name="T3" fmla="*/ 0 h 500"/>
                <a:gd name="T4" fmla="*/ 0 60000 65536"/>
                <a:gd name="T5" fmla="*/ 0 60000 65536"/>
                <a:gd name="T6" fmla="*/ 0 w 118"/>
                <a:gd name="T7" fmla="*/ 0 h 500"/>
                <a:gd name="T8" fmla="*/ 118 w 118"/>
                <a:gd name="T9" fmla="*/ 500 h 500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118" h="500">
                  <a:moveTo>
                    <a:pt x="0" y="500"/>
                  </a:moveTo>
                  <a:lnTo>
                    <a:pt x="118" y="0"/>
                  </a:lnTo>
                </a:path>
              </a:pathLst>
            </a:cu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279" name="Freeform 95">
              <a:extLst>
                <a:ext uri="{FF2B5EF4-FFF2-40B4-BE49-F238E27FC236}">
                  <a16:creationId xmlns:a16="http://schemas.microsoft.com/office/drawing/2014/main" id="{CFFC9FF4-E928-074A-8F72-9E180DF7971C}"/>
                </a:ext>
              </a:extLst>
            </p:cNvPr>
            <p:cNvSpPr>
              <a:spLocks/>
            </p:cNvSpPr>
            <p:nvPr/>
          </p:nvSpPr>
          <p:spPr bwMode="auto">
            <a:xfrm>
              <a:off x="4936923" y="5943904"/>
              <a:ext cx="970395" cy="81756"/>
            </a:xfrm>
            <a:custGeom>
              <a:avLst/>
              <a:gdLst>
                <a:gd name="T0" fmla="*/ 2147483647 w 370"/>
                <a:gd name="T1" fmla="*/ 2147483647 h 32"/>
                <a:gd name="T2" fmla="*/ 0 w 370"/>
                <a:gd name="T3" fmla="*/ 0 h 32"/>
                <a:gd name="T4" fmla="*/ 0 60000 65536"/>
                <a:gd name="T5" fmla="*/ 0 60000 65536"/>
                <a:gd name="T6" fmla="*/ 0 w 370"/>
                <a:gd name="T7" fmla="*/ 0 h 32"/>
                <a:gd name="T8" fmla="*/ 370 w 370"/>
                <a:gd name="T9" fmla="*/ 32 h 32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370" h="32">
                  <a:moveTo>
                    <a:pt x="370" y="32"/>
                  </a:moveTo>
                  <a:lnTo>
                    <a:pt x="0" y="0"/>
                  </a:lnTo>
                </a:path>
              </a:pathLst>
            </a:cu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280" name="Freeform 96">
              <a:extLst>
                <a:ext uri="{FF2B5EF4-FFF2-40B4-BE49-F238E27FC236}">
                  <a16:creationId xmlns:a16="http://schemas.microsoft.com/office/drawing/2014/main" id="{FC6453FD-735C-9F4A-B961-B872F0071128}"/>
                </a:ext>
              </a:extLst>
            </p:cNvPr>
            <p:cNvSpPr>
              <a:spLocks/>
            </p:cNvSpPr>
            <p:nvPr/>
          </p:nvSpPr>
          <p:spPr bwMode="auto">
            <a:xfrm>
              <a:off x="4400349" y="5424888"/>
              <a:ext cx="193675" cy="404716"/>
            </a:xfrm>
            <a:custGeom>
              <a:avLst/>
              <a:gdLst>
                <a:gd name="T0" fmla="*/ 2147483647 w 176"/>
                <a:gd name="T1" fmla="*/ 2147483647 h 412"/>
                <a:gd name="T2" fmla="*/ 2147483647 w 176"/>
                <a:gd name="T3" fmla="*/ 2147483647 h 412"/>
                <a:gd name="T4" fmla="*/ 0 w 176"/>
                <a:gd name="T5" fmla="*/ 0 h 412"/>
                <a:gd name="T6" fmla="*/ 0 60000 65536"/>
                <a:gd name="T7" fmla="*/ 0 60000 65536"/>
                <a:gd name="T8" fmla="*/ 0 60000 65536"/>
                <a:gd name="T9" fmla="*/ 0 w 176"/>
                <a:gd name="T10" fmla="*/ 0 h 412"/>
                <a:gd name="T11" fmla="*/ 176 w 176"/>
                <a:gd name="T12" fmla="*/ 412 h 412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76" h="412">
                  <a:moveTo>
                    <a:pt x="162" y="408"/>
                  </a:moveTo>
                  <a:lnTo>
                    <a:pt x="176" y="412"/>
                  </a:lnTo>
                  <a:lnTo>
                    <a:pt x="0" y="0"/>
                  </a:lnTo>
                </a:path>
              </a:pathLst>
            </a:cu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grpSp>
          <p:nvGrpSpPr>
            <p:cNvPr id="315" name="Group 314">
              <a:extLst>
                <a:ext uri="{FF2B5EF4-FFF2-40B4-BE49-F238E27FC236}">
                  <a16:creationId xmlns:a16="http://schemas.microsoft.com/office/drawing/2014/main" id="{4211C5D7-E98B-7448-9452-57EB36146678}"/>
                </a:ext>
              </a:extLst>
            </p:cNvPr>
            <p:cNvGrpSpPr/>
            <p:nvPr/>
          </p:nvGrpSpPr>
          <p:grpSpPr>
            <a:xfrm>
              <a:off x="5868328" y="5862061"/>
              <a:ext cx="496248" cy="260542"/>
              <a:chOff x="7493876" y="2774731"/>
              <a:chExt cx="1481958" cy="894622"/>
            </a:xfrm>
          </p:grpSpPr>
          <p:sp>
            <p:nvSpPr>
              <p:cNvPr id="316" name="Freeform 315">
                <a:extLst>
                  <a:ext uri="{FF2B5EF4-FFF2-40B4-BE49-F238E27FC236}">
                    <a16:creationId xmlns:a16="http://schemas.microsoft.com/office/drawing/2014/main" id="{8AB7F791-7AD9-F648-B2E0-B6E3683A8D55}"/>
                  </a:ext>
                </a:extLst>
              </p:cNvPr>
              <p:cNvSpPr/>
              <p:nvPr/>
            </p:nvSpPr>
            <p:spPr>
              <a:xfrm>
                <a:off x="7493876" y="3084399"/>
                <a:ext cx="1481958" cy="584954"/>
              </a:xfrm>
              <a:custGeom>
                <a:avLst/>
                <a:gdLst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88524 w 8187558"/>
                  <a:gd name="connsiteY5" fmla="*/ 1597573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88524 w 8187558"/>
                  <a:gd name="connsiteY5" fmla="*/ 1597573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76538 w 8176538"/>
                  <a:gd name="connsiteY0" fmla="*/ 0 h 2638097"/>
                  <a:gd name="connsiteX1" fmla="*/ 8176538 w 8176538"/>
                  <a:gd name="connsiteY1" fmla="*/ 1271752 h 2638097"/>
                  <a:gd name="connsiteX2" fmla="*/ 4088015 w 8176538"/>
                  <a:gd name="connsiteY2" fmla="*/ 2638097 h 2638097"/>
                  <a:gd name="connsiteX3" fmla="*/ 0 w 8176538"/>
                  <a:gd name="connsiteY3" fmla="*/ 1269888 h 2638097"/>
                  <a:gd name="connsiteX4" fmla="*/ 20511 w 8176538"/>
                  <a:gd name="connsiteY4" fmla="*/ 147145 h 2638097"/>
                  <a:gd name="connsiteX5" fmla="*/ 4088015 w 8176538"/>
                  <a:gd name="connsiteY5" fmla="*/ 1566042 h 2638097"/>
                  <a:gd name="connsiteX6" fmla="*/ 8176538 w 8176538"/>
                  <a:gd name="connsiteY6" fmla="*/ 0 h 2638097"/>
                  <a:gd name="connsiteX0" fmla="*/ 8176538 w 8176538"/>
                  <a:gd name="connsiteY0" fmla="*/ 0 h 2772020"/>
                  <a:gd name="connsiteX1" fmla="*/ 8176538 w 8176538"/>
                  <a:gd name="connsiteY1" fmla="*/ 1271752 h 2772020"/>
                  <a:gd name="connsiteX2" fmla="*/ 4099034 w 8176538"/>
                  <a:gd name="connsiteY2" fmla="*/ 2772020 h 2772020"/>
                  <a:gd name="connsiteX3" fmla="*/ 0 w 8176538"/>
                  <a:gd name="connsiteY3" fmla="*/ 1269888 h 2772020"/>
                  <a:gd name="connsiteX4" fmla="*/ 20511 w 8176538"/>
                  <a:gd name="connsiteY4" fmla="*/ 147145 h 2772020"/>
                  <a:gd name="connsiteX5" fmla="*/ 4088015 w 8176538"/>
                  <a:gd name="connsiteY5" fmla="*/ 1566042 h 2772020"/>
                  <a:gd name="connsiteX6" fmla="*/ 8176538 w 8176538"/>
                  <a:gd name="connsiteY6" fmla="*/ 0 h 2772020"/>
                  <a:gd name="connsiteX0" fmla="*/ 8176538 w 8176538"/>
                  <a:gd name="connsiteY0" fmla="*/ 0 h 2772339"/>
                  <a:gd name="connsiteX1" fmla="*/ 8176538 w 8176538"/>
                  <a:gd name="connsiteY1" fmla="*/ 1378890 h 2772339"/>
                  <a:gd name="connsiteX2" fmla="*/ 4099034 w 8176538"/>
                  <a:gd name="connsiteY2" fmla="*/ 2772020 h 2772339"/>
                  <a:gd name="connsiteX3" fmla="*/ 0 w 8176538"/>
                  <a:gd name="connsiteY3" fmla="*/ 1269888 h 2772339"/>
                  <a:gd name="connsiteX4" fmla="*/ 20511 w 8176538"/>
                  <a:gd name="connsiteY4" fmla="*/ 147145 h 2772339"/>
                  <a:gd name="connsiteX5" fmla="*/ 4088015 w 8176538"/>
                  <a:gd name="connsiteY5" fmla="*/ 1566042 h 2772339"/>
                  <a:gd name="connsiteX6" fmla="*/ 8176538 w 8176538"/>
                  <a:gd name="connsiteY6" fmla="*/ 0 h 2772339"/>
                  <a:gd name="connsiteX0" fmla="*/ 8176538 w 8176538"/>
                  <a:gd name="connsiteY0" fmla="*/ 0 h 2825888"/>
                  <a:gd name="connsiteX1" fmla="*/ 8176538 w 8176538"/>
                  <a:gd name="connsiteY1" fmla="*/ 1378890 h 2825888"/>
                  <a:gd name="connsiteX2" fmla="*/ 4099034 w 8176538"/>
                  <a:gd name="connsiteY2" fmla="*/ 2825590 h 2825888"/>
                  <a:gd name="connsiteX3" fmla="*/ 0 w 8176538"/>
                  <a:gd name="connsiteY3" fmla="*/ 1269888 h 2825888"/>
                  <a:gd name="connsiteX4" fmla="*/ 20511 w 8176538"/>
                  <a:gd name="connsiteY4" fmla="*/ 147145 h 2825888"/>
                  <a:gd name="connsiteX5" fmla="*/ 4088015 w 8176538"/>
                  <a:gd name="connsiteY5" fmla="*/ 1566042 h 2825888"/>
                  <a:gd name="connsiteX6" fmla="*/ 8176538 w 8176538"/>
                  <a:gd name="connsiteY6" fmla="*/ 0 h 2825888"/>
                  <a:gd name="connsiteX0" fmla="*/ 8165518 w 8165518"/>
                  <a:gd name="connsiteY0" fmla="*/ 0 h 2825606"/>
                  <a:gd name="connsiteX1" fmla="*/ 8165518 w 8165518"/>
                  <a:gd name="connsiteY1" fmla="*/ 1378890 h 2825606"/>
                  <a:gd name="connsiteX2" fmla="*/ 4088014 w 8165518"/>
                  <a:gd name="connsiteY2" fmla="*/ 2825590 h 2825606"/>
                  <a:gd name="connsiteX3" fmla="*/ 0 w 8165518"/>
                  <a:gd name="connsiteY3" fmla="*/ 1403811 h 2825606"/>
                  <a:gd name="connsiteX4" fmla="*/ 9491 w 8165518"/>
                  <a:gd name="connsiteY4" fmla="*/ 147145 h 2825606"/>
                  <a:gd name="connsiteX5" fmla="*/ 4076995 w 8165518"/>
                  <a:gd name="connsiteY5" fmla="*/ 1566042 h 2825606"/>
                  <a:gd name="connsiteX6" fmla="*/ 8165518 w 8165518"/>
                  <a:gd name="connsiteY6" fmla="*/ 0 h 2825606"/>
                  <a:gd name="connsiteX0" fmla="*/ 8165518 w 8165518"/>
                  <a:gd name="connsiteY0" fmla="*/ 0 h 2879174"/>
                  <a:gd name="connsiteX1" fmla="*/ 8165518 w 8165518"/>
                  <a:gd name="connsiteY1" fmla="*/ 1378890 h 2879174"/>
                  <a:gd name="connsiteX2" fmla="*/ 4132092 w 8165518"/>
                  <a:gd name="connsiteY2" fmla="*/ 2879159 h 2879174"/>
                  <a:gd name="connsiteX3" fmla="*/ 0 w 8165518"/>
                  <a:gd name="connsiteY3" fmla="*/ 1403811 h 2879174"/>
                  <a:gd name="connsiteX4" fmla="*/ 9491 w 8165518"/>
                  <a:gd name="connsiteY4" fmla="*/ 147145 h 2879174"/>
                  <a:gd name="connsiteX5" fmla="*/ 4076995 w 8165518"/>
                  <a:gd name="connsiteY5" fmla="*/ 1566042 h 2879174"/>
                  <a:gd name="connsiteX6" fmla="*/ 8165518 w 8165518"/>
                  <a:gd name="connsiteY6" fmla="*/ 0 h 2879174"/>
                  <a:gd name="connsiteX0" fmla="*/ 8165518 w 8176537"/>
                  <a:gd name="connsiteY0" fmla="*/ 0 h 2879410"/>
                  <a:gd name="connsiteX1" fmla="*/ 8176537 w 8176537"/>
                  <a:gd name="connsiteY1" fmla="*/ 1499420 h 2879410"/>
                  <a:gd name="connsiteX2" fmla="*/ 4132092 w 8176537"/>
                  <a:gd name="connsiteY2" fmla="*/ 2879159 h 2879410"/>
                  <a:gd name="connsiteX3" fmla="*/ 0 w 8176537"/>
                  <a:gd name="connsiteY3" fmla="*/ 1403811 h 2879410"/>
                  <a:gd name="connsiteX4" fmla="*/ 9491 w 8176537"/>
                  <a:gd name="connsiteY4" fmla="*/ 147145 h 2879410"/>
                  <a:gd name="connsiteX5" fmla="*/ 4076995 w 8176537"/>
                  <a:gd name="connsiteY5" fmla="*/ 1566042 h 2879410"/>
                  <a:gd name="connsiteX6" fmla="*/ 8165518 w 8176537"/>
                  <a:gd name="connsiteY6" fmla="*/ 0 h 2879410"/>
                  <a:gd name="connsiteX0" fmla="*/ 8165518 w 8176537"/>
                  <a:gd name="connsiteY0" fmla="*/ 0 h 2879262"/>
                  <a:gd name="connsiteX1" fmla="*/ 8176537 w 8176537"/>
                  <a:gd name="connsiteY1" fmla="*/ 1499420 h 2879262"/>
                  <a:gd name="connsiteX2" fmla="*/ 4132092 w 8176537"/>
                  <a:gd name="connsiteY2" fmla="*/ 2879159 h 2879262"/>
                  <a:gd name="connsiteX3" fmla="*/ 0 w 8176537"/>
                  <a:gd name="connsiteY3" fmla="*/ 1403811 h 2879262"/>
                  <a:gd name="connsiteX4" fmla="*/ 9491 w 8176537"/>
                  <a:gd name="connsiteY4" fmla="*/ 147145 h 2879262"/>
                  <a:gd name="connsiteX5" fmla="*/ 4076995 w 8176537"/>
                  <a:gd name="connsiteY5" fmla="*/ 1566042 h 2879262"/>
                  <a:gd name="connsiteX6" fmla="*/ 8165518 w 8176537"/>
                  <a:gd name="connsiteY6" fmla="*/ 0 h 2879262"/>
                  <a:gd name="connsiteX0" fmla="*/ 8165518 w 8176537"/>
                  <a:gd name="connsiteY0" fmla="*/ 0 h 2879163"/>
                  <a:gd name="connsiteX1" fmla="*/ 8176537 w 8176537"/>
                  <a:gd name="connsiteY1" fmla="*/ 1499420 h 2879163"/>
                  <a:gd name="connsiteX2" fmla="*/ 4132092 w 8176537"/>
                  <a:gd name="connsiteY2" fmla="*/ 2879159 h 2879163"/>
                  <a:gd name="connsiteX3" fmla="*/ 0 w 8176537"/>
                  <a:gd name="connsiteY3" fmla="*/ 1510948 h 2879163"/>
                  <a:gd name="connsiteX4" fmla="*/ 9491 w 8176537"/>
                  <a:gd name="connsiteY4" fmla="*/ 147145 h 2879163"/>
                  <a:gd name="connsiteX5" fmla="*/ 4076995 w 8176537"/>
                  <a:gd name="connsiteY5" fmla="*/ 1566042 h 2879163"/>
                  <a:gd name="connsiteX6" fmla="*/ 8165518 w 8176537"/>
                  <a:gd name="connsiteY6" fmla="*/ 0 h 2879163"/>
                  <a:gd name="connsiteX0" fmla="*/ 8165518 w 8198577"/>
                  <a:gd name="connsiteY0" fmla="*/ 0 h 2879451"/>
                  <a:gd name="connsiteX1" fmla="*/ 8198577 w 8198577"/>
                  <a:gd name="connsiteY1" fmla="*/ 1606558 h 2879451"/>
                  <a:gd name="connsiteX2" fmla="*/ 4132092 w 8198577"/>
                  <a:gd name="connsiteY2" fmla="*/ 2879159 h 2879451"/>
                  <a:gd name="connsiteX3" fmla="*/ 0 w 8198577"/>
                  <a:gd name="connsiteY3" fmla="*/ 1510948 h 2879451"/>
                  <a:gd name="connsiteX4" fmla="*/ 9491 w 8198577"/>
                  <a:gd name="connsiteY4" fmla="*/ 147145 h 2879451"/>
                  <a:gd name="connsiteX5" fmla="*/ 4076995 w 8198577"/>
                  <a:gd name="connsiteY5" fmla="*/ 1566042 h 2879451"/>
                  <a:gd name="connsiteX6" fmla="*/ 8165518 w 8198577"/>
                  <a:gd name="connsiteY6" fmla="*/ 0 h 2879451"/>
                  <a:gd name="connsiteX0" fmla="*/ 8165518 w 8165518"/>
                  <a:gd name="connsiteY0" fmla="*/ 0 h 2880066"/>
                  <a:gd name="connsiteX1" fmla="*/ 8165518 w 8165518"/>
                  <a:gd name="connsiteY1" fmla="*/ 1673520 h 2880066"/>
                  <a:gd name="connsiteX2" fmla="*/ 4132092 w 8165518"/>
                  <a:gd name="connsiteY2" fmla="*/ 2879159 h 2880066"/>
                  <a:gd name="connsiteX3" fmla="*/ 0 w 8165518"/>
                  <a:gd name="connsiteY3" fmla="*/ 1510948 h 2880066"/>
                  <a:gd name="connsiteX4" fmla="*/ 9491 w 8165518"/>
                  <a:gd name="connsiteY4" fmla="*/ 147145 h 2880066"/>
                  <a:gd name="connsiteX5" fmla="*/ 4076995 w 8165518"/>
                  <a:gd name="connsiteY5" fmla="*/ 1566042 h 2880066"/>
                  <a:gd name="connsiteX6" fmla="*/ 8165518 w 8165518"/>
                  <a:gd name="connsiteY6" fmla="*/ 0 h 2880066"/>
                  <a:gd name="connsiteX0" fmla="*/ 8156794 w 8156794"/>
                  <a:gd name="connsiteY0" fmla="*/ 0 h 2879270"/>
                  <a:gd name="connsiteX1" fmla="*/ 8156794 w 8156794"/>
                  <a:gd name="connsiteY1" fmla="*/ 1673520 h 2879270"/>
                  <a:gd name="connsiteX2" fmla="*/ 4123368 w 8156794"/>
                  <a:gd name="connsiteY2" fmla="*/ 2879159 h 2879270"/>
                  <a:gd name="connsiteX3" fmla="*/ 2295 w 8156794"/>
                  <a:gd name="connsiteY3" fmla="*/ 1618086 h 2879270"/>
                  <a:gd name="connsiteX4" fmla="*/ 767 w 8156794"/>
                  <a:gd name="connsiteY4" fmla="*/ 147145 h 2879270"/>
                  <a:gd name="connsiteX5" fmla="*/ 4068271 w 8156794"/>
                  <a:gd name="connsiteY5" fmla="*/ 1566042 h 2879270"/>
                  <a:gd name="connsiteX6" fmla="*/ 8156794 w 8156794"/>
                  <a:gd name="connsiteY6" fmla="*/ 0 h 2879270"/>
                  <a:gd name="connsiteX0" fmla="*/ 8156794 w 8156794"/>
                  <a:gd name="connsiteY0" fmla="*/ 0 h 2973000"/>
                  <a:gd name="connsiteX1" fmla="*/ 8156794 w 8156794"/>
                  <a:gd name="connsiteY1" fmla="*/ 1673520 h 2973000"/>
                  <a:gd name="connsiteX2" fmla="*/ 4134388 w 8156794"/>
                  <a:gd name="connsiteY2" fmla="*/ 2972904 h 2973000"/>
                  <a:gd name="connsiteX3" fmla="*/ 2295 w 8156794"/>
                  <a:gd name="connsiteY3" fmla="*/ 1618086 h 2973000"/>
                  <a:gd name="connsiteX4" fmla="*/ 767 w 8156794"/>
                  <a:gd name="connsiteY4" fmla="*/ 147145 h 2973000"/>
                  <a:gd name="connsiteX5" fmla="*/ 4068271 w 8156794"/>
                  <a:gd name="connsiteY5" fmla="*/ 1566042 h 2973000"/>
                  <a:gd name="connsiteX6" fmla="*/ 8156794 w 8156794"/>
                  <a:gd name="connsiteY6" fmla="*/ 0 h 2973000"/>
                  <a:gd name="connsiteX0" fmla="*/ 8156794 w 8156794"/>
                  <a:gd name="connsiteY0" fmla="*/ 0 h 2973000"/>
                  <a:gd name="connsiteX1" fmla="*/ 8156794 w 8156794"/>
                  <a:gd name="connsiteY1" fmla="*/ 1673520 h 2973000"/>
                  <a:gd name="connsiteX2" fmla="*/ 4134388 w 8156794"/>
                  <a:gd name="connsiteY2" fmla="*/ 2972904 h 2973000"/>
                  <a:gd name="connsiteX3" fmla="*/ 2295 w 8156794"/>
                  <a:gd name="connsiteY3" fmla="*/ 1618086 h 2973000"/>
                  <a:gd name="connsiteX4" fmla="*/ 767 w 8156794"/>
                  <a:gd name="connsiteY4" fmla="*/ 147145 h 2973000"/>
                  <a:gd name="connsiteX5" fmla="*/ 4068271 w 8156794"/>
                  <a:gd name="connsiteY5" fmla="*/ 1566042 h 2973000"/>
                  <a:gd name="connsiteX6" fmla="*/ 8156794 w 8156794"/>
                  <a:gd name="connsiteY6" fmla="*/ 0 h 2973000"/>
                  <a:gd name="connsiteX0" fmla="*/ 8156794 w 8156794"/>
                  <a:gd name="connsiteY0" fmla="*/ 0 h 2973000"/>
                  <a:gd name="connsiteX1" fmla="*/ 8156794 w 8156794"/>
                  <a:gd name="connsiteY1" fmla="*/ 1673520 h 2973000"/>
                  <a:gd name="connsiteX2" fmla="*/ 4134388 w 8156794"/>
                  <a:gd name="connsiteY2" fmla="*/ 2972904 h 2973000"/>
                  <a:gd name="connsiteX3" fmla="*/ 2295 w 8156794"/>
                  <a:gd name="connsiteY3" fmla="*/ 1618086 h 2973000"/>
                  <a:gd name="connsiteX4" fmla="*/ 767 w 8156794"/>
                  <a:gd name="connsiteY4" fmla="*/ 147145 h 2973000"/>
                  <a:gd name="connsiteX5" fmla="*/ 4068271 w 8156794"/>
                  <a:gd name="connsiteY5" fmla="*/ 1566042 h 2973000"/>
                  <a:gd name="connsiteX6" fmla="*/ 8156794 w 8156794"/>
                  <a:gd name="connsiteY6" fmla="*/ 0 h 2973000"/>
                  <a:gd name="connsiteX0" fmla="*/ 8156794 w 8156794"/>
                  <a:gd name="connsiteY0" fmla="*/ 0 h 2973020"/>
                  <a:gd name="connsiteX1" fmla="*/ 8156794 w 8156794"/>
                  <a:gd name="connsiteY1" fmla="*/ 1673520 h 2973020"/>
                  <a:gd name="connsiteX2" fmla="*/ 4134388 w 8156794"/>
                  <a:gd name="connsiteY2" fmla="*/ 2972904 h 2973020"/>
                  <a:gd name="connsiteX3" fmla="*/ 2295 w 8156794"/>
                  <a:gd name="connsiteY3" fmla="*/ 1618086 h 2973020"/>
                  <a:gd name="connsiteX4" fmla="*/ 767 w 8156794"/>
                  <a:gd name="connsiteY4" fmla="*/ 147145 h 2973020"/>
                  <a:gd name="connsiteX5" fmla="*/ 4068271 w 8156794"/>
                  <a:gd name="connsiteY5" fmla="*/ 1566042 h 2973020"/>
                  <a:gd name="connsiteX6" fmla="*/ 8156794 w 8156794"/>
                  <a:gd name="connsiteY6" fmla="*/ 0 h 2973020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141"/>
                  <a:gd name="connsiteX1" fmla="*/ 8156794 w 8156794"/>
                  <a:gd name="connsiteY1" fmla="*/ 1673520 h 2973141"/>
                  <a:gd name="connsiteX2" fmla="*/ 4134388 w 8156794"/>
                  <a:gd name="connsiteY2" fmla="*/ 2972904 h 2973141"/>
                  <a:gd name="connsiteX3" fmla="*/ 2295 w 8156794"/>
                  <a:gd name="connsiteY3" fmla="*/ 1618086 h 2973141"/>
                  <a:gd name="connsiteX4" fmla="*/ 767 w 8156794"/>
                  <a:gd name="connsiteY4" fmla="*/ 147145 h 2973141"/>
                  <a:gd name="connsiteX5" fmla="*/ 4068271 w 8156794"/>
                  <a:gd name="connsiteY5" fmla="*/ 1566042 h 2973141"/>
                  <a:gd name="connsiteX6" fmla="*/ 8156794 w 8156794"/>
                  <a:gd name="connsiteY6" fmla="*/ 0 h 2973141"/>
                  <a:gd name="connsiteX0" fmla="*/ 8156794 w 8156794"/>
                  <a:gd name="connsiteY0" fmla="*/ 0 h 3066827"/>
                  <a:gd name="connsiteX1" fmla="*/ 8156794 w 8156794"/>
                  <a:gd name="connsiteY1" fmla="*/ 1673520 h 3066827"/>
                  <a:gd name="connsiteX2" fmla="*/ 4123353 w 8156794"/>
                  <a:gd name="connsiteY2" fmla="*/ 3066650 h 3066827"/>
                  <a:gd name="connsiteX3" fmla="*/ 2295 w 8156794"/>
                  <a:gd name="connsiteY3" fmla="*/ 1618086 h 3066827"/>
                  <a:gd name="connsiteX4" fmla="*/ 767 w 8156794"/>
                  <a:gd name="connsiteY4" fmla="*/ 147145 h 3066827"/>
                  <a:gd name="connsiteX5" fmla="*/ 4068271 w 8156794"/>
                  <a:gd name="connsiteY5" fmla="*/ 1566042 h 3066827"/>
                  <a:gd name="connsiteX6" fmla="*/ 8156794 w 8156794"/>
                  <a:gd name="connsiteY6" fmla="*/ 0 h 3066827"/>
                  <a:gd name="connsiteX0" fmla="*/ 8123689 w 8156794"/>
                  <a:gd name="connsiteY0" fmla="*/ 0 h 2999866"/>
                  <a:gd name="connsiteX1" fmla="*/ 8156794 w 8156794"/>
                  <a:gd name="connsiteY1" fmla="*/ 1606559 h 2999866"/>
                  <a:gd name="connsiteX2" fmla="*/ 4123353 w 8156794"/>
                  <a:gd name="connsiteY2" fmla="*/ 2999689 h 2999866"/>
                  <a:gd name="connsiteX3" fmla="*/ 2295 w 8156794"/>
                  <a:gd name="connsiteY3" fmla="*/ 1551125 h 2999866"/>
                  <a:gd name="connsiteX4" fmla="*/ 767 w 8156794"/>
                  <a:gd name="connsiteY4" fmla="*/ 80184 h 2999866"/>
                  <a:gd name="connsiteX5" fmla="*/ 4068271 w 8156794"/>
                  <a:gd name="connsiteY5" fmla="*/ 1499081 h 2999866"/>
                  <a:gd name="connsiteX6" fmla="*/ 8123689 w 8156794"/>
                  <a:gd name="connsiteY6" fmla="*/ 0 h 2999866"/>
                  <a:gd name="connsiteX0" fmla="*/ 8167828 w 8167828"/>
                  <a:gd name="connsiteY0" fmla="*/ 0 h 3026651"/>
                  <a:gd name="connsiteX1" fmla="*/ 8156794 w 8167828"/>
                  <a:gd name="connsiteY1" fmla="*/ 1633344 h 3026651"/>
                  <a:gd name="connsiteX2" fmla="*/ 4123353 w 8167828"/>
                  <a:gd name="connsiteY2" fmla="*/ 3026474 h 3026651"/>
                  <a:gd name="connsiteX3" fmla="*/ 2295 w 8167828"/>
                  <a:gd name="connsiteY3" fmla="*/ 1577910 h 3026651"/>
                  <a:gd name="connsiteX4" fmla="*/ 767 w 8167828"/>
                  <a:gd name="connsiteY4" fmla="*/ 106969 h 3026651"/>
                  <a:gd name="connsiteX5" fmla="*/ 4068271 w 8167828"/>
                  <a:gd name="connsiteY5" fmla="*/ 1525866 h 3026651"/>
                  <a:gd name="connsiteX6" fmla="*/ 8167828 w 8167828"/>
                  <a:gd name="connsiteY6" fmla="*/ 0 h 3026651"/>
                  <a:gd name="connsiteX0" fmla="*/ 8167828 w 8167828"/>
                  <a:gd name="connsiteY0" fmla="*/ 0 h 3027228"/>
                  <a:gd name="connsiteX1" fmla="*/ 8145760 w 8167828"/>
                  <a:gd name="connsiteY1" fmla="*/ 1686913 h 3027228"/>
                  <a:gd name="connsiteX2" fmla="*/ 4123353 w 8167828"/>
                  <a:gd name="connsiteY2" fmla="*/ 3026474 h 3027228"/>
                  <a:gd name="connsiteX3" fmla="*/ 2295 w 8167828"/>
                  <a:gd name="connsiteY3" fmla="*/ 1577910 h 3027228"/>
                  <a:gd name="connsiteX4" fmla="*/ 767 w 8167828"/>
                  <a:gd name="connsiteY4" fmla="*/ 106969 h 3027228"/>
                  <a:gd name="connsiteX5" fmla="*/ 4068271 w 8167828"/>
                  <a:gd name="connsiteY5" fmla="*/ 1525866 h 3027228"/>
                  <a:gd name="connsiteX6" fmla="*/ 8167828 w 8167828"/>
                  <a:gd name="connsiteY6" fmla="*/ 0 h 3027228"/>
                  <a:gd name="connsiteX0" fmla="*/ 8156794 w 8156794"/>
                  <a:gd name="connsiteY0" fmla="*/ 0 h 2933483"/>
                  <a:gd name="connsiteX1" fmla="*/ 8145760 w 8156794"/>
                  <a:gd name="connsiteY1" fmla="*/ 1593168 h 2933483"/>
                  <a:gd name="connsiteX2" fmla="*/ 4123353 w 8156794"/>
                  <a:gd name="connsiteY2" fmla="*/ 2932729 h 2933483"/>
                  <a:gd name="connsiteX3" fmla="*/ 2295 w 8156794"/>
                  <a:gd name="connsiteY3" fmla="*/ 1484165 h 2933483"/>
                  <a:gd name="connsiteX4" fmla="*/ 767 w 8156794"/>
                  <a:gd name="connsiteY4" fmla="*/ 13224 h 2933483"/>
                  <a:gd name="connsiteX5" fmla="*/ 4068271 w 8156794"/>
                  <a:gd name="connsiteY5" fmla="*/ 1432121 h 2933483"/>
                  <a:gd name="connsiteX6" fmla="*/ 8156794 w 8156794"/>
                  <a:gd name="connsiteY6" fmla="*/ 0 h 2933483"/>
                  <a:gd name="connsiteX0" fmla="*/ 8156794 w 8156794"/>
                  <a:gd name="connsiteY0" fmla="*/ 0 h 2933483"/>
                  <a:gd name="connsiteX1" fmla="*/ 8145760 w 8156794"/>
                  <a:gd name="connsiteY1" fmla="*/ 1593168 h 2933483"/>
                  <a:gd name="connsiteX2" fmla="*/ 4123353 w 8156794"/>
                  <a:gd name="connsiteY2" fmla="*/ 2932729 h 2933483"/>
                  <a:gd name="connsiteX3" fmla="*/ 2295 w 8156794"/>
                  <a:gd name="connsiteY3" fmla="*/ 1484165 h 2933483"/>
                  <a:gd name="connsiteX4" fmla="*/ 767 w 8156794"/>
                  <a:gd name="connsiteY4" fmla="*/ 13224 h 2933483"/>
                  <a:gd name="connsiteX5" fmla="*/ 4068271 w 8156794"/>
                  <a:gd name="connsiteY5" fmla="*/ 1432121 h 2933483"/>
                  <a:gd name="connsiteX6" fmla="*/ 8156794 w 8156794"/>
                  <a:gd name="connsiteY6" fmla="*/ 0 h 2933483"/>
                  <a:gd name="connsiteX0" fmla="*/ 8123689 w 8145760"/>
                  <a:gd name="connsiteY0" fmla="*/ 13560 h 2920259"/>
                  <a:gd name="connsiteX1" fmla="*/ 8145760 w 8145760"/>
                  <a:gd name="connsiteY1" fmla="*/ 1579944 h 2920259"/>
                  <a:gd name="connsiteX2" fmla="*/ 4123353 w 8145760"/>
                  <a:gd name="connsiteY2" fmla="*/ 2919505 h 2920259"/>
                  <a:gd name="connsiteX3" fmla="*/ 2295 w 8145760"/>
                  <a:gd name="connsiteY3" fmla="*/ 1470941 h 2920259"/>
                  <a:gd name="connsiteX4" fmla="*/ 767 w 8145760"/>
                  <a:gd name="connsiteY4" fmla="*/ 0 h 2920259"/>
                  <a:gd name="connsiteX5" fmla="*/ 4068271 w 8145760"/>
                  <a:gd name="connsiteY5" fmla="*/ 1418897 h 2920259"/>
                  <a:gd name="connsiteX6" fmla="*/ 8123689 w 8145760"/>
                  <a:gd name="connsiteY6" fmla="*/ 13560 h 2920259"/>
                  <a:gd name="connsiteX0" fmla="*/ 8178863 w 8178863"/>
                  <a:gd name="connsiteY0" fmla="*/ 26952 h 2920259"/>
                  <a:gd name="connsiteX1" fmla="*/ 8145760 w 8178863"/>
                  <a:gd name="connsiteY1" fmla="*/ 1579944 h 2920259"/>
                  <a:gd name="connsiteX2" fmla="*/ 4123353 w 8178863"/>
                  <a:gd name="connsiteY2" fmla="*/ 2919505 h 2920259"/>
                  <a:gd name="connsiteX3" fmla="*/ 2295 w 8178863"/>
                  <a:gd name="connsiteY3" fmla="*/ 1470941 h 2920259"/>
                  <a:gd name="connsiteX4" fmla="*/ 767 w 8178863"/>
                  <a:gd name="connsiteY4" fmla="*/ 0 h 2920259"/>
                  <a:gd name="connsiteX5" fmla="*/ 4068271 w 8178863"/>
                  <a:gd name="connsiteY5" fmla="*/ 1418897 h 2920259"/>
                  <a:gd name="connsiteX6" fmla="*/ 8178863 w 8178863"/>
                  <a:gd name="connsiteY6" fmla="*/ 26952 h 2920259"/>
                  <a:gd name="connsiteX0" fmla="*/ 8167827 w 8167827"/>
                  <a:gd name="connsiteY0" fmla="*/ 40343 h 2920259"/>
                  <a:gd name="connsiteX1" fmla="*/ 8145760 w 8167827"/>
                  <a:gd name="connsiteY1" fmla="*/ 1579944 h 2920259"/>
                  <a:gd name="connsiteX2" fmla="*/ 4123353 w 8167827"/>
                  <a:gd name="connsiteY2" fmla="*/ 2919505 h 2920259"/>
                  <a:gd name="connsiteX3" fmla="*/ 2295 w 8167827"/>
                  <a:gd name="connsiteY3" fmla="*/ 1470941 h 2920259"/>
                  <a:gd name="connsiteX4" fmla="*/ 767 w 8167827"/>
                  <a:gd name="connsiteY4" fmla="*/ 0 h 2920259"/>
                  <a:gd name="connsiteX5" fmla="*/ 4068271 w 8167827"/>
                  <a:gd name="connsiteY5" fmla="*/ 1418897 h 2920259"/>
                  <a:gd name="connsiteX6" fmla="*/ 8167827 w 8167827"/>
                  <a:gd name="connsiteY6" fmla="*/ 40343 h 2920259"/>
                  <a:gd name="connsiteX0" fmla="*/ 8123687 w 8145760"/>
                  <a:gd name="connsiteY0" fmla="*/ 53735 h 2920259"/>
                  <a:gd name="connsiteX1" fmla="*/ 8145760 w 8145760"/>
                  <a:gd name="connsiteY1" fmla="*/ 1579944 h 2920259"/>
                  <a:gd name="connsiteX2" fmla="*/ 4123353 w 8145760"/>
                  <a:gd name="connsiteY2" fmla="*/ 2919505 h 2920259"/>
                  <a:gd name="connsiteX3" fmla="*/ 2295 w 8145760"/>
                  <a:gd name="connsiteY3" fmla="*/ 1470941 h 2920259"/>
                  <a:gd name="connsiteX4" fmla="*/ 767 w 8145760"/>
                  <a:gd name="connsiteY4" fmla="*/ 0 h 2920259"/>
                  <a:gd name="connsiteX5" fmla="*/ 4068271 w 8145760"/>
                  <a:gd name="connsiteY5" fmla="*/ 1418897 h 2920259"/>
                  <a:gd name="connsiteX6" fmla="*/ 8123687 w 8145760"/>
                  <a:gd name="connsiteY6" fmla="*/ 53735 h 2920259"/>
                  <a:gd name="connsiteX0" fmla="*/ 8161918 w 8161918"/>
                  <a:gd name="connsiteY0" fmla="*/ 0 h 2943855"/>
                  <a:gd name="connsiteX1" fmla="*/ 8145760 w 8161918"/>
                  <a:gd name="connsiteY1" fmla="*/ 1603540 h 2943855"/>
                  <a:gd name="connsiteX2" fmla="*/ 4123353 w 8161918"/>
                  <a:gd name="connsiteY2" fmla="*/ 2943101 h 2943855"/>
                  <a:gd name="connsiteX3" fmla="*/ 2295 w 8161918"/>
                  <a:gd name="connsiteY3" fmla="*/ 1494537 h 2943855"/>
                  <a:gd name="connsiteX4" fmla="*/ 767 w 8161918"/>
                  <a:gd name="connsiteY4" fmla="*/ 23596 h 2943855"/>
                  <a:gd name="connsiteX5" fmla="*/ 4068271 w 8161918"/>
                  <a:gd name="connsiteY5" fmla="*/ 1442493 h 2943855"/>
                  <a:gd name="connsiteX6" fmla="*/ 8161918 w 8161918"/>
                  <a:gd name="connsiteY6" fmla="*/ 0 h 2943855"/>
                  <a:gd name="connsiteX0" fmla="*/ 8144926 w 8145760"/>
                  <a:gd name="connsiteY0" fmla="*/ 43424 h 2920259"/>
                  <a:gd name="connsiteX1" fmla="*/ 8145760 w 8145760"/>
                  <a:gd name="connsiteY1" fmla="*/ 1579944 h 2920259"/>
                  <a:gd name="connsiteX2" fmla="*/ 4123353 w 8145760"/>
                  <a:gd name="connsiteY2" fmla="*/ 2919505 h 2920259"/>
                  <a:gd name="connsiteX3" fmla="*/ 2295 w 8145760"/>
                  <a:gd name="connsiteY3" fmla="*/ 1470941 h 2920259"/>
                  <a:gd name="connsiteX4" fmla="*/ 767 w 8145760"/>
                  <a:gd name="connsiteY4" fmla="*/ 0 h 2920259"/>
                  <a:gd name="connsiteX5" fmla="*/ 4068271 w 8145760"/>
                  <a:gd name="connsiteY5" fmla="*/ 1418897 h 2920259"/>
                  <a:gd name="connsiteX6" fmla="*/ 8144926 w 8145760"/>
                  <a:gd name="connsiteY6" fmla="*/ 43424 h 2920259"/>
                  <a:gd name="connsiteX0" fmla="*/ 8161918 w 8161918"/>
                  <a:gd name="connsiteY0" fmla="*/ 0 h 2959321"/>
                  <a:gd name="connsiteX1" fmla="*/ 8145760 w 8161918"/>
                  <a:gd name="connsiteY1" fmla="*/ 1619006 h 2959321"/>
                  <a:gd name="connsiteX2" fmla="*/ 4123353 w 8161918"/>
                  <a:gd name="connsiteY2" fmla="*/ 2958567 h 2959321"/>
                  <a:gd name="connsiteX3" fmla="*/ 2295 w 8161918"/>
                  <a:gd name="connsiteY3" fmla="*/ 1510003 h 2959321"/>
                  <a:gd name="connsiteX4" fmla="*/ 767 w 8161918"/>
                  <a:gd name="connsiteY4" fmla="*/ 39062 h 2959321"/>
                  <a:gd name="connsiteX5" fmla="*/ 4068271 w 8161918"/>
                  <a:gd name="connsiteY5" fmla="*/ 1457959 h 2959321"/>
                  <a:gd name="connsiteX6" fmla="*/ 8161918 w 8161918"/>
                  <a:gd name="connsiteY6" fmla="*/ 0 h 2959321"/>
                  <a:gd name="connsiteX0" fmla="*/ 8161918 w 8162752"/>
                  <a:gd name="connsiteY0" fmla="*/ 0 h 2959488"/>
                  <a:gd name="connsiteX1" fmla="*/ 8162752 w 8162752"/>
                  <a:gd name="connsiteY1" fmla="*/ 1629317 h 2959488"/>
                  <a:gd name="connsiteX2" fmla="*/ 4123353 w 8162752"/>
                  <a:gd name="connsiteY2" fmla="*/ 2958567 h 2959488"/>
                  <a:gd name="connsiteX3" fmla="*/ 2295 w 8162752"/>
                  <a:gd name="connsiteY3" fmla="*/ 1510003 h 2959488"/>
                  <a:gd name="connsiteX4" fmla="*/ 767 w 8162752"/>
                  <a:gd name="connsiteY4" fmla="*/ 39062 h 2959488"/>
                  <a:gd name="connsiteX5" fmla="*/ 4068271 w 8162752"/>
                  <a:gd name="connsiteY5" fmla="*/ 1457959 h 2959488"/>
                  <a:gd name="connsiteX6" fmla="*/ 8161918 w 8162752"/>
                  <a:gd name="connsiteY6" fmla="*/ 0 h 2959488"/>
                  <a:gd name="connsiteX0" fmla="*/ 8165930 w 8166764"/>
                  <a:gd name="connsiteY0" fmla="*/ 7337 h 2966825"/>
                  <a:gd name="connsiteX1" fmla="*/ 8166764 w 8166764"/>
                  <a:gd name="connsiteY1" fmla="*/ 1636654 h 2966825"/>
                  <a:gd name="connsiteX2" fmla="*/ 4127365 w 8166764"/>
                  <a:gd name="connsiteY2" fmla="*/ 2965904 h 2966825"/>
                  <a:gd name="connsiteX3" fmla="*/ 6307 w 8166764"/>
                  <a:gd name="connsiteY3" fmla="*/ 1517340 h 2966825"/>
                  <a:gd name="connsiteX4" fmla="*/ 532 w 8166764"/>
                  <a:gd name="connsiteY4" fmla="*/ 0 h 2966825"/>
                  <a:gd name="connsiteX5" fmla="*/ 4072283 w 8166764"/>
                  <a:gd name="connsiteY5" fmla="*/ 1465296 h 2966825"/>
                  <a:gd name="connsiteX6" fmla="*/ 8165930 w 8166764"/>
                  <a:gd name="connsiteY6" fmla="*/ 7337 h 2966825"/>
                  <a:gd name="connsiteX0" fmla="*/ 8168119 w 8168953"/>
                  <a:gd name="connsiteY0" fmla="*/ 7337 h 2966682"/>
                  <a:gd name="connsiteX1" fmla="*/ 8168953 w 8168953"/>
                  <a:gd name="connsiteY1" fmla="*/ 1636654 h 2966682"/>
                  <a:gd name="connsiteX2" fmla="*/ 4129554 w 8168953"/>
                  <a:gd name="connsiteY2" fmla="*/ 2965904 h 2966682"/>
                  <a:gd name="connsiteX3" fmla="*/ 0 w 8168953"/>
                  <a:gd name="connsiteY3" fmla="*/ 1527651 h 2966682"/>
                  <a:gd name="connsiteX4" fmla="*/ 2721 w 8168953"/>
                  <a:gd name="connsiteY4" fmla="*/ 0 h 2966682"/>
                  <a:gd name="connsiteX5" fmla="*/ 4074472 w 8168953"/>
                  <a:gd name="connsiteY5" fmla="*/ 1465296 h 2966682"/>
                  <a:gd name="connsiteX6" fmla="*/ 8168119 w 8168953"/>
                  <a:gd name="connsiteY6" fmla="*/ 7337 h 2966682"/>
                  <a:gd name="connsiteX0" fmla="*/ 8168119 w 8168953"/>
                  <a:gd name="connsiteY0" fmla="*/ 7337 h 3100377"/>
                  <a:gd name="connsiteX1" fmla="*/ 8168953 w 8168953"/>
                  <a:gd name="connsiteY1" fmla="*/ 1636654 h 3100377"/>
                  <a:gd name="connsiteX2" fmla="*/ 4118520 w 8168953"/>
                  <a:gd name="connsiteY2" fmla="*/ 3099826 h 3100377"/>
                  <a:gd name="connsiteX3" fmla="*/ 0 w 8168953"/>
                  <a:gd name="connsiteY3" fmla="*/ 1527651 h 3100377"/>
                  <a:gd name="connsiteX4" fmla="*/ 2721 w 8168953"/>
                  <a:gd name="connsiteY4" fmla="*/ 0 h 3100377"/>
                  <a:gd name="connsiteX5" fmla="*/ 4074472 w 8168953"/>
                  <a:gd name="connsiteY5" fmla="*/ 1465296 h 3100377"/>
                  <a:gd name="connsiteX6" fmla="*/ 8168119 w 8168953"/>
                  <a:gd name="connsiteY6" fmla="*/ 7337 h 3100377"/>
                  <a:gd name="connsiteX0" fmla="*/ 8168119 w 8168953"/>
                  <a:gd name="connsiteY0" fmla="*/ 7337 h 3100429"/>
                  <a:gd name="connsiteX1" fmla="*/ 8168953 w 8168953"/>
                  <a:gd name="connsiteY1" fmla="*/ 1636654 h 3100429"/>
                  <a:gd name="connsiteX2" fmla="*/ 4118520 w 8168953"/>
                  <a:gd name="connsiteY2" fmla="*/ 3099826 h 3100429"/>
                  <a:gd name="connsiteX3" fmla="*/ 0 w 8168953"/>
                  <a:gd name="connsiteY3" fmla="*/ 1527651 h 3100429"/>
                  <a:gd name="connsiteX4" fmla="*/ 2721 w 8168953"/>
                  <a:gd name="connsiteY4" fmla="*/ 0 h 3100429"/>
                  <a:gd name="connsiteX5" fmla="*/ 4074472 w 8168953"/>
                  <a:gd name="connsiteY5" fmla="*/ 1465296 h 3100429"/>
                  <a:gd name="connsiteX6" fmla="*/ 8168119 w 8168953"/>
                  <a:gd name="connsiteY6" fmla="*/ 7337 h 3100429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72202 w 8166683"/>
                  <a:gd name="connsiteY5" fmla="*/ 1465296 h 3099826"/>
                  <a:gd name="connsiteX6" fmla="*/ 8165849 w 8166683"/>
                  <a:gd name="connsiteY6" fmla="*/ 7337 h 3099826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72202 w 8166683"/>
                  <a:gd name="connsiteY5" fmla="*/ 1465296 h 3099826"/>
                  <a:gd name="connsiteX6" fmla="*/ 8165849 w 8166683"/>
                  <a:gd name="connsiteY6" fmla="*/ 7337 h 3099826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61168 w 8166683"/>
                  <a:gd name="connsiteY5" fmla="*/ 1438511 h 3099826"/>
                  <a:gd name="connsiteX6" fmla="*/ 8165849 w 8166683"/>
                  <a:gd name="connsiteY6" fmla="*/ 7337 h 3099826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61168 w 8166683"/>
                  <a:gd name="connsiteY5" fmla="*/ 1438511 h 3099826"/>
                  <a:gd name="connsiteX6" fmla="*/ 8165849 w 8166683"/>
                  <a:gd name="connsiteY6" fmla="*/ 7337 h 309982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8166683" h="3099826">
                    <a:moveTo>
                      <a:pt x="8165849" y="7337"/>
                    </a:moveTo>
                    <a:lnTo>
                      <a:pt x="8166683" y="1636654"/>
                    </a:lnTo>
                    <a:cubicBezTo>
                      <a:pt x="7917761" y="2728489"/>
                      <a:pt x="5475903" y="3100137"/>
                      <a:pt x="4116250" y="3099826"/>
                    </a:cubicBezTo>
                    <a:cubicBezTo>
                      <a:pt x="2756597" y="3099515"/>
                      <a:pt x="245424" y="2744647"/>
                      <a:pt x="8764" y="1634789"/>
                    </a:cubicBezTo>
                    <a:cubicBezTo>
                      <a:pt x="11928" y="1215900"/>
                      <a:pt x="-2713" y="418889"/>
                      <a:pt x="451" y="0"/>
                    </a:cubicBezTo>
                    <a:cubicBezTo>
                      <a:pt x="385485" y="953840"/>
                      <a:pt x="2700268" y="1437288"/>
                      <a:pt x="4061168" y="1438511"/>
                    </a:cubicBezTo>
                    <a:cubicBezTo>
                      <a:pt x="5422068" y="1439734"/>
                      <a:pt x="7793228" y="1089449"/>
                      <a:pt x="8165849" y="7337"/>
                    </a:cubicBezTo>
                    <a:close/>
                  </a:path>
                </a:pathLst>
              </a:custGeom>
              <a:gradFill>
                <a:gsLst>
                  <a:gs pos="0">
                    <a:srgbClr val="B8C2C9"/>
                  </a:gs>
                  <a:gs pos="21000">
                    <a:schemeClr val="bg1"/>
                  </a:gs>
                  <a:gs pos="60000">
                    <a:srgbClr val="D6DCE0"/>
                  </a:gs>
                  <a:gs pos="100000">
                    <a:srgbClr val="B8C2C9"/>
                  </a:gs>
                </a:gsLst>
                <a:lin ang="0" scaled="0"/>
              </a:gradFill>
              <a:ln w="63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                   </a:t>
                </a:r>
              </a:p>
            </p:txBody>
          </p:sp>
          <p:sp>
            <p:nvSpPr>
              <p:cNvPr id="317" name="Oval 316">
                <a:extLst>
                  <a:ext uri="{FF2B5EF4-FFF2-40B4-BE49-F238E27FC236}">
                    <a16:creationId xmlns:a16="http://schemas.microsoft.com/office/drawing/2014/main" id="{51E93EA3-17BD-B641-99CE-E84D1493A92D}"/>
                  </a:ext>
                </a:extLst>
              </p:cNvPr>
              <p:cNvSpPr/>
              <p:nvPr/>
            </p:nvSpPr>
            <p:spPr>
              <a:xfrm>
                <a:off x="7494729" y="2774731"/>
                <a:ext cx="1480163" cy="579140"/>
              </a:xfrm>
              <a:prstGeom prst="ellipse">
                <a:avLst/>
              </a:prstGeom>
              <a:solidFill>
                <a:srgbClr val="B8C2C9"/>
              </a:solidFill>
              <a:ln w="63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              </a:t>
                </a:r>
              </a:p>
            </p:txBody>
          </p:sp>
          <p:grpSp>
            <p:nvGrpSpPr>
              <p:cNvPr id="318" name="Group 317">
                <a:extLst>
                  <a:ext uri="{FF2B5EF4-FFF2-40B4-BE49-F238E27FC236}">
                    <a16:creationId xmlns:a16="http://schemas.microsoft.com/office/drawing/2014/main" id="{A5B4FD9C-501E-7F4E-A2DA-4DCEFCE3689E}"/>
                  </a:ext>
                </a:extLst>
              </p:cNvPr>
              <p:cNvGrpSpPr/>
              <p:nvPr/>
            </p:nvGrpSpPr>
            <p:grpSpPr>
              <a:xfrm>
                <a:off x="7713663" y="2848339"/>
                <a:ext cx="1042107" cy="425543"/>
                <a:chOff x="7786941" y="2884917"/>
                <a:chExt cx="897649" cy="353919"/>
              </a:xfrm>
            </p:grpSpPr>
            <p:sp>
              <p:nvSpPr>
                <p:cNvPr id="319" name="Freeform 318">
                  <a:extLst>
                    <a:ext uri="{FF2B5EF4-FFF2-40B4-BE49-F238E27FC236}">
                      <a16:creationId xmlns:a16="http://schemas.microsoft.com/office/drawing/2014/main" id="{1906F39B-C9B6-604F-8758-83430DECEA8B}"/>
                    </a:ext>
                  </a:extLst>
                </p:cNvPr>
                <p:cNvSpPr/>
                <p:nvPr/>
              </p:nvSpPr>
              <p:spPr>
                <a:xfrm>
                  <a:off x="7811770" y="2884917"/>
                  <a:ext cx="849158" cy="198115"/>
                </a:xfrm>
                <a:custGeom>
                  <a:avLst/>
                  <a:gdLst>
                    <a:gd name="connsiteX0" fmla="*/ 3725333 w 4588933"/>
                    <a:gd name="connsiteY0" fmla="*/ 0 h 1049866"/>
                    <a:gd name="connsiteX1" fmla="*/ 4588933 w 4588933"/>
                    <a:gd name="connsiteY1" fmla="*/ 270933 h 1049866"/>
                    <a:gd name="connsiteX2" fmla="*/ 3962400 w 4588933"/>
                    <a:gd name="connsiteY2" fmla="*/ 541866 h 1049866"/>
                    <a:gd name="connsiteX3" fmla="*/ 3742267 w 4588933"/>
                    <a:gd name="connsiteY3" fmla="*/ 457200 h 1049866"/>
                    <a:gd name="connsiteX4" fmla="*/ 2269067 w 4588933"/>
                    <a:gd name="connsiteY4" fmla="*/ 1049866 h 1049866"/>
                    <a:gd name="connsiteX5" fmla="*/ 880533 w 4588933"/>
                    <a:gd name="connsiteY5" fmla="*/ 457200 h 1049866"/>
                    <a:gd name="connsiteX6" fmla="*/ 592667 w 4588933"/>
                    <a:gd name="connsiteY6" fmla="*/ 541866 h 1049866"/>
                    <a:gd name="connsiteX7" fmla="*/ 0 w 4588933"/>
                    <a:gd name="connsiteY7" fmla="*/ 254000 h 1049866"/>
                    <a:gd name="connsiteX8" fmla="*/ 880533 w 4588933"/>
                    <a:gd name="connsiteY8" fmla="*/ 16933 h 1049866"/>
                    <a:gd name="connsiteX9" fmla="*/ 2302933 w 4588933"/>
                    <a:gd name="connsiteY9" fmla="*/ 626533 h 1049866"/>
                    <a:gd name="connsiteX10" fmla="*/ 3725333 w 4588933"/>
                    <a:gd name="connsiteY10" fmla="*/ 0 h 1049866"/>
                    <a:gd name="connsiteX0" fmla="*/ 3725333 w 4641485"/>
                    <a:gd name="connsiteY0" fmla="*/ 0 h 1049866"/>
                    <a:gd name="connsiteX1" fmla="*/ 4641485 w 4641485"/>
                    <a:gd name="connsiteY1" fmla="*/ 239402 h 1049866"/>
                    <a:gd name="connsiteX2" fmla="*/ 3962400 w 4641485"/>
                    <a:gd name="connsiteY2" fmla="*/ 541866 h 1049866"/>
                    <a:gd name="connsiteX3" fmla="*/ 3742267 w 4641485"/>
                    <a:gd name="connsiteY3" fmla="*/ 457200 h 1049866"/>
                    <a:gd name="connsiteX4" fmla="*/ 2269067 w 4641485"/>
                    <a:gd name="connsiteY4" fmla="*/ 1049866 h 1049866"/>
                    <a:gd name="connsiteX5" fmla="*/ 880533 w 4641485"/>
                    <a:gd name="connsiteY5" fmla="*/ 457200 h 1049866"/>
                    <a:gd name="connsiteX6" fmla="*/ 592667 w 4641485"/>
                    <a:gd name="connsiteY6" fmla="*/ 541866 h 1049866"/>
                    <a:gd name="connsiteX7" fmla="*/ 0 w 4641485"/>
                    <a:gd name="connsiteY7" fmla="*/ 254000 h 1049866"/>
                    <a:gd name="connsiteX8" fmla="*/ 880533 w 4641485"/>
                    <a:gd name="connsiteY8" fmla="*/ 16933 h 1049866"/>
                    <a:gd name="connsiteX9" fmla="*/ 2302933 w 4641485"/>
                    <a:gd name="connsiteY9" fmla="*/ 626533 h 1049866"/>
                    <a:gd name="connsiteX10" fmla="*/ 3725333 w 4641485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73798 w 4673016"/>
                    <a:gd name="connsiteY3" fmla="*/ 457200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34464 w 4673016"/>
                    <a:gd name="connsiteY9" fmla="*/ 62653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84308 w 4673016"/>
                    <a:gd name="connsiteY3" fmla="*/ 404648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34464 w 4673016"/>
                    <a:gd name="connsiteY9" fmla="*/ 62653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94818 w 4673016"/>
                    <a:gd name="connsiteY3" fmla="*/ 436179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34464 w 4673016"/>
                    <a:gd name="connsiteY9" fmla="*/ 62653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94818 w 4673016"/>
                    <a:gd name="connsiteY3" fmla="*/ 436179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23954 w 4673016"/>
                    <a:gd name="connsiteY9" fmla="*/ 61602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94818 w 4673016"/>
                    <a:gd name="connsiteY3" fmla="*/ 436179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75021 h 1049866"/>
                    <a:gd name="connsiteX8" fmla="*/ 912064 w 4673016"/>
                    <a:gd name="connsiteY8" fmla="*/ 16933 h 1049866"/>
                    <a:gd name="connsiteX9" fmla="*/ 2323954 w 4673016"/>
                    <a:gd name="connsiteY9" fmla="*/ 61602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815839 w 4673016"/>
                    <a:gd name="connsiteY3" fmla="*/ 467710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75021 h 1049866"/>
                    <a:gd name="connsiteX8" fmla="*/ 912064 w 4673016"/>
                    <a:gd name="connsiteY8" fmla="*/ 16933 h 1049866"/>
                    <a:gd name="connsiteX9" fmla="*/ 2323954 w 4673016"/>
                    <a:gd name="connsiteY9" fmla="*/ 616023 h 1049866"/>
                    <a:gd name="connsiteX10" fmla="*/ 3756864 w 4673016"/>
                    <a:gd name="connsiteY10" fmla="*/ 0 h 104986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</a:cxnLst>
                  <a:rect l="l" t="t" r="r" b="b"/>
                  <a:pathLst>
                    <a:path w="4673016" h="1049866">
                      <a:moveTo>
                        <a:pt x="3756864" y="0"/>
                      </a:moveTo>
                      <a:lnTo>
                        <a:pt x="4673016" y="239402"/>
                      </a:lnTo>
                      <a:lnTo>
                        <a:pt x="3993931" y="541866"/>
                      </a:lnTo>
                      <a:lnTo>
                        <a:pt x="3815839" y="467710"/>
                      </a:lnTo>
                      <a:lnTo>
                        <a:pt x="2300598" y="1049866"/>
                      </a:lnTo>
                      <a:lnTo>
                        <a:pt x="912064" y="457200"/>
                      </a:lnTo>
                      <a:lnTo>
                        <a:pt x="624198" y="541866"/>
                      </a:lnTo>
                      <a:lnTo>
                        <a:pt x="0" y="275021"/>
                      </a:lnTo>
                      <a:lnTo>
                        <a:pt x="912064" y="16933"/>
                      </a:lnTo>
                      <a:lnTo>
                        <a:pt x="2323954" y="616023"/>
                      </a:lnTo>
                      <a:lnTo>
                        <a:pt x="3756864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320" name="Freeform 319">
                  <a:extLst>
                    <a:ext uri="{FF2B5EF4-FFF2-40B4-BE49-F238E27FC236}">
                      <a16:creationId xmlns:a16="http://schemas.microsoft.com/office/drawing/2014/main" id="{91751636-4135-394E-B377-29D0624E775F}"/>
                    </a:ext>
                  </a:extLst>
                </p:cNvPr>
                <p:cNvSpPr/>
                <p:nvPr/>
              </p:nvSpPr>
              <p:spPr>
                <a:xfrm>
                  <a:off x="8367548" y="3054383"/>
                  <a:ext cx="317042" cy="170569"/>
                </a:xfrm>
                <a:custGeom>
                  <a:avLst/>
                  <a:gdLst>
                    <a:gd name="connsiteX0" fmla="*/ 21021 w 1744718"/>
                    <a:gd name="connsiteY0" fmla="*/ 0 h 903890"/>
                    <a:gd name="connsiteX1" fmla="*/ 1744718 w 1744718"/>
                    <a:gd name="connsiteY1" fmla="*/ 693683 h 903890"/>
                    <a:gd name="connsiteX2" fmla="*/ 1145628 w 1744718"/>
                    <a:gd name="connsiteY2" fmla="*/ 903890 h 903890"/>
                    <a:gd name="connsiteX3" fmla="*/ 0 w 1744718"/>
                    <a:gd name="connsiteY3" fmla="*/ 451945 h 903890"/>
                    <a:gd name="connsiteX4" fmla="*/ 21021 w 1744718"/>
                    <a:gd name="connsiteY4" fmla="*/ 0 h 90389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744718" h="903890">
                      <a:moveTo>
                        <a:pt x="21021" y="0"/>
                      </a:moveTo>
                      <a:lnTo>
                        <a:pt x="1744718" y="693683"/>
                      </a:lnTo>
                      <a:lnTo>
                        <a:pt x="1145628" y="903890"/>
                      </a:lnTo>
                      <a:lnTo>
                        <a:pt x="0" y="451945"/>
                      </a:lnTo>
                      <a:lnTo>
                        <a:pt x="21021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321" name="Freeform 320">
                  <a:extLst>
                    <a:ext uri="{FF2B5EF4-FFF2-40B4-BE49-F238E27FC236}">
                      <a16:creationId xmlns:a16="http://schemas.microsoft.com/office/drawing/2014/main" id="{BB3193D0-B14F-724A-80B1-6F8EDE58A8F3}"/>
                    </a:ext>
                  </a:extLst>
                </p:cNvPr>
                <p:cNvSpPr/>
                <p:nvPr/>
              </p:nvSpPr>
              <p:spPr>
                <a:xfrm>
                  <a:off x="7786941" y="3054383"/>
                  <a:ext cx="311312" cy="168585"/>
                </a:xfrm>
                <a:custGeom>
                  <a:avLst/>
                  <a:gdLst>
                    <a:gd name="connsiteX0" fmla="*/ 1702676 w 1713187"/>
                    <a:gd name="connsiteY0" fmla="*/ 0 h 893380"/>
                    <a:gd name="connsiteX1" fmla="*/ 1713187 w 1713187"/>
                    <a:gd name="connsiteY1" fmla="*/ 472966 h 893380"/>
                    <a:gd name="connsiteX2" fmla="*/ 578069 w 1713187"/>
                    <a:gd name="connsiteY2" fmla="*/ 893380 h 893380"/>
                    <a:gd name="connsiteX3" fmla="*/ 0 w 1713187"/>
                    <a:gd name="connsiteY3" fmla="*/ 693683 h 893380"/>
                    <a:gd name="connsiteX4" fmla="*/ 1702676 w 1713187"/>
                    <a:gd name="connsiteY4" fmla="*/ 0 h 89338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713187" h="893380">
                      <a:moveTo>
                        <a:pt x="1702676" y="0"/>
                      </a:moveTo>
                      <a:lnTo>
                        <a:pt x="1713187" y="472966"/>
                      </a:lnTo>
                      <a:lnTo>
                        <a:pt x="578069" y="893380"/>
                      </a:lnTo>
                      <a:lnTo>
                        <a:pt x="0" y="693683"/>
                      </a:lnTo>
                      <a:lnTo>
                        <a:pt x="1702676" y="0"/>
                      </a:lnTo>
                      <a:close/>
                    </a:path>
                  </a:pathLst>
                </a:custGeom>
                <a:solidFill>
                  <a:srgbClr val="0000A8"/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322" name="Freeform 321">
                  <a:extLst>
                    <a:ext uri="{FF2B5EF4-FFF2-40B4-BE49-F238E27FC236}">
                      <a16:creationId xmlns:a16="http://schemas.microsoft.com/office/drawing/2014/main" id="{CF32363E-10AF-1643-8F6B-814910A9D634}"/>
                    </a:ext>
                  </a:extLst>
                </p:cNvPr>
                <p:cNvSpPr/>
                <p:nvPr/>
              </p:nvSpPr>
              <p:spPr>
                <a:xfrm>
                  <a:off x="7895013" y="2971083"/>
                  <a:ext cx="676892" cy="267753"/>
                </a:xfrm>
                <a:custGeom>
                  <a:avLst/>
                  <a:gdLst>
                    <a:gd name="connsiteX0" fmla="*/ 599089 w 4162096"/>
                    <a:gd name="connsiteY0" fmla="*/ 273269 h 1618593"/>
                    <a:gd name="connsiteX1" fmla="*/ 882869 w 4162096"/>
                    <a:gd name="connsiteY1" fmla="*/ 199697 h 1618593"/>
                    <a:gd name="connsiteX2" fmla="*/ 2312276 w 4162096"/>
                    <a:gd name="connsiteY2" fmla="*/ 798786 h 1618593"/>
                    <a:gd name="connsiteX3" fmla="*/ 3794234 w 4162096"/>
                    <a:gd name="connsiteY3" fmla="*/ 199697 h 1618593"/>
                    <a:gd name="connsiteX4" fmla="*/ 4014951 w 4162096"/>
                    <a:gd name="connsiteY4" fmla="*/ 273269 h 1618593"/>
                    <a:gd name="connsiteX5" fmla="*/ 3058510 w 4162096"/>
                    <a:gd name="connsiteY5" fmla="*/ 641131 h 1618593"/>
                    <a:gd name="connsiteX6" fmla="*/ 3026979 w 4162096"/>
                    <a:gd name="connsiteY6" fmla="*/ 1114097 h 1618593"/>
                    <a:gd name="connsiteX7" fmla="*/ 4162096 w 4162096"/>
                    <a:gd name="connsiteY7" fmla="*/ 1545021 h 1618593"/>
                    <a:gd name="connsiteX8" fmla="*/ 3878317 w 4162096"/>
                    <a:gd name="connsiteY8" fmla="*/ 1608083 h 1618593"/>
                    <a:gd name="connsiteX9" fmla="*/ 2301765 w 4162096"/>
                    <a:gd name="connsiteY9" fmla="*/ 945931 h 1618593"/>
                    <a:gd name="connsiteX10" fmla="*/ 693682 w 4162096"/>
                    <a:gd name="connsiteY10" fmla="*/ 1618593 h 1618593"/>
                    <a:gd name="connsiteX11" fmla="*/ 430924 w 4162096"/>
                    <a:gd name="connsiteY11" fmla="*/ 1524000 h 1618593"/>
                    <a:gd name="connsiteX12" fmla="*/ 1576551 w 4162096"/>
                    <a:gd name="connsiteY12" fmla="*/ 1082566 h 1618593"/>
                    <a:gd name="connsiteX13" fmla="*/ 1545020 w 4162096"/>
                    <a:gd name="connsiteY13" fmla="*/ 609600 h 1618593"/>
                    <a:gd name="connsiteX14" fmla="*/ 0 w 4162096"/>
                    <a:gd name="connsiteY14" fmla="*/ 0 h 1618593"/>
                    <a:gd name="connsiteX15" fmla="*/ 872358 w 4162096"/>
                    <a:gd name="connsiteY15" fmla="*/ 210207 h 1618593"/>
                    <a:gd name="connsiteX16" fmla="*/ 872358 w 4162096"/>
                    <a:gd name="connsiteY16" fmla="*/ 210207 h 1618593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441434 w 3731172"/>
                    <a:gd name="connsiteY14" fmla="*/ 10510 h 1418896"/>
                    <a:gd name="connsiteX15" fmla="*/ 441434 w 3731172"/>
                    <a:gd name="connsiteY15" fmla="*/ 10510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441434 w 3731172"/>
                    <a:gd name="connsiteY14" fmla="*/ 10510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357351 w 3731172"/>
                    <a:gd name="connsiteY14" fmla="*/ 115613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147144 w 3731172"/>
                    <a:gd name="connsiteY14" fmla="*/ 63061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20413 h 1418896"/>
                    <a:gd name="connsiteX14" fmla="*/ 147144 w 3731172"/>
                    <a:gd name="connsiteY14" fmla="*/ 63061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20413 h 1418896"/>
                    <a:gd name="connsiteX14" fmla="*/ 189185 w 3731172"/>
                    <a:gd name="connsiteY14" fmla="*/ 84081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20413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56137 w 3731172"/>
                    <a:gd name="connsiteY13" fmla="*/ 441434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45626 w 3731172"/>
                    <a:gd name="connsiteY13" fmla="*/ 451945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903890 h 1418896"/>
                    <a:gd name="connsiteX13" fmla="*/ 1145626 w 3731172"/>
                    <a:gd name="connsiteY13" fmla="*/ 451945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06565 w 3710151"/>
                    <a:gd name="connsiteY5" fmla="*/ 441434 h 1418896"/>
                    <a:gd name="connsiteX6" fmla="*/ 2575034 w 3710151"/>
                    <a:gd name="connsiteY6" fmla="*/ 914400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06565 w 3710151"/>
                    <a:gd name="connsiteY5" fmla="*/ 441434 h 1418896"/>
                    <a:gd name="connsiteX6" fmla="*/ 2606565 w 3710151"/>
                    <a:gd name="connsiteY6" fmla="*/ 924910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06565 w 3710151"/>
                    <a:gd name="connsiteY5" fmla="*/ 441434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5151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38028 w 3710151"/>
                    <a:gd name="connsiteY2" fmla="*/ 591655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38028 w 3710151"/>
                    <a:gd name="connsiteY2" fmla="*/ 591655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087434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38028 w 3710151"/>
                    <a:gd name="connsiteY2" fmla="*/ 591655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098586 w 3710151"/>
                    <a:gd name="connsiteY12" fmla="*/ 903890 h 1418896"/>
                    <a:gd name="connsiteX13" fmla="*/ 1087434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62012 w 3725019"/>
                    <a:gd name="connsiteY0" fmla="*/ 73572 h 1418896"/>
                    <a:gd name="connsiteX1" fmla="*/ 445792 w 3725019"/>
                    <a:gd name="connsiteY1" fmla="*/ 0 h 1418896"/>
                    <a:gd name="connsiteX2" fmla="*/ 1852896 w 3725019"/>
                    <a:gd name="connsiteY2" fmla="*/ 591655 h 1418896"/>
                    <a:gd name="connsiteX3" fmla="*/ 3357157 w 3725019"/>
                    <a:gd name="connsiteY3" fmla="*/ 0 h 1418896"/>
                    <a:gd name="connsiteX4" fmla="*/ 3577874 w 3725019"/>
                    <a:gd name="connsiteY4" fmla="*/ 73572 h 1418896"/>
                    <a:gd name="connsiteX5" fmla="*/ 2632585 w 3725019"/>
                    <a:gd name="connsiteY5" fmla="*/ 448868 h 1418896"/>
                    <a:gd name="connsiteX6" fmla="*/ 2625150 w 3725019"/>
                    <a:gd name="connsiteY6" fmla="*/ 902607 h 1418896"/>
                    <a:gd name="connsiteX7" fmla="*/ 3725019 w 3725019"/>
                    <a:gd name="connsiteY7" fmla="*/ 1345324 h 1418896"/>
                    <a:gd name="connsiteX8" fmla="*/ 3441240 w 3725019"/>
                    <a:gd name="connsiteY8" fmla="*/ 1408386 h 1418896"/>
                    <a:gd name="connsiteX9" fmla="*/ 1864688 w 3725019"/>
                    <a:gd name="connsiteY9" fmla="*/ 746234 h 1418896"/>
                    <a:gd name="connsiteX10" fmla="*/ 256605 w 3725019"/>
                    <a:gd name="connsiteY10" fmla="*/ 1418896 h 1418896"/>
                    <a:gd name="connsiteX11" fmla="*/ 0 w 3725019"/>
                    <a:gd name="connsiteY11" fmla="*/ 1331097 h 1418896"/>
                    <a:gd name="connsiteX12" fmla="*/ 1113454 w 3725019"/>
                    <a:gd name="connsiteY12" fmla="*/ 903890 h 1418896"/>
                    <a:gd name="connsiteX13" fmla="*/ 1102302 w 3725019"/>
                    <a:gd name="connsiteY13" fmla="*/ 451945 h 1418896"/>
                    <a:gd name="connsiteX14" fmla="*/ 183032 w 3725019"/>
                    <a:gd name="connsiteY14" fmla="*/ 84081 h 1418896"/>
                    <a:gd name="connsiteX15" fmla="*/ 162012 w 3725019"/>
                    <a:gd name="connsiteY15" fmla="*/ 73572 h 141889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</a:cxnLst>
                  <a:rect l="l" t="t" r="r" b="b"/>
                  <a:pathLst>
                    <a:path w="3725019" h="1418896">
                      <a:moveTo>
                        <a:pt x="162012" y="73572"/>
                      </a:moveTo>
                      <a:lnTo>
                        <a:pt x="445792" y="0"/>
                      </a:lnTo>
                      <a:lnTo>
                        <a:pt x="1852896" y="591655"/>
                      </a:lnTo>
                      <a:lnTo>
                        <a:pt x="3357157" y="0"/>
                      </a:lnTo>
                      <a:lnTo>
                        <a:pt x="3577874" y="73572"/>
                      </a:lnTo>
                      <a:lnTo>
                        <a:pt x="2632585" y="448868"/>
                      </a:lnTo>
                      <a:lnTo>
                        <a:pt x="2625150" y="902607"/>
                      </a:lnTo>
                      <a:lnTo>
                        <a:pt x="3725019" y="1345324"/>
                      </a:lnTo>
                      <a:lnTo>
                        <a:pt x="3441240" y="1408386"/>
                      </a:lnTo>
                      <a:lnTo>
                        <a:pt x="1864688" y="746234"/>
                      </a:lnTo>
                      <a:lnTo>
                        <a:pt x="256605" y="1418896"/>
                      </a:lnTo>
                      <a:lnTo>
                        <a:pt x="0" y="1331097"/>
                      </a:lnTo>
                      <a:lnTo>
                        <a:pt x="1113454" y="903890"/>
                      </a:lnTo>
                      <a:cubicBezTo>
                        <a:pt x="1113454" y="760249"/>
                        <a:pt x="1102302" y="595586"/>
                        <a:pt x="1102302" y="451945"/>
                      </a:cubicBezTo>
                      <a:lnTo>
                        <a:pt x="183032" y="84081"/>
                      </a:lnTo>
                      <a:cubicBezTo>
                        <a:pt x="26317" y="21019"/>
                        <a:pt x="169019" y="77075"/>
                        <a:pt x="162012" y="73572"/>
                      </a:cubicBezTo>
                      <a:close/>
                    </a:path>
                  </a:pathLst>
                </a:custGeom>
                <a:solidFill>
                  <a:schemeClr val="accent1">
                    <a:lumMod val="60000"/>
                    <a:lumOff val="40000"/>
                  </a:schemeClr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p:grpSp>
        </p:grp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3B8CD900-19EC-824C-BF74-AADFBF5A17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0590" y="272143"/>
            <a:ext cx="11393310" cy="894622"/>
          </a:xfrm>
        </p:spPr>
        <p:txBody>
          <a:bodyPr>
            <a:normAutofit/>
          </a:bodyPr>
          <a:lstStyle/>
          <a:p>
            <a:r>
              <a:rPr lang="en-US" sz="4800" dirty="0"/>
              <a:t>TCP and the congested “bottleneck link”</a:t>
            </a:r>
            <a:endParaRPr lang="en-US" sz="4400" b="0" dirty="0"/>
          </a:p>
        </p:txBody>
      </p:sp>
      <p:sp>
        <p:nvSpPr>
          <p:cNvPr id="6" name="Rectangle 4">
            <a:extLst>
              <a:ext uri="{FF2B5EF4-FFF2-40B4-BE49-F238E27FC236}">
                <a16:creationId xmlns:a16="http://schemas.microsoft.com/office/drawing/2014/main" id="{A22F5639-C13F-8347-B6CF-B5A700C7EA84}"/>
              </a:ext>
            </a:extLst>
          </p:cNvPr>
          <p:cNvSpPr txBox="1">
            <a:spLocks noChangeArrowheads="1"/>
          </p:cNvSpPr>
          <p:nvPr/>
        </p:nvSpPr>
        <p:spPr>
          <a:xfrm>
            <a:off x="667043" y="1366203"/>
            <a:ext cx="11177587" cy="91517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marR="0" lvl="0" indent="-2159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charset="2"/>
              <a:buChar char="§"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TCP (classic, CUBIC) increase TCP’s sending rate until packet loss occurs at some router’s output: the </a:t>
            </a:r>
            <a:r>
              <a:rPr kumimoji="0" lang="en-US" sz="2800" b="0" i="1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bottleneck link</a:t>
            </a:r>
          </a:p>
        </p:txBody>
      </p:sp>
      <p:sp>
        <p:nvSpPr>
          <p:cNvPr id="163" name="Text Box 8">
            <a:extLst>
              <a:ext uri="{FF2B5EF4-FFF2-40B4-BE49-F238E27FC236}">
                <a16:creationId xmlns:a16="http://schemas.microsoft.com/office/drawing/2014/main" id="{E65C3147-B6A2-674F-B175-C4411782BB1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19425" y="3594045"/>
            <a:ext cx="711200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600" b="0" i="1" u="none" strike="noStrike" kern="1200" cap="none" spc="0" normalizeH="0" baseline="0" noProof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source</a:t>
            </a:r>
            <a:endParaRPr kumimoji="0" lang="en-US" altLang="en-US" sz="2000" b="0" i="1" u="none" strike="noStrike" kern="1200" cap="none" spc="0" normalizeH="0" baseline="0" noProof="0">
              <a:ln>
                <a:noFill/>
              </a:ln>
              <a:solidFill>
                <a:srgbClr val="000099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164" name="Freeform 10">
            <a:extLst>
              <a:ext uri="{FF2B5EF4-FFF2-40B4-BE49-F238E27FC236}">
                <a16:creationId xmlns:a16="http://schemas.microsoft.com/office/drawing/2014/main" id="{51065C6F-5BFC-8741-9747-71CCD0CC01B5}"/>
              </a:ext>
            </a:extLst>
          </p:cNvPr>
          <p:cNvSpPr>
            <a:spLocks/>
          </p:cNvSpPr>
          <p:nvPr/>
        </p:nvSpPr>
        <p:spPr bwMode="auto">
          <a:xfrm flipH="1">
            <a:off x="2481263" y="3925832"/>
            <a:ext cx="326408" cy="1262816"/>
          </a:xfrm>
          <a:custGeom>
            <a:avLst/>
            <a:gdLst>
              <a:gd name="T0" fmla="*/ 2147483647 w 12213"/>
              <a:gd name="T1" fmla="*/ 2147483647 h 10000"/>
              <a:gd name="T2" fmla="*/ 0 w 12213"/>
              <a:gd name="T3" fmla="*/ 0 h 10000"/>
              <a:gd name="T4" fmla="*/ 0 w 12213"/>
              <a:gd name="T5" fmla="*/ 2147483647 h 10000"/>
              <a:gd name="T6" fmla="*/ 2147483647 w 12213"/>
              <a:gd name="T7" fmla="*/ 2147483647 h 10000"/>
              <a:gd name="T8" fmla="*/ 2147483647 w 12213"/>
              <a:gd name="T9" fmla="*/ 2147483647 h 10000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12213" h="10000">
                <a:moveTo>
                  <a:pt x="11726" y="4661"/>
                </a:moveTo>
                <a:lnTo>
                  <a:pt x="0" y="0"/>
                </a:lnTo>
                <a:lnTo>
                  <a:pt x="0" y="10000"/>
                </a:lnTo>
                <a:lnTo>
                  <a:pt x="12213" y="6473"/>
                </a:lnTo>
                <a:lnTo>
                  <a:pt x="11726" y="4661"/>
                </a:lnTo>
                <a:close/>
              </a:path>
            </a:pathLst>
          </a:custGeom>
          <a:gradFill rotWithShape="1">
            <a:gsLst>
              <a:gs pos="0">
                <a:srgbClr val="3333CC"/>
              </a:gs>
              <a:gs pos="100000">
                <a:srgbClr val="FFFFFF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165" name="Rectangle 23">
            <a:extLst>
              <a:ext uri="{FF2B5EF4-FFF2-40B4-BE49-F238E27FC236}">
                <a16:creationId xmlns:a16="http://schemas.microsoft.com/office/drawing/2014/main" id="{245AE889-4FF1-5D41-B0C9-6E1D7DFE6C7D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54326" y="3909956"/>
            <a:ext cx="1062368" cy="1290639"/>
          </a:xfrm>
          <a:prstGeom prst="rect">
            <a:avLst/>
          </a:prstGeom>
          <a:solidFill>
            <a:srgbClr val="0000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16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166" name="Rectangle 24">
            <a:extLst>
              <a:ext uri="{FF2B5EF4-FFF2-40B4-BE49-F238E27FC236}">
                <a16:creationId xmlns:a16="http://schemas.microsoft.com/office/drawing/2014/main" id="{726B5B54-D786-344E-93B0-A2521F3FB4A3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14638" y="3949645"/>
            <a:ext cx="1066800" cy="1231900"/>
          </a:xfrm>
          <a:prstGeom prst="rect">
            <a:avLst/>
          </a:prstGeom>
          <a:solidFill>
            <a:srgbClr val="FFFFFF"/>
          </a:solidFill>
          <a:ln w="28575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16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167" name="Line 25">
            <a:extLst>
              <a:ext uri="{FF2B5EF4-FFF2-40B4-BE49-F238E27FC236}">
                <a16:creationId xmlns:a16="http://schemas.microsoft.com/office/drawing/2014/main" id="{ED6C96DE-045A-4845-BE61-A830E126E677}"/>
              </a:ext>
            </a:extLst>
          </p:cNvPr>
          <p:cNvSpPr>
            <a:spLocks noChangeShapeType="1"/>
          </p:cNvSpPr>
          <p:nvPr/>
        </p:nvSpPr>
        <p:spPr bwMode="auto">
          <a:xfrm>
            <a:off x="2814638" y="4227457"/>
            <a:ext cx="1058862" cy="3175"/>
          </a:xfrm>
          <a:prstGeom prst="line">
            <a:avLst/>
          </a:prstGeom>
          <a:noFill/>
          <a:ln w="1905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168" name="Text Box 26">
            <a:extLst>
              <a:ext uri="{FF2B5EF4-FFF2-40B4-BE49-F238E27FC236}">
                <a16:creationId xmlns:a16="http://schemas.microsoft.com/office/drawing/2014/main" id="{84D02891-4DB6-A74C-B473-DDD899D4438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73604" y="3957054"/>
            <a:ext cx="1104900" cy="12747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FFFFFF">
                    <a:lumMod val="75000"/>
                  </a:srgbClr>
                </a:solidFill>
                <a:effectLst/>
                <a:uLnTx/>
                <a:uFillTx/>
                <a:latin typeface="Arial" charset="0"/>
                <a:ea typeface="ＭＳ Ｐゴシック" charset="0"/>
              </a:rPr>
              <a:t>application</a:t>
            </a:r>
          </a:p>
          <a:p>
            <a:pPr marL="0" marR="0" lvl="0" indent="0" algn="ctr" defTabSz="914400" rtl="0" eaLnBrk="0" fontAlgn="base" latinLnBrk="0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0" cap="none" spc="0" normalizeH="0" baseline="0" noProof="0" dirty="0">
                <a:ln>
                  <a:noFill/>
                </a:ln>
                <a:solidFill>
                  <a:srgbClr val="0000A3"/>
                </a:solidFill>
                <a:effectLst/>
                <a:uLnTx/>
                <a:uFillTx/>
                <a:latin typeface="Arial" charset="0"/>
                <a:ea typeface="ＭＳ Ｐゴシック" charset="0"/>
              </a:rPr>
              <a:t>TCP</a:t>
            </a:r>
          </a:p>
          <a:p>
            <a:pPr marL="0" marR="0" lvl="0" indent="0" algn="ctr" defTabSz="914400" rtl="0" eaLnBrk="0" fontAlgn="base" latinLnBrk="0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FFFFFF">
                    <a:lumMod val="75000"/>
                  </a:srgbClr>
                </a:solidFill>
                <a:effectLst/>
                <a:uLnTx/>
                <a:uFillTx/>
                <a:latin typeface="Arial" charset="0"/>
                <a:ea typeface="ＭＳ Ｐゴシック" charset="0"/>
              </a:rPr>
              <a:t>network</a:t>
            </a:r>
          </a:p>
          <a:p>
            <a:pPr marL="0" marR="0" lvl="0" indent="0" algn="ctr" defTabSz="914400" rtl="0" eaLnBrk="0" fontAlgn="base" latinLnBrk="0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FFFFFF">
                    <a:lumMod val="75000"/>
                  </a:srgbClr>
                </a:solidFill>
                <a:effectLst/>
                <a:uLnTx/>
                <a:uFillTx/>
                <a:latin typeface="Arial" charset="0"/>
                <a:ea typeface="ＭＳ Ｐゴシック" charset="0"/>
              </a:rPr>
              <a:t>link</a:t>
            </a:r>
          </a:p>
          <a:p>
            <a:pPr marL="0" marR="0" lvl="0" indent="0" algn="ctr" defTabSz="914400" rtl="0" eaLnBrk="0" fontAlgn="base" latinLnBrk="0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FFFFFF">
                    <a:lumMod val="75000"/>
                  </a:srgbClr>
                </a:solidFill>
                <a:effectLst/>
                <a:uLnTx/>
                <a:uFillTx/>
                <a:latin typeface="Arial" charset="0"/>
                <a:ea typeface="ＭＳ Ｐゴシック" charset="0"/>
              </a:rPr>
              <a:t>physical</a:t>
            </a:r>
          </a:p>
        </p:txBody>
      </p:sp>
      <p:grpSp>
        <p:nvGrpSpPr>
          <p:cNvPr id="169" name="Group 190">
            <a:extLst>
              <a:ext uri="{FF2B5EF4-FFF2-40B4-BE49-F238E27FC236}">
                <a16:creationId xmlns:a16="http://schemas.microsoft.com/office/drawing/2014/main" id="{04290ECE-716C-A647-B2EC-8AA922EFC2AD}"/>
              </a:ext>
            </a:extLst>
          </p:cNvPr>
          <p:cNvGrpSpPr>
            <a:grpSpLocks/>
          </p:cNvGrpSpPr>
          <p:nvPr/>
        </p:nvGrpSpPr>
        <p:grpSpPr bwMode="auto">
          <a:xfrm flipH="1">
            <a:off x="2151063" y="4424307"/>
            <a:ext cx="673100" cy="701675"/>
            <a:chOff x="-44" y="1473"/>
            <a:chExt cx="981" cy="1105"/>
          </a:xfrm>
        </p:grpSpPr>
        <p:pic>
          <p:nvPicPr>
            <p:cNvPr id="170" name="Picture 191" descr="desktop_computer_stylized_medium">
              <a:extLst>
                <a:ext uri="{FF2B5EF4-FFF2-40B4-BE49-F238E27FC236}">
                  <a16:creationId xmlns:a16="http://schemas.microsoft.com/office/drawing/2014/main" id="{19B47375-0826-C44B-8E48-9D677E403959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71" name="Freeform 192">
              <a:extLst>
                <a:ext uri="{FF2B5EF4-FFF2-40B4-BE49-F238E27FC236}">
                  <a16:creationId xmlns:a16="http://schemas.microsoft.com/office/drawing/2014/main" id="{FEA1C998-C605-D84B-8547-D97F2BC8D4EE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43382 w 356"/>
                <a:gd name="T3" fmla="*/ 3172 h 368"/>
                <a:gd name="T4" fmla="*/ 51464 w 356"/>
                <a:gd name="T5" fmla="*/ 66095 h 368"/>
                <a:gd name="T6" fmla="*/ 11342 w 356"/>
                <a:gd name="T7" fmla="*/ 82660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6"/>
                <a:gd name="T16" fmla="*/ 0 h 368"/>
                <a:gd name="T17" fmla="*/ 356 w 356"/>
                <a:gd name="T18" fmla="*/ 368 h 36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 cap="flat" cmpd="sng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wrap="none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</p:grpSp>
      <p:sp>
        <p:nvSpPr>
          <p:cNvPr id="172" name="Line 25">
            <a:extLst>
              <a:ext uri="{FF2B5EF4-FFF2-40B4-BE49-F238E27FC236}">
                <a16:creationId xmlns:a16="http://schemas.microsoft.com/office/drawing/2014/main" id="{DA5446CC-C771-F441-9E97-037B17ED4482}"/>
              </a:ext>
            </a:extLst>
          </p:cNvPr>
          <p:cNvSpPr>
            <a:spLocks noChangeShapeType="1"/>
          </p:cNvSpPr>
          <p:nvPr/>
        </p:nvSpPr>
        <p:spPr bwMode="auto">
          <a:xfrm>
            <a:off x="2819400" y="4456057"/>
            <a:ext cx="1058863" cy="3175"/>
          </a:xfrm>
          <a:prstGeom prst="line">
            <a:avLst/>
          </a:prstGeom>
          <a:noFill/>
          <a:ln w="1905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173" name="Line 25">
            <a:extLst>
              <a:ext uri="{FF2B5EF4-FFF2-40B4-BE49-F238E27FC236}">
                <a16:creationId xmlns:a16="http://schemas.microsoft.com/office/drawing/2014/main" id="{264D9FFE-774A-7F4D-BEE4-B3B44B1FAC0A}"/>
              </a:ext>
            </a:extLst>
          </p:cNvPr>
          <p:cNvSpPr>
            <a:spLocks noChangeShapeType="1"/>
          </p:cNvSpPr>
          <p:nvPr/>
        </p:nvSpPr>
        <p:spPr bwMode="auto">
          <a:xfrm>
            <a:off x="2824163" y="4684657"/>
            <a:ext cx="1058862" cy="3175"/>
          </a:xfrm>
          <a:prstGeom prst="line">
            <a:avLst/>
          </a:prstGeom>
          <a:noFill/>
          <a:ln w="1905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174" name="Line 25">
            <a:extLst>
              <a:ext uri="{FF2B5EF4-FFF2-40B4-BE49-F238E27FC236}">
                <a16:creationId xmlns:a16="http://schemas.microsoft.com/office/drawing/2014/main" id="{84D59C24-ECF9-B64A-9F2F-66C689C1F7AC}"/>
              </a:ext>
            </a:extLst>
          </p:cNvPr>
          <p:cNvSpPr>
            <a:spLocks noChangeShapeType="1"/>
          </p:cNvSpPr>
          <p:nvPr/>
        </p:nvSpPr>
        <p:spPr bwMode="auto">
          <a:xfrm>
            <a:off x="2827338" y="4924370"/>
            <a:ext cx="1060450" cy="3175"/>
          </a:xfrm>
          <a:prstGeom prst="line">
            <a:avLst/>
          </a:prstGeom>
          <a:noFill/>
          <a:ln w="1905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grpSp>
        <p:nvGrpSpPr>
          <p:cNvPr id="175" name="Group 3">
            <a:extLst>
              <a:ext uri="{FF2B5EF4-FFF2-40B4-BE49-F238E27FC236}">
                <a16:creationId xmlns:a16="http://schemas.microsoft.com/office/drawing/2014/main" id="{7651D039-1E34-A144-8FED-AAC44F023F2C}"/>
              </a:ext>
            </a:extLst>
          </p:cNvPr>
          <p:cNvGrpSpPr>
            <a:grpSpLocks/>
          </p:cNvGrpSpPr>
          <p:nvPr/>
        </p:nvGrpSpPr>
        <p:grpSpPr bwMode="auto">
          <a:xfrm>
            <a:off x="7794625" y="3673978"/>
            <a:ext cx="2047875" cy="1620287"/>
            <a:chOff x="4882752" y="4007261"/>
            <a:chExt cx="2046816" cy="1619544"/>
          </a:xfrm>
        </p:grpSpPr>
        <p:sp>
          <p:nvSpPr>
            <p:cNvPr id="176" name="Text Box 54">
              <a:extLst>
                <a:ext uri="{FF2B5EF4-FFF2-40B4-BE49-F238E27FC236}">
                  <a16:creationId xmlns:a16="http://schemas.microsoft.com/office/drawing/2014/main" id="{82FCAF5C-7EF8-BB47-BF30-CF3EA1FE682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882752" y="4007261"/>
              <a:ext cx="1226089" cy="3385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600" b="0" i="1" u="none" strike="noStrike" kern="0" cap="none" spc="0" normalizeH="0" baseline="0" noProof="0">
                  <a:ln>
                    <a:noFill/>
                  </a:ln>
                  <a:solidFill>
                    <a:srgbClr val="000099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destination</a:t>
              </a:r>
              <a:endParaRPr kumimoji="0" lang="en-US" altLang="en-US" sz="2000" b="0" i="1" u="none" strike="noStrike" kern="0" cap="none" spc="0" normalizeH="0" baseline="0" noProof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grpSp>
          <p:nvGrpSpPr>
            <p:cNvPr id="177" name="Group 2">
              <a:extLst>
                <a:ext uri="{FF2B5EF4-FFF2-40B4-BE49-F238E27FC236}">
                  <a16:creationId xmlns:a16="http://schemas.microsoft.com/office/drawing/2014/main" id="{43D7F412-7232-F444-9D55-13FAD759A4F6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927179" y="4319856"/>
              <a:ext cx="2002389" cy="1306949"/>
              <a:chOff x="1305623" y="4714561"/>
              <a:chExt cx="2002389" cy="1306949"/>
            </a:xfrm>
          </p:grpSpPr>
          <p:sp>
            <p:nvSpPr>
              <p:cNvPr id="178" name="Freeform 10">
                <a:extLst>
                  <a:ext uri="{FF2B5EF4-FFF2-40B4-BE49-F238E27FC236}">
                    <a16:creationId xmlns:a16="http://schemas.microsoft.com/office/drawing/2014/main" id="{2BBCCDF2-BD61-D243-80E3-FC38B43747B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426569" y="4714561"/>
                <a:ext cx="288261" cy="1290044"/>
              </a:xfrm>
              <a:custGeom>
                <a:avLst/>
                <a:gdLst>
                  <a:gd name="T0" fmla="*/ 2147483647 w 267"/>
                  <a:gd name="T1" fmla="*/ 2147483647 h 1186"/>
                  <a:gd name="T2" fmla="*/ 0 w 267"/>
                  <a:gd name="T3" fmla="*/ 0 h 1186"/>
                  <a:gd name="T4" fmla="*/ 0 w 267"/>
                  <a:gd name="T5" fmla="*/ 2147483647 h 1186"/>
                  <a:gd name="T6" fmla="*/ 2147483647 w 267"/>
                  <a:gd name="T7" fmla="*/ 2147483647 h 1186"/>
                  <a:gd name="T8" fmla="*/ 2147483647 w 267"/>
                  <a:gd name="T9" fmla="*/ 2147483647 h 118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67"/>
                  <a:gd name="T16" fmla="*/ 0 h 1186"/>
                  <a:gd name="T17" fmla="*/ 267 w 267"/>
                  <a:gd name="T18" fmla="*/ 1186 h 118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67" h="1186">
                    <a:moveTo>
                      <a:pt x="254" y="466"/>
                    </a:moveTo>
                    <a:lnTo>
                      <a:pt x="0" y="0"/>
                    </a:lnTo>
                    <a:lnTo>
                      <a:pt x="0" y="1186"/>
                    </a:lnTo>
                    <a:lnTo>
                      <a:pt x="267" y="652"/>
                    </a:lnTo>
                    <a:lnTo>
                      <a:pt x="254" y="466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3333CC"/>
                  </a:gs>
                  <a:gs pos="100000">
                    <a:srgbClr val="FFFF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anose="020B060403050404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179" name="Rectangle 23">
                <a:extLst>
                  <a:ext uri="{FF2B5EF4-FFF2-40B4-BE49-F238E27FC236}">
                    <a16:creationId xmlns:a16="http://schemas.microsoft.com/office/drawing/2014/main" id="{0FF740DF-A766-DA47-941D-9BB75289FE9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398616" y="4722494"/>
                <a:ext cx="1045433" cy="1271290"/>
              </a:xfrm>
              <a:prstGeom prst="rect">
                <a:avLst/>
              </a:pr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16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anose="020B060403050404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180" name="Rectangle 24">
                <a:extLst>
                  <a:ext uri="{FF2B5EF4-FFF2-40B4-BE49-F238E27FC236}">
                    <a16:creationId xmlns:a16="http://schemas.microsoft.com/office/drawing/2014/main" id="{30976AB5-5CF3-9649-AE10-0D8834A36AA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341249" y="4752754"/>
                <a:ext cx="1067215" cy="1231976"/>
              </a:xfrm>
              <a:prstGeom prst="rect">
                <a:avLst/>
              </a:prstGeom>
              <a:solidFill>
                <a:srgbClr val="FFFFFF"/>
              </a:solidFill>
              <a:ln w="2857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16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anose="020B060403050404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181" name="Line 25">
                <a:extLst>
                  <a:ext uri="{FF2B5EF4-FFF2-40B4-BE49-F238E27FC236}">
                    <a16:creationId xmlns:a16="http://schemas.microsoft.com/office/drawing/2014/main" id="{C40254F3-8EF1-1946-BD3D-FCE2C1EC496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341249" y="5031313"/>
                <a:ext cx="1059231" cy="2888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anose="020B060403050404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182" name="Text Box 26">
                <a:extLst>
                  <a:ext uri="{FF2B5EF4-FFF2-40B4-BE49-F238E27FC236}">
                    <a16:creationId xmlns:a16="http://schemas.microsoft.com/office/drawing/2014/main" id="{3E76F59F-6FAE-6949-AACB-C12FB9352449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305623" y="4747333"/>
                <a:ext cx="1104329" cy="127417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  <a:cs typeface="ＭＳ Ｐゴシック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9pPr>
              </a:lstStyle>
              <a:p>
                <a:pPr marL="0" marR="0" lvl="0" indent="0" algn="ctr" defTabSz="914400" rtl="0" eaLnBrk="0" fontAlgn="base" latinLnBrk="0" hangingPunct="0">
                  <a:lnSpc>
                    <a:spcPct val="11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4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FFFFFF">
                        <a:lumMod val="75000"/>
                      </a:srgbClr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rPr>
                  <a:t>application</a:t>
                </a:r>
              </a:p>
              <a:p>
                <a:pPr marL="0" marR="0" lvl="0" indent="0" algn="ctr" defTabSz="914400" rtl="0" eaLnBrk="0" fontAlgn="base" latinLnBrk="0" hangingPunct="0">
                  <a:lnSpc>
                    <a:spcPct val="11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400" b="1" i="0" u="none" strike="noStrike" kern="0" cap="none" spc="0" normalizeH="0" baseline="0" noProof="0" dirty="0">
                    <a:ln>
                      <a:noFill/>
                    </a:ln>
                    <a:solidFill>
                      <a:srgbClr val="0000A3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rPr>
                  <a:t>TCP</a:t>
                </a:r>
              </a:p>
              <a:p>
                <a:pPr marL="0" marR="0" lvl="0" indent="0" algn="ctr" defTabSz="914400" rtl="0" eaLnBrk="0" fontAlgn="base" latinLnBrk="0" hangingPunct="0">
                  <a:lnSpc>
                    <a:spcPct val="11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4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FFFFFF">
                        <a:lumMod val="75000"/>
                      </a:srgbClr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rPr>
                  <a:t>network</a:t>
                </a:r>
              </a:p>
              <a:p>
                <a:pPr marL="0" marR="0" lvl="0" indent="0" algn="ctr" defTabSz="914400" rtl="0" eaLnBrk="0" fontAlgn="base" latinLnBrk="0" hangingPunct="0">
                  <a:lnSpc>
                    <a:spcPct val="11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4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FFFFFF">
                        <a:lumMod val="75000"/>
                      </a:srgbClr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rPr>
                  <a:t>link</a:t>
                </a:r>
              </a:p>
              <a:p>
                <a:pPr marL="0" marR="0" lvl="0" indent="0" algn="ctr" defTabSz="914400" rtl="0" eaLnBrk="0" fontAlgn="base" latinLnBrk="0" hangingPunct="0">
                  <a:lnSpc>
                    <a:spcPct val="11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4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FFFFFF">
                        <a:lumMod val="75000"/>
                      </a:srgbClr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rPr>
                  <a:t>physical</a:t>
                </a:r>
              </a:p>
            </p:txBody>
          </p:sp>
          <p:grpSp>
            <p:nvGrpSpPr>
              <p:cNvPr id="183" name="Group 190">
                <a:extLst>
                  <a:ext uri="{FF2B5EF4-FFF2-40B4-BE49-F238E27FC236}">
                    <a16:creationId xmlns:a16="http://schemas.microsoft.com/office/drawing/2014/main" id="{3142986E-25B2-C545-A505-7FEFEE4617F3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 flipH="1">
                <a:off x="2634682" y="5076164"/>
                <a:ext cx="673330" cy="701684"/>
                <a:chOff x="-44" y="1473"/>
                <a:chExt cx="981" cy="1105"/>
              </a:xfrm>
            </p:grpSpPr>
            <p:pic>
              <p:nvPicPr>
                <p:cNvPr id="187" name="Picture 191" descr="desktop_computer_stylized_medium">
                  <a:extLst>
                    <a:ext uri="{FF2B5EF4-FFF2-40B4-BE49-F238E27FC236}">
                      <a16:creationId xmlns:a16="http://schemas.microsoft.com/office/drawing/2014/main" id="{8E397E43-AA92-9540-8502-E3F47CEB4A68}"/>
                    </a:ext>
                  </a:extLst>
                </p:cNvPr>
                <p:cNvPicPr>
                  <a:picLocks noChangeAspect="1" noChangeArrowheads="1"/>
                </p:cNvPicPr>
                <p:nvPr/>
              </p:nvPicPr>
              <p:blipFill>
                <a:blip r:embed="rId3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 flipH="1">
                  <a:off x="-44" y="1473"/>
                  <a:ext cx="981" cy="1105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  <p:sp>
              <p:nvSpPr>
                <p:cNvPr id="188" name="Freeform 192">
                  <a:extLst>
                    <a:ext uri="{FF2B5EF4-FFF2-40B4-BE49-F238E27FC236}">
                      <a16:creationId xmlns:a16="http://schemas.microsoft.com/office/drawing/2014/main" id="{B94C52D7-1672-CE46-B256-90805C41A69F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 flipH="1">
                  <a:off x="374" y="1579"/>
                  <a:ext cx="477" cy="506"/>
                </a:xfrm>
                <a:custGeom>
                  <a:avLst/>
                  <a:gdLst>
                    <a:gd name="T0" fmla="*/ 0 w 356"/>
                    <a:gd name="T1" fmla="*/ 0 h 368"/>
                    <a:gd name="T2" fmla="*/ 43382 w 356"/>
                    <a:gd name="T3" fmla="*/ 3172 h 368"/>
                    <a:gd name="T4" fmla="*/ 51464 w 356"/>
                    <a:gd name="T5" fmla="*/ 66095 h 368"/>
                    <a:gd name="T6" fmla="*/ 11342 w 356"/>
                    <a:gd name="T7" fmla="*/ 82660 h 368"/>
                    <a:gd name="T8" fmla="*/ 0 w 356"/>
                    <a:gd name="T9" fmla="*/ 0 h 368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356"/>
                    <a:gd name="T16" fmla="*/ 0 h 368"/>
                    <a:gd name="T17" fmla="*/ 356 w 356"/>
                    <a:gd name="T18" fmla="*/ 368 h 368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356" h="368">
                      <a:moveTo>
                        <a:pt x="0" y="0"/>
                      </a:moveTo>
                      <a:lnTo>
                        <a:pt x="300" y="14"/>
                      </a:lnTo>
                      <a:lnTo>
                        <a:pt x="356" y="294"/>
                      </a:lnTo>
                      <a:lnTo>
                        <a:pt x="78" y="368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gradFill rotWithShape="1">
                  <a:gsLst>
                    <a:gs pos="0">
                      <a:srgbClr val="000099"/>
                    </a:gs>
                    <a:gs pos="100000">
                      <a:srgbClr val="FFFFFF"/>
                    </a:gs>
                  </a:gsLst>
                  <a:lin ang="270000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 cap="flat" cmpd="sng">
                      <a:solidFill>
                        <a:srgbClr val="000000"/>
                      </a:solidFill>
                      <a:prstDash val="solid"/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/>
                <a:lstStyle/>
                <a:p>
                  <a:pPr marL="0" marR="0" lvl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ahoma" panose="020B0604030504040204" pitchFamily="34" charset="0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</p:grpSp>
          <p:sp>
            <p:nvSpPr>
              <p:cNvPr id="184" name="Line 25">
                <a:extLst>
                  <a:ext uri="{FF2B5EF4-FFF2-40B4-BE49-F238E27FC236}">
                    <a16:creationId xmlns:a16="http://schemas.microsoft.com/office/drawing/2014/main" id="{3660A651-E6C2-464D-9AE5-A39238D21C2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345720" y="5260213"/>
                <a:ext cx="1059231" cy="2888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anose="020B060403050404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185" name="Line 25">
                <a:extLst>
                  <a:ext uri="{FF2B5EF4-FFF2-40B4-BE49-F238E27FC236}">
                    <a16:creationId xmlns:a16="http://schemas.microsoft.com/office/drawing/2014/main" id="{CB18A03E-7135-A648-8BDC-9FD0E1B822D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350191" y="5489113"/>
                <a:ext cx="1059231" cy="2888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anose="020B060403050404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186" name="Line 25">
                <a:extLst>
                  <a:ext uri="{FF2B5EF4-FFF2-40B4-BE49-F238E27FC236}">
                    <a16:creationId xmlns:a16="http://schemas.microsoft.com/office/drawing/2014/main" id="{8A81FD3E-2BEE-A04B-99BC-5B54B8C0D72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354662" y="5728213"/>
                <a:ext cx="1059231" cy="2888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anose="020B060403050404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</p:grpSp>
      </p:grpSp>
      <p:sp>
        <p:nvSpPr>
          <p:cNvPr id="281" name="Freeform 7">
            <a:extLst>
              <a:ext uri="{FF2B5EF4-FFF2-40B4-BE49-F238E27FC236}">
                <a16:creationId xmlns:a16="http://schemas.microsoft.com/office/drawing/2014/main" id="{4FE322CD-EE19-1D4A-A4A3-471CD5B424FF}"/>
              </a:ext>
            </a:extLst>
          </p:cNvPr>
          <p:cNvSpPr>
            <a:spLocks/>
          </p:cNvSpPr>
          <p:nvPr/>
        </p:nvSpPr>
        <p:spPr bwMode="auto">
          <a:xfrm>
            <a:off x="3329610" y="4423977"/>
            <a:ext cx="5073926" cy="1298611"/>
          </a:xfrm>
          <a:custGeom>
            <a:avLst/>
            <a:gdLst>
              <a:gd name="T0" fmla="*/ 0 w 5156094"/>
              <a:gd name="T1" fmla="*/ 0 h 1509215"/>
              <a:gd name="T2" fmla="*/ 6961 w 5156094"/>
              <a:gd name="T3" fmla="*/ 1168047 h 1509215"/>
              <a:gd name="T4" fmla="*/ 1131015 w 5156094"/>
              <a:gd name="T5" fmla="*/ 1170389 h 1509215"/>
              <a:gd name="T6" fmla="*/ 1755021 w 5156094"/>
              <a:gd name="T7" fmla="*/ 1490285 h 1509215"/>
              <a:gd name="T8" fmla="*/ 2207298 w 5156094"/>
              <a:gd name="T9" fmla="*/ 1510706 h 1509215"/>
              <a:gd name="T10" fmla="*/ 2988945 w 5156094"/>
              <a:gd name="T11" fmla="*/ 1198737 h 1509215"/>
              <a:gd name="T12" fmla="*/ 3391674 w 5156094"/>
              <a:gd name="T13" fmla="*/ 1210330 h 1509215"/>
              <a:gd name="T14" fmla="*/ 5156412 w 5156094"/>
              <a:gd name="T15" fmla="*/ 1199641 h 1509215"/>
              <a:gd name="T16" fmla="*/ 5126696 w 5156094"/>
              <a:gd name="T17" fmla="*/ 64147 h 1509215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connsiteX0" fmla="*/ 0 w 5156094"/>
              <a:gd name="connsiteY0" fmla="*/ 0 h 1559667"/>
              <a:gd name="connsiteX1" fmla="*/ 6961 w 5156094"/>
              <a:gd name="connsiteY1" fmla="*/ 1166894 h 1559667"/>
              <a:gd name="connsiteX2" fmla="*/ 1130946 w 5156094"/>
              <a:gd name="connsiteY2" fmla="*/ 1169234 h 1559667"/>
              <a:gd name="connsiteX3" fmla="*/ 1824854 w 5156094"/>
              <a:gd name="connsiteY3" fmla="*/ 1559667 h 1559667"/>
              <a:gd name="connsiteX4" fmla="*/ 2207163 w 5156094"/>
              <a:gd name="connsiteY4" fmla="*/ 1509215 h 1559667"/>
              <a:gd name="connsiteX5" fmla="*/ 2988762 w 5156094"/>
              <a:gd name="connsiteY5" fmla="*/ 1197554 h 1559667"/>
              <a:gd name="connsiteX6" fmla="*/ 3391464 w 5156094"/>
              <a:gd name="connsiteY6" fmla="*/ 1209136 h 1559667"/>
              <a:gd name="connsiteX7" fmla="*/ 5156094 w 5156094"/>
              <a:gd name="connsiteY7" fmla="*/ 1198456 h 1559667"/>
              <a:gd name="connsiteX8" fmla="*/ 5126381 w 5156094"/>
              <a:gd name="connsiteY8" fmla="*/ 64084 h 1559667"/>
              <a:gd name="connsiteX0" fmla="*/ 0 w 5156094"/>
              <a:gd name="connsiteY0" fmla="*/ 0 h 1559667"/>
              <a:gd name="connsiteX1" fmla="*/ 6961 w 5156094"/>
              <a:gd name="connsiteY1" fmla="*/ 1166894 h 1559667"/>
              <a:gd name="connsiteX2" fmla="*/ 1130946 w 5156094"/>
              <a:gd name="connsiteY2" fmla="*/ 1169234 h 1559667"/>
              <a:gd name="connsiteX3" fmla="*/ 1824854 w 5156094"/>
              <a:gd name="connsiteY3" fmla="*/ 1559667 h 1559667"/>
              <a:gd name="connsiteX4" fmla="*/ 2145216 w 5156094"/>
              <a:gd name="connsiteY4" fmla="*/ 1553959 h 1559667"/>
              <a:gd name="connsiteX5" fmla="*/ 2988762 w 5156094"/>
              <a:gd name="connsiteY5" fmla="*/ 1197554 h 1559667"/>
              <a:gd name="connsiteX6" fmla="*/ 3391464 w 5156094"/>
              <a:gd name="connsiteY6" fmla="*/ 1209136 h 1559667"/>
              <a:gd name="connsiteX7" fmla="*/ 5156094 w 5156094"/>
              <a:gd name="connsiteY7" fmla="*/ 1198456 h 1559667"/>
              <a:gd name="connsiteX8" fmla="*/ 5126381 w 5156094"/>
              <a:gd name="connsiteY8" fmla="*/ 64084 h 1559667"/>
              <a:gd name="connsiteX0" fmla="*/ 0 w 5156094"/>
              <a:gd name="connsiteY0" fmla="*/ 0 h 1559667"/>
              <a:gd name="connsiteX1" fmla="*/ 6961 w 5156094"/>
              <a:gd name="connsiteY1" fmla="*/ 1166894 h 1559667"/>
              <a:gd name="connsiteX2" fmla="*/ 1130946 w 5156094"/>
              <a:gd name="connsiteY2" fmla="*/ 1169234 h 1559667"/>
              <a:gd name="connsiteX3" fmla="*/ 1824854 w 5156094"/>
              <a:gd name="connsiteY3" fmla="*/ 1559667 h 1559667"/>
              <a:gd name="connsiteX4" fmla="*/ 2145216 w 5156094"/>
              <a:gd name="connsiteY4" fmla="*/ 1553959 h 1559667"/>
              <a:gd name="connsiteX5" fmla="*/ 2930257 w 5156094"/>
              <a:gd name="connsiteY5" fmla="*/ 1152811 h 1559667"/>
              <a:gd name="connsiteX6" fmla="*/ 3391464 w 5156094"/>
              <a:gd name="connsiteY6" fmla="*/ 1209136 h 1559667"/>
              <a:gd name="connsiteX7" fmla="*/ 5156094 w 5156094"/>
              <a:gd name="connsiteY7" fmla="*/ 1198456 h 1559667"/>
              <a:gd name="connsiteX8" fmla="*/ 5126381 w 5156094"/>
              <a:gd name="connsiteY8" fmla="*/ 64084 h 1559667"/>
              <a:gd name="connsiteX0" fmla="*/ 0 w 5156094"/>
              <a:gd name="connsiteY0" fmla="*/ 0 h 1559667"/>
              <a:gd name="connsiteX1" fmla="*/ 6961 w 5156094"/>
              <a:gd name="connsiteY1" fmla="*/ 1166894 h 1559667"/>
              <a:gd name="connsiteX2" fmla="*/ 1130946 w 5156094"/>
              <a:gd name="connsiteY2" fmla="*/ 1169234 h 1559667"/>
              <a:gd name="connsiteX3" fmla="*/ 1824854 w 5156094"/>
              <a:gd name="connsiteY3" fmla="*/ 1559667 h 1559667"/>
              <a:gd name="connsiteX4" fmla="*/ 2145216 w 5156094"/>
              <a:gd name="connsiteY4" fmla="*/ 1553959 h 1559667"/>
              <a:gd name="connsiteX5" fmla="*/ 2930257 w 5156094"/>
              <a:gd name="connsiteY5" fmla="*/ 1152811 h 1559667"/>
              <a:gd name="connsiteX6" fmla="*/ 5156094 w 5156094"/>
              <a:gd name="connsiteY6" fmla="*/ 1198456 h 1559667"/>
              <a:gd name="connsiteX7" fmla="*/ 5126381 w 5156094"/>
              <a:gd name="connsiteY7" fmla="*/ 64084 h 15596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5156094" h="1559667">
                <a:moveTo>
                  <a:pt x="0" y="0"/>
                </a:moveTo>
                <a:cubicBezTo>
                  <a:pt x="2320" y="388965"/>
                  <a:pt x="4641" y="777929"/>
                  <a:pt x="6961" y="1166894"/>
                </a:cubicBezTo>
                <a:lnTo>
                  <a:pt x="1130946" y="1169234"/>
                </a:lnTo>
                <a:lnTo>
                  <a:pt x="1824854" y="1559667"/>
                </a:lnTo>
                <a:lnTo>
                  <a:pt x="2145216" y="1553959"/>
                </a:lnTo>
                <a:lnTo>
                  <a:pt x="2930257" y="1152811"/>
                </a:lnTo>
                <a:lnTo>
                  <a:pt x="5156094" y="1198456"/>
                </a:lnTo>
                <a:lnTo>
                  <a:pt x="5126381" y="64084"/>
                </a:lnTo>
              </a:path>
            </a:pathLst>
          </a:custGeom>
          <a:noFill/>
          <a:ln w="22225">
            <a:solidFill>
              <a:srgbClr val="00009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89" name="Rectangle 4">
            <a:extLst>
              <a:ext uri="{FF2B5EF4-FFF2-40B4-BE49-F238E27FC236}">
                <a16:creationId xmlns:a16="http://schemas.microsoft.com/office/drawing/2014/main" id="{0B86E12D-57F9-004F-9A98-0E80FDFD03ED}"/>
              </a:ext>
            </a:extLst>
          </p:cNvPr>
          <p:cNvSpPr txBox="1">
            <a:spLocks noChangeArrowheads="1"/>
          </p:cNvSpPr>
          <p:nvPr/>
        </p:nvSpPr>
        <p:spPr>
          <a:xfrm>
            <a:off x="640467" y="2288196"/>
            <a:ext cx="11177587" cy="91517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marR="0" lvl="0" indent="-2159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charset="2"/>
              <a:buChar char="§"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understanding congestion: useful to focus on congested bottleneck link</a:t>
            </a:r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9F054DCB-F0FC-6040-B6B9-B0434AA6A860}"/>
              </a:ext>
            </a:extLst>
          </p:cNvPr>
          <p:cNvGrpSpPr/>
          <p:nvPr/>
        </p:nvGrpSpPr>
        <p:grpSpPr>
          <a:xfrm>
            <a:off x="4839045" y="5517878"/>
            <a:ext cx="876995" cy="403711"/>
            <a:chOff x="5033182" y="4091488"/>
            <a:chExt cx="876995" cy="403711"/>
          </a:xfrm>
        </p:grpSpPr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D3004F00-B27A-6543-B345-6627D1137679}"/>
                </a:ext>
              </a:extLst>
            </p:cNvPr>
            <p:cNvCxnSpPr/>
            <p:nvPr/>
          </p:nvCxnSpPr>
          <p:spPr>
            <a:xfrm>
              <a:off x="5518407" y="4289261"/>
              <a:ext cx="86950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7689B243-A85D-9243-A088-8DCC1C93FE82}"/>
                </a:ext>
              </a:extLst>
            </p:cNvPr>
            <p:cNvSpPr/>
            <p:nvPr/>
          </p:nvSpPr>
          <p:spPr>
            <a:xfrm>
              <a:off x="5150875" y="4091488"/>
              <a:ext cx="382771" cy="403711"/>
            </a:xfrm>
            <a:prstGeom prst="rect">
              <a:avLst/>
            </a:prstGeom>
            <a:solidFill>
              <a:srgbClr val="E40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68C9EE21-A866-EF40-B74B-25BD15BDB166}"/>
                </a:ext>
              </a:extLst>
            </p:cNvPr>
            <p:cNvSpPr/>
            <p:nvPr/>
          </p:nvSpPr>
          <p:spPr>
            <a:xfrm>
              <a:off x="5565439" y="4115310"/>
              <a:ext cx="344738" cy="344738"/>
            </a:xfrm>
            <a:prstGeom prst="ellipse">
              <a:avLst/>
            </a:prstGeom>
            <a:solidFill>
              <a:srgbClr val="E40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6E71FDDD-28C2-D944-937D-A37D3B73085B}"/>
                </a:ext>
              </a:extLst>
            </p:cNvPr>
            <p:cNvCxnSpPr/>
            <p:nvPr/>
          </p:nvCxnSpPr>
          <p:spPr>
            <a:xfrm>
              <a:off x="5427947" y="4125482"/>
              <a:ext cx="0" cy="328557"/>
            </a:xfrm>
            <a:prstGeom prst="line">
              <a:avLst/>
            </a:prstGeom>
            <a:ln w="158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7" name="Straight Connector 96">
              <a:extLst>
                <a:ext uri="{FF2B5EF4-FFF2-40B4-BE49-F238E27FC236}">
                  <a16:creationId xmlns:a16="http://schemas.microsoft.com/office/drawing/2014/main" id="{9709E3FA-52FC-C645-9DA2-F11001152074}"/>
                </a:ext>
              </a:extLst>
            </p:cNvPr>
            <p:cNvCxnSpPr/>
            <p:nvPr/>
          </p:nvCxnSpPr>
          <p:spPr>
            <a:xfrm>
              <a:off x="5330094" y="4125482"/>
              <a:ext cx="0" cy="328557"/>
            </a:xfrm>
            <a:prstGeom prst="line">
              <a:avLst/>
            </a:prstGeom>
            <a:ln w="158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8" name="Straight Connector 97">
              <a:extLst>
                <a:ext uri="{FF2B5EF4-FFF2-40B4-BE49-F238E27FC236}">
                  <a16:creationId xmlns:a16="http://schemas.microsoft.com/office/drawing/2014/main" id="{A377D666-34E2-244E-B3D8-6FE1A4596746}"/>
                </a:ext>
              </a:extLst>
            </p:cNvPr>
            <p:cNvCxnSpPr/>
            <p:nvPr/>
          </p:nvCxnSpPr>
          <p:spPr>
            <a:xfrm>
              <a:off x="5238591" y="4125482"/>
              <a:ext cx="0" cy="328557"/>
            </a:xfrm>
            <a:prstGeom prst="line">
              <a:avLst/>
            </a:prstGeom>
            <a:ln w="158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9" name="Rectangle 98">
              <a:extLst>
                <a:ext uri="{FF2B5EF4-FFF2-40B4-BE49-F238E27FC236}">
                  <a16:creationId xmlns:a16="http://schemas.microsoft.com/office/drawing/2014/main" id="{16E7784A-7CF2-DB4E-B801-AE25BE617B3D}"/>
                </a:ext>
              </a:extLst>
            </p:cNvPr>
            <p:cNvSpPr/>
            <p:nvPr/>
          </p:nvSpPr>
          <p:spPr>
            <a:xfrm>
              <a:off x="5033182" y="4091488"/>
              <a:ext cx="112907" cy="403711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grpSp>
        <p:nvGrpSpPr>
          <p:cNvPr id="22" name="Group 21">
            <a:extLst>
              <a:ext uri="{FF2B5EF4-FFF2-40B4-BE49-F238E27FC236}">
                <a16:creationId xmlns:a16="http://schemas.microsoft.com/office/drawing/2014/main" id="{3F5A847F-7DB0-4448-866C-A04E3D418E75}"/>
              </a:ext>
            </a:extLst>
          </p:cNvPr>
          <p:cNvGrpSpPr/>
          <p:nvPr/>
        </p:nvGrpSpPr>
        <p:grpSpPr>
          <a:xfrm>
            <a:off x="3613959" y="3330565"/>
            <a:ext cx="4288552" cy="1038257"/>
            <a:chOff x="3613959" y="3330565"/>
            <a:chExt cx="4288552" cy="1038257"/>
          </a:xfrm>
        </p:grpSpPr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72BF638B-27BF-9A44-BC9B-E5A7126F9971}"/>
                </a:ext>
              </a:extLst>
            </p:cNvPr>
            <p:cNvSpPr txBox="1"/>
            <p:nvPr/>
          </p:nvSpPr>
          <p:spPr>
            <a:xfrm>
              <a:off x="3932559" y="3330565"/>
              <a:ext cx="3969952" cy="84023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460375" marR="0" lvl="0" indent="-460375" algn="l" defTabSz="914400" rtl="0" eaLnBrk="1" fontAlgn="auto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A3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insight: </a:t>
              </a: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increasing TCP sending rate will </a:t>
              </a:r>
              <a:r>
                <a:rPr kumimoji="0" lang="en-US" sz="1800" b="0" i="1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not</a:t>
              </a: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increase end-end throughout with congested bottleneck</a:t>
              </a:r>
            </a:p>
          </p:txBody>
        </p: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61879EEE-DD1C-214C-8FBA-E99A26753318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613959" y="3751185"/>
              <a:ext cx="738967" cy="617637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6" name="Group 25">
            <a:extLst>
              <a:ext uri="{FF2B5EF4-FFF2-40B4-BE49-F238E27FC236}">
                <a16:creationId xmlns:a16="http://schemas.microsoft.com/office/drawing/2014/main" id="{8C456841-AE6B-A44B-9596-8457DAC42D7B}"/>
              </a:ext>
            </a:extLst>
          </p:cNvPr>
          <p:cNvGrpSpPr/>
          <p:nvPr/>
        </p:nvGrpSpPr>
        <p:grpSpPr>
          <a:xfrm>
            <a:off x="477143" y="5329279"/>
            <a:ext cx="4243986" cy="840230"/>
            <a:chOff x="477143" y="5329279"/>
            <a:chExt cx="4243986" cy="840230"/>
          </a:xfrm>
        </p:grpSpPr>
        <p:sp>
          <p:nvSpPr>
            <p:cNvPr id="110" name="TextBox 109">
              <a:extLst>
                <a:ext uri="{FF2B5EF4-FFF2-40B4-BE49-F238E27FC236}">
                  <a16:creationId xmlns:a16="http://schemas.microsoft.com/office/drawing/2014/main" id="{67AC24E6-353D-7641-8425-F6A26F20ABC7}"/>
                </a:ext>
              </a:extLst>
            </p:cNvPr>
            <p:cNvSpPr txBox="1"/>
            <p:nvPr/>
          </p:nvSpPr>
          <p:spPr>
            <a:xfrm>
              <a:off x="477143" y="5329279"/>
              <a:ext cx="2818708" cy="84023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460375" marR="0" lvl="0" indent="-460375" algn="r" defTabSz="914400" rtl="0" eaLnBrk="1" fontAlgn="auto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A3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insight: </a:t>
              </a: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increasing TCP sending rate </a:t>
              </a:r>
              <a:r>
                <a:rPr kumimoji="0" lang="en-US" sz="1800" b="0" i="1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will</a:t>
              </a: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increase measured RTT</a:t>
              </a:r>
            </a:p>
          </p:txBody>
        </p: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AFA3AC7C-9D37-4246-A57A-7A9F9DD69A66}"/>
                </a:ext>
              </a:extLst>
            </p:cNvPr>
            <p:cNvCxnSpPr/>
            <p:nvPr/>
          </p:nvCxnSpPr>
          <p:spPr>
            <a:xfrm>
              <a:off x="3375025" y="5714069"/>
              <a:ext cx="1346104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D625C25C-416C-5C4E-AFF1-F6889ED15803}"/>
              </a:ext>
            </a:extLst>
          </p:cNvPr>
          <p:cNvCxnSpPr/>
          <p:nvPr/>
        </p:nvCxnSpPr>
        <p:spPr>
          <a:xfrm>
            <a:off x="3375025" y="6443089"/>
            <a:ext cx="5028511" cy="0"/>
          </a:xfrm>
          <a:prstGeom prst="line">
            <a:avLst/>
          </a:prstGeom>
          <a:ln w="15875">
            <a:solidFill>
              <a:schemeClr val="tx1"/>
            </a:solidFill>
            <a:headEnd type="triangle"/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TextBox 28">
            <a:extLst>
              <a:ext uri="{FF2B5EF4-FFF2-40B4-BE49-F238E27FC236}">
                <a16:creationId xmlns:a16="http://schemas.microsoft.com/office/drawing/2014/main" id="{B205F52A-5790-B345-9AB7-858A5F8D4937}"/>
              </a:ext>
            </a:extLst>
          </p:cNvPr>
          <p:cNvSpPr txBox="1"/>
          <p:nvPr/>
        </p:nvSpPr>
        <p:spPr>
          <a:xfrm>
            <a:off x="4970635" y="6269341"/>
            <a:ext cx="535018" cy="369332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RTT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AB18F1EA-ED80-CE47-9C3C-647F034AB95E}"/>
              </a:ext>
            </a:extLst>
          </p:cNvPr>
          <p:cNvSpPr txBox="1"/>
          <p:nvPr/>
        </p:nvSpPr>
        <p:spPr>
          <a:xfrm>
            <a:off x="5618466" y="5874964"/>
            <a:ext cx="7584409" cy="4247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87375" marR="0" lvl="0" indent="-587375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1" u="none" strike="noStrike" kern="1200" cap="none" spc="0" normalizeH="0" baseline="0" noProof="0" dirty="0">
                <a:ln>
                  <a:noFill/>
                </a:ln>
                <a:solidFill>
                  <a:srgbClr val="0000A3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Goal: </a:t>
            </a:r>
            <a:r>
              <a:rPr kumimoji="0" lang="en-US" sz="22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“keep the end-end pipe just full, but not fuller”</a:t>
            </a:r>
          </a:p>
        </p:txBody>
      </p:sp>
      <p:sp>
        <p:nvSpPr>
          <p:cNvPr id="106" name="Slide Number Placeholder 2">
            <a:extLst>
              <a:ext uri="{FF2B5EF4-FFF2-40B4-BE49-F238E27FC236}">
                <a16:creationId xmlns:a16="http://schemas.microsoft.com/office/drawing/2014/main" id="{C4CCE602-07A6-B94E-8022-E968DB6C613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19616" y="6443089"/>
            <a:ext cx="2743200" cy="365125"/>
          </a:xfrm>
        </p:spPr>
        <p:txBody>
          <a:bodyPr/>
          <a:lstStyle/>
          <a:p>
            <a:r>
              <a:rPr lang="en-US" dirty="0"/>
              <a:t>Transport Layer: 3-</a:t>
            </a:r>
            <a:fld id="{C4204591-24BD-A542-B9D5-F8D8A88D2FEE}" type="slidenum">
              <a:rPr lang="en-US" smtClean="0"/>
              <a:pPr/>
              <a:t>41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280534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0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5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9" grpId="0"/>
      <p:bldP spid="31" grpId="0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8CD900-19EC-824C-BF74-AADFBF5A17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0590" y="272143"/>
            <a:ext cx="11393310" cy="894622"/>
          </a:xfrm>
        </p:spPr>
        <p:txBody>
          <a:bodyPr>
            <a:normAutofit/>
          </a:bodyPr>
          <a:lstStyle/>
          <a:p>
            <a:r>
              <a:rPr lang="en-US" sz="4800" dirty="0"/>
              <a:t>Delay-based TCP </a:t>
            </a:r>
            <a:r>
              <a:rPr lang="en-US" dirty="0"/>
              <a:t>c</a:t>
            </a:r>
            <a:r>
              <a:rPr lang="en-US" sz="4400" dirty="0"/>
              <a:t>ongestion </a:t>
            </a:r>
            <a:r>
              <a:rPr lang="en-US" dirty="0"/>
              <a:t>c</a:t>
            </a:r>
            <a:r>
              <a:rPr lang="en-US" sz="4400" dirty="0"/>
              <a:t>ontrol</a:t>
            </a:r>
            <a:endParaRPr lang="en-US" sz="4400" b="0" dirty="0"/>
          </a:p>
        </p:txBody>
      </p:sp>
      <p:sp>
        <p:nvSpPr>
          <p:cNvPr id="6" name="Rectangle 4">
            <a:extLst>
              <a:ext uri="{FF2B5EF4-FFF2-40B4-BE49-F238E27FC236}">
                <a16:creationId xmlns:a16="http://schemas.microsoft.com/office/drawing/2014/main" id="{A22F5639-C13F-8347-B6CF-B5A700C7EA84}"/>
              </a:ext>
            </a:extLst>
          </p:cNvPr>
          <p:cNvSpPr txBox="1">
            <a:spLocks noChangeArrowheads="1"/>
          </p:cNvSpPr>
          <p:nvPr/>
        </p:nvSpPr>
        <p:spPr>
          <a:xfrm>
            <a:off x="630271" y="1334752"/>
            <a:ext cx="11639957" cy="219075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4130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pitchFamily="2" charset="2"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Keeping sender-to-receiver pipe “just full enough, but no fuller”: keep bottleneck link busy transmitting, but avoid high delays/buffering</a:t>
            </a:r>
          </a:p>
        </p:txBody>
      </p:sp>
      <p:grpSp>
        <p:nvGrpSpPr>
          <p:cNvPr id="23" name="Group 22">
            <a:extLst>
              <a:ext uri="{FF2B5EF4-FFF2-40B4-BE49-F238E27FC236}">
                <a16:creationId xmlns:a16="http://schemas.microsoft.com/office/drawing/2014/main" id="{136B4431-4002-B74D-B3BA-B0C220251CB6}"/>
              </a:ext>
            </a:extLst>
          </p:cNvPr>
          <p:cNvGrpSpPr/>
          <p:nvPr/>
        </p:nvGrpSpPr>
        <p:grpSpPr>
          <a:xfrm>
            <a:off x="1216626" y="2508955"/>
            <a:ext cx="5802008" cy="918937"/>
            <a:chOff x="2365663" y="2430127"/>
            <a:chExt cx="5802008" cy="918937"/>
          </a:xfrm>
        </p:grpSpPr>
        <p:grpSp>
          <p:nvGrpSpPr>
            <p:cNvPr id="212" name="Group 190">
              <a:extLst>
                <a:ext uri="{FF2B5EF4-FFF2-40B4-BE49-F238E27FC236}">
                  <a16:creationId xmlns:a16="http://schemas.microsoft.com/office/drawing/2014/main" id="{1BEB02B0-C16F-034C-BBAD-5DB73C96AD78}"/>
                </a:ext>
              </a:extLst>
            </p:cNvPr>
            <p:cNvGrpSpPr>
              <a:grpSpLocks/>
            </p:cNvGrpSpPr>
            <p:nvPr/>
          </p:nvGrpSpPr>
          <p:grpSpPr bwMode="auto">
            <a:xfrm flipH="1">
              <a:off x="2365663" y="2430127"/>
              <a:ext cx="673100" cy="701675"/>
              <a:chOff x="-44" y="1473"/>
              <a:chExt cx="981" cy="1105"/>
            </a:xfrm>
          </p:grpSpPr>
          <p:pic>
            <p:nvPicPr>
              <p:cNvPr id="213" name="Picture 191" descr="desktop_computer_stylized_medium">
                <a:extLst>
                  <a:ext uri="{FF2B5EF4-FFF2-40B4-BE49-F238E27FC236}">
                    <a16:creationId xmlns:a16="http://schemas.microsoft.com/office/drawing/2014/main" id="{5230AF6F-A0E4-0F40-90F2-B49DEE901C05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 flipH="1">
                <a:off x="-44" y="1473"/>
                <a:ext cx="981" cy="110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214" name="Freeform 192">
                <a:extLst>
                  <a:ext uri="{FF2B5EF4-FFF2-40B4-BE49-F238E27FC236}">
                    <a16:creationId xmlns:a16="http://schemas.microsoft.com/office/drawing/2014/main" id="{EB8220CB-48C1-504B-9215-0FA50BED28A3}"/>
                  </a:ext>
                </a:extLst>
              </p:cNvPr>
              <p:cNvSpPr>
                <a:spLocks/>
              </p:cNvSpPr>
              <p:nvPr/>
            </p:nvSpPr>
            <p:spPr bwMode="auto">
              <a:xfrm flipH="1">
                <a:off x="374" y="1579"/>
                <a:ext cx="477" cy="506"/>
              </a:xfrm>
              <a:custGeom>
                <a:avLst/>
                <a:gdLst>
                  <a:gd name="T0" fmla="*/ 0 w 356"/>
                  <a:gd name="T1" fmla="*/ 0 h 368"/>
                  <a:gd name="T2" fmla="*/ 43382 w 356"/>
                  <a:gd name="T3" fmla="*/ 3172 h 368"/>
                  <a:gd name="T4" fmla="*/ 51464 w 356"/>
                  <a:gd name="T5" fmla="*/ 66095 h 368"/>
                  <a:gd name="T6" fmla="*/ 11342 w 356"/>
                  <a:gd name="T7" fmla="*/ 82660 h 368"/>
                  <a:gd name="T8" fmla="*/ 0 w 356"/>
                  <a:gd name="T9" fmla="*/ 0 h 36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56"/>
                  <a:gd name="T16" fmla="*/ 0 h 368"/>
                  <a:gd name="T17" fmla="*/ 356 w 356"/>
                  <a:gd name="T18" fmla="*/ 368 h 368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56" h="368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99"/>
                  </a:gs>
                  <a:gs pos="100000">
                    <a:srgbClr val="FFFFFF"/>
                  </a:gs>
                </a:gsLst>
                <a:lin ang="27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 cap="flat" cmpd="sng">
                    <a:solidFill>
                      <a:srgbClr val="000000"/>
                    </a:solidFill>
                    <a:prstDash val="solid"/>
                    <a:round/>
                    <a:headEnd/>
                    <a:tailEnd/>
                  </a14:hiddenLine>
                </a:ext>
              </a:extLst>
            </p:spPr>
            <p:txBody>
              <a:bodyPr wrap="none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anose="020B060403050404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</p:grpSp>
        <p:grpSp>
          <p:nvGrpSpPr>
            <p:cNvPr id="226" name="Group 190">
              <a:extLst>
                <a:ext uri="{FF2B5EF4-FFF2-40B4-BE49-F238E27FC236}">
                  <a16:creationId xmlns:a16="http://schemas.microsoft.com/office/drawing/2014/main" id="{0F072356-83E5-7644-BFC6-AA47F8D1DC03}"/>
                </a:ext>
              </a:extLst>
            </p:cNvPr>
            <p:cNvGrpSpPr>
              <a:grpSpLocks/>
            </p:cNvGrpSpPr>
            <p:nvPr/>
          </p:nvGrpSpPr>
          <p:grpSpPr bwMode="auto">
            <a:xfrm flipH="1">
              <a:off x="7493993" y="2467744"/>
              <a:ext cx="673678" cy="702006"/>
              <a:chOff x="-44" y="1473"/>
              <a:chExt cx="981" cy="1105"/>
            </a:xfrm>
          </p:grpSpPr>
          <p:pic>
            <p:nvPicPr>
              <p:cNvPr id="230" name="Picture 191" descr="desktop_computer_stylized_medium">
                <a:extLst>
                  <a:ext uri="{FF2B5EF4-FFF2-40B4-BE49-F238E27FC236}">
                    <a16:creationId xmlns:a16="http://schemas.microsoft.com/office/drawing/2014/main" id="{4507DD2C-8D56-7644-B5AF-0C0A90DF92AF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 flipH="1">
                <a:off x="-44" y="1473"/>
                <a:ext cx="981" cy="110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231" name="Freeform 192">
                <a:extLst>
                  <a:ext uri="{FF2B5EF4-FFF2-40B4-BE49-F238E27FC236}">
                    <a16:creationId xmlns:a16="http://schemas.microsoft.com/office/drawing/2014/main" id="{2838DBD0-6CF7-2B4C-AF1C-FC929CAD15EE}"/>
                  </a:ext>
                </a:extLst>
              </p:cNvPr>
              <p:cNvSpPr>
                <a:spLocks/>
              </p:cNvSpPr>
              <p:nvPr/>
            </p:nvSpPr>
            <p:spPr bwMode="auto">
              <a:xfrm flipH="1">
                <a:off x="374" y="1579"/>
                <a:ext cx="477" cy="506"/>
              </a:xfrm>
              <a:custGeom>
                <a:avLst/>
                <a:gdLst>
                  <a:gd name="T0" fmla="*/ 0 w 356"/>
                  <a:gd name="T1" fmla="*/ 0 h 368"/>
                  <a:gd name="T2" fmla="*/ 43382 w 356"/>
                  <a:gd name="T3" fmla="*/ 3172 h 368"/>
                  <a:gd name="T4" fmla="*/ 51464 w 356"/>
                  <a:gd name="T5" fmla="*/ 66095 h 368"/>
                  <a:gd name="T6" fmla="*/ 11342 w 356"/>
                  <a:gd name="T7" fmla="*/ 82660 h 368"/>
                  <a:gd name="T8" fmla="*/ 0 w 356"/>
                  <a:gd name="T9" fmla="*/ 0 h 36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56"/>
                  <a:gd name="T16" fmla="*/ 0 h 368"/>
                  <a:gd name="T17" fmla="*/ 356 w 356"/>
                  <a:gd name="T18" fmla="*/ 368 h 368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56" h="368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99"/>
                  </a:gs>
                  <a:gs pos="100000">
                    <a:srgbClr val="FFFFFF"/>
                  </a:gs>
                </a:gsLst>
                <a:lin ang="27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 cap="flat" cmpd="sng">
                    <a:solidFill>
                      <a:srgbClr val="000000"/>
                    </a:solidFill>
                    <a:prstDash val="solid"/>
                    <a:round/>
                    <a:headEnd/>
                    <a:tailEnd/>
                  </a14:hiddenLine>
                </a:ext>
              </a:extLst>
            </p:spPr>
            <p:txBody>
              <a:bodyPr wrap="none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anose="020B060403050404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</p:grpSp>
        <p:grpSp>
          <p:nvGrpSpPr>
            <p:cNvPr id="233" name="Group 232">
              <a:extLst>
                <a:ext uri="{FF2B5EF4-FFF2-40B4-BE49-F238E27FC236}">
                  <a16:creationId xmlns:a16="http://schemas.microsoft.com/office/drawing/2014/main" id="{44545816-4C7B-7846-8988-A05301734F47}"/>
                </a:ext>
              </a:extLst>
            </p:cNvPr>
            <p:cNvGrpSpPr/>
            <p:nvPr/>
          </p:nvGrpSpPr>
          <p:grpSpPr>
            <a:xfrm>
              <a:off x="5227521" y="2574515"/>
              <a:ext cx="876995" cy="403711"/>
              <a:chOff x="5033182" y="4091488"/>
              <a:chExt cx="876995" cy="403711"/>
            </a:xfrm>
          </p:grpSpPr>
          <p:cxnSp>
            <p:nvCxnSpPr>
              <p:cNvPr id="234" name="Straight Connector 233">
                <a:extLst>
                  <a:ext uri="{FF2B5EF4-FFF2-40B4-BE49-F238E27FC236}">
                    <a16:creationId xmlns:a16="http://schemas.microsoft.com/office/drawing/2014/main" id="{3D51E61F-DA54-2643-BAD4-268E7575F599}"/>
                  </a:ext>
                </a:extLst>
              </p:cNvPr>
              <p:cNvCxnSpPr/>
              <p:nvPr/>
            </p:nvCxnSpPr>
            <p:spPr>
              <a:xfrm>
                <a:off x="5518407" y="4289261"/>
                <a:ext cx="86950" cy="0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35" name="Rectangle 234">
                <a:extLst>
                  <a:ext uri="{FF2B5EF4-FFF2-40B4-BE49-F238E27FC236}">
                    <a16:creationId xmlns:a16="http://schemas.microsoft.com/office/drawing/2014/main" id="{8123A8E9-67AB-C74F-925C-E7D244041419}"/>
                  </a:ext>
                </a:extLst>
              </p:cNvPr>
              <p:cNvSpPr/>
              <p:nvPr/>
            </p:nvSpPr>
            <p:spPr>
              <a:xfrm>
                <a:off x="5150875" y="4091488"/>
                <a:ext cx="382771" cy="403711"/>
              </a:xfrm>
              <a:prstGeom prst="rect">
                <a:avLst/>
              </a:prstGeom>
              <a:solidFill>
                <a:srgbClr val="E40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36" name="Oval 235">
                <a:extLst>
                  <a:ext uri="{FF2B5EF4-FFF2-40B4-BE49-F238E27FC236}">
                    <a16:creationId xmlns:a16="http://schemas.microsoft.com/office/drawing/2014/main" id="{640BDC0F-EFFD-484D-83D9-2FB005386232}"/>
                  </a:ext>
                </a:extLst>
              </p:cNvPr>
              <p:cNvSpPr/>
              <p:nvPr/>
            </p:nvSpPr>
            <p:spPr>
              <a:xfrm>
                <a:off x="5565439" y="4115310"/>
                <a:ext cx="344738" cy="344738"/>
              </a:xfrm>
              <a:prstGeom prst="ellipse">
                <a:avLst/>
              </a:prstGeom>
              <a:solidFill>
                <a:srgbClr val="E40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cxnSp>
            <p:nvCxnSpPr>
              <p:cNvPr id="237" name="Straight Connector 236">
                <a:extLst>
                  <a:ext uri="{FF2B5EF4-FFF2-40B4-BE49-F238E27FC236}">
                    <a16:creationId xmlns:a16="http://schemas.microsoft.com/office/drawing/2014/main" id="{1BCB38CC-A870-9B4A-A5DB-98356F6B39AA}"/>
                  </a:ext>
                </a:extLst>
              </p:cNvPr>
              <p:cNvCxnSpPr/>
              <p:nvPr/>
            </p:nvCxnSpPr>
            <p:spPr>
              <a:xfrm>
                <a:off x="5427947" y="4125482"/>
                <a:ext cx="0" cy="328557"/>
              </a:xfrm>
              <a:prstGeom prst="line">
                <a:avLst/>
              </a:prstGeom>
              <a:ln w="158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38" name="Straight Connector 237">
                <a:extLst>
                  <a:ext uri="{FF2B5EF4-FFF2-40B4-BE49-F238E27FC236}">
                    <a16:creationId xmlns:a16="http://schemas.microsoft.com/office/drawing/2014/main" id="{CF902B15-3C54-A647-A9A9-535E0C743014}"/>
                  </a:ext>
                </a:extLst>
              </p:cNvPr>
              <p:cNvCxnSpPr/>
              <p:nvPr/>
            </p:nvCxnSpPr>
            <p:spPr>
              <a:xfrm>
                <a:off x="5330094" y="4125482"/>
                <a:ext cx="0" cy="328557"/>
              </a:xfrm>
              <a:prstGeom prst="line">
                <a:avLst/>
              </a:prstGeom>
              <a:ln w="158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39" name="Straight Connector 238">
                <a:extLst>
                  <a:ext uri="{FF2B5EF4-FFF2-40B4-BE49-F238E27FC236}">
                    <a16:creationId xmlns:a16="http://schemas.microsoft.com/office/drawing/2014/main" id="{3171852F-D884-A742-885D-93002D5B0D9D}"/>
                  </a:ext>
                </a:extLst>
              </p:cNvPr>
              <p:cNvCxnSpPr/>
              <p:nvPr/>
            </p:nvCxnSpPr>
            <p:spPr>
              <a:xfrm>
                <a:off x="5238591" y="4125482"/>
                <a:ext cx="0" cy="328557"/>
              </a:xfrm>
              <a:prstGeom prst="line">
                <a:avLst/>
              </a:prstGeom>
              <a:ln w="158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40" name="Rectangle 239">
                <a:extLst>
                  <a:ext uri="{FF2B5EF4-FFF2-40B4-BE49-F238E27FC236}">
                    <a16:creationId xmlns:a16="http://schemas.microsoft.com/office/drawing/2014/main" id="{D2D019EE-47E4-224B-BBF8-5443E4900165}"/>
                  </a:ext>
                </a:extLst>
              </p:cNvPr>
              <p:cNvSpPr/>
              <p:nvPr/>
            </p:nvSpPr>
            <p:spPr>
              <a:xfrm>
                <a:off x="5033182" y="4091488"/>
                <a:ext cx="112907" cy="403711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  <p:grpSp>
          <p:nvGrpSpPr>
            <p:cNvPr id="12" name="Group 11">
              <a:extLst>
                <a:ext uri="{FF2B5EF4-FFF2-40B4-BE49-F238E27FC236}">
                  <a16:creationId xmlns:a16="http://schemas.microsoft.com/office/drawing/2014/main" id="{7B009AAC-9DFA-ED4A-91AE-DA00BB581A0B}"/>
                </a:ext>
              </a:extLst>
            </p:cNvPr>
            <p:cNvGrpSpPr/>
            <p:nvPr/>
          </p:nvGrpSpPr>
          <p:grpSpPr>
            <a:xfrm>
              <a:off x="3067072" y="2776371"/>
              <a:ext cx="4456450" cy="344905"/>
              <a:chOff x="3391522" y="3946678"/>
              <a:chExt cx="4456450" cy="344905"/>
            </a:xfrm>
          </p:grpSpPr>
          <p:cxnSp>
            <p:nvCxnSpPr>
              <p:cNvPr id="247" name="Straight Connector 246">
                <a:extLst>
                  <a:ext uri="{FF2B5EF4-FFF2-40B4-BE49-F238E27FC236}">
                    <a16:creationId xmlns:a16="http://schemas.microsoft.com/office/drawing/2014/main" id="{434B4871-78D8-4E49-92B1-439A3541CBD6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391522" y="3946678"/>
                <a:ext cx="4456450" cy="0"/>
              </a:xfrm>
              <a:prstGeom prst="line">
                <a:avLst/>
              </a:prstGeom>
              <a:ln w="15875">
                <a:solidFill>
                  <a:schemeClr val="tx1"/>
                </a:solidFill>
                <a:headEnd type="none"/>
                <a:tailEnd type="triangle" w="lg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48" name="Straight Connector 247">
                <a:extLst>
                  <a:ext uri="{FF2B5EF4-FFF2-40B4-BE49-F238E27FC236}">
                    <a16:creationId xmlns:a16="http://schemas.microsoft.com/office/drawing/2014/main" id="{05D2D98D-623A-FC44-9A40-156B6A2B4E10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391522" y="4291583"/>
                <a:ext cx="4456450" cy="0"/>
              </a:xfrm>
              <a:prstGeom prst="line">
                <a:avLst/>
              </a:prstGeom>
              <a:ln w="15875">
                <a:solidFill>
                  <a:schemeClr val="tx1"/>
                </a:solidFill>
                <a:headEnd type="triangle"/>
                <a:tailEnd type="none" w="lg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" name="Straight Connector 9">
                <a:extLst>
                  <a:ext uri="{FF2B5EF4-FFF2-40B4-BE49-F238E27FC236}">
                    <a16:creationId xmlns:a16="http://schemas.microsoft.com/office/drawing/2014/main" id="{B5A69AD9-CFF6-7544-A126-02A8879C32D5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847972" y="3946678"/>
                <a:ext cx="0" cy="344905"/>
              </a:xfrm>
              <a:prstGeom prst="line">
                <a:avLst/>
              </a:prstGeom>
              <a:ln w="158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3235E34B-03D9-694A-B4F9-262BA47FDC5E}"/>
                </a:ext>
              </a:extLst>
            </p:cNvPr>
            <p:cNvSpPr txBox="1"/>
            <p:nvPr/>
          </p:nvSpPr>
          <p:spPr>
            <a:xfrm>
              <a:off x="3454066" y="2887399"/>
              <a:ext cx="1465722" cy="461665"/>
            </a:xfrm>
            <a:prstGeom prst="rect">
              <a:avLst/>
            </a:prstGeom>
            <a:solidFill>
              <a:schemeClr val="bg1"/>
            </a:solidFill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4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RTT</a:t>
              </a:r>
              <a:r>
                <a:rPr kumimoji="0" lang="en-US" sz="2400" b="0" i="0" u="none" strike="noStrike" kern="1200" cap="none" spc="0" normalizeH="0" baseline="-2500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measured</a:t>
              </a:r>
              <a:endParaRPr kumimoji="0" lang="en-US" sz="1800" b="0" i="0" u="none" strike="noStrike" kern="1200" cap="none" spc="0" normalizeH="0" baseline="-25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sp>
        <p:nvSpPr>
          <p:cNvPr id="249" name="Rectangle 4">
            <a:extLst>
              <a:ext uri="{FF2B5EF4-FFF2-40B4-BE49-F238E27FC236}">
                <a16:creationId xmlns:a16="http://schemas.microsoft.com/office/drawing/2014/main" id="{985D8E1D-0F80-2441-BBBC-06CCE2583918}"/>
              </a:ext>
            </a:extLst>
          </p:cNvPr>
          <p:cNvSpPr txBox="1">
            <a:spLocks noChangeArrowheads="1"/>
          </p:cNvSpPr>
          <p:nvPr/>
        </p:nvSpPr>
        <p:spPr>
          <a:xfrm>
            <a:off x="750855" y="3728780"/>
            <a:ext cx="11639957" cy="219075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5080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charset="0"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Delay-based approach:</a:t>
            </a:r>
          </a:p>
          <a:p>
            <a:pPr marL="523875" marR="0" lvl="0" indent="-282575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charset="2"/>
              <a:buChar char="§"/>
              <a:tabLst/>
              <a:defRPr/>
            </a:pPr>
            <a:r>
              <a:rPr kumimoji="0" lang="en-US" sz="2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RTT</a:t>
            </a:r>
            <a:r>
              <a:rPr kumimoji="0" lang="en-US" sz="2400" b="0" i="0" u="none" strike="noStrike" kern="1200" cap="none" spc="0" normalizeH="0" baseline="-2500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min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- minimum observed RTT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  <a:sym typeface="Wingdings" pitchFamily="2" charset="2"/>
              </a:rPr>
              <a:t> (uncongested path)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523875" marR="0" lvl="0" indent="-282575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charset="2"/>
              <a:buChar char="§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uncongested throughput with congestion window </a:t>
            </a:r>
            <a:r>
              <a:rPr kumimoji="0" lang="en-US" sz="2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" pitchFamily="2" charset="0"/>
                <a:ea typeface="+mn-ea"/>
                <a:cs typeface="+mn-cs"/>
              </a:rPr>
              <a:t>cwnd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" pitchFamily="2" charset="0"/>
                <a:ea typeface="+mn-ea"/>
                <a:cs typeface="+mn-cs"/>
              </a:rPr>
              <a:t> 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is </a:t>
            </a:r>
            <a:r>
              <a:rPr kumimoji="0" lang="en-US" sz="2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cwnd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/</a:t>
            </a:r>
            <a:r>
              <a:rPr kumimoji="0" lang="en-US" sz="2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RTT</a:t>
            </a:r>
            <a:r>
              <a:rPr kumimoji="0" lang="en-US" sz="2400" b="0" i="0" u="none" strike="noStrike" kern="1200" cap="none" spc="0" normalizeH="0" baseline="-2500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min</a:t>
            </a:r>
            <a:endParaRPr kumimoji="0" lang="en-US" sz="2400" b="0" i="0" u="none" strike="noStrike" kern="1200" cap="none" spc="0" normalizeH="0" baseline="-2500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1AB6FF2A-EB61-BB4D-9956-9ED80C80ECD5}"/>
              </a:ext>
            </a:extLst>
          </p:cNvPr>
          <p:cNvSpPr txBox="1"/>
          <p:nvPr/>
        </p:nvSpPr>
        <p:spPr>
          <a:xfrm>
            <a:off x="2305029" y="5206661"/>
            <a:ext cx="7555832" cy="16004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if measured throughput “very close” to  uncongested throughput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       increase </a:t>
            </a:r>
            <a:r>
              <a:rPr kumimoji="0" 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" pitchFamily="2" charset="0"/>
                <a:ea typeface="+mn-ea"/>
                <a:cs typeface="+mn-cs"/>
              </a:rPr>
              <a:t>cwnd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linearly                /* since path not congested */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else if measured throughput “far below” uncongested throughout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     decrease </a:t>
            </a:r>
            <a:r>
              <a:rPr kumimoji="0" 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" pitchFamily="2" charset="0"/>
                <a:ea typeface="+mn-ea"/>
                <a:cs typeface="+mn-cs"/>
              </a:rPr>
              <a:t>cwnd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" pitchFamily="2" charset="0"/>
                <a:ea typeface="+mn-ea"/>
                <a:cs typeface="+mn-cs"/>
              </a:rPr>
              <a:t> 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linearly 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" pitchFamily="2" charset="0"/>
                <a:ea typeface="+mn-ea"/>
                <a:cs typeface="+mn-cs"/>
              </a:rPr>
              <a:t>     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/* since path is congested */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pSp>
        <p:nvGrpSpPr>
          <p:cNvPr id="24" name="Group 23">
            <a:extLst>
              <a:ext uri="{FF2B5EF4-FFF2-40B4-BE49-F238E27FC236}">
                <a16:creationId xmlns:a16="http://schemas.microsoft.com/office/drawing/2014/main" id="{C2C7C675-E90D-E541-926D-0B3366A93379}"/>
              </a:ext>
            </a:extLst>
          </p:cNvPr>
          <p:cNvGrpSpPr/>
          <p:nvPr/>
        </p:nvGrpSpPr>
        <p:grpSpPr>
          <a:xfrm>
            <a:off x="7368304" y="2588834"/>
            <a:ext cx="3548062" cy="1114151"/>
            <a:chOff x="7481866" y="2350865"/>
            <a:chExt cx="3548062" cy="1114151"/>
          </a:xfrm>
        </p:grpSpPr>
        <p:sp>
          <p:nvSpPr>
            <p:cNvPr id="250" name="TextBox 249">
              <a:extLst>
                <a:ext uri="{FF2B5EF4-FFF2-40B4-BE49-F238E27FC236}">
                  <a16:creationId xmlns:a16="http://schemas.microsoft.com/office/drawing/2014/main" id="{762B06AF-6E17-B749-AF47-CA83D0FA5E18}"/>
                </a:ext>
              </a:extLst>
            </p:cNvPr>
            <p:cNvSpPr txBox="1"/>
            <p:nvPr/>
          </p:nvSpPr>
          <p:spPr>
            <a:xfrm>
              <a:off x="9172199" y="2941796"/>
              <a:ext cx="1675523" cy="523220"/>
            </a:xfrm>
            <a:prstGeom prst="rect">
              <a:avLst/>
            </a:prstGeom>
            <a:solidFill>
              <a:schemeClr val="bg1"/>
            </a:solidFill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8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RTT</a:t>
              </a:r>
              <a:r>
                <a:rPr kumimoji="0" lang="en-US" sz="2800" b="0" i="0" u="none" strike="noStrike" kern="1200" cap="none" spc="0" normalizeH="0" baseline="-2500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measured</a:t>
              </a:r>
              <a:endParaRPr kumimoji="0" lang="en-US" sz="2000" b="0" i="0" u="none" strike="noStrike" kern="1200" cap="none" spc="0" normalizeH="0" baseline="-25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grpSp>
          <p:nvGrpSpPr>
            <p:cNvPr id="22" name="Group 21">
              <a:extLst>
                <a:ext uri="{FF2B5EF4-FFF2-40B4-BE49-F238E27FC236}">
                  <a16:creationId xmlns:a16="http://schemas.microsoft.com/office/drawing/2014/main" id="{AE435EA1-68BC-6A43-9BBF-6B0256C5B6AB}"/>
                </a:ext>
              </a:extLst>
            </p:cNvPr>
            <p:cNvGrpSpPr/>
            <p:nvPr/>
          </p:nvGrpSpPr>
          <p:grpSpPr>
            <a:xfrm>
              <a:off x="7481866" y="2350865"/>
              <a:ext cx="3548062" cy="923986"/>
              <a:chOff x="7519640" y="2453981"/>
              <a:chExt cx="3548062" cy="923986"/>
            </a:xfrm>
          </p:grpSpPr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A8DCC063-E112-F040-9122-97D83F370C02}"/>
                  </a:ext>
                </a:extLst>
              </p:cNvPr>
              <p:cNvSpPr txBox="1"/>
              <p:nvPr/>
            </p:nvSpPr>
            <p:spPr>
              <a:xfrm>
                <a:off x="7519640" y="2731636"/>
                <a:ext cx="1371594" cy="64633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0" marR="0" lvl="0" indent="0" algn="r" defTabSz="914400" rtl="0" eaLnBrk="1" fontAlgn="auto" latinLnBrk="0" hangingPunct="1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20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measured </a:t>
                </a:r>
              </a:p>
              <a:p>
                <a:pPr marL="0" marR="0" lvl="0" indent="0" algn="r" defTabSz="914400" rtl="0" eaLnBrk="1" fontAlgn="auto" latinLnBrk="0" hangingPunct="1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20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throughput</a:t>
                </a:r>
              </a:p>
            </p:txBody>
          </p:sp>
          <p:cxnSp>
            <p:nvCxnSpPr>
              <p:cNvPr id="20" name="Straight Connector 19">
                <a:extLst>
                  <a:ext uri="{FF2B5EF4-FFF2-40B4-BE49-F238E27FC236}">
                    <a16:creationId xmlns:a16="http://schemas.microsoft.com/office/drawing/2014/main" id="{501FADCE-D52D-A546-A51C-7C5C0F44A9F9}"/>
                  </a:ext>
                </a:extLst>
              </p:cNvPr>
              <p:cNvCxnSpPr/>
              <p:nvPr/>
            </p:nvCxnSpPr>
            <p:spPr>
              <a:xfrm>
                <a:off x="9284574" y="3075516"/>
                <a:ext cx="914400" cy="0"/>
              </a:xfrm>
              <a:prstGeom prst="line">
                <a:avLst/>
              </a:prstGeom>
              <a:ln w="2222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51" name="TextBox 250">
                <a:extLst>
                  <a:ext uri="{FF2B5EF4-FFF2-40B4-BE49-F238E27FC236}">
                    <a16:creationId xmlns:a16="http://schemas.microsoft.com/office/drawing/2014/main" id="{7B4D3BB6-3CFB-6C45-940A-E4E94F854B53}"/>
                  </a:ext>
                </a:extLst>
              </p:cNvPr>
              <p:cNvSpPr txBox="1"/>
              <p:nvPr/>
            </p:nvSpPr>
            <p:spPr>
              <a:xfrm>
                <a:off x="8852626" y="2855966"/>
                <a:ext cx="312906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20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=</a:t>
                </a:r>
              </a:p>
            </p:txBody>
          </p:sp>
          <p:sp>
            <p:nvSpPr>
              <p:cNvPr id="252" name="TextBox 251">
                <a:extLst>
                  <a:ext uri="{FF2B5EF4-FFF2-40B4-BE49-F238E27FC236}">
                    <a16:creationId xmlns:a16="http://schemas.microsoft.com/office/drawing/2014/main" id="{5FFFB67C-3E95-CC4C-A770-35AB56ED6EDF}"/>
                  </a:ext>
                </a:extLst>
              </p:cNvPr>
              <p:cNvSpPr txBox="1"/>
              <p:nvPr/>
            </p:nvSpPr>
            <p:spPr>
              <a:xfrm>
                <a:off x="9209973" y="2453981"/>
                <a:ext cx="1857729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20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# bytes sent in last RTT interval</a:t>
                </a:r>
              </a:p>
            </p:txBody>
          </p:sp>
        </p:grpSp>
      </p:grpSp>
      <p:sp>
        <p:nvSpPr>
          <p:cNvPr id="33" name="Slide Number Placeholder 2">
            <a:extLst>
              <a:ext uri="{FF2B5EF4-FFF2-40B4-BE49-F238E27FC236}">
                <a16:creationId xmlns:a16="http://schemas.microsoft.com/office/drawing/2014/main" id="{B15398F9-10A7-C54A-90AA-7094BBDF225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19616" y="6443089"/>
            <a:ext cx="2743200" cy="365125"/>
          </a:xfrm>
        </p:spPr>
        <p:txBody>
          <a:bodyPr/>
          <a:lstStyle/>
          <a:p>
            <a:r>
              <a:rPr lang="en-US" dirty="0"/>
              <a:t>Transport Layer: 3-</a:t>
            </a:r>
            <a:fld id="{C4204591-24BD-A542-B9D5-F8D8A88D2FEE}" type="slidenum">
              <a:rPr lang="en-US" smtClean="0"/>
              <a:pPr/>
              <a:t>42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740829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9" grpId="0"/>
      <p:bldP spid="21" grpId="0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8CD900-19EC-824C-BF74-AADFBF5A17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0590" y="272143"/>
            <a:ext cx="11393310" cy="894622"/>
          </a:xfrm>
        </p:spPr>
        <p:txBody>
          <a:bodyPr>
            <a:normAutofit/>
          </a:bodyPr>
          <a:lstStyle/>
          <a:p>
            <a:r>
              <a:rPr lang="en-US" sz="4800" dirty="0"/>
              <a:t>Delay-based TCP </a:t>
            </a:r>
            <a:r>
              <a:rPr lang="en-US" dirty="0"/>
              <a:t>c</a:t>
            </a:r>
            <a:r>
              <a:rPr lang="en-US" sz="4400" dirty="0"/>
              <a:t>ongestion </a:t>
            </a:r>
            <a:r>
              <a:rPr lang="en-US" dirty="0"/>
              <a:t>c</a:t>
            </a:r>
            <a:r>
              <a:rPr lang="en-US" sz="4400" dirty="0"/>
              <a:t>ontrol</a:t>
            </a:r>
            <a:endParaRPr lang="en-US" sz="4400" b="0" dirty="0"/>
          </a:p>
        </p:txBody>
      </p:sp>
      <p:sp>
        <p:nvSpPr>
          <p:cNvPr id="249" name="Rectangle 4">
            <a:extLst>
              <a:ext uri="{FF2B5EF4-FFF2-40B4-BE49-F238E27FC236}">
                <a16:creationId xmlns:a16="http://schemas.microsoft.com/office/drawing/2014/main" id="{985D8E1D-0F80-2441-BBBC-06CCE2583918}"/>
              </a:ext>
            </a:extLst>
          </p:cNvPr>
          <p:cNvSpPr txBox="1">
            <a:spLocks noChangeArrowheads="1"/>
          </p:cNvSpPr>
          <p:nvPr/>
        </p:nvSpPr>
        <p:spPr>
          <a:xfrm>
            <a:off x="574392" y="1614177"/>
            <a:ext cx="11388423" cy="219075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523875" marR="0" lvl="0" indent="-282575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charset="2"/>
              <a:buChar char="§"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congestion control without inducing/forcing loss</a:t>
            </a:r>
          </a:p>
          <a:p>
            <a:pPr marL="523875" marR="0" lvl="0" indent="-282575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charset="2"/>
              <a:buChar char="§"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maximizing throughout (“keeping the just pipe full… ”) while keeping delay low (“…but not fuller”)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758D649-2F31-494F-B74A-CEF30A4B3B0E}"/>
              </a:ext>
            </a:extLst>
          </p:cNvPr>
          <p:cNvSpPr txBox="1">
            <a:spLocks noChangeArrowheads="1"/>
          </p:cNvSpPr>
          <p:nvPr/>
        </p:nvSpPr>
        <p:spPr>
          <a:xfrm>
            <a:off x="561692" y="2960377"/>
            <a:ext cx="11388423" cy="219075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523875" marR="0" lvl="0" indent="-282575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charset="2"/>
              <a:buChar char="§"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 number of deployed TCPs take a delay-based approach</a:t>
            </a:r>
          </a:p>
          <a:p>
            <a:pPr marL="866775" marR="0" lvl="1" indent="-282575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Tx/>
              <a:buFont typeface="Wingdings" charset="2"/>
              <a:buChar char="§"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BBR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deployed on Google’s (internal) backbone network</a:t>
            </a:r>
          </a:p>
        </p:txBody>
      </p:sp>
      <p:sp>
        <p:nvSpPr>
          <p:cNvPr id="6" name="Slide Number Placeholder 2">
            <a:extLst>
              <a:ext uri="{FF2B5EF4-FFF2-40B4-BE49-F238E27FC236}">
                <a16:creationId xmlns:a16="http://schemas.microsoft.com/office/drawing/2014/main" id="{5CA7437E-E0FF-0640-BE1C-5EF5D43C1DD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19616" y="6443089"/>
            <a:ext cx="2743200" cy="365125"/>
          </a:xfrm>
        </p:spPr>
        <p:txBody>
          <a:bodyPr/>
          <a:lstStyle/>
          <a:p>
            <a:r>
              <a:rPr lang="en-US" dirty="0"/>
              <a:t>Transport Layer: 3-</a:t>
            </a:r>
            <a:fld id="{C4204591-24BD-A542-B9D5-F8D8A88D2FEE}" type="slidenum">
              <a:rPr lang="en-US" smtClean="0"/>
              <a:pPr/>
              <a:t>43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712755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3" name="Group 232">
            <a:extLst>
              <a:ext uri="{FF2B5EF4-FFF2-40B4-BE49-F238E27FC236}">
                <a16:creationId xmlns:a16="http://schemas.microsoft.com/office/drawing/2014/main" id="{6307814C-A578-6844-80F3-3EBEBD46801B}"/>
              </a:ext>
            </a:extLst>
          </p:cNvPr>
          <p:cNvGrpSpPr/>
          <p:nvPr/>
        </p:nvGrpSpPr>
        <p:grpSpPr>
          <a:xfrm>
            <a:off x="2250281" y="3864630"/>
            <a:ext cx="7691437" cy="2578459"/>
            <a:chOff x="2151063" y="3594045"/>
            <a:chExt cx="7691437" cy="2578459"/>
          </a:xfrm>
        </p:grpSpPr>
        <p:sp>
          <p:nvSpPr>
            <p:cNvPr id="234" name="Freeform 2">
              <a:extLst>
                <a:ext uri="{FF2B5EF4-FFF2-40B4-BE49-F238E27FC236}">
                  <a16:creationId xmlns:a16="http://schemas.microsoft.com/office/drawing/2014/main" id="{90AEE0A7-8DFE-E54C-9D65-202740436377}"/>
                </a:ext>
              </a:extLst>
            </p:cNvPr>
            <p:cNvSpPr>
              <a:spLocks/>
            </p:cNvSpPr>
            <p:nvPr/>
          </p:nvSpPr>
          <p:spPr bwMode="auto">
            <a:xfrm>
              <a:off x="4129957" y="4691367"/>
              <a:ext cx="2849563" cy="1481137"/>
            </a:xfrm>
            <a:custGeom>
              <a:avLst/>
              <a:gdLst>
                <a:gd name="T0" fmla="*/ 2147483647 w 1794"/>
                <a:gd name="T1" fmla="*/ 2147483647 h 933"/>
                <a:gd name="T2" fmla="*/ 2147483647 w 1794"/>
                <a:gd name="T3" fmla="*/ 2147483647 h 933"/>
                <a:gd name="T4" fmla="*/ 2147483647 w 1794"/>
                <a:gd name="T5" fmla="*/ 2147483647 h 933"/>
                <a:gd name="T6" fmla="*/ 2147483647 w 1794"/>
                <a:gd name="T7" fmla="*/ 2147483647 h 933"/>
                <a:gd name="T8" fmla="*/ 2147483647 w 1794"/>
                <a:gd name="T9" fmla="*/ 2147483647 h 933"/>
                <a:gd name="T10" fmla="*/ 2147483647 w 1794"/>
                <a:gd name="T11" fmla="*/ 2147483647 h 933"/>
                <a:gd name="T12" fmla="*/ 2147483647 w 1794"/>
                <a:gd name="T13" fmla="*/ 2147483647 h 933"/>
                <a:gd name="T14" fmla="*/ 2147483647 w 1794"/>
                <a:gd name="T15" fmla="*/ 2147483647 h 933"/>
                <a:gd name="T16" fmla="*/ 2147483647 w 1794"/>
                <a:gd name="T17" fmla="*/ 2147483647 h 933"/>
                <a:gd name="T18" fmla="*/ 2147483647 w 1794"/>
                <a:gd name="T19" fmla="*/ 2147483647 h 933"/>
                <a:gd name="T20" fmla="*/ 2147483647 w 1794"/>
                <a:gd name="T21" fmla="*/ 2147483647 h 933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w 1794"/>
                <a:gd name="T34" fmla="*/ 0 h 933"/>
                <a:gd name="T35" fmla="*/ 1794 w 1794"/>
                <a:gd name="T36" fmla="*/ 933 h 933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T33" t="T34" r="T35" b="T36"/>
              <a:pathLst>
                <a:path w="1794" h="933">
                  <a:moveTo>
                    <a:pt x="6" y="483"/>
                  </a:moveTo>
                  <a:cubicBezTo>
                    <a:pt x="0" y="365"/>
                    <a:pt x="16" y="189"/>
                    <a:pt x="108" y="125"/>
                  </a:cubicBezTo>
                  <a:cubicBezTo>
                    <a:pt x="200" y="61"/>
                    <a:pt x="389" y="116"/>
                    <a:pt x="559" y="100"/>
                  </a:cubicBezTo>
                  <a:cubicBezTo>
                    <a:pt x="729" y="84"/>
                    <a:pt x="935" y="0"/>
                    <a:pt x="1128" y="29"/>
                  </a:cubicBezTo>
                  <a:cubicBezTo>
                    <a:pt x="1321" y="58"/>
                    <a:pt x="1638" y="142"/>
                    <a:pt x="1716" y="275"/>
                  </a:cubicBezTo>
                  <a:cubicBezTo>
                    <a:pt x="1794" y="408"/>
                    <a:pt x="1652" y="721"/>
                    <a:pt x="1596" y="827"/>
                  </a:cubicBezTo>
                  <a:cubicBezTo>
                    <a:pt x="1540" y="933"/>
                    <a:pt x="1506" y="894"/>
                    <a:pt x="1380" y="911"/>
                  </a:cubicBezTo>
                  <a:cubicBezTo>
                    <a:pt x="1254" y="928"/>
                    <a:pt x="1001" y="929"/>
                    <a:pt x="840" y="929"/>
                  </a:cubicBezTo>
                  <a:cubicBezTo>
                    <a:pt x="679" y="929"/>
                    <a:pt x="530" y="927"/>
                    <a:pt x="414" y="911"/>
                  </a:cubicBezTo>
                  <a:cubicBezTo>
                    <a:pt x="298" y="895"/>
                    <a:pt x="211" y="903"/>
                    <a:pt x="143" y="832"/>
                  </a:cubicBezTo>
                  <a:cubicBezTo>
                    <a:pt x="75" y="761"/>
                    <a:pt x="4" y="624"/>
                    <a:pt x="6" y="483"/>
                  </a:cubicBezTo>
                  <a:close/>
                </a:path>
              </a:pathLst>
            </a:custGeom>
            <a:solidFill>
              <a:srgbClr val="9CDFF9"/>
            </a:solidFill>
            <a:ln>
              <a:noFill/>
            </a:ln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grpSp>
          <p:nvGrpSpPr>
            <p:cNvPr id="235" name="Group 234">
              <a:extLst>
                <a:ext uri="{FF2B5EF4-FFF2-40B4-BE49-F238E27FC236}">
                  <a16:creationId xmlns:a16="http://schemas.microsoft.com/office/drawing/2014/main" id="{DE5C1FE8-8C99-9941-8BE3-939EFFCAAAB0}"/>
                </a:ext>
              </a:extLst>
            </p:cNvPr>
            <p:cNvGrpSpPr/>
            <p:nvPr/>
          </p:nvGrpSpPr>
          <p:grpSpPr>
            <a:xfrm>
              <a:off x="5035264" y="5554092"/>
              <a:ext cx="496248" cy="260542"/>
              <a:chOff x="7141236" y="6068702"/>
              <a:chExt cx="496248" cy="260542"/>
            </a:xfrm>
          </p:grpSpPr>
          <p:sp>
            <p:nvSpPr>
              <p:cNvPr id="397" name="Freeform 396">
                <a:extLst>
                  <a:ext uri="{FF2B5EF4-FFF2-40B4-BE49-F238E27FC236}">
                    <a16:creationId xmlns:a16="http://schemas.microsoft.com/office/drawing/2014/main" id="{39D330E3-C044-054C-869F-09C6BD03FF36}"/>
                  </a:ext>
                </a:extLst>
              </p:cNvPr>
              <p:cNvSpPr/>
              <p:nvPr/>
            </p:nvSpPr>
            <p:spPr>
              <a:xfrm>
                <a:off x="7141236" y="6158887"/>
                <a:ext cx="496248" cy="170357"/>
              </a:xfrm>
              <a:custGeom>
                <a:avLst/>
                <a:gdLst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88524 w 8187558"/>
                  <a:gd name="connsiteY5" fmla="*/ 1597573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88524 w 8187558"/>
                  <a:gd name="connsiteY5" fmla="*/ 1597573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76538 w 8176538"/>
                  <a:gd name="connsiteY0" fmla="*/ 0 h 2638097"/>
                  <a:gd name="connsiteX1" fmla="*/ 8176538 w 8176538"/>
                  <a:gd name="connsiteY1" fmla="*/ 1271752 h 2638097"/>
                  <a:gd name="connsiteX2" fmla="*/ 4088015 w 8176538"/>
                  <a:gd name="connsiteY2" fmla="*/ 2638097 h 2638097"/>
                  <a:gd name="connsiteX3" fmla="*/ 0 w 8176538"/>
                  <a:gd name="connsiteY3" fmla="*/ 1269888 h 2638097"/>
                  <a:gd name="connsiteX4" fmla="*/ 20511 w 8176538"/>
                  <a:gd name="connsiteY4" fmla="*/ 147145 h 2638097"/>
                  <a:gd name="connsiteX5" fmla="*/ 4088015 w 8176538"/>
                  <a:gd name="connsiteY5" fmla="*/ 1566042 h 2638097"/>
                  <a:gd name="connsiteX6" fmla="*/ 8176538 w 8176538"/>
                  <a:gd name="connsiteY6" fmla="*/ 0 h 2638097"/>
                  <a:gd name="connsiteX0" fmla="*/ 8176538 w 8176538"/>
                  <a:gd name="connsiteY0" fmla="*/ 0 h 2772020"/>
                  <a:gd name="connsiteX1" fmla="*/ 8176538 w 8176538"/>
                  <a:gd name="connsiteY1" fmla="*/ 1271752 h 2772020"/>
                  <a:gd name="connsiteX2" fmla="*/ 4099034 w 8176538"/>
                  <a:gd name="connsiteY2" fmla="*/ 2772020 h 2772020"/>
                  <a:gd name="connsiteX3" fmla="*/ 0 w 8176538"/>
                  <a:gd name="connsiteY3" fmla="*/ 1269888 h 2772020"/>
                  <a:gd name="connsiteX4" fmla="*/ 20511 w 8176538"/>
                  <a:gd name="connsiteY4" fmla="*/ 147145 h 2772020"/>
                  <a:gd name="connsiteX5" fmla="*/ 4088015 w 8176538"/>
                  <a:gd name="connsiteY5" fmla="*/ 1566042 h 2772020"/>
                  <a:gd name="connsiteX6" fmla="*/ 8176538 w 8176538"/>
                  <a:gd name="connsiteY6" fmla="*/ 0 h 2772020"/>
                  <a:gd name="connsiteX0" fmla="*/ 8176538 w 8176538"/>
                  <a:gd name="connsiteY0" fmla="*/ 0 h 2772339"/>
                  <a:gd name="connsiteX1" fmla="*/ 8176538 w 8176538"/>
                  <a:gd name="connsiteY1" fmla="*/ 1378890 h 2772339"/>
                  <a:gd name="connsiteX2" fmla="*/ 4099034 w 8176538"/>
                  <a:gd name="connsiteY2" fmla="*/ 2772020 h 2772339"/>
                  <a:gd name="connsiteX3" fmla="*/ 0 w 8176538"/>
                  <a:gd name="connsiteY3" fmla="*/ 1269888 h 2772339"/>
                  <a:gd name="connsiteX4" fmla="*/ 20511 w 8176538"/>
                  <a:gd name="connsiteY4" fmla="*/ 147145 h 2772339"/>
                  <a:gd name="connsiteX5" fmla="*/ 4088015 w 8176538"/>
                  <a:gd name="connsiteY5" fmla="*/ 1566042 h 2772339"/>
                  <a:gd name="connsiteX6" fmla="*/ 8176538 w 8176538"/>
                  <a:gd name="connsiteY6" fmla="*/ 0 h 2772339"/>
                  <a:gd name="connsiteX0" fmla="*/ 8176538 w 8176538"/>
                  <a:gd name="connsiteY0" fmla="*/ 0 h 2825888"/>
                  <a:gd name="connsiteX1" fmla="*/ 8176538 w 8176538"/>
                  <a:gd name="connsiteY1" fmla="*/ 1378890 h 2825888"/>
                  <a:gd name="connsiteX2" fmla="*/ 4099034 w 8176538"/>
                  <a:gd name="connsiteY2" fmla="*/ 2825590 h 2825888"/>
                  <a:gd name="connsiteX3" fmla="*/ 0 w 8176538"/>
                  <a:gd name="connsiteY3" fmla="*/ 1269888 h 2825888"/>
                  <a:gd name="connsiteX4" fmla="*/ 20511 w 8176538"/>
                  <a:gd name="connsiteY4" fmla="*/ 147145 h 2825888"/>
                  <a:gd name="connsiteX5" fmla="*/ 4088015 w 8176538"/>
                  <a:gd name="connsiteY5" fmla="*/ 1566042 h 2825888"/>
                  <a:gd name="connsiteX6" fmla="*/ 8176538 w 8176538"/>
                  <a:gd name="connsiteY6" fmla="*/ 0 h 2825888"/>
                  <a:gd name="connsiteX0" fmla="*/ 8165518 w 8165518"/>
                  <a:gd name="connsiteY0" fmla="*/ 0 h 2825606"/>
                  <a:gd name="connsiteX1" fmla="*/ 8165518 w 8165518"/>
                  <a:gd name="connsiteY1" fmla="*/ 1378890 h 2825606"/>
                  <a:gd name="connsiteX2" fmla="*/ 4088014 w 8165518"/>
                  <a:gd name="connsiteY2" fmla="*/ 2825590 h 2825606"/>
                  <a:gd name="connsiteX3" fmla="*/ 0 w 8165518"/>
                  <a:gd name="connsiteY3" fmla="*/ 1403811 h 2825606"/>
                  <a:gd name="connsiteX4" fmla="*/ 9491 w 8165518"/>
                  <a:gd name="connsiteY4" fmla="*/ 147145 h 2825606"/>
                  <a:gd name="connsiteX5" fmla="*/ 4076995 w 8165518"/>
                  <a:gd name="connsiteY5" fmla="*/ 1566042 h 2825606"/>
                  <a:gd name="connsiteX6" fmla="*/ 8165518 w 8165518"/>
                  <a:gd name="connsiteY6" fmla="*/ 0 h 2825606"/>
                  <a:gd name="connsiteX0" fmla="*/ 8165518 w 8165518"/>
                  <a:gd name="connsiteY0" fmla="*/ 0 h 2879174"/>
                  <a:gd name="connsiteX1" fmla="*/ 8165518 w 8165518"/>
                  <a:gd name="connsiteY1" fmla="*/ 1378890 h 2879174"/>
                  <a:gd name="connsiteX2" fmla="*/ 4132092 w 8165518"/>
                  <a:gd name="connsiteY2" fmla="*/ 2879159 h 2879174"/>
                  <a:gd name="connsiteX3" fmla="*/ 0 w 8165518"/>
                  <a:gd name="connsiteY3" fmla="*/ 1403811 h 2879174"/>
                  <a:gd name="connsiteX4" fmla="*/ 9491 w 8165518"/>
                  <a:gd name="connsiteY4" fmla="*/ 147145 h 2879174"/>
                  <a:gd name="connsiteX5" fmla="*/ 4076995 w 8165518"/>
                  <a:gd name="connsiteY5" fmla="*/ 1566042 h 2879174"/>
                  <a:gd name="connsiteX6" fmla="*/ 8165518 w 8165518"/>
                  <a:gd name="connsiteY6" fmla="*/ 0 h 2879174"/>
                  <a:gd name="connsiteX0" fmla="*/ 8165518 w 8176537"/>
                  <a:gd name="connsiteY0" fmla="*/ 0 h 2879410"/>
                  <a:gd name="connsiteX1" fmla="*/ 8176537 w 8176537"/>
                  <a:gd name="connsiteY1" fmla="*/ 1499420 h 2879410"/>
                  <a:gd name="connsiteX2" fmla="*/ 4132092 w 8176537"/>
                  <a:gd name="connsiteY2" fmla="*/ 2879159 h 2879410"/>
                  <a:gd name="connsiteX3" fmla="*/ 0 w 8176537"/>
                  <a:gd name="connsiteY3" fmla="*/ 1403811 h 2879410"/>
                  <a:gd name="connsiteX4" fmla="*/ 9491 w 8176537"/>
                  <a:gd name="connsiteY4" fmla="*/ 147145 h 2879410"/>
                  <a:gd name="connsiteX5" fmla="*/ 4076995 w 8176537"/>
                  <a:gd name="connsiteY5" fmla="*/ 1566042 h 2879410"/>
                  <a:gd name="connsiteX6" fmla="*/ 8165518 w 8176537"/>
                  <a:gd name="connsiteY6" fmla="*/ 0 h 2879410"/>
                  <a:gd name="connsiteX0" fmla="*/ 8165518 w 8176537"/>
                  <a:gd name="connsiteY0" fmla="*/ 0 h 2879262"/>
                  <a:gd name="connsiteX1" fmla="*/ 8176537 w 8176537"/>
                  <a:gd name="connsiteY1" fmla="*/ 1499420 h 2879262"/>
                  <a:gd name="connsiteX2" fmla="*/ 4132092 w 8176537"/>
                  <a:gd name="connsiteY2" fmla="*/ 2879159 h 2879262"/>
                  <a:gd name="connsiteX3" fmla="*/ 0 w 8176537"/>
                  <a:gd name="connsiteY3" fmla="*/ 1403811 h 2879262"/>
                  <a:gd name="connsiteX4" fmla="*/ 9491 w 8176537"/>
                  <a:gd name="connsiteY4" fmla="*/ 147145 h 2879262"/>
                  <a:gd name="connsiteX5" fmla="*/ 4076995 w 8176537"/>
                  <a:gd name="connsiteY5" fmla="*/ 1566042 h 2879262"/>
                  <a:gd name="connsiteX6" fmla="*/ 8165518 w 8176537"/>
                  <a:gd name="connsiteY6" fmla="*/ 0 h 2879262"/>
                  <a:gd name="connsiteX0" fmla="*/ 8165518 w 8176537"/>
                  <a:gd name="connsiteY0" fmla="*/ 0 h 2879163"/>
                  <a:gd name="connsiteX1" fmla="*/ 8176537 w 8176537"/>
                  <a:gd name="connsiteY1" fmla="*/ 1499420 h 2879163"/>
                  <a:gd name="connsiteX2" fmla="*/ 4132092 w 8176537"/>
                  <a:gd name="connsiteY2" fmla="*/ 2879159 h 2879163"/>
                  <a:gd name="connsiteX3" fmla="*/ 0 w 8176537"/>
                  <a:gd name="connsiteY3" fmla="*/ 1510948 h 2879163"/>
                  <a:gd name="connsiteX4" fmla="*/ 9491 w 8176537"/>
                  <a:gd name="connsiteY4" fmla="*/ 147145 h 2879163"/>
                  <a:gd name="connsiteX5" fmla="*/ 4076995 w 8176537"/>
                  <a:gd name="connsiteY5" fmla="*/ 1566042 h 2879163"/>
                  <a:gd name="connsiteX6" fmla="*/ 8165518 w 8176537"/>
                  <a:gd name="connsiteY6" fmla="*/ 0 h 2879163"/>
                  <a:gd name="connsiteX0" fmla="*/ 8165518 w 8198577"/>
                  <a:gd name="connsiteY0" fmla="*/ 0 h 2879451"/>
                  <a:gd name="connsiteX1" fmla="*/ 8198577 w 8198577"/>
                  <a:gd name="connsiteY1" fmla="*/ 1606558 h 2879451"/>
                  <a:gd name="connsiteX2" fmla="*/ 4132092 w 8198577"/>
                  <a:gd name="connsiteY2" fmla="*/ 2879159 h 2879451"/>
                  <a:gd name="connsiteX3" fmla="*/ 0 w 8198577"/>
                  <a:gd name="connsiteY3" fmla="*/ 1510948 h 2879451"/>
                  <a:gd name="connsiteX4" fmla="*/ 9491 w 8198577"/>
                  <a:gd name="connsiteY4" fmla="*/ 147145 h 2879451"/>
                  <a:gd name="connsiteX5" fmla="*/ 4076995 w 8198577"/>
                  <a:gd name="connsiteY5" fmla="*/ 1566042 h 2879451"/>
                  <a:gd name="connsiteX6" fmla="*/ 8165518 w 8198577"/>
                  <a:gd name="connsiteY6" fmla="*/ 0 h 2879451"/>
                  <a:gd name="connsiteX0" fmla="*/ 8165518 w 8165518"/>
                  <a:gd name="connsiteY0" fmla="*/ 0 h 2880066"/>
                  <a:gd name="connsiteX1" fmla="*/ 8165518 w 8165518"/>
                  <a:gd name="connsiteY1" fmla="*/ 1673520 h 2880066"/>
                  <a:gd name="connsiteX2" fmla="*/ 4132092 w 8165518"/>
                  <a:gd name="connsiteY2" fmla="*/ 2879159 h 2880066"/>
                  <a:gd name="connsiteX3" fmla="*/ 0 w 8165518"/>
                  <a:gd name="connsiteY3" fmla="*/ 1510948 h 2880066"/>
                  <a:gd name="connsiteX4" fmla="*/ 9491 w 8165518"/>
                  <a:gd name="connsiteY4" fmla="*/ 147145 h 2880066"/>
                  <a:gd name="connsiteX5" fmla="*/ 4076995 w 8165518"/>
                  <a:gd name="connsiteY5" fmla="*/ 1566042 h 2880066"/>
                  <a:gd name="connsiteX6" fmla="*/ 8165518 w 8165518"/>
                  <a:gd name="connsiteY6" fmla="*/ 0 h 2880066"/>
                  <a:gd name="connsiteX0" fmla="*/ 8156794 w 8156794"/>
                  <a:gd name="connsiteY0" fmla="*/ 0 h 2879270"/>
                  <a:gd name="connsiteX1" fmla="*/ 8156794 w 8156794"/>
                  <a:gd name="connsiteY1" fmla="*/ 1673520 h 2879270"/>
                  <a:gd name="connsiteX2" fmla="*/ 4123368 w 8156794"/>
                  <a:gd name="connsiteY2" fmla="*/ 2879159 h 2879270"/>
                  <a:gd name="connsiteX3" fmla="*/ 2295 w 8156794"/>
                  <a:gd name="connsiteY3" fmla="*/ 1618086 h 2879270"/>
                  <a:gd name="connsiteX4" fmla="*/ 767 w 8156794"/>
                  <a:gd name="connsiteY4" fmla="*/ 147145 h 2879270"/>
                  <a:gd name="connsiteX5" fmla="*/ 4068271 w 8156794"/>
                  <a:gd name="connsiteY5" fmla="*/ 1566042 h 2879270"/>
                  <a:gd name="connsiteX6" fmla="*/ 8156794 w 8156794"/>
                  <a:gd name="connsiteY6" fmla="*/ 0 h 2879270"/>
                  <a:gd name="connsiteX0" fmla="*/ 8156794 w 8156794"/>
                  <a:gd name="connsiteY0" fmla="*/ 0 h 2973000"/>
                  <a:gd name="connsiteX1" fmla="*/ 8156794 w 8156794"/>
                  <a:gd name="connsiteY1" fmla="*/ 1673520 h 2973000"/>
                  <a:gd name="connsiteX2" fmla="*/ 4134388 w 8156794"/>
                  <a:gd name="connsiteY2" fmla="*/ 2972904 h 2973000"/>
                  <a:gd name="connsiteX3" fmla="*/ 2295 w 8156794"/>
                  <a:gd name="connsiteY3" fmla="*/ 1618086 h 2973000"/>
                  <a:gd name="connsiteX4" fmla="*/ 767 w 8156794"/>
                  <a:gd name="connsiteY4" fmla="*/ 147145 h 2973000"/>
                  <a:gd name="connsiteX5" fmla="*/ 4068271 w 8156794"/>
                  <a:gd name="connsiteY5" fmla="*/ 1566042 h 2973000"/>
                  <a:gd name="connsiteX6" fmla="*/ 8156794 w 8156794"/>
                  <a:gd name="connsiteY6" fmla="*/ 0 h 2973000"/>
                  <a:gd name="connsiteX0" fmla="*/ 8156794 w 8156794"/>
                  <a:gd name="connsiteY0" fmla="*/ 0 h 2973000"/>
                  <a:gd name="connsiteX1" fmla="*/ 8156794 w 8156794"/>
                  <a:gd name="connsiteY1" fmla="*/ 1673520 h 2973000"/>
                  <a:gd name="connsiteX2" fmla="*/ 4134388 w 8156794"/>
                  <a:gd name="connsiteY2" fmla="*/ 2972904 h 2973000"/>
                  <a:gd name="connsiteX3" fmla="*/ 2295 w 8156794"/>
                  <a:gd name="connsiteY3" fmla="*/ 1618086 h 2973000"/>
                  <a:gd name="connsiteX4" fmla="*/ 767 w 8156794"/>
                  <a:gd name="connsiteY4" fmla="*/ 147145 h 2973000"/>
                  <a:gd name="connsiteX5" fmla="*/ 4068271 w 8156794"/>
                  <a:gd name="connsiteY5" fmla="*/ 1566042 h 2973000"/>
                  <a:gd name="connsiteX6" fmla="*/ 8156794 w 8156794"/>
                  <a:gd name="connsiteY6" fmla="*/ 0 h 2973000"/>
                  <a:gd name="connsiteX0" fmla="*/ 8156794 w 8156794"/>
                  <a:gd name="connsiteY0" fmla="*/ 0 h 2973000"/>
                  <a:gd name="connsiteX1" fmla="*/ 8156794 w 8156794"/>
                  <a:gd name="connsiteY1" fmla="*/ 1673520 h 2973000"/>
                  <a:gd name="connsiteX2" fmla="*/ 4134388 w 8156794"/>
                  <a:gd name="connsiteY2" fmla="*/ 2972904 h 2973000"/>
                  <a:gd name="connsiteX3" fmla="*/ 2295 w 8156794"/>
                  <a:gd name="connsiteY3" fmla="*/ 1618086 h 2973000"/>
                  <a:gd name="connsiteX4" fmla="*/ 767 w 8156794"/>
                  <a:gd name="connsiteY4" fmla="*/ 147145 h 2973000"/>
                  <a:gd name="connsiteX5" fmla="*/ 4068271 w 8156794"/>
                  <a:gd name="connsiteY5" fmla="*/ 1566042 h 2973000"/>
                  <a:gd name="connsiteX6" fmla="*/ 8156794 w 8156794"/>
                  <a:gd name="connsiteY6" fmla="*/ 0 h 2973000"/>
                  <a:gd name="connsiteX0" fmla="*/ 8156794 w 8156794"/>
                  <a:gd name="connsiteY0" fmla="*/ 0 h 2973020"/>
                  <a:gd name="connsiteX1" fmla="*/ 8156794 w 8156794"/>
                  <a:gd name="connsiteY1" fmla="*/ 1673520 h 2973020"/>
                  <a:gd name="connsiteX2" fmla="*/ 4134388 w 8156794"/>
                  <a:gd name="connsiteY2" fmla="*/ 2972904 h 2973020"/>
                  <a:gd name="connsiteX3" fmla="*/ 2295 w 8156794"/>
                  <a:gd name="connsiteY3" fmla="*/ 1618086 h 2973020"/>
                  <a:gd name="connsiteX4" fmla="*/ 767 w 8156794"/>
                  <a:gd name="connsiteY4" fmla="*/ 147145 h 2973020"/>
                  <a:gd name="connsiteX5" fmla="*/ 4068271 w 8156794"/>
                  <a:gd name="connsiteY5" fmla="*/ 1566042 h 2973020"/>
                  <a:gd name="connsiteX6" fmla="*/ 8156794 w 8156794"/>
                  <a:gd name="connsiteY6" fmla="*/ 0 h 2973020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141"/>
                  <a:gd name="connsiteX1" fmla="*/ 8156794 w 8156794"/>
                  <a:gd name="connsiteY1" fmla="*/ 1673520 h 2973141"/>
                  <a:gd name="connsiteX2" fmla="*/ 4134388 w 8156794"/>
                  <a:gd name="connsiteY2" fmla="*/ 2972904 h 2973141"/>
                  <a:gd name="connsiteX3" fmla="*/ 2295 w 8156794"/>
                  <a:gd name="connsiteY3" fmla="*/ 1618086 h 2973141"/>
                  <a:gd name="connsiteX4" fmla="*/ 767 w 8156794"/>
                  <a:gd name="connsiteY4" fmla="*/ 147145 h 2973141"/>
                  <a:gd name="connsiteX5" fmla="*/ 4068271 w 8156794"/>
                  <a:gd name="connsiteY5" fmla="*/ 1566042 h 2973141"/>
                  <a:gd name="connsiteX6" fmla="*/ 8156794 w 8156794"/>
                  <a:gd name="connsiteY6" fmla="*/ 0 h 2973141"/>
                  <a:gd name="connsiteX0" fmla="*/ 8156794 w 8156794"/>
                  <a:gd name="connsiteY0" fmla="*/ 0 h 3066827"/>
                  <a:gd name="connsiteX1" fmla="*/ 8156794 w 8156794"/>
                  <a:gd name="connsiteY1" fmla="*/ 1673520 h 3066827"/>
                  <a:gd name="connsiteX2" fmla="*/ 4123353 w 8156794"/>
                  <a:gd name="connsiteY2" fmla="*/ 3066650 h 3066827"/>
                  <a:gd name="connsiteX3" fmla="*/ 2295 w 8156794"/>
                  <a:gd name="connsiteY3" fmla="*/ 1618086 h 3066827"/>
                  <a:gd name="connsiteX4" fmla="*/ 767 w 8156794"/>
                  <a:gd name="connsiteY4" fmla="*/ 147145 h 3066827"/>
                  <a:gd name="connsiteX5" fmla="*/ 4068271 w 8156794"/>
                  <a:gd name="connsiteY5" fmla="*/ 1566042 h 3066827"/>
                  <a:gd name="connsiteX6" fmla="*/ 8156794 w 8156794"/>
                  <a:gd name="connsiteY6" fmla="*/ 0 h 3066827"/>
                  <a:gd name="connsiteX0" fmla="*/ 8123689 w 8156794"/>
                  <a:gd name="connsiteY0" fmla="*/ 0 h 2999866"/>
                  <a:gd name="connsiteX1" fmla="*/ 8156794 w 8156794"/>
                  <a:gd name="connsiteY1" fmla="*/ 1606559 h 2999866"/>
                  <a:gd name="connsiteX2" fmla="*/ 4123353 w 8156794"/>
                  <a:gd name="connsiteY2" fmla="*/ 2999689 h 2999866"/>
                  <a:gd name="connsiteX3" fmla="*/ 2295 w 8156794"/>
                  <a:gd name="connsiteY3" fmla="*/ 1551125 h 2999866"/>
                  <a:gd name="connsiteX4" fmla="*/ 767 w 8156794"/>
                  <a:gd name="connsiteY4" fmla="*/ 80184 h 2999866"/>
                  <a:gd name="connsiteX5" fmla="*/ 4068271 w 8156794"/>
                  <a:gd name="connsiteY5" fmla="*/ 1499081 h 2999866"/>
                  <a:gd name="connsiteX6" fmla="*/ 8123689 w 8156794"/>
                  <a:gd name="connsiteY6" fmla="*/ 0 h 2999866"/>
                  <a:gd name="connsiteX0" fmla="*/ 8167828 w 8167828"/>
                  <a:gd name="connsiteY0" fmla="*/ 0 h 3026651"/>
                  <a:gd name="connsiteX1" fmla="*/ 8156794 w 8167828"/>
                  <a:gd name="connsiteY1" fmla="*/ 1633344 h 3026651"/>
                  <a:gd name="connsiteX2" fmla="*/ 4123353 w 8167828"/>
                  <a:gd name="connsiteY2" fmla="*/ 3026474 h 3026651"/>
                  <a:gd name="connsiteX3" fmla="*/ 2295 w 8167828"/>
                  <a:gd name="connsiteY3" fmla="*/ 1577910 h 3026651"/>
                  <a:gd name="connsiteX4" fmla="*/ 767 w 8167828"/>
                  <a:gd name="connsiteY4" fmla="*/ 106969 h 3026651"/>
                  <a:gd name="connsiteX5" fmla="*/ 4068271 w 8167828"/>
                  <a:gd name="connsiteY5" fmla="*/ 1525866 h 3026651"/>
                  <a:gd name="connsiteX6" fmla="*/ 8167828 w 8167828"/>
                  <a:gd name="connsiteY6" fmla="*/ 0 h 3026651"/>
                  <a:gd name="connsiteX0" fmla="*/ 8167828 w 8167828"/>
                  <a:gd name="connsiteY0" fmla="*/ 0 h 3027228"/>
                  <a:gd name="connsiteX1" fmla="*/ 8145760 w 8167828"/>
                  <a:gd name="connsiteY1" fmla="*/ 1686913 h 3027228"/>
                  <a:gd name="connsiteX2" fmla="*/ 4123353 w 8167828"/>
                  <a:gd name="connsiteY2" fmla="*/ 3026474 h 3027228"/>
                  <a:gd name="connsiteX3" fmla="*/ 2295 w 8167828"/>
                  <a:gd name="connsiteY3" fmla="*/ 1577910 h 3027228"/>
                  <a:gd name="connsiteX4" fmla="*/ 767 w 8167828"/>
                  <a:gd name="connsiteY4" fmla="*/ 106969 h 3027228"/>
                  <a:gd name="connsiteX5" fmla="*/ 4068271 w 8167828"/>
                  <a:gd name="connsiteY5" fmla="*/ 1525866 h 3027228"/>
                  <a:gd name="connsiteX6" fmla="*/ 8167828 w 8167828"/>
                  <a:gd name="connsiteY6" fmla="*/ 0 h 3027228"/>
                  <a:gd name="connsiteX0" fmla="*/ 8156794 w 8156794"/>
                  <a:gd name="connsiteY0" fmla="*/ 0 h 2933483"/>
                  <a:gd name="connsiteX1" fmla="*/ 8145760 w 8156794"/>
                  <a:gd name="connsiteY1" fmla="*/ 1593168 h 2933483"/>
                  <a:gd name="connsiteX2" fmla="*/ 4123353 w 8156794"/>
                  <a:gd name="connsiteY2" fmla="*/ 2932729 h 2933483"/>
                  <a:gd name="connsiteX3" fmla="*/ 2295 w 8156794"/>
                  <a:gd name="connsiteY3" fmla="*/ 1484165 h 2933483"/>
                  <a:gd name="connsiteX4" fmla="*/ 767 w 8156794"/>
                  <a:gd name="connsiteY4" fmla="*/ 13224 h 2933483"/>
                  <a:gd name="connsiteX5" fmla="*/ 4068271 w 8156794"/>
                  <a:gd name="connsiteY5" fmla="*/ 1432121 h 2933483"/>
                  <a:gd name="connsiteX6" fmla="*/ 8156794 w 8156794"/>
                  <a:gd name="connsiteY6" fmla="*/ 0 h 2933483"/>
                  <a:gd name="connsiteX0" fmla="*/ 8156794 w 8156794"/>
                  <a:gd name="connsiteY0" fmla="*/ 0 h 2933483"/>
                  <a:gd name="connsiteX1" fmla="*/ 8145760 w 8156794"/>
                  <a:gd name="connsiteY1" fmla="*/ 1593168 h 2933483"/>
                  <a:gd name="connsiteX2" fmla="*/ 4123353 w 8156794"/>
                  <a:gd name="connsiteY2" fmla="*/ 2932729 h 2933483"/>
                  <a:gd name="connsiteX3" fmla="*/ 2295 w 8156794"/>
                  <a:gd name="connsiteY3" fmla="*/ 1484165 h 2933483"/>
                  <a:gd name="connsiteX4" fmla="*/ 767 w 8156794"/>
                  <a:gd name="connsiteY4" fmla="*/ 13224 h 2933483"/>
                  <a:gd name="connsiteX5" fmla="*/ 4068271 w 8156794"/>
                  <a:gd name="connsiteY5" fmla="*/ 1432121 h 2933483"/>
                  <a:gd name="connsiteX6" fmla="*/ 8156794 w 8156794"/>
                  <a:gd name="connsiteY6" fmla="*/ 0 h 2933483"/>
                  <a:gd name="connsiteX0" fmla="*/ 8123689 w 8145760"/>
                  <a:gd name="connsiteY0" fmla="*/ 13560 h 2920259"/>
                  <a:gd name="connsiteX1" fmla="*/ 8145760 w 8145760"/>
                  <a:gd name="connsiteY1" fmla="*/ 1579944 h 2920259"/>
                  <a:gd name="connsiteX2" fmla="*/ 4123353 w 8145760"/>
                  <a:gd name="connsiteY2" fmla="*/ 2919505 h 2920259"/>
                  <a:gd name="connsiteX3" fmla="*/ 2295 w 8145760"/>
                  <a:gd name="connsiteY3" fmla="*/ 1470941 h 2920259"/>
                  <a:gd name="connsiteX4" fmla="*/ 767 w 8145760"/>
                  <a:gd name="connsiteY4" fmla="*/ 0 h 2920259"/>
                  <a:gd name="connsiteX5" fmla="*/ 4068271 w 8145760"/>
                  <a:gd name="connsiteY5" fmla="*/ 1418897 h 2920259"/>
                  <a:gd name="connsiteX6" fmla="*/ 8123689 w 8145760"/>
                  <a:gd name="connsiteY6" fmla="*/ 13560 h 2920259"/>
                  <a:gd name="connsiteX0" fmla="*/ 8178863 w 8178863"/>
                  <a:gd name="connsiteY0" fmla="*/ 26952 h 2920259"/>
                  <a:gd name="connsiteX1" fmla="*/ 8145760 w 8178863"/>
                  <a:gd name="connsiteY1" fmla="*/ 1579944 h 2920259"/>
                  <a:gd name="connsiteX2" fmla="*/ 4123353 w 8178863"/>
                  <a:gd name="connsiteY2" fmla="*/ 2919505 h 2920259"/>
                  <a:gd name="connsiteX3" fmla="*/ 2295 w 8178863"/>
                  <a:gd name="connsiteY3" fmla="*/ 1470941 h 2920259"/>
                  <a:gd name="connsiteX4" fmla="*/ 767 w 8178863"/>
                  <a:gd name="connsiteY4" fmla="*/ 0 h 2920259"/>
                  <a:gd name="connsiteX5" fmla="*/ 4068271 w 8178863"/>
                  <a:gd name="connsiteY5" fmla="*/ 1418897 h 2920259"/>
                  <a:gd name="connsiteX6" fmla="*/ 8178863 w 8178863"/>
                  <a:gd name="connsiteY6" fmla="*/ 26952 h 2920259"/>
                  <a:gd name="connsiteX0" fmla="*/ 8167827 w 8167827"/>
                  <a:gd name="connsiteY0" fmla="*/ 40343 h 2920259"/>
                  <a:gd name="connsiteX1" fmla="*/ 8145760 w 8167827"/>
                  <a:gd name="connsiteY1" fmla="*/ 1579944 h 2920259"/>
                  <a:gd name="connsiteX2" fmla="*/ 4123353 w 8167827"/>
                  <a:gd name="connsiteY2" fmla="*/ 2919505 h 2920259"/>
                  <a:gd name="connsiteX3" fmla="*/ 2295 w 8167827"/>
                  <a:gd name="connsiteY3" fmla="*/ 1470941 h 2920259"/>
                  <a:gd name="connsiteX4" fmla="*/ 767 w 8167827"/>
                  <a:gd name="connsiteY4" fmla="*/ 0 h 2920259"/>
                  <a:gd name="connsiteX5" fmla="*/ 4068271 w 8167827"/>
                  <a:gd name="connsiteY5" fmla="*/ 1418897 h 2920259"/>
                  <a:gd name="connsiteX6" fmla="*/ 8167827 w 8167827"/>
                  <a:gd name="connsiteY6" fmla="*/ 40343 h 2920259"/>
                  <a:gd name="connsiteX0" fmla="*/ 8123687 w 8145760"/>
                  <a:gd name="connsiteY0" fmla="*/ 53735 h 2920259"/>
                  <a:gd name="connsiteX1" fmla="*/ 8145760 w 8145760"/>
                  <a:gd name="connsiteY1" fmla="*/ 1579944 h 2920259"/>
                  <a:gd name="connsiteX2" fmla="*/ 4123353 w 8145760"/>
                  <a:gd name="connsiteY2" fmla="*/ 2919505 h 2920259"/>
                  <a:gd name="connsiteX3" fmla="*/ 2295 w 8145760"/>
                  <a:gd name="connsiteY3" fmla="*/ 1470941 h 2920259"/>
                  <a:gd name="connsiteX4" fmla="*/ 767 w 8145760"/>
                  <a:gd name="connsiteY4" fmla="*/ 0 h 2920259"/>
                  <a:gd name="connsiteX5" fmla="*/ 4068271 w 8145760"/>
                  <a:gd name="connsiteY5" fmla="*/ 1418897 h 2920259"/>
                  <a:gd name="connsiteX6" fmla="*/ 8123687 w 8145760"/>
                  <a:gd name="connsiteY6" fmla="*/ 53735 h 2920259"/>
                  <a:gd name="connsiteX0" fmla="*/ 8161918 w 8161918"/>
                  <a:gd name="connsiteY0" fmla="*/ 0 h 2943855"/>
                  <a:gd name="connsiteX1" fmla="*/ 8145760 w 8161918"/>
                  <a:gd name="connsiteY1" fmla="*/ 1603540 h 2943855"/>
                  <a:gd name="connsiteX2" fmla="*/ 4123353 w 8161918"/>
                  <a:gd name="connsiteY2" fmla="*/ 2943101 h 2943855"/>
                  <a:gd name="connsiteX3" fmla="*/ 2295 w 8161918"/>
                  <a:gd name="connsiteY3" fmla="*/ 1494537 h 2943855"/>
                  <a:gd name="connsiteX4" fmla="*/ 767 w 8161918"/>
                  <a:gd name="connsiteY4" fmla="*/ 23596 h 2943855"/>
                  <a:gd name="connsiteX5" fmla="*/ 4068271 w 8161918"/>
                  <a:gd name="connsiteY5" fmla="*/ 1442493 h 2943855"/>
                  <a:gd name="connsiteX6" fmla="*/ 8161918 w 8161918"/>
                  <a:gd name="connsiteY6" fmla="*/ 0 h 2943855"/>
                  <a:gd name="connsiteX0" fmla="*/ 8144926 w 8145760"/>
                  <a:gd name="connsiteY0" fmla="*/ 43424 h 2920259"/>
                  <a:gd name="connsiteX1" fmla="*/ 8145760 w 8145760"/>
                  <a:gd name="connsiteY1" fmla="*/ 1579944 h 2920259"/>
                  <a:gd name="connsiteX2" fmla="*/ 4123353 w 8145760"/>
                  <a:gd name="connsiteY2" fmla="*/ 2919505 h 2920259"/>
                  <a:gd name="connsiteX3" fmla="*/ 2295 w 8145760"/>
                  <a:gd name="connsiteY3" fmla="*/ 1470941 h 2920259"/>
                  <a:gd name="connsiteX4" fmla="*/ 767 w 8145760"/>
                  <a:gd name="connsiteY4" fmla="*/ 0 h 2920259"/>
                  <a:gd name="connsiteX5" fmla="*/ 4068271 w 8145760"/>
                  <a:gd name="connsiteY5" fmla="*/ 1418897 h 2920259"/>
                  <a:gd name="connsiteX6" fmla="*/ 8144926 w 8145760"/>
                  <a:gd name="connsiteY6" fmla="*/ 43424 h 2920259"/>
                  <a:gd name="connsiteX0" fmla="*/ 8161918 w 8161918"/>
                  <a:gd name="connsiteY0" fmla="*/ 0 h 2959321"/>
                  <a:gd name="connsiteX1" fmla="*/ 8145760 w 8161918"/>
                  <a:gd name="connsiteY1" fmla="*/ 1619006 h 2959321"/>
                  <a:gd name="connsiteX2" fmla="*/ 4123353 w 8161918"/>
                  <a:gd name="connsiteY2" fmla="*/ 2958567 h 2959321"/>
                  <a:gd name="connsiteX3" fmla="*/ 2295 w 8161918"/>
                  <a:gd name="connsiteY3" fmla="*/ 1510003 h 2959321"/>
                  <a:gd name="connsiteX4" fmla="*/ 767 w 8161918"/>
                  <a:gd name="connsiteY4" fmla="*/ 39062 h 2959321"/>
                  <a:gd name="connsiteX5" fmla="*/ 4068271 w 8161918"/>
                  <a:gd name="connsiteY5" fmla="*/ 1457959 h 2959321"/>
                  <a:gd name="connsiteX6" fmla="*/ 8161918 w 8161918"/>
                  <a:gd name="connsiteY6" fmla="*/ 0 h 2959321"/>
                  <a:gd name="connsiteX0" fmla="*/ 8161918 w 8162752"/>
                  <a:gd name="connsiteY0" fmla="*/ 0 h 2959488"/>
                  <a:gd name="connsiteX1" fmla="*/ 8162752 w 8162752"/>
                  <a:gd name="connsiteY1" fmla="*/ 1629317 h 2959488"/>
                  <a:gd name="connsiteX2" fmla="*/ 4123353 w 8162752"/>
                  <a:gd name="connsiteY2" fmla="*/ 2958567 h 2959488"/>
                  <a:gd name="connsiteX3" fmla="*/ 2295 w 8162752"/>
                  <a:gd name="connsiteY3" fmla="*/ 1510003 h 2959488"/>
                  <a:gd name="connsiteX4" fmla="*/ 767 w 8162752"/>
                  <a:gd name="connsiteY4" fmla="*/ 39062 h 2959488"/>
                  <a:gd name="connsiteX5" fmla="*/ 4068271 w 8162752"/>
                  <a:gd name="connsiteY5" fmla="*/ 1457959 h 2959488"/>
                  <a:gd name="connsiteX6" fmla="*/ 8161918 w 8162752"/>
                  <a:gd name="connsiteY6" fmla="*/ 0 h 2959488"/>
                  <a:gd name="connsiteX0" fmla="*/ 8165930 w 8166764"/>
                  <a:gd name="connsiteY0" fmla="*/ 7337 h 2966825"/>
                  <a:gd name="connsiteX1" fmla="*/ 8166764 w 8166764"/>
                  <a:gd name="connsiteY1" fmla="*/ 1636654 h 2966825"/>
                  <a:gd name="connsiteX2" fmla="*/ 4127365 w 8166764"/>
                  <a:gd name="connsiteY2" fmla="*/ 2965904 h 2966825"/>
                  <a:gd name="connsiteX3" fmla="*/ 6307 w 8166764"/>
                  <a:gd name="connsiteY3" fmla="*/ 1517340 h 2966825"/>
                  <a:gd name="connsiteX4" fmla="*/ 532 w 8166764"/>
                  <a:gd name="connsiteY4" fmla="*/ 0 h 2966825"/>
                  <a:gd name="connsiteX5" fmla="*/ 4072283 w 8166764"/>
                  <a:gd name="connsiteY5" fmla="*/ 1465296 h 2966825"/>
                  <a:gd name="connsiteX6" fmla="*/ 8165930 w 8166764"/>
                  <a:gd name="connsiteY6" fmla="*/ 7337 h 2966825"/>
                  <a:gd name="connsiteX0" fmla="*/ 8168119 w 8168953"/>
                  <a:gd name="connsiteY0" fmla="*/ 7337 h 2966682"/>
                  <a:gd name="connsiteX1" fmla="*/ 8168953 w 8168953"/>
                  <a:gd name="connsiteY1" fmla="*/ 1636654 h 2966682"/>
                  <a:gd name="connsiteX2" fmla="*/ 4129554 w 8168953"/>
                  <a:gd name="connsiteY2" fmla="*/ 2965904 h 2966682"/>
                  <a:gd name="connsiteX3" fmla="*/ 0 w 8168953"/>
                  <a:gd name="connsiteY3" fmla="*/ 1527651 h 2966682"/>
                  <a:gd name="connsiteX4" fmla="*/ 2721 w 8168953"/>
                  <a:gd name="connsiteY4" fmla="*/ 0 h 2966682"/>
                  <a:gd name="connsiteX5" fmla="*/ 4074472 w 8168953"/>
                  <a:gd name="connsiteY5" fmla="*/ 1465296 h 2966682"/>
                  <a:gd name="connsiteX6" fmla="*/ 8168119 w 8168953"/>
                  <a:gd name="connsiteY6" fmla="*/ 7337 h 2966682"/>
                  <a:gd name="connsiteX0" fmla="*/ 8168119 w 8168953"/>
                  <a:gd name="connsiteY0" fmla="*/ 7337 h 3100377"/>
                  <a:gd name="connsiteX1" fmla="*/ 8168953 w 8168953"/>
                  <a:gd name="connsiteY1" fmla="*/ 1636654 h 3100377"/>
                  <a:gd name="connsiteX2" fmla="*/ 4118520 w 8168953"/>
                  <a:gd name="connsiteY2" fmla="*/ 3099826 h 3100377"/>
                  <a:gd name="connsiteX3" fmla="*/ 0 w 8168953"/>
                  <a:gd name="connsiteY3" fmla="*/ 1527651 h 3100377"/>
                  <a:gd name="connsiteX4" fmla="*/ 2721 w 8168953"/>
                  <a:gd name="connsiteY4" fmla="*/ 0 h 3100377"/>
                  <a:gd name="connsiteX5" fmla="*/ 4074472 w 8168953"/>
                  <a:gd name="connsiteY5" fmla="*/ 1465296 h 3100377"/>
                  <a:gd name="connsiteX6" fmla="*/ 8168119 w 8168953"/>
                  <a:gd name="connsiteY6" fmla="*/ 7337 h 3100377"/>
                  <a:gd name="connsiteX0" fmla="*/ 8168119 w 8168953"/>
                  <a:gd name="connsiteY0" fmla="*/ 7337 h 3100429"/>
                  <a:gd name="connsiteX1" fmla="*/ 8168953 w 8168953"/>
                  <a:gd name="connsiteY1" fmla="*/ 1636654 h 3100429"/>
                  <a:gd name="connsiteX2" fmla="*/ 4118520 w 8168953"/>
                  <a:gd name="connsiteY2" fmla="*/ 3099826 h 3100429"/>
                  <a:gd name="connsiteX3" fmla="*/ 0 w 8168953"/>
                  <a:gd name="connsiteY3" fmla="*/ 1527651 h 3100429"/>
                  <a:gd name="connsiteX4" fmla="*/ 2721 w 8168953"/>
                  <a:gd name="connsiteY4" fmla="*/ 0 h 3100429"/>
                  <a:gd name="connsiteX5" fmla="*/ 4074472 w 8168953"/>
                  <a:gd name="connsiteY5" fmla="*/ 1465296 h 3100429"/>
                  <a:gd name="connsiteX6" fmla="*/ 8168119 w 8168953"/>
                  <a:gd name="connsiteY6" fmla="*/ 7337 h 3100429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72202 w 8166683"/>
                  <a:gd name="connsiteY5" fmla="*/ 1465296 h 3099826"/>
                  <a:gd name="connsiteX6" fmla="*/ 8165849 w 8166683"/>
                  <a:gd name="connsiteY6" fmla="*/ 7337 h 3099826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72202 w 8166683"/>
                  <a:gd name="connsiteY5" fmla="*/ 1465296 h 3099826"/>
                  <a:gd name="connsiteX6" fmla="*/ 8165849 w 8166683"/>
                  <a:gd name="connsiteY6" fmla="*/ 7337 h 3099826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61168 w 8166683"/>
                  <a:gd name="connsiteY5" fmla="*/ 1438511 h 3099826"/>
                  <a:gd name="connsiteX6" fmla="*/ 8165849 w 8166683"/>
                  <a:gd name="connsiteY6" fmla="*/ 7337 h 3099826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61168 w 8166683"/>
                  <a:gd name="connsiteY5" fmla="*/ 1438511 h 3099826"/>
                  <a:gd name="connsiteX6" fmla="*/ 8165849 w 8166683"/>
                  <a:gd name="connsiteY6" fmla="*/ 7337 h 309982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8166683" h="3099826">
                    <a:moveTo>
                      <a:pt x="8165849" y="7337"/>
                    </a:moveTo>
                    <a:lnTo>
                      <a:pt x="8166683" y="1636654"/>
                    </a:lnTo>
                    <a:cubicBezTo>
                      <a:pt x="7917761" y="2728489"/>
                      <a:pt x="5475903" y="3100137"/>
                      <a:pt x="4116250" y="3099826"/>
                    </a:cubicBezTo>
                    <a:cubicBezTo>
                      <a:pt x="2756597" y="3099515"/>
                      <a:pt x="245424" y="2744647"/>
                      <a:pt x="8764" y="1634789"/>
                    </a:cubicBezTo>
                    <a:cubicBezTo>
                      <a:pt x="11928" y="1215900"/>
                      <a:pt x="-2713" y="418889"/>
                      <a:pt x="451" y="0"/>
                    </a:cubicBezTo>
                    <a:cubicBezTo>
                      <a:pt x="385485" y="953840"/>
                      <a:pt x="2700268" y="1437288"/>
                      <a:pt x="4061168" y="1438511"/>
                    </a:cubicBezTo>
                    <a:cubicBezTo>
                      <a:pt x="5422068" y="1439734"/>
                      <a:pt x="7793228" y="1089449"/>
                      <a:pt x="8165849" y="7337"/>
                    </a:cubicBezTo>
                    <a:close/>
                  </a:path>
                </a:pathLst>
              </a:custGeom>
              <a:gradFill>
                <a:gsLst>
                  <a:gs pos="0">
                    <a:srgbClr val="E40000"/>
                  </a:gs>
                  <a:gs pos="21000">
                    <a:schemeClr val="bg1"/>
                  </a:gs>
                  <a:gs pos="51000">
                    <a:srgbClr val="ED356A"/>
                  </a:gs>
                  <a:gs pos="100000">
                    <a:srgbClr val="E40000"/>
                  </a:gs>
                </a:gsLst>
                <a:lin ang="0" scaled="0"/>
              </a:gradFill>
              <a:ln w="63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                   </a:t>
                </a:r>
              </a:p>
            </p:txBody>
          </p:sp>
          <p:sp>
            <p:nvSpPr>
              <p:cNvPr id="398" name="Oval 397">
                <a:extLst>
                  <a:ext uri="{FF2B5EF4-FFF2-40B4-BE49-F238E27FC236}">
                    <a16:creationId xmlns:a16="http://schemas.microsoft.com/office/drawing/2014/main" id="{34A677DD-14B8-B54F-8E7D-FB60B9C560A6}"/>
                  </a:ext>
                </a:extLst>
              </p:cNvPr>
              <p:cNvSpPr/>
              <p:nvPr/>
            </p:nvSpPr>
            <p:spPr>
              <a:xfrm>
                <a:off x="7141522" y="6068702"/>
                <a:ext cx="495647" cy="168664"/>
              </a:xfrm>
              <a:prstGeom prst="ellipse">
                <a:avLst/>
              </a:prstGeom>
              <a:solidFill>
                <a:srgbClr val="FA376E"/>
              </a:solidFill>
              <a:ln w="63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              </a:t>
                </a:r>
              </a:p>
            </p:txBody>
          </p:sp>
          <p:grpSp>
            <p:nvGrpSpPr>
              <p:cNvPr id="399" name="Group 398">
                <a:extLst>
                  <a:ext uri="{FF2B5EF4-FFF2-40B4-BE49-F238E27FC236}">
                    <a16:creationId xmlns:a16="http://schemas.microsoft.com/office/drawing/2014/main" id="{4E85C207-060D-3D49-8660-980FC224A927}"/>
                  </a:ext>
                </a:extLst>
              </p:cNvPr>
              <p:cNvGrpSpPr/>
              <p:nvPr/>
            </p:nvGrpSpPr>
            <p:grpSpPr>
              <a:xfrm>
                <a:off x="7214834" y="6090139"/>
                <a:ext cx="348960" cy="123931"/>
                <a:chOff x="7786941" y="2884917"/>
                <a:chExt cx="897649" cy="353919"/>
              </a:xfrm>
            </p:grpSpPr>
            <p:sp>
              <p:nvSpPr>
                <p:cNvPr id="400" name="Freeform 399">
                  <a:extLst>
                    <a:ext uri="{FF2B5EF4-FFF2-40B4-BE49-F238E27FC236}">
                      <a16:creationId xmlns:a16="http://schemas.microsoft.com/office/drawing/2014/main" id="{5219831F-5533-2C48-AC8A-F16127256660}"/>
                    </a:ext>
                  </a:extLst>
                </p:cNvPr>
                <p:cNvSpPr/>
                <p:nvPr/>
              </p:nvSpPr>
              <p:spPr>
                <a:xfrm>
                  <a:off x="7811770" y="2884917"/>
                  <a:ext cx="849158" cy="198115"/>
                </a:xfrm>
                <a:custGeom>
                  <a:avLst/>
                  <a:gdLst>
                    <a:gd name="connsiteX0" fmla="*/ 3725333 w 4588933"/>
                    <a:gd name="connsiteY0" fmla="*/ 0 h 1049866"/>
                    <a:gd name="connsiteX1" fmla="*/ 4588933 w 4588933"/>
                    <a:gd name="connsiteY1" fmla="*/ 270933 h 1049866"/>
                    <a:gd name="connsiteX2" fmla="*/ 3962400 w 4588933"/>
                    <a:gd name="connsiteY2" fmla="*/ 541866 h 1049866"/>
                    <a:gd name="connsiteX3" fmla="*/ 3742267 w 4588933"/>
                    <a:gd name="connsiteY3" fmla="*/ 457200 h 1049866"/>
                    <a:gd name="connsiteX4" fmla="*/ 2269067 w 4588933"/>
                    <a:gd name="connsiteY4" fmla="*/ 1049866 h 1049866"/>
                    <a:gd name="connsiteX5" fmla="*/ 880533 w 4588933"/>
                    <a:gd name="connsiteY5" fmla="*/ 457200 h 1049866"/>
                    <a:gd name="connsiteX6" fmla="*/ 592667 w 4588933"/>
                    <a:gd name="connsiteY6" fmla="*/ 541866 h 1049866"/>
                    <a:gd name="connsiteX7" fmla="*/ 0 w 4588933"/>
                    <a:gd name="connsiteY7" fmla="*/ 254000 h 1049866"/>
                    <a:gd name="connsiteX8" fmla="*/ 880533 w 4588933"/>
                    <a:gd name="connsiteY8" fmla="*/ 16933 h 1049866"/>
                    <a:gd name="connsiteX9" fmla="*/ 2302933 w 4588933"/>
                    <a:gd name="connsiteY9" fmla="*/ 626533 h 1049866"/>
                    <a:gd name="connsiteX10" fmla="*/ 3725333 w 4588933"/>
                    <a:gd name="connsiteY10" fmla="*/ 0 h 1049866"/>
                    <a:gd name="connsiteX0" fmla="*/ 3725333 w 4641485"/>
                    <a:gd name="connsiteY0" fmla="*/ 0 h 1049866"/>
                    <a:gd name="connsiteX1" fmla="*/ 4641485 w 4641485"/>
                    <a:gd name="connsiteY1" fmla="*/ 239402 h 1049866"/>
                    <a:gd name="connsiteX2" fmla="*/ 3962400 w 4641485"/>
                    <a:gd name="connsiteY2" fmla="*/ 541866 h 1049866"/>
                    <a:gd name="connsiteX3" fmla="*/ 3742267 w 4641485"/>
                    <a:gd name="connsiteY3" fmla="*/ 457200 h 1049866"/>
                    <a:gd name="connsiteX4" fmla="*/ 2269067 w 4641485"/>
                    <a:gd name="connsiteY4" fmla="*/ 1049866 h 1049866"/>
                    <a:gd name="connsiteX5" fmla="*/ 880533 w 4641485"/>
                    <a:gd name="connsiteY5" fmla="*/ 457200 h 1049866"/>
                    <a:gd name="connsiteX6" fmla="*/ 592667 w 4641485"/>
                    <a:gd name="connsiteY6" fmla="*/ 541866 h 1049866"/>
                    <a:gd name="connsiteX7" fmla="*/ 0 w 4641485"/>
                    <a:gd name="connsiteY7" fmla="*/ 254000 h 1049866"/>
                    <a:gd name="connsiteX8" fmla="*/ 880533 w 4641485"/>
                    <a:gd name="connsiteY8" fmla="*/ 16933 h 1049866"/>
                    <a:gd name="connsiteX9" fmla="*/ 2302933 w 4641485"/>
                    <a:gd name="connsiteY9" fmla="*/ 626533 h 1049866"/>
                    <a:gd name="connsiteX10" fmla="*/ 3725333 w 4641485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73798 w 4673016"/>
                    <a:gd name="connsiteY3" fmla="*/ 457200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34464 w 4673016"/>
                    <a:gd name="connsiteY9" fmla="*/ 62653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84308 w 4673016"/>
                    <a:gd name="connsiteY3" fmla="*/ 404648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34464 w 4673016"/>
                    <a:gd name="connsiteY9" fmla="*/ 62653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94818 w 4673016"/>
                    <a:gd name="connsiteY3" fmla="*/ 436179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34464 w 4673016"/>
                    <a:gd name="connsiteY9" fmla="*/ 62653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94818 w 4673016"/>
                    <a:gd name="connsiteY3" fmla="*/ 436179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23954 w 4673016"/>
                    <a:gd name="connsiteY9" fmla="*/ 61602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94818 w 4673016"/>
                    <a:gd name="connsiteY3" fmla="*/ 436179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75021 h 1049866"/>
                    <a:gd name="connsiteX8" fmla="*/ 912064 w 4673016"/>
                    <a:gd name="connsiteY8" fmla="*/ 16933 h 1049866"/>
                    <a:gd name="connsiteX9" fmla="*/ 2323954 w 4673016"/>
                    <a:gd name="connsiteY9" fmla="*/ 61602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815839 w 4673016"/>
                    <a:gd name="connsiteY3" fmla="*/ 467710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75021 h 1049866"/>
                    <a:gd name="connsiteX8" fmla="*/ 912064 w 4673016"/>
                    <a:gd name="connsiteY8" fmla="*/ 16933 h 1049866"/>
                    <a:gd name="connsiteX9" fmla="*/ 2323954 w 4673016"/>
                    <a:gd name="connsiteY9" fmla="*/ 616023 h 1049866"/>
                    <a:gd name="connsiteX10" fmla="*/ 3756864 w 4673016"/>
                    <a:gd name="connsiteY10" fmla="*/ 0 h 104986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</a:cxnLst>
                  <a:rect l="l" t="t" r="r" b="b"/>
                  <a:pathLst>
                    <a:path w="4673016" h="1049866">
                      <a:moveTo>
                        <a:pt x="3756864" y="0"/>
                      </a:moveTo>
                      <a:lnTo>
                        <a:pt x="4673016" y="239402"/>
                      </a:lnTo>
                      <a:lnTo>
                        <a:pt x="3993931" y="541866"/>
                      </a:lnTo>
                      <a:lnTo>
                        <a:pt x="3815839" y="467710"/>
                      </a:lnTo>
                      <a:lnTo>
                        <a:pt x="2300598" y="1049866"/>
                      </a:lnTo>
                      <a:lnTo>
                        <a:pt x="912064" y="457200"/>
                      </a:lnTo>
                      <a:lnTo>
                        <a:pt x="624198" y="541866"/>
                      </a:lnTo>
                      <a:lnTo>
                        <a:pt x="0" y="275021"/>
                      </a:lnTo>
                      <a:lnTo>
                        <a:pt x="912064" y="16933"/>
                      </a:lnTo>
                      <a:lnTo>
                        <a:pt x="2323954" y="616023"/>
                      </a:lnTo>
                      <a:lnTo>
                        <a:pt x="3756864" y="0"/>
                      </a:lnTo>
                      <a:close/>
                    </a:path>
                  </a:pathLst>
                </a:custGeom>
                <a:solidFill>
                  <a:srgbClr val="E40000"/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401" name="Freeform 400">
                  <a:extLst>
                    <a:ext uri="{FF2B5EF4-FFF2-40B4-BE49-F238E27FC236}">
                      <a16:creationId xmlns:a16="http://schemas.microsoft.com/office/drawing/2014/main" id="{3FA22E6E-25E2-8444-A94B-B9F8F9AED720}"/>
                    </a:ext>
                  </a:extLst>
                </p:cNvPr>
                <p:cNvSpPr/>
                <p:nvPr/>
              </p:nvSpPr>
              <p:spPr>
                <a:xfrm>
                  <a:off x="8367548" y="3054383"/>
                  <a:ext cx="317042" cy="170569"/>
                </a:xfrm>
                <a:custGeom>
                  <a:avLst/>
                  <a:gdLst>
                    <a:gd name="connsiteX0" fmla="*/ 21021 w 1744718"/>
                    <a:gd name="connsiteY0" fmla="*/ 0 h 903890"/>
                    <a:gd name="connsiteX1" fmla="*/ 1744718 w 1744718"/>
                    <a:gd name="connsiteY1" fmla="*/ 693683 h 903890"/>
                    <a:gd name="connsiteX2" fmla="*/ 1145628 w 1744718"/>
                    <a:gd name="connsiteY2" fmla="*/ 903890 h 903890"/>
                    <a:gd name="connsiteX3" fmla="*/ 0 w 1744718"/>
                    <a:gd name="connsiteY3" fmla="*/ 451945 h 903890"/>
                    <a:gd name="connsiteX4" fmla="*/ 21021 w 1744718"/>
                    <a:gd name="connsiteY4" fmla="*/ 0 h 90389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744718" h="903890">
                      <a:moveTo>
                        <a:pt x="21021" y="0"/>
                      </a:moveTo>
                      <a:lnTo>
                        <a:pt x="1744718" y="693683"/>
                      </a:lnTo>
                      <a:lnTo>
                        <a:pt x="1145628" y="903890"/>
                      </a:lnTo>
                      <a:lnTo>
                        <a:pt x="0" y="451945"/>
                      </a:lnTo>
                      <a:lnTo>
                        <a:pt x="21021" y="0"/>
                      </a:lnTo>
                      <a:close/>
                    </a:path>
                  </a:pathLst>
                </a:custGeom>
                <a:solidFill>
                  <a:srgbClr val="E40000"/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402" name="Freeform 401">
                  <a:extLst>
                    <a:ext uri="{FF2B5EF4-FFF2-40B4-BE49-F238E27FC236}">
                      <a16:creationId xmlns:a16="http://schemas.microsoft.com/office/drawing/2014/main" id="{F7747A7C-8EA9-6C48-8F13-A0694FF961E3}"/>
                    </a:ext>
                  </a:extLst>
                </p:cNvPr>
                <p:cNvSpPr/>
                <p:nvPr/>
              </p:nvSpPr>
              <p:spPr>
                <a:xfrm>
                  <a:off x="7786941" y="3054383"/>
                  <a:ext cx="311312" cy="168585"/>
                </a:xfrm>
                <a:custGeom>
                  <a:avLst/>
                  <a:gdLst>
                    <a:gd name="connsiteX0" fmla="*/ 1702676 w 1713187"/>
                    <a:gd name="connsiteY0" fmla="*/ 0 h 893380"/>
                    <a:gd name="connsiteX1" fmla="*/ 1713187 w 1713187"/>
                    <a:gd name="connsiteY1" fmla="*/ 472966 h 893380"/>
                    <a:gd name="connsiteX2" fmla="*/ 578069 w 1713187"/>
                    <a:gd name="connsiteY2" fmla="*/ 893380 h 893380"/>
                    <a:gd name="connsiteX3" fmla="*/ 0 w 1713187"/>
                    <a:gd name="connsiteY3" fmla="*/ 693683 h 893380"/>
                    <a:gd name="connsiteX4" fmla="*/ 1702676 w 1713187"/>
                    <a:gd name="connsiteY4" fmla="*/ 0 h 89338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713187" h="893380">
                      <a:moveTo>
                        <a:pt x="1702676" y="0"/>
                      </a:moveTo>
                      <a:lnTo>
                        <a:pt x="1713187" y="472966"/>
                      </a:lnTo>
                      <a:lnTo>
                        <a:pt x="578069" y="893380"/>
                      </a:lnTo>
                      <a:lnTo>
                        <a:pt x="0" y="693683"/>
                      </a:lnTo>
                      <a:lnTo>
                        <a:pt x="1702676" y="0"/>
                      </a:lnTo>
                      <a:close/>
                    </a:path>
                  </a:pathLst>
                </a:custGeom>
                <a:solidFill>
                  <a:srgbClr val="E40000"/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403" name="Freeform 402">
                  <a:extLst>
                    <a:ext uri="{FF2B5EF4-FFF2-40B4-BE49-F238E27FC236}">
                      <a16:creationId xmlns:a16="http://schemas.microsoft.com/office/drawing/2014/main" id="{AE551E9F-7776-7F4E-AA8D-EB09AE1181A8}"/>
                    </a:ext>
                  </a:extLst>
                </p:cNvPr>
                <p:cNvSpPr/>
                <p:nvPr/>
              </p:nvSpPr>
              <p:spPr>
                <a:xfrm>
                  <a:off x="7895013" y="2971083"/>
                  <a:ext cx="676892" cy="267753"/>
                </a:xfrm>
                <a:custGeom>
                  <a:avLst/>
                  <a:gdLst>
                    <a:gd name="connsiteX0" fmla="*/ 599089 w 4162096"/>
                    <a:gd name="connsiteY0" fmla="*/ 273269 h 1618593"/>
                    <a:gd name="connsiteX1" fmla="*/ 882869 w 4162096"/>
                    <a:gd name="connsiteY1" fmla="*/ 199697 h 1618593"/>
                    <a:gd name="connsiteX2" fmla="*/ 2312276 w 4162096"/>
                    <a:gd name="connsiteY2" fmla="*/ 798786 h 1618593"/>
                    <a:gd name="connsiteX3" fmla="*/ 3794234 w 4162096"/>
                    <a:gd name="connsiteY3" fmla="*/ 199697 h 1618593"/>
                    <a:gd name="connsiteX4" fmla="*/ 4014951 w 4162096"/>
                    <a:gd name="connsiteY4" fmla="*/ 273269 h 1618593"/>
                    <a:gd name="connsiteX5" fmla="*/ 3058510 w 4162096"/>
                    <a:gd name="connsiteY5" fmla="*/ 641131 h 1618593"/>
                    <a:gd name="connsiteX6" fmla="*/ 3026979 w 4162096"/>
                    <a:gd name="connsiteY6" fmla="*/ 1114097 h 1618593"/>
                    <a:gd name="connsiteX7" fmla="*/ 4162096 w 4162096"/>
                    <a:gd name="connsiteY7" fmla="*/ 1545021 h 1618593"/>
                    <a:gd name="connsiteX8" fmla="*/ 3878317 w 4162096"/>
                    <a:gd name="connsiteY8" fmla="*/ 1608083 h 1618593"/>
                    <a:gd name="connsiteX9" fmla="*/ 2301765 w 4162096"/>
                    <a:gd name="connsiteY9" fmla="*/ 945931 h 1618593"/>
                    <a:gd name="connsiteX10" fmla="*/ 693682 w 4162096"/>
                    <a:gd name="connsiteY10" fmla="*/ 1618593 h 1618593"/>
                    <a:gd name="connsiteX11" fmla="*/ 430924 w 4162096"/>
                    <a:gd name="connsiteY11" fmla="*/ 1524000 h 1618593"/>
                    <a:gd name="connsiteX12" fmla="*/ 1576551 w 4162096"/>
                    <a:gd name="connsiteY12" fmla="*/ 1082566 h 1618593"/>
                    <a:gd name="connsiteX13" fmla="*/ 1545020 w 4162096"/>
                    <a:gd name="connsiteY13" fmla="*/ 609600 h 1618593"/>
                    <a:gd name="connsiteX14" fmla="*/ 0 w 4162096"/>
                    <a:gd name="connsiteY14" fmla="*/ 0 h 1618593"/>
                    <a:gd name="connsiteX15" fmla="*/ 872358 w 4162096"/>
                    <a:gd name="connsiteY15" fmla="*/ 210207 h 1618593"/>
                    <a:gd name="connsiteX16" fmla="*/ 872358 w 4162096"/>
                    <a:gd name="connsiteY16" fmla="*/ 210207 h 1618593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441434 w 3731172"/>
                    <a:gd name="connsiteY14" fmla="*/ 10510 h 1418896"/>
                    <a:gd name="connsiteX15" fmla="*/ 441434 w 3731172"/>
                    <a:gd name="connsiteY15" fmla="*/ 10510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441434 w 3731172"/>
                    <a:gd name="connsiteY14" fmla="*/ 10510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357351 w 3731172"/>
                    <a:gd name="connsiteY14" fmla="*/ 115613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147144 w 3731172"/>
                    <a:gd name="connsiteY14" fmla="*/ 63061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20413 h 1418896"/>
                    <a:gd name="connsiteX14" fmla="*/ 147144 w 3731172"/>
                    <a:gd name="connsiteY14" fmla="*/ 63061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20413 h 1418896"/>
                    <a:gd name="connsiteX14" fmla="*/ 189185 w 3731172"/>
                    <a:gd name="connsiteY14" fmla="*/ 84081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20413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56137 w 3731172"/>
                    <a:gd name="connsiteY13" fmla="*/ 441434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45626 w 3731172"/>
                    <a:gd name="connsiteY13" fmla="*/ 451945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903890 h 1418896"/>
                    <a:gd name="connsiteX13" fmla="*/ 1145626 w 3731172"/>
                    <a:gd name="connsiteY13" fmla="*/ 451945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06565 w 3710151"/>
                    <a:gd name="connsiteY5" fmla="*/ 441434 h 1418896"/>
                    <a:gd name="connsiteX6" fmla="*/ 2575034 w 3710151"/>
                    <a:gd name="connsiteY6" fmla="*/ 914400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06565 w 3710151"/>
                    <a:gd name="connsiteY5" fmla="*/ 441434 h 1418896"/>
                    <a:gd name="connsiteX6" fmla="*/ 2606565 w 3710151"/>
                    <a:gd name="connsiteY6" fmla="*/ 924910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06565 w 3710151"/>
                    <a:gd name="connsiteY5" fmla="*/ 441434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5151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38028 w 3710151"/>
                    <a:gd name="connsiteY2" fmla="*/ 591655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38028 w 3710151"/>
                    <a:gd name="connsiteY2" fmla="*/ 591655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087434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38028 w 3710151"/>
                    <a:gd name="connsiteY2" fmla="*/ 591655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098586 w 3710151"/>
                    <a:gd name="connsiteY12" fmla="*/ 903890 h 1418896"/>
                    <a:gd name="connsiteX13" fmla="*/ 1087434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62012 w 3725019"/>
                    <a:gd name="connsiteY0" fmla="*/ 73572 h 1418896"/>
                    <a:gd name="connsiteX1" fmla="*/ 445792 w 3725019"/>
                    <a:gd name="connsiteY1" fmla="*/ 0 h 1418896"/>
                    <a:gd name="connsiteX2" fmla="*/ 1852896 w 3725019"/>
                    <a:gd name="connsiteY2" fmla="*/ 591655 h 1418896"/>
                    <a:gd name="connsiteX3" fmla="*/ 3357157 w 3725019"/>
                    <a:gd name="connsiteY3" fmla="*/ 0 h 1418896"/>
                    <a:gd name="connsiteX4" fmla="*/ 3577874 w 3725019"/>
                    <a:gd name="connsiteY4" fmla="*/ 73572 h 1418896"/>
                    <a:gd name="connsiteX5" fmla="*/ 2632585 w 3725019"/>
                    <a:gd name="connsiteY5" fmla="*/ 448868 h 1418896"/>
                    <a:gd name="connsiteX6" fmla="*/ 2625150 w 3725019"/>
                    <a:gd name="connsiteY6" fmla="*/ 902607 h 1418896"/>
                    <a:gd name="connsiteX7" fmla="*/ 3725019 w 3725019"/>
                    <a:gd name="connsiteY7" fmla="*/ 1345324 h 1418896"/>
                    <a:gd name="connsiteX8" fmla="*/ 3441240 w 3725019"/>
                    <a:gd name="connsiteY8" fmla="*/ 1408386 h 1418896"/>
                    <a:gd name="connsiteX9" fmla="*/ 1864688 w 3725019"/>
                    <a:gd name="connsiteY9" fmla="*/ 746234 h 1418896"/>
                    <a:gd name="connsiteX10" fmla="*/ 256605 w 3725019"/>
                    <a:gd name="connsiteY10" fmla="*/ 1418896 h 1418896"/>
                    <a:gd name="connsiteX11" fmla="*/ 0 w 3725019"/>
                    <a:gd name="connsiteY11" fmla="*/ 1331097 h 1418896"/>
                    <a:gd name="connsiteX12" fmla="*/ 1113454 w 3725019"/>
                    <a:gd name="connsiteY12" fmla="*/ 903890 h 1418896"/>
                    <a:gd name="connsiteX13" fmla="*/ 1102302 w 3725019"/>
                    <a:gd name="connsiteY13" fmla="*/ 451945 h 1418896"/>
                    <a:gd name="connsiteX14" fmla="*/ 183032 w 3725019"/>
                    <a:gd name="connsiteY14" fmla="*/ 84081 h 1418896"/>
                    <a:gd name="connsiteX15" fmla="*/ 162012 w 3725019"/>
                    <a:gd name="connsiteY15" fmla="*/ 73572 h 141889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</a:cxnLst>
                  <a:rect l="l" t="t" r="r" b="b"/>
                  <a:pathLst>
                    <a:path w="3725019" h="1418896">
                      <a:moveTo>
                        <a:pt x="162012" y="73572"/>
                      </a:moveTo>
                      <a:lnTo>
                        <a:pt x="445792" y="0"/>
                      </a:lnTo>
                      <a:lnTo>
                        <a:pt x="1852896" y="591655"/>
                      </a:lnTo>
                      <a:lnTo>
                        <a:pt x="3357157" y="0"/>
                      </a:lnTo>
                      <a:lnTo>
                        <a:pt x="3577874" y="73572"/>
                      </a:lnTo>
                      <a:lnTo>
                        <a:pt x="2632585" y="448868"/>
                      </a:lnTo>
                      <a:lnTo>
                        <a:pt x="2625150" y="902607"/>
                      </a:lnTo>
                      <a:lnTo>
                        <a:pt x="3725019" y="1345324"/>
                      </a:lnTo>
                      <a:lnTo>
                        <a:pt x="3441240" y="1408386"/>
                      </a:lnTo>
                      <a:lnTo>
                        <a:pt x="1864688" y="746234"/>
                      </a:lnTo>
                      <a:lnTo>
                        <a:pt x="256605" y="1418896"/>
                      </a:lnTo>
                      <a:lnTo>
                        <a:pt x="0" y="1331097"/>
                      </a:lnTo>
                      <a:lnTo>
                        <a:pt x="1113454" y="903890"/>
                      </a:lnTo>
                      <a:cubicBezTo>
                        <a:pt x="1113454" y="760249"/>
                        <a:pt x="1102302" y="595586"/>
                        <a:pt x="1102302" y="451945"/>
                      </a:cubicBezTo>
                      <a:lnTo>
                        <a:pt x="183032" y="84081"/>
                      </a:lnTo>
                      <a:cubicBezTo>
                        <a:pt x="26317" y="21019"/>
                        <a:pt x="169019" y="77075"/>
                        <a:pt x="162012" y="73572"/>
                      </a:cubicBezTo>
                      <a:close/>
                    </a:path>
                  </a:pathLst>
                </a:custGeom>
                <a:solidFill>
                  <a:srgbClr val="FFB3D3"/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p:grpSp>
        </p:grpSp>
        <p:grpSp>
          <p:nvGrpSpPr>
            <p:cNvPr id="236" name="Group 235">
              <a:extLst>
                <a:ext uri="{FF2B5EF4-FFF2-40B4-BE49-F238E27FC236}">
                  <a16:creationId xmlns:a16="http://schemas.microsoft.com/office/drawing/2014/main" id="{6E5418A9-37BD-EC47-B574-97E826D7250C}"/>
                </a:ext>
              </a:extLst>
            </p:cNvPr>
            <p:cNvGrpSpPr/>
            <p:nvPr/>
          </p:nvGrpSpPr>
          <p:grpSpPr>
            <a:xfrm>
              <a:off x="6131364" y="5156690"/>
              <a:ext cx="496248" cy="260542"/>
              <a:chOff x="7493876" y="2774731"/>
              <a:chExt cx="1481958" cy="894622"/>
            </a:xfrm>
          </p:grpSpPr>
          <p:sp>
            <p:nvSpPr>
              <p:cNvPr id="390" name="Freeform 389">
                <a:extLst>
                  <a:ext uri="{FF2B5EF4-FFF2-40B4-BE49-F238E27FC236}">
                    <a16:creationId xmlns:a16="http://schemas.microsoft.com/office/drawing/2014/main" id="{F5B5A25A-2C95-5B4C-8FB7-F605783EFA42}"/>
                  </a:ext>
                </a:extLst>
              </p:cNvPr>
              <p:cNvSpPr/>
              <p:nvPr/>
            </p:nvSpPr>
            <p:spPr>
              <a:xfrm>
                <a:off x="7493876" y="3084399"/>
                <a:ext cx="1481958" cy="584954"/>
              </a:xfrm>
              <a:custGeom>
                <a:avLst/>
                <a:gdLst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88524 w 8187558"/>
                  <a:gd name="connsiteY5" fmla="*/ 1597573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88524 w 8187558"/>
                  <a:gd name="connsiteY5" fmla="*/ 1597573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76538 w 8176538"/>
                  <a:gd name="connsiteY0" fmla="*/ 0 h 2638097"/>
                  <a:gd name="connsiteX1" fmla="*/ 8176538 w 8176538"/>
                  <a:gd name="connsiteY1" fmla="*/ 1271752 h 2638097"/>
                  <a:gd name="connsiteX2" fmla="*/ 4088015 w 8176538"/>
                  <a:gd name="connsiteY2" fmla="*/ 2638097 h 2638097"/>
                  <a:gd name="connsiteX3" fmla="*/ 0 w 8176538"/>
                  <a:gd name="connsiteY3" fmla="*/ 1269888 h 2638097"/>
                  <a:gd name="connsiteX4" fmla="*/ 20511 w 8176538"/>
                  <a:gd name="connsiteY4" fmla="*/ 147145 h 2638097"/>
                  <a:gd name="connsiteX5" fmla="*/ 4088015 w 8176538"/>
                  <a:gd name="connsiteY5" fmla="*/ 1566042 h 2638097"/>
                  <a:gd name="connsiteX6" fmla="*/ 8176538 w 8176538"/>
                  <a:gd name="connsiteY6" fmla="*/ 0 h 2638097"/>
                  <a:gd name="connsiteX0" fmla="*/ 8176538 w 8176538"/>
                  <a:gd name="connsiteY0" fmla="*/ 0 h 2772020"/>
                  <a:gd name="connsiteX1" fmla="*/ 8176538 w 8176538"/>
                  <a:gd name="connsiteY1" fmla="*/ 1271752 h 2772020"/>
                  <a:gd name="connsiteX2" fmla="*/ 4099034 w 8176538"/>
                  <a:gd name="connsiteY2" fmla="*/ 2772020 h 2772020"/>
                  <a:gd name="connsiteX3" fmla="*/ 0 w 8176538"/>
                  <a:gd name="connsiteY3" fmla="*/ 1269888 h 2772020"/>
                  <a:gd name="connsiteX4" fmla="*/ 20511 w 8176538"/>
                  <a:gd name="connsiteY4" fmla="*/ 147145 h 2772020"/>
                  <a:gd name="connsiteX5" fmla="*/ 4088015 w 8176538"/>
                  <a:gd name="connsiteY5" fmla="*/ 1566042 h 2772020"/>
                  <a:gd name="connsiteX6" fmla="*/ 8176538 w 8176538"/>
                  <a:gd name="connsiteY6" fmla="*/ 0 h 2772020"/>
                  <a:gd name="connsiteX0" fmla="*/ 8176538 w 8176538"/>
                  <a:gd name="connsiteY0" fmla="*/ 0 h 2772339"/>
                  <a:gd name="connsiteX1" fmla="*/ 8176538 w 8176538"/>
                  <a:gd name="connsiteY1" fmla="*/ 1378890 h 2772339"/>
                  <a:gd name="connsiteX2" fmla="*/ 4099034 w 8176538"/>
                  <a:gd name="connsiteY2" fmla="*/ 2772020 h 2772339"/>
                  <a:gd name="connsiteX3" fmla="*/ 0 w 8176538"/>
                  <a:gd name="connsiteY3" fmla="*/ 1269888 h 2772339"/>
                  <a:gd name="connsiteX4" fmla="*/ 20511 w 8176538"/>
                  <a:gd name="connsiteY4" fmla="*/ 147145 h 2772339"/>
                  <a:gd name="connsiteX5" fmla="*/ 4088015 w 8176538"/>
                  <a:gd name="connsiteY5" fmla="*/ 1566042 h 2772339"/>
                  <a:gd name="connsiteX6" fmla="*/ 8176538 w 8176538"/>
                  <a:gd name="connsiteY6" fmla="*/ 0 h 2772339"/>
                  <a:gd name="connsiteX0" fmla="*/ 8176538 w 8176538"/>
                  <a:gd name="connsiteY0" fmla="*/ 0 h 2825888"/>
                  <a:gd name="connsiteX1" fmla="*/ 8176538 w 8176538"/>
                  <a:gd name="connsiteY1" fmla="*/ 1378890 h 2825888"/>
                  <a:gd name="connsiteX2" fmla="*/ 4099034 w 8176538"/>
                  <a:gd name="connsiteY2" fmla="*/ 2825590 h 2825888"/>
                  <a:gd name="connsiteX3" fmla="*/ 0 w 8176538"/>
                  <a:gd name="connsiteY3" fmla="*/ 1269888 h 2825888"/>
                  <a:gd name="connsiteX4" fmla="*/ 20511 w 8176538"/>
                  <a:gd name="connsiteY4" fmla="*/ 147145 h 2825888"/>
                  <a:gd name="connsiteX5" fmla="*/ 4088015 w 8176538"/>
                  <a:gd name="connsiteY5" fmla="*/ 1566042 h 2825888"/>
                  <a:gd name="connsiteX6" fmla="*/ 8176538 w 8176538"/>
                  <a:gd name="connsiteY6" fmla="*/ 0 h 2825888"/>
                  <a:gd name="connsiteX0" fmla="*/ 8165518 w 8165518"/>
                  <a:gd name="connsiteY0" fmla="*/ 0 h 2825606"/>
                  <a:gd name="connsiteX1" fmla="*/ 8165518 w 8165518"/>
                  <a:gd name="connsiteY1" fmla="*/ 1378890 h 2825606"/>
                  <a:gd name="connsiteX2" fmla="*/ 4088014 w 8165518"/>
                  <a:gd name="connsiteY2" fmla="*/ 2825590 h 2825606"/>
                  <a:gd name="connsiteX3" fmla="*/ 0 w 8165518"/>
                  <a:gd name="connsiteY3" fmla="*/ 1403811 h 2825606"/>
                  <a:gd name="connsiteX4" fmla="*/ 9491 w 8165518"/>
                  <a:gd name="connsiteY4" fmla="*/ 147145 h 2825606"/>
                  <a:gd name="connsiteX5" fmla="*/ 4076995 w 8165518"/>
                  <a:gd name="connsiteY5" fmla="*/ 1566042 h 2825606"/>
                  <a:gd name="connsiteX6" fmla="*/ 8165518 w 8165518"/>
                  <a:gd name="connsiteY6" fmla="*/ 0 h 2825606"/>
                  <a:gd name="connsiteX0" fmla="*/ 8165518 w 8165518"/>
                  <a:gd name="connsiteY0" fmla="*/ 0 h 2879174"/>
                  <a:gd name="connsiteX1" fmla="*/ 8165518 w 8165518"/>
                  <a:gd name="connsiteY1" fmla="*/ 1378890 h 2879174"/>
                  <a:gd name="connsiteX2" fmla="*/ 4132092 w 8165518"/>
                  <a:gd name="connsiteY2" fmla="*/ 2879159 h 2879174"/>
                  <a:gd name="connsiteX3" fmla="*/ 0 w 8165518"/>
                  <a:gd name="connsiteY3" fmla="*/ 1403811 h 2879174"/>
                  <a:gd name="connsiteX4" fmla="*/ 9491 w 8165518"/>
                  <a:gd name="connsiteY4" fmla="*/ 147145 h 2879174"/>
                  <a:gd name="connsiteX5" fmla="*/ 4076995 w 8165518"/>
                  <a:gd name="connsiteY5" fmla="*/ 1566042 h 2879174"/>
                  <a:gd name="connsiteX6" fmla="*/ 8165518 w 8165518"/>
                  <a:gd name="connsiteY6" fmla="*/ 0 h 2879174"/>
                  <a:gd name="connsiteX0" fmla="*/ 8165518 w 8176537"/>
                  <a:gd name="connsiteY0" fmla="*/ 0 h 2879410"/>
                  <a:gd name="connsiteX1" fmla="*/ 8176537 w 8176537"/>
                  <a:gd name="connsiteY1" fmla="*/ 1499420 h 2879410"/>
                  <a:gd name="connsiteX2" fmla="*/ 4132092 w 8176537"/>
                  <a:gd name="connsiteY2" fmla="*/ 2879159 h 2879410"/>
                  <a:gd name="connsiteX3" fmla="*/ 0 w 8176537"/>
                  <a:gd name="connsiteY3" fmla="*/ 1403811 h 2879410"/>
                  <a:gd name="connsiteX4" fmla="*/ 9491 w 8176537"/>
                  <a:gd name="connsiteY4" fmla="*/ 147145 h 2879410"/>
                  <a:gd name="connsiteX5" fmla="*/ 4076995 w 8176537"/>
                  <a:gd name="connsiteY5" fmla="*/ 1566042 h 2879410"/>
                  <a:gd name="connsiteX6" fmla="*/ 8165518 w 8176537"/>
                  <a:gd name="connsiteY6" fmla="*/ 0 h 2879410"/>
                  <a:gd name="connsiteX0" fmla="*/ 8165518 w 8176537"/>
                  <a:gd name="connsiteY0" fmla="*/ 0 h 2879262"/>
                  <a:gd name="connsiteX1" fmla="*/ 8176537 w 8176537"/>
                  <a:gd name="connsiteY1" fmla="*/ 1499420 h 2879262"/>
                  <a:gd name="connsiteX2" fmla="*/ 4132092 w 8176537"/>
                  <a:gd name="connsiteY2" fmla="*/ 2879159 h 2879262"/>
                  <a:gd name="connsiteX3" fmla="*/ 0 w 8176537"/>
                  <a:gd name="connsiteY3" fmla="*/ 1403811 h 2879262"/>
                  <a:gd name="connsiteX4" fmla="*/ 9491 w 8176537"/>
                  <a:gd name="connsiteY4" fmla="*/ 147145 h 2879262"/>
                  <a:gd name="connsiteX5" fmla="*/ 4076995 w 8176537"/>
                  <a:gd name="connsiteY5" fmla="*/ 1566042 h 2879262"/>
                  <a:gd name="connsiteX6" fmla="*/ 8165518 w 8176537"/>
                  <a:gd name="connsiteY6" fmla="*/ 0 h 2879262"/>
                  <a:gd name="connsiteX0" fmla="*/ 8165518 w 8176537"/>
                  <a:gd name="connsiteY0" fmla="*/ 0 h 2879163"/>
                  <a:gd name="connsiteX1" fmla="*/ 8176537 w 8176537"/>
                  <a:gd name="connsiteY1" fmla="*/ 1499420 h 2879163"/>
                  <a:gd name="connsiteX2" fmla="*/ 4132092 w 8176537"/>
                  <a:gd name="connsiteY2" fmla="*/ 2879159 h 2879163"/>
                  <a:gd name="connsiteX3" fmla="*/ 0 w 8176537"/>
                  <a:gd name="connsiteY3" fmla="*/ 1510948 h 2879163"/>
                  <a:gd name="connsiteX4" fmla="*/ 9491 w 8176537"/>
                  <a:gd name="connsiteY4" fmla="*/ 147145 h 2879163"/>
                  <a:gd name="connsiteX5" fmla="*/ 4076995 w 8176537"/>
                  <a:gd name="connsiteY5" fmla="*/ 1566042 h 2879163"/>
                  <a:gd name="connsiteX6" fmla="*/ 8165518 w 8176537"/>
                  <a:gd name="connsiteY6" fmla="*/ 0 h 2879163"/>
                  <a:gd name="connsiteX0" fmla="*/ 8165518 w 8198577"/>
                  <a:gd name="connsiteY0" fmla="*/ 0 h 2879451"/>
                  <a:gd name="connsiteX1" fmla="*/ 8198577 w 8198577"/>
                  <a:gd name="connsiteY1" fmla="*/ 1606558 h 2879451"/>
                  <a:gd name="connsiteX2" fmla="*/ 4132092 w 8198577"/>
                  <a:gd name="connsiteY2" fmla="*/ 2879159 h 2879451"/>
                  <a:gd name="connsiteX3" fmla="*/ 0 w 8198577"/>
                  <a:gd name="connsiteY3" fmla="*/ 1510948 h 2879451"/>
                  <a:gd name="connsiteX4" fmla="*/ 9491 w 8198577"/>
                  <a:gd name="connsiteY4" fmla="*/ 147145 h 2879451"/>
                  <a:gd name="connsiteX5" fmla="*/ 4076995 w 8198577"/>
                  <a:gd name="connsiteY5" fmla="*/ 1566042 h 2879451"/>
                  <a:gd name="connsiteX6" fmla="*/ 8165518 w 8198577"/>
                  <a:gd name="connsiteY6" fmla="*/ 0 h 2879451"/>
                  <a:gd name="connsiteX0" fmla="*/ 8165518 w 8165518"/>
                  <a:gd name="connsiteY0" fmla="*/ 0 h 2880066"/>
                  <a:gd name="connsiteX1" fmla="*/ 8165518 w 8165518"/>
                  <a:gd name="connsiteY1" fmla="*/ 1673520 h 2880066"/>
                  <a:gd name="connsiteX2" fmla="*/ 4132092 w 8165518"/>
                  <a:gd name="connsiteY2" fmla="*/ 2879159 h 2880066"/>
                  <a:gd name="connsiteX3" fmla="*/ 0 w 8165518"/>
                  <a:gd name="connsiteY3" fmla="*/ 1510948 h 2880066"/>
                  <a:gd name="connsiteX4" fmla="*/ 9491 w 8165518"/>
                  <a:gd name="connsiteY4" fmla="*/ 147145 h 2880066"/>
                  <a:gd name="connsiteX5" fmla="*/ 4076995 w 8165518"/>
                  <a:gd name="connsiteY5" fmla="*/ 1566042 h 2880066"/>
                  <a:gd name="connsiteX6" fmla="*/ 8165518 w 8165518"/>
                  <a:gd name="connsiteY6" fmla="*/ 0 h 2880066"/>
                  <a:gd name="connsiteX0" fmla="*/ 8156794 w 8156794"/>
                  <a:gd name="connsiteY0" fmla="*/ 0 h 2879270"/>
                  <a:gd name="connsiteX1" fmla="*/ 8156794 w 8156794"/>
                  <a:gd name="connsiteY1" fmla="*/ 1673520 h 2879270"/>
                  <a:gd name="connsiteX2" fmla="*/ 4123368 w 8156794"/>
                  <a:gd name="connsiteY2" fmla="*/ 2879159 h 2879270"/>
                  <a:gd name="connsiteX3" fmla="*/ 2295 w 8156794"/>
                  <a:gd name="connsiteY3" fmla="*/ 1618086 h 2879270"/>
                  <a:gd name="connsiteX4" fmla="*/ 767 w 8156794"/>
                  <a:gd name="connsiteY4" fmla="*/ 147145 h 2879270"/>
                  <a:gd name="connsiteX5" fmla="*/ 4068271 w 8156794"/>
                  <a:gd name="connsiteY5" fmla="*/ 1566042 h 2879270"/>
                  <a:gd name="connsiteX6" fmla="*/ 8156794 w 8156794"/>
                  <a:gd name="connsiteY6" fmla="*/ 0 h 2879270"/>
                  <a:gd name="connsiteX0" fmla="*/ 8156794 w 8156794"/>
                  <a:gd name="connsiteY0" fmla="*/ 0 h 2973000"/>
                  <a:gd name="connsiteX1" fmla="*/ 8156794 w 8156794"/>
                  <a:gd name="connsiteY1" fmla="*/ 1673520 h 2973000"/>
                  <a:gd name="connsiteX2" fmla="*/ 4134388 w 8156794"/>
                  <a:gd name="connsiteY2" fmla="*/ 2972904 h 2973000"/>
                  <a:gd name="connsiteX3" fmla="*/ 2295 w 8156794"/>
                  <a:gd name="connsiteY3" fmla="*/ 1618086 h 2973000"/>
                  <a:gd name="connsiteX4" fmla="*/ 767 w 8156794"/>
                  <a:gd name="connsiteY4" fmla="*/ 147145 h 2973000"/>
                  <a:gd name="connsiteX5" fmla="*/ 4068271 w 8156794"/>
                  <a:gd name="connsiteY5" fmla="*/ 1566042 h 2973000"/>
                  <a:gd name="connsiteX6" fmla="*/ 8156794 w 8156794"/>
                  <a:gd name="connsiteY6" fmla="*/ 0 h 2973000"/>
                  <a:gd name="connsiteX0" fmla="*/ 8156794 w 8156794"/>
                  <a:gd name="connsiteY0" fmla="*/ 0 h 2973000"/>
                  <a:gd name="connsiteX1" fmla="*/ 8156794 w 8156794"/>
                  <a:gd name="connsiteY1" fmla="*/ 1673520 h 2973000"/>
                  <a:gd name="connsiteX2" fmla="*/ 4134388 w 8156794"/>
                  <a:gd name="connsiteY2" fmla="*/ 2972904 h 2973000"/>
                  <a:gd name="connsiteX3" fmla="*/ 2295 w 8156794"/>
                  <a:gd name="connsiteY3" fmla="*/ 1618086 h 2973000"/>
                  <a:gd name="connsiteX4" fmla="*/ 767 w 8156794"/>
                  <a:gd name="connsiteY4" fmla="*/ 147145 h 2973000"/>
                  <a:gd name="connsiteX5" fmla="*/ 4068271 w 8156794"/>
                  <a:gd name="connsiteY5" fmla="*/ 1566042 h 2973000"/>
                  <a:gd name="connsiteX6" fmla="*/ 8156794 w 8156794"/>
                  <a:gd name="connsiteY6" fmla="*/ 0 h 2973000"/>
                  <a:gd name="connsiteX0" fmla="*/ 8156794 w 8156794"/>
                  <a:gd name="connsiteY0" fmla="*/ 0 h 2973000"/>
                  <a:gd name="connsiteX1" fmla="*/ 8156794 w 8156794"/>
                  <a:gd name="connsiteY1" fmla="*/ 1673520 h 2973000"/>
                  <a:gd name="connsiteX2" fmla="*/ 4134388 w 8156794"/>
                  <a:gd name="connsiteY2" fmla="*/ 2972904 h 2973000"/>
                  <a:gd name="connsiteX3" fmla="*/ 2295 w 8156794"/>
                  <a:gd name="connsiteY3" fmla="*/ 1618086 h 2973000"/>
                  <a:gd name="connsiteX4" fmla="*/ 767 w 8156794"/>
                  <a:gd name="connsiteY4" fmla="*/ 147145 h 2973000"/>
                  <a:gd name="connsiteX5" fmla="*/ 4068271 w 8156794"/>
                  <a:gd name="connsiteY5" fmla="*/ 1566042 h 2973000"/>
                  <a:gd name="connsiteX6" fmla="*/ 8156794 w 8156794"/>
                  <a:gd name="connsiteY6" fmla="*/ 0 h 2973000"/>
                  <a:gd name="connsiteX0" fmla="*/ 8156794 w 8156794"/>
                  <a:gd name="connsiteY0" fmla="*/ 0 h 2973020"/>
                  <a:gd name="connsiteX1" fmla="*/ 8156794 w 8156794"/>
                  <a:gd name="connsiteY1" fmla="*/ 1673520 h 2973020"/>
                  <a:gd name="connsiteX2" fmla="*/ 4134388 w 8156794"/>
                  <a:gd name="connsiteY2" fmla="*/ 2972904 h 2973020"/>
                  <a:gd name="connsiteX3" fmla="*/ 2295 w 8156794"/>
                  <a:gd name="connsiteY3" fmla="*/ 1618086 h 2973020"/>
                  <a:gd name="connsiteX4" fmla="*/ 767 w 8156794"/>
                  <a:gd name="connsiteY4" fmla="*/ 147145 h 2973020"/>
                  <a:gd name="connsiteX5" fmla="*/ 4068271 w 8156794"/>
                  <a:gd name="connsiteY5" fmla="*/ 1566042 h 2973020"/>
                  <a:gd name="connsiteX6" fmla="*/ 8156794 w 8156794"/>
                  <a:gd name="connsiteY6" fmla="*/ 0 h 2973020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141"/>
                  <a:gd name="connsiteX1" fmla="*/ 8156794 w 8156794"/>
                  <a:gd name="connsiteY1" fmla="*/ 1673520 h 2973141"/>
                  <a:gd name="connsiteX2" fmla="*/ 4134388 w 8156794"/>
                  <a:gd name="connsiteY2" fmla="*/ 2972904 h 2973141"/>
                  <a:gd name="connsiteX3" fmla="*/ 2295 w 8156794"/>
                  <a:gd name="connsiteY3" fmla="*/ 1618086 h 2973141"/>
                  <a:gd name="connsiteX4" fmla="*/ 767 w 8156794"/>
                  <a:gd name="connsiteY4" fmla="*/ 147145 h 2973141"/>
                  <a:gd name="connsiteX5" fmla="*/ 4068271 w 8156794"/>
                  <a:gd name="connsiteY5" fmla="*/ 1566042 h 2973141"/>
                  <a:gd name="connsiteX6" fmla="*/ 8156794 w 8156794"/>
                  <a:gd name="connsiteY6" fmla="*/ 0 h 2973141"/>
                  <a:gd name="connsiteX0" fmla="*/ 8156794 w 8156794"/>
                  <a:gd name="connsiteY0" fmla="*/ 0 h 3066827"/>
                  <a:gd name="connsiteX1" fmla="*/ 8156794 w 8156794"/>
                  <a:gd name="connsiteY1" fmla="*/ 1673520 h 3066827"/>
                  <a:gd name="connsiteX2" fmla="*/ 4123353 w 8156794"/>
                  <a:gd name="connsiteY2" fmla="*/ 3066650 h 3066827"/>
                  <a:gd name="connsiteX3" fmla="*/ 2295 w 8156794"/>
                  <a:gd name="connsiteY3" fmla="*/ 1618086 h 3066827"/>
                  <a:gd name="connsiteX4" fmla="*/ 767 w 8156794"/>
                  <a:gd name="connsiteY4" fmla="*/ 147145 h 3066827"/>
                  <a:gd name="connsiteX5" fmla="*/ 4068271 w 8156794"/>
                  <a:gd name="connsiteY5" fmla="*/ 1566042 h 3066827"/>
                  <a:gd name="connsiteX6" fmla="*/ 8156794 w 8156794"/>
                  <a:gd name="connsiteY6" fmla="*/ 0 h 3066827"/>
                  <a:gd name="connsiteX0" fmla="*/ 8123689 w 8156794"/>
                  <a:gd name="connsiteY0" fmla="*/ 0 h 2999866"/>
                  <a:gd name="connsiteX1" fmla="*/ 8156794 w 8156794"/>
                  <a:gd name="connsiteY1" fmla="*/ 1606559 h 2999866"/>
                  <a:gd name="connsiteX2" fmla="*/ 4123353 w 8156794"/>
                  <a:gd name="connsiteY2" fmla="*/ 2999689 h 2999866"/>
                  <a:gd name="connsiteX3" fmla="*/ 2295 w 8156794"/>
                  <a:gd name="connsiteY3" fmla="*/ 1551125 h 2999866"/>
                  <a:gd name="connsiteX4" fmla="*/ 767 w 8156794"/>
                  <a:gd name="connsiteY4" fmla="*/ 80184 h 2999866"/>
                  <a:gd name="connsiteX5" fmla="*/ 4068271 w 8156794"/>
                  <a:gd name="connsiteY5" fmla="*/ 1499081 h 2999866"/>
                  <a:gd name="connsiteX6" fmla="*/ 8123689 w 8156794"/>
                  <a:gd name="connsiteY6" fmla="*/ 0 h 2999866"/>
                  <a:gd name="connsiteX0" fmla="*/ 8167828 w 8167828"/>
                  <a:gd name="connsiteY0" fmla="*/ 0 h 3026651"/>
                  <a:gd name="connsiteX1" fmla="*/ 8156794 w 8167828"/>
                  <a:gd name="connsiteY1" fmla="*/ 1633344 h 3026651"/>
                  <a:gd name="connsiteX2" fmla="*/ 4123353 w 8167828"/>
                  <a:gd name="connsiteY2" fmla="*/ 3026474 h 3026651"/>
                  <a:gd name="connsiteX3" fmla="*/ 2295 w 8167828"/>
                  <a:gd name="connsiteY3" fmla="*/ 1577910 h 3026651"/>
                  <a:gd name="connsiteX4" fmla="*/ 767 w 8167828"/>
                  <a:gd name="connsiteY4" fmla="*/ 106969 h 3026651"/>
                  <a:gd name="connsiteX5" fmla="*/ 4068271 w 8167828"/>
                  <a:gd name="connsiteY5" fmla="*/ 1525866 h 3026651"/>
                  <a:gd name="connsiteX6" fmla="*/ 8167828 w 8167828"/>
                  <a:gd name="connsiteY6" fmla="*/ 0 h 3026651"/>
                  <a:gd name="connsiteX0" fmla="*/ 8167828 w 8167828"/>
                  <a:gd name="connsiteY0" fmla="*/ 0 h 3027228"/>
                  <a:gd name="connsiteX1" fmla="*/ 8145760 w 8167828"/>
                  <a:gd name="connsiteY1" fmla="*/ 1686913 h 3027228"/>
                  <a:gd name="connsiteX2" fmla="*/ 4123353 w 8167828"/>
                  <a:gd name="connsiteY2" fmla="*/ 3026474 h 3027228"/>
                  <a:gd name="connsiteX3" fmla="*/ 2295 w 8167828"/>
                  <a:gd name="connsiteY3" fmla="*/ 1577910 h 3027228"/>
                  <a:gd name="connsiteX4" fmla="*/ 767 w 8167828"/>
                  <a:gd name="connsiteY4" fmla="*/ 106969 h 3027228"/>
                  <a:gd name="connsiteX5" fmla="*/ 4068271 w 8167828"/>
                  <a:gd name="connsiteY5" fmla="*/ 1525866 h 3027228"/>
                  <a:gd name="connsiteX6" fmla="*/ 8167828 w 8167828"/>
                  <a:gd name="connsiteY6" fmla="*/ 0 h 3027228"/>
                  <a:gd name="connsiteX0" fmla="*/ 8156794 w 8156794"/>
                  <a:gd name="connsiteY0" fmla="*/ 0 h 2933483"/>
                  <a:gd name="connsiteX1" fmla="*/ 8145760 w 8156794"/>
                  <a:gd name="connsiteY1" fmla="*/ 1593168 h 2933483"/>
                  <a:gd name="connsiteX2" fmla="*/ 4123353 w 8156794"/>
                  <a:gd name="connsiteY2" fmla="*/ 2932729 h 2933483"/>
                  <a:gd name="connsiteX3" fmla="*/ 2295 w 8156794"/>
                  <a:gd name="connsiteY3" fmla="*/ 1484165 h 2933483"/>
                  <a:gd name="connsiteX4" fmla="*/ 767 w 8156794"/>
                  <a:gd name="connsiteY4" fmla="*/ 13224 h 2933483"/>
                  <a:gd name="connsiteX5" fmla="*/ 4068271 w 8156794"/>
                  <a:gd name="connsiteY5" fmla="*/ 1432121 h 2933483"/>
                  <a:gd name="connsiteX6" fmla="*/ 8156794 w 8156794"/>
                  <a:gd name="connsiteY6" fmla="*/ 0 h 2933483"/>
                  <a:gd name="connsiteX0" fmla="*/ 8156794 w 8156794"/>
                  <a:gd name="connsiteY0" fmla="*/ 0 h 2933483"/>
                  <a:gd name="connsiteX1" fmla="*/ 8145760 w 8156794"/>
                  <a:gd name="connsiteY1" fmla="*/ 1593168 h 2933483"/>
                  <a:gd name="connsiteX2" fmla="*/ 4123353 w 8156794"/>
                  <a:gd name="connsiteY2" fmla="*/ 2932729 h 2933483"/>
                  <a:gd name="connsiteX3" fmla="*/ 2295 w 8156794"/>
                  <a:gd name="connsiteY3" fmla="*/ 1484165 h 2933483"/>
                  <a:gd name="connsiteX4" fmla="*/ 767 w 8156794"/>
                  <a:gd name="connsiteY4" fmla="*/ 13224 h 2933483"/>
                  <a:gd name="connsiteX5" fmla="*/ 4068271 w 8156794"/>
                  <a:gd name="connsiteY5" fmla="*/ 1432121 h 2933483"/>
                  <a:gd name="connsiteX6" fmla="*/ 8156794 w 8156794"/>
                  <a:gd name="connsiteY6" fmla="*/ 0 h 2933483"/>
                  <a:gd name="connsiteX0" fmla="*/ 8123689 w 8145760"/>
                  <a:gd name="connsiteY0" fmla="*/ 13560 h 2920259"/>
                  <a:gd name="connsiteX1" fmla="*/ 8145760 w 8145760"/>
                  <a:gd name="connsiteY1" fmla="*/ 1579944 h 2920259"/>
                  <a:gd name="connsiteX2" fmla="*/ 4123353 w 8145760"/>
                  <a:gd name="connsiteY2" fmla="*/ 2919505 h 2920259"/>
                  <a:gd name="connsiteX3" fmla="*/ 2295 w 8145760"/>
                  <a:gd name="connsiteY3" fmla="*/ 1470941 h 2920259"/>
                  <a:gd name="connsiteX4" fmla="*/ 767 w 8145760"/>
                  <a:gd name="connsiteY4" fmla="*/ 0 h 2920259"/>
                  <a:gd name="connsiteX5" fmla="*/ 4068271 w 8145760"/>
                  <a:gd name="connsiteY5" fmla="*/ 1418897 h 2920259"/>
                  <a:gd name="connsiteX6" fmla="*/ 8123689 w 8145760"/>
                  <a:gd name="connsiteY6" fmla="*/ 13560 h 2920259"/>
                  <a:gd name="connsiteX0" fmla="*/ 8178863 w 8178863"/>
                  <a:gd name="connsiteY0" fmla="*/ 26952 h 2920259"/>
                  <a:gd name="connsiteX1" fmla="*/ 8145760 w 8178863"/>
                  <a:gd name="connsiteY1" fmla="*/ 1579944 h 2920259"/>
                  <a:gd name="connsiteX2" fmla="*/ 4123353 w 8178863"/>
                  <a:gd name="connsiteY2" fmla="*/ 2919505 h 2920259"/>
                  <a:gd name="connsiteX3" fmla="*/ 2295 w 8178863"/>
                  <a:gd name="connsiteY3" fmla="*/ 1470941 h 2920259"/>
                  <a:gd name="connsiteX4" fmla="*/ 767 w 8178863"/>
                  <a:gd name="connsiteY4" fmla="*/ 0 h 2920259"/>
                  <a:gd name="connsiteX5" fmla="*/ 4068271 w 8178863"/>
                  <a:gd name="connsiteY5" fmla="*/ 1418897 h 2920259"/>
                  <a:gd name="connsiteX6" fmla="*/ 8178863 w 8178863"/>
                  <a:gd name="connsiteY6" fmla="*/ 26952 h 2920259"/>
                  <a:gd name="connsiteX0" fmla="*/ 8167827 w 8167827"/>
                  <a:gd name="connsiteY0" fmla="*/ 40343 h 2920259"/>
                  <a:gd name="connsiteX1" fmla="*/ 8145760 w 8167827"/>
                  <a:gd name="connsiteY1" fmla="*/ 1579944 h 2920259"/>
                  <a:gd name="connsiteX2" fmla="*/ 4123353 w 8167827"/>
                  <a:gd name="connsiteY2" fmla="*/ 2919505 h 2920259"/>
                  <a:gd name="connsiteX3" fmla="*/ 2295 w 8167827"/>
                  <a:gd name="connsiteY3" fmla="*/ 1470941 h 2920259"/>
                  <a:gd name="connsiteX4" fmla="*/ 767 w 8167827"/>
                  <a:gd name="connsiteY4" fmla="*/ 0 h 2920259"/>
                  <a:gd name="connsiteX5" fmla="*/ 4068271 w 8167827"/>
                  <a:gd name="connsiteY5" fmla="*/ 1418897 h 2920259"/>
                  <a:gd name="connsiteX6" fmla="*/ 8167827 w 8167827"/>
                  <a:gd name="connsiteY6" fmla="*/ 40343 h 2920259"/>
                  <a:gd name="connsiteX0" fmla="*/ 8123687 w 8145760"/>
                  <a:gd name="connsiteY0" fmla="*/ 53735 h 2920259"/>
                  <a:gd name="connsiteX1" fmla="*/ 8145760 w 8145760"/>
                  <a:gd name="connsiteY1" fmla="*/ 1579944 h 2920259"/>
                  <a:gd name="connsiteX2" fmla="*/ 4123353 w 8145760"/>
                  <a:gd name="connsiteY2" fmla="*/ 2919505 h 2920259"/>
                  <a:gd name="connsiteX3" fmla="*/ 2295 w 8145760"/>
                  <a:gd name="connsiteY3" fmla="*/ 1470941 h 2920259"/>
                  <a:gd name="connsiteX4" fmla="*/ 767 w 8145760"/>
                  <a:gd name="connsiteY4" fmla="*/ 0 h 2920259"/>
                  <a:gd name="connsiteX5" fmla="*/ 4068271 w 8145760"/>
                  <a:gd name="connsiteY5" fmla="*/ 1418897 h 2920259"/>
                  <a:gd name="connsiteX6" fmla="*/ 8123687 w 8145760"/>
                  <a:gd name="connsiteY6" fmla="*/ 53735 h 2920259"/>
                  <a:gd name="connsiteX0" fmla="*/ 8161918 w 8161918"/>
                  <a:gd name="connsiteY0" fmla="*/ 0 h 2943855"/>
                  <a:gd name="connsiteX1" fmla="*/ 8145760 w 8161918"/>
                  <a:gd name="connsiteY1" fmla="*/ 1603540 h 2943855"/>
                  <a:gd name="connsiteX2" fmla="*/ 4123353 w 8161918"/>
                  <a:gd name="connsiteY2" fmla="*/ 2943101 h 2943855"/>
                  <a:gd name="connsiteX3" fmla="*/ 2295 w 8161918"/>
                  <a:gd name="connsiteY3" fmla="*/ 1494537 h 2943855"/>
                  <a:gd name="connsiteX4" fmla="*/ 767 w 8161918"/>
                  <a:gd name="connsiteY4" fmla="*/ 23596 h 2943855"/>
                  <a:gd name="connsiteX5" fmla="*/ 4068271 w 8161918"/>
                  <a:gd name="connsiteY5" fmla="*/ 1442493 h 2943855"/>
                  <a:gd name="connsiteX6" fmla="*/ 8161918 w 8161918"/>
                  <a:gd name="connsiteY6" fmla="*/ 0 h 2943855"/>
                  <a:gd name="connsiteX0" fmla="*/ 8144926 w 8145760"/>
                  <a:gd name="connsiteY0" fmla="*/ 43424 h 2920259"/>
                  <a:gd name="connsiteX1" fmla="*/ 8145760 w 8145760"/>
                  <a:gd name="connsiteY1" fmla="*/ 1579944 h 2920259"/>
                  <a:gd name="connsiteX2" fmla="*/ 4123353 w 8145760"/>
                  <a:gd name="connsiteY2" fmla="*/ 2919505 h 2920259"/>
                  <a:gd name="connsiteX3" fmla="*/ 2295 w 8145760"/>
                  <a:gd name="connsiteY3" fmla="*/ 1470941 h 2920259"/>
                  <a:gd name="connsiteX4" fmla="*/ 767 w 8145760"/>
                  <a:gd name="connsiteY4" fmla="*/ 0 h 2920259"/>
                  <a:gd name="connsiteX5" fmla="*/ 4068271 w 8145760"/>
                  <a:gd name="connsiteY5" fmla="*/ 1418897 h 2920259"/>
                  <a:gd name="connsiteX6" fmla="*/ 8144926 w 8145760"/>
                  <a:gd name="connsiteY6" fmla="*/ 43424 h 2920259"/>
                  <a:gd name="connsiteX0" fmla="*/ 8161918 w 8161918"/>
                  <a:gd name="connsiteY0" fmla="*/ 0 h 2959321"/>
                  <a:gd name="connsiteX1" fmla="*/ 8145760 w 8161918"/>
                  <a:gd name="connsiteY1" fmla="*/ 1619006 h 2959321"/>
                  <a:gd name="connsiteX2" fmla="*/ 4123353 w 8161918"/>
                  <a:gd name="connsiteY2" fmla="*/ 2958567 h 2959321"/>
                  <a:gd name="connsiteX3" fmla="*/ 2295 w 8161918"/>
                  <a:gd name="connsiteY3" fmla="*/ 1510003 h 2959321"/>
                  <a:gd name="connsiteX4" fmla="*/ 767 w 8161918"/>
                  <a:gd name="connsiteY4" fmla="*/ 39062 h 2959321"/>
                  <a:gd name="connsiteX5" fmla="*/ 4068271 w 8161918"/>
                  <a:gd name="connsiteY5" fmla="*/ 1457959 h 2959321"/>
                  <a:gd name="connsiteX6" fmla="*/ 8161918 w 8161918"/>
                  <a:gd name="connsiteY6" fmla="*/ 0 h 2959321"/>
                  <a:gd name="connsiteX0" fmla="*/ 8161918 w 8162752"/>
                  <a:gd name="connsiteY0" fmla="*/ 0 h 2959488"/>
                  <a:gd name="connsiteX1" fmla="*/ 8162752 w 8162752"/>
                  <a:gd name="connsiteY1" fmla="*/ 1629317 h 2959488"/>
                  <a:gd name="connsiteX2" fmla="*/ 4123353 w 8162752"/>
                  <a:gd name="connsiteY2" fmla="*/ 2958567 h 2959488"/>
                  <a:gd name="connsiteX3" fmla="*/ 2295 w 8162752"/>
                  <a:gd name="connsiteY3" fmla="*/ 1510003 h 2959488"/>
                  <a:gd name="connsiteX4" fmla="*/ 767 w 8162752"/>
                  <a:gd name="connsiteY4" fmla="*/ 39062 h 2959488"/>
                  <a:gd name="connsiteX5" fmla="*/ 4068271 w 8162752"/>
                  <a:gd name="connsiteY5" fmla="*/ 1457959 h 2959488"/>
                  <a:gd name="connsiteX6" fmla="*/ 8161918 w 8162752"/>
                  <a:gd name="connsiteY6" fmla="*/ 0 h 2959488"/>
                  <a:gd name="connsiteX0" fmla="*/ 8165930 w 8166764"/>
                  <a:gd name="connsiteY0" fmla="*/ 7337 h 2966825"/>
                  <a:gd name="connsiteX1" fmla="*/ 8166764 w 8166764"/>
                  <a:gd name="connsiteY1" fmla="*/ 1636654 h 2966825"/>
                  <a:gd name="connsiteX2" fmla="*/ 4127365 w 8166764"/>
                  <a:gd name="connsiteY2" fmla="*/ 2965904 h 2966825"/>
                  <a:gd name="connsiteX3" fmla="*/ 6307 w 8166764"/>
                  <a:gd name="connsiteY3" fmla="*/ 1517340 h 2966825"/>
                  <a:gd name="connsiteX4" fmla="*/ 532 w 8166764"/>
                  <a:gd name="connsiteY4" fmla="*/ 0 h 2966825"/>
                  <a:gd name="connsiteX5" fmla="*/ 4072283 w 8166764"/>
                  <a:gd name="connsiteY5" fmla="*/ 1465296 h 2966825"/>
                  <a:gd name="connsiteX6" fmla="*/ 8165930 w 8166764"/>
                  <a:gd name="connsiteY6" fmla="*/ 7337 h 2966825"/>
                  <a:gd name="connsiteX0" fmla="*/ 8168119 w 8168953"/>
                  <a:gd name="connsiteY0" fmla="*/ 7337 h 2966682"/>
                  <a:gd name="connsiteX1" fmla="*/ 8168953 w 8168953"/>
                  <a:gd name="connsiteY1" fmla="*/ 1636654 h 2966682"/>
                  <a:gd name="connsiteX2" fmla="*/ 4129554 w 8168953"/>
                  <a:gd name="connsiteY2" fmla="*/ 2965904 h 2966682"/>
                  <a:gd name="connsiteX3" fmla="*/ 0 w 8168953"/>
                  <a:gd name="connsiteY3" fmla="*/ 1527651 h 2966682"/>
                  <a:gd name="connsiteX4" fmla="*/ 2721 w 8168953"/>
                  <a:gd name="connsiteY4" fmla="*/ 0 h 2966682"/>
                  <a:gd name="connsiteX5" fmla="*/ 4074472 w 8168953"/>
                  <a:gd name="connsiteY5" fmla="*/ 1465296 h 2966682"/>
                  <a:gd name="connsiteX6" fmla="*/ 8168119 w 8168953"/>
                  <a:gd name="connsiteY6" fmla="*/ 7337 h 2966682"/>
                  <a:gd name="connsiteX0" fmla="*/ 8168119 w 8168953"/>
                  <a:gd name="connsiteY0" fmla="*/ 7337 h 3100377"/>
                  <a:gd name="connsiteX1" fmla="*/ 8168953 w 8168953"/>
                  <a:gd name="connsiteY1" fmla="*/ 1636654 h 3100377"/>
                  <a:gd name="connsiteX2" fmla="*/ 4118520 w 8168953"/>
                  <a:gd name="connsiteY2" fmla="*/ 3099826 h 3100377"/>
                  <a:gd name="connsiteX3" fmla="*/ 0 w 8168953"/>
                  <a:gd name="connsiteY3" fmla="*/ 1527651 h 3100377"/>
                  <a:gd name="connsiteX4" fmla="*/ 2721 w 8168953"/>
                  <a:gd name="connsiteY4" fmla="*/ 0 h 3100377"/>
                  <a:gd name="connsiteX5" fmla="*/ 4074472 w 8168953"/>
                  <a:gd name="connsiteY5" fmla="*/ 1465296 h 3100377"/>
                  <a:gd name="connsiteX6" fmla="*/ 8168119 w 8168953"/>
                  <a:gd name="connsiteY6" fmla="*/ 7337 h 3100377"/>
                  <a:gd name="connsiteX0" fmla="*/ 8168119 w 8168953"/>
                  <a:gd name="connsiteY0" fmla="*/ 7337 h 3100429"/>
                  <a:gd name="connsiteX1" fmla="*/ 8168953 w 8168953"/>
                  <a:gd name="connsiteY1" fmla="*/ 1636654 h 3100429"/>
                  <a:gd name="connsiteX2" fmla="*/ 4118520 w 8168953"/>
                  <a:gd name="connsiteY2" fmla="*/ 3099826 h 3100429"/>
                  <a:gd name="connsiteX3" fmla="*/ 0 w 8168953"/>
                  <a:gd name="connsiteY3" fmla="*/ 1527651 h 3100429"/>
                  <a:gd name="connsiteX4" fmla="*/ 2721 w 8168953"/>
                  <a:gd name="connsiteY4" fmla="*/ 0 h 3100429"/>
                  <a:gd name="connsiteX5" fmla="*/ 4074472 w 8168953"/>
                  <a:gd name="connsiteY5" fmla="*/ 1465296 h 3100429"/>
                  <a:gd name="connsiteX6" fmla="*/ 8168119 w 8168953"/>
                  <a:gd name="connsiteY6" fmla="*/ 7337 h 3100429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72202 w 8166683"/>
                  <a:gd name="connsiteY5" fmla="*/ 1465296 h 3099826"/>
                  <a:gd name="connsiteX6" fmla="*/ 8165849 w 8166683"/>
                  <a:gd name="connsiteY6" fmla="*/ 7337 h 3099826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72202 w 8166683"/>
                  <a:gd name="connsiteY5" fmla="*/ 1465296 h 3099826"/>
                  <a:gd name="connsiteX6" fmla="*/ 8165849 w 8166683"/>
                  <a:gd name="connsiteY6" fmla="*/ 7337 h 3099826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61168 w 8166683"/>
                  <a:gd name="connsiteY5" fmla="*/ 1438511 h 3099826"/>
                  <a:gd name="connsiteX6" fmla="*/ 8165849 w 8166683"/>
                  <a:gd name="connsiteY6" fmla="*/ 7337 h 3099826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61168 w 8166683"/>
                  <a:gd name="connsiteY5" fmla="*/ 1438511 h 3099826"/>
                  <a:gd name="connsiteX6" fmla="*/ 8165849 w 8166683"/>
                  <a:gd name="connsiteY6" fmla="*/ 7337 h 309982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8166683" h="3099826">
                    <a:moveTo>
                      <a:pt x="8165849" y="7337"/>
                    </a:moveTo>
                    <a:lnTo>
                      <a:pt x="8166683" y="1636654"/>
                    </a:lnTo>
                    <a:cubicBezTo>
                      <a:pt x="7917761" y="2728489"/>
                      <a:pt x="5475903" y="3100137"/>
                      <a:pt x="4116250" y="3099826"/>
                    </a:cubicBezTo>
                    <a:cubicBezTo>
                      <a:pt x="2756597" y="3099515"/>
                      <a:pt x="245424" y="2744647"/>
                      <a:pt x="8764" y="1634789"/>
                    </a:cubicBezTo>
                    <a:cubicBezTo>
                      <a:pt x="11928" y="1215900"/>
                      <a:pt x="-2713" y="418889"/>
                      <a:pt x="451" y="0"/>
                    </a:cubicBezTo>
                    <a:cubicBezTo>
                      <a:pt x="385485" y="953840"/>
                      <a:pt x="2700268" y="1437288"/>
                      <a:pt x="4061168" y="1438511"/>
                    </a:cubicBezTo>
                    <a:cubicBezTo>
                      <a:pt x="5422068" y="1439734"/>
                      <a:pt x="7793228" y="1089449"/>
                      <a:pt x="8165849" y="7337"/>
                    </a:cubicBezTo>
                    <a:close/>
                  </a:path>
                </a:pathLst>
              </a:custGeom>
              <a:gradFill>
                <a:gsLst>
                  <a:gs pos="0">
                    <a:srgbClr val="B8C2C9"/>
                  </a:gs>
                  <a:gs pos="21000">
                    <a:schemeClr val="bg1"/>
                  </a:gs>
                  <a:gs pos="60000">
                    <a:srgbClr val="D6DCE0"/>
                  </a:gs>
                  <a:gs pos="100000">
                    <a:srgbClr val="B8C2C9"/>
                  </a:gs>
                </a:gsLst>
                <a:lin ang="0" scaled="0"/>
              </a:gradFill>
              <a:ln w="63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                   </a:t>
                </a:r>
              </a:p>
            </p:txBody>
          </p:sp>
          <p:sp>
            <p:nvSpPr>
              <p:cNvPr id="391" name="Oval 390">
                <a:extLst>
                  <a:ext uri="{FF2B5EF4-FFF2-40B4-BE49-F238E27FC236}">
                    <a16:creationId xmlns:a16="http://schemas.microsoft.com/office/drawing/2014/main" id="{2CA4169C-067D-4A49-A081-369DAD0C224E}"/>
                  </a:ext>
                </a:extLst>
              </p:cNvPr>
              <p:cNvSpPr/>
              <p:nvPr/>
            </p:nvSpPr>
            <p:spPr>
              <a:xfrm>
                <a:off x="7494729" y="2774731"/>
                <a:ext cx="1480163" cy="579140"/>
              </a:xfrm>
              <a:prstGeom prst="ellipse">
                <a:avLst/>
              </a:prstGeom>
              <a:solidFill>
                <a:srgbClr val="B8C2C9"/>
              </a:solidFill>
              <a:ln w="63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              </a:t>
                </a:r>
              </a:p>
            </p:txBody>
          </p:sp>
          <p:grpSp>
            <p:nvGrpSpPr>
              <p:cNvPr id="392" name="Group 391">
                <a:extLst>
                  <a:ext uri="{FF2B5EF4-FFF2-40B4-BE49-F238E27FC236}">
                    <a16:creationId xmlns:a16="http://schemas.microsoft.com/office/drawing/2014/main" id="{50519048-C46F-D546-9050-61CEAF77017E}"/>
                  </a:ext>
                </a:extLst>
              </p:cNvPr>
              <p:cNvGrpSpPr/>
              <p:nvPr/>
            </p:nvGrpSpPr>
            <p:grpSpPr>
              <a:xfrm>
                <a:off x="7713663" y="2848339"/>
                <a:ext cx="1042107" cy="425543"/>
                <a:chOff x="7786941" y="2884917"/>
                <a:chExt cx="897649" cy="353919"/>
              </a:xfrm>
            </p:grpSpPr>
            <p:sp>
              <p:nvSpPr>
                <p:cNvPr id="393" name="Freeform 392">
                  <a:extLst>
                    <a:ext uri="{FF2B5EF4-FFF2-40B4-BE49-F238E27FC236}">
                      <a16:creationId xmlns:a16="http://schemas.microsoft.com/office/drawing/2014/main" id="{49DCBD6C-E987-154F-AD91-DB2A356012F2}"/>
                    </a:ext>
                  </a:extLst>
                </p:cNvPr>
                <p:cNvSpPr/>
                <p:nvPr/>
              </p:nvSpPr>
              <p:spPr>
                <a:xfrm>
                  <a:off x="7811770" y="2884917"/>
                  <a:ext cx="849158" cy="198115"/>
                </a:xfrm>
                <a:custGeom>
                  <a:avLst/>
                  <a:gdLst>
                    <a:gd name="connsiteX0" fmla="*/ 3725333 w 4588933"/>
                    <a:gd name="connsiteY0" fmla="*/ 0 h 1049866"/>
                    <a:gd name="connsiteX1" fmla="*/ 4588933 w 4588933"/>
                    <a:gd name="connsiteY1" fmla="*/ 270933 h 1049866"/>
                    <a:gd name="connsiteX2" fmla="*/ 3962400 w 4588933"/>
                    <a:gd name="connsiteY2" fmla="*/ 541866 h 1049866"/>
                    <a:gd name="connsiteX3" fmla="*/ 3742267 w 4588933"/>
                    <a:gd name="connsiteY3" fmla="*/ 457200 h 1049866"/>
                    <a:gd name="connsiteX4" fmla="*/ 2269067 w 4588933"/>
                    <a:gd name="connsiteY4" fmla="*/ 1049866 h 1049866"/>
                    <a:gd name="connsiteX5" fmla="*/ 880533 w 4588933"/>
                    <a:gd name="connsiteY5" fmla="*/ 457200 h 1049866"/>
                    <a:gd name="connsiteX6" fmla="*/ 592667 w 4588933"/>
                    <a:gd name="connsiteY6" fmla="*/ 541866 h 1049866"/>
                    <a:gd name="connsiteX7" fmla="*/ 0 w 4588933"/>
                    <a:gd name="connsiteY7" fmla="*/ 254000 h 1049866"/>
                    <a:gd name="connsiteX8" fmla="*/ 880533 w 4588933"/>
                    <a:gd name="connsiteY8" fmla="*/ 16933 h 1049866"/>
                    <a:gd name="connsiteX9" fmla="*/ 2302933 w 4588933"/>
                    <a:gd name="connsiteY9" fmla="*/ 626533 h 1049866"/>
                    <a:gd name="connsiteX10" fmla="*/ 3725333 w 4588933"/>
                    <a:gd name="connsiteY10" fmla="*/ 0 h 1049866"/>
                    <a:gd name="connsiteX0" fmla="*/ 3725333 w 4641485"/>
                    <a:gd name="connsiteY0" fmla="*/ 0 h 1049866"/>
                    <a:gd name="connsiteX1" fmla="*/ 4641485 w 4641485"/>
                    <a:gd name="connsiteY1" fmla="*/ 239402 h 1049866"/>
                    <a:gd name="connsiteX2" fmla="*/ 3962400 w 4641485"/>
                    <a:gd name="connsiteY2" fmla="*/ 541866 h 1049866"/>
                    <a:gd name="connsiteX3" fmla="*/ 3742267 w 4641485"/>
                    <a:gd name="connsiteY3" fmla="*/ 457200 h 1049866"/>
                    <a:gd name="connsiteX4" fmla="*/ 2269067 w 4641485"/>
                    <a:gd name="connsiteY4" fmla="*/ 1049866 h 1049866"/>
                    <a:gd name="connsiteX5" fmla="*/ 880533 w 4641485"/>
                    <a:gd name="connsiteY5" fmla="*/ 457200 h 1049866"/>
                    <a:gd name="connsiteX6" fmla="*/ 592667 w 4641485"/>
                    <a:gd name="connsiteY6" fmla="*/ 541866 h 1049866"/>
                    <a:gd name="connsiteX7" fmla="*/ 0 w 4641485"/>
                    <a:gd name="connsiteY7" fmla="*/ 254000 h 1049866"/>
                    <a:gd name="connsiteX8" fmla="*/ 880533 w 4641485"/>
                    <a:gd name="connsiteY8" fmla="*/ 16933 h 1049866"/>
                    <a:gd name="connsiteX9" fmla="*/ 2302933 w 4641485"/>
                    <a:gd name="connsiteY9" fmla="*/ 626533 h 1049866"/>
                    <a:gd name="connsiteX10" fmla="*/ 3725333 w 4641485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73798 w 4673016"/>
                    <a:gd name="connsiteY3" fmla="*/ 457200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34464 w 4673016"/>
                    <a:gd name="connsiteY9" fmla="*/ 62653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84308 w 4673016"/>
                    <a:gd name="connsiteY3" fmla="*/ 404648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34464 w 4673016"/>
                    <a:gd name="connsiteY9" fmla="*/ 62653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94818 w 4673016"/>
                    <a:gd name="connsiteY3" fmla="*/ 436179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34464 w 4673016"/>
                    <a:gd name="connsiteY9" fmla="*/ 62653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94818 w 4673016"/>
                    <a:gd name="connsiteY3" fmla="*/ 436179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23954 w 4673016"/>
                    <a:gd name="connsiteY9" fmla="*/ 61602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94818 w 4673016"/>
                    <a:gd name="connsiteY3" fmla="*/ 436179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75021 h 1049866"/>
                    <a:gd name="connsiteX8" fmla="*/ 912064 w 4673016"/>
                    <a:gd name="connsiteY8" fmla="*/ 16933 h 1049866"/>
                    <a:gd name="connsiteX9" fmla="*/ 2323954 w 4673016"/>
                    <a:gd name="connsiteY9" fmla="*/ 61602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815839 w 4673016"/>
                    <a:gd name="connsiteY3" fmla="*/ 467710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75021 h 1049866"/>
                    <a:gd name="connsiteX8" fmla="*/ 912064 w 4673016"/>
                    <a:gd name="connsiteY8" fmla="*/ 16933 h 1049866"/>
                    <a:gd name="connsiteX9" fmla="*/ 2323954 w 4673016"/>
                    <a:gd name="connsiteY9" fmla="*/ 616023 h 1049866"/>
                    <a:gd name="connsiteX10" fmla="*/ 3756864 w 4673016"/>
                    <a:gd name="connsiteY10" fmla="*/ 0 h 104986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</a:cxnLst>
                  <a:rect l="l" t="t" r="r" b="b"/>
                  <a:pathLst>
                    <a:path w="4673016" h="1049866">
                      <a:moveTo>
                        <a:pt x="3756864" y="0"/>
                      </a:moveTo>
                      <a:lnTo>
                        <a:pt x="4673016" y="239402"/>
                      </a:lnTo>
                      <a:lnTo>
                        <a:pt x="3993931" y="541866"/>
                      </a:lnTo>
                      <a:lnTo>
                        <a:pt x="3815839" y="467710"/>
                      </a:lnTo>
                      <a:lnTo>
                        <a:pt x="2300598" y="1049866"/>
                      </a:lnTo>
                      <a:lnTo>
                        <a:pt x="912064" y="457200"/>
                      </a:lnTo>
                      <a:lnTo>
                        <a:pt x="624198" y="541866"/>
                      </a:lnTo>
                      <a:lnTo>
                        <a:pt x="0" y="275021"/>
                      </a:lnTo>
                      <a:lnTo>
                        <a:pt x="912064" y="16933"/>
                      </a:lnTo>
                      <a:lnTo>
                        <a:pt x="2323954" y="616023"/>
                      </a:lnTo>
                      <a:lnTo>
                        <a:pt x="3756864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394" name="Freeform 393">
                  <a:extLst>
                    <a:ext uri="{FF2B5EF4-FFF2-40B4-BE49-F238E27FC236}">
                      <a16:creationId xmlns:a16="http://schemas.microsoft.com/office/drawing/2014/main" id="{14404909-E9A6-8C4B-9B51-D2EE4A4B84F3}"/>
                    </a:ext>
                  </a:extLst>
                </p:cNvPr>
                <p:cNvSpPr/>
                <p:nvPr/>
              </p:nvSpPr>
              <p:spPr>
                <a:xfrm>
                  <a:off x="8367548" y="3054383"/>
                  <a:ext cx="317042" cy="170569"/>
                </a:xfrm>
                <a:custGeom>
                  <a:avLst/>
                  <a:gdLst>
                    <a:gd name="connsiteX0" fmla="*/ 21021 w 1744718"/>
                    <a:gd name="connsiteY0" fmla="*/ 0 h 903890"/>
                    <a:gd name="connsiteX1" fmla="*/ 1744718 w 1744718"/>
                    <a:gd name="connsiteY1" fmla="*/ 693683 h 903890"/>
                    <a:gd name="connsiteX2" fmla="*/ 1145628 w 1744718"/>
                    <a:gd name="connsiteY2" fmla="*/ 903890 h 903890"/>
                    <a:gd name="connsiteX3" fmla="*/ 0 w 1744718"/>
                    <a:gd name="connsiteY3" fmla="*/ 451945 h 903890"/>
                    <a:gd name="connsiteX4" fmla="*/ 21021 w 1744718"/>
                    <a:gd name="connsiteY4" fmla="*/ 0 h 90389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744718" h="903890">
                      <a:moveTo>
                        <a:pt x="21021" y="0"/>
                      </a:moveTo>
                      <a:lnTo>
                        <a:pt x="1744718" y="693683"/>
                      </a:lnTo>
                      <a:lnTo>
                        <a:pt x="1145628" y="903890"/>
                      </a:lnTo>
                      <a:lnTo>
                        <a:pt x="0" y="451945"/>
                      </a:lnTo>
                      <a:lnTo>
                        <a:pt x="21021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395" name="Freeform 394">
                  <a:extLst>
                    <a:ext uri="{FF2B5EF4-FFF2-40B4-BE49-F238E27FC236}">
                      <a16:creationId xmlns:a16="http://schemas.microsoft.com/office/drawing/2014/main" id="{292519AF-5EB3-DF4F-982E-EC0AA7D01C2A}"/>
                    </a:ext>
                  </a:extLst>
                </p:cNvPr>
                <p:cNvSpPr/>
                <p:nvPr/>
              </p:nvSpPr>
              <p:spPr>
                <a:xfrm>
                  <a:off x="7786941" y="3054383"/>
                  <a:ext cx="311312" cy="168585"/>
                </a:xfrm>
                <a:custGeom>
                  <a:avLst/>
                  <a:gdLst>
                    <a:gd name="connsiteX0" fmla="*/ 1702676 w 1713187"/>
                    <a:gd name="connsiteY0" fmla="*/ 0 h 893380"/>
                    <a:gd name="connsiteX1" fmla="*/ 1713187 w 1713187"/>
                    <a:gd name="connsiteY1" fmla="*/ 472966 h 893380"/>
                    <a:gd name="connsiteX2" fmla="*/ 578069 w 1713187"/>
                    <a:gd name="connsiteY2" fmla="*/ 893380 h 893380"/>
                    <a:gd name="connsiteX3" fmla="*/ 0 w 1713187"/>
                    <a:gd name="connsiteY3" fmla="*/ 693683 h 893380"/>
                    <a:gd name="connsiteX4" fmla="*/ 1702676 w 1713187"/>
                    <a:gd name="connsiteY4" fmla="*/ 0 h 89338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713187" h="893380">
                      <a:moveTo>
                        <a:pt x="1702676" y="0"/>
                      </a:moveTo>
                      <a:lnTo>
                        <a:pt x="1713187" y="472966"/>
                      </a:lnTo>
                      <a:lnTo>
                        <a:pt x="578069" y="893380"/>
                      </a:lnTo>
                      <a:lnTo>
                        <a:pt x="0" y="693683"/>
                      </a:lnTo>
                      <a:lnTo>
                        <a:pt x="1702676" y="0"/>
                      </a:lnTo>
                      <a:close/>
                    </a:path>
                  </a:pathLst>
                </a:custGeom>
                <a:solidFill>
                  <a:srgbClr val="0000A8"/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396" name="Freeform 395">
                  <a:extLst>
                    <a:ext uri="{FF2B5EF4-FFF2-40B4-BE49-F238E27FC236}">
                      <a16:creationId xmlns:a16="http://schemas.microsoft.com/office/drawing/2014/main" id="{EB30AB85-DF1C-CD4E-AD52-9098D09C7CEF}"/>
                    </a:ext>
                  </a:extLst>
                </p:cNvPr>
                <p:cNvSpPr/>
                <p:nvPr/>
              </p:nvSpPr>
              <p:spPr>
                <a:xfrm>
                  <a:off x="7895013" y="2971083"/>
                  <a:ext cx="676892" cy="267753"/>
                </a:xfrm>
                <a:custGeom>
                  <a:avLst/>
                  <a:gdLst>
                    <a:gd name="connsiteX0" fmla="*/ 599089 w 4162096"/>
                    <a:gd name="connsiteY0" fmla="*/ 273269 h 1618593"/>
                    <a:gd name="connsiteX1" fmla="*/ 882869 w 4162096"/>
                    <a:gd name="connsiteY1" fmla="*/ 199697 h 1618593"/>
                    <a:gd name="connsiteX2" fmla="*/ 2312276 w 4162096"/>
                    <a:gd name="connsiteY2" fmla="*/ 798786 h 1618593"/>
                    <a:gd name="connsiteX3" fmla="*/ 3794234 w 4162096"/>
                    <a:gd name="connsiteY3" fmla="*/ 199697 h 1618593"/>
                    <a:gd name="connsiteX4" fmla="*/ 4014951 w 4162096"/>
                    <a:gd name="connsiteY4" fmla="*/ 273269 h 1618593"/>
                    <a:gd name="connsiteX5" fmla="*/ 3058510 w 4162096"/>
                    <a:gd name="connsiteY5" fmla="*/ 641131 h 1618593"/>
                    <a:gd name="connsiteX6" fmla="*/ 3026979 w 4162096"/>
                    <a:gd name="connsiteY6" fmla="*/ 1114097 h 1618593"/>
                    <a:gd name="connsiteX7" fmla="*/ 4162096 w 4162096"/>
                    <a:gd name="connsiteY7" fmla="*/ 1545021 h 1618593"/>
                    <a:gd name="connsiteX8" fmla="*/ 3878317 w 4162096"/>
                    <a:gd name="connsiteY8" fmla="*/ 1608083 h 1618593"/>
                    <a:gd name="connsiteX9" fmla="*/ 2301765 w 4162096"/>
                    <a:gd name="connsiteY9" fmla="*/ 945931 h 1618593"/>
                    <a:gd name="connsiteX10" fmla="*/ 693682 w 4162096"/>
                    <a:gd name="connsiteY10" fmla="*/ 1618593 h 1618593"/>
                    <a:gd name="connsiteX11" fmla="*/ 430924 w 4162096"/>
                    <a:gd name="connsiteY11" fmla="*/ 1524000 h 1618593"/>
                    <a:gd name="connsiteX12" fmla="*/ 1576551 w 4162096"/>
                    <a:gd name="connsiteY12" fmla="*/ 1082566 h 1618593"/>
                    <a:gd name="connsiteX13" fmla="*/ 1545020 w 4162096"/>
                    <a:gd name="connsiteY13" fmla="*/ 609600 h 1618593"/>
                    <a:gd name="connsiteX14" fmla="*/ 0 w 4162096"/>
                    <a:gd name="connsiteY14" fmla="*/ 0 h 1618593"/>
                    <a:gd name="connsiteX15" fmla="*/ 872358 w 4162096"/>
                    <a:gd name="connsiteY15" fmla="*/ 210207 h 1618593"/>
                    <a:gd name="connsiteX16" fmla="*/ 872358 w 4162096"/>
                    <a:gd name="connsiteY16" fmla="*/ 210207 h 1618593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441434 w 3731172"/>
                    <a:gd name="connsiteY14" fmla="*/ 10510 h 1418896"/>
                    <a:gd name="connsiteX15" fmla="*/ 441434 w 3731172"/>
                    <a:gd name="connsiteY15" fmla="*/ 10510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441434 w 3731172"/>
                    <a:gd name="connsiteY14" fmla="*/ 10510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357351 w 3731172"/>
                    <a:gd name="connsiteY14" fmla="*/ 115613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147144 w 3731172"/>
                    <a:gd name="connsiteY14" fmla="*/ 63061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20413 h 1418896"/>
                    <a:gd name="connsiteX14" fmla="*/ 147144 w 3731172"/>
                    <a:gd name="connsiteY14" fmla="*/ 63061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20413 h 1418896"/>
                    <a:gd name="connsiteX14" fmla="*/ 189185 w 3731172"/>
                    <a:gd name="connsiteY14" fmla="*/ 84081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20413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56137 w 3731172"/>
                    <a:gd name="connsiteY13" fmla="*/ 441434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45626 w 3731172"/>
                    <a:gd name="connsiteY13" fmla="*/ 451945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903890 h 1418896"/>
                    <a:gd name="connsiteX13" fmla="*/ 1145626 w 3731172"/>
                    <a:gd name="connsiteY13" fmla="*/ 451945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06565 w 3710151"/>
                    <a:gd name="connsiteY5" fmla="*/ 441434 h 1418896"/>
                    <a:gd name="connsiteX6" fmla="*/ 2575034 w 3710151"/>
                    <a:gd name="connsiteY6" fmla="*/ 914400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06565 w 3710151"/>
                    <a:gd name="connsiteY5" fmla="*/ 441434 h 1418896"/>
                    <a:gd name="connsiteX6" fmla="*/ 2606565 w 3710151"/>
                    <a:gd name="connsiteY6" fmla="*/ 924910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06565 w 3710151"/>
                    <a:gd name="connsiteY5" fmla="*/ 441434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5151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38028 w 3710151"/>
                    <a:gd name="connsiteY2" fmla="*/ 591655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38028 w 3710151"/>
                    <a:gd name="connsiteY2" fmla="*/ 591655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087434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38028 w 3710151"/>
                    <a:gd name="connsiteY2" fmla="*/ 591655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098586 w 3710151"/>
                    <a:gd name="connsiteY12" fmla="*/ 903890 h 1418896"/>
                    <a:gd name="connsiteX13" fmla="*/ 1087434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62012 w 3725019"/>
                    <a:gd name="connsiteY0" fmla="*/ 73572 h 1418896"/>
                    <a:gd name="connsiteX1" fmla="*/ 445792 w 3725019"/>
                    <a:gd name="connsiteY1" fmla="*/ 0 h 1418896"/>
                    <a:gd name="connsiteX2" fmla="*/ 1852896 w 3725019"/>
                    <a:gd name="connsiteY2" fmla="*/ 591655 h 1418896"/>
                    <a:gd name="connsiteX3" fmla="*/ 3357157 w 3725019"/>
                    <a:gd name="connsiteY3" fmla="*/ 0 h 1418896"/>
                    <a:gd name="connsiteX4" fmla="*/ 3577874 w 3725019"/>
                    <a:gd name="connsiteY4" fmla="*/ 73572 h 1418896"/>
                    <a:gd name="connsiteX5" fmla="*/ 2632585 w 3725019"/>
                    <a:gd name="connsiteY5" fmla="*/ 448868 h 1418896"/>
                    <a:gd name="connsiteX6" fmla="*/ 2625150 w 3725019"/>
                    <a:gd name="connsiteY6" fmla="*/ 902607 h 1418896"/>
                    <a:gd name="connsiteX7" fmla="*/ 3725019 w 3725019"/>
                    <a:gd name="connsiteY7" fmla="*/ 1345324 h 1418896"/>
                    <a:gd name="connsiteX8" fmla="*/ 3441240 w 3725019"/>
                    <a:gd name="connsiteY8" fmla="*/ 1408386 h 1418896"/>
                    <a:gd name="connsiteX9" fmla="*/ 1864688 w 3725019"/>
                    <a:gd name="connsiteY9" fmla="*/ 746234 h 1418896"/>
                    <a:gd name="connsiteX10" fmla="*/ 256605 w 3725019"/>
                    <a:gd name="connsiteY10" fmla="*/ 1418896 h 1418896"/>
                    <a:gd name="connsiteX11" fmla="*/ 0 w 3725019"/>
                    <a:gd name="connsiteY11" fmla="*/ 1331097 h 1418896"/>
                    <a:gd name="connsiteX12" fmla="*/ 1113454 w 3725019"/>
                    <a:gd name="connsiteY12" fmla="*/ 903890 h 1418896"/>
                    <a:gd name="connsiteX13" fmla="*/ 1102302 w 3725019"/>
                    <a:gd name="connsiteY13" fmla="*/ 451945 h 1418896"/>
                    <a:gd name="connsiteX14" fmla="*/ 183032 w 3725019"/>
                    <a:gd name="connsiteY14" fmla="*/ 84081 h 1418896"/>
                    <a:gd name="connsiteX15" fmla="*/ 162012 w 3725019"/>
                    <a:gd name="connsiteY15" fmla="*/ 73572 h 141889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</a:cxnLst>
                  <a:rect l="l" t="t" r="r" b="b"/>
                  <a:pathLst>
                    <a:path w="3725019" h="1418896">
                      <a:moveTo>
                        <a:pt x="162012" y="73572"/>
                      </a:moveTo>
                      <a:lnTo>
                        <a:pt x="445792" y="0"/>
                      </a:lnTo>
                      <a:lnTo>
                        <a:pt x="1852896" y="591655"/>
                      </a:lnTo>
                      <a:lnTo>
                        <a:pt x="3357157" y="0"/>
                      </a:lnTo>
                      <a:lnTo>
                        <a:pt x="3577874" y="73572"/>
                      </a:lnTo>
                      <a:lnTo>
                        <a:pt x="2632585" y="448868"/>
                      </a:lnTo>
                      <a:lnTo>
                        <a:pt x="2625150" y="902607"/>
                      </a:lnTo>
                      <a:lnTo>
                        <a:pt x="3725019" y="1345324"/>
                      </a:lnTo>
                      <a:lnTo>
                        <a:pt x="3441240" y="1408386"/>
                      </a:lnTo>
                      <a:lnTo>
                        <a:pt x="1864688" y="746234"/>
                      </a:lnTo>
                      <a:lnTo>
                        <a:pt x="256605" y="1418896"/>
                      </a:lnTo>
                      <a:lnTo>
                        <a:pt x="0" y="1331097"/>
                      </a:lnTo>
                      <a:lnTo>
                        <a:pt x="1113454" y="903890"/>
                      </a:lnTo>
                      <a:cubicBezTo>
                        <a:pt x="1113454" y="760249"/>
                        <a:pt x="1102302" y="595586"/>
                        <a:pt x="1102302" y="451945"/>
                      </a:cubicBezTo>
                      <a:lnTo>
                        <a:pt x="183032" y="84081"/>
                      </a:lnTo>
                      <a:cubicBezTo>
                        <a:pt x="26317" y="21019"/>
                        <a:pt x="169019" y="77075"/>
                        <a:pt x="162012" y="73572"/>
                      </a:cubicBezTo>
                      <a:close/>
                    </a:path>
                  </a:pathLst>
                </a:custGeom>
                <a:solidFill>
                  <a:schemeClr val="accent1">
                    <a:lumMod val="60000"/>
                    <a:lumOff val="40000"/>
                  </a:schemeClr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p:grpSp>
        </p:grpSp>
        <p:grpSp>
          <p:nvGrpSpPr>
            <p:cNvPr id="237" name="Group 236">
              <a:extLst>
                <a:ext uri="{FF2B5EF4-FFF2-40B4-BE49-F238E27FC236}">
                  <a16:creationId xmlns:a16="http://schemas.microsoft.com/office/drawing/2014/main" id="{98728E54-1D17-4D45-A363-F346E81E05F7}"/>
                </a:ext>
              </a:extLst>
            </p:cNvPr>
            <p:cNvGrpSpPr/>
            <p:nvPr/>
          </p:nvGrpSpPr>
          <p:grpSpPr>
            <a:xfrm>
              <a:off x="5122533" y="4861037"/>
              <a:ext cx="496248" cy="260542"/>
              <a:chOff x="7493876" y="2774731"/>
              <a:chExt cx="1481958" cy="894622"/>
            </a:xfrm>
          </p:grpSpPr>
          <p:sp>
            <p:nvSpPr>
              <p:cNvPr id="383" name="Freeform 382">
                <a:extLst>
                  <a:ext uri="{FF2B5EF4-FFF2-40B4-BE49-F238E27FC236}">
                    <a16:creationId xmlns:a16="http://schemas.microsoft.com/office/drawing/2014/main" id="{CE4775B1-C508-CF42-AEA5-07A2A815F684}"/>
                  </a:ext>
                </a:extLst>
              </p:cNvPr>
              <p:cNvSpPr/>
              <p:nvPr/>
            </p:nvSpPr>
            <p:spPr>
              <a:xfrm>
                <a:off x="7493876" y="3084399"/>
                <a:ext cx="1481958" cy="584954"/>
              </a:xfrm>
              <a:custGeom>
                <a:avLst/>
                <a:gdLst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88524 w 8187558"/>
                  <a:gd name="connsiteY5" fmla="*/ 1597573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88524 w 8187558"/>
                  <a:gd name="connsiteY5" fmla="*/ 1597573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76538 w 8176538"/>
                  <a:gd name="connsiteY0" fmla="*/ 0 h 2638097"/>
                  <a:gd name="connsiteX1" fmla="*/ 8176538 w 8176538"/>
                  <a:gd name="connsiteY1" fmla="*/ 1271752 h 2638097"/>
                  <a:gd name="connsiteX2" fmla="*/ 4088015 w 8176538"/>
                  <a:gd name="connsiteY2" fmla="*/ 2638097 h 2638097"/>
                  <a:gd name="connsiteX3" fmla="*/ 0 w 8176538"/>
                  <a:gd name="connsiteY3" fmla="*/ 1269888 h 2638097"/>
                  <a:gd name="connsiteX4" fmla="*/ 20511 w 8176538"/>
                  <a:gd name="connsiteY4" fmla="*/ 147145 h 2638097"/>
                  <a:gd name="connsiteX5" fmla="*/ 4088015 w 8176538"/>
                  <a:gd name="connsiteY5" fmla="*/ 1566042 h 2638097"/>
                  <a:gd name="connsiteX6" fmla="*/ 8176538 w 8176538"/>
                  <a:gd name="connsiteY6" fmla="*/ 0 h 2638097"/>
                  <a:gd name="connsiteX0" fmla="*/ 8176538 w 8176538"/>
                  <a:gd name="connsiteY0" fmla="*/ 0 h 2772020"/>
                  <a:gd name="connsiteX1" fmla="*/ 8176538 w 8176538"/>
                  <a:gd name="connsiteY1" fmla="*/ 1271752 h 2772020"/>
                  <a:gd name="connsiteX2" fmla="*/ 4099034 w 8176538"/>
                  <a:gd name="connsiteY2" fmla="*/ 2772020 h 2772020"/>
                  <a:gd name="connsiteX3" fmla="*/ 0 w 8176538"/>
                  <a:gd name="connsiteY3" fmla="*/ 1269888 h 2772020"/>
                  <a:gd name="connsiteX4" fmla="*/ 20511 w 8176538"/>
                  <a:gd name="connsiteY4" fmla="*/ 147145 h 2772020"/>
                  <a:gd name="connsiteX5" fmla="*/ 4088015 w 8176538"/>
                  <a:gd name="connsiteY5" fmla="*/ 1566042 h 2772020"/>
                  <a:gd name="connsiteX6" fmla="*/ 8176538 w 8176538"/>
                  <a:gd name="connsiteY6" fmla="*/ 0 h 2772020"/>
                  <a:gd name="connsiteX0" fmla="*/ 8176538 w 8176538"/>
                  <a:gd name="connsiteY0" fmla="*/ 0 h 2772339"/>
                  <a:gd name="connsiteX1" fmla="*/ 8176538 w 8176538"/>
                  <a:gd name="connsiteY1" fmla="*/ 1378890 h 2772339"/>
                  <a:gd name="connsiteX2" fmla="*/ 4099034 w 8176538"/>
                  <a:gd name="connsiteY2" fmla="*/ 2772020 h 2772339"/>
                  <a:gd name="connsiteX3" fmla="*/ 0 w 8176538"/>
                  <a:gd name="connsiteY3" fmla="*/ 1269888 h 2772339"/>
                  <a:gd name="connsiteX4" fmla="*/ 20511 w 8176538"/>
                  <a:gd name="connsiteY4" fmla="*/ 147145 h 2772339"/>
                  <a:gd name="connsiteX5" fmla="*/ 4088015 w 8176538"/>
                  <a:gd name="connsiteY5" fmla="*/ 1566042 h 2772339"/>
                  <a:gd name="connsiteX6" fmla="*/ 8176538 w 8176538"/>
                  <a:gd name="connsiteY6" fmla="*/ 0 h 2772339"/>
                  <a:gd name="connsiteX0" fmla="*/ 8176538 w 8176538"/>
                  <a:gd name="connsiteY0" fmla="*/ 0 h 2825888"/>
                  <a:gd name="connsiteX1" fmla="*/ 8176538 w 8176538"/>
                  <a:gd name="connsiteY1" fmla="*/ 1378890 h 2825888"/>
                  <a:gd name="connsiteX2" fmla="*/ 4099034 w 8176538"/>
                  <a:gd name="connsiteY2" fmla="*/ 2825590 h 2825888"/>
                  <a:gd name="connsiteX3" fmla="*/ 0 w 8176538"/>
                  <a:gd name="connsiteY3" fmla="*/ 1269888 h 2825888"/>
                  <a:gd name="connsiteX4" fmla="*/ 20511 w 8176538"/>
                  <a:gd name="connsiteY4" fmla="*/ 147145 h 2825888"/>
                  <a:gd name="connsiteX5" fmla="*/ 4088015 w 8176538"/>
                  <a:gd name="connsiteY5" fmla="*/ 1566042 h 2825888"/>
                  <a:gd name="connsiteX6" fmla="*/ 8176538 w 8176538"/>
                  <a:gd name="connsiteY6" fmla="*/ 0 h 2825888"/>
                  <a:gd name="connsiteX0" fmla="*/ 8165518 w 8165518"/>
                  <a:gd name="connsiteY0" fmla="*/ 0 h 2825606"/>
                  <a:gd name="connsiteX1" fmla="*/ 8165518 w 8165518"/>
                  <a:gd name="connsiteY1" fmla="*/ 1378890 h 2825606"/>
                  <a:gd name="connsiteX2" fmla="*/ 4088014 w 8165518"/>
                  <a:gd name="connsiteY2" fmla="*/ 2825590 h 2825606"/>
                  <a:gd name="connsiteX3" fmla="*/ 0 w 8165518"/>
                  <a:gd name="connsiteY3" fmla="*/ 1403811 h 2825606"/>
                  <a:gd name="connsiteX4" fmla="*/ 9491 w 8165518"/>
                  <a:gd name="connsiteY4" fmla="*/ 147145 h 2825606"/>
                  <a:gd name="connsiteX5" fmla="*/ 4076995 w 8165518"/>
                  <a:gd name="connsiteY5" fmla="*/ 1566042 h 2825606"/>
                  <a:gd name="connsiteX6" fmla="*/ 8165518 w 8165518"/>
                  <a:gd name="connsiteY6" fmla="*/ 0 h 2825606"/>
                  <a:gd name="connsiteX0" fmla="*/ 8165518 w 8165518"/>
                  <a:gd name="connsiteY0" fmla="*/ 0 h 2879174"/>
                  <a:gd name="connsiteX1" fmla="*/ 8165518 w 8165518"/>
                  <a:gd name="connsiteY1" fmla="*/ 1378890 h 2879174"/>
                  <a:gd name="connsiteX2" fmla="*/ 4132092 w 8165518"/>
                  <a:gd name="connsiteY2" fmla="*/ 2879159 h 2879174"/>
                  <a:gd name="connsiteX3" fmla="*/ 0 w 8165518"/>
                  <a:gd name="connsiteY3" fmla="*/ 1403811 h 2879174"/>
                  <a:gd name="connsiteX4" fmla="*/ 9491 w 8165518"/>
                  <a:gd name="connsiteY4" fmla="*/ 147145 h 2879174"/>
                  <a:gd name="connsiteX5" fmla="*/ 4076995 w 8165518"/>
                  <a:gd name="connsiteY5" fmla="*/ 1566042 h 2879174"/>
                  <a:gd name="connsiteX6" fmla="*/ 8165518 w 8165518"/>
                  <a:gd name="connsiteY6" fmla="*/ 0 h 2879174"/>
                  <a:gd name="connsiteX0" fmla="*/ 8165518 w 8176537"/>
                  <a:gd name="connsiteY0" fmla="*/ 0 h 2879410"/>
                  <a:gd name="connsiteX1" fmla="*/ 8176537 w 8176537"/>
                  <a:gd name="connsiteY1" fmla="*/ 1499420 h 2879410"/>
                  <a:gd name="connsiteX2" fmla="*/ 4132092 w 8176537"/>
                  <a:gd name="connsiteY2" fmla="*/ 2879159 h 2879410"/>
                  <a:gd name="connsiteX3" fmla="*/ 0 w 8176537"/>
                  <a:gd name="connsiteY3" fmla="*/ 1403811 h 2879410"/>
                  <a:gd name="connsiteX4" fmla="*/ 9491 w 8176537"/>
                  <a:gd name="connsiteY4" fmla="*/ 147145 h 2879410"/>
                  <a:gd name="connsiteX5" fmla="*/ 4076995 w 8176537"/>
                  <a:gd name="connsiteY5" fmla="*/ 1566042 h 2879410"/>
                  <a:gd name="connsiteX6" fmla="*/ 8165518 w 8176537"/>
                  <a:gd name="connsiteY6" fmla="*/ 0 h 2879410"/>
                  <a:gd name="connsiteX0" fmla="*/ 8165518 w 8176537"/>
                  <a:gd name="connsiteY0" fmla="*/ 0 h 2879262"/>
                  <a:gd name="connsiteX1" fmla="*/ 8176537 w 8176537"/>
                  <a:gd name="connsiteY1" fmla="*/ 1499420 h 2879262"/>
                  <a:gd name="connsiteX2" fmla="*/ 4132092 w 8176537"/>
                  <a:gd name="connsiteY2" fmla="*/ 2879159 h 2879262"/>
                  <a:gd name="connsiteX3" fmla="*/ 0 w 8176537"/>
                  <a:gd name="connsiteY3" fmla="*/ 1403811 h 2879262"/>
                  <a:gd name="connsiteX4" fmla="*/ 9491 w 8176537"/>
                  <a:gd name="connsiteY4" fmla="*/ 147145 h 2879262"/>
                  <a:gd name="connsiteX5" fmla="*/ 4076995 w 8176537"/>
                  <a:gd name="connsiteY5" fmla="*/ 1566042 h 2879262"/>
                  <a:gd name="connsiteX6" fmla="*/ 8165518 w 8176537"/>
                  <a:gd name="connsiteY6" fmla="*/ 0 h 2879262"/>
                  <a:gd name="connsiteX0" fmla="*/ 8165518 w 8176537"/>
                  <a:gd name="connsiteY0" fmla="*/ 0 h 2879163"/>
                  <a:gd name="connsiteX1" fmla="*/ 8176537 w 8176537"/>
                  <a:gd name="connsiteY1" fmla="*/ 1499420 h 2879163"/>
                  <a:gd name="connsiteX2" fmla="*/ 4132092 w 8176537"/>
                  <a:gd name="connsiteY2" fmla="*/ 2879159 h 2879163"/>
                  <a:gd name="connsiteX3" fmla="*/ 0 w 8176537"/>
                  <a:gd name="connsiteY3" fmla="*/ 1510948 h 2879163"/>
                  <a:gd name="connsiteX4" fmla="*/ 9491 w 8176537"/>
                  <a:gd name="connsiteY4" fmla="*/ 147145 h 2879163"/>
                  <a:gd name="connsiteX5" fmla="*/ 4076995 w 8176537"/>
                  <a:gd name="connsiteY5" fmla="*/ 1566042 h 2879163"/>
                  <a:gd name="connsiteX6" fmla="*/ 8165518 w 8176537"/>
                  <a:gd name="connsiteY6" fmla="*/ 0 h 2879163"/>
                  <a:gd name="connsiteX0" fmla="*/ 8165518 w 8198577"/>
                  <a:gd name="connsiteY0" fmla="*/ 0 h 2879451"/>
                  <a:gd name="connsiteX1" fmla="*/ 8198577 w 8198577"/>
                  <a:gd name="connsiteY1" fmla="*/ 1606558 h 2879451"/>
                  <a:gd name="connsiteX2" fmla="*/ 4132092 w 8198577"/>
                  <a:gd name="connsiteY2" fmla="*/ 2879159 h 2879451"/>
                  <a:gd name="connsiteX3" fmla="*/ 0 w 8198577"/>
                  <a:gd name="connsiteY3" fmla="*/ 1510948 h 2879451"/>
                  <a:gd name="connsiteX4" fmla="*/ 9491 w 8198577"/>
                  <a:gd name="connsiteY4" fmla="*/ 147145 h 2879451"/>
                  <a:gd name="connsiteX5" fmla="*/ 4076995 w 8198577"/>
                  <a:gd name="connsiteY5" fmla="*/ 1566042 h 2879451"/>
                  <a:gd name="connsiteX6" fmla="*/ 8165518 w 8198577"/>
                  <a:gd name="connsiteY6" fmla="*/ 0 h 2879451"/>
                  <a:gd name="connsiteX0" fmla="*/ 8165518 w 8165518"/>
                  <a:gd name="connsiteY0" fmla="*/ 0 h 2880066"/>
                  <a:gd name="connsiteX1" fmla="*/ 8165518 w 8165518"/>
                  <a:gd name="connsiteY1" fmla="*/ 1673520 h 2880066"/>
                  <a:gd name="connsiteX2" fmla="*/ 4132092 w 8165518"/>
                  <a:gd name="connsiteY2" fmla="*/ 2879159 h 2880066"/>
                  <a:gd name="connsiteX3" fmla="*/ 0 w 8165518"/>
                  <a:gd name="connsiteY3" fmla="*/ 1510948 h 2880066"/>
                  <a:gd name="connsiteX4" fmla="*/ 9491 w 8165518"/>
                  <a:gd name="connsiteY4" fmla="*/ 147145 h 2880066"/>
                  <a:gd name="connsiteX5" fmla="*/ 4076995 w 8165518"/>
                  <a:gd name="connsiteY5" fmla="*/ 1566042 h 2880066"/>
                  <a:gd name="connsiteX6" fmla="*/ 8165518 w 8165518"/>
                  <a:gd name="connsiteY6" fmla="*/ 0 h 2880066"/>
                  <a:gd name="connsiteX0" fmla="*/ 8156794 w 8156794"/>
                  <a:gd name="connsiteY0" fmla="*/ 0 h 2879270"/>
                  <a:gd name="connsiteX1" fmla="*/ 8156794 w 8156794"/>
                  <a:gd name="connsiteY1" fmla="*/ 1673520 h 2879270"/>
                  <a:gd name="connsiteX2" fmla="*/ 4123368 w 8156794"/>
                  <a:gd name="connsiteY2" fmla="*/ 2879159 h 2879270"/>
                  <a:gd name="connsiteX3" fmla="*/ 2295 w 8156794"/>
                  <a:gd name="connsiteY3" fmla="*/ 1618086 h 2879270"/>
                  <a:gd name="connsiteX4" fmla="*/ 767 w 8156794"/>
                  <a:gd name="connsiteY4" fmla="*/ 147145 h 2879270"/>
                  <a:gd name="connsiteX5" fmla="*/ 4068271 w 8156794"/>
                  <a:gd name="connsiteY5" fmla="*/ 1566042 h 2879270"/>
                  <a:gd name="connsiteX6" fmla="*/ 8156794 w 8156794"/>
                  <a:gd name="connsiteY6" fmla="*/ 0 h 2879270"/>
                  <a:gd name="connsiteX0" fmla="*/ 8156794 w 8156794"/>
                  <a:gd name="connsiteY0" fmla="*/ 0 h 2973000"/>
                  <a:gd name="connsiteX1" fmla="*/ 8156794 w 8156794"/>
                  <a:gd name="connsiteY1" fmla="*/ 1673520 h 2973000"/>
                  <a:gd name="connsiteX2" fmla="*/ 4134388 w 8156794"/>
                  <a:gd name="connsiteY2" fmla="*/ 2972904 h 2973000"/>
                  <a:gd name="connsiteX3" fmla="*/ 2295 w 8156794"/>
                  <a:gd name="connsiteY3" fmla="*/ 1618086 h 2973000"/>
                  <a:gd name="connsiteX4" fmla="*/ 767 w 8156794"/>
                  <a:gd name="connsiteY4" fmla="*/ 147145 h 2973000"/>
                  <a:gd name="connsiteX5" fmla="*/ 4068271 w 8156794"/>
                  <a:gd name="connsiteY5" fmla="*/ 1566042 h 2973000"/>
                  <a:gd name="connsiteX6" fmla="*/ 8156794 w 8156794"/>
                  <a:gd name="connsiteY6" fmla="*/ 0 h 2973000"/>
                  <a:gd name="connsiteX0" fmla="*/ 8156794 w 8156794"/>
                  <a:gd name="connsiteY0" fmla="*/ 0 h 2973000"/>
                  <a:gd name="connsiteX1" fmla="*/ 8156794 w 8156794"/>
                  <a:gd name="connsiteY1" fmla="*/ 1673520 h 2973000"/>
                  <a:gd name="connsiteX2" fmla="*/ 4134388 w 8156794"/>
                  <a:gd name="connsiteY2" fmla="*/ 2972904 h 2973000"/>
                  <a:gd name="connsiteX3" fmla="*/ 2295 w 8156794"/>
                  <a:gd name="connsiteY3" fmla="*/ 1618086 h 2973000"/>
                  <a:gd name="connsiteX4" fmla="*/ 767 w 8156794"/>
                  <a:gd name="connsiteY4" fmla="*/ 147145 h 2973000"/>
                  <a:gd name="connsiteX5" fmla="*/ 4068271 w 8156794"/>
                  <a:gd name="connsiteY5" fmla="*/ 1566042 h 2973000"/>
                  <a:gd name="connsiteX6" fmla="*/ 8156794 w 8156794"/>
                  <a:gd name="connsiteY6" fmla="*/ 0 h 2973000"/>
                  <a:gd name="connsiteX0" fmla="*/ 8156794 w 8156794"/>
                  <a:gd name="connsiteY0" fmla="*/ 0 h 2973000"/>
                  <a:gd name="connsiteX1" fmla="*/ 8156794 w 8156794"/>
                  <a:gd name="connsiteY1" fmla="*/ 1673520 h 2973000"/>
                  <a:gd name="connsiteX2" fmla="*/ 4134388 w 8156794"/>
                  <a:gd name="connsiteY2" fmla="*/ 2972904 h 2973000"/>
                  <a:gd name="connsiteX3" fmla="*/ 2295 w 8156794"/>
                  <a:gd name="connsiteY3" fmla="*/ 1618086 h 2973000"/>
                  <a:gd name="connsiteX4" fmla="*/ 767 w 8156794"/>
                  <a:gd name="connsiteY4" fmla="*/ 147145 h 2973000"/>
                  <a:gd name="connsiteX5" fmla="*/ 4068271 w 8156794"/>
                  <a:gd name="connsiteY5" fmla="*/ 1566042 h 2973000"/>
                  <a:gd name="connsiteX6" fmla="*/ 8156794 w 8156794"/>
                  <a:gd name="connsiteY6" fmla="*/ 0 h 2973000"/>
                  <a:gd name="connsiteX0" fmla="*/ 8156794 w 8156794"/>
                  <a:gd name="connsiteY0" fmla="*/ 0 h 2973020"/>
                  <a:gd name="connsiteX1" fmla="*/ 8156794 w 8156794"/>
                  <a:gd name="connsiteY1" fmla="*/ 1673520 h 2973020"/>
                  <a:gd name="connsiteX2" fmla="*/ 4134388 w 8156794"/>
                  <a:gd name="connsiteY2" fmla="*/ 2972904 h 2973020"/>
                  <a:gd name="connsiteX3" fmla="*/ 2295 w 8156794"/>
                  <a:gd name="connsiteY3" fmla="*/ 1618086 h 2973020"/>
                  <a:gd name="connsiteX4" fmla="*/ 767 w 8156794"/>
                  <a:gd name="connsiteY4" fmla="*/ 147145 h 2973020"/>
                  <a:gd name="connsiteX5" fmla="*/ 4068271 w 8156794"/>
                  <a:gd name="connsiteY5" fmla="*/ 1566042 h 2973020"/>
                  <a:gd name="connsiteX6" fmla="*/ 8156794 w 8156794"/>
                  <a:gd name="connsiteY6" fmla="*/ 0 h 2973020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141"/>
                  <a:gd name="connsiteX1" fmla="*/ 8156794 w 8156794"/>
                  <a:gd name="connsiteY1" fmla="*/ 1673520 h 2973141"/>
                  <a:gd name="connsiteX2" fmla="*/ 4134388 w 8156794"/>
                  <a:gd name="connsiteY2" fmla="*/ 2972904 h 2973141"/>
                  <a:gd name="connsiteX3" fmla="*/ 2295 w 8156794"/>
                  <a:gd name="connsiteY3" fmla="*/ 1618086 h 2973141"/>
                  <a:gd name="connsiteX4" fmla="*/ 767 w 8156794"/>
                  <a:gd name="connsiteY4" fmla="*/ 147145 h 2973141"/>
                  <a:gd name="connsiteX5" fmla="*/ 4068271 w 8156794"/>
                  <a:gd name="connsiteY5" fmla="*/ 1566042 h 2973141"/>
                  <a:gd name="connsiteX6" fmla="*/ 8156794 w 8156794"/>
                  <a:gd name="connsiteY6" fmla="*/ 0 h 2973141"/>
                  <a:gd name="connsiteX0" fmla="*/ 8156794 w 8156794"/>
                  <a:gd name="connsiteY0" fmla="*/ 0 h 3066827"/>
                  <a:gd name="connsiteX1" fmla="*/ 8156794 w 8156794"/>
                  <a:gd name="connsiteY1" fmla="*/ 1673520 h 3066827"/>
                  <a:gd name="connsiteX2" fmla="*/ 4123353 w 8156794"/>
                  <a:gd name="connsiteY2" fmla="*/ 3066650 h 3066827"/>
                  <a:gd name="connsiteX3" fmla="*/ 2295 w 8156794"/>
                  <a:gd name="connsiteY3" fmla="*/ 1618086 h 3066827"/>
                  <a:gd name="connsiteX4" fmla="*/ 767 w 8156794"/>
                  <a:gd name="connsiteY4" fmla="*/ 147145 h 3066827"/>
                  <a:gd name="connsiteX5" fmla="*/ 4068271 w 8156794"/>
                  <a:gd name="connsiteY5" fmla="*/ 1566042 h 3066827"/>
                  <a:gd name="connsiteX6" fmla="*/ 8156794 w 8156794"/>
                  <a:gd name="connsiteY6" fmla="*/ 0 h 3066827"/>
                  <a:gd name="connsiteX0" fmla="*/ 8123689 w 8156794"/>
                  <a:gd name="connsiteY0" fmla="*/ 0 h 2999866"/>
                  <a:gd name="connsiteX1" fmla="*/ 8156794 w 8156794"/>
                  <a:gd name="connsiteY1" fmla="*/ 1606559 h 2999866"/>
                  <a:gd name="connsiteX2" fmla="*/ 4123353 w 8156794"/>
                  <a:gd name="connsiteY2" fmla="*/ 2999689 h 2999866"/>
                  <a:gd name="connsiteX3" fmla="*/ 2295 w 8156794"/>
                  <a:gd name="connsiteY3" fmla="*/ 1551125 h 2999866"/>
                  <a:gd name="connsiteX4" fmla="*/ 767 w 8156794"/>
                  <a:gd name="connsiteY4" fmla="*/ 80184 h 2999866"/>
                  <a:gd name="connsiteX5" fmla="*/ 4068271 w 8156794"/>
                  <a:gd name="connsiteY5" fmla="*/ 1499081 h 2999866"/>
                  <a:gd name="connsiteX6" fmla="*/ 8123689 w 8156794"/>
                  <a:gd name="connsiteY6" fmla="*/ 0 h 2999866"/>
                  <a:gd name="connsiteX0" fmla="*/ 8167828 w 8167828"/>
                  <a:gd name="connsiteY0" fmla="*/ 0 h 3026651"/>
                  <a:gd name="connsiteX1" fmla="*/ 8156794 w 8167828"/>
                  <a:gd name="connsiteY1" fmla="*/ 1633344 h 3026651"/>
                  <a:gd name="connsiteX2" fmla="*/ 4123353 w 8167828"/>
                  <a:gd name="connsiteY2" fmla="*/ 3026474 h 3026651"/>
                  <a:gd name="connsiteX3" fmla="*/ 2295 w 8167828"/>
                  <a:gd name="connsiteY3" fmla="*/ 1577910 h 3026651"/>
                  <a:gd name="connsiteX4" fmla="*/ 767 w 8167828"/>
                  <a:gd name="connsiteY4" fmla="*/ 106969 h 3026651"/>
                  <a:gd name="connsiteX5" fmla="*/ 4068271 w 8167828"/>
                  <a:gd name="connsiteY5" fmla="*/ 1525866 h 3026651"/>
                  <a:gd name="connsiteX6" fmla="*/ 8167828 w 8167828"/>
                  <a:gd name="connsiteY6" fmla="*/ 0 h 3026651"/>
                  <a:gd name="connsiteX0" fmla="*/ 8167828 w 8167828"/>
                  <a:gd name="connsiteY0" fmla="*/ 0 h 3027228"/>
                  <a:gd name="connsiteX1" fmla="*/ 8145760 w 8167828"/>
                  <a:gd name="connsiteY1" fmla="*/ 1686913 h 3027228"/>
                  <a:gd name="connsiteX2" fmla="*/ 4123353 w 8167828"/>
                  <a:gd name="connsiteY2" fmla="*/ 3026474 h 3027228"/>
                  <a:gd name="connsiteX3" fmla="*/ 2295 w 8167828"/>
                  <a:gd name="connsiteY3" fmla="*/ 1577910 h 3027228"/>
                  <a:gd name="connsiteX4" fmla="*/ 767 w 8167828"/>
                  <a:gd name="connsiteY4" fmla="*/ 106969 h 3027228"/>
                  <a:gd name="connsiteX5" fmla="*/ 4068271 w 8167828"/>
                  <a:gd name="connsiteY5" fmla="*/ 1525866 h 3027228"/>
                  <a:gd name="connsiteX6" fmla="*/ 8167828 w 8167828"/>
                  <a:gd name="connsiteY6" fmla="*/ 0 h 3027228"/>
                  <a:gd name="connsiteX0" fmla="*/ 8156794 w 8156794"/>
                  <a:gd name="connsiteY0" fmla="*/ 0 h 2933483"/>
                  <a:gd name="connsiteX1" fmla="*/ 8145760 w 8156794"/>
                  <a:gd name="connsiteY1" fmla="*/ 1593168 h 2933483"/>
                  <a:gd name="connsiteX2" fmla="*/ 4123353 w 8156794"/>
                  <a:gd name="connsiteY2" fmla="*/ 2932729 h 2933483"/>
                  <a:gd name="connsiteX3" fmla="*/ 2295 w 8156794"/>
                  <a:gd name="connsiteY3" fmla="*/ 1484165 h 2933483"/>
                  <a:gd name="connsiteX4" fmla="*/ 767 w 8156794"/>
                  <a:gd name="connsiteY4" fmla="*/ 13224 h 2933483"/>
                  <a:gd name="connsiteX5" fmla="*/ 4068271 w 8156794"/>
                  <a:gd name="connsiteY5" fmla="*/ 1432121 h 2933483"/>
                  <a:gd name="connsiteX6" fmla="*/ 8156794 w 8156794"/>
                  <a:gd name="connsiteY6" fmla="*/ 0 h 2933483"/>
                  <a:gd name="connsiteX0" fmla="*/ 8156794 w 8156794"/>
                  <a:gd name="connsiteY0" fmla="*/ 0 h 2933483"/>
                  <a:gd name="connsiteX1" fmla="*/ 8145760 w 8156794"/>
                  <a:gd name="connsiteY1" fmla="*/ 1593168 h 2933483"/>
                  <a:gd name="connsiteX2" fmla="*/ 4123353 w 8156794"/>
                  <a:gd name="connsiteY2" fmla="*/ 2932729 h 2933483"/>
                  <a:gd name="connsiteX3" fmla="*/ 2295 w 8156794"/>
                  <a:gd name="connsiteY3" fmla="*/ 1484165 h 2933483"/>
                  <a:gd name="connsiteX4" fmla="*/ 767 w 8156794"/>
                  <a:gd name="connsiteY4" fmla="*/ 13224 h 2933483"/>
                  <a:gd name="connsiteX5" fmla="*/ 4068271 w 8156794"/>
                  <a:gd name="connsiteY5" fmla="*/ 1432121 h 2933483"/>
                  <a:gd name="connsiteX6" fmla="*/ 8156794 w 8156794"/>
                  <a:gd name="connsiteY6" fmla="*/ 0 h 2933483"/>
                  <a:gd name="connsiteX0" fmla="*/ 8123689 w 8145760"/>
                  <a:gd name="connsiteY0" fmla="*/ 13560 h 2920259"/>
                  <a:gd name="connsiteX1" fmla="*/ 8145760 w 8145760"/>
                  <a:gd name="connsiteY1" fmla="*/ 1579944 h 2920259"/>
                  <a:gd name="connsiteX2" fmla="*/ 4123353 w 8145760"/>
                  <a:gd name="connsiteY2" fmla="*/ 2919505 h 2920259"/>
                  <a:gd name="connsiteX3" fmla="*/ 2295 w 8145760"/>
                  <a:gd name="connsiteY3" fmla="*/ 1470941 h 2920259"/>
                  <a:gd name="connsiteX4" fmla="*/ 767 w 8145760"/>
                  <a:gd name="connsiteY4" fmla="*/ 0 h 2920259"/>
                  <a:gd name="connsiteX5" fmla="*/ 4068271 w 8145760"/>
                  <a:gd name="connsiteY5" fmla="*/ 1418897 h 2920259"/>
                  <a:gd name="connsiteX6" fmla="*/ 8123689 w 8145760"/>
                  <a:gd name="connsiteY6" fmla="*/ 13560 h 2920259"/>
                  <a:gd name="connsiteX0" fmla="*/ 8178863 w 8178863"/>
                  <a:gd name="connsiteY0" fmla="*/ 26952 h 2920259"/>
                  <a:gd name="connsiteX1" fmla="*/ 8145760 w 8178863"/>
                  <a:gd name="connsiteY1" fmla="*/ 1579944 h 2920259"/>
                  <a:gd name="connsiteX2" fmla="*/ 4123353 w 8178863"/>
                  <a:gd name="connsiteY2" fmla="*/ 2919505 h 2920259"/>
                  <a:gd name="connsiteX3" fmla="*/ 2295 w 8178863"/>
                  <a:gd name="connsiteY3" fmla="*/ 1470941 h 2920259"/>
                  <a:gd name="connsiteX4" fmla="*/ 767 w 8178863"/>
                  <a:gd name="connsiteY4" fmla="*/ 0 h 2920259"/>
                  <a:gd name="connsiteX5" fmla="*/ 4068271 w 8178863"/>
                  <a:gd name="connsiteY5" fmla="*/ 1418897 h 2920259"/>
                  <a:gd name="connsiteX6" fmla="*/ 8178863 w 8178863"/>
                  <a:gd name="connsiteY6" fmla="*/ 26952 h 2920259"/>
                  <a:gd name="connsiteX0" fmla="*/ 8167827 w 8167827"/>
                  <a:gd name="connsiteY0" fmla="*/ 40343 h 2920259"/>
                  <a:gd name="connsiteX1" fmla="*/ 8145760 w 8167827"/>
                  <a:gd name="connsiteY1" fmla="*/ 1579944 h 2920259"/>
                  <a:gd name="connsiteX2" fmla="*/ 4123353 w 8167827"/>
                  <a:gd name="connsiteY2" fmla="*/ 2919505 h 2920259"/>
                  <a:gd name="connsiteX3" fmla="*/ 2295 w 8167827"/>
                  <a:gd name="connsiteY3" fmla="*/ 1470941 h 2920259"/>
                  <a:gd name="connsiteX4" fmla="*/ 767 w 8167827"/>
                  <a:gd name="connsiteY4" fmla="*/ 0 h 2920259"/>
                  <a:gd name="connsiteX5" fmla="*/ 4068271 w 8167827"/>
                  <a:gd name="connsiteY5" fmla="*/ 1418897 h 2920259"/>
                  <a:gd name="connsiteX6" fmla="*/ 8167827 w 8167827"/>
                  <a:gd name="connsiteY6" fmla="*/ 40343 h 2920259"/>
                  <a:gd name="connsiteX0" fmla="*/ 8123687 w 8145760"/>
                  <a:gd name="connsiteY0" fmla="*/ 53735 h 2920259"/>
                  <a:gd name="connsiteX1" fmla="*/ 8145760 w 8145760"/>
                  <a:gd name="connsiteY1" fmla="*/ 1579944 h 2920259"/>
                  <a:gd name="connsiteX2" fmla="*/ 4123353 w 8145760"/>
                  <a:gd name="connsiteY2" fmla="*/ 2919505 h 2920259"/>
                  <a:gd name="connsiteX3" fmla="*/ 2295 w 8145760"/>
                  <a:gd name="connsiteY3" fmla="*/ 1470941 h 2920259"/>
                  <a:gd name="connsiteX4" fmla="*/ 767 w 8145760"/>
                  <a:gd name="connsiteY4" fmla="*/ 0 h 2920259"/>
                  <a:gd name="connsiteX5" fmla="*/ 4068271 w 8145760"/>
                  <a:gd name="connsiteY5" fmla="*/ 1418897 h 2920259"/>
                  <a:gd name="connsiteX6" fmla="*/ 8123687 w 8145760"/>
                  <a:gd name="connsiteY6" fmla="*/ 53735 h 2920259"/>
                  <a:gd name="connsiteX0" fmla="*/ 8161918 w 8161918"/>
                  <a:gd name="connsiteY0" fmla="*/ 0 h 2943855"/>
                  <a:gd name="connsiteX1" fmla="*/ 8145760 w 8161918"/>
                  <a:gd name="connsiteY1" fmla="*/ 1603540 h 2943855"/>
                  <a:gd name="connsiteX2" fmla="*/ 4123353 w 8161918"/>
                  <a:gd name="connsiteY2" fmla="*/ 2943101 h 2943855"/>
                  <a:gd name="connsiteX3" fmla="*/ 2295 w 8161918"/>
                  <a:gd name="connsiteY3" fmla="*/ 1494537 h 2943855"/>
                  <a:gd name="connsiteX4" fmla="*/ 767 w 8161918"/>
                  <a:gd name="connsiteY4" fmla="*/ 23596 h 2943855"/>
                  <a:gd name="connsiteX5" fmla="*/ 4068271 w 8161918"/>
                  <a:gd name="connsiteY5" fmla="*/ 1442493 h 2943855"/>
                  <a:gd name="connsiteX6" fmla="*/ 8161918 w 8161918"/>
                  <a:gd name="connsiteY6" fmla="*/ 0 h 2943855"/>
                  <a:gd name="connsiteX0" fmla="*/ 8144926 w 8145760"/>
                  <a:gd name="connsiteY0" fmla="*/ 43424 h 2920259"/>
                  <a:gd name="connsiteX1" fmla="*/ 8145760 w 8145760"/>
                  <a:gd name="connsiteY1" fmla="*/ 1579944 h 2920259"/>
                  <a:gd name="connsiteX2" fmla="*/ 4123353 w 8145760"/>
                  <a:gd name="connsiteY2" fmla="*/ 2919505 h 2920259"/>
                  <a:gd name="connsiteX3" fmla="*/ 2295 w 8145760"/>
                  <a:gd name="connsiteY3" fmla="*/ 1470941 h 2920259"/>
                  <a:gd name="connsiteX4" fmla="*/ 767 w 8145760"/>
                  <a:gd name="connsiteY4" fmla="*/ 0 h 2920259"/>
                  <a:gd name="connsiteX5" fmla="*/ 4068271 w 8145760"/>
                  <a:gd name="connsiteY5" fmla="*/ 1418897 h 2920259"/>
                  <a:gd name="connsiteX6" fmla="*/ 8144926 w 8145760"/>
                  <a:gd name="connsiteY6" fmla="*/ 43424 h 2920259"/>
                  <a:gd name="connsiteX0" fmla="*/ 8161918 w 8161918"/>
                  <a:gd name="connsiteY0" fmla="*/ 0 h 2959321"/>
                  <a:gd name="connsiteX1" fmla="*/ 8145760 w 8161918"/>
                  <a:gd name="connsiteY1" fmla="*/ 1619006 h 2959321"/>
                  <a:gd name="connsiteX2" fmla="*/ 4123353 w 8161918"/>
                  <a:gd name="connsiteY2" fmla="*/ 2958567 h 2959321"/>
                  <a:gd name="connsiteX3" fmla="*/ 2295 w 8161918"/>
                  <a:gd name="connsiteY3" fmla="*/ 1510003 h 2959321"/>
                  <a:gd name="connsiteX4" fmla="*/ 767 w 8161918"/>
                  <a:gd name="connsiteY4" fmla="*/ 39062 h 2959321"/>
                  <a:gd name="connsiteX5" fmla="*/ 4068271 w 8161918"/>
                  <a:gd name="connsiteY5" fmla="*/ 1457959 h 2959321"/>
                  <a:gd name="connsiteX6" fmla="*/ 8161918 w 8161918"/>
                  <a:gd name="connsiteY6" fmla="*/ 0 h 2959321"/>
                  <a:gd name="connsiteX0" fmla="*/ 8161918 w 8162752"/>
                  <a:gd name="connsiteY0" fmla="*/ 0 h 2959488"/>
                  <a:gd name="connsiteX1" fmla="*/ 8162752 w 8162752"/>
                  <a:gd name="connsiteY1" fmla="*/ 1629317 h 2959488"/>
                  <a:gd name="connsiteX2" fmla="*/ 4123353 w 8162752"/>
                  <a:gd name="connsiteY2" fmla="*/ 2958567 h 2959488"/>
                  <a:gd name="connsiteX3" fmla="*/ 2295 w 8162752"/>
                  <a:gd name="connsiteY3" fmla="*/ 1510003 h 2959488"/>
                  <a:gd name="connsiteX4" fmla="*/ 767 w 8162752"/>
                  <a:gd name="connsiteY4" fmla="*/ 39062 h 2959488"/>
                  <a:gd name="connsiteX5" fmla="*/ 4068271 w 8162752"/>
                  <a:gd name="connsiteY5" fmla="*/ 1457959 h 2959488"/>
                  <a:gd name="connsiteX6" fmla="*/ 8161918 w 8162752"/>
                  <a:gd name="connsiteY6" fmla="*/ 0 h 2959488"/>
                  <a:gd name="connsiteX0" fmla="*/ 8165930 w 8166764"/>
                  <a:gd name="connsiteY0" fmla="*/ 7337 h 2966825"/>
                  <a:gd name="connsiteX1" fmla="*/ 8166764 w 8166764"/>
                  <a:gd name="connsiteY1" fmla="*/ 1636654 h 2966825"/>
                  <a:gd name="connsiteX2" fmla="*/ 4127365 w 8166764"/>
                  <a:gd name="connsiteY2" fmla="*/ 2965904 h 2966825"/>
                  <a:gd name="connsiteX3" fmla="*/ 6307 w 8166764"/>
                  <a:gd name="connsiteY3" fmla="*/ 1517340 h 2966825"/>
                  <a:gd name="connsiteX4" fmla="*/ 532 w 8166764"/>
                  <a:gd name="connsiteY4" fmla="*/ 0 h 2966825"/>
                  <a:gd name="connsiteX5" fmla="*/ 4072283 w 8166764"/>
                  <a:gd name="connsiteY5" fmla="*/ 1465296 h 2966825"/>
                  <a:gd name="connsiteX6" fmla="*/ 8165930 w 8166764"/>
                  <a:gd name="connsiteY6" fmla="*/ 7337 h 2966825"/>
                  <a:gd name="connsiteX0" fmla="*/ 8168119 w 8168953"/>
                  <a:gd name="connsiteY0" fmla="*/ 7337 h 2966682"/>
                  <a:gd name="connsiteX1" fmla="*/ 8168953 w 8168953"/>
                  <a:gd name="connsiteY1" fmla="*/ 1636654 h 2966682"/>
                  <a:gd name="connsiteX2" fmla="*/ 4129554 w 8168953"/>
                  <a:gd name="connsiteY2" fmla="*/ 2965904 h 2966682"/>
                  <a:gd name="connsiteX3" fmla="*/ 0 w 8168953"/>
                  <a:gd name="connsiteY3" fmla="*/ 1527651 h 2966682"/>
                  <a:gd name="connsiteX4" fmla="*/ 2721 w 8168953"/>
                  <a:gd name="connsiteY4" fmla="*/ 0 h 2966682"/>
                  <a:gd name="connsiteX5" fmla="*/ 4074472 w 8168953"/>
                  <a:gd name="connsiteY5" fmla="*/ 1465296 h 2966682"/>
                  <a:gd name="connsiteX6" fmla="*/ 8168119 w 8168953"/>
                  <a:gd name="connsiteY6" fmla="*/ 7337 h 2966682"/>
                  <a:gd name="connsiteX0" fmla="*/ 8168119 w 8168953"/>
                  <a:gd name="connsiteY0" fmla="*/ 7337 h 3100377"/>
                  <a:gd name="connsiteX1" fmla="*/ 8168953 w 8168953"/>
                  <a:gd name="connsiteY1" fmla="*/ 1636654 h 3100377"/>
                  <a:gd name="connsiteX2" fmla="*/ 4118520 w 8168953"/>
                  <a:gd name="connsiteY2" fmla="*/ 3099826 h 3100377"/>
                  <a:gd name="connsiteX3" fmla="*/ 0 w 8168953"/>
                  <a:gd name="connsiteY3" fmla="*/ 1527651 h 3100377"/>
                  <a:gd name="connsiteX4" fmla="*/ 2721 w 8168953"/>
                  <a:gd name="connsiteY4" fmla="*/ 0 h 3100377"/>
                  <a:gd name="connsiteX5" fmla="*/ 4074472 w 8168953"/>
                  <a:gd name="connsiteY5" fmla="*/ 1465296 h 3100377"/>
                  <a:gd name="connsiteX6" fmla="*/ 8168119 w 8168953"/>
                  <a:gd name="connsiteY6" fmla="*/ 7337 h 3100377"/>
                  <a:gd name="connsiteX0" fmla="*/ 8168119 w 8168953"/>
                  <a:gd name="connsiteY0" fmla="*/ 7337 h 3100429"/>
                  <a:gd name="connsiteX1" fmla="*/ 8168953 w 8168953"/>
                  <a:gd name="connsiteY1" fmla="*/ 1636654 h 3100429"/>
                  <a:gd name="connsiteX2" fmla="*/ 4118520 w 8168953"/>
                  <a:gd name="connsiteY2" fmla="*/ 3099826 h 3100429"/>
                  <a:gd name="connsiteX3" fmla="*/ 0 w 8168953"/>
                  <a:gd name="connsiteY3" fmla="*/ 1527651 h 3100429"/>
                  <a:gd name="connsiteX4" fmla="*/ 2721 w 8168953"/>
                  <a:gd name="connsiteY4" fmla="*/ 0 h 3100429"/>
                  <a:gd name="connsiteX5" fmla="*/ 4074472 w 8168953"/>
                  <a:gd name="connsiteY5" fmla="*/ 1465296 h 3100429"/>
                  <a:gd name="connsiteX6" fmla="*/ 8168119 w 8168953"/>
                  <a:gd name="connsiteY6" fmla="*/ 7337 h 3100429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72202 w 8166683"/>
                  <a:gd name="connsiteY5" fmla="*/ 1465296 h 3099826"/>
                  <a:gd name="connsiteX6" fmla="*/ 8165849 w 8166683"/>
                  <a:gd name="connsiteY6" fmla="*/ 7337 h 3099826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72202 w 8166683"/>
                  <a:gd name="connsiteY5" fmla="*/ 1465296 h 3099826"/>
                  <a:gd name="connsiteX6" fmla="*/ 8165849 w 8166683"/>
                  <a:gd name="connsiteY6" fmla="*/ 7337 h 3099826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61168 w 8166683"/>
                  <a:gd name="connsiteY5" fmla="*/ 1438511 h 3099826"/>
                  <a:gd name="connsiteX6" fmla="*/ 8165849 w 8166683"/>
                  <a:gd name="connsiteY6" fmla="*/ 7337 h 3099826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61168 w 8166683"/>
                  <a:gd name="connsiteY5" fmla="*/ 1438511 h 3099826"/>
                  <a:gd name="connsiteX6" fmla="*/ 8165849 w 8166683"/>
                  <a:gd name="connsiteY6" fmla="*/ 7337 h 309982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8166683" h="3099826">
                    <a:moveTo>
                      <a:pt x="8165849" y="7337"/>
                    </a:moveTo>
                    <a:lnTo>
                      <a:pt x="8166683" y="1636654"/>
                    </a:lnTo>
                    <a:cubicBezTo>
                      <a:pt x="7917761" y="2728489"/>
                      <a:pt x="5475903" y="3100137"/>
                      <a:pt x="4116250" y="3099826"/>
                    </a:cubicBezTo>
                    <a:cubicBezTo>
                      <a:pt x="2756597" y="3099515"/>
                      <a:pt x="245424" y="2744647"/>
                      <a:pt x="8764" y="1634789"/>
                    </a:cubicBezTo>
                    <a:cubicBezTo>
                      <a:pt x="11928" y="1215900"/>
                      <a:pt x="-2713" y="418889"/>
                      <a:pt x="451" y="0"/>
                    </a:cubicBezTo>
                    <a:cubicBezTo>
                      <a:pt x="385485" y="953840"/>
                      <a:pt x="2700268" y="1437288"/>
                      <a:pt x="4061168" y="1438511"/>
                    </a:cubicBezTo>
                    <a:cubicBezTo>
                      <a:pt x="5422068" y="1439734"/>
                      <a:pt x="7793228" y="1089449"/>
                      <a:pt x="8165849" y="7337"/>
                    </a:cubicBezTo>
                    <a:close/>
                  </a:path>
                </a:pathLst>
              </a:custGeom>
              <a:gradFill>
                <a:gsLst>
                  <a:gs pos="0">
                    <a:srgbClr val="B8C2C9"/>
                  </a:gs>
                  <a:gs pos="21000">
                    <a:schemeClr val="bg1"/>
                  </a:gs>
                  <a:gs pos="60000">
                    <a:srgbClr val="D6DCE0"/>
                  </a:gs>
                  <a:gs pos="100000">
                    <a:srgbClr val="B8C2C9"/>
                  </a:gs>
                </a:gsLst>
                <a:lin ang="0" scaled="0"/>
              </a:gradFill>
              <a:ln w="63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                   </a:t>
                </a:r>
              </a:p>
            </p:txBody>
          </p:sp>
          <p:sp>
            <p:nvSpPr>
              <p:cNvPr id="384" name="Oval 383">
                <a:extLst>
                  <a:ext uri="{FF2B5EF4-FFF2-40B4-BE49-F238E27FC236}">
                    <a16:creationId xmlns:a16="http://schemas.microsoft.com/office/drawing/2014/main" id="{92C69B4D-7678-184E-A724-7AD76CCE85E4}"/>
                  </a:ext>
                </a:extLst>
              </p:cNvPr>
              <p:cNvSpPr/>
              <p:nvPr/>
            </p:nvSpPr>
            <p:spPr>
              <a:xfrm>
                <a:off x="7494729" y="2774731"/>
                <a:ext cx="1480163" cy="579140"/>
              </a:xfrm>
              <a:prstGeom prst="ellipse">
                <a:avLst/>
              </a:prstGeom>
              <a:solidFill>
                <a:srgbClr val="B8C2C9"/>
              </a:solidFill>
              <a:ln w="63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              </a:t>
                </a:r>
              </a:p>
            </p:txBody>
          </p:sp>
          <p:grpSp>
            <p:nvGrpSpPr>
              <p:cNvPr id="385" name="Group 384">
                <a:extLst>
                  <a:ext uri="{FF2B5EF4-FFF2-40B4-BE49-F238E27FC236}">
                    <a16:creationId xmlns:a16="http://schemas.microsoft.com/office/drawing/2014/main" id="{0E43C550-6DB2-3343-9C12-122696B8D873}"/>
                  </a:ext>
                </a:extLst>
              </p:cNvPr>
              <p:cNvGrpSpPr/>
              <p:nvPr/>
            </p:nvGrpSpPr>
            <p:grpSpPr>
              <a:xfrm>
                <a:off x="7713663" y="2848339"/>
                <a:ext cx="1042107" cy="425543"/>
                <a:chOff x="7786941" y="2884917"/>
                <a:chExt cx="897649" cy="353919"/>
              </a:xfrm>
            </p:grpSpPr>
            <p:sp>
              <p:nvSpPr>
                <p:cNvPr id="386" name="Freeform 385">
                  <a:extLst>
                    <a:ext uri="{FF2B5EF4-FFF2-40B4-BE49-F238E27FC236}">
                      <a16:creationId xmlns:a16="http://schemas.microsoft.com/office/drawing/2014/main" id="{1D2E27C1-1C8A-FE4C-9AED-47BBDC59C585}"/>
                    </a:ext>
                  </a:extLst>
                </p:cNvPr>
                <p:cNvSpPr/>
                <p:nvPr/>
              </p:nvSpPr>
              <p:spPr>
                <a:xfrm>
                  <a:off x="7811770" y="2884917"/>
                  <a:ext cx="849158" cy="198115"/>
                </a:xfrm>
                <a:custGeom>
                  <a:avLst/>
                  <a:gdLst>
                    <a:gd name="connsiteX0" fmla="*/ 3725333 w 4588933"/>
                    <a:gd name="connsiteY0" fmla="*/ 0 h 1049866"/>
                    <a:gd name="connsiteX1" fmla="*/ 4588933 w 4588933"/>
                    <a:gd name="connsiteY1" fmla="*/ 270933 h 1049866"/>
                    <a:gd name="connsiteX2" fmla="*/ 3962400 w 4588933"/>
                    <a:gd name="connsiteY2" fmla="*/ 541866 h 1049866"/>
                    <a:gd name="connsiteX3" fmla="*/ 3742267 w 4588933"/>
                    <a:gd name="connsiteY3" fmla="*/ 457200 h 1049866"/>
                    <a:gd name="connsiteX4" fmla="*/ 2269067 w 4588933"/>
                    <a:gd name="connsiteY4" fmla="*/ 1049866 h 1049866"/>
                    <a:gd name="connsiteX5" fmla="*/ 880533 w 4588933"/>
                    <a:gd name="connsiteY5" fmla="*/ 457200 h 1049866"/>
                    <a:gd name="connsiteX6" fmla="*/ 592667 w 4588933"/>
                    <a:gd name="connsiteY6" fmla="*/ 541866 h 1049866"/>
                    <a:gd name="connsiteX7" fmla="*/ 0 w 4588933"/>
                    <a:gd name="connsiteY7" fmla="*/ 254000 h 1049866"/>
                    <a:gd name="connsiteX8" fmla="*/ 880533 w 4588933"/>
                    <a:gd name="connsiteY8" fmla="*/ 16933 h 1049866"/>
                    <a:gd name="connsiteX9" fmla="*/ 2302933 w 4588933"/>
                    <a:gd name="connsiteY9" fmla="*/ 626533 h 1049866"/>
                    <a:gd name="connsiteX10" fmla="*/ 3725333 w 4588933"/>
                    <a:gd name="connsiteY10" fmla="*/ 0 h 1049866"/>
                    <a:gd name="connsiteX0" fmla="*/ 3725333 w 4641485"/>
                    <a:gd name="connsiteY0" fmla="*/ 0 h 1049866"/>
                    <a:gd name="connsiteX1" fmla="*/ 4641485 w 4641485"/>
                    <a:gd name="connsiteY1" fmla="*/ 239402 h 1049866"/>
                    <a:gd name="connsiteX2" fmla="*/ 3962400 w 4641485"/>
                    <a:gd name="connsiteY2" fmla="*/ 541866 h 1049866"/>
                    <a:gd name="connsiteX3" fmla="*/ 3742267 w 4641485"/>
                    <a:gd name="connsiteY3" fmla="*/ 457200 h 1049866"/>
                    <a:gd name="connsiteX4" fmla="*/ 2269067 w 4641485"/>
                    <a:gd name="connsiteY4" fmla="*/ 1049866 h 1049866"/>
                    <a:gd name="connsiteX5" fmla="*/ 880533 w 4641485"/>
                    <a:gd name="connsiteY5" fmla="*/ 457200 h 1049866"/>
                    <a:gd name="connsiteX6" fmla="*/ 592667 w 4641485"/>
                    <a:gd name="connsiteY6" fmla="*/ 541866 h 1049866"/>
                    <a:gd name="connsiteX7" fmla="*/ 0 w 4641485"/>
                    <a:gd name="connsiteY7" fmla="*/ 254000 h 1049866"/>
                    <a:gd name="connsiteX8" fmla="*/ 880533 w 4641485"/>
                    <a:gd name="connsiteY8" fmla="*/ 16933 h 1049866"/>
                    <a:gd name="connsiteX9" fmla="*/ 2302933 w 4641485"/>
                    <a:gd name="connsiteY9" fmla="*/ 626533 h 1049866"/>
                    <a:gd name="connsiteX10" fmla="*/ 3725333 w 4641485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73798 w 4673016"/>
                    <a:gd name="connsiteY3" fmla="*/ 457200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34464 w 4673016"/>
                    <a:gd name="connsiteY9" fmla="*/ 62653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84308 w 4673016"/>
                    <a:gd name="connsiteY3" fmla="*/ 404648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34464 w 4673016"/>
                    <a:gd name="connsiteY9" fmla="*/ 62653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94818 w 4673016"/>
                    <a:gd name="connsiteY3" fmla="*/ 436179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34464 w 4673016"/>
                    <a:gd name="connsiteY9" fmla="*/ 62653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94818 w 4673016"/>
                    <a:gd name="connsiteY3" fmla="*/ 436179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23954 w 4673016"/>
                    <a:gd name="connsiteY9" fmla="*/ 61602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94818 w 4673016"/>
                    <a:gd name="connsiteY3" fmla="*/ 436179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75021 h 1049866"/>
                    <a:gd name="connsiteX8" fmla="*/ 912064 w 4673016"/>
                    <a:gd name="connsiteY8" fmla="*/ 16933 h 1049866"/>
                    <a:gd name="connsiteX9" fmla="*/ 2323954 w 4673016"/>
                    <a:gd name="connsiteY9" fmla="*/ 61602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815839 w 4673016"/>
                    <a:gd name="connsiteY3" fmla="*/ 467710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75021 h 1049866"/>
                    <a:gd name="connsiteX8" fmla="*/ 912064 w 4673016"/>
                    <a:gd name="connsiteY8" fmla="*/ 16933 h 1049866"/>
                    <a:gd name="connsiteX9" fmla="*/ 2323954 w 4673016"/>
                    <a:gd name="connsiteY9" fmla="*/ 616023 h 1049866"/>
                    <a:gd name="connsiteX10" fmla="*/ 3756864 w 4673016"/>
                    <a:gd name="connsiteY10" fmla="*/ 0 h 104986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</a:cxnLst>
                  <a:rect l="l" t="t" r="r" b="b"/>
                  <a:pathLst>
                    <a:path w="4673016" h="1049866">
                      <a:moveTo>
                        <a:pt x="3756864" y="0"/>
                      </a:moveTo>
                      <a:lnTo>
                        <a:pt x="4673016" y="239402"/>
                      </a:lnTo>
                      <a:lnTo>
                        <a:pt x="3993931" y="541866"/>
                      </a:lnTo>
                      <a:lnTo>
                        <a:pt x="3815839" y="467710"/>
                      </a:lnTo>
                      <a:lnTo>
                        <a:pt x="2300598" y="1049866"/>
                      </a:lnTo>
                      <a:lnTo>
                        <a:pt x="912064" y="457200"/>
                      </a:lnTo>
                      <a:lnTo>
                        <a:pt x="624198" y="541866"/>
                      </a:lnTo>
                      <a:lnTo>
                        <a:pt x="0" y="275021"/>
                      </a:lnTo>
                      <a:lnTo>
                        <a:pt x="912064" y="16933"/>
                      </a:lnTo>
                      <a:lnTo>
                        <a:pt x="2323954" y="616023"/>
                      </a:lnTo>
                      <a:lnTo>
                        <a:pt x="3756864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387" name="Freeform 386">
                  <a:extLst>
                    <a:ext uri="{FF2B5EF4-FFF2-40B4-BE49-F238E27FC236}">
                      <a16:creationId xmlns:a16="http://schemas.microsoft.com/office/drawing/2014/main" id="{4EEDA6B4-A3DC-D842-8F1F-A5E715D2B79C}"/>
                    </a:ext>
                  </a:extLst>
                </p:cNvPr>
                <p:cNvSpPr/>
                <p:nvPr/>
              </p:nvSpPr>
              <p:spPr>
                <a:xfrm>
                  <a:off x="8367548" y="3054383"/>
                  <a:ext cx="317042" cy="170569"/>
                </a:xfrm>
                <a:custGeom>
                  <a:avLst/>
                  <a:gdLst>
                    <a:gd name="connsiteX0" fmla="*/ 21021 w 1744718"/>
                    <a:gd name="connsiteY0" fmla="*/ 0 h 903890"/>
                    <a:gd name="connsiteX1" fmla="*/ 1744718 w 1744718"/>
                    <a:gd name="connsiteY1" fmla="*/ 693683 h 903890"/>
                    <a:gd name="connsiteX2" fmla="*/ 1145628 w 1744718"/>
                    <a:gd name="connsiteY2" fmla="*/ 903890 h 903890"/>
                    <a:gd name="connsiteX3" fmla="*/ 0 w 1744718"/>
                    <a:gd name="connsiteY3" fmla="*/ 451945 h 903890"/>
                    <a:gd name="connsiteX4" fmla="*/ 21021 w 1744718"/>
                    <a:gd name="connsiteY4" fmla="*/ 0 h 90389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744718" h="903890">
                      <a:moveTo>
                        <a:pt x="21021" y="0"/>
                      </a:moveTo>
                      <a:lnTo>
                        <a:pt x="1744718" y="693683"/>
                      </a:lnTo>
                      <a:lnTo>
                        <a:pt x="1145628" y="903890"/>
                      </a:lnTo>
                      <a:lnTo>
                        <a:pt x="0" y="451945"/>
                      </a:lnTo>
                      <a:lnTo>
                        <a:pt x="21021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388" name="Freeform 387">
                  <a:extLst>
                    <a:ext uri="{FF2B5EF4-FFF2-40B4-BE49-F238E27FC236}">
                      <a16:creationId xmlns:a16="http://schemas.microsoft.com/office/drawing/2014/main" id="{ED38D75D-6112-D540-88E9-E2A095CC44FB}"/>
                    </a:ext>
                  </a:extLst>
                </p:cNvPr>
                <p:cNvSpPr/>
                <p:nvPr/>
              </p:nvSpPr>
              <p:spPr>
                <a:xfrm>
                  <a:off x="7786941" y="3054383"/>
                  <a:ext cx="311312" cy="168585"/>
                </a:xfrm>
                <a:custGeom>
                  <a:avLst/>
                  <a:gdLst>
                    <a:gd name="connsiteX0" fmla="*/ 1702676 w 1713187"/>
                    <a:gd name="connsiteY0" fmla="*/ 0 h 893380"/>
                    <a:gd name="connsiteX1" fmla="*/ 1713187 w 1713187"/>
                    <a:gd name="connsiteY1" fmla="*/ 472966 h 893380"/>
                    <a:gd name="connsiteX2" fmla="*/ 578069 w 1713187"/>
                    <a:gd name="connsiteY2" fmla="*/ 893380 h 893380"/>
                    <a:gd name="connsiteX3" fmla="*/ 0 w 1713187"/>
                    <a:gd name="connsiteY3" fmla="*/ 693683 h 893380"/>
                    <a:gd name="connsiteX4" fmla="*/ 1702676 w 1713187"/>
                    <a:gd name="connsiteY4" fmla="*/ 0 h 89338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713187" h="893380">
                      <a:moveTo>
                        <a:pt x="1702676" y="0"/>
                      </a:moveTo>
                      <a:lnTo>
                        <a:pt x="1713187" y="472966"/>
                      </a:lnTo>
                      <a:lnTo>
                        <a:pt x="578069" y="893380"/>
                      </a:lnTo>
                      <a:lnTo>
                        <a:pt x="0" y="693683"/>
                      </a:lnTo>
                      <a:lnTo>
                        <a:pt x="1702676" y="0"/>
                      </a:lnTo>
                      <a:close/>
                    </a:path>
                  </a:pathLst>
                </a:custGeom>
                <a:solidFill>
                  <a:srgbClr val="0000A8"/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389" name="Freeform 388">
                  <a:extLst>
                    <a:ext uri="{FF2B5EF4-FFF2-40B4-BE49-F238E27FC236}">
                      <a16:creationId xmlns:a16="http://schemas.microsoft.com/office/drawing/2014/main" id="{33E74EAF-39D5-314C-B4A9-A9073DB5D357}"/>
                    </a:ext>
                  </a:extLst>
                </p:cNvPr>
                <p:cNvSpPr/>
                <p:nvPr/>
              </p:nvSpPr>
              <p:spPr>
                <a:xfrm>
                  <a:off x="7895013" y="2971083"/>
                  <a:ext cx="676892" cy="267753"/>
                </a:xfrm>
                <a:custGeom>
                  <a:avLst/>
                  <a:gdLst>
                    <a:gd name="connsiteX0" fmla="*/ 599089 w 4162096"/>
                    <a:gd name="connsiteY0" fmla="*/ 273269 h 1618593"/>
                    <a:gd name="connsiteX1" fmla="*/ 882869 w 4162096"/>
                    <a:gd name="connsiteY1" fmla="*/ 199697 h 1618593"/>
                    <a:gd name="connsiteX2" fmla="*/ 2312276 w 4162096"/>
                    <a:gd name="connsiteY2" fmla="*/ 798786 h 1618593"/>
                    <a:gd name="connsiteX3" fmla="*/ 3794234 w 4162096"/>
                    <a:gd name="connsiteY3" fmla="*/ 199697 h 1618593"/>
                    <a:gd name="connsiteX4" fmla="*/ 4014951 w 4162096"/>
                    <a:gd name="connsiteY4" fmla="*/ 273269 h 1618593"/>
                    <a:gd name="connsiteX5" fmla="*/ 3058510 w 4162096"/>
                    <a:gd name="connsiteY5" fmla="*/ 641131 h 1618593"/>
                    <a:gd name="connsiteX6" fmla="*/ 3026979 w 4162096"/>
                    <a:gd name="connsiteY6" fmla="*/ 1114097 h 1618593"/>
                    <a:gd name="connsiteX7" fmla="*/ 4162096 w 4162096"/>
                    <a:gd name="connsiteY7" fmla="*/ 1545021 h 1618593"/>
                    <a:gd name="connsiteX8" fmla="*/ 3878317 w 4162096"/>
                    <a:gd name="connsiteY8" fmla="*/ 1608083 h 1618593"/>
                    <a:gd name="connsiteX9" fmla="*/ 2301765 w 4162096"/>
                    <a:gd name="connsiteY9" fmla="*/ 945931 h 1618593"/>
                    <a:gd name="connsiteX10" fmla="*/ 693682 w 4162096"/>
                    <a:gd name="connsiteY10" fmla="*/ 1618593 h 1618593"/>
                    <a:gd name="connsiteX11" fmla="*/ 430924 w 4162096"/>
                    <a:gd name="connsiteY11" fmla="*/ 1524000 h 1618593"/>
                    <a:gd name="connsiteX12" fmla="*/ 1576551 w 4162096"/>
                    <a:gd name="connsiteY12" fmla="*/ 1082566 h 1618593"/>
                    <a:gd name="connsiteX13" fmla="*/ 1545020 w 4162096"/>
                    <a:gd name="connsiteY13" fmla="*/ 609600 h 1618593"/>
                    <a:gd name="connsiteX14" fmla="*/ 0 w 4162096"/>
                    <a:gd name="connsiteY14" fmla="*/ 0 h 1618593"/>
                    <a:gd name="connsiteX15" fmla="*/ 872358 w 4162096"/>
                    <a:gd name="connsiteY15" fmla="*/ 210207 h 1618593"/>
                    <a:gd name="connsiteX16" fmla="*/ 872358 w 4162096"/>
                    <a:gd name="connsiteY16" fmla="*/ 210207 h 1618593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441434 w 3731172"/>
                    <a:gd name="connsiteY14" fmla="*/ 10510 h 1418896"/>
                    <a:gd name="connsiteX15" fmla="*/ 441434 w 3731172"/>
                    <a:gd name="connsiteY15" fmla="*/ 10510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441434 w 3731172"/>
                    <a:gd name="connsiteY14" fmla="*/ 10510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357351 w 3731172"/>
                    <a:gd name="connsiteY14" fmla="*/ 115613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147144 w 3731172"/>
                    <a:gd name="connsiteY14" fmla="*/ 63061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20413 h 1418896"/>
                    <a:gd name="connsiteX14" fmla="*/ 147144 w 3731172"/>
                    <a:gd name="connsiteY14" fmla="*/ 63061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20413 h 1418896"/>
                    <a:gd name="connsiteX14" fmla="*/ 189185 w 3731172"/>
                    <a:gd name="connsiteY14" fmla="*/ 84081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20413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56137 w 3731172"/>
                    <a:gd name="connsiteY13" fmla="*/ 441434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45626 w 3731172"/>
                    <a:gd name="connsiteY13" fmla="*/ 451945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903890 h 1418896"/>
                    <a:gd name="connsiteX13" fmla="*/ 1145626 w 3731172"/>
                    <a:gd name="connsiteY13" fmla="*/ 451945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06565 w 3710151"/>
                    <a:gd name="connsiteY5" fmla="*/ 441434 h 1418896"/>
                    <a:gd name="connsiteX6" fmla="*/ 2575034 w 3710151"/>
                    <a:gd name="connsiteY6" fmla="*/ 914400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06565 w 3710151"/>
                    <a:gd name="connsiteY5" fmla="*/ 441434 h 1418896"/>
                    <a:gd name="connsiteX6" fmla="*/ 2606565 w 3710151"/>
                    <a:gd name="connsiteY6" fmla="*/ 924910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06565 w 3710151"/>
                    <a:gd name="connsiteY5" fmla="*/ 441434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5151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38028 w 3710151"/>
                    <a:gd name="connsiteY2" fmla="*/ 591655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38028 w 3710151"/>
                    <a:gd name="connsiteY2" fmla="*/ 591655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087434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38028 w 3710151"/>
                    <a:gd name="connsiteY2" fmla="*/ 591655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098586 w 3710151"/>
                    <a:gd name="connsiteY12" fmla="*/ 903890 h 1418896"/>
                    <a:gd name="connsiteX13" fmla="*/ 1087434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62012 w 3725019"/>
                    <a:gd name="connsiteY0" fmla="*/ 73572 h 1418896"/>
                    <a:gd name="connsiteX1" fmla="*/ 445792 w 3725019"/>
                    <a:gd name="connsiteY1" fmla="*/ 0 h 1418896"/>
                    <a:gd name="connsiteX2" fmla="*/ 1852896 w 3725019"/>
                    <a:gd name="connsiteY2" fmla="*/ 591655 h 1418896"/>
                    <a:gd name="connsiteX3" fmla="*/ 3357157 w 3725019"/>
                    <a:gd name="connsiteY3" fmla="*/ 0 h 1418896"/>
                    <a:gd name="connsiteX4" fmla="*/ 3577874 w 3725019"/>
                    <a:gd name="connsiteY4" fmla="*/ 73572 h 1418896"/>
                    <a:gd name="connsiteX5" fmla="*/ 2632585 w 3725019"/>
                    <a:gd name="connsiteY5" fmla="*/ 448868 h 1418896"/>
                    <a:gd name="connsiteX6" fmla="*/ 2625150 w 3725019"/>
                    <a:gd name="connsiteY6" fmla="*/ 902607 h 1418896"/>
                    <a:gd name="connsiteX7" fmla="*/ 3725019 w 3725019"/>
                    <a:gd name="connsiteY7" fmla="*/ 1345324 h 1418896"/>
                    <a:gd name="connsiteX8" fmla="*/ 3441240 w 3725019"/>
                    <a:gd name="connsiteY8" fmla="*/ 1408386 h 1418896"/>
                    <a:gd name="connsiteX9" fmla="*/ 1864688 w 3725019"/>
                    <a:gd name="connsiteY9" fmla="*/ 746234 h 1418896"/>
                    <a:gd name="connsiteX10" fmla="*/ 256605 w 3725019"/>
                    <a:gd name="connsiteY10" fmla="*/ 1418896 h 1418896"/>
                    <a:gd name="connsiteX11" fmla="*/ 0 w 3725019"/>
                    <a:gd name="connsiteY11" fmla="*/ 1331097 h 1418896"/>
                    <a:gd name="connsiteX12" fmla="*/ 1113454 w 3725019"/>
                    <a:gd name="connsiteY12" fmla="*/ 903890 h 1418896"/>
                    <a:gd name="connsiteX13" fmla="*/ 1102302 w 3725019"/>
                    <a:gd name="connsiteY13" fmla="*/ 451945 h 1418896"/>
                    <a:gd name="connsiteX14" fmla="*/ 183032 w 3725019"/>
                    <a:gd name="connsiteY14" fmla="*/ 84081 h 1418896"/>
                    <a:gd name="connsiteX15" fmla="*/ 162012 w 3725019"/>
                    <a:gd name="connsiteY15" fmla="*/ 73572 h 141889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</a:cxnLst>
                  <a:rect l="l" t="t" r="r" b="b"/>
                  <a:pathLst>
                    <a:path w="3725019" h="1418896">
                      <a:moveTo>
                        <a:pt x="162012" y="73572"/>
                      </a:moveTo>
                      <a:lnTo>
                        <a:pt x="445792" y="0"/>
                      </a:lnTo>
                      <a:lnTo>
                        <a:pt x="1852896" y="591655"/>
                      </a:lnTo>
                      <a:lnTo>
                        <a:pt x="3357157" y="0"/>
                      </a:lnTo>
                      <a:lnTo>
                        <a:pt x="3577874" y="73572"/>
                      </a:lnTo>
                      <a:lnTo>
                        <a:pt x="2632585" y="448868"/>
                      </a:lnTo>
                      <a:lnTo>
                        <a:pt x="2625150" y="902607"/>
                      </a:lnTo>
                      <a:lnTo>
                        <a:pt x="3725019" y="1345324"/>
                      </a:lnTo>
                      <a:lnTo>
                        <a:pt x="3441240" y="1408386"/>
                      </a:lnTo>
                      <a:lnTo>
                        <a:pt x="1864688" y="746234"/>
                      </a:lnTo>
                      <a:lnTo>
                        <a:pt x="256605" y="1418896"/>
                      </a:lnTo>
                      <a:lnTo>
                        <a:pt x="0" y="1331097"/>
                      </a:lnTo>
                      <a:lnTo>
                        <a:pt x="1113454" y="903890"/>
                      </a:lnTo>
                      <a:cubicBezTo>
                        <a:pt x="1113454" y="760249"/>
                        <a:pt x="1102302" y="595586"/>
                        <a:pt x="1102302" y="451945"/>
                      </a:cubicBezTo>
                      <a:lnTo>
                        <a:pt x="183032" y="84081"/>
                      </a:lnTo>
                      <a:cubicBezTo>
                        <a:pt x="26317" y="21019"/>
                        <a:pt x="169019" y="77075"/>
                        <a:pt x="162012" y="73572"/>
                      </a:cubicBezTo>
                      <a:close/>
                    </a:path>
                  </a:pathLst>
                </a:custGeom>
                <a:solidFill>
                  <a:schemeClr val="accent1">
                    <a:lumMod val="60000"/>
                    <a:lumOff val="40000"/>
                  </a:schemeClr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p:grpSp>
        </p:grpSp>
        <p:grpSp>
          <p:nvGrpSpPr>
            <p:cNvPr id="238" name="Group 237">
              <a:extLst>
                <a:ext uri="{FF2B5EF4-FFF2-40B4-BE49-F238E27FC236}">
                  <a16:creationId xmlns:a16="http://schemas.microsoft.com/office/drawing/2014/main" id="{F485FA0C-AC91-3E4D-AA1D-2D248BAC624D}"/>
                </a:ext>
              </a:extLst>
            </p:cNvPr>
            <p:cNvGrpSpPr/>
            <p:nvPr/>
          </p:nvGrpSpPr>
          <p:grpSpPr>
            <a:xfrm>
              <a:off x="4450588" y="5823254"/>
              <a:ext cx="496248" cy="260542"/>
              <a:chOff x="7493876" y="2774731"/>
              <a:chExt cx="1481958" cy="894622"/>
            </a:xfrm>
          </p:grpSpPr>
          <p:sp>
            <p:nvSpPr>
              <p:cNvPr id="376" name="Freeform 375">
                <a:extLst>
                  <a:ext uri="{FF2B5EF4-FFF2-40B4-BE49-F238E27FC236}">
                    <a16:creationId xmlns:a16="http://schemas.microsoft.com/office/drawing/2014/main" id="{237EDD32-5C1C-FD4C-8E41-6323EE48F961}"/>
                  </a:ext>
                </a:extLst>
              </p:cNvPr>
              <p:cNvSpPr/>
              <p:nvPr/>
            </p:nvSpPr>
            <p:spPr>
              <a:xfrm>
                <a:off x="7493876" y="3084399"/>
                <a:ext cx="1481958" cy="584954"/>
              </a:xfrm>
              <a:custGeom>
                <a:avLst/>
                <a:gdLst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88524 w 8187558"/>
                  <a:gd name="connsiteY5" fmla="*/ 1597573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88524 w 8187558"/>
                  <a:gd name="connsiteY5" fmla="*/ 1597573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76538 w 8176538"/>
                  <a:gd name="connsiteY0" fmla="*/ 0 h 2638097"/>
                  <a:gd name="connsiteX1" fmla="*/ 8176538 w 8176538"/>
                  <a:gd name="connsiteY1" fmla="*/ 1271752 h 2638097"/>
                  <a:gd name="connsiteX2" fmla="*/ 4088015 w 8176538"/>
                  <a:gd name="connsiteY2" fmla="*/ 2638097 h 2638097"/>
                  <a:gd name="connsiteX3" fmla="*/ 0 w 8176538"/>
                  <a:gd name="connsiteY3" fmla="*/ 1269888 h 2638097"/>
                  <a:gd name="connsiteX4" fmla="*/ 20511 w 8176538"/>
                  <a:gd name="connsiteY4" fmla="*/ 147145 h 2638097"/>
                  <a:gd name="connsiteX5" fmla="*/ 4088015 w 8176538"/>
                  <a:gd name="connsiteY5" fmla="*/ 1566042 h 2638097"/>
                  <a:gd name="connsiteX6" fmla="*/ 8176538 w 8176538"/>
                  <a:gd name="connsiteY6" fmla="*/ 0 h 2638097"/>
                  <a:gd name="connsiteX0" fmla="*/ 8176538 w 8176538"/>
                  <a:gd name="connsiteY0" fmla="*/ 0 h 2772020"/>
                  <a:gd name="connsiteX1" fmla="*/ 8176538 w 8176538"/>
                  <a:gd name="connsiteY1" fmla="*/ 1271752 h 2772020"/>
                  <a:gd name="connsiteX2" fmla="*/ 4099034 w 8176538"/>
                  <a:gd name="connsiteY2" fmla="*/ 2772020 h 2772020"/>
                  <a:gd name="connsiteX3" fmla="*/ 0 w 8176538"/>
                  <a:gd name="connsiteY3" fmla="*/ 1269888 h 2772020"/>
                  <a:gd name="connsiteX4" fmla="*/ 20511 w 8176538"/>
                  <a:gd name="connsiteY4" fmla="*/ 147145 h 2772020"/>
                  <a:gd name="connsiteX5" fmla="*/ 4088015 w 8176538"/>
                  <a:gd name="connsiteY5" fmla="*/ 1566042 h 2772020"/>
                  <a:gd name="connsiteX6" fmla="*/ 8176538 w 8176538"/>
                  <a:gd name="connsiteY6" fmla="*/ 0 h 2772020"/>
                  <a:gd name="connsiteX0" fmla="*/ 8176538 w 8176538"/>
                  <a:gd name="connsiteY0" fmla="*/ 0 h 2772339"/>
                  <a:gd name="connsiteX1" fmla="*/ 8176538 w 8176538"/>
                  <a:gd name="connsiteY1" fmla="*/ 1378890 h 2772339"/>
                  <a:gd name="connsiteX2" fmla="*/ 4099034 w 8176538"/>
                  <a:gd name="connsiteY2" fmla="*/ 2772020 h 2772339"/>
                  <a:gd name="connsiteX3" fmla="*/ 0 w 8176538"/>
                  <a:gd name="connsiteY3" fmla="*/ 1269888 h 2772339"/>
                  <a:gd name="connsiteX4" fmla="*/ 20511 w 8176538"/>
                  <a:gd name="connsiteY4" fmla="*/ 147145 h 2772339"/>
                  <a:gd name="connsiteX5" fmla="*/ 4088015 w 8176538"/>
                  <a:gd name="connsiteY5" fmla="*/ 1566042 h 2772339"/>
                  <a:gd name="connsiteX6" fmla="*/ 8176538 w 8176538"/>
                  <a:gd name="connsiteY6" fmla="*/ 0 h 2772339"/>
                  <a:gd name="connsiteX0" fmla="*/ 8176538 w 8176538"/>
                  <a:gd name="connsiteY0" fmla="*/ 0 h 2825888"/>
                  <a:gd name="connsiteX1" fmla="*/ 8176538 w 8176538"/>
                  <a:gd name="connsiteY1" fmla="*/ 1378890 h 2825888"/>
                  <a:gd name="connsiteX2" fmla="*/ 4099034 w 8176538"/>
                  <a:gd name="connsiteY2" fmla="*/ 2825590 h 2825888"/>
                  <a:gd name="connsiteX3" fmla="*/ 0 w 8176538"/>
                  <a:gd name="connsiteY3" fmla="*/ 1269888 h 2825888"/>
                  <a:gd name="connsiteX4" fmla="*/ 20511 w 8176538"/>
                  <a:gd name="connsiteY4" fmla="*/ 147145 h 2825888"/>
                  <a:gd name="connsiteX5" fmla="*/ 4088015 w 8176538"/>
                  <a:gd name="connsiteY5" fmla="*/ 1566042 h 2825888"/>
                  <a:gd name="connsiteX6" fmla="*/ 8176538 w 8176538"/>
                  <a:gd name="connsiteY6" fmla="*/ 0 h 2825888"/>
                  <a:gd name="connsiteX0" fmla="*/ 8165518 w 8165518"/>
                  <a:gd name="connsiteY0" fmla="*/ 0 h 2825606"/>
                  <a:gd name="connsiteX1" fmla="*/ 8165518 w 8165518"/>
                  <a:gd name="connsiteY1" fmla="*/ 1378890 h 2825606"/>
                  <a:gd name="connsiteX2" fmla="*/ 4088014 w 8165518"/>
                  <a:gd name="connsiteY2" fmla="*/ 2825590 h 2825606"/>
                  <a:gd name="connsiteX3" fmla="*/ 0 w 8165518"/>
                  <a:gd name="connsiteY3" fmla="*/ 1403811 h 2825606"/>
                  <a:gd name="connsiteX4" fmla="*/ 9491 w 8165518"/>
                  <a:gd name="connsiteY4" fmla="*/ 147145 h 2825606"/>
                  <a:gd name="connsiteX5" fmla="*/ 4076995 w 8165518"/>
                  <a:gd name="connsiteY5" fmla="*/ 1566042 h 2825606"/>
                  <a:gd name="connsiteX6" fmla="*/ 8165518 w 8165518"/>
                  <a:gd name="connsiteY6" fmla="*/ 0 h 2825606"/>
                  <a:gd name="connsiteX0" fmla="*/ 8165518 w 8165518"/>
                  <a:gd name="connsiteY0" fmla="*/ 0 h 2879174"/>
                  <a:gd name="connsiteX1" fmla="*/ 8165518 w 8165518"/>
                  <a:gd name="connsiteY1" fmla="*/ 1378890 h 2879174"/>
                  <a:gd name="connsiteX2" fmla="*/ 4132092 w 8165518"/>
                  <a:gd name="connsiteY2" fmla="*/ 2879159 h 2879174"/>
                  <a:gd name="connsiteX3" fmla="*/ 0 w 8165518"/>
                  <a:gd name="connsiteY3" fmla="*/ 1403811 h 2879174"/>
                  <a:gd name="connsiteX4" fmla="*/ 9491 w 8165518"/>
                  <a:gd name="connsiteY4" fmla="*/ 147145 h 2879174"/>
                  <a:gd name="connsiteX5" fmla="*/ 4076995 w 8165518"/>
                  <a:gd name="connsiteY5" fmla="*/ 1566042 h 2879174"/>
                  <a:gd name="connsiteX6" fmla="*/ 8165518 w 8165518"/>
                  <a:gd name="connsiteY6" fmla="*/ 0 h 2879174"/>
                  <a:gd name="connsiteX0" fmla="*/ 8165518 w 8176537"/>
                  <a:gd name="connsiteY0" fmla="*/ 0 h 2879410"/>
                  <a:gd name="connsiteX1" fmla="*/ 8176537 w 8176537"/>
                  <a:gd name="connsiteY1" fmla="*/ 1499420 h 2879410"/>
                  <a:gd name="connsiteX2" fmla="*/ 4132092 w 8176537"/>
                  <a:gd name="connsiteY2" fmla="*/ 2879159 h 2879410"/>
                  <a:gd name="connsiteX3" fmla="*/ 0 w 8176537"/>
                  <a:gd name="connsiteY3" fmla="*/ 1403811 h 2879410"/>
                  <a:gd name="connsiteX4" fmla="*/ 9491 w 8176537"/>
                  <a:gd name="connsiteY4" fmla="*/ 147145 h 2879410"/>
                  <a:gd name="connsiteX5" fmla="*/ 4076995 w 8176537"/>
                  <a:gd name="connsiteY5" fmla="*/ 1566042 h 2879410"/>
                  <a:gd name="connsiteX6" fmla="*/ 8165518 w 8176537"/>
                  <a:gd name="connsiteY6" fmla="*/ 0 h 2879410"/>
                  <a:gd name="connsiteX0" fmla="*/ 8165518 w 8176537"/>
                  <a:gd name="connsiteY0" fmla="*/ 0 h 2879262"/>
                  <a:gd name="connsiteX1" fmla="*/ 8176537 w 8176537"/>
                  <a:gd name="connsiteY1" fmla="*/ 1499420 h 2879262"/>
                  <a:gd name="connsiteX2" fmla="*/ 4132092 w 8176537"/>
                  <a:gd name="connsiteY2" fmla="*/ 2879159 h 2879262"/>
                  <a:gd name="connsiteX3" fmla="*/ 0 w 8176537"/>
                  <a:gd name="connsiteY3" fmla="*/ 1403811 h 2879262"/>
                  <a:gd name="connsiteX4" fmla="*/ 9491 w 8176537"/>
                  <a:gd name="connsiteY4" fmla="*/ 147145 h 2879262"/>
                  <a:gd name="connsiteX5" fmla="*/ 4076995 w 8176537"/>
                  <a:gd name="connsiteY5" fmla="*/ 1566042 h 2879262"/>
                  <a:gd name="connsiteX6" fmla="*/ 8165518 w 8176537"/>
                  <a:gd name="connsiteY6" fmla="*/ 0 h 2879262"/>
                  <a:gd name="connsiteX0" fmla="*/ 8165518 w 8176537"/>
                  <a:gd name="connsiteY0" fmla="*/ 0 h 2879163"/>
                  <a:gd name="connsiteX1" fmla="*/ 8176537 w 8176537"/>
                  <a:gd name="connsiteY1" fmla="*/ 1499420 h 2879163"/>
                  <a:gd name="connsiteX2" fmla="*/ 4132092 w 8176537"/>
                  <a:gd name="connsiteY2" fmla="*/ 2879159 h 2879163"/>
                  <a:gd name="connsiteX3" fmla="*/ 0 w 8176537"/>
                  <a:gd name="connsiteY3" fmla="*/ 1510948 h 2879163"/>
                  <a:gd name="connsiteX4" fmla="*/ 9491 w 8176537"/>
                  <a:gd name="connsiteY4" fmla="*/ 147145 h 2879163"/>
                  <a:gd name="connsiteX5" fmla="*/ 4076995 w 8176537"/>
                  <a:gd name="connsiteY5" fmla="*/ 1566042 h 2879163"/>
                  <a:gd name="connsiteX6" fmla="*/ 8165518 w 8176537"/>
                  <a:gd name="connsiteY6" fmla="*/ 0 h 2879163"/>
                  <a:gd name="connsiteX0" fmla="*/ 8165518 w 8198577"/>
                  <a:gd name="connsiteY0" fmla="*/ 0 h 2879451"/>
                  <a:gd name="connsiteX1" fmla="*/ 8198577 w 8198577"/>
                  <a:gd name="connsiteY1" fmla="*/ 1606558 h 2879451"/>
                  <a:gd name="connsiteX2" fmla="*/ 4132092 w 8198577"/>
                  <a:gd name="connsiteY2" fmla="*/ 2879159 h 2879451"/>
                  <a:gd name="connsiteX3" fmla="*/ 0 w 8198577"/>
                  <a:gd name="connsiteY3" fmla="*/ 1510948 h 2879451"/>
                  <a:gd name="connsiteX4" fmla="*/ 9491 w 8198577"/>
                  <a:gd name="connsiteY4" fmla="*/ 147145 h 2879451"/>
                  <a:gd name="connsiteX5" fmla="*/ 4076995 w 8198577"/>
                  <a:gd name="connsiteY5" fmla="*/ 1566042 h 2879451"/>
                  <a:gd name="connsiteX6" fmla="*/ 8165518 w 8198577"/>
                  <a:gd name="connsiteY6" fmla="*/ 0 h 2879451"/>
                  <a:gd name="connsiteX0" fmla="*/ 8165518 w 8165518"/>
                  <a:gd name="connsiteY0" fmla="*/ 0 h 2880066"/>
                  <a:gd name="connsiteX1" fmla="*/ 8165518 w 8165518"/>
                  <a:gd name="connsiteY1" fmla="*/ 1673520 h 2880066"/>
                  <a:gd name="connsiteX2" fmla="*/ 4132092 w 8165518"/>
                  <a:gd name="connsiteY2" fmla="*/ 2879159 h 2880066"/>
                  <a:gd name="connsiteX3" fmla="*/ 0 w 8165518"/>
                  <a:gd name="connsiteY3" fmla="*/ 1510948 h 2880066"/>
                  <a:gd name="connsiteX4" fmla="*/ 9491 w 8165518"/>
                  <a:gd name="connsiteY4" fmla="*/ 147145 h 2880066"/>
                  <a:gd name="connsiteX5" fmla="*/ 4076995 w 8165518"/>
                  <a:gd name="connsiteY5" fmla="*/ 1566042 h 2880066"/>
                  <a:gd name="connsiteX6" fmla="*/ 8165518 w 8165518"/>
                  <a:gd name="connsiteY6" fmla="*/ 0 h 2880066"/>
                  <a:gd name="connsiteX0" fmla="*/ 8156794 w 8156794"/>
                  <a:gd name="connsiteY0" fmla="*/ 0 h 2879270"/>
                  <a:gd name="connsiteX1" fmla="*/ 8156794 w 8156794"/>
                  <a:gd name="connsiteY1" fmla="*/ 1673520 h 2879270"/>
                  <a:gd name="connsiteX2" fmla="*/ 4123368 w 8156794"/>
                  <a:gd name="connsiteY2" fmla="*/ 2879159 h 2879270"/>
                  <a:gd name="connsiteX3" fmla="*/ 2295 w 8156794"/>
                  <a:gd name="connsiteY3" fmla="*/ 1618086 h 2879270"/>
                  <a:gd name="connsiteX4" fmla="*/ 767 w 8156794"/>
                  <a:gd name="connsiteY4" fmla="*/ 147145 h 2879270"/>
                  <a:gd name="connsiteX5" fmla="*/ 4068271 w 8156794"/>
                  <a:gd name="connsiteY5" fmla="*/ 1566042 h 2879270"/>
                  <a:gd name="connsiteX6" fmla="*/ 8156794 w 8156794"/>
                  <a:gd name="connsiteY6" fmla="*/ 0 h 2879270"/>
                  <a:gd name="connsiteX0" fmla="*/ 8156794 w 8156794"/>
                  <a:gd name="connsiteY0" fmla="*/ 0 h 2973000"/>
                  <a:gd name="connsiteX1" fmla="*/ 8156794 w 8156794"/>
                  <a:gd name="connsiteY1" fmla="*/ 1673520 h 2973000"/>
                  <a:gd name="connsiteX2" fmla="*/ 4134388 w 8156794"/>
                  <a:gd name="connsiteY2" fmla="*/ 2972904 h 2973000"/>
                  <a:gd name="connsiteX3" fmla="*/ 2295 w 8156794"/>
                  <a:gd name="connsiteY3" fmla="*/ 1618086 h 2973000"/>
                  <a:gd name="connsiteX4" fmla="*/ 767 w 8156794"/>
                  <a:gd name="connsiteY4" fmla="*/ 147145 h 2973000"/>
                  <a:gd name="connsiteX5" fmla="*/ 4068271 w 8156794"/>
                  <a:gd name="connsiteY5" fmla="*/ 1566042 h 2973000"/>
                  <a:gd name="connsiteX6" fmla="*/ 8156794 w 8156794"/>
                  <a:gd name="connsiteY6" fmla="*/ 0 h 2973000"/>
                  <a:gd name="connsiteX0" fmla="*/ 8156794 w 8156794"/>
                  <a:gd name="connsiteY0" fmla="*/ 0 h 2973000"/>
                  <a:gd name="connsiteX1" fmla="*/ 8156794 w 8156794"/>
                  <a:gd name="connsiteY1" fmla="*/ 1673520 h 2973000"/>
                  <a:gd name="connsiteX2" fmla="*/ 4134388 w 8156794"/>
                  <a:gd name="connsiteY2" fmla="*/ 2972904 h 2973000"/>
                  <a:gd name="connsiteX3" fmla="*/ 2295 w 8156794"/>
                  <a:gd name="connsiteY3" fmla="*/ 1618086 h 2973000"/>
                  <a:gd name="connsiteX4" fmla="*/ 767 w 8156794"/>
                  <a:gd name="connsiteY4" fmla="*/ 147145 h 2973000"/>
                  <a:gd name="connsiteX5" fmla="*/ 4068271 w 8156794"/>
                  <a:gd name="connsiteY5" fmla="*/ 1566042 h 2973000"/>
                  <a:gd name="connsiteX6" fmla="*/ 8156794 w 8156794"/>
                  <a:gd name="connsiteY6" fmla="*/ 0 h 2973000"/>
                  <a:gd name="connsiteX0" fmla="*/ 8156794 w 8156794"/>
                  <a:gd name="connsiteY0" fmla="*/ 0 h 2973000"/>
                  <a:gd name="connsiteX1" fmla="*/ 8156794 w 8156794"/>
                  <a:gd name="connsiteY1" fmla="*/ 1673520 h 2973000"/>
                  <a:gd name="connsiteX2" fmla="*/ 4134388 w 8156794"/>
                  <a:gd name="connsiteY2" fmla="*/ 2972904 h 2973000"/>
                  <a:gd name="connsiteX3" fmla="*/ 2295 w 8156794"/>
                  <a:gd name="connsiteY3" fmla="*/ 1618086 h 2973000"/>
                  <a:gd name="connsiteX4" fmla="*/ 767 w 8156794"/>
                  <a:gd name="connsiteY4" fmla="*/ 147145 h 2973000"/>
                  <a:gd name="connsiteX5" fmla="*/ 4068271 w 8156794"/>
                  <a:gd name="connsiteY5" fmla="*/ 1566042 h 2973000"/>
                  <a:gd name="connsiteX6" fmla="*/ 8156794 w 8156794"/>
                  <a:gd name="connsiteY6" fmla="*/ 0 h 2973000"/>
                  <a:gd name="connsiteX0" fmla="*/ 8156794 w 8156794"/>
                  <a:gd name="connsiteY0" fmla="*/ 0 h 2973020"/>
                  <a:gd name="connsiteX1" fmla="*/ 8156794 w 8156794"/>
                  <a:gd name="connsiteY1" fmla="*/ 1673520 h 2973020"/>
                  <a:gd name="connsiteX2" fmla="*/ 4134388 w 8156794"/>
                  <a:gd name="connsiteY2" fmla="*/ 2972904 h 2973020"/>
                  <a:gd name="connsiteX3" fmla="*/ 2295 w 8156794"/>
                  <a:gd name="connsiteY3" fmla="*/ 1618086 h 2973020"/>
                  <a:gd name="connsiteX4" fmla="*/ 767 w 8156794"/>
                  <a:gd name="connsiteY4" fmla="*/ 147145 h 2973020"/>
                  <a:gd name="connsiteX5" fmla="*/ 4068271 w 8156794"/>
                  <a:gd name="connsiteY5" fmla="*/ 1566042 h 2973020"/>
                  <a:gd name="connsiteX6" fmla="*/ 8156794 w 8156794"/>
                  <a:gd name="connsiteY6" fmla="*/ 0 h 2973020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141"/>
                  <a:gd name="connsiteX1" fmla="*/ 8156794 w 8156794"/>
                  <a:gd name="connsiteY1" fmla="*/ 1673520 h 2973141"/>
                  <a:gd name="connsiteX2" fmla="*/ 4134388 w 8156794"/>
                  <a:gd name="connsiteY2" fmla="*/ 2972904 h 2973141"/>
                  <a:gd name="connsiteX3" fmla="*/ 2295 w 8156794"/>
                  <a:gd name="connsiteY3" fmla="*/ 1618086 h 2973141"/>
                  <a:gd name="connsiteX4" fmla="*/ 767 w 8156794"/>
                  <a:gd name="connsiteY4" fmla="*/ 147145 h 2973141"/>
                  <a:gd name="connsiteX5" fmla="*/ 4068271 w 8156794"/>
                  <a:gd name="connsiteY5" fmla="*/ 1566042 h 2973141"/>
                  <a:gd name="connsiteX6" fmla="*/ 8156794 w 8156794"/>
                  <a:gd name="connsiteY6" fmla="*/ 0 h 2973141"/>
                  <a:gd name="connsiteX0" fmla="*/ 8156794 w 8156794"/>
                  <a:gd name="connsiteY0" fmla="*/ 0 h 3066827"/>
                  <a:gd name="connsiteX1" fmla="*/ 8156794 w 8156794"/>
                  <a:gd name="connsiteY1" fmla="*/ 1673520 h 3066827"/>
                  <a:gd name="connsiteX2" fmla="*/ 4123353 w 8156794"/>
                  <a:gd name="connsiteY2" fmla="*/ 3066650 h 3066827"/>
                  <a:gd name="connsiteX3" fmla="*/ 2295 w 8156794"/>
                  <a:gd name="connsiteY3" fmla="*/ 1618086 h 3066827"/>
                  <a:gd name="connsiteX4" fmla="*/ 767 w 8156794"/>
                  <a:gd name="connsiteY4" fmla="*/ 147145 h 3066827"/>
                  <a:gd name="connsiteX5" fmla="*/ 4068271 w 8156794"/>
                  <a:gd name="connsiteY5" fmla="*/ 1566042 h 3066827"/>
                  <a:gd name="connsiteX6" fmla="*/ 8156794 w 8156794"/>
                  <a:gd name="connsiteY6" fmla="*/ 0 h 3066827"/>
                  <a:gd name="connsiteX0" fmla="*/ 8123689 w 8156794"/>
                  <a:gd name="connsiteY0" fmla="*/ 0 h 2999866"/>
                  <a:gd name="connsiteX1" fmla="*/ 8156794 w 8156794"/>
                  <a:gd name="connsiteY1" fmla="*/ 1606559 h 2999866"/>
                  <a:gd name="connsiteX2" fmla="*/ 4123353 w 8156794"/>
                  <a:gd name="connsiteY2" fmla="*/ 2999689 h 2999866"/>
                  <a:gd name="connsiteX3" fmla="*/ 2295 w 8156794"/>
                  <a:gd name="connsiteY3" fmla="*/ 1551125 h 2999866"/>
                  <a:gd name="connsiteX4" fmla="*/ 767 w 8156794"/>
                  <a:gd name="connsiteY4" fmla="*/ 80184 h 2999866"/>
                  <a:gd name="connsiteX5" fmla="*/ 4068271 w 8156794"/>
                  <a:gd name="connsiteY5" fmla="*/ 1499081 h 2999866"/>
                  <a:gd name="connsiteX6" fmla="*/ 8123689 w 8156794"/>
                  <a:gd name="connsiteY6" fmla="*/ 0 h 2999866"/>
                  <a:gd name="connsiteX0" fmla="*/ 8167828 w 8167828"/>
                  <a:gd name="connsiteY0" fmla="*/ 0 h 3026651"/>
                  <a:gd name="connsiteX1" fmla="*/ 8156794 w 8167828"/>
                  <a:gd name="connsiteY1" fmla="*/ 1633344 h 3026651"/>
                  <a:gd name="connsiteX2" fmla="*/ 4123353 w 8167828"/>
                  <a:gd name="connsiteY2" fmla="*/ 3026474 h 3026651"/>
                  <a:gd name="connsiteX3" fmla="*/ 2295 w 8167828"/>
                  <a:gd name="connsiteY3" fmla="*/ 1577910 h 3026651"/>
                  <a:gd name="connsiteX4" fmla="*/ 767 w 8167828"/>
                  <a:gd name="connsiteY4" fmla="*/ 106969 h 3026651"/>
                  <a:gd name="connsiteX5" fmla="*/ 4068271 w 8167828"/>
                  <a:gd name="connsiteY5" fmla="*/ 1525866 h 3026651"/>
                  <a:gd name="connsiteX6" fmla="*/ 8167828 w 8167828"/>
                  <a:gd name="connsiteY6" fmla="*/ 0 h 3026651"/>
                  <a:gd name="connsiteX0" fmla="*/ 8167828 w 8167828"/>
                  <a:gd name="connsiteY0" fmla="*/ 0 h 3027228"/>
                  <a:gd name="connsiteX1" fmla="*/ 8145760 w 8167828"/>
                  <a:gd name="connsiteY1" fmla="*/ 1686913 h 3027228"/>
                  <a:gd name="connsiteX2" fmla="*/ 4123353 w 8167828"/>
                  <a:gd name="connsiteY2" fmla="*/ 3026474 h 3027228"/>
                  <a:gd name="connsiteX3" fmla="*/ 2295 w 8167828"/>
                  <a:gd name="connsiteY3" fmla="*/ 1577910 h 3027228"/>
                  <a:gd name="connsiteX4" fmla="*/ 767 w 8167828"/>
                  <a:gd name="connsiteY4" fmla="*/ 106969 h 3027228"/>
                  <a:gd name="connsiteX5" fmla="*/ 4068271 w 8167828"/>
                  <a:gd name="connsiteY5" fmla="*/ 1525866 h 3027228"/>
                  <a:gd name="connsiteX6" fmla="*/ 8167828 w 8167828"/>
                  <a:gd name="connsiteY6" fmla="*/ 0 h 3027228"/>
                  <a:gd name="connsiteX0" fmla="*/ 8156794 w 8156794"/>
                  <a:gd name="connsiteY0" fmla="*/ 0 h 2933483"/>
                  <a:gd name="connsiteX1" fmla="*/ 8145760 w 8156794"/>
                  <a:gd name="connsiteY1" fmla="*/ 1593168 h 2933483"/>
                  <a:gd name="connsiteX2" fmla="*/ 4123353 w 8156794"/>
                  <a:gd name="connsiteY2" fmla="*/ 2932729 h 2933483"/>
                  <a:gd name="connsiteX3" fmla="*/ 2295 w 8156794"/>
                  <a:gd name="connsiteY3" fmla="*/ 1484165 h 2933483"/>
                  <a:gd name="connsiteX4" fmla="*/ 767 w 8156794"/>
                  <a:gd name="connsiteY4" fmla="*/ 13224 h 2933483"/>
                  <a:gd name="connsiteX5" fmla="*/ 4068271 w 8156794"/>
                  <a:gd name="connsiteY5" fmla="*/ 1432121 h 2933483"/>
                  <a:gd name="connsiteX6" fmla="*/ 8156794 w 8156794"/>
                  <a:gd name="connsiteY6" fmla="*/ 0 h 2933483"/>
                  <a:gd name="connsiteX0" fmla="*/ 8156794 w 8156794"/>
                  <a:gd name="connsiteY0" fmla="*/ 0 h 2933483"/>
                  <a:gd name="connsiteX1" fmla="*/ 8145760 w 8156794"/>
                  <a:gd name="connsiteY1" fmla="*/ 1593168 h 2933483"/>
                  <a:gd name="connsiteX2" fmla="*/ 4123353 w 8156794"/>
                  <a:gd name="connsiteY2" fmla="*/ 2932729 h 2933483"/>
                  <a:gd name="connsiteX3" fmla="*/ 2295 w 8156794"/>
                  <a:gd name="connsiteY3" fmla="*/ 1484165 h 2933483"/>
                  <a:gd name="connsiteX4" fmla="*/ 767 w 8156794"/>
                  <a:gd name="connsiteY4" fmla="*/ 13224 h 2933483"/>
                  <a:gd name="connsiteX5" fmla="*/ 4068271 w 8156794"/>
                  <a:gd name="connsiteY5" fmla="*/ 1432121 h 2933483"/>
                  <a:gd name="connsiteX6" fmla="*/ 8156794 w 8156794"/>
                  <a:gd name="connsiteY6" fmla="*/ 0 h 2933483"/>
                  <a:gd name="connsiteX0" fmla="*/ 8123689 w 8145760"/>
                  <a:gd name="connsiteY0" fmla="*/ 13560 h 2920259"/>
                  <a:gd name="connsiteX1" fmla="*/ 8145760 w 8145760"/>
                  <a:gd name="connsiteY1" fmla="*/ 1579944 h 2920259"/>
                  <a:gd name="connsiteX2" fmla="*/ 4123353 w 8145760"/>
                  <a:gd name="connsiteY2" fmla="*/ 2919505 h 2920259"/>
                  <a:gd name="connsiteX3" fmla="*/ 2295 w 8145760"/>
                  <a:gd name="connsiteY3" fmla="*/ 1470941 h 2920259"/>
                  <a:gd name="connsiteX4" fmla="*/ 767 w 8145760"/>
                  <a:gd name="connsiteY4" fmla="*/ 0 h 2920259"/>
                  <a:gd name="connsiteX5" fmla="*/ 4068271 w 8145760"/>
                  <a:gd name="connsiteY5" fmla="*/ 1418897 h 2920259"/>
                  <a:gd name="connsiteX6" fmla="*/ 8123689 w 8145760"/>
                  <a:gd name="connsiteY6" fmla="*/ 13560 h 2920259"/>
                  <a:gd name="connsiteX0" fmla="*/ 8178863 w 8178863"/>
                  <a:gd name="connsiteY0" fmla="*/ 26952 h 2920259"/>
                  <a:gd name="connsiteX1" fmla="*/ 8145760 w 8178863"/>
                  <a:gd name="connsiteY1" fmla="*/ 1579944 h 2920259"/>
                  <a:gd name="connsiteX2" fmla="*/ 4123353 w 8178863"/>
                  <a:gd name="connsiteY2" fmla="*/ 2919505 h 2920259"/>
                  <a:gd name="connsiteX3" fmla="*/ 2295 w 8178863"/>
                  <a:gd name="connsiteY3" fmla="*/ 1470941 h 2920259"/>
                  <a:gd name="connsiteX4" fmla="*/ 767 w 8178863"/>
                  <a:gd name="connsiteY4" fmla="*/ 0 h 2920259"/>
                  <a:gd name="connsiteX5" fmla="*/ 4068271 w 8178863"/>
                  <a:gd name="connsiteY5" fmla="*/ 1418897 h 2920259"/>
                  <a:gd name="connsiteX6" fmla="*/ 8178863 w 8178863"/>
                  <a:gd name="connsiteY6" fmla="*/ 26952 h 2920259"/>
                  <a:gd name="connsiteX0" fmla="*/ 8167827 w 8167827"/>
                  <a:gd name="connsiteY0" fmla="*/ 40343 h 2920259"/>
                  <a:gd name="connsiteX1" fmla="*/ 8145760 w 8167827"/>
                  <a:gd name="connsiteY1" fmla="*/ 1579944 h 2920259"/>
                  <a:gd name="connsiteX2" fmla="*/ 4123353 w 8167827"/>
                  <a:gd name="connsiteY2" fmla="*/ 2919505 h 2920259"/>
                  <a:gd name="connsiteX3" fmla="*/ 2295 w 8167827"/>
                  <a:gd name="connsiteY3" fmla="*/ 1470941 h 2920259"/>
                  <a:gd name="connsiteX4" fmla="*/ 767 w 8167827"/>
                  <a:gd name="connsiteY4" fmla="*/ 0 h 2920259"/>
                  <a:gd name="connsiteX5" fmla="*/ 4068271 w 8167827"/>
                  <a:gd name="connsiteY5" fmla="*/ 1418897 h 2920259"/>
                  <a:gd name="connsiteX6" fmla="*/ 8167827 w 8167827"/>
                  <a:gd name="connsiteY6" fmla="*/ 40343 h 2920259"/>
                  <a:gd name="connsiteX0" fmla="*/ 8123687 w 8145760"/>
                  <a:gd name="connsiteY0" fmla="*/ 53735 h 2920259"/>
                  <a:gd name="connsiteX1" fmla="*/ 8145760 w 8145760"/>
                  <a:gd name="connsiteY1" fmla="*/ 1579944 h 2920259"/>
                  <a:gd name="connsiteX2" fmla="*/ 4123353 w 8145760"/>
                  <a:gd name="connsiteY2" fmla="*/ 2919505 h 2920259"/>
                  <a:gd name="connsiteX3" fmla="*/ 2295 w 8145760"/>
                  <a:gd name="connsiteY3" fmla="*/ 1470941 h 2920259"/>
                  <a:gd name="connsiteX4" fmla="*/ 767 w 8145760"/>
                  <a:gd name="connsiteY4" fmla="*/ 0 h 2920259"/>
                  <a:gd name="connsiteX5" fmla="*/ 4068271 w 8145760"/>
                  <a:gd name="connsiteY5" fmla="*/ 1418897 h 2920259"/>
                  <a:gd name="connsiteX6" fmla="*/ 8123687 w 8145760"/>
                  <a:gd name="connsiteY6" fmla="*/ 53735 h 2920259"/>
                  <a:gd name="connsiteX0" fmla="*/ 8161918 w 8161918"/>
                  <a:gd name="connsiteY0" fmla="*/ 0 h 2943855"/>
                  <a:gd name="connsiteX1" fmla="*/ 8145760 w 8161918"/>
                  <a:gd name="connsiteY1" fmla="*/ 1603540 h 2943855"/>
                  <a:gd name="connsiteX2" fmla="*/ 4123353 w 8161918"/>
                  <a:gd name="connsiteY2" fmla="*/ 2943101 h 2943855"/>
                  <a:gd name="connsiteX3" fmla="*/ 2295 w 8161918"/>
                  <a:gd name="connsiteY3" fmla="*/ 1494537 h 2943855"/>
                  <a:gd name="connsiteX4" fmla="*/ 767 w 8161918"/>
                  <a:gd name="connsiteY4" fmla="*/ 23596 h 2943855"/>
                  <a:gd name="connsiteX5" fmla="*/ 4068271 w 8161918"/>
                  <a:gd name="connsiteY5" fmla="*/ 1442493 h 2943855"/>
                  <a:gd name="connsiteX6" fmla="*/ 8161918 w 8161918"/>
                  <a:gd name="connsiteY6" fmla="*/ 0 h 2943855"/>
                  <a:gd name="connsiteX0" fmla="*/ 8144926 w 8145760"/>
                  <a:gd name="connsiteY0" fmla="*/ 43424 h 2920259"/>
                  <a:gd name="connsiteX1" fmla="*/ 8145760 w 8145760"/>
                  <a:gd name="connsiteY1" fmla="*/ 1579944 h 2920259"/>
                  <a:gd name="connsiteX2" fmla="*/ 4123353 w 8145760"/>
                  <a:gd name="connsiteY2" fmla="*/ 2919505 h 2920259"/>
                  <a:gd name="connsiteX3" fmla="*/ 2295 w 8145760"/>
                  <a:gd name="connsiteY3" fmla="*/ 1470941 h 2920259"/>
                  <a:gd name="connsiteX4" fmla="*/ 767 w 8145760"/>
                  <a:gd name="connsiteY4" fmla="*/ 0 h 2920259"/>
                  <a:gd name="connsiteX5" fmla="*/ 4068271 w 8145760"/>
                  <a:gd name="connsiteY5" fmla="*/ 1418897 h 2920259"/>
                  <a:gd name="connsiteX6" fmla="*/ 8144926 w 8145760"/>
                  <a:gd name="connsiteY6" fmla="*/ 43424 h 2920259"/>
                  <a:gd name="connsiteX0" fmla="*/ 8161918 w 8161918"/>
                  <a:gd name="connsiteY0" fmla="*/ 0 h 2959321"/>
                  <a:gd name="connsiteX1" fmla="*/ 8145760 w 8161918"/>
                  <a:gd name="connsiteY1" fmla="*/ 1619006 h 2959321"/>
                  <a:gd name="connsiteX2" fmla="*/ 4123353 w 8161918"/>
                  <a:gd name="connsiteY2" fmla="*/ 2958567 h 2959321"/>
                  <a:gd name="connsiteX3" fmla="*/ 2295 w 8161918"/>
                  <a:gd name="connsiteY3" fmla="*/ 1510003 h 2959321"/>
                  <a:gd name="connsiteX4" fmla="*/ 767 w 8161918"/>
                  <a:gd name="connsiteY4" fmla="*/ 39062 h 2959321"/>
                  <a:gd name="connsiteX5" fmla="*/ 4068271 w 8161918"/>
                  <a:gd name="connsiteY5" fmla="*/ 1457959 h 2959321"/>
                  <a:gd name="connsiteX6" fmla="*/ 8161918 w 8161918"/>
                  <a:gd name="connsiteY6" fmla="*/ 0 h 2959321"/>
                  <a:gd name="connsiteX0" fmla="*/ 8161918 w 8162752"/>
                  <a:gd name="connsiteY0" fmla="*/ 0 h 2959488"/>
                  <a:gd name="connsiteX1" fmla="*/ 8162752 w 8162752"/>
                  <a:gd name="connsiteY1" fmla="*/ 1629317 h 2959488"/>
                  <a:gd name="connsiteX2" fmla="*/ 4123353 w 8162752"/>
                  <a:gd name="connsiteY2" fmla="*/ 2958567 h 2959488"/>
                  <a:gd name="connsiteX3" fmla="*/ 2295 w 8162752"/>
                  <a:gd name="connsiteY3" fmla="*/ 1510003 h 2959488"/>
                  <a:gd name="connsiteX4" fmla="*/ 767 w 8162752"/>
                  <a:gd name="connsiteY4" fmla="*/ 39062 h 2959488"/>
                  <a:gd name="connsiteX5" fmla="*/ 4068271 w 8162752"/>
                  <a:gd name="connsiteY5" fmla="*/ 1457959 h 2959488"/>
                  <a:gd name="connsiteX6" fmla="*/ 8161918 w 8162752"/>
                  <a:gd name="connsiteY6" fmla="*/ 0 h 2959488"/>
                  <a:gd name="connsiteX0" fmla="*/ 8165930 w 8166764"/>
                  <a:gd name="connsiteY0" fmla="*/ 7337 h 2966825"/>
                  <a:gd name="connsiteX1" fmla="*/ 8166764 w 8166764"/>
                  <a:gd name="connsiteY1" fmla="*/ 1636654 h 2966825"/>
                  <a:gd name="connsiteX2" fmla="*/ 4127365 w 8166764"/>
                  <a:gd name="connsiteY2" fmla="*/ 2965904 h 2966825"/>
                  <a:gd name="connsiteX3" fmla="*/ 6307 w 8166764"/>
                  <a:gd name="connsiteY3" fmla="*/ 1517340 h 2966825"/>
                  <a:gd name="connsiteX4" fmla="*/ 532 w 8166764"/>
                  <a:gd name="connsiteY4" fmla="*/ 0 h 2966825"/>
                  <a:gd name="connsiteX5" fmla="*/ 4072283 w 8166764"/>
                  <a:gd name="connsiteY5" fmla="*/ 1465296 h 2966825"/>
                  <a:gd name="connsiteX6" fmla="*/ 8165930 w 8166764"/>
                  <a:gd name="connsiteY6" fmla="*/ 7337 h 2966825"/>
                  <a:gd name="connsiteX0" fmla="*/ 8168119 w 8168953"/>
                  <a:gd name="connsiteY0" fmla="*/ 7337 h 2966682"/>
                  <a:gd name="connsiteX1" fmla="*/ 8168953 w 8168953"/>
                  <a:gd name="connsiteY1" fmla="*/ 1636654 h 2966682"/>
                  <a:gd name="connsiteX2" fmla="*/ 4129554 w 8168953"/>
                  <a:gd name="connsiteY2" fmla="*/ 2965904 h 2966682"/>
                  <a:gd name="connsiteX3" fmla="*/ 0 w 8168953"/>
                  <a:gd name="connsiteY3" fmla="*/ 1527651 h 2966682"/>
                  <a:gd name="connsiteX4" fmla="*/ 2721 w 8168953"/>
                  <a:gd name="connsiteY4" fmla="*/ 0 h 2966682"/>
                  <a:gd name="connsiteX5" fmla="*/ 4074472 w 8168953"/>
                  <a:gd name="connsiteY5" fmla="*/ 1465296 h 2966682"/>
                  <a:gd name="connsiteX6" fmla="*/ 8168119 w 8168953"/>
                  <a:gd name="connsiteY6" fmla="*/ 7337 h 2966682"/>
                  <a:gd name="connsiteX0" fmla="*/ 8168119 w 8168953"/>
                  <a:gd name="connsiteY0" fmla="*/ 7337 h 3100377"/>
                  <a:gd name="connsiteX1" fmla="*/ 8168953 w 8168953"/>
                  <a:gd name="connsiteY1" fmla="*/ 1636654 h 3100377"/>
                  <a:gd name="connsiteX2" fmla="*/ 4118520 w 8168953"/>
                  <a:gd name="connsiteY2" fmla="*/ 3099826 h 3100377"/>
                  <a:gd name="connsiteX3" fmla="*/ 0 w 8168953"/>
                  <a:gd name="connsiteY3" fmla="*/ 1527651 h 3100377"/>
                  <a:gd name="connsiteX4" fmla="*/ 2721 w 8168953"/>
                  <a:gd name="connsiteY4" fmla="*/ 0 h 3100377"/>
                  <a:gd name="connsiteX5" fmla="*/ 4074472 w 8168953"/>
                  <a:gd name="connsiteY5" fmla="*/ 1465296 h 3100377"/>
                  <a:gd name="connsiteX6" fmla="*/ 8168119 w 8168953"/>
                  <a:gd name="connsiteY6" fmla="*/ 7337 h 3100377"/>
                  <a:gd name="connsiteX0" fmla="*/ 8168119 w 8168953"/>
                  <a:gd name="connsiteY0" fmla="*/ 7337 h 3100429"/>
                  <a:gd name="connsiteX1" fmla="*/ 8168953 w 8168953"/>
                  <a:gd name="connsiteY1" fmla="*/ 1636654 h 3100429"/>
                  <a:gd name="connsiteX2" fmla="*/ 4118520 w 8168953"/>
                  <a:gd name="connsiteY2" fmla="*/ 3099826 h 3100429"/>
                  <a:gd name="connsiteX3" fmla="*/ 0 w 8168953"/>
                  <a:gd name="connsiteY3" fmla="*/ 1527651 h 3100429"/>
                  <a:gd name="connsiteX4" fmla="*/ 2721 w 8168953"/>
                  <a:gd name="connsiteY4" fmla="*/ 0 h 3100429"/>
                  <a:gd name="connsiteX5" fmla="*/ 4074472 w 8168953"/>
                  <a:gd name="connsiteY5" fmla="*/ 1465296 h 3100429"/>
                  <a:gd name="connsiteX6" fmla="*/ 8168119 w 8168953"/>
                  <a:gd name="connsiteY6" fmla="*/ 7337 h 3100429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72202 w 8166683"/>
                  <a:gd name="connsiteY5" fmla="*/ 1465296 h 3099826"/>
                  <a:gd name="connsiteX6" fmla="*/ 8165849 w 8166683"/>
                  <a:gd name="connsiteY6" fmla="*/ 7337 h 3099826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72202 w 8166683"/>
                  <a:gd name="connsiteY5" fmla="*/ 1465296 h 3099826"/>
                  <a:gd name="connsiteX6" fmla="*/ 8165849 w 8166683"/>
                  <a:gd name="connsiteY6" fmla="*/ 7337 h 3099826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61168 w 8166683"/>
                  <a:gd name="connsiteY5" fmla="*/ 1438511 h 3099826"/>
                  <a:gd name="connsiteX6" fmla="*/ 8165849 w 8166683"/>
                  <a:gd name="connsiteY6" fmla="*/ 7337 h 3099826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61168 w 8166683"/>
                  <a:gd name="connsiteY5" fmla="*/ 1438511 h 3099826"/>
                  <a:gd name="connsiteX6" fmla="*/ 8165849 w 8166683"/>
                  <a:gd name="connsiteY6" fmla="*/ 7337 h 309982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8166683" h="3099826">
                    <a:moveTo>
                      <a:pt x="8165849" y="7337"/>
                    </a:moveTo>
                    <a:lnTo>
                      <a:pt x="8166683" y="1636654"/>
                    </a:lnTo>
                    <a:cubicBezTo>
                      <a:pt x="7917761" y="2728489"/>
                      <a:pt x="5475903" y="3100137"/>
                      <a:pt x="4116250" y="3099826"/>
                    </a:cubicBezTo>
                    <a:cubicBezTo>
                      <a:pt x="2756597" y="3099515"/>
                      <a:pt x="245424" y="2744647"/>
                      <a:pt x="8764" y="1634789"/>
                    </a:cubicBezTo>
                    <a:cubicBezTo>
                      <a:pt x="11928" y="1215900"/>
                      <a:pt x="-2713" y="418889"/>
                      <a:pt x="451" y="0"/>
                    </a:cubicBezTo>
                    <a:cubicBezTo>
                      <a:pt x="385485" y="953840"/>
                      <a:pt x="2700268" y="1437288"/>
                      <a:pt x="4061168" y="1438511"/>
                    </a:cubicBezTo>
                    <a:cubicBezTo>
                      <a:pt x="5422068" y="1439734"/>
                      <a:pt x="7793228" y="1089449"/>
                      <a:pt x="8165849" y="7337"/>
                    </a:cubicBezTo>
                    <a:close/>
                  </a:path>
                </a:pathLst>
              </a:custGeom>
              <a:gradFill>
                <a:gsLst>
                  <a:gs pos="0">
                    <a:srgbClr val="B8C2C9"/>
                  </a:gs>
                  <a:gs pos="21000">
                    <a:schemeClr val="bg1"/>
                  </a:gs>
                  <a:gs pos="60000">
                    <a:srgbClr val="D6DCE0"/>
                  </a:gs>
                  <a:gs pos="100000">
                    <a:srgbClr val="B8C2C9"/>
                  </a:gs>
                </a:gsLst>
                <a:lin ang="0" scaled="0"/>
              </a:gradFill>
              <a:ln w="63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                   </a:t>
                </a:r>
              </a:p>
            </p:txBody>
          </p:sp>
          <p:sp>
            <p:nvSpPr>
              <p:cNvPr id="377" name="Oval 376">
                <a:extLst>
                  <a:ext uri="{FF2B5EF4-FFF2-40B4-BE49-F238E27FC236}">
                    <a16:creationId xmlns:a16="http://schemas.microsoft.com/office/drawing/2014/main" id="{3AA2CC76-F113-C14C-984F-346FA0D1B8A9}"/>
                  </a:ext>
                </a:extLst>
              </p:cNvPr>
              <p:cNvSpPr/>
              <p:nvPr/>
            </p:nvSpPr>
            <p:spPr>
              <a:xfrm>
                <a:off x="7494729" y="2774731"/>
                <a:ext cx="1480163" cy="579140"/>
              </a:xfrm>
              <a:prstGeom prst="ellipse">
                <a:avLst/>
              </a:prstGeom>
              <a:solidFill>
                <a:srgbClr val="B8C2C9"/>
              </a:solidFill>
              <a:ln w="63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              </a:t>
                </a:r>
              </a:p>
            </p:txBody>
          </p:sp>
          <p:grpSp>
            <p:nvGrpSpPr>
              <p:cNvPr id="378" name="Group 377">
                <a:extLst>
                  <a:ext uri="{FF2B5EF4-FFF2-40B4-BE49-F238E27FC236}">
                    <a16:creationId xmlns:a16="http://schemas.microsoft.com/office/drawing/2014/main" id="{7E39A53A-6A4C-9447-8041-9F0D2A00ED0E}"/>
                  </a:ext>
                </a:extLst>
              </p:cNvPr>
              <p:cNvGrpSpPr/>
              <p:nvPr/>
            </p:nvGrpSpPr>
            <p:grpSpPr>
              <a:xfrm>
                <a:off x="7713663" y="2848339"/>
                <a:ext cx="1042107" cy="425543"/>
                <a:chOff x="7786941" y="2884917"/>
                <a:chExt cx="897649" cy="353919"/>
              </a:xfrm>
            </p:grpSpPr>
            <p:sp>
              <p:nvSpPr>
                <p:cNvPr id="379" name="Freeform 378">
                  <a:extLst>
                    <a:ext uri="{FF2B5EF4-FFF2-40B4-BE49-F238E27FC236}">
                      <a16:creationId xmlns:a16="http://schemas.microsoft.com/office/drawing/2014/main" id="{FD65F441-AFFF-784A-9E7E-A12401A50559}"/>
                    </a:ext>
                  </a:extLst>
                </p:cNvPr>
                <p:cNvSpPr/>
                <p:nvPr/>
              </p:nvSpPr>
              <p:spPr>
                <a:xfrm>
                  <a:off x="7811770" y="2884917"/>
                  <a:ext cx="849158" cy="198115"/>
                </a:xfrm>
                <a:custGeom>
                  <a:avLst/>
                  <a:gdLst>
                    <a:gd name="connsiteX0" fmla="*/ 3725333 w 4588933"/>
                    <a:gd name="connsiteY0" fmla="*/ 0 h 1049866"/>
                    <a:gd name="connsiteX1" fmla="*/ 4588933 w 4588933"/>
                    <a:gd name="connsiteY1" fmla="*/ 270933 h 1049866"/>
                    <a:gd name="connsiteX2" fmla="*/ 3962400 w 4588933"/>
                    <a:gd name="connsiteY2" fmla="*/ 541866 h 1049866"/>
                    <a:gd name="connsiteX3" fmla="*/ 3742267 w 4588933"/>
                    <a:gd name="connsiteY3" fmla="*/ 457200 h 1049866"/>
                    <a:gd name="connsiteX4" fmla="*/ 2269067 w 4588933"/>
                    <a:gd name="connsiteY4" fmla="*/ 1049866 h 1049866"/>
                    <a:gd name="connsiteX5" fmla="*/ 880533 w 4588933"/>
                    <a:gd name="connsiteY5" fmla="*/ 457200 h 1049866"/>
                    <a:gd name="connsiteX6" fmla="*/ 592667 w 4588933"/>
                    <a:gd name="connsiteY6" fmla="*/ 541866 h 1049866"/>
                    <a:gd name="connsiteX7" fmla="*/ 0 w 4588933"/>
                    <a:gd name="connsiteY7" fmla="*/ 254000 h 1049866"/>
                    <a:gd name="connsiteX8" fmla="*/ 880533 w 4588933"/>
                    <a:gd name="connsiteY8" fmla="*/ 16933 h 1049866"/>
                    <a:gd name="connsiteX9" fmla="*/ 2302933 w 4588933"/>
                    <a:gd name="connsiteY9" fmla="*/ 626533 h 1049866"/>
                    <a:gd name="connsiteX10" fmla="*/ 3725333 w 4588933"/>
                    <a:gd name="connsiteY10" fmla="*/ 0 h 1049866"/>
                    <a:gd name="connsiteX0" fmla="*/ 3725333 w 4641485"/>
                    <a:gd name="connsiteY0" fmla="*/ 0 h 1049866"/>
                    <a:gd name="connsiteX1" fmla="*/ 4641485 w 4641485"/>
                    <a:gd name="connsiteY1" fmla="*/ 239402 h 1049866"/>
                    <a:gd name="connsiteX2" fmla="*/ 3962400 w 4641485"/>
                    <a:gd name="connsiteY2" fmla="*/ 541866 h 1049866"/>
                    <a:gd name="connsiteX3" fmla="*/ 3742267 w 4641485"/>
                    <a:gd name="connsiteY3" fmla="*/ 457200 h 1049866"/>
                    <a:gd name="connsiteX4" fmla="*/ 2269067 w 4641485"/>
                    <a:gd name="connsiteY4" fmla="*/ 1049866 h 1049866"/>
                    <a:gd name="connsiteX5" fmla="*/ 880533 w 4641485"/>
                    <a:gd name="connsiteY5" fmla="*/ 457200 h 1049866"/>
                    <a:gd name="connsiteX6" fmla="*/ 592667 w 4641485"/>
                    <a:gd name="connsiteY6" fmla="*/ 541866 h 1049866"/>
                    <a:gd name="connsiteX7" fmla="*/ 0 w 4641485"/>
                    <a:gd name="connsiteY7" fmla="*/ 254000 h 1049866"/>
                    <a:gd name="connsiteX8" fmla="*/ 880533 w 4641485"/>
                    <a:gd name="connsiteY8" fmla="*/ 16933 h 1049866"/>
                    <a:gd name="connsiteX9" fmla="*/ 2302933 w 4641485"/>
                    <a:gd name="connsiteY9" fmla="*/ 626533 h 1049866"/>
                    <a:gd name="connsiteX10" fmla="*/ 3725333 w 4641485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73798 w 4673016"/>
                    <a:gd name="connsiteY3" fmla="*/ 457200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34464 w 4673016"/>
                    <a:gd name="connsiteY9" fmla="*/ 62653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84308 w 4673016"/>
                    <a:gd name="connsiteY3" fmla="*/ 404648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34464 w 4673016"/>
                    <a:gd name="connsiteY9" fmla="*/ 62653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94818 w 4673016"/>
                    <a:gd name="connsiteY3" fmla="*/ 436179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34464 w 4673016"/>
                    <a:gd name="connsiteY9" fmla="*/ 62653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94818 w 4673016"/>
                    <a:gd name="connsiteY3" fmla="*/ 436179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23954 w 4673016"/>
                    <a:gd name="connsiteY9" fmla="*/ 61602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94818 w 4673016"/>
                    <a:gd name="connsiteY3" fmla="*/ 436179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75021 h 1049866"/>
                    <a:gd name="connsiteX8" fmla="*/ 912064 w 4673016"/>
                    <a:gd name="connsiteY8" fmla="*/ 16933 h 1049866"/>
                    <a:gd name="connsiteX9" fmla="*/ 2323954 w 4673016"/>
                    <a:gd name="connsiteY9" fmla="*/ 61602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815839 w 4673016"/>
                    <a:gd name="connsiteY3" fmla="*/ 467710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75021 h 1049866"/>
                    <a:gd name="connsiteX8" fmla="*/ 912064 w 4673016"/>
                    <a:gd name="connsiteY8" fmla="*/ 16933 h 1049866"/>
                    <a:gd name="connsiteX9" fmla="*/ 2323954 w 4673016"/>
                    <a:gd name="connsiteY9" fmla="*/ 616023 h 1049866"/>
                    <a:gd name="connsiteX10" fmla="*/ 3756864 w 4673016"/>
                    <a:gd name="connsiteY10" fmla="*/ 0 h 104986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</a:cxnLst>
                  <a:rect l="l" t="t" r="r" b="b"/>
                  <a:pathLst>
                    <a:path w="4673016" h="1049866">
                      <a:moveTo>
                        <a:pt x="3756864" y="0"/>
                      </a:moveTo>
                      <a:lnTo>
                        <a:pt x="4673016" y="239402"/>
                      </a:lnTo>
                      <a:lnTo>
                        <a:pt x="3993931" y="541866"/>
                      </a:lnTo>
                      <a:lnTo>
                        <a:pt x="3815839" y="467710"/>
                      </a:lnTo>
                      <a:lnTo>
                        <a:pt x="2300598" y="1049866"/>
                      </a:lnTo>
                      <a:lnTo>
                        <a:pt x="912064" y="457200"/>
                      </a:lnTo>
                      <a:lnTo>
                        <a:pt x="624198" y="541866"/>
                      </a:lnTo>
                      <a:lnTo>
                        <a:pt x="0" y="275021"/>
                      </a:lnTo>
                      <a:lnTo>
                        <a:pt x="912064" y="16933"/>
                      </a:lnTo>
                      <a:lnTo>
                        <a:pt x="2323954" y="616023"/>
                      </a:lnTo>
                      <a:lnTo>
                        <a:pt x="3756864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380" name="Freeform 379">
                  <a:extLst>
                    <a:ext uri="{FF2B5EF4-FFF2-40B4-BE49-F238E27FC236}">
                      <a16:creationId xmlns:a16="http://schemas.microsoft.com/office/drawing/2014/main" id="{BDC2E7FE-33B7-6444-B08B-904F22DE214D}"/>
                    </a:ext>
                  </a:extLst>
                </p:cNvPr>
                <p:cNvSpPr/>
                <p:nvPr/>
              </p:nvSpPr>
              <p:spPr>
                <a:xfrm>
                  <a:off x="8367548" y="3054383"/>
                  <a:ext cx="317042" cy="170569"/>
                </a:xfrm>
                <a:custGeom>
                  <a:avLst/>
                  <a:gdLst>
                    <a:gd name="connsiteX0" fmla="*/ 21021 w 1744718"/>
                    <a:gd name="connsiteY0" fmla="*/ 0 h 903890"/>
                    <a:gd name="connsiteX1" fmla="*/ 1744718 w 1744718"/>
                    <a:gd name="connsiteY1" fmla="*/ 693683 h 903890"/>
                    <a:gd name="connsiteX2" fmla="*/ 1145628 w 1744718"/>
                    <a:gd name="connsiteY2" fmla="*/ 903890 h 903890"/>
                    <a:gd name="connsiteX3" fmla="*/ 0 w 1744718"/>
                    <a:gd name="connsiteY3" fmla="*/ 451945 h 903890"/>
                    <a:gd name="connsiteX4" fmla="*/ 21021 w 1744718"/>
                    <a:gd name="connsiteY4" fmla="*/ 0 h 90389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744718" h="903890">
                      <a:moveTo>
                        <a:pt x="21021" y="0"/>
                      </a:moveTo>
                      <a:lnTo>
                        <a:pt x="1744718" y="693683"/>
                      </a:lnTo>
                      <a:lnTo>
                        <a:pt x="1145628" y="903890"/>
                      </a:lnTo>
                      <a:lnTo>
                        <a:pt x="0" y="451945"/>
                      </a:lnTo>
                      <a:lnTo>
                        <a:pt x="21021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381" name="Freeform 380">
                  <a:extLst>
                    <a:ext uri="{FF2B5EF4-FFF2-40B4-BE49-F238E27FC236}">
                      <a16:creationId xmlns:a16="http://schemas.microsoft.com/office/drawing/2014/main" id="{41F78A03-BAD1-9143-B9CC-1AB179094EBD}"/>
                    </a:ext>
                  </a:extLst>
                </p:cNvPr>
                <p:cNvSpPr/>
                <p:nvPr/>
              </p:nvSpPr>
              <p:spPr>
                <a:xfrm>
                  <a:off x="7786941" y="3054383"/>
                  <a:ext cx="311312" cy="168585"/>
                </a:xfrm>
                <a:custGeom>
                  <a:avLst/>
                  <a:gdLst>
                    <a:gd name="connsiteX0" fmla="*/ 1702676 w 1713187"/>
                    <a:gd name="connsiteY0" fmla="*/ 0 h 893380"/>
                    <a:gd name="connsiteX1" fmla="*/ 1713187 w 1713187"/>
                    <a:gd name="connsiteY1" fmla="*/ 472966 h 893380"/>
                    <a:gd name="connsiteX2" fmla="*/ 578069 w 1713187"/>
                    <a:gd name="connsiteY2" fmla="*/ 893380 h 893380"/>
                    <a:gd name="connsiteX3" fmla="*/ 0 w 1713187"/>
                    <a:gd name="connsiteY3" fmla="*/ 693683 h 893380"/>
                    <a:gd name="connsiteX4" fmla="*/ 1702676 w 1713187"/>
                    <a:gd name="connsiteY4" fmla="*/ 0 h 89338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713187" h="893380">
                      <a:moveTo>
                        <a:pt x="1702676" y="0"/>
                      </a:moveTo>
                      <a:lnTo>
                        <a:pt x="1713187" y="472966"/>
                      </a:lnTo>
                      <a:lnTo>
                        <a:pt x="578069" y="893380"/>
                      </a:lnTo>
                      <a:lnTo>
                        <a:pt x="0" y="693683"/>
                      </a:lnTo>
                      <a:lnTo>
                        <a:pt x="1702676" y="0"/>
                      </a:lnTo>
                      <a:close/>
                    </a:path>
                  </a:pathLst>
                </a:custGeom>
                <a:solidFill>
                  <a:srgbClr val="0000A8"/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382" name="Freeform 381">
                  <a:extLst>
                    <a:ext uri="{FF2B5EF4-FFF2-40B4-BE49-F238E27FC236}">
                      <a16:creationId xmlns:a16="http://schemas.microsoft.com/office/drawing/2014/main" id="{64595B59-938C-5946-9606-2F6D25849D57}"/>
                    </a:ext>
                  </a:extLst>
                </p:cNvPr>
                <p:cNvSpPr/>
                <p:nvPr/>
              </p:nvSpPr>
              <p:spPr>
                <a:xfrm>
                  <a:off x="7895013" y="2971083"/>
                  <a:ext cx="676892" cy="267753"/>
                </a:xfrm>
                <a:custGeom>
                  <a:avLst/>
                  <a:gdLst>
                    <a:gd name="connsiteX0" fmla="*/ 599089 w 4162096"/>
                    <a:gd name="connsiteY0" fmla="*/ 273269 h 1618593"/>
                    <a:gd name="connsiteX1" fmla="*/ 882869 w 4162096"/>
                    <a:gd name="connsiteY1" fmla="*/ 199697 h 1618593"/>
                    <a:gd name="connsiteX2" fmla="*/ 2312276 w 4162096"/>
                    <a:gd name="connsiteY2" fmla="*/ 798786 h 1618593"/>
                    <a:gd name="connsiteX3" fmla="*/ 3794234 w 4162096"/>
                    <a:gd name="connsiteY3" fmla="*/ 199697 h 1618593"/>
                    <a:gd name="connsiteX4" fmla="*/ 4014951 w 4162096"/>
                    <a:gd name="connsiteY4" fmla="*/ 273269 h 1618593"/>
                    <a:gd name="connsiteX5" fmla="*/ 3058510 w 4162096"/>
                    <a:gd name="connsiteY5" fmla="*/ 641131 h 1618593"/>
                    <a:gd name="connsiteX6" fmla="*/ 3026979 w 4162096"/>
                    <a:gd name="connsiteY6" fmla="*/ 1114097 h 1618593"/>
                    <a:gd name="connsiteX7" fmla="*/ 4162096 w 4162096"/>
                    <a:gd name="connsiteY7" fmla="*/ 1545021 h 1618593"/>
                    <a:gd name="connsiteX8" fmla="*/ 3878317 w 4162096"/>
                    <a:gd name="connsiteY8" fmla="*/ 1608083 h 1618593"/>
                    <a:gd name="connsiteX9" fmla="*/ 2301765 w 4162096"/>
                    <a:gd name="connsiteY9" fmla="*/ 945931 h 1618593"/>
                    <a:gd name="connsiteX10" fmla="*/ 693682 w 4162096"/>
                    <a:gd name="connsiteY10" fmla="*/ 1618593 h 1618593"/>
                    <a:gd name="connsiteX11" fmla="*/ 430924 w 4162096"/>
                    <a:gd name="connsiteY11" fmla="*/ 1524000 h 1618593"/>
                    <a:gd name="connsiteX12" fmla="*/ 1576551 w 4162096"/>
                    <a:gd name="connsiteY12" fmla="*/ 1082566 h 1618593"/>
                    <a:gd name="connsiteX13" fmla="*/ 1545020 w 4162096"/>
                    <a:gd name="connsiteY13" fmla="*/ 609600 h 1618593"/>
                    <a:gd name="connsiteX14" fmla="*/ 0 w 4162096"/>
                    <a:gd name="connsiteY14" fmla="*/ 0 h 1618593"/>
                    <a:gd name="connsiteX15" fmla="*/ 872358 w 4162096"/>
                    <a:gd name="connsiteY15" fmla="*/ 210207 h 1618593"/>
                    <a:gd name="connsiteX16" fmla="*/ 872358 w 4162096"/>
                    <a:gd name="connsiteY16" fmla="*/ 210207 h 1618593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441434 w 3731172"/>
                    <a:gd name="connsiteY14" fmla="*/ 10510 h 1418896"/>
                    <a:gd name="connsiteX15" fmla="*/ 441434 w 3731172"/>
                    <a:gd name="connsiteY15" fmla="*/ 10510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441434 w 3731172"/>
                    <a:gd name="connsiteY14" fmla="*/ 10510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357351 w 3731172"/>
                    <a:gd name="connsiteY14" fmla="*/ 115613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147144 w 3731172"/>
                    <a:gd name="connsiteY14" fmla="*/ 63061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20413 h 1418896"/>
                    <a:gd name="connsiteX14" fmla="*/ 147144 w 3731172"/>
                    <a:gd name="connsiteY14" fmla="*/ 63061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20413 h 1418896"/>
                    <a:gd name="connsiteX14" fmla="*/ 189185 w 3731172"/>
                    <a:gd name="connsiteY14" fmla="*/ 84081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20413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56137 w 3731172"/>
                    <a:gd name="connsiteY13" fmla="*/ 441434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45626 w 3731172"/>
                    <a:gd name="connsiteY13" fmla="*/ 451945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903890 h 1418896"/>
                    <a:gd name="connsiteX13" fmla="*/ 1145626 w 3731172"/>
                    <a:gd name="connsiteY13" fmla="*/ 451945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06565 w 3710151"/>
                    <a:gd name="connsiteY5" fmla="*/ 441434 h 1418896"/>
                    <a:gd name="connsiteX6" fmla="*/ 2575034 w 3710151"/>
                    <a:gd name="connsiteY6" fmla="*/ 914400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06565 w 3710151"/>
                    <a:gd name="connsiteY5" fmla="*/ 441434 h 1418896"/>
                    <a:gd name="connsiteX6" fmla="*/ 2606565 w 3710151"/>
                    <a:gd name="connsiteY6" fmla="*/ 924910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06565 w 3710151"/>
                    <a:gd name="connsiteY5" fmla="*/ 441434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5151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38028 w 3710151"/>
                    <a:gd name="connsiteY2" fmla="*/ 591655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38028 w 3710151"/>
                    <a:gd name="connsiteY2" fmla="*/ 591655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087434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38028 w 3710151"/>
                    <a:gd name="connsiteY2" fmla="*/ 591655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098586 w 3710151"/>
                    <a:gd name="connsiteY12" fmla="*/ 903890 h 1418896"/>
                    <a:gd name="connsiteX13" fmla="*/ 1087434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62012 w 3725019"/>
                    <a:gd name="connsiteY0" fmla="*/ 73572 h 1418896"/>
                    <a:gd name="connsiteX1" fmla="*/ 445792 w 3725019"/>
                    <a:gd name="connsiteY1" fmla="*/ 0 h 1418896"/>
                    <a:gd name="connsiteX2" fmla="*/ 1852896 w 3725019"/>
                    <a:gd name="connsiteY2" fmla="*/ 591655 h 1418896"/>
                    <a:gd name="connsiteX3" fmla="*/ 3357157 w 3725019"/>
                    <a:gd name="connsiteY3" fmla="*/ 0 h 1418896"/>
                    <a:gd name="connsiteX4" fmla="*/ 3577874 w 3725019"/>
                    <a:gd name="connsiteY4" fmla="*/ 73572 h 1418896"/>
                    <a:gd name="connsiteX5" fmla="*/ 2632585 w 3725019"/>
                    <a:gd name="connsiteY5" fmla="*/ 448868 h 1418896"/>
                    <a:gd name="connsiteX6" fmla="*/ 2625150 w 3725019"/>
                    <a:gd name="connsiteY6" fmla="*/ 902607 h 1418896"/>
                    <a:gd name="connsiteX7" fmla="*/ 3725019 w 3725019"/>
                    <a:gd name="connsiteY7" fmla="*/ 1345324 h 1418896"/>
                    <a:gd name="connsiteX8" fmla="*/ 3441240 w 3725019"/>
                    <a:gd name="connsiteY8" fmla="*/ 1408386 h 1418896"/>
                    <a:gd name="connsiteX9" fmla="*/ 1864688 w 3725019"/>
                    <a:gd name="connsiteY9" fmla="*/ 746234 h 1418896"/>
                    <a:gd name="connsiteX10" fmla="*/ 256605 w 3725019"/>
                    <a:gd name="connsiteY10" fmla="*/ 1418896 h 1418896"/>
                    <a:gd name="connsiteX11" fmla="*/ 0 w 3725019"/>
                    <a:gd name="connsiteY11" fmla="*/ 1331097 h 1418896"/>
                    <a:gd name="connsiteX12" fmla="*/ 1113454 w 3725019"/>
                    <a:gd name="connsiteY12" fmla="*/ 903890 h 1418896"/>
                    <a:gd name="connsiteX13" fmla="*/ 1102302 w 3725019"/>
                    <a:gd name="connsiteY13" fmla="*/ 451945 h 1418896"/>
                    <a:gd name="connsiteX14" fmla="*/ 183032 w 3725019"/>
                    <a:gd name="connsiteY14" fmla="*/ 84081 h 1418896"/>
                    <a:gd name="connsiteX15" fmla="*/ 162012 w 3725019"/>
                    <a:gd name="connsiteY15" fmla="*/ 73572 h 141889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</a:cxnLst>
                  <a:rect l="l" t="t" r="r" b="b"/>
                  <a:pathLst>
                    <a:path w="3725019" h="1418896">
                      <a:moveTo>
                        <a:pt x="162012" y="73572"/>
                      </a:moveTo>
                      <a:lnTo>
                        <a:pt x="445792" y="0"/>
                      </a:lnTo>
                      <a:lnTo>
                        <a:pt x="1852896" y="591655"/>
                      </a:lnTo>
                      <a:lnTo>
                        <a:pt x="3357157" y="0"/>
                      </a:lnTo>
                      <a:lnTo>
                        <a:pt x="3577874" y="73572"/>
                      </a:lnTo>
                      <a:lnTo>
                        <a:pt x="2632585" y="448868"/>
                      </a:lnTo>
                      <a:lnTo>
                        <a:pt x="2625150" y="902607"/>
                      </a:lnTo>
                      <a:lnTo>
                        <a:pt x="3725019" y="1345324"/>
                      </a:lnTo>
                      <a:lnTo>
                        <a:pt x="3441240" y="1408386"/>
                      </a:lnTo>
                      <a:lnTo>
                        <a:pt x="1864688" y="746234"/>
                      </a:lnTo>
                      <a:lnTo>
                        <a:pt x="256605" y="1418896"/>
                      </a:lnTo>
                      <a:lnTo>
                        <a:pt x="0" y="1331097"/>
                      </a:lnTo>
                      <a:lnTo>
                        <a:pt x="1113454" y="903890"/>
                      </a:lnTo>
                      <a:cubicBezTo>
                        <a:pt x="1113454" y="760249"/>
                        <a:pt x="1102302" y="595586"/>
                        <a:pt x="1102302" y="451945"/>
                      </a:cubicBezTo>
                      <a:lnTo>
                        <a:pt x="183032" y="84081"/>
                      </a:lnTo>
                      <a:cubicBezTo>
                        <a:pt x="26317" y="21019"/>
                        <a:pt x="169019" y="77075"/>
                        <a:pt x="162012" y="73572"/>
                      </a:cubicBezTo>
                      <a:close/>
                    </a:path>
                  </a:pathLst>
                </a:custGeom>
                <a:solidFill>
                  <a:schemeClr val="accent1">
                    <a:lumMod val="60000"/>
                    <a:lumOff val="40000"/>
                  </a:schemeClr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p:grpSp>
        </p:grpSp>
        <p:grpSp>
          <p:nvGrpSpPr>
            <p:cNvPr id="239" name="Group 238">
              <a:extLst>
                <a:ext uri="{FF2B5EF4-FFF2-40B4-BE49-F238E27FC236}">
                  <a16:creationId xmlns:a16="http://schemas.microsoft.com/office/drawing/2014/main" id="{9DABF91B-74EC-F349-B2CC-4C1F22F9D513}"/>
                </a:ext>
              </a:extLst>
            </p:cNvPr>
            <p:cNvGrpSpPr/>
            <p:nvPr/>
          </p:nvGrpSpPr>
          <p:grpSpPr>
            <a:xfrm>
              <a:off x="4094463" y="5164346"/>
              <a:ext cx="496248" cy="260542"/>
              <a:chOff x="7493876" y="2774731"/>
              <a:chExt cx="1481958" cy="894622"/>
            </a:xfrm>
          </p:grpSpPr>
          <p:sp>
            <p:nvSpPr>
              <p:cNvPr id="369" name="Freeform 368">
                <a:extLst>
                  <a:ext uri="{FF2B5EF4-FFF2-40B4-BE49-F238E27FC236}">
                    <a16:creationId xmlns:a16="http://schemas.microsoft.com/office/drawing/2014/main" id="{BDEA1EA3-F38A-6B4E-B686-E5B780B4664D}"/>
                  </a:ext>
                </a:extLst>
              </p:cNvPr>
              <p:cNvSpPr/>
              <p:nvPr/>
            </p:nvSpPr>
            <p:spPr>
              <a:xfrm>
                <a:off x="7493876" y="3084399"/>
                <a:ext cx="1481958" cy="584954"/>
              </a:xfrm>
              <a:custGeom>
                <a:avLst/>
                <a:gdLst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88524 w 8187558"/>
                  <a:gd name="connsiteY5" fmla="*/ 1597573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88524 w 8187558"/>
                  <a:gd name="connsiteY5" fmla="*/ 1597573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76538 w 8176538"/>
                  <a:gd name="connsiteY0" fmla="*/ 0 h 2638097"/>
                  <a:gd name="connsiteX1" fmla="*/ 8176538 w 8176538"/>
                  <a:gd name="connsiteY1" fmla="*/ 1271752 h 2638097"/>
                  <a:gd name="connsiteX2" fmla="*/ 4088015 w 8176538"/>
                  <a:gd name="connsiteY2" fmla="*/ 2638097 h 2638097"/>
                  <a:gd name="connsiteX3" fmla="*/ 0 w 8176538"/>
                  <a:gd name="connsiteY3" fmla="*/ 1269888 h 2638097"/>
                  <a:gd name="connsiteX4" fmla="*/ 20511 w 8176538"/>
                  <a:gd name="connsiteY4" fmla="*/ 147145 h 2638097"/>
                  <a:gd name="connsiteX5" fmla="*/ 4088015 w 8176538"/>
                  <a:gd name="connsiteY5" fmla="*/ 1566042 h 2638097"/>
                  <a:gd name="connsiteX6" fmla="*/ 8176538 w 8176538"/>
                  <a:gd name="connsiteY6" fmla="*/ 0 h 2638097"/>
                  <a:gd name="connsiteX0" fmla="*/ 8176538 w 8176538"/>
                  <a:gd name="connsiteY0" fmla="*/ 0 h 2772020"/>
                  <a:gd name="connsiteX1" fmla="*/ 8176538 w 8176538"/>
                  <a:gd name="connsiteY1" fmla="*/ 1271752 h 2772020"/>
                  <a:gd name="connsiteX2" fmla="*/ 4099034 w 8176538"/>
                  <a:gd name="connsiteY2" fmla="*/ 2772020 h 2772020"/>
                  <a:gd name="connsiteX3" fmla="*/ 0 w 8176538"/>
                  <a:gd name="connsiteY3" fmla="*/ 1269888 h 2772020"/>
                  <a:gd name="connsiteX4" fmla="*/ 20511 w 8176538"/>
                  <a:gd name="connsiteY4" fmla="*/ 147145 h 2772020"/>
                  <a:gd name="connsiteX5" fmla="*/ 4088015 w 8176538"/>
                  <a:gd name="connsiteY5" fmla="*/ 1566042 h 2772020"/>
                  <a:gd name="connsiteX6" fmla="*/ 8176538 w 8176538"/>
                  <a:gd name="connsiteY6" fmla="*/ 0 h 2772020"/>
                  <a:gd name="connsiteX0" fmla="*/ 8176538 w 8176538"/>
                  <a:gd name="connsiteY0" fmla="*/ 0 h 2772339"/>
                  <a:gd name="connsiteX1" fmla="*/ 8176538 w 8176538"/>
                  <a:gd name="connsiteY1" fmla="*/ 1378890 h 2772339"/>
                  <a:gd name="connsiteX2" fmla="*/ 4099034 w 8176538"/>
                  <a:gd name="connsiteY2" fmla="*/ 2772020 h 2772339"/>
                  <a:gd name="connsiteX3" fmla="*/ 0 w 8176538"/>
                  <a:gd name="connsiteY3" fmla="*/ 1269888 h 2772339"/>
                  <a:gd name="connsiteX4" fmla="*/ 20511 w 8176538"/>
                  <a:gd name="connsiteY4" fmla="*/ 147145 h 2772339"/>
                  <a:gd name="connsiteX5" fmla="*/ 4088015 w 8176538"/>
                  <a:gd name="connsiteY5" fmla="*/ 1566042 h 2772339"/>
                  <a:gd name="connsiteX6" fmla="*/ 8176538 w 8176538"/>
                  <a:gd name="connsiteY6" fmla="*/ 0 h 2772339"/>
                  <a:gd name="connsiteX0" fmla="*/ 8176538 w 8176538"/>
                  <a:gd name="connsiteY0" fmla="*/ 0 h 2825888"/>
                  <a:gd name="connsiteX1" fmla="*/ 8176538 w 8176538"/>
                  <a:gd name="connsiteY1" fmla="*/ 1378890 h 2825888"/>
                  <a:gd name="connsiteX2" fmla="*/ 4099034 w 8176538"/>
                  <a:gd name="connsiteY2" fmla="*/ 2825590 h 2825888"/>
                  <a:gd name="connsiteX3" fmla="*/ 0 w 8176538"/>
                  <a:gd name="connsiteY3" fmla="*/ 1269888 h 2825888"/>
                  <a:gd name="connsiteX4" fmla="*/ 20511 w 8176538"/>
                  <a:gd name="connsiteY4" fmla="*/ 147145 h 2825888"/>
                  <a:gd name="connsiteX5" fmla="*/ 4088015 w 8176538"/>
                  <a:gd name="connsiteY5" fmla="*/ 1566042 h 2825888"/>
                  <a:gd name="connsiteX6" fmla="*/ 8176538 w 8176538"/>
                  <a:gd name="connsiteY6" fmla="*/ 0 h 2825888"/>
                  <a:gd name="connsiteX0" fmla="*/ 8165518 w 8165518"/>
                  <a:gd name="connsiteY0" fmla="*/ 0 h 2825606"/>
                  <a:gd name="connsiteX1" fmla="*/ 8165518 w 8165518"/>
                  <a:gd name="connsiteY1" fmla="*/ 1378890 h 2825606"/>
                  <a:gd name="connsiteX2" fmla="*/ 4088014 w 8165518"/>
                  <a:gd name="connsiteY2" fmla="*/ 2825590 h 2825606"/>
                  <a:gd name="connsiteX3" fmla="*/ 0 w 8165518"/>
                  <a:gd name="connsiteY3" fmla="*/ 1403811 h 2825606"/>
                  <a:gd name="connsiteX4" fmla="*/ 9491 w 8165518"/>
                  <a:gd name="connsiteY4" fmla="*/ 147145 h 2825606"/>
                  <a:gd name="connsiteX5" fmla="*/ 4076995 w 8165518"/>
                  <a:gd name="connsiteY5" fmla="*/ 1566042 h 2825606"/>
                  <a:gd name="connsiteX6" fmla="*/ 8165518 w 8165518"/>
                  <a:gd name="connsiteY6" fmla="*/ 0 h 2825606"/>
                  <a:gd name="connsiteX0" fmla="*/ 8165518 w 8165518"/>
                  <a:gd name="connsiteY0" fmla="*/ 0 h 2879174"/>
                  <a:gd name="connsiteX1" fmla="*/ 8165518 w 8165518"/>
                  <a:gd name="connsiteY1" fmla="*/ 1378890 h 2879174"/>
                  <a:gd name="connsiteX2" fmla="*/ 4132092 w 8165518"/>
                  <a:gd name="connsiteY2" fmla="*/ 2879159 h 2879174"/>
                  <a:gd name="connsiteX3" fmla="*/ 0 w 8165518"/>
                  <a:gd name="connsiteY3" fmla="*/ 1403811 h 2879174"/>
                  <a:gd name="connsiteX4" fmla="*/ 9491 w 8165518"/>
                  <a:gd name="connsiteY4" fmla="*/ 147145 h 2879174"/>
                  <a:gd name="connsiteX5" fmla="*/ 4076995 w 8165518"/>
                  <a:gd name="connsiteY5" fmla="*/ 1566042 h 2879174"/>
                  <a:gd name="connsiteX6" fmla="*/ 8165518 w 8165518"/>
                  <a:gd name="connsiteY6" fmla="*/ 0 h 2879174"/>
                  <a:gd name="connsiteX0" fmla="*/ 8165518 w 8176537"/>
                  <a:gd name="connsiteY0" fmla="*/ 0 h 2879410"/>
                  <a:gd name="connsiteX1" fmla="*/ 8176537 w 8176537"/>
                  <a:gd name="connsiteY1" fmla="*/ 1499420 h 2879410"/>
                  <a:gd name="connsiteX2" fmla="*/ 4132092 w 8176537"/>
                  <a:gd name="connsiteY2" fmla="*/ 2879159 h 2879410"/>
                  <a:gd name="connsiteX3" fmla="*/ 0 w 8176537"/>
                  <a:gd name="connsiteY3" fmla="*/ 1403811 h 2879410"/>
                  <a:gd name="connsiteX4" fmla="*/ 9491 w 8176537"/>
                  <a:gd name="connsiteY4" fmla="*/ 147145 h 2879410"/>
                  <a:gd name="connsiteX5" fmla="*/ 4076995 w 8176537"/>
                  <a:gd name="connsiteY5" fmla="*/ 1566042 h 2879410"/>
                  <a:gd name="connsiteX6" fmla="*/ 8165518 w 8176537"/>
                  <a:gd name="connsiteY6" fmla="*/ 0 h 2879410"/>
                  <a:gd name="connsiteX0" fmla="*/ 8165518 w 8176537"/>
                  <a:gd name="connsiteY0" fmla="*/ 0 h 2879262"/>
                  <a:gd name="connsiteX1" fmla="*/ 8176537 w 8176537"/>
                  <a:gd name="connsiteY1" fmla="*/ 1499420 h 2879262"/>
                  <a:gd name="connsiteX2" fmla="*/ 4132092 w 8176537"/>
                  <a:gd name="connsiteY2" fmla="*/ 2879159 h 2879262"/>
                  <a:gd name="connsiteX3" fmla="*/ 0 w 8176537"/>
                  <a:gd name="connsiteY3" fmla="*/ 1403811 h 2879262"/>
                  <a:gd name="connsiteX4" fmla="*/ 9491 w 8176537"/>
                  <a:gd name="connsiteY4" fmla="*/ 147145 h 2879262"/>
                  <a:gd name="connsiteX5" fmla="*/ 4076995 w 8176537"/>
                  <a:gd name="connsiteY5" fmla="*/ 1566042 h 2879262"/>
                  <a:gd name="connsiteX6" fmla="*/ 8165518 w 8176537"/>
                  <a:gd name="connsiteY6" fmla="*/ 0 h 2879262"/>
                  <a:gd name="connsiteX0" fmla="*/ 8165518 w 8176537"/>
                  <a:gd name="connsiteY0" fmla="*/ 0 h 2879163"/>
                  <a:gd name="connsiteX1" fmla="*/ 8176537 w 8176537"/>
                  <a:gd name="connsiteY1" fmla="*/ 1499420 h 2879163"/>
                  <a:gd name="connsiteX2" fmla="*/ 4132092 w 8176537"/>
                  <a:gd name="connsiteY2" fmla="*/ 2879159 h 2879163"/>
                  <a:gd name="connsiteX3" fmla="*/ 0 w 8176537"/>
                  <a:gd name="connsiteY3" fmla="*/ 1510948 h 2879163"/>
                  <a:gd name="connsiteX4" fmla="*/ 9491 w 8176537"/>
                  <a:gd name="connsiteY4" fmla="*/ 147145 h 2879163"/>
                  <a:gd name="connsiteX5" fmla="*/ 4076995 w 8176537"/>
                  <a:gd name="connsiteY5" fmla="*/ 1566042 h 2879163"/>
                  <a:gd name="connsiteX6" fmla="*/ 8165518 w 8176537"/>
                  <a:gd name="connsiteY6" fmla="*/ 0 h 2879163"/>
                  <a:gd name="connsiteX0" fmla="*/ 8165518 w 8198577"/>
                  <a:gd name="connsiteY0" fmla="*/ 0 h 2879451"/>
                  <a:gd name="connsiteX1" fmla="*/ 8198577 w 8198577"/>
                  <a:gd name="connsiteY1" fmla="*/ 1606558 h 2879451"/>
                  <a:gd name="connsiteX2" fmla="*/ 4132092 w 8198577"/>
                  <a:gd name="connsiteY2" fmla="*/ 2879159 h 2879451"/>
                  <a:gd name="connsiteX3" fmla="*/ 0 w 8198577"/>
                  <a:gd name="connsiteY3" fmla="*/ 1510948 h 2879451"/>
                  <a:gd name="connsiteX4" fmla="*/ 9491 w 8198577"/>
                  <a:gd name="connsiteY4" fmla="*/ 147145 h 2879451"/>
                  <a:gd name="connsiteX5" fmla="*/ 4076995 w 8198577"/>
                  <a:gd name="connsiteY5" fmla="*/ 1566042 h 2879451"/>
                  <a:gd name="connsiteX6" fmla="*/ 8165518 w 8198577"/>
                  <a:gd name="connsiteY6" fmla="*/ 0 h 2879451"/>
                  <a:gd name="connsiteX0" fmla="*/ 8165518 w 8165518"/>
                  <a:gd name="connsiteY0" fmla="*/ 0 h 2880066"/>
                  <a:gd name="connsiteX1" fmla="*/ 8165518 w 8165518"/>
                  <a:gd name="connsiteY1" fmla="*/ 1673520 h 2880066"/>
                  <a:gd name="connsiteX2" fmla="*/ 4132092 w 8165518"/>
                  <a:gd name="connsiteY2" fmla="*/ 2879159 h 2880066"/>
                  <a:gd name="connsiteX3" fmla="*/ 0 w 8165518"/>
                  <a:gd name="connsiteY3" fmla="*/ 1510948 h 2880066"/>
                  <a:gd name="connsiteX4" fmla="*/ 9491 w 8165518"/>
                  <a:gd name="connsiteY4" fmla="*/ 147145 h 2880066"/>
                  <a:gd name="connsiteX5" fmla="*/ 4076995 w 8165518"/>
                  <a:gd name="connsiteY5" fmla="*/ 1566042 h 2880066"/>
                  <a:gd name="connsiteX6" fmla="*/ 8165518 w 8165518"/>
                  <a:gd name="connsiteY6" fmla="*/ 0 h 2880066"/>
                  <a:gd name="connsiteX0" fmla="*/ 8156794 w 8156794"/>
                  <a:gd name="connsiteY0" fmla="*/ 0 h 2879270"/>
                  <a:gd name="connsiteX1" fmla="*/ 8156794 w 8156794"/>
                  <a:gd name="connsiteY1" fmla="*/ 1673520 h 2879270"/>
                  <a:gd name="connsiteX2" fmla="*/ 4123368 w 8156794"/>
                  <a:gd name="connsiteY2" fmla="*/ 2879159 h 2879270"/>
                  <a:gd name="connsiteX3" fmla="*/ 2295 w 8156794"/>
                  <a:gd name="connsiteY3" fmla="*/ 1618086 h 2879270"/>
                  <a:gd name="connsiteX4" fmla="*/ 767 w 8156794"/>
                  <a:gd name="connsiteY4" fmla="*/ 147145 h 2879270"/>
                  <a:gd name="connsiteX5" fmla="*/ 4068271 w 8156794"/>
                  <a:gd name="connsiteY5" fmla="*/ 1566042 h 2879270"/>
                  <a:gd name="connsiteX6" fmla="*/ 8156794 w 8156794"/>
                  <a:gd name="connsiteY6" fmla="*/ 0 h 2879270"/>
                  <a:gd name="connsiteX0" fmla="*/ 8156794 w 8156794"/>
                  <a:gd name="connsiteY0" fmla="*/ 0 h 2973000"/>
                  <a:gd name="connsiteX1" fmla="*/ 8156794 w 8156794"/>
                  <a:gd name="connsiteY1" fmla="*/ 1673520 h 2973000"/>
                  <a:gd name="connsiteX2" fmla="*/ 4134388 w 8156794"/>
                  <a:gd name="connsiteY2" fmla="*/ 2972904 h 2973000"/>
                  <a:gd name="connsiteX3" fmla="*/ 2295 w 8156794"/>
                  <a:gd name="connsiteY3" fmla="*/ 1618086 h 2973000"/>
                  <a:gd name="connsiteX4" fmla="*/ 767 w 8156794"/>
                  <a:gd name="connsiteY4" fmla="*/ 147145 h 2973000"/>
                  <a:gd name="connsiteX5" fmla="*/ 4068271 w 8156794"/>
                  <a:gd name="connsiteY5" fmla="*/ 1566042 h 2973000"/>
                  <a:gd name="connsiteX6" fmla="*/ 8156794 w 8156794"/>
                  <a:gd name="connsiteY6" fmla="*/ 0 h 2973000"/>
                  <a:gd name="connsiteX0" fmla="*/ 8156794 w 8156794"/>
                  <a:gd name="connsiteY0" fmla="*/ 0 h 2973000"/>
                  <a:gd name="connsiteX1" fmla="*/ 8156794 w 8156794"/>
                  <a:gd name="connsiteY1" fmla="*/ 1673520 h 2973000"/>
                  <a:gd name="connsiteX2" fmla="*/ 4134388 w 8156794"/>
                  <a:gd name="connsiteY2" fmla="*/ 2972904 h 2973000"/>
                  <a:gd name="connsiteX3" fmla="*/ 2295 w 8156794"/>
                  <a:gd name="connsiteY3" fmla="*/ 1618086 h 2973000"/>
                  <a:gd name="connsiteX4" fmla="*/ 767 w 8156794"/>
                  <a:gd name="connsiteY4" fmla="*/ 147145 h 2973000"/>
                  <a:gd name="connsiteX5" fmla="*/ 4068271 w 8156794"/>
                  <a:gd name="connsiteY5" fmla="*/ 1566042 h 2973000"/>
                  <a:gd name="connsiteX6" fmla="*/ 8156794 w 8156794"/>
                  <a:gd name="connsiteY6" fmla="*/ 0 h 2973000"/>
                  <a:gd name="connsiteX0" fmla="*/ 8156794 w 8156794"/>
                  <a:gd name="connsiteY0" fmla="*/ 0 h 2973000"/>
                  <a:gd name="connsiteX1" fmla="*/ 8156794 w 8156794"/>
                  <a:gd name="connsiteY1" fmla="*/ 1673520 h 2973000"/>
                  <a:gd name="connsiteX2" fmla="*/ 4134388 w 8156794"/>
                  <a:gd name="connsiteY2" fmla="*/ 2972904 h 2973000"/>
                  <a:gd name="connsiteX3" fmla="*/ 2295 w 8156794"/>
                  <a:gd name="connsiteY3" fmla="*/ 1618086 h 2973000"/>
                  <a:gd name="connsiteX4" fmla="*/ 767 w 8156794"/>
                  <a:gd name="connsiteY4" fmla="*/ 147145 h 2973000"/>
                  <a:gd name="connsiteX5" fmla="*/ 4068271 w 8156794"/>
                  <a:gd name="connsiteY5" fmla="*/ 1566042 h 2973000"/>
                  <a:gd name="connsiteX6" fmla="*/ 8156794 w 8156794"/>
                  <a:gd name="connsiteY6" fmla="*/ 0 h 2973000"/>
                  <a:gd name="connsiteX0" fmla="*/ 8156794 w 8156794"/>
                  <a:gd name="connsiteY0" fmla="*/ 0 h 2973020"/>
                  <a:gd name="connsiteX1" fmla="*/ 8156794 w 8156794"/>
                  <a:gd name="connsiteY1" fmla="*/ 1673520 h 2973020"/>
                  <a:gd name="connsiteX2" fmla="*/ 4134388 w 8156794"/>
                  <a:gd name="connsiteY2" fmla="*/ 2972904 h 2973020"/>
                  <a:gd name="connsiteX3" fmla="*/ 2295 w 8156794"/>
                  <a:gd name="connsiteY3" fmla="*/ 1618086 h 2973020"/>
                  <a:gd name="connsiteX4" fmla="*/ 767 w 8156794"/>
                  <a:gd name="connsiteY4" fmla="*/ 147145 h 2973020"/>
                  <a:gd name="connsiteX5" fmla="*/ 4068271 w 8156794"/>
                  <a:gd name="connsiteY5" fmla="*/ 1566042 h 2973020"/>
                  <a:gd name="connsiteX6" fmla="*/ 8156794 w 8156794"/>
                  <a:gd name="connsiteY6" fmla="*/ 0 h 2973020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141"/>
                  <a:gd name="connsiteX1" fmla="*/ 8156794 w 8156794"/>
                  <a:gd name="connsiteY1" fmla="*/ 1673520 h 2973141"/>
                  <a:gd name="connsiteX2" fmla="*/ 4134388 w 8156794"/>
                  <a:gd name="connsiteY2" fmla="*/ 2972904 h 2973141"/>
                  <a:gd name="connsiteX3" fmla="*/ 2295 w 8156794"/>
                  <a:gd name="connsiteY3" fmla="*/ 1618086 h 2973141"/>
                  <a:gd name="connsiteX4" fmla="*/ 767 w 8156794"/>
                  <a:gd name="connsiteY4" fmla="*/ 147145 h 2973141"/>
                  <a:gd name="connsiteX5" fmla="*/ 4068271 w 8156794"/>
                  <a:gd name="connsiteY5" fmla="*/ 1566042 h 2973141"/>
                  <a:gd name="connsiteX6" fmla="*/ 8156794 w 8156794"/>
                  <a:gd name="connsiteY6" fmla="*/ 0 h 2973141"/>
                  <a:gd name="connsiteX0" fmla="*/ 8156794 w 8156794"/>
                  <a:gd name="connsiteY0" fmla="*/ 0 h 3066827"/>
                  <a:gd name="connsiteX1" fmla="*/ 8156794 w 8156794"/>
                  <a:gd name="connsiteY1" fmla="*/ 1673520 h 3066827"/>
                  <a:gd name="connsiteX2" fmla="*/ 4123353 w 8156794"/>
                  <a:gd name="connsiteY2" fmla="*/ 3066650 h 3066827"/>
                  <a:gd name="connsiteX3" fmla="*/ 2295 w 8156794"/>
                  <a:gd name="connsiteY3" fmla="*/ 1618086 h 3066827"/>
                  <a:gd name="connsiteX4" fmla="*/ 767 w 8156794"/>
                  <a:gd name="connsiteY4" fmla="*/ 147145 h 3066827"/>
                  <a:gd name="connsiteX5" fmla="*/ 4068271 w 8156794"/>
                  <a:gd name="connsiteY5" fmla="*/ 1566042 h 3066827"/>
                  <a:gd name="connsiteX6" fmla="*/ 8156794 w 8156794"/>
                  <a:gd name="connsiteY6" fmla="*/ 0 h 3066827"/>
                  <a:gd name="connsiteX0" fmla="*/ 8123689 w 8156794"/>
                  <a:gd name="connsiteY0" fmla="*/ 0 h 2999866"/>
                  <a:gd name="connsiteX1" fmla="*/ 8156794 w 8156794"/>
                  <a:gd name="connsiteY1" fmla="*/ 1606559 h 2999866"/>
                  <a:gd name="connsiteX2" fmla="*/ 4123353 w 8156794"/>
                  <a:gd name="connsiteY2" fmla="*/ 2999689 h 2999866"/>
                  <a:gd name="connsiteX3" fmla="*/ 2295 w 8156794"/>
                  <a:gd name="connsiteY3" fmla="*/ 1551125 h 2999866"/>
                  <a:gd name="connsiteX4" fmla="*/ 767 w 8156794"/>
                  <a:gd name="connsiteY4" fmla="*/ 80184 h 2999866"/>
                  <a:gd name="connsiteX5" fmla="*/ 4068271 w 8156794"/>
                  <a:gd name="connsiteY5" fmla="*/ 1499081 h 2999866"/>
                  <a:gd name="connsiteX6" fmla="*/ 8123689 w 8156794"/>
                  <a:gd name="connsiteY6" fmla="*/ 0 h 2999866"/>
                  <a:gd name="connsiteX0" fmla="*/ 8167828 w 8167828"/>
                  <a:gd name="connsiteY0" fmla="*/ 0 h 3026651"/>
                  <a:gd name="connsiteX1" fmla="*/ 8156794 w 8167828"/>
                  <a:gd name="connsiteY1" fmla="*/ 1633344 h 3026651"/>
                  <a:gd name="connsiteX2" fmla="*/ 4123353 w 8167828"/>
                  <a:gd name="connsiteY2" fmla="*/ 3026474 h 3026651"/>
                  <a:gd name="connsiteX3" fmla="*/ 2295 w 8167828"/>
                  <a:gd name="connsiteY3" fmla="*/ 1577910 h 3026651"/>
                  <a:gd name="connsiteX4" fmla="*/ 767 w 8167828"/>
                  <a:gd name="connsiteY4" fmla="*/ 106969 h 3026651"/>
                  <a:gd name="connsiteX5" fmla="*/ 4068271 w 8167828"/>
                  <a:gd name="connsiteY5" fmla="*/ 1525866 h 3026651"/>
                  <a:gd name="connsiteX6" fmla="*/ 8167828 w 8167828"/>
                  <a:gd name="connsiteY6" fmla="*/ 0 h 3026651"/>
                  <a:gd name="connsiteX0" fmla="*/ 8167828 w 8167828"/>
                  <a:gd name="connsiteY0" fmla="*/ 0 h 3027228"/>
                  <a:gd name="connsiteX1" fmla="*/ 8145760 w 8167828"/>
                  <a:gd name="connsiteY1" fmla="*/ 1686913 h 3027228"/>
                  <a:gd name="connsiteX2" fmla="*/ 4123353 w 8167828"/>
                  <a:gd name="connsiteY2" fmla="*/ 3026474 h 3027228"/>
                  <a:gd name="connsiteX3" fmla="*/ 2295 w 8167828"/>
                  <a:gd name="connsiteY3" fmla="*/ 1577910 h 3027228"/>
                  <a:gd name="connsiteX4" fmla="*/ 767 w 8167828"/>
                  <a:gd name="connsiteY4" fmla="*/ 106969 h 3027228"/>
                  <a:gd name="connsiteX5" fmla="*/ 4068271 w 8167828"/>
                  <a:gd name="connsiteY5" fmla="*/ 1525866 h 3027228"/>
                  <a:gd name="connsiteX6" fmla="*/ 8167828 w 8167828"/>
                  <a:gd name="connsiteY6" fmla="*/ 0 h 3027228"/>
                  <a:gd name="connsiteX0" fmla="*/ 8156794 w 8156794"/>
                  <a:gd name="connsiteY0" fmla="*/ 0 h 2933483"/>
                  <a:gd name="connsiteX1" fmla="*/ 8145760 w 8156794"/>
                  <a:gd name="connsiteY1" fmla="*/ 1593168 h 2933483"/>
                  <a:gd name="connsiteX2" fmla="*/ 4123353 w 8156794"/>
                  <a:gd name="connsiteY2" fmla="*/ 2932729 h 2933483"/>
                  <a:gd name="connsiteX3" fmla="*/ 2295 w 8156794"/>
                  <a:gd name="connsiteY3" fmla="*/ 1484165 h 2933483"/>
                  <a:gd name="connsiteX4" fmla="*/ 767 w 8156794"/>
                  <a:gd name="connsiteY4" fmla="*/ 13224 h 2933483"/>
                  <a:gd name="connsiteX5" fmla="*/ 4068271 w 8156794"/>
                  <a:gd name="connsiteY5" fmla="*/ 1432121 h 2933483"/>
                  <a:gd name="connsiteX6" fmla="*/ 8156794 w 8156794"/>
                  <a:gd name="connsiteY6" fmla="*/ 0 h 2933483"/>
                  <a:gd name="connsiteX0" fmla="*/ 8156794 w 8156794"/>
                  <a:gd name="connsiteY0" fmla="*/ 0 h 2933483"/>
                  <a:gd name="connsiteX1" fmla="*/ 8145760 w 8156794"/>
                  <a:gd name="connsiteY1" fmla="*/ 1593168 h 2933483"/>
                  <a:gd name="connsiteX2" fmla="*/ 4123353 w 8156794"/>
                  <a:gd name="connsiteY2" fmla="*/ 2932729 h 2933483"/>
                  <a:gd name="connsiteX3" fmla="*/ 2295 w 8156794"/>
                  <a:gd name="connsiteY3" fmla="*/ 1484165 h 2933483"/>
                  <a:gd name="connsiteX4" fmla="*/ 767 w 8156794"/>
                  <a:gd name="connsiteY4" fmla="*/ 13224 h 2933483"/>
                  <a:gd name="connsiteX5" fmla="*/ 4068271 w 8156794"/>
                  <a:gd name="connsiteY5" fmla="*/ 1432121 h 2933483"/>
                  <a:gd name="connsiteX6" fmla="*/ 8156794 w 8156794"/>
                  <a:gd name="connsiteY6" fmla="*/ 0 h 2933483"/>
                  <a:gd name="connsiteX0" fmla="*/ 8123689 w 8145760"/>
                  <a:gd name="connsiteY0" fmla="*/ 13560 h 2920259"/>
                  <a:gd name="connsiteX1" fmla="*/ 8145760 w 8145760"/>
                  <a:gd name="connsiteY1" fmla="*/ 1579944 h 2920259"/>
                  <a:gd name="connsiteX2" fmla="*/ 4123353 w 8145760"/>
                  <a:gd name="connsiteY2" fmla="*/ 2919505 h 2920259"/>
                  <a:gd name="connsiteX3" fmla="*/ 2295 w 8145760"/>
                  <a:gd name="connsiteY3" fmla="*/ 1470941 h 2920259"/>
                  <a:gd name="connsiteX4" fmla="*/ 767 w 8145760"/>
                  <a:gd name="connsiteY4" fmla="*/ 0 h 2920259"/>
                  <a:gd name="connsiteX5" fmla="*/ 4068271 w 8145760"/>
                  <a:gd name="connsiteY5" fmla="*/ 1418897 h 2920259"/>
                  <a:gd name="connsiteX6" fmla="*/ 8123689 w 8145760"/>
                  <a:gd name="connsiteY6" fmla="*/ 13560 h 2920259"/>
                  <a:gd name="connsiteX0" fmla="*/ 8178863 w 8178863"/>
                  <a:gd name="connsiteY0" fmla="*/ 26952 h 2920259"/>
                  <a:gd name="connsiteX1" fmla="*/ 8145760 w 8178863"/>
                  <a:gd name="connsiteY1" fmla="*/ 1579944 h 2920259"/>
                  <a:gd name="connsiteX2" fmla="*/ 4123353 w 8178863"/>
                  <a:gd name="connsiteY2" fmla="*/ 2919505 h 2920259"/>
                  <a:gd name="connsiteX3" fmla="*/ 2295 w 8178863"/>
                  <a:gd name="connsiteY3" fmla="*/ 1470941 h 2920259"/>
                  <a:gd name="connsiteX4" fmla="*/ 767 w 8178863"/>
                  <a:gd name="connsiteY4" fmla="*/ 0 h 2920259"/>
                  <a:gd name="connsiteX5" fmla="*/ 4068271 w 8178863"/>
                  <a:gd name="connsiteY5" fmla="*/ 1418897 h 2920259"/>
                  <a:gd name="connsiteX6" fmla="*/ 8178863 w 8178863"/>
                  <a:gd name="connsiteY6" fmla="*/ 26952 h 2920259"/>
                  <a:gd name="connsiteX0" fmla="*/ 8167827 w 8167827"/>
                  <a:gd name="connsiteY0" fmla="*/ 40343 h 2920259"/>
                  <a:gd name="connsiteX1" fmla="*/ 8145760 w 8167827"/>
                  <a:gd name="connsiteY1" fmla="*/ 1579944 h 2920259"/>
                  <a:gd name="connsiteX2" fmla="*/ 4123353 w 8167827"/>
                  <a:gd name="connsiteY2" fmla="*/ 2919505 h 2920259"/>
                  <a:gd name="connsiteX3" fmla="*/ 2295 w 8167827"/>
                  <a:gd name="connsiteY3" fmla="*/ 1470941 h 2920259"/>
                  <a:gd name="connsiteX4" fmla="*/ 767 w 8167827"/>
                  <a:gd name="connsiteY4" fmla="*/ 0 h 2920259"/>
                  <a:gd name="connsiteX5" fmla="*/ 4068271 w 8167827"/>
                  <a:gd name="connsiteY5" fmla="*/ 1418897 h 2920259"/>
                  <a:gd name="connsiteX6" fmla="*/ 8167827 w 8167827"/>
                  <a:gd name="connsiteY6" fmla="*/ 40343 h 2920259"/>
                  <a:gd name="connsiteX0" fmla="*/ 8123687 w 8145760"/>
                  <a:gd name="connsiteY0" fmla="*/ 53735 h 2920259"/>
                  <a:gd name="connsiteX1" fmla="*/ 8145760 w 8145760"/>
                  <a:gd name="connsiteY1" fmla="*/ 1579944 h 2920259"/>
                  <a:gd name="connsiteX2" fmla="*/ 4123353 w 8145760"/>
                  <a:gd name="connsiteY2" fmla="*/ 2919505 h 2920259"/>
                  <a:gd name="connsiteX3" fmla="*/ 2295 w 8145760"/>
                  <a:gd name="connsiteY3" fmla="*/ 1470941 h 2920259"/>
                  <a:gd name="connsiteX4" fmla="*/ 767 w 8145760"/>
                  <a:gd name="connsiteY4" fmla="*/ 0 h 2920259"/>
                  <a:gd name="connsiteX5" fmla="*/ 4068271 w 8145760"/>
                  <a:gd name="connsiteY5" fmla="*/ 1418897 h 2920259"/>
                  <a:gd name="connsiteX6" fmla="*/ 8123687 w 8145760"/>
                  <a:gd name="connsiteY6" fmla="*/ 53735 h 2920259"/>
                  <a:gd name="connsiteX0" fmla="*/ 8161918 w 8161918"/>
                  <a:gd name="connsiteY0" fmla="*/ 0 h 2943855"/>
                  <a:gd name="connsiteX1" fmla="*/ 8145760 w 8161918"/>
                  <a:gd name="connsiteY1" fmla="*/ 1603540 h 2943855"/>
                  <a:gd name="connsiteX2" fmla="*/ 4123353 w 8161918"/>
                  <a:gd name="connsiteY2" fmla="*/ 2943101 h 2943855"/>
                  <a:gd name="connsiteX3" fmla="*/ 2295 w 8161918"/>
                  <a:gd name="connsiteY3" fmla="*/ 1494537 h 2943855"/>
                  <a:gd name="connsiteX4" fmla="*/ 767 w 8161918"/>
                  <a:gd name="connsiteY4" fmla="*/ 23596 h 2943855"/>
                  <a:gd name="connsiteX5" fmla="*/ 4068271 w 8161918"/>
                  <a:gd name="connsiteY5" fmla="*/ 1442493 h 2943855"/>
                  <a:gd name="connsiteX6" fmla="*/ 8161918 w 8161918"/>
                  <a:gd name="connsiteY6" fmla="*/ 0 h 2943855"/>
                  <a:gd name="connsiteX0" fmla="*/ 8144926 w 8145760"/>
                  <a:gd name="connsiteY0" fmla="*/ 43424 h 2920259"/>
                  <a:gd name="connsiteX1" fmla="*/ 8145760 w 8145760"/>
                  <a:gd name="connsiteY1" fmla="*/ 1579944 h 2920259"/>
                  <a:gd name="connsiteX2" fmla="*/ 4123353 w 8145760"/>
                  <a:gd name="connsiteY2" fmla="*/ 2919505 h 2920259"/>
                  <a:gd name="connsiteX3" fmla="*/ 2295 w 8145760"/>
                  <a:gd name="connsiteY3" fmla="*/ 1470941 h 2920259"/>
                  <a:gd name="connsiteX4" fmla="*/ 767 w 8145760"/>
                  <a:gd name="connsiteY4" fmla="*/ 0 h 2920259"/>
                  <a:gd name="connsiteX5" fmla="*/ 4068271 w 8145760"/>
                  <a:gd name="connsiteY5" fmla="*/ 1418897 h 2920259"/>
                  <a:gd name="connsiteX6" fmla="*/ 8144926 w 8145760"/>
                  <a:gd name="connsiteY6" fmla="*/ 43424 h 2920259"/>
                  <a:gd name="connsiteX0" fmla="*/ 8161918 w 8161918"/>
                  <a:gd name="connsiteY0" fmla="*/ 0 h 2959321"/>
                  <a:gd name="connsiteX1" fmla="*/ 8145760 w 8161918"/>
                  <a:gd name="connsiteY1" fmla="*/ 1619006 h 2959321"/>
                  <a:gd name="connsiteX2" fmla="*/ 4123353 w 8161918"/>
                  <a:gd name="connsiteY2" fmla="*/ 2958567 h 2959321"/>
                  <a:gd name="connsiteX3" fmla="*/ 2295 w 8161918"/>
                  <a:gd name="connsiteY3" fmla="*/ 1510003 h 2959321"/>
                  <a:gd name="connsiteX4" fmla="*/ 767 w 8161918"/>
                  <a:gd name="connsiteY4" fmla="*/ 39062 h 2959321"/>
                  <a:gd name="connsiteX5" fmla="*/ 4068271 w 8161918"/>
                  <a:gd name="connsiteY5" fmla="*/ 1457959 h 2959321"/>
                  <a:gd name="connsiteX6" fmla="*/ 8161918 w 8161918"/>
                  <a:gd name="connsiteY6" fmla="*/ 0 h 2959321"/>
                  <a:gd name="connsiteX0" fmla="*/ 8161918 w 8162752"/>
                  <a:gd name="connsiteY0" fmla="*/ 0 h 2959488"/>
                  <a:gd name="connsiteX1" fmla="*/ 8162752 w 8162752"/>
                  <a:gd name="connsiteY1" fmla="*/ 1629317 h 2959488"/>
                  <a:gd name="connsiteX2" fmla="*/ 4123353 w 8162752"/>
                  <a:gd name="connsiteY2" fmla="*/ 2958567 h 2959488"/>
                  <a:gd name="connsiteX3" fmla="*/ 2295 w 8162752"/>
                  <a:gd name="connsiteY3" fmla="*/ 1510003 h 2959488"/>
                  <a:gd name="connsiteX4" fmla="*/ 767 w 8162752"/>
                  <a:gd name="connsiteY4" fmla="*/ 39062 h 2959488"/>
                  <a:gd name="connsiteX5" fmla="*/ 4068271 w 8162752"/>
                  <a:gd name="connsiteY5" fmla="*/ 1457959 h 2959488"/>
                  <a:gd name="connsiteX6" fmla="*/ 8161918 w 8162752"/>
                  <a:gd name="connsiteY6" fmla="*/ 0 h 2959488"/>
                  <a:gd name="connsiteX0" fmla="*/ 8165930 w 8166764"/>
                  <a:gd name="connsiteY0" fmla="*/ 7337 h 2966825"/>
                  <a:gd name="connsiteX1" fmla="*/ 8166764 w 8166764"/>
                  <a:gd name="connsiteY1" fmla="*/ 1636654 h 2966825"/>
                  <a:gd name="connsiteX2" fmla="*/ 4127365 w 8166764"/>
                  <a:gd name="connsiteY2" fmla="*/ 2965904 h 2966825"/>
                  <a:gd name="connsiteX3" fmla="*/ 6307 w 8166764"/>
                  <a:gd name="connsiteY3" fmla="*/ 1517340 h 2966825"/>
                  <a:gd name="connsiteX4" fmla="*/ 532 w 8166764"/>
                  <a:gd name="connsiteY4" fmla="*/ 0 h 2966825"/>
                  <a:gd name="connsiteX5" fmla="*/ 4072283 w 8166764"/>
                  <a:gd name="connsiteY5" fmla="*/ 1465296 h 2966825"/>
                  <a:gd name="connsiteX6" fmla="*/ 8165930 w 8166764"/>
                  <a:gd name="connsiteY6" fmla="*/ 7337 h 2966825"/>
                  <a:gd name="connsiteX0" fmla="*/ 8168119 w 8168953"/>
                  <a:gd name="connsiteY0" fmla="*/ 7337 h 2966682"/>
                  <a:gd name="connsiteX1" fmla="*/ 8168953 w 8168953"/>
                  <a:gd name="connsiteY1" fmla="*/ 1636654 h 2966682"/>
                  <a:gd name="connsiteX2" fmla="*/ 4129554 w 8168953"/>
                  <a:gd name="connsiteY2" fmla="*/ 2965904 h 2966682"/>
                  <a:gd name="connsiteX3" fmla="*/ 0 w 8168953"/>
                  <a:gd name="connsiteY3" fmla="*/ 1527651 h 2966682"/>
                  <a:gd name="connsiteX4" fmla="*/ 2721 w 8168953"/>
                  <a:gd name="connsiteY4" fmla="*/ 0 h 2966682"/>
                  <a:gd name="connsiteX5" fmla="*/ 4074472 w 8168953"/>
                  <a:gd name="connsiteY5" fmla="*/ 1465296 h 2966682"/>
                  <a:gd name="connsiteX6" fmla="*/ 8168119 w 8168953"/>
                  <a:gd name="connsiteY6" fmla="*/ 7337 h 2966682"/>
                  <a:gd name="connsiteX0" fmla="*/ 8168119 w 8168953"/>
                  <a:gd name="connsiteY0" fmla="*/ 7337 h 3100377"/>
                  <a:gd name="connsiteX1" fmla="*/ 8168953 w 8168953"/>
                  <a:gd name="connsiteY1" fmla="*/ 1636654 h 3100377"/>
                  <a:gd name="connsiteX2" fmla="*/ 4118520 w 8168953"/>
                  <a:gd name="connsiteY2" fmla="*/ 3099826 h 3100377"/>
                  <a:gd name="connsiteX3" fmla="*/ 0 w 8168953"/>
                  <a:gd name="connsiteY3" fmla="*/ 1527651 h 3100377"/>
                  <a:gd name="connsiteX4" fmla="*/ 2721 w 8168953"/>
                  <a:gd name="connsiteY4" fmla="*/ 0 h 3100377"/>
                  <a:gd name="connsiteX5" fmla="*/ 4074472 w 8168953"/>
                  <a:gd name="connsiteY5" fmla="*/ 1465296 h 3100377"/>
                  <a:gd name="connsiteX6" fmla="*/ 8168119 w 8168953"/>
                  <a:gd name="connsiteY6" fmla="*/ 7337 h 3100377"/>
                  <a:gd name="connsiteX0" fmla="*/ 8168119 w 8168953"/>
                  <a:gd name="connsiteY0" fmla="*/ 7337 h 3100429"/>
                  <a:gd name="connsiteX1" fmla="*/ 8168953 w 8168953"/>
                  <a:gd name="connsiteY1" fmla="*/ 1636654 h 3100429"/>
                  <a:gd name="connsiteX2" fmla="*/ 4118520 w 8168953"/>
                  <a:gd name="connsiteY2" fmla="*/ 3099826 h 3100429"/>
                  <a:gd name="connsiteX3" fmla="*/ 0 w 8168953"/>
                  <a:gd name="connsiteY3" fmla="*/ 1527651 h 3100429"/>
                  <a:gd name="connsiteX4" fmla="*/ 2721 w 8168953"/>
                  <a:gd name="connsiteY4" fmla="*/ 0 h 3100429"/>
                  <a:gd name="connsiteX5" fmla="*/ 4074472 w 8168953"/>
                  <a:gd name="connsiteY5" fmla="*/ 1465296 h 3100429"/>
                  <a:gd name="connsiteX6" fmla="*/ 8168119 w 8168953"/>
                  <a:gd name="connsiteY6" fmla="*/ 7337 h 3100429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72202 w 8166683"/>
                  <a:gd name="connsiteY5" fmla="*/ 1465296 h 3099826"/>
                  <a:gd name="connsiteX6" fmla="*/ 8165849 w 8166683"/>
                  <a:gd name="connsiteY6" fmla="*/ 7337 h 3099826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72202 w 8166683"/>
                  <a:gd name="connsiteY5" fmla="*/ 1465296 h 3099826"/>
                  <a:gd name="connsiteX6" fmla="*/ 8165849 w 8166683"/>
                  <a:gd name="connsiteY6" fmla="*/ 7337 h 3099826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61168 w 8166683"/>
                  <a:gd name="connsiteY5" fmla="*/ 1438511 h 3099826"/>
                  <a:gd name="connsiteX6" fmla="*/ 8165849 w 8166683"/>
                  <a:gd name="connsiteY6" fmla="*/ 7337 h 3099826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61168 w 8166683"/>
                  <a:gd name="connsiteY5" fmla="*/ 1438511 h 3099826"/>
                  <a:gd name="connsiteX6" fmla="*/ 8165849 w 8166683"/>
                  <a:gd name="connsiteY6" fmla="*/ 7337 h 309982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8166683" h="3099826">
                    <a:moveTo>
                      <a:pt x="8165849" y="7337"/>
                    </a:moveTo>
                    <a:lnTo>
                      <a:pt x="8166683" y="1636654"/>
                    </a:lnTo>
                    <a:cubicBezTo>
                      <a:pt x="7917761" y="2728489"/>
                      <a:pt x="5475903" y="3100137"/>
                      <a:pt x="4116250" y="3099826"/>
                    </a:cubicBezTo>
                    <a:cubicBezTo>
                      <a:pt x="2756597" y="3099515"/>
                      <a:pt x="245424" y="2744647"/>
                      <a:pt x="8764" y="1634789"/>
                    </a:cubicBezTo>
                    <a:cubicBezTo>
                      <a:pt x="11928" y="1215900"/>
                      <a:pt x="-2713" y="418889"/>
                      <a:pt x="451" y="0"/>
                    </a:cubicBezTo>
                    <a:cubicBezTo>
                      <a:pt x="385485" y="953840"/>
                      <a:pt x="2700268" y="1437288"/>
                      <a:pt x="4061168" y="1438511"/>
                    </a:cubicBezTo>
                    <a:cubicBezTo>
                      <a:pt x="5422068" y="1439734"/>
                      <a:pt x="7793228" y="1089449"/>
                      <a:pt x="8165849" y="7337"/>
                    </a:cubicBezTo>
                    <a:close/>
                  </a:path>
                </a:pathLst>
              </a:custGeom>
              <a:gradFill>
                <a:gsLst>
                  <a:gs pos="0">
                    <a:srgbClr val="B8C2C9"/>
                  </a:gs>
                  <a:gs pos="21000">
                    <a:schemeClr val="bg1"/>
                  </a:gs>
                  <a:gs pos="60000">
                    <a:srgbClr val="D6DCE0"/>
                  </a:gs>
                  <a:gs pos="100000">
                    <a:srgbClr val="B8C2C9"/>
                  </a:gs>
                </a:gsLst>
                <a:lin ang="0" scaled="0"/>
              </a:gradFill>
              <a:ln w="63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                   </a:t>
                </a:r>
              </a:p>
            </p:txBody>
          </p:sp>
          <p:sp>
            <p:nvSpPr>
              <p:cNvPr id="370" name="Oval 369">
                <a:extLst>
                  <a:ext uri="{FF2B5EF4-FFF2-40B4-BE49-F238E27FC236}">
                    <a16:creationId xmlns:a16="http://schemas.microsoft.com/office/drawing/2014/main" id="{40277417-D775-4543-81D3-CBD8429CBC93}"/>
                  </a:ext>
                </a:extLst>
              </p:cNvPr>
              <p:cNvSpPr/>
              <p:nvPr/>
            </p:nvSpPr>
            <p:spPr>
              <a:xfrm>
                <a:off x="7494729" y="2774731"/>
                <a:ext cx="1480163" cy="579140"/>
              </a:xfrm>
              <a:prstGeom prst="ellipse">
                <a:avLst/>
              </a:prstGeom>
              <a:solidFill>
                <a:srgbClr val="B8C2C9"/>
              </a:solidFill>
              <a:ln w="63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              </a:t>
                </a:r>
              </a:p>
            </p:txBody>
          </p:sp>
          <p:grpSp>
            <p:nvGrpSpPr>
              <p:cNvPr id="371" name="Group 370">
                <a:extLst>
                  <a:ext uri="{FF2B5EF4-FFF2-40B4-BE49-F238E27FC236}">
                    <a16:creationId xmlns:a16="http://schemas.microsoft.com/office/drawing/2014/main" id="{12C08043-1778-D344-B495-58F751C8DA7E}"/>
                  </a:ext>
                </a:extLst>
              </p:cNvPr>
              <p:cNvGrpSpPr/>
              <p:nvPr/>
            </p:nvGrpSpPr>
            <p:grpSpPr>
              <a:xfrm>
                <a:off x="7713663" y="2848339"/>
                <a:ext cx="1042107" cy="425543"/>
                <a:chOff x="7786941" y="2884917"/>
                <a:chExt cx="897649" cy="353919"/>
              </a:xfrm>
            </p:grpSpPr>
            <p:sp>
              <p:nvSpPr>
                <p:cNvPr id="372" name="Freeform 371">
                  <a:extLst>
                    <a:ext uri="{FF2B5EF4-FFF2-40B4-BE49-F238E27FC236}">
                      <a16:creationId xmlns:a16="http://schemas.microsoft.com/office/drawing/2014/main" id="{AF8DCC46-AFF6-0D40-AA78-E93A5D6A5729}"/>
                    </a:ext>
                  </a:extLst>
                </p:cNvPr>
                <p:cNvSpPr/>
                <p:nvPr/>
              </p:nvSpPr>
              <p:spPr>
                <a:xfrm>
                  <a:off x="7811770" y="2884917"/>
                  <a:ext cx="849158" cy="198115"/>
                </a:xfrm>
                <a:custGeom>
                  <a:avLst/>
                  <a:gdLst>
                    <a:gd name="connsiteX0" fmla="*/ 3725333 w 4588933"/>
                    <a:gd name="connsiteY0" fmla="*/ 0 h 1049866"/>
                    <a:gd name="connsiteX1" fmla="*/ 4588933 w 4588933"/>
                    <a:gd name="connsiteY1" fmla="*/ 270933 h 1049866"/>
                    <a:gd name="connsiteX2" fmla="*/ 3962400 w 4588933"/>
                    <a:gd name="connsiteY2" fmla="*/ 541866 h 1049866"/>
                    <a:gd name="connsiteX3" fmla="*/ 3742267 w 4588933"/>
                    <a:gd name="connsiteY3" fmla="*/ 457200 h 1049866"/>
                    <a:gd name="connsiteX4" fmla="*/ 2269067 w 4588933"/>
                    <a:gd name="connsiteY4" fmla="*/ 1049866 h 1049866"/>
                    <a:gd name="connsiteX5" fmla="*/ 880533 w 4588933"/>
                    <a:gd name="connsiteY5" fmla="*/ 457200 h 1049866"/>
                    <a:gd name="connsiteX6" fmla="*/ 592667 w 4588933"/>
                    <a:gd name="connsiteY6" fmla="*/ 541866 h 1049866"/>
                    <a:gd name="connsiteX7" fmla="*/ 0 w 4588933"/>
                    <a:gd name="connsiteY7" fmla="*/ 254000 h 1049866"/>
                    <a:gd name="connsiteX8" fmla="*/ 880533 w 4588933"/>
                    <a:gd name="connsiteY8" fmla="*/ 16933 h 1049866"/>
                    <a:gd name="connsiteX9" fmla="*/ 2302933 w 4588933"/>
                    <a:gd name="connsiteY9" fmla="*/ 626533 h 1049866"/>
                    <a:gd name="connsiteX10" fmla="*/ 3725333 w 4588933"/>
                    <a:gd name="connsiteY10" fmla="*/ 0 h 1049866"/>
                    <a:gd name="connsiteX0" fmla="*/ 3725333 w 4641485"/>
                    <a:gd name="connsiteY0" fmla="*/ 0 h 1049866"/>
                    <a:gd name="connsiteX1" fmla="*/ 4641485 w 4641485"/>
                    <a:gd name="connsiteY1" fmla="*/ 239402 h 1049866"/>
                    <a:gd name="connsiteX2" fmla="*/ 3962400 w 4641485"/>
                    <a:gd name="connsiteY2" fmla="*/ 541866 h 1049866"/>
                    <a:gd name="connsiteX3" fmla="*/ 3742267 w 4641485"/>
                    <a:gd name="connsiteY3" fmla="*/ 457200 h 1049866"/>
                    <a:gd name="connsiteX4" fmla="*/ 2269067 w 4641485"/>
                    <a:gd name="connsiteY4" fmla="*/ 1049866 h 1049866"/>
                    <a:gd name="connsiteX5" fmla="*/ 880533 w 4641485"/>
                    <a:gd name="connsiteY5" fmla="*/ 457200 h 1049866"/>
                    <a:gd name="connsiteX6" fmla="*/ 592667 w 4641485"/>
                    <a:gd name="connsiteY6" fmla="*/ 541866 h 1049866"/>
                    <a:gd name="connsiteX7" fmla="*/ 0 w 4641485"/>
                    <a:gd name="connsiteY7" fmla="*/ 254000 h 1049866"/>
                    <a:gd name="connsiteX8" fmla="*/ 880533 w 4641485"/>
                    <a:gd name="connsiteY8" fmla="*/ 16933 h 1049866"/>
                    <a:gd name="connsiteX9" fmla="*/ 2302933 w 4641485"/>
                    <a:gd name="connsiteY9" fmla="*/ 626533 h 1049866"/>
                    <a:gd name="connsiteX10" fmla="*/ 3725333 w 4641485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73798 w 4673016"/>
                    <a:gd name="connsiteY3" fmla="*/ 457200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34464 w 4673016"/>
                    <a:gd name="connsiteY9" fmla="*/ 62653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84308 w 4673016"/>
                    <a:gd name="connsiteY3" fmla="*/ 404648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34464 w 4673016"/>
                    <a:gd name="connsiteY9" fmla="*/ 62653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94818 w 4673016"/>
                    <a:gd name="connsiteY3" fmla="*/ 436179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34464 w 4673016"/>
                    <a:gd name="connsiteY9" fmla="*/ 62653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94818 w 4673016"/>
                    <a:gd name="connsiteY3" fmla="*/ 436179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23954 w 4673016"/>
                    <a:gd name="connsiteY9" fmla="*/ 61602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94818 w 4673016"/>
                    <a:gd name="connsiteY3" fmla="*/ 436179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75021 h 1049866"/>
                    <a:gd name="connsiteX8" fmla="*/ 912064 w 4673016"/>
                    <a:gd name="connsiteY8" fmla="*/ 16933 h 1049866"/>
                    <a:gd name="connsiteX9" fmla="*/ 2323954 w 4673016"/>
                    <a:gd name="connsiteY9" fmla="*/ 61602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815839 w 4673016"/>
                    <a:gd name="connsiteY3" fmla="*/ 467710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75021 h 1049866"/>
                    <a:gd name="connsiteX8" fmla="*/ 912064 w 4673016"/>
                    <a:gd name="connsiteY8" fmla="*/ 16933 h 1049866"/>
                    <a:gd name="connsiteX9" fmla="*/ 2323954 w 4673016"/>
                    <a:gd name="connsiteY9" fmla="*/ 616023 h 1049866"/>
                    <a:gd name="connsiteX10" fmla="*/ 3756864 w 4673016"/>
                    <a:gd name="connsiteY10" fmla="*/ 0 h 104986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</a:cxnLst>
                  <a:rect l="l" t="t" r="r" b="b"/>
                  <a:pathLst>
                    <a:path w="4673016" h="1049866">
                      <a:moveTo>
                        <a:pt x="3756864" y="0"/>
                      </a:moveTo>
                      <a:lnTo>
                        <a:pt x="4673016" y="239402"/>
                      </a:lnTo>
                      <a:lnTo>
                        <a:pt x="3993931" y="541866"/>
                      </a:lnTo>
                      <a:lnTo>
                        <a:pt x="3815839" y="467710"/>
                      </a:lnTo>
                      <a:lnTo>
                        <a:pt x="2300598" y="1049866"/>
                      </a:lnTo>
                      <a:lnTo>
                        <a:pt x="912064" y="457200"/>
                      </a:lnTo>
                      <a:lnTo>
                        <a:pt x="624198" y="541866"/>
                      </a:lnTo>
                      <a:lnTo>
                        <a:pt x="0" y="275021"/>
                      </a:lnTo>
                      <a:lnTo>
                        <a:pt x="912064" y="16933"/>
                      </a:lnTo>
                      <a:lnTo>
                        <a:pt x="2323954" y="616023"/>
                      </a:lnTo>
                      <a:lnTo>
                        <a:pt x="3756864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373" name="Freeform 372">
                  <a:extLst>
                    <a:ext uri="{FF2B5EF4-FFF2-40B4-BE49-F238E27FC236}">
                      <a16:creationId xmlns:a16="http://schemas.microsoft.com/office/drawing/2014/main" id="{42D06E2B-58AF-804D-B3AC-A51B29950062}"/>
                    </a:ext>
                  </a:extLst>
                </p:cNvPr>
                <p:cNvSpPr/>
                <p:nvPr/>
              </p:nvSpPr>
              <p:spPr>
                <a:xfrm>
                  <a:off x="8367548" y="3054383"/>
                  <a:ext cx="317042" cy="170569"/>
                </a:xfrm>
                <a:custGeom>
                  <a:avLst/>
                  <a:gdLst>
                    <a:gd name="connsiteX0" fmla="*/ 21021 w 1744718"/>
                    <a:gd name="connsiteY0" fmla="*/ 0 h 903890"/>
                    <a:gd name="connsiteX1" fmla="*/ 1744718 w 1744718"/>
                    <a:gd name="connsiteY1" fmla="*/ 693683 h 903890"/>
                    <a:gd name="connsiteX2" fmla="*/ 1145628 w 1744718"/>
                    <a:gd name="connsiteY2" fmla="*/ 903890 h 903890"/>
                    <a:gd name="connsiteX3" fmla="*/ 0 w 1744718"/>
                    <a:gd name="connsiteY3" fmla="*/ 451945 h 903890"/>
                    <a:gd name="connsiteX4" fmla="*/ 21021 w 1744718"/>
                    <a:gd name="connsiteY4" fmla="*/ 0 h 90389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744718" h="903890">
                      <a:moveTo>
                        <a:pt x="21021" y="0"/>
                      </a:moveTo>
                      <a:lnTo>
                        <a:pt x="1744718" y="693683"/>
                      </a:lnTo>
                      <a:lnTo>
                        <a:pt x="1145628" y="903890"/>
                      </a:lnTo>
                      <a:lnTo>
                        <a:pt x="0" y="451945"/>
                      </a:lnTo>
                      <a:lnTo>
                        <a:pt x="21021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374" name="Freeform 373">
                  <a:extLst>
                    <a:ext uri="{FF2B5EF4-FFF2-40B4-BE49-F238E27FC236}">
                      <a16:creationId xmlns:a16="http://schemas.microsoft.com/office/drawing/2014/main" id="{C85306DF-5055-4A49-A2D5-B311428D9DAF}"/>
                    </a:ext>
                  </a:extLst>
                </p:cNvPr>
                <p:cNvSpPr/>
                <p:nvPr/>
              </p:nvSpPr>
              <p:spPr>
                <a:xfrm>
                  <a:off x="7786941" y="3054383"/>
                  <a:ext cx="311312" cy="168585"/>
                </a:xfrm>
                <a:custGeom>
                  <a:avLst/>
                  <a:gdLst>
                    <a:gd name="connsiteX0" fmla="*/ 1702676 w 1713187"/>
                    <a:gd name="connsiteY0" fmla="*/ 0 h 893380"/>
                    <a:gd name="connsiteX1" fmla="*/ 1713187 w 1713187"/>
                    <a:gd name="connsiteY1" fmla="*/ 472966 h 893380"/>
                    <a:gd name="connsiteX2" fmla="*/ 578069 w 1713187"/>
                    <a:gd name="connsiteY2" fmla="*/ 893380 h 893380"/>
                    <a:gd name="connsiteX3" fmla="*/ 0 w 1713187"/>
                    <a:gd name="connsiteY3" fmla="*/ 693683 h 893380"/>
                    <a:gd name="connsiteX4" fmla="*/ 1702676 w 1713187"/>
                    <a:gd name="connsiteY4" fmla="*/ 0 h 89338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713187" h="893380">
                      <a:moveTo>
                        <a:pt x="1702676" y="0"/>
                      </a:moveTo>
                      <a:lnTo>
                        <a:pt x="1713187" y="472966"/>
                      </a:lnTo>
                      <a:lnTo>
                        <a:pt x="578069" y="893380"/>
                      </a:lnTo>
                      <a:lnTo>
                        <a:pt x="0" y="693683"/>
                      </a:lnTo>
                      <a:lnTo>
                        <a:pt x="1702676" y="0"/>
                      </a:lnTo>
                      <a:close/>
                    </a:path>
                  </a:pathLst>
                </a:custGeom>
                <a:solidFill>
                  <a:srgbClr val="0000A8"/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375" name="Freeform 374">
                  <a:extLst>
                    <a:ext uri="{FF2B5EF4-FFF2-40B4-BE49-F238E27FC236}">
                      <a16:creationId xmlns:a16="http://schemas.microsoft.com/office/drawing/2014/main" id="{6886B3FF-5963-1C43-9ED1-FAFD9E75F4FB}"/>
                    </a:ext>
                  </a:extLst>
                </p:cNvPr>
                <p:cNvSpPr/>
                <p:nvPr/>
              </p:nvSpPr>
              <p:spPr>
                <a:xfrm>
                  <a:off x="7895013" y="2971083"/>
                  <a:ext cx="676892" cy="267753"/>
                </a:xfrm>
                <a:custGeom>
                  <a:avLst/>
                  <a:gdLst>
                    <a:gd name="connsiteX0" fmla="*/ 599089 w 4162096"/>
                    <a:gd name="connsiteY0" fmla="*/ 273269 h 1618593"/>
                    <a:gd name="connsiteX1" fmla="*/ 882869 w 4162096"/>
                    <a:gd name="connsiteY1" fmla="*/ 199697 h 1618593"/>
                    <a:gd name="connsiteX2" fmla="*/ 2312276 w 4162096"/>
                    <a:gd name="connsiteY2" fmla="*/ 798786 h 1618593"/>
                    <a:gd name="connsiteX3" fmla="*/ 3794234 w 4162096"/>
                    <a:gd name="connsiteY3" fmla="*/ 199697 h 1618593"/>
                    <a:gd name="connsiteX4" fmla="*/ 4014951 w 4162096"/>
                    <a:gd name="connsiteY4" fmla="*/ 273269 h 1618593"/>
                    <a:gd name="connsiteX5" fmla="*/ 3058510 w 4162096"/>
                    <a:gd name="connsiteY5" fmla="*/ 641131 h 1618593"/>
                    <a:gd name="connsiteX6" fmla="*/ 3026979 w 4162096"/>
                    <a:gd name="connsiteY6" fmla="*/ 1114097 h 1618593"/>
                    <a:gd name="connsiteX7" fmla="*/ 4162096 w 4162096"/>
                    <a:gd name="connsiteY7" fmla="*/ 1545021 h 1618593"/>
                    <a:gd name="connsiteX8" fmla="*/ 3878317 w 4162096"/>
                    <a:gd name="connsiteY8" fmla="*/ 1608083 h 1618593"/>
                    <a:gd name="connsiteX9" fmla="*/ 2301765 w 4162096"/>
                    <a:gd name="connsiteY9" fmla="*/ 945931 h 1618593"/>
                    <a:gd name="connsiteX10" fmla="*/ 693682 w 4162096"/>
                    <a:gd name="connsiteY10" fmla="*/ 1618593 h 1618593"/>
                    <a:gd name="connsiteX11" fmla="*/ 430924 w 4162096"/>
                    <a:gd name="connsiteY11" fmla="*/ 1524000 h 1618593"/>
                    <a:gd name="connsiteX12" fmla="*/ 1576551 w 4162096"/>
                    <a:gd name="connsiteY12" fmla="*/ 1082566 h 1618593"/>
                    <a:gd name="connsiteX13" fmla="*/ 1545020 w 4162096"/>
                    <a:gd name="connsiteY13" fmla="*/ 609600 h 1618593"/>
                    <a:gd name="connsiteX14" fmla="*/ 0 w 4162096"/>
                    <a:gd name="connsiteY14" fmla="*/ 0 h 1618593"/>
                    <a:gd name="connsiteX15" fmla="*/ 872358 w 4162096"/>
                    <a:gd name="connsiteY15" fmla="*/ 210207 h 1618593"/>
                    <a:gd name="connsiteX16" fmla="*/ 872358 w 4162096"/>
                    <a:gd name="connsiteY16" fmla="*/ 210207 h 1618593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441434 w 3731172"/>
                    <a:gd name="connsiteY14" fmla="*/ 10510 h 1418896"/>
                    <a:gd name="connsiteX15" fmla="*/ 441434 w 3731172"/>
                    <a:gd name="connsiteY15" fmla="*/ 10510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441434 w 3731172"/>
                    <a:gd name="connsiteY14" fmla="*/ 10510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357351 w 3731172"/>
                    <a:gd name="connsiteY14" fmla="*/ 115613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147144 w 3731172"/>
                    <a:gd name="connsiteY14" fmla="*/ 63061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20413 h 1418896"/>
                    <a:gd name="connsiteX14" fmla="*/ 147144 w 3731172"/>
                    <a:gd name="connsiteY14" fmla="*/ 63061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20413 h 1418896"/>
                    <a:gd name="connsiteX14" fmla="*/ 189185 w 3731172"/>
                    <a:gd name="connsiteY14" fmla="*/ 84081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20413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56137 w 3731172"/>
                    <a:gd name="connsiteY13" fmla="*/ 441434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45626 w 3731172"/>
                    <a:gd name="connsiteY13" fmla="*/ 451945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903890 h 1418896"/>
                    <a:gd name="connsiteX13" fmla="*/ 1145626 w 3731172"/>
                    <a:gd name="connsiteY13" fmla="*/ 451945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06565 w 3710151"/>
                    <a:gd name="connsiteY5" fmla="*/ 441434 h 1418896"/>
                    <a:gd name="connsiteX6" fmla="*/ 2575034 w 3710151"/>
                    <a:gd name="connsiteY6" fmla="*/ 914400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06565 w 3710151"/>
                    <a:gd name="connsiteY5" fmla="*/ 441434 h 1418896"/>
                    <a:gd name="connsiteX6" fmla="*/ 2606565 w 3710151"/>
                    <a:gd name="connsiteY6" fmla="*/ 924910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06565 w 3710151"/>
                    <a:gd name="connsiteY5" fmla="*/ 441434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5151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38028 w 3710151"/>
                    <a:gd name="connsiteY2" fmla="*/ 591655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38028 w 3710151"/>
                    <a:gd name="connsiteY2" fmla="*/ 591655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087434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38028 w 3710151"/>
                    <a:gd name="connsiteY2" fmla="*/ 591655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098586 w 3710151"/>
                    <a:gd name="connsiteY12" fmla="*/ 903890 h 1418896"/>
                    <a:gd name="connsiteX13" fmla="*/ 1087434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62012 w 3725019"/>
                    <a:gd name="connsiteY0" fmla="*/ 73572 h 1418896"/>
                    <a:gd name="connsiteX1" fmla="*/ 445792 w 3725019"/>
                    <a:gd name="connsiteY1" fmla="*/ 0 h 1418896"/>
                    <a:gd name="connsiteX2" fmla="*/ 1852896 w 3725019"/>
                    <a:gd name="connsiteY2" fmla="*/ 591655 h 1418896"/>
                    <a:gd name="connsiteX3" fmla="*/ 3357157 w 3725019"/>
                    <a:gd name="connsiteY3" fmla="*/ 0 h 1418896"/>
                    <a:gd name="connsiteX4" fmla="*/ 3577874 w 3725019"/>
                    <a:gd name="connsiteY4" fmla="*/ 73572 h 1418896"/>
                    <a:gd name="connsiteX5" fmla="*/ 2632585 w 3725019"/>
                    <a:gd name="connsiteY5" fmla="*/ 448868 h 1418896"/>
                    <a:gd name="connsiteX6" fmla="*/ 2625150 w 3725019"/>
                    <a:gd name="connsiteY6" fmla="*/ 902607 h 1418896"/>
                    <a:gd name="connsiteX7" fmla="*/ 3725019 w 3725019"/>
                    <a:gd name="connsiteY7" fmla="*/ 1345324 h 1418896"/>
                    <a:gd name="connsiteX8" fmla="*/ 3441240 w 3725019"/>
                    <a:gd name="connsiteY8" fmla="*/ 1408386 h 1418896"/>
                    <a:gd name="connsiteX9" fmla="*/ 1864688 w 3725019"/>
                    <a:gd name="connsiteY9" fmla="*/ 746234 h 1418896"/>
                    <a:gd name="connsiteX10" fmla="*/ 256605 w 3725019"/>
                    <a:gd name="connsiteY10" fmla="*/ 1418896 h 1418896"/>
                    <a:gd name="connsiteX11" fmla="*/ 0 w 3725019"/>
                    <a:gd name="connsiteY11" fmla="*/ 1331097 h 1418896"/>
                    <a:gd name="connsiteX12" fmla="*/ 1113454 w 3725019"/>
                    <a:gd name="connsiteY12" fmla="*/ 903890 h 1418896"/>
                    <a:gd name="connsiteX13" fmla="*/ 1102302 w 3725019"/>
                    <a:gd name="connsiteY13" fmla="*/ 451945 h 1418896"/>
                    <a:gd name="connsiteX14" fmla="*/ 183032 w 3725019"/>
                    <a:gd name="connsiteY14" fmla="*/ 84081 h 1418896"/>
                    <a:gd name="connsiteX15" fmla="*/ 162012 w 3725019"/>
                    <a:gd name="connsiteY15" fmla="*/ 73572 h 141889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</a:cxnLst>
                  <a:rect l="l" t="t" r="r" b="b"/>
                  <a:pathLst>
                    <a:path w="3725019" h="1418896">
                      <a:moveTo>
                        <a:pt x="162012" y="73572"/>
                      </a:moveTo>
                      <a:lnTo>
                        <a:pt x="445792" y="0"/>
                      </a:lnTo>
                      <a:lnTo>
                        <a:pt x="1852896" y="591655"/>
                      </a:lnTo>
                      <a:lnTo>
                        <a:pt x="3357157" y="0"/>
                      </a:lnTo>
                      <a:lnTo>
                        <a:pt x="3577874" y="73572"/>
                      </a:lnTo>
                      <a:lnTo>
                        <a:pt x="2632585" y="448868"/>
                      </a:lnTo>
                      <a:lnTo>
                        <a:pt x="2625150" y="902607"/>
                      </a:lnTo>
                      <a:lnTo>
                        <a:pt x="3725019" y="1345324"/>
                      </a:lnTo>
                      <a:lnTo>
                        <a:pt x="3441240" y="1408386"/>
                      </a:lnTo>
                      <a:lnTo>
                        <a:pt x="1864688" y="746234"/>
                      </a:lnTo>
                      <a:lnTo>
                        <a:pt x="256605" y="1418896"/>
                      </a:lnTo>
                      <a:lnTo>
                        <a:pt x="0" y="1331097"/>
                      </a:lnTo>
                      <a:lnTo>
                        <a:pt x="1113454" y="903890"/>
                      </a:lnTo>
                      <a:cubicBezTo>
                        <a:pt x="1113454" y="760249"/>
                        <a:pt x="1102302" y="595586"/>
                        <a:pt x="1102302" y="451945"/>
                      </a:cubicBezTo>
                      <a:lnTo>
                        <a:pt x="183032" y="84081"/>
                      </a:lnTo>
                      <a:cubicBezTo>
                        <a:pt x="26317" y="21019"/>
                        <a:pt x="169019" y="77075"/>
                        <a:pt x="162012" y="73572"/>
                      </a:cubicBezTo>
                      <a:close/>
                    </a:path>
                  </a:pathLst>
                </a:custGeom>
                <a:solidFill>
                  <a:schemeClr val="accent1">
                    <a:lumMod val="60000"/>
                    <a:lumOff val="40000"/>
                  </a:schemeClr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p:grpSp>
        </p:grpSp>
        <p:sp>
          <p:nvSpPr>
            <p:cNvPr id="240" name="Text Box 8">
              <a:extLst>
                <a:ext uri="{FF2B5EF4-FFF2-40B4-BE49-F238E27FC236}">
                  <a16:creationId xmlns:a16="http://schemas.microsoft.com/office/drawing/2014/main" id="{CA617F7E-E61C-4A43-A504-B5C466B5B3B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019425" y="3594045"/>
              <a:ext cx="711200" cy="3079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600" b="0" i="1" u="none" strike="noStrike" kern="1200" cap="none" spc="0" normalizeH="0" baseline="0" noProof="0">
                  <a:ln>
                    <a:noFill/>
                  </a:ln>
                  <a:solidFill>
                    <a:srgbClr val="000099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source</a:t>
              </a:r>
              <a:endParaRPr kumimoji="0" lang="en-US" altLang="en-US" sz="2000" b="0" i="1" u="none" strike="noStrike" kern="1200" cap="none" spc="0" normalizeH="0" baseline="0" noProof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241" name="Freeform 10">
              <a:extLst>
                <a:ext uri="{FF2B5EF4-FFF2-40B4-BE49-F238E27FC236}">
                  <a16:creationId xmlns:a16="http://schemas.microsoft.com/office/drawing/2014/main" id="{0F2A6D6D-FD54-8441-8EE4-93E3032F7331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2481263" y="3925832"/>
              <a:ext cx="326408" cy="1262816"/>
            </a:xfrm>
            <a:custGeom>
              <a:avLst/>
              <a:gdLst>
                <a:gd name="T0" fmla="*/ 2147483647 w 12213"/>
                <a:gd name="T1" fmla="*/ 2147483647 h 10000"/>
                <a:gd name="T2" fmla="*/ 0 w 12213"/>
                <a:gd name="T3" fmla="*/ 0 h 10000"/>
                <a:gd name="T4" fmla="*/ 0 w 12213"/>
                <a:gd name="T5" fmla="*/ 2147483647 h 10000"/>
                <a:gd name="T6" fmla="*/ 2147483647 w 12213"/>
                <a:gd name="T7" fmla="*/ 2147483647 h 10000"/>
                <a:gd name="T8" fmla="*/ 2147483647 w 12213"/>
                <a:gd name="T9" fmla="*/ 2147483647 h 1000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2213" h="10000">
                  <a:moveTo>
                    <a:pt x="11726" y="4661"/>
                  </a:moveTo>
                  <a:lnTo>
                    <a:pt x="0" y="0"/>
                  </a:lnTo>
                  <a:lnTo>
                    <a:pt x="0" y="10000"/>
                  </a:lnTo>
                  <a:lnTo>
                    <a:pt x="12213" y="6473"/>
                  </a:lnTo>
                  <a:lnTo>
                    <a:pt x="11726" y="4661"/>
                  </a:lnTo>
                  <a:close/>
                </a:path>
              </a:pathLst>
            </a:custGeom>
            <a:gradFill rotWithShape="1">
              <a:gsLst>
                <a:gs pos="0">
                  <a:srgbClr val="3333CC"/>
                </a:gs>
                <a:gs pos="100000">
                  <a:srgbClr val="FFFFFF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242" name="Rectangle 23">
              <a:extLst>
                <a:ext uri="{FF2B5EF4-FFF2-40B4-BE49-F238E27FC236}">
                  <a16:creationId xmlns:a16="http://schemas.microsoft.com/office/drawing/2014/main" id="{DC6E8990-AF84-814A-9D80-6AD45A37499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54326" y="3909956"/>
              <a:ext cx="1062368" cy="1290639"/>
            </a:xfrm>
            <a:prstGeom prst="rect">
              <a:avLst/>
            </a:pr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243" name="Rectangle 24">
              <a:extLst>
                <a:ext uri="{FF2B5EF4-FFF2-40B4-BE49-F238E27FC236}">
                  <a16:creationId xmlns:a16="http://schemas.microsoft.com/office/drawing/2014/main" id="{95E55C84-C49E-3943-9F63-9BEC1F22570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14638" y="3949645"/>
              <a:ext cx="1066800" cy="1231900"/>
            </a:xfrm>
            <a:prstGeom prst="rect">
              <a:avLst/>
            </a:prstGeom>
            <a:solidFill>
              <a:srgbClr val="FFFFFF"/>
            </a:solidFill>
            <a:ln w="2857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244" name="Line 25">
              <a:extLst>
                <a:ext uri="{FF2B5EF4-FFF2-40B4-BE49-F238E27FC236}">
                  <a16:creationId xmlns:a16="http://schemas.microsoft.com/office/drawing/2014/main" id="{CCF93ADE-A301-C143-8C67-E051B1982D1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814638" y="4227457"/>
              <a:ext cx="1058862" cy="3175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245" name="Text Box 26">
              <a:extLst>
                <a:ext uri="{FF2B5EF4-FFF2-40B4-BE49-F238E27FC236}">
                  <a16:creationId xmlns:a16="http://schemas.microsoft.com/office/drawing/2014/main" id="{42EB455E-53D5-394F-8D6D-3CD680F0951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773604" y="3957054"/>
              <a:ext cx="1104900" cy="127476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>
                      <a:lumMod val="75000"/>
                    </a:srgbClr>
                  </a:solidFill>
                  <a:effectLst/>
                  <a:uLnTx/>
                  <a:uFillTx/>
                  <a:latin typeface="Arial" charset="0"/>
                  <a:ea typeface="ＭＳ Ｐゴシック" charset="0"/>
                </a:rPr>
                <a:t>application</a:t>
              </a:r>
            </a:p>
            <a:p>
              <a:pPr marL="0" marR="0" lvl="0" indent="0" algn="ctr" defTabSz="914400" rtl="0" eaLnBrk="0" fontAlgn="base" latinLnBrk="0" hangingPunct="0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1" i="0" u="none" strike="noStrike" kern="0" cap="none" spc="0" normalizeH="0" baseline="0" noProof="0" dirty="0">
                  <a:ln>
                    <a:noFill/>
                  </a:ln>
                  <a:solidFill>
                    <a:srgbClr val="0000A3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rPr>
                <a:t>TCP</a:t>
              </a:r>
            </a:p>
            <a:p>
              <a:pPr marL="0" marR="0" lvl="0" indent="0" algn="ctr" defTabSz="914400" rtl="0" eaLnBrk="0" fontAlgn="base" latinLnBrk="0" hangingPunct="0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>
                      <a:lumMod val="75000"/>
                    </a:srgbClr>
                  </a:solidFill>
                  <a:effectLst/>
                  <a:uLnTx/>
                  <a:uFillTx/>
                  <a:latin typeface="Arial" charset="0"/>
                  <a:ea typeface="ＭＳ Ｐゴシック" charset="0"/>
                </a:rPr>
                <a:t>network</a:t>
              </a:r>
            </a:p>
            <a:p>
              <a:pPr marL="0" marR="0" lvl="0" indent="0" algn="ctr" defTabSz="914400" rtl="0" eaLnBrk="0" fontAlgn="base" latinLnBrk="0" hangingPunct="0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>
                      <a:lumMod val="75000"/>
                    </a:srgbClr>
                  </a:solidFill>
                  <a:effectLst/>
                  <a:uLnTx/>
                  <a:uFillTx/>
                  <a:latin typeface="Arial" charset="0"/>
                  <a:ea typeface="ＭＳ Ｐゴシック" charset="0"/>
                </a:rPr>
                <a:t>link</a:t>
              </a:r>
            </a:p>
            <a:p>
              <a:pPr marL="0" marR="0" lvl="0" indent="0" algn="ctr" defTabSz="914400" rtl="0" eaLnBrk="0" fontAlgn="base" latinLnBrk="0" hangingPunct="0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>
                      <a:lumMod val="75000"/>
                    </a:srgbClr>
                  </a:solidFill>
                  <a:effectLst/>
                  <a:uLnTx/>
                  <a:uFillTx/>
                  <a:latin typeface="Arial" charset="0"/>
                  <a:ea typeface="ＭＳ Ｐゴシック" charset="0"/>
                </a:rPr>
                <a:t>physical</a:t>
              </a:r>
            </a:p>
          </p:txBody>
        </p:sp>
        <p:grpSp>
          <p:nvGrpSpPr>
            <p:cNvPr id="246" name="Group 190">
              <a:extLst>
                <a:ext uri="{FF2B5EF4-FFF2-40B4-BE49-F238E27FC236}">
                  <a16:creationId xmlns:a16="http://schemas.microsoft.com/office/drawing/2014/main" id="{8BA07847-1FE2-924D-A5E8-177866F607CF}"/>
                </a:ext>
              </a:extLst>
            </p:cNvPr>
            <p:cNvGrpSpPr>
              <a:grpSpLocks/>
            </p:cNvGrpSpPr>
            <p:nvPr/>
          </p:nvGrpSpPr>
          <p:grpSpPr bwMode="auto">
            <a:xfrm flipH="1">
              <a:off x="2151063" y="4424307"/>
              <a:ext cx="673100" cy="701675"/>
              <a:chOff x="-44" y="1473"/>
              <a:chExt cx="981" cy="1105"/>
            </a:xfrm>
          </p:grpSpPr>
          <p:pic>
            <p:nvPicPr>
              <p:cNvPr id="367" name="Picture 191" descr="desktop_computer_stylized_medium">
                <a:extLst>
                  <a:ext uri="{FF2B5EF4-FFF2-40B4-BE49-F238E27FC236}">
                    <a16:creationId xmlns:a16="http://schemas.microsoft.com/office/drawing/2014/main" id="{D956BEE7-202E-E34B-AB91-3BD63A623C21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 flipH="1">
                <a:off x="-44" y="1473"/>
                <a:ext cx="981" cy="110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368" name="Freeform 192">
                <a:extLst>
                  <a:ext uri="{FF2B5EF4-FFF2-40B4-BE49-F238E27FC236}">
                    <a16:creationId xmlns:a16="http://schemas.microsoft.com/office/drawing/2014/main" id="{F17D9F48-C0E3-0D40-9073-0128DAB7053E}"/>
                  </a:ext>
                </a:extLst>
              </p:cNvPr>
              <p:cNvSpPr>
                <a:spLocks/>
              </p:cNvSpPr>
              <p:nvPr/>
            </p:nvSpPr>
            <p:spPr bwMode="auto">
              <a:xfrm flipH="1">
                <a:off x="374" y="1579"/>
                <a:ext cx="477" cy="506"/>
              </a:xfrm>
              <a:custGeom>
                <a:avLst/>
                <a:gdLst>
                  <a:gd name="T0" fmla="*/ 0 w 356"/>
                  <a:gd name="T1" fmla="*/ 0 h 368"/>
                  <a:gd name="T2" fmla="*/ 43382 w 356"/>
                  <a:gd name="T3" fmla="*/ 3172 h 368"/>
                  <a:gd name="T4" fmla="*/ 51464 w 356"/>
                  <a:gd name="T5" fmla="*/ 66095 h 368"/>
                  <a:gd name="T6" fmla="*/ 11342 w 356"/>
                  <a:gd name="T7" fmla="*/ 82660 h 368"/>
                  <a:gd name="T8" fmla="*/ 0 w 356"/>
                  <a:gd name="T9" fmla="*/ 0 h 36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56"/>
                  <a:gd name="T16" fmla="*/ 0 h 368"/>
                  <a:gd name="T17" fmla="*/ 356 w 356"/>
                  <a:gd name="T18" fmla="*/ 368 h 368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56" h="368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99"/>
                  </a:gs>
                  <a:gs pos="100000">
                    <a:srgbClr val="FFFFFF"/>
                  </a:gs>
                </a:gsLst>
                <a:lin ang="27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 cap="flat" cmpd="sng">
                    <a:solidFill>
                      <a:srgbClr val="000000"/>
                    </a:solidFill>
                    <a:prstDash val="solid"/>
                    <a:round/>
                    <a:headEnd/>
                    <a:tailEnd/>
                  </a14:hiddenLine>
                </a:ext>
              </a:extLst>
            </p:spPr>
            <p:txBody>
              <a:bodyPr wrap="none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anose="020B060403050404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</p:grpSp>
        <p:sp>
          <p:nvSpPr>
            <p:cNvPr id="247" name="Line 25">
              <a:extLst>
                <a:ext uri="{FF2B5EF4-FFF2-40B4-BE49-F238E27FC236}">
                  <a16:creationId xmlns:a16="http://schemas.microsoft.com/office/drawing/2014/main" id="{74193E7E-ABF4-AB48-B6B3-AD7103E05A8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819400" y="4456057"/>
              <a:ext cx="1058863" cy="3175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248" name="Line 25">
              <a:extLst>
                <a:ext uri="{FF2B5EF4-FFF2-40B4-BE49-F238E27FC236}">
                  <a16:creationId xmlns:a16="http://schemas.microsoft.com/office/drawing/2014/main" id="{CB00E451-A7AE-EE4F-8835-AF9F763069D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824163" y="4684657"/>
              <a:ext cx="1058862" cy="3175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249" name="Line 25">
              <a:extLst>
                <a:ext uri="{FF2B5EF4-FFF2-40B4-BE49-F238E27FC236}">
                  <a16:creationId xmlns:a16="http://schemas.microsoft.com/office/drawing/2014/main" id="{9325FC7F-231E-2049-993E-53047EAC0AA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827338" y="4924370"/>
              <a:ext cx="1060450" cy="3175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grpSp>
          <p:nvGrpSpPr>
            <p:cNvPr id="250" name="Group 3">
              <a:extLst>
                <a:ext uri="{FF2B5EF4-FFF2-40B4-BE49-F238E27FC236}">
                  <a16:creationId xmlns:a16="http://schemas.microsoft.com/office/drawing/2014/main" id="{91CBB0DC-066D-D545-9A42-554B9369F9E7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7794625" y="3673978"/>
              <a:ext cx="2047875" cy="1620287"/>
              <a:chOff x="4882752" y="4007261"/>
              <a:chExt cx="2046816" cy="1619544"/>
            </a:xfrm>
          </p:grpSpPr>
          <p:sp>
            <p:nvSpPr>
              <p:cNvPr id="267" name="Text Box 54">
                <a:extLst>
                  <a:ext uri="{FF2B5EF4-FFF2-40B4-BE49-F238E27FC236}">
                    <a16:creationId xmlns:a16="http://schemas.microsoft.com/office/drawing/2014/main" id="{4B1FADB6-C548-2742-A709-144F432B18A8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882752" y="4007261"/>
                <a:ext cx="1226089" cy="33855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1600" b="0" i="1" u="none" strike="noStrike" kern="0" cap="none" spc="0" normalizeH="0" baseline="0" noProof="0">
                    <a:ln>
                      <a:noFill/>
                    </a:ln>
                    <a:solidFill>
                      <a:srgbClr val="000099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rPr>
                  <a:t>destination</a:t>
                </a:r>
                <a:endParaRPr kumimoji="0" lang="en-US" altLang="en-US" sz="2000" b="0" i="1" u="none" strike="noStrike" kern="0" cap="none" spc="0" normalizeH="0" baseline="0" noProof="0">
                  <a:ln>
                    <a:noFill/>
                  </a:ln>
                  <a:solidFill>
                    <a:srgbClr val="000099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grpSp>
            <p:nvGrpSpPr>
              <p:cNvPr id="268" name="Group 2">
                <a:extLst>
                  <a:ext uri="{FF2B5EF4-FFF2-40B4-BE49-F238E27FC236}">
                    <a16:creationId xmlns:a16="http://schemas.microsoft.com/office/drawing/2014/main" id="{8402BF20-88C0-8D4F-80FD-F2C70469D90E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927179" y="4319856"/>
                <a:ext cx="2002389" cy="1306949"/>
                <a:chOff x="1305623" y="4714561"/>
                <a:chExt cx="2002389" cy="1306949"/>
              </a:xfrm>
            </p:grpSpPr>
            <p:sp>
              <p:nvSpPr>
                <p:cNvPr id="269" name="Freeform 10">
                  <a:extLst>
                    <a:ext uri="{FF2B5EF4-FFF2-40B4-BE49-F238E27FC236}">
                      <a16:creationId xmlns:a16="http://schemas.microsoft.com/office/drawing/2014/main" id="{7DDAA735-CA37-A94C-8CA1-EF813CE4531A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426569" y="4714561"/>
                  <a:ext cx="288261" cy="1290044"/>
                </a:xfrm>
                <a:custGeom>
                  <a:avLst/>
                  <a:gdLst>
                    <a:gd name="T0" fmla="*/ 2147483647 w 267"/>
                    <a:gd name="T1" fmla="*/ 2147483647 h 1186"/>
                    <a:gd name="T2" fmla="*/ 0 w 267"/>
                    <a:gd name="T3" fmla="*/ 0 h 1186"/>
                    <a:gd name="T4" fmla="*/ 0 w 267"/>
                    <a:gd name="T5" fmla="*/ 2147483647 h 1186"/>
                    <a:gd name="T6" fmla="*/ 2147483647 w 267"/>
                    <a:gd name="T7" fmla="*/ 2147483647 h 1186"/>
                    <a:gd name="T8" fmla="*/ 2147483647 w 267"/>
                    <a:gd name="T9" fmla="*/ 2147483647 h 1186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267"/>
                    <a:gd name="T16" fmla="*/ 0 h 1186"/>
                    <a:gd name="T17" fmla="*/ 267 w 267"/>
                    <a:gd name="T18" fmla="*/ 1186 h 118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267" h="1186">
                      <a:moveTo>
                        <a:pt x="254" y="466"/>
                      </a:moveTo>
                      <a:lnTo>
                        <a:pt x="0" y="0"/>
                      </a:lnTo>
                      <a:lnTo>
                        <a:pt x="0" y="1186"/>
                      </a:lnTo>
                      <a:lnTo>
                        <a:pt x="267" y="652"/>
                      </a:lnTo>
                      <a:lnTo>
                        <a:pt x="254" y="466"/>
                      </a:lnTo>
                      <a:close/>
                    </a:path>
                  </a:pathLst>
                </a:custGeom>
                <a:gradFill rotWithShape="1">
                  <a:gsLst>
                    <a:gs pos="0">
                      <a:srgbClr val="3333CC"/>
                    </a:gs>
                    <a:gs pos="100000">
                      <a:srgbClr val="FFFFFF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marL="0" marR="0" lvl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ahoma" panose="020B0604030504040204" pitchFamily="34" charset="0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  <p:sp>
              <p:nvSpPr>
                <p:cNvPr id="270" name="Rectangle 23">
                  <a:extLst>
                    <a:ext uri="{FF2B5EF4-FFF2-40B4-BE49-F238E27FC236}">
                      <a16:creationId xmlns:a16="http://schemas.microsoft.com/office/drawing/2014/main" id="{BF86F11D-FABB-9D40-B265-1177D7DBB798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398616" y="4722494"/>
                  <a:ext cx="1045433" cy="1271290"/>
                </a:xfrm>
                <a:prstGeom prst="rect">
                  <a:avLst/>
                </a:prstGeom>
                <a:solidFill>
                  <a:srgbClr val="000099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defRPr sz="1600">
                      <a:solidFill>
                        <a:schemeClr val="tx1"/>
                      </a:solidFill>
                      <a:latin typeface="Tahoma" panose="020B060403050404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1600">
                      <a:solidFill>
                        <a:schemeClr val="tx1"/>
                      </a:solidFill>
                      <a:latin typeface="Tahoma" panose="020B060403050404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1600">
                      <a:solidFill>
                        <a:schemeClr val="tx1"/>
                      </a:solidFill>
                      <a:latin typeface="Tahoma" panose="020B060403050404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1600">
                      <a:solidFill>
                        <a:schemeClr val="tx1"/>
                      </a:solidFill>
                      <a:latin typeface="Tahoma" panose="020B060403050404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1600">
                      <a:solidFill>
                        <a:schemeClr val="tx1"/>
                      </a:solidFill>
                      <a:latin typeface="Tahoma" panose="020B060403050404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Tahoma" panose="020B060403050404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Tahoma" panose="020B060403050404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Tahoma" panose="020B060403050404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Tahoma" panose="020B060403050404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altLang="en-US" sz="16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ahoma" panose="020B0604030504040204" pitchFamily="34" charset="0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  <p:sp>
              <p:nvSpPr>
                <p:cNvPr id="271" name="Rectangle 24">
                  <a:extLst>
                    <a:ext uri="{FF2B5EF4-FFF2-40B4-BE49-F238E27FC236}">
                      <a16:creationId xmlns:a16="http://schemas.microsoft.com/office/drawing/2014/main" id="{2212FAEC-F044-1C4B-8B14-241E43D2CF89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341249" y="4752754"/>
                  <a:ext cx="1067215" cy="1231976"/>
                </a:xfrm>
                <a:prstGeom prst="rect">
                  <a:avLst/>
                </a:prstGeom>
                <a:solidFill>
                  <a:srgbClr val="FFFFFF"/>
                </a:solidFill>
                <a:ln w="28575">
                  <a:solidFill>
                    <a:srgbClr val="000000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>
                    <a:defRPr sz="1600">
                      <a:solidFill>
                        <a:schemeClr val="tx1"/>
                      </a:solidFill>
                      <a:latin typeface="Tahoma" panose="020B060403050404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1600">
                      <a:solidFill>
                        <a:schemeClr val="tx1"/>
                      </a:solidFill>
                      <a:latin typeface="Tahoma" panose="020B060403050404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1600">
                      <a:solidFill>
                        <a:schemeClr val="tx1"/>
                      </a:solidFill>
                      <a:latin typeface="Tahoma" panose="020B060403050404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1600">
                      <a:solidFill>
                        <a:schemeClr val="tx1"/>
                      </a:solidFill>
                      <a:latin typeface="Tahoma" panose="020B060403050404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1600">
                      <a:solidFill>
                        <a:schemeClr val="tx1"/>
                      </a:solidFill>
                      <a:latin typeface="Tahoma" panose="020B060403050404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Tahoma" panose="020B060403050404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Tahoma" panose="020B060403050404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Tahoma" panose="020B060403050404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Tahoma" panose="020B060403050404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altLang="en-US" sz="16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ahoma" panose="020B0604030504040204" pitchFamily="34" charset="0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  <p:sp>
              <p:nvSpPr>
                <p:cNvPr id="272" name="Line 25">
                  <a:extLst>
                    <a:ext uri="{FF2B5EF4-FFF2-40B4-BE49-F238E27FC236}">
                      <a16:creationId xmlns:a16="http://schemas.microsoft.com/office/drawing/2014/main" id="{DC3501DC-43AA-8B44-B7F6-96A070284A31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341249" y="5031313"/>
                  <a:ext cx="1059231" cy="2888"/>
                </a:xfrm>
                <a:prstGeom prst="line">
                  <a:avLst/>
                </a:prstGeom>
                <a:noFill/>
                <a:ln w="1905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marL="0" marR="0" lvl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ahoma" panose="020B0604030504040204" pitchFamily="34" charset="0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  <p:sp>
              <p:nvSpPr>
                <p:cNvPr id="273" name="Text Box 26">
                  <a:extLst>
                    <a:ext uri="{FF2B5EF4-FFF2-40B4-BE49-F238E27FC236}">
                      <a16:creationId xmlns:a16="http://schemas.microsoft.com/office/drawing/2014/main" id="{69C842DB-6938-8446-A480-C9D5EA9045C0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1305623" y="4747333"/>
                  <a:ext cx="1104329" cy="1274177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 xmlns="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>
                  <a:spAutoFit/>
                </a:bodyPr>
                <a:lstStyle>
                  <a:lvl1pPr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  <a:cs typeface="ＭＳ Ｐゴシック" charset="0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9pPr>
                </a:lstStyle>
                <a:p>
                  <a:pPr marL="0" marR="0" lvl="0" indent="0" algn="ctr" defTabSz="914400" rtl="0" eaLnBrk="0" fontAlgn="base" latinLnBrk="0" hangingPunct="0">
                    <a:lnSpc>
                      <a:spcPct val="11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14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FFFFFF">
                          <a:lumMod val="75000"/>
                        </a:srgbClr>
                      </a:solidFill>
                      <a:effectLst/>
                      <a:uLnTx/>
                      <a:uFillTx/>
                      <a:latin typeface="Arial" charset="0"/>
                      <a:ea typeface="ＭＳ Ｐゴシック" charset="0"/>
                    </a:rPr>
                    <a:t>application</a:t>
                  </a:r>
                </a:p>
                <a:p>
                  <a:pPr marL="0" marR="0" lvl="0" indent="0" algn="ctr" defTabSz="914400" rtl="0" eaLnBrk="0" fontAlgn="base" latinLnBrk="0" hangingPunct="0">
                    <a:lnSpc>
                      <a:spcPct val="11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1400" b="1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A3"/>
                      </a:solidFill>
                      <a:effectLst/>
                      <a:uLnTx/>
                      <a:uFillTx/>
                      <a:latin typeface="Arial" charset="0"/>
                      <a:ea typeface="ＭＳ Ｐゴシック" charset="0"/>
                    </a:rPr>
                    <a:t>TCP</a:t>
                  </a:r>
                </a:p>
                <a:p>
                  <a:pPr marL="0" marR="0" lvl="0" indent="0" algn="ctr" defTabSz="914400" rtl="0" eaLnBrk="0" fontAlgn="base" latinLnBrk="0" hangingPunct="0">
                    <a:lnSpc>
                      <a:spcPct val="11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14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FFFFFF">
                          <a:lumMod val="75000"/>
                        </a:srgbClr>
                      </a:solidFill>
                      <a:effectLst/>
                      <a:uLnTx/>
                      <a:uFillTx/>
                      <a:latin typeface="Arial" charset="0"/>
                      <a:ea typeface="ＭＳ Ｐゴシック" charset="0"/>
                    </a:rPr>
                    <a:t>network</a:t>
                  </a:r>
                </a:p>
                <a:p>
                  <a:pPr marL="0" marR="0" lvl="0" indent="0" algn="ctr" defTabSz="914400" rtl="0" eaLnBrk="0" fontAlgn="base" latinLnBrk="0" hangingPunct="0">
                    <a:lnSpc>
                      <a:spcPct val="11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14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FFFFFF">
                          <a:lumMod val="75000"/>
                        </a:srgbClr>
                      </a:solidFill>
                      <a:effectLst/>
                      <a:uLnTx/>
                      <a:uFillTx/>
                      <a:latin typeface="Arial" charset="0"/>
                      <a:ea typeface="ＭＳ Ｐゴシック" charset="0"/>
                    </a:rPr>
                    <a:t>link</a:t>
                  </a:r>
                </a:p>
                <a:p>
                  <a:pPr marL="0" marR="0" lvl="0" indent="0" algn="ctr" defTabSz="914400" rtl="0" eaLnBrk="0" fontAlgn="base" latinLnBrk="0" hangingPunct="0">
                    <a:lnSpc>
                      <a:spcPct val="11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14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FFFFFF">
                          <a:lumMod val="75000"/>
                        </a:srgbClr>
                      </a:solidFill>
                      <a:effectLst/>
                      <a:uLnTx/>
                      <a:uFillTx/>
                      <a:latin typeface="Arial" charset="0"/>
                      <a:ea typeface="ＭＳ Ｐゴシック" charset="0"/>
                    </a:rPr>
                    <a:t>physical</a:t>
                  </a:r>
                </a:p>
              </p:txBody>
            </p:sp>
            <p:grpSp>
              <p:nvGrpSpPr>
                <p:cNvPr id="274" name="Group 190">
                  <a:extLst>
                    <a:ext uri="{FF2B5EF4-FFF2-40B4-BE49-F238E27FC236}">
                      <a16:creationId xmlns:a16="http://schemas.microsoft.com/office/drawing/2014/main" id="{C39AA8F4-A384-D14F-835C-118627DBC0E2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 flipH="1">
                  <a:off x="2634682" y="5076164"/>
                  <a:ext cx="673330" cy="701684"/>
                  <a:chOff x="-44" y="1473"/>
                  <a:chExt cx="981" cy="1105"/>
                </a:xfrm>
              </p:grpSpPr>
              <p:pic>
                <p:nvPicPr>
                  <p:cNvPr id="365" name="Picture 191" descr="desktop_computer_stylized_medium">
                    <a:extLst>
                      <a:ext uri="{FF2B5EF4-FFF2-40B4-BE49-F238E27FC236}">
                        <a16:creationId xmlns:a16="http://schemas.microsoft.com/office/drawing/2014/main" id="{75D69348-5F97-F745-AD7B-8737FF9EC2A5}"/>
                      </a:ext>
                    </a:extLst>
                  </p:cNvPr>
                  <p:cNvPicPr>
                    <a:picLocks noChangeAspect="1" noChangeArrowheads="1"/>
                  </p:cNvPicPr>
                  <p:nvPr/>
                </p:nvPicPr>
                <p:blipFill>
                  <a:blip r:embed="rId3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rcRect/>
                  <a:stretch>
                    <a:fillRect/>
                  </a:stretch>
                </p:blipFill>
                <p:spPr bwMode="auto">
                  <a:xfrm flipH="1">
                    <a:off x="-44" y="1473"/>
                    <a:ext cx="981" cy="1105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</p:pic>
              <p:sp>
                <p:nvSpPr>
                  <p:cNvPr id="366" name="Freeform 192">
                    <a:extLst>
                      <a:ext uri="{FF2B5EF4-FFF2-40B4-BE49-F238E27FC236}">
                        <a16:creationId xmlns:a16="http://schemas.microsoft.com/office/drawing/2014/main" id="{DE7B5F06-F0E7-0B4D-B440-DE1381D866D5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 flipH="1">
                    <a:off x="374" y="1579"/>
                    <a:ext cx="477" cy="506"/>
                  </a:xfrm>
                  <a:custGeom>
                    <a:avLst/>
                    <a:gdLst>
                      <a:gd name="T0" fmla="*/ 0 w 356"/>
                      <a:gd name="T1" fmla="*/ 0 h 368"/>
                      <a:gd name="T2" fmla="*/ 43382 w 356"/>
                      <a:gd name="T3" fmla="*/ 3172 h 368"/>
                      <a:gd name="T4" fmla="*/ 51464 w 356"/>
                      <a:gd name="T5" fmla="*/ 66095 h 368"/>
                      <a:gd name="T6" fmla="*/ 11342 w 356"/>
                      <a:gd name="T7" fmla="*/ 82660 h 368"/>
                      <a:gd name="T8" fmla="*/ 0 w 356"/>
                      <a:gd name="T9" fmla="*/ 0 h 368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356"/>
                      <a:gd name="T16" fmla="*/ 0 h 368"/>
                      <a:gd name="T17" fmla="*/ 356 w 356"/>
                      <a:gd name="T18" fmla="*/ 368 h 368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356" h="368">
                        <a:moveTo>
                          <a:pt x="0" y="0"/>
                        </a:moveTo>
                        <a:lnTo>
                          <a:pt x="300" y="14"/>
                        </a:lnTo>
                        <a:lnTo>
                          <a:pt x="356" y="294"/>
                        </a:lnTo>
                        <a:lnTo>
                          <a:pt x="78" y="368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gradFill rotWithShape="1">
                    <a:gsLst>
                      <a:gs pos="0">
                        <a:srgbClr val="000099"/>
                      </a:gs>
                      <a:gs pos="100000">
                        <a:srgbClr val="FFFFFF"/>
                      </a:gs>
                    </a:gsLst>
                    <a:lin ang="2700000" scaled="1"/>
                  </a:gra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/>
                  <a:lstStyle/>
                  <a:p>
                    <a:pPr marL="0" marR="0" lvl="0" indent="0" algn="ctr" defTabSz="914400" rtl="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600" b="0" i="0" u="none" strike="noStrike" kern="0" cap="none" spc="0" normalizeH="0" baseline="0" noProof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Tahoma" panose="020B0604030504040204" pitchFamily="34" charset="0"/>
                      <a:ea typeface="ＭＳ Ｐゴシック" panose="020B0600070205080204" pitchFamily="34" charset="-128"/>
                      <a:cs typeface="+mn-cs"/>
                    </a:endParaRPr>
                  </a:p>
                </p:txBody>
              </p:sp>
            </p:grpSp>
            <p:sp>
              <p:nvSpPr>
                <p:cNvPr id="331" name="Line 25">
                  <a:extLst>
                    <a:ext uri="{FF2B5EF4-FFF2-40B4-BE49-F238E27FC236}">
                      <a16:creationId xmlns:a16="http://schemas.microsoft.com/office/drawing/2014/main" id="{B63E05C1-D79C-3140-8770-0DC5B61A7B3F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345720" y="5260213"/>
                  <a:ext cx="1059231" cy="2888"/>
                </a:xfrm>
                <a:prstGeom prst="line">
                  <a:avLst/>
                </a:prstGeom>
                <a:noFill/>
                <a:ln w="1905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marL="0" marR="0" lvl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ahoma" panose="020B0604030504040204" pitchFamily="34" charset="0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  <p:sp>
              <p:nvSpPr>
                <p:cNvPr id="356" name="Line 25">
                  <a:extLst>
                    <a:ext uri="{FF2B5EF4-FFF2-40B4-BE49-F238E27FC236}">
                      <a16:creationId xmlns:a16="http://schemas.microsoft.com/office/drawing/2014/main" id="{0DB8D764-C7DD-D749-8DAA-C861760CFB91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350191" y="5489113"/>
                  <a:ext cx="1059231" cy="2888"/>
                </a:xfrm>
                <a:prstGeom prst="line">
                  <a:avLst/>
                </a:prstGeom>
                <a:noFill/>
                <a:ln w="1905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marL="0" marR="0" lvl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ahoma" panose="020B0604030504040204" pitchFamily="34" charset="0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  <p:sp>
              <p:nvSpPr>
                <p:cNvPr id="364" name="Line 25">
                  <a:extLst>
                    <a:ext uri="{FF2B5EF4-FFF2-40B4-BE49-F238E27FC236}">
                      <a16:creationId xmlns:a16="http://schemas.microsoft.com/office/drawing/2014/main" id="{89F6EF96-2E93-7247-8F32-49111F2DD241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354662" y="5728213"/>
                  <a:ext cx="1059231" cy="2888"/>
                </a:xfrm>
                <a:prstGeom prst="line">
                  <a:avLst/>
                </a:prstGeom>
                <a:noFill/>
                <a:ln w="1905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marL="0" marR="0" lvl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ahoma" panose="020B0604030504040204" pitchFamily="34" charset="0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</p:grpSp>
        </p:grpSp>
        <p:sp>
          <p:nvSpPr>
            <p:cNvPr id="251" name="Freeform 6">
              <a:extLst>
                <a:ext uri="{FF2B5EF4-FFF2-40B4-BE49-F238E27FC236}">
                  <a16:creationId xmlns:a16="http://schemas.microsoft.com/office/drawing/2014/main" id="{166198F4-4235-5446-BB65-8864D4EEC9A1}"/>
                </a:ext>
              </a:extLst>
            </p:cNvPr>
            <p:cNvSpPr>
              <a:spLocks/>
            </p:cNvSpPr>
            <p:nvPr/>
          </p:nvSpPr>
          <p:spPr bwMode="auto">
            <a:xfrm>
              <a:off x="4581324" y="4994579"/>
              <a:ext cx="542925" cy="295275"/>
            </a:xfrm>
            <a:custGeom>
              <a:avLst/>
              <a:gdLst>
                <a:gd name="T0" fmla="*/ 0 w 342"/>
                <a:gd name="T1" fmla="*/ 2147483647 h 186"/>
                <a:gd name="T2" fmla="*/ 2147483647 w 342"/>
                <a:gd name="T3" fmla="*/ 0 h 186"/>
                <a:gd name="T4" fmla="*/ 0 60000 65536"/>
                <a:gd name="T5" fmla="*/ 0 60000 65536"/>
                <a:gd name="T6" fmla="*/ 0 w 342"/>
                <a:gd name="T7" fmla="*/ 0 h 186"/>
                <a:gd name="T8" fmla="*/ 342 w 342"/>
                <a:gd name="T9" fmla="*/ 186 h 18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342" h="186">
                  <a:moveTo>
                    <a:pt x="0" y="186"/>
                  </a:moveTo>
                  <a:lnTo>
                    <a:pt x="342" y="0"/>
                  </a:lnTo>
                </a:path>
              </a:pathLst>
            </a:cu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252" name="Freeform 91">
              <a:extLst>
                <a:ext uri="{FF2B5EF4-FFF2-40B4-BE49-F238E27FC236}">
                  <a16:creationId xmlns:a16="http://schemas.microsoft.com/office/drawing/2014/main" id="{53DCE39E-C8A8-5641-9833-00C813F7C6B4}"/>
                </a:ext>
              </a:extLst>
            </p:cNvPr>
            <p:cNvSpPr>
              <a:spLocks/>
            </p:cNvSpPr>
            <p:nvPr/>
          </p:nvSpPr>
          <p:spPr bwMode="auto">
            <a:xfrm>
              <a:off x="5622724" y="4988229"/>
              <a:ext cx="506413" cy="307975"/>
            </a:xfrm>
            <a:custGeom>
              <a:avLst/>
              <a:gdLst>
                <a:gd name="T0" fmla="*/ 0 w 318"/>
                <a:gd name="T1" fmla="*/ 0 h 194"/>
                <a:gd name="T2" fmla="*/ 2147483647 w 318"/>
                <a:gd name="T3" fmla="*/ 2147483647 h 194"/>
                <a:gd name="T4" fmla="*/ 0 60000 65536"/>
                <a:gd name="T5" fmla="*/ 0 60000 65536"/>
                <a:gd name="T6" fmla="*/ 0 w 318"/>
                <a:gd name="T7" fmla="*/ 0 h 194"/>
                <a:gd name="T8" fmla="*/ 318 w 318"/>
                <a:gd name="T9" fmla="*/ 194 h 194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318" h="194">
                  <a:moveTo>
                    <a:pt x="0" y="0"/>
                  </a:moveTo>
                  <a:lnTo>
                    <a:pt x="318" y="194"/>
                  </a:lnTo>
                </a:path>
              </a:pathLst>
            </a:cu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253" name="Freeform 92">
              <a:extLst>
                <a:ext uri="{FF2B5EF4-FFF2-40B4-BE49-F238E27FC236}">
                  <a16:creationId xmlns:a16="http://schemas.microsoft.com/office/drawing/2014/main" id="{9E088270-3C1F-CF47-B4CB-AED303A1AA5C}"/>
                </a:ext>
              </a:extLst>
            </p:cNvPr>
            <p:cNvSpPr>
              <a:spLocks/>
            </p:cNvSpPr>
            <p:nvPr/>
          </p:nvSpPr>
          <p:spPr bwMode="auto">
            <a:xfrm>
              <a:off x="4557512" y="5380342"/>
              <a:ext cx="481012" cy="238125"/>
            </a:xfrm>
            <a:custGeom>
              <a:avLst/>
              <a:gdLst>
                <a:gd name="T0" fmla="*/ 0 w 294"/>
                <a:gd name="T1" fmla="*/ 0 h 174"/>
                <a:gd name="T2" fmla="*/ 2147483647 w 294"/>
                <a:gd name="T3" fmla="*/ 2147483647 h 174"/>
                <a:gd name="T4" fmla="*/ 0 60000 65536"/>
                <a:gd name="T5" fmla="*/ 0 60000 65536"/>
                <a:gd name="T6" fmla="*/ 0 w 294"/>
                <a:gd name="T7" fmla="*/ 0 h 174"/>
                <a:gd name="T8" fmla="*/ 294 w 294"/>
                <a:gd name="T9" fmla="*/ 174 h 174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294" h="174">
                  <a:moveTo>
                    <a:pt x="0" y="0"/>
                  </a:moveTo>
                  <a:lnTo>
                    <a:pt x="294" y="174"/>
                  </a:lnTo>
                </a:path>
              </a:pathLst>
            </a:cu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254" name="Freeform 93">
              <a:extLst>
                <a:ext uri="{FF2B5EF4-FFF2-40B4-BE49-F238E27FC236}">
                  <a16:creationId xmlns:a16="http://schemas.microsoft.com/office/drawing/2014/main" id="{D4F6429E-0B93-254B-B841-2127CDD89072}"/>
                </a:ext>
              </a:extLst>
            </p:cNvPr>
            <p:cNvSpPr>
              <a:spLocks/>
            </p:cNvSpPr>
            <p:nvPr/>
          </p:nvSpPr>
          <p:spPr bwMode="auto">
            <a:xfrm>
              <a:off x="5505249" y="5356529"/>
              <a:ext cx="630238" cy="247650"/>
            </a:xfrm>
            <a:custGeom>
              <a:avLst/>
              <a:gdLst>
                <a:gd name="T0" fmla="*/ 0 w 378"/>
                <a:gd name="T1" fmla="*/ 2147483647 h 174"/>
                <a:gd name="T2" fmla="*/ 2147483647 w 378"/>
                <a:gd name="T3" fmla="*/ 0 h 174"/>
                <a:gd name="T4" fmla="*/ 0 60000 65536"/>
                <a:gd name="T5" fmla="*/ 0 60000 65536"/>
                <a:gd name="T6" fmla="*/ 0 w 378"/>
                <a:gd name="T7" fmla="*/ 0 h 174"/>
                <a:gd name="T8" fmla="*/ 378 w 378"/>
                <a:gd name="T9" fmla="*/ 174 h 174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378" h="174">
                  <a:moveTo>
                    <a:pt x="0" y="174"/>
                  </a:moveTo>
                  <a:lnTo>
                    <a:pt x="378" y="0"/>
                  </a:lnTo>
                </a:path>
              </a:pathLst>
            </a:cu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255" name="Freeform 94">
              <a:extLst>
                <a:ext uri="{FF2B5EF4-FFF2-40B4-BE49-F238E27FC236}">
                  <a16:creationId xmlns:a16="http://schemas.microsoft.com/office/drawing/2014/main" id="{2BEA6A4B-6ACC-E548-AF57-1F438259AC44}"/>
                </a:ext>
              </a:extLst>
            </p:cNvPr>
            <p:cNvSpPr>
              <a:spLocks/>
            </p:cNvSpPr>
            <p:nvPr/>
          </p:nvSpPr>
          <p:spPr bwMode="auto">
            <a:xfrm>
              <a:off x="6173587" y="5410504"/>
              <a:ext cx="206375" cy="508000"/>
            </a:xfrm>
            <a:custGeom>
              <a:avLst/>
              <a:gdLst>
                <a:gd name="T0" fmla="*/ 0 w 118"/>
                <a:gd name="T1" fmla="*/ 2147483647 h 500"/>
                <a:gd name="T2" fmla="*/ 2147483647 w 118"/>
                <a:gd name="T3" fmla="*/ 0 h 500"/>
                <a:gd name="T4" fmla="*/ 0 60000 65536"/>
                <a:gd name="T5" fmla="*/ 0 60000 65536"/>
                <a:gd name="T6" fmla="*/ 0 w 118"/>
                <a:gd name="T7" fmla="*/ 0 h 500"/>
                <a:gd name="T8" fmla="*/ 118 w 118"/>
                <a:gd name="T9" fmla="*/ 500 h 500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118" h="500">
                  <a:moveTo>
                    <a:pt x="0" y="500"/>
                  </a:moveTo>
                  <a:lnTo>
                    <a:pt x="118" y="0"/>
                  </a:lnTo>
                </a:path>
              </a:pathLst>
            </a:cu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256" name="Freeform 95">
              <a:extLst>
                <a:ext uri="{FF2B5EF4-FFF2-40B4-BE49-F238E27FC236}">
                  <a16:creationId xmlns:a16="http://schemas.microsoft.com/office/drawing/2014/main" id="{E3BE3C0E-7D89-C047-99C2-2E6475D4FD80}"/>
                </a:ext>
              </a:extLst>
            </p:cNvPr>
            <p:cNvSpPr>
              <a:spLocks/>
            </p:cNvSpPr>
            <p:nvPr/>
          </p:nvSpPr>
          <p:spPr bwMode="auto">
            <a:xfrm>
              <a:off x="4936923" y="5943904"/>
              <a:ext cx="970395" cy="81756"/>
            </a:xfrm>
            <a:custGeom>
              <a:avLst/>
              <a:gdLst>
                <a:gd name="T0" fmla="*/ 2147483647 w 370"/>
                <a:gd name="T1" fmla="*/ 2147483647 h 32"/>
                <a:gd name="T2" fmla="*/ 0 w 370"/>
                <a:gd name="T3" fmla="*/ 0 h 32"/>
                <a:gd name="T4" fmla="*/ 0 60000 65536"/>
                <a:gd name="T5" fmla="*/ 0 60000 65536"/>
                <a:gd name="T6" fmla="*/ 0 w 370"/>
                <a:gd name="T7" fmla="*/ 0 h 32"/>
                <a:gd name="T8" fmla="*/ 370 w 370"/>
                <a:gd name="T9" fmla="*/ 32 h 32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370" h="32">
                  <a:moveTo>
                    <a:pt x="370" y="32"/>
                  </a:moveTo>
                  <a:lnTo>
                    <a:pt x="0" y="0"/>
                  </a:lnTo>
                </a:path>
              </a:pathLst>
            </a:cu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257" name="Freeform 96">
              <a:extLst>
                <a:ext uri="{FF2B5EF4-FFF2-40B4-BE49-F238E27FC236}">
                  <a16:creationId xmlns:a16="http://schemas.microsoft.com/office/drawing/2014/main" id="{4762AE60-0604-904D-A97A-70A37FFB5995}"/>
                </a:ext>
              </a:extLst>
            </p:cNvPr>
            <p:cNvSpPr>
              <a:spLocks/>
            </p:cNvSpPr>
            <p:nvPr/>
          </p:nvSpPr>
          <p:spPr bwMode="auto">
            <a:xfrm>
              <a:off x="4400349" y="5424888"/>
              <a:ext cx="193675" cy="404716"/>
            </a:xfrm>
            <a:custGeom>
              <a:avLst/>
              <a:gdLst>
                <a:gd name="T0" fmla="*/ 2147483647 w 176"/>
                <a:gd name="T1" fmla="*/ 2147483647 h 412"/>
                <a:gd name="T2" fmla="*/ 2147483647 w 176"/>
                <a:gd name="T3" fmla="*/ 2147483647 h 412"/>
                <a:gd name="T4" fmla="*/ 0 w 176"/>
                <a:gd name="T5" fmla="*/ 0 h 412"/>
                <a:gd name="T6" fmla="*/ 0 60000 65536"/>
                <a:gd name="T7" fmla="*/ 0 60000 65536"/>
                <a:gd name="T8" fmla="*/ 0 60000 65536"/>
                <a:gd name="T9" fmla="*/ 0 w 176"/>
                <a:gd name="T10" fmla="*/ 0 h 412"/>
                <a:gd name="T11" fmla="*/ 176 w 176"/>
                <a:gd name="T12" fmla="*/ 412 h 412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76" h="412">
                  <a:moveTo>
                    <a:pt x="162" y="408"/>
                  </a:moveTo>
                  <a:lnTo>
                    <a:pt x="176" y="412"/>
                  </a:lnTo>
                  <a:lnTo>
                    <a:pt x="0" y="0"/>
                  </a:lnTo>
                </a:path>
              </a:pathLst>
            </a:cu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258" name="Freeform 7">
              <a:extLst>
                <a:ext uri="{FF2B5EF4-FFF2-40B4-BE49-F238E27FC236}">
                  <a16:creationId xmlns:a16="http://schemas.microsoft.com/office/drawing/2014/main" id="{65218BE6-60A3-C64E-AE98-FE5F4FDCBA69}"/>
                </a:ext>
              </a:extLst>
            </p:cNvPr>
            <p:cNvSpPr>
              <a:spLocks/>
            </p:cNvSpPr>
            <p:nvPr/>
          </p:nvSpPr>
          <p:spPr bwMode="auto">
            <a:xfrm>
              <a:off x="3329610" y="4423977"/>
              <a:ext cx="5073926" cy="1298611"/>
            </a:xfrm>
            <a:custGeom>
              <a:avLst/>
              <a:gdLst>
                <a:gd name="T0" fmla="*/ 0 w 5156094"/>
                <a:gd name="T1" fmla="*/ 0 h 1509215"/>
                <a:gd name="T2" fmla="*/ 6961 w 5156094"/>
                <a:gd name="T3" fmla="*/ 1168047 h 1509215"/>
                <a:gd name="T4" fmla="*/ 1131015 w 5156094"/>
                <a:gd name="T5" fmla="*/ 1170389 h 1509215"/>
                <a:gd name="T6" fmla="*/ 1755021 w 5156094"/>
                <a:gd name="T7" fmla="*/ 1490285 h 1509215"/>
                <a:gd name="T8" fmla="*/ 2207298 w 5156094"/>
                <a:gd name="T9" fmla="*/ 1510706 h 1509215"/>
                <a:gd name="T10" fmla="*/ 2988945 w 5156094"/>
                <a:gd name="T11" fmla="*/ 1198737 h 1509215"/>
                <a:gd name="T12" fmla="*/ 3391674 w 5156094"/>
                <a:gd name="T13" fmla="*/ 1210330 h 1509215"/>
                <a:gd name="T14" fmla="*/ 5156412 w 5156094"/>
                <a:gd name="T15" fmla="*/ 1199641 h 1509215"/>
                <a:gd name="T16" fmla="*/ 5126696 w 5156094"/>
                <a:gd name="T17" fmla="*/ 64147 h 1509215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connsiteX0" fmla="*/ 0 w 5156094"/>
                <a:gd name="connsiteY0" fmla="*/ 0 h 1559667"/>
                <a:gd name="connsiteX1" fmla="*/ 6961 w 5156094"/>
                <a:gd name="connsiteY1" fmla="*/ 1166894 h 1559667"/>
                <a:gd name="connsiteX2" fmla="*/ 1130946 w 5156094"/>
                <a:gd name="connsiteY2" fmla="*/ 1169234 h 1559667"/>
                <a:gd name="connsiteX3" fmla="*/ 1824854 w 5156094"/>
                <a:gd name="connsiteY3" fmla="*/ 1559667 h 1559667"/>
                <a:gd name="connsiteX4" fmla="*/ 2207163 w 5156094"/>
                <a:gd name="connsiteY4" fmla="*/ 1509215 h 1559667"/>
                <a:gd name="connsiteX5" fmla="*/ 2988762 w 5156094"/>
                <a:gd name="connsiteY5" fmla="*/ 1197554 h 1559667"/>
                <a:gd name="connsiteX6" fmla="*/ 3391464 w 5156094"/>
                <a:gd name="connsiteY6" fmla="*/ 1209136 h 1559667"/>
                <a:gd name="connsiteX7" fmla="*/ 5156094 w 5156094"/>
                <a:gd name="connsiteY7" fmla="*/ 1198456 h 1559667"/>
                <a:gd name="connsiteX8" fmla="*/ 5126381 w 5156094"/>
                <a:gd name="connsiteY8" fmla="*/ 64084 h 1559667"/>
                <a:gd name="connsiteX0" fmla="*/ 0 w 5156094"/>
                <a:gd name="connsiteY0" fmla="*/ 0 h 1559667"/>
                <a:gd name="connsiteX1" fmla="*/ 6961 w 5156094"/>
                <a:gd name="connsiteY1" fmla="*/ 1166894 h 1559667"/>
                <a:gd name="connsiteX2" fmla="*/ 1130946 w 5156094"/>
                <a:gd name="connsiteY2" fmla="*/ 1169234 h 1559667"/>
                <a:gd name="connsiteX3" fmla="*/ 1824854 w 5156094"/>
                <a:gd name="connsiteY3" fmla="*/ 1559667 h 1559667"/>
                <a:gd name="connsiteX4" fmla="*/ 2145216 w 5156094"/>
                <a:gd name="connsiteY4" fmla="*/ 1553959 h 1559667"/>
                <a:gd name="connsiteX5" fmla="*/ 2988762 w 5156094"/>
                <a:gd name="connsiteY5" fmla="*/ 1197554 h 1559667"/>
                <a:gd name="connsiteX6" fmla="*/ 3391464 w 5156094"/>
                <a:gd name="connsiteY6" fmla="*/ 1209136 h 1559667"/>
                <a:gd name="connsiteX7" fmla="*/ 5156094 w 5156094"/>
                <a:gd name="connsiteY7" fmla="*/ 1198456 h 1559667"/>
                <a:gd name="connsiteX8" fmla="*/ 5126381 w 5156094"/>
                <a:gd name="connsiteY8" fmla="*/ 64084 h 1559667"/>
                <a:gd name="connsiteX0" fmla="*/ 0 w 5156094"/>
                <a:gd name="connsiteY0" fmla="*/ 0 h 1559667"/>
                <a:gd name="connsiteX1" fmla="*/ 6961 w 5156094"/>
                <a:gd name="connsiteY1" fmla="*/ 1166894 h 1559667"/>
                <a:gd name="connsiteX2" fmla="*/ 1130946 w 5156094"/>
                <a:gd name="connsiteY2" fmla="*/ 1169234 h 1559667"/>
                <a:gd name="connsiteX3" fmla="*/ 1824854 w 5156094"/>
                <a:gd name="connsiteY3" fmla="*/ 1559667 h 1559667"/>
                <a:gd name="connsiteX4" fmla="*/ 2145216 w 5156094"/>
                <a:gd name="connsiteY4" fmla="*/ 1553959 h 1559667"/>
                <a:gd name="connsiteX5" fmla="*/ 2930257 w 5156094"/>
                <a:gd name="connsiteY5" fmla="*/ 1152811 h 1559667"/>
                <a:gd name="connsiteX6" fmla="*/ 3391464 w 5156094"/>
                <a:gd name="connsiteY6" fmla="*/ 1209136 h 1559667"/>
                <a:gd name="connsiteX7" fmla="*/ 5156094 w 5156094"/>
                <a:gd name="connsiteY7" fmla="*/ 1198456 h 1559667"/>
                <a:gd name="connsiteX8" fmla="*/ 5126381 w 5156094"/>
                <a:gd name="connsiteY8" fmla="*/ 64084 h 1559667"/>
                <a:gd name="connsiteX0" fmla="*/ 0 w 5156094"/>
                <a:gd name="connsiteY0" fmla="*/ 0 h 1559667"/>
                <a:gd name="connsiteX1" fmla="*/ 6961 w 5156094"/>
                <a:gd name="connsiteY1" fmla="*/ 1166894 h 1559667"/>
                <a:gd name="connsiteX2" fmla="*/ 1130946 w 5156094"/>
                <a:gd name="connsiteY2" fmla="*/ 1169234 h 1559667"/>
                <a:gd name="connsiteX3" fmla="*/ 1824854 w 5156094"/>
                <a:gd name="connsiteY3" fmla="*/ 1559667 h 1559667"/>
                <a:gd name="connsiteX4" fmla="*/ 2145216 w 5156094"/>
                <a:gd name="connsiteY4" fmla="*/ 1553959 h 1559667"/>
                <a:gd name="connsiteX5" fmla="*/ 2930257 w 5156094"/>
                <a:gd name="connsiteY5" fmla="*/ 1152811 h 1559667"/>
                <a:gd name="connsiteX6" fmla="*/ 5156094 w 5156094"/>
                <a:gd name="connsiteY6" fmla="*/ 1198456 h 1559667"/>
                <a:gd name="connsiteX7" fmla="*/ 5126381 w 5156094"/>
                <a:gd name="connsiteY7" fmla="*/ 64084 h 15596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5156094" h="1559667">
                  <a:moveTo>
                    <a:pt x="0" y="0"/>
                  </a:moveTo>
                  <a:cubicBezTo>
                    <a:pt x="2320" y="388965"/>
                    <a:pt x="4641" y="777929"/>
                    <a:pt x="6961" y="1166894"/>
                  </a:cubicBezTo>
                  <a:lnTo>
                    <a:pt x="1130946" y="1169234"/>
                  </a:lnTo>
                  <a:lnTo>
                    <a:pt x="1824854" y="1559667"/>
                  </a:lnTo>
                  <a:lnTo>
                    <a:pt x="2145216" y="1553959"/>
                  </a:lnTo>
                  <a:lnTo>
                    <a:pt x="2930257" y="1152811"/>
                  </a:lnTo>
                  <a:lnTo>
                    <a:pt x="5156094" y="1198456"/>
                  </a:lnTo>
                  <a:lnTo>
                    <a:pt x="5126381" y="64084"/>
                  </a:lnTo>
                </a:path>
              </a:pathLst>
            </a:custGeom>
            <a:noFill/>
            <a:ln w="22225">
              <a:solidFill>
                <a:srgbClr val="00009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grpSp>
          <p:nvGrpSpPr>
            <p:cNvPr id="259" name="Group 258">
              <a:extLst>
                <a:ext uri="{FF2B5EF4-FFF2-40B4-BE49-F238E27FC236}">
                  <a16:creationId xmlns:a16="http://schemas.microsoft.com/office/drawing/2014/main" id="{BA9F4108-2318-8145-849E-8BAD67BD3C2B}"/>
                </a:ext>
              </a:extLst>
            </p:cNvPr>
            <p:cNvGrpSpPr/>
            <p:nvPr/>
          </p:nvGrpSpPr>
          <p:grpSpPr>
            <a:xfrm>
              <a:off x="5868328" y="5862061"/>
              <a:ext cx="496248" cy="260542"/>
              <a:chOff x="7493876" y="2774731"/>
              <a:chExt cx="1481958" cy="894622"/>
            </a:xfrm>
          </p:grpSpPr>
          <p:sp>
            <p:nvSpPr>
              <p:cNvPr id="260" name="Freeform 259">
                <a:extLst>
                  <a:ext uri="{FF2B5EF4-FFF2-40B4-BE49-F238E27FC236}">
                    <a16:creationId xmlns:a16="http://schemas.microsoft.com/office/drawing/2014/main" id="{A9497A97-449F-CB45-B630-229DEE85F9A6}"/>
                  </a:ext>
                </a:extLst>
              </p:cNvPr>
              <p:cNvSpPr/>
              <p:nvPr/>
            </p:nvSpPr>
            <p:spPr>
              <a:xfrm>
                <a:off x="7493876" y="3084399"/>
                <a:ext cx="1481958" cy="584954"/>
              </a:xfrm>
              <a:custGeom>
                <a:avLst/>
                <a:gdLst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88524 w 8187558"/>
                  <a:gd name="connsiteY5" fmla="*/ 1597573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88524 w 8187558"/>
                  <a:gd name="connsiteY5" fmla="*/ 1597573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76538 w 8176538"/>
                  <a:gd name="connsiteY0" fmla="*/ 0 h 2638097"/>
                  <a:gd name="connsiteX1" fmla="*/ 8176538 w 8176538"/>
                  <a:gd name="connsiteY1" fmla="*/ 1271752 h 2638097"/>
                  <a:gd name="connsiteX2" fmla="*/ 4088015 w 8176538"/>
                  <a:gd name="connsiteY2" fmla="*/ 2638097 h 2638097"/>
                  <a:gd name="connsiteX3" fmla="*/ 0 w 8176538"/>
                  <a:gd name="connsiteY3" fmla="*/ 1269888 h 2638097"/>
                  <a:gd name="connsiteX4" fmla="*/ 20511 w 8176538"/>
                  <a:gd name="connsiteY4" fmla="*/ 147145 h 2638097"/>
                  <a:gd name="connsiteX5" fmla="*/ 4088015 w 8176538"/>
                  <a:gd name="connsiteY5" fmla="*/ 1566042 h 2638097"/>
                  <a:gd name="connsiteX6" fmla="*/ 8176538 w 8176538"/>
                  <a:gd name="connsiteY6" fmla="*/ 0 h 2638097"/>
                  <a:gd name="connsiteX0" fmla="*/ 8176538 w 8176538"/>
                  <a:gd name="connsiteY0" fmla="*/ 0 h 2772020"/>
                  <a:gd name="connsiteX1" fmla="*/ 8176538 w 8176538"/>
                  <a:gd name="connsiteY1" fmla="*/ 1271752 h 2772020"/>
                  <a:gd name="connsiteX2" fmla="*/ 4099034 w 8176538"/>
                  <a:gd name="connsiteY2" fmla="*/ 2772020 h 2772020"/>
                  <a:gd name="connsiteX3" fmla="*/ 0 w 8176538"/>
                  <a:gd name="connsiteY3" fmla="*/ 1269888 h 2772020"/>
                  <a:gd name="connsiteX4" fmla="*/ 20511 w 8176538"/>
                  <a:gd name="connsiteY4" fmla="*/ 147145 h 2772020"/>
                  <a:gd name="connsiteX5" fmla="*/ 4088015 w 8176538"/>
                  <a:gd name="connsiteY5" fmla="*/ 1566042 h 2772020"/>
                  <a:gd name="connsiteX6" fmla="*/ 8176538 w 8176538"/>
                  <a:gd name="connsiteY6" fmla="*/ 0 h 2772020"/>
                  <a:gd name="connsiteX0" fmla="*/ 8176538 w 8176538"/>
                  <a:gd name="connsiteY0" fmla="*/ 0 h 2772339"/>
                  <a:gd name="connsiteX1" fmla="*/ 8176538 w 8176538"/>
                  <a:gd name="connsiteY1" fmla="*/ 1378890 h 2772339"/>
                  <a:gd name="connsiteX2" fmla="*/ 4099034 w 8176538"/>
                  <a:gd name="connsiteY2" fmla="*/ 2772020 h 2772339"/>
                  <a:gd name="connsiteX3" fmla="*/ 0 w 8176538"/>
                  <a:gd name="connsiteY3" fmla="*/ 1269888 h 2772339"/>
                  <a:gd name="connsiteX4" fmla="*/ 20511 w 8176538"/>
                  <a:gd name="connsiteY4" fmla="*/ 147145 h 2772339"/>
                  <a:gd name="connsiteX5" fmla="*/ 4088015 w 8176538"/>
                  <a:gd name="connsiteY5" fmla="*/ 1566042 h 2772339"/>
                  <a:gd name="connsiteX6" fmla="*/ 8176538 w 8176538"/>
                  <a:gd name="connsiteY6" fmla="*/ 0 h 2772339"/>
                  <a:gd name="connsiteX0" fmla="*/ 8176538 w 8176538"/>
                  <a:gd name="connsiteY0" fmla="*/ 0 h 2825888"/>
                  <a:gd name="connsiteX1" fmla="*/ 8176538 w 8176538"/>
                  <a:gd name="connsiteY1" fmla="*/ 1378890 h 2825888"/>
                  <a:gd name="connsiteX2" fmla="*/ 4099034 w 8176538"/>
                  <a:gd name="connsiteY2" fmla="*/ 2825590 h 2825888"/>
                  <a:gd name="connsiteX3" fmla="*/ 0 w 8176538"/>
                  <a:gd name="connsiteY3" fmla="*/ 1269888 h 2825888"/>
                  <a:gd name="connsiteX4" fmla="*/ 20511 w 8176538"/>
                  <a:gd name="connsiteY4" fmla="*/ 147145 h 2825888"/>
                  <a:gd name="connsiteX5" fmla="*/ 4088015 w 8176538"/>
                  <a:gd name="connsiteY5" fmla="*/ 1566042 h 2825888"/>
                  <a:gd name="connsiteX6" fmla="*/ 8176538 w 8176538"/>
                  <a:gd name="connsiteY6" fmla="*/ 0 h 2825888"/>
                  <a:gd name="connsiteX0" fmla="*/ 8165518 w 8165518"/>
                  <a:gd name="connsiteY0" fmla="*/ 0 h 2825606"/>
                  <a:gd name="connsiteX1" fmla="*/ 8165518 w 8165518"/>
                  <a:gd name="connsiteY1" fmla="*/ 1378890 h 2825606"/>
                  <a:gd name="connsiteX2" fmla="*/ 4088014 w 8165518"/>
                  <a:gd name="connsiteY2" fmla="*/ 2825590 h 2825606"/>
                  <a:gd name="connsiteX3" fmla="*/ 0 w 8165518"/>
                  <a:gd name="connsiteY3" fmla="*/ 1403811 h 2825606"/>
                  <a:gd name="connsiteX4" fmla="*/ 9491 w 8165518"/>
                  <a:gd name="connsiteY4" fmla="*/ 147145 h 2825606"/>
                  <a:gd name="connsiteX5" fmla="*/ 4076995 w 8165518"/>
                  <a:gd name="connsiteY5" fmla="*/ 1566042 h 2825606"/>
                  <a:gd name="connsiteX6" fmla="*/ 8165518 w 8165518"/>
                  <a:gd name="connsiteY6" fmla="*/ 0 h 2825606"/>
                  <a:gd name="connsiteX0" fmla="*/ 8165518 w 8165518"/>
                  <a:gd name="connsiteY0" fmla="*/ 0 h 2879174"/>
                  <a:gd name="connsiteX1" fmla="*/ 8165518 w 8165518"/>
                  <a:gd name="connsiteY1" fmla="*/ 1378890 h 2879174"/>
                  <a:gd name="connsiteX2" fmla="*/ 4132092 w 8165518"/>
                  <a:gd name="connsiteY2" fmla="*/ 2879159 h 2879174"/>
                  <a:gd name="connsiteX3" fmla="*/ 0 w 8165518"/>
                  <a:gd name="connsiteY3" fmla="*/ 1403811 h 2879174"/>
                  <a:gd name="connsiteX4" fmla="*/ 9491 w 8165518"/>
                  <a:gd name="connsiteY4" fmla="*/ 147145 h 2879174"/>
                  <a:gd name="connsiteX5" fmla="*/ 4076995 w 8165518"/>
                  <a:gd name="connsiteY5" fmla="*/ 1566042 h 2879174"/>
                  <a:gd name="connsiteX6" fmla="*/ 8165518 w 8165518"/>
                  <a:gd name="connsiteY6" fmla="*/ 0 h 2879174"/>
                  <a:gd name="connsiteX0" fmla="*/ 8165518 w 8176537"/>
                  <a:gd name="connsiteY0" fmla="*/ 0 h 2879410"/>
                  <a:gd name="connsiteX1" fmla="*/ 8176537 w 8176537"/>
                  <a:gd name="connsiteY1" fmla="*/ 1499420 h 2879410"/>
                  <a:gd name="connsiteX2" fmla="*/ 4132092 w 8176537"/>
                  <a:gd name="connsiteY2" fmla="*/ 2879159 h 2879410"/>
                  <a:gd name="connsiteX3" fmla="*/ 0 w 8176537"/>
                  <a:gd name="connsiteY3" fmla="*/ 1403811 h 2879410"/>
                  <a:gd name="connsiteX4" fmla="*/ 9491 w 8176537"/>
                  <a:gd name="connsiteY4" fmla="*/ 147145 h 2879410"/>
                  <a:gd name="connsiteX5" fmla="*/ 4076995 w 8176537"/>
                  <a:gd name="connsiteY5" fmla="*/ 1566042 h 2879410"/>
                  <a:gd name="connsiteX6" fmla="*/ 8165518 w 8176537"/>
                  <a:gd name="connsiteY6" fmla="*/ 0 h 2879410"/>
                  <a:gd name="connsiteX0" fmla="*/ 8165518 w 8176537"/>
                  <a:gd name="connsiteY0" fmla="*/ 0 h 2879262"/>
                  <a:gd name="connsiteX1" fmla="*/ 8176537 w 8176537"/>
                  <a:gd name="connsiteY1" fmla="*/ 1499420 h 2879262"/>
                  <a:gd name="connsiteX2" fmla="*/ 4132092 w 8176537"/>
                  <a:gd name="connsiteY2" fmla="*/ 2879159 h 2879262"/>
                  <a:gd name="connsiteX3" fmla="*/ 0 w 8176537"/>
                  <a:gd name="connsiteY3" fmla="*/ 1403811 h 2879262"/>
                  <a:gd name="connsiteX4" fmla="*/ 9491 w 8176537"/>
                  <a:gd name="connsiteY4" fmla="*/ 147145 h 2879262"/>
                  <a:gd name="connsiteX5" fmla="*/ 4076995 w 8176537"/>
                  <a:gd name="connsiteY5" fmla="*/ 1566042 h 2879262"/>
                  <a:gd name="connsiteX6" fmla="*/ 8165518 w 8176537"/>
                  <a:gd name="connsiteY6" fmla="*/ 0 h 2879262"/>
                  <a:gd name="connsiteX0" fmla="*/ 8165518 w 8176537"/>
                  <a:gd name="connsiteY0" fmla="*/ 0 h 2879163"/>
                  <a:gd name="connsiteX1" fmla="*/ 8176537 w 8176537"/>
                  <a:gd name="connsiteY1" fmla="*/ 1499420 h 2879163"/>
                  <a:gd name="connsiteX2" fmla="*/ 4132092 w 8176537"/>
                  <a:gd name="connsiteY2" fmla="*/ 2879159 h 2879163"/>
                  <a:gd name="connsiteX3" fmla="*/ 0 w 8176537"/>
                  <a:gd name="connsiteY3" fmla="*/ 1510948 h 2879163"/>
                  <a:gd name="connsiteX4" fmla="*/ 9491 w 8176537"/>
                  <a:gd name="connsiteY4" fmla="*/ 147145 h 2879163"/>
                  <a:gd name="connsiteX5" fmla="*/ 4076995 w 8176537"/>
                  <a:gd name="connsiteY5" fmla="*/ 1566042 h 2879163"/>
                  <a:gd name="connsiteX6" fmla="*/ 8165518 w 8176537"/>
                  <a:gd name="connsiteY6" fmla="*/ 0 h 2879163"/>
                  <a:gd name="connsiteX0" fmla="*/ 8165518 w 8198577"/>
                  <a:gd name="connsiteY0" fmla="*/ 0 h 2879451"/>
                  <a:gd name="connsiteX1" fmla="*/ 8198577 w 8198577"/>
                  <a:gd name="connsiteY1" fmla="*/ 1606558 h 2879451"/>
                  <a:gd name="connsiteX2" fmla="*/ 4132092 w 8198577"/>
                  <a:gd name="connsiteY2" fmla="*/ 2879159 h 2879451"/>
                  <a:gd name="connsiteX3" fmla="*/ 0 w 8198577"/>
                  <a:gd name="connsiteY3" fmla="*/ 1510948 h 2879451"/>
                  <a:gd name="connsiteX4" fmla="*/ 9491 w 8198577"/>
                  <a:gd name="connsiteY4" fmla="*/ 147145 h 2879451"/>
                  <a:gd name="connsiteX5" fmla="*/ 4076995 w 8198577"/>
                  <a:gd name="connsiteY5" fmla="*/ 1566042 h 2879451"/>
                  <a:gd name="connsiteX6" fmla="*/ 8165518 w 8198577"/>
                  <a:gd name="connsiteY6" fmla="*/ 0 h 2879451"/>
                  <a:gd name="connsiteX0" fmla="*/ 8165518 w 8165518"/>
                  <a:gd name="connsiteY0" fmla="*/ 0 h 2880066"/>
                  <a:gd name="connsiteX1" fmla="*/ 8165518 w 8165518"/>
                  <a:gd name="connsiteY1" fmla="*/ 1673520 h 2880066"/>
                  <a:gd name="connsiteX2" fmla="*/ 4132092 w 8165518"/>
                  <a:gd name="connsiteY2" fmla="*/ 2879159 h 2880066"/>
                  <a:gd name="connsiteX3" fmla="*/ 0 w 8165518"/>
                  <a:gd name="connsiteY3" fmla="*/ 1510948 h 2880066"/>
                  <a:gd name="connsiteX4" fmla="*/ 9491 w 8165518"/>
                  <a:gd name="connsiteY4" fmla="*/ 147145 h 2880066"/>
                  <a:gd name="connsiteX5" fmla="*/ 4076995 w 8165518"/>
                  <a:gd name="connsiteY5" fmla="*/ 1566042 h 2880066"/>
                  <a:gd name="connsiteX6" fmla="*/ 8165518 w 8165518"/>
                  <a:gd name="connsiteY6" fmla="*/ 0 h 2880066"/>
                  <a:gd name="connsiteX0" fmla="*/ 8156794 w 8156794"/>
                  <a:gd name="connsiteY0" fmla="*/ 0 h 2879270"/>
                  <a:gd name="connsiteX1" fmla="*/ 8156794 w 8156794"/>
                  <a:gd name="connsiteY1" fmla="*/ 1673520 h 2879270"/>
                  <a:gd name="connsiteX2" fmla="*/ 4123368 w 8156794"/>
                  <a:gd name="connsiteY2" fmla="*/ 2879159 h 2879270"/>
                  <a:gd name="connsiteX3" fmla="*/ 2295 w 8156794"/>
                  <a:gd name="connsiteY3" fmla="*/ 1618086 h 2879270"/>
                  <a:gd name="connsiteX4" fmla="*/ 767 w 8156794"/>
                  <a:gd name="connsiteY4" fmla="*/ 147145 h 2879270"/>
                  <a:gd name="connsiteX5" fmla="*/ 4068271 w 8156794"/>
                  <a:gd name="connsiteY5" fmla="*/ 1566042 h 2879270"/>
                  <a:gd name="connsiteX6" fmla="*/ 8156794 w 8156794"/>
                  <a:gd name="connsiteY6" fmla="*/ 0 h 2879270"/>
                  <a:gd name="connsiteX0" fmla="*/ 8156794 w 8156794"/>
                  <a:gd name="connsiteY0" fmla="*/ 0 h 2973000"/>
                  <a:gd name="connsiteX1" fmla="*/ 8156794 w 8156794"/>
                  <a:gd name="connsiteY1" fmla="*/ 1673520 h 2973000"/>
                  <a:gd name="connsiteX2" fmla="*/ 4134388 w 8156794"/>
                  <a:gd name="connsiteY2" fmla="*/ 2972904 h 2973000"/>
                  <a:gd name="connsiteX3" fmla="*/ 2295 w 8156794"/>
                  <a:gd name="connsiteY3" fmla="*/ 1618086 h 2973000"/>
                  <a:gd name="connsiteX4" fmla="*/ 767 w 8156794"/>
                  <a:gd name="connsiteY4" fmla="*/ 147145 h 2973000"/>
                  <a:gd name="connsiteX5" fmla="*/ 4068271 w 8156794"/>
                  <a:gd name="connsiteY5" fmla="*/ 1566042 h 2973000"/>
                  <a:gd name="connsiteX6" fmla="*/ 8156794 w 8156794"/>
                  <a:gd name="connsiteY6" fmla="*/ 0 h 2973000"/>
                  <a:gd name="connsiteX0" fmla="*/ 8156794 w 8156794"/>
                  <a:gd name="connsiteY0" fmla="*/ 0 h 2973000"/>
                  <a:gd name="connsiteX1" fmla="*/ 8156794 w 8156794"/>
                  <a:gd name="connsiteY1" fmla="*/ 1673520 h 2973000"/>
                  <a:gd name="connsiteX2" fmla="*/ 4134388 w 8156794"/>
                  <a:gd name="connsiteY2" fmla="*/ 2972904 h 2973000"/>
                  <a:gd name="connsiteX3" fmla="*/ 2295 w 8156794"/>
                  <a:gd name="connsiteY3" fmla="*/ 1618086 h 2973000"/>
                  <a:gd name="connsiteX4" fmla="*/ 767 w 8156794"/>
                  <a:gd name="connsiteY4" fmla="*/ 147145 h 2973000"/>
                  <a:gd name="connsiteX5" fmla="*/ 4068271 w 8156794"/>
                  <a:gd name="connsiteY5" fmla="*/ 1566042 h 2973000"/>
                  <a:gd name="connsiteX6" fmla="*/ 8156794 w 8156794"/>
                  <a:gd name="connsiteY6" fmla="*/ 0 h 2973000"/>
                  <a:gd name="connsiteX0" fmla="*/ 8156794 w 8156794"/>
                  <a:gd name="connsiteY0" fmla="*/ 0 h 2973000"/>
                  <a:gd name="connsiteX1" fmla="*/ 8156794 w 8156794"/>
                  <a:gd name="connsiteY1" fmla="*/ 1673520 h 2973000"/>
                  <a:gd name="connsiteX2" fmla="*/ 4134388 w 8156794"/>
                  <a:gd name="connsiteY2" fmla="*/ 2972904 h 2973000"/>
                  <a:gd name="connsiteX3" fmla="*/ 2295 w 8156794"/>
                  <a:gd name="connsiteY3" fmla="*/ 1618086 h 2973000"/>
                  <a:gd name="connsiteX4" fmla="*/ 767 w 8156794"/>
                  <a:gd name="connsiteY4" fmla="*/ 147145 h 2973000"/>
                  <a:gd name="connsiteX5" fmla="*/ 4068271 w 8156794"/>
                  <a:gd name="connsiteY5" fmla="*/ 1566042 h 2973000"/>
                  <a:gd name="connsiteX6" fmla="*/ 8156794 w 8156794"/>
                  <a:gd name="connsiteY6" fmla="*/ 0 h 2973000"/>
                  <a:gd name="connsiteX0" fmla="*/ 8156794 w 8156794"/>
                  <a:gd name="connsiteY0" fmla="*/ 0 h 2973020"/>
                  <a:gd name="connsiteX1" fmla="*/ 8156794 w 8156794"/>
                  <a:gd name="connsiteY1" fmla="*/ 1673520 h 2973020"/>
                  <a:gd name="connsiteX2" fmla="*/ 4134388 w 8156794"/>
                  <a:gd name="connsiteY2" fmla="*/ 2972904 h 2973020"/>
                  <a:gd name="connsiteX3" fmla="*/ 2295 w 8156794"/>
                  <a:gd name="connsiteY3" fmla="*/ 1618086 h 2973020"/>
                  <a:gd name="connsiteX4" fmla="*/ 767 w 8156794"/>
                  <a:gd name="connsiteY4" fmla="*/ 147145 h 2973020"/>
                  <a:gd name="connsiteX5" fmla="*/ 4068271 w 8156794"/>
                  <a:gd name="connsiteY5" fmla="*/ 1566042 h 2973020"/>
                  <a:gd name="connsiteX6" fmla="*/ 8156794 w 8156794"/>
                  <a:gd name="connsiteY6" fmla="*/ 0 h 2973020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141"/>
                  <a:gd name="connsiteX1" fmla="*/ 8156794 w 8156794"/>
                  <a:gd name="connsiteY1" fmla="*/ 1673520 h 2973141"/>
                  <a:gd name="connsiteX2" fmla="*/ 4134388 w 8156794"/>
                  <a:gd name="connsiteY2" fmla="*/ 2972904 h 2973141"/>
                  <a:gd name="connsiteX3" fmla="*/ 2295 w 8156794"/>
                  <a:gd name="connsiteY3" fmla="*/ 1618086 h 2973141"/>
                  <a:gd name="connsiteX4" fmla="*/ 767 w 8156794"/>
                  <a:gd name="connsiteY4" fmla="*/ 147145 h 2973141"/>
                  <a:gd name="connsiteX5" fmla="*/ 4068271 w 8156794"/>
                  <a:gd name="connsiteY5" fmla="*/ 1566042 h 2973141"/>
                  <a:gd name="connsiteX6" fmla="*/ 8156794 w 8156794"/>
                  <a:gd name="connsiteY6" fmla="*/ 0 h 2973141"/>
                  <a:gd name="connsiteX0" fmla="*/ 8156794 w 8156794"/>
                  <a:gd name="connsiteY0" fmla="*/ 0 h 3066827"/>
                  <a:gd name="connsiteX1" fmla="*/ 8156794 w 8156794"/>
                  <a:gd name="connsiteY1" fmla="*/ 1673520 h 3066827"/>
                  <a:gd name="connsiteX2" fmla="*/ 4123353 w 8156794"/>
                  <a:gd name="connsiteY2" fmla="*/ 3066650 h 3066827"/>
                  <a:gd name="connsiteX3" fmla="*/ 2295 w 8156794"/>
                  <a:gd name="connsiteY3" fmla="*/ 1618086 h 3066827"/>
                  <a:gd name="connsiteX4" fmla="*/ 767 w 8156794"/>
                  <a:gd name="connsiteY4" fmla="*/ 147145 h 3066827"/>
                  <a:gd name="connsiteX5" fmla="*/ 4068271 w 8156794"/>
                  <a:gd name="connsiteY5" fmla="*/ 1566042 h 3066827"/>
                  <a:gd name="connsiteX6" fmla="*/ 8156794 w 8156794"/>
                  <a:gd name="connsiteY6" fmla="*/ 0 h 3066827"/>
                  <a:gd name="connsiteX0" fmla="*/ 8123689 w 8156794"/>
                  <a:gd name="connsiteY0" fmla="*/ 0 h 2999866"/>
                  <a:gd name="connsiteX1" fmla="*/ 8156794 w 8156794"/>
                  <a:gd name="connsiteY1" fmla="*/ 1606559 h 2999866"/>
                  <a:gd name="connsiteX2" fmla="*/ 4123353 w 8156794"/>
                  <a:gd name="connsiteY2" fmla="*/ 2999689 h 2999866"/>
                  <a:gd name="connsiteX3" fmla="*/ 2295 w 8156794"/>
                  <a:gd name="connsiteY3" fmla="*/ 1551125 h 2999866"/>
                  <a:gd name="connsiteX4" fmla="*/ 767 w 8156794"/>
                  <a:gd name="connsiteY4" fmla="*/ 80184 h 2999866"/>
                  <a:gd name="connsiteX5" fmla="*/ 4068271 w 8156794"/>
                  <a:gd name="connsiteY5" fmla="*/ 1499081 h 2999866"/>
                  <a:gd name="connsiteX6" fmla="*/ 8123689 w 8156794"/>
                  <a:gd name="connsiteY6" fmla="*/ 0 h 2999866"/>
                  <a:gd name="connsiteX0" fmla="*/ 8167828 w 8167828"/>
                  <a:gd name="connsiteY0" fmla="*/ 0 h 3026651"/>
                  <a:gd name="connsiteX1" fmla="*/ 8156794 w 8167828"/>
                  <a:gd name="connsiteY1" fmla="*/ 1633344 h 3026651"/>
                  <a:gd name="connsiteX2" fmla="*/ 4123353 w 8167828"/>
                  <a:gd name="connsiteY2" fmla="*/ 3026474 h 3026651"/>
                  <a:gd name="connsiteX3" fmla="*/ 2295 w 8167828"/>
                  <a:gd name="connsiteY3" fmla="*/ 1577910 h 3026651"/>
                  <a:gd name="connsiteX4" fmla="*/ 767 w 8167828"/>
                  <a:gd name="connsiteY4" fmla="*/ 106969 h 3026651"/>
                  <a:gd name="connsiteX5" fmla="*/ 4068271 w 8167828"/>
                  <a:gd name="connsiteY5" fmla="*/ 1525866 h 3026651"/>
                  <a:gd name="connsiteX6" fmla="*/ 8167828 w 8167828"/>
                  <a:gd name="connsiteY6" fmla="*/ 0 h 3026651"/>
                  <a:gd name="connsiteX0" fmla="*/ 8167828 w 8167828"/>
                  <a:gd name="connsiteY0" fmla="*/ 0 h 3027228"/>
                  <a:gd name="connsiteX1" fmla="*/ 8145760 w 8167828"/>
                  <a:gd name="connsiteY1" fmla="*/ 1686913 h 3027228"/>
                  <a:gd name="connsiteX2" fmla="*/ 4123353 w 8167828"/>
                  <a:gd name="connsiteY2" fmla="*/ 3026474 h 3027228"/>
                  <a:gd name="connsiteX3" fmla="*/ 2295 w 8167828"/>
                  <a:gd name="connsiteY3" fmla="*/ 1577910 h 3027228"/>
                  <a:gd name="connsiteX4" fmla="*/ 767 w 8167828"/>
                  <a:gd name="connsiteY4" fmla="*/ 106969 h 3027228"/>
                  <a:gd name="connsiteX5" fmla="*/ 4068271 w 8167828"/>
                  <a:gd name="connsiteY5" fmla="*/ 1525866 h 3027228"/>
                  <a:gd name="connsiteX6" fmla="*/ 8167828 w 8167828"/>
                  <a:gd name="connsiteY6" fmla="*/ 0 h 3027228"/>
                  <a:gd name="connsiteX0" fmla="*/ 8156794 w 8156794"/>
                  <a:gd name="connsiteY0" fmla="*/ 0 h 2933483"/>
                  <a:gd name="connsiteX1" fmla="*/ 8145760 w 8156794"/>
                  <a:gd name="connsiteY1" fmla="*/ 1593168 h 2933483"/>
                  <a:gd name="connsiteX2" fmla="*/ 4123353 w 8156794"/>
                  <a:gd name="connsiteY2" fmla="*/ 2932729 h 2933483"/>
                  <a:gd name="connsiteX3" fmla="*/ 2295 w 8156794"/>
                  <a:gd name="connsiteY3" fmla="*/ 1484165 h 2933483"/>
                  <a:gd name="connsiteX4" fmla="*/ 767 w 8156794"/>
                  <a:gd name="connsiteY4" fmla="*/ 13224 h 2933483"/>
                  <a:gd name="connsiteX5" fmla="*/ 4068271 w 8156794"/>
                  <a:gd name="connsiteY5" fmla="*/ 1432121 h 2933483"/>
                  <a:gd name="connsiteX6" fmla="*/ 8156794 w 8156794"/>
                  <a:gd name="connsiteY6" fmla="*/ 0 h 2933483"/>
                  <a:gd name="connsiteX0" fmla="*/ 8156794 w 8156794"/>
                  <a:gd name="connsiteY0" fmla="*/ 0 h 2933483"/>
                  <a:gd name="connsiteX1" fmla="*/ 8145760 w 8156794"/>
                  <a:gd name="connsiteY1" fmla="*/ 1593168 h 2933483"/>
                  <a:gd name="connsiteX2" fmla="*/ 4123353 w 8156794"/>
                  <a:gd name="connsiteY2" fmla="*/ 2932729 h 2933483"/>
                  <a:gd name="connsiteX3" fmla="*/ 2295 w 8156794"/>
                  <a:gd name="connsiteY3" fmla="*/ 1484165 h 2933483"/>
                  <a:gd name="connsiteX4" fmla="*/ 767 w 8156794"/>
                  <a:gd name="connsiteY4" fmla="*/ 13224 h 2933483"/>
                  <a:gd name="connsiteX5" fmla="*/ 4068271 w 8156794"/>
                  <a:gd name="connsiteY5" fmla="*/ 1432121 h 2933483"/>
                  <a:gd name="connsiteX6" fmla="*/ 8156794 w 8156794"/>
                  <a:gd name="connsiteY6" fmla="*/ 0 h 2933483"/>
                  <a:gd name="connsiteX0" fmla="*/ 8123689 w 8145760"/>
                  <a:gd name="connsiteY0" fmla="*/ 13560 h 2920259"/>
                  <a:gd name="connsiteX1" fmla="*/ 8145760 w 8145760"/>
                  <a:gd name="connsiteY1" fmla="*/ 1579944 h 2920259"/>
                  <a:gd name="connsiteX2" fmla="*/ 4123353 w 8145760"/>
                  <a:gd name="connsiteY2" fmla="*/ 2919505 h 2920259"/>
                  <a:gd name="connsiteX3" fmla="*/ 2295 w 8145760"/>
                  <a:gd name="connsiteY3" fmla="*/ 1470941 h 2920259"/>
                  <a:gd name="connsiteX4" fmla="*/ 767 w 8145760"/>
                  <a:gd name="connsiteY4" fmla="*/ 0 h 2920259"/>
                  <a:gd name="connsiteX5" fmla="*/ 4068271 w 8145760"/>
                  <a:gd name="connsiteY5" fmla="*/ 1418897 h 2920259"/>
                  <a:gd name="connsiteX6" fmla="*/ 8123689 w 8145760"/>
                  <a:gd name="connsiteY6" fmla="*/ 13560 h 2920259"/>
                  <a:gd name="connsiteX0" fmla="*/ 8178863 w 8178863"/>
                  <a:gd name="connsiteY0" fmla="*/ 26952 h 2920259"/>
                  <a:gd name="connsiteX1" fmla="*/ 8145760 w 8178863"/>
                  <a:gd name="connsiteY1" fmla="*/ 1579944 h 2920259"/>
                  <a:gd name="connsiteX2" fmla="*/ 4123353 w 8178863"/>
                  <a:gd name="connsiteY2" fmla="*/ 2919505 h 2920259"/>
                  <a:gd name="connsiteX3" fmla="*/ 2295 w 8178863"/>
                  <a:gd name="connsiteY3" fmla="*/ 1470941 h 2920259"/>
                  <a:gd name="connsiteX4" fmla="*/ 767 w 8178863"/>
                  <a:gd name="connsiteY4" fmla="*/ 0 h 2920259"/>
                  <a:gd name="connsiteX5" fmla="*/ 4068271 w 8178863"/>
                  <a:gd name="connsiteY5" fmla="*/ 1418897 h 2920259"/>
                  <a:gd name="connsiteX6" fmla="*/ 8178863 w 8178863"/>
                  <a:gd name="connsiteY6" fmla="*/ 26952 h 2920259"/>
                  <a:gd name="connsiteX0" fmla="*/ 8167827 w 8167827"/>
                  <a:gd name="connsiteY0" fmla="*/ 40343 h 2920259"/>
                  <a:gd name="connsiteX1" fmla="*/ 8145760 w 8167827"/>
                  <a:gd name="connsiteY1" fmla="*/ 1579944 h 2920259"/>
                  <a:gd name="connsiteX2" fmla="*/ 4123353 w 8167827"/>
                  <a:gd name="connsiteY2" fmla="*/ 2919505 h 2920259"/>
                  <a:gd name="connsiteX3" fmla="*/ 2295 w 8167827"/>
                  <a:gd name="connsiteY3" fmla="*/ 1470941 h 2920259"/>
                  <a:gd name="connsiteX4" fmla="*/ 767 w 8167827"/>
                  <a:gd name="connsiteY4" fmla="*/ 0 h 2920259"/>
                  <a:gd name="connsiteX5" fmla="*/ 4068271 w 8167827"/>
                  <a:gd name="connsiteY5" fmla="*/ 1418897 h 2920259"/>
                  <a:gd name="connsiteX6" fmla="*/ 8167827 w 8167827"/>
                  <a:gd name="connsiteY6" fmla="*/ 40343 h 2920259"/>
                  <a:gd name="connsiteX0" fmla="*/ 8123687 w 8145760"/>
                  <a:gd name="connsiteY0" fmla="*/ 53735 h 2920259"/>
                  <a:gd name="connsiteX1" fmla="*/ 8145760 w 8145760"/>
                  <a:gd name="connsiteY1" fmla="*/ 1579944 h 2920259"/>
                  <a:gd name="connsiteX2" fmla="*/ 4123353 w 8145760"/>
                  <a:gd name="connsiteY2" fmla="*/ 2919505 h 2920259"/>
                  <a:gd name="connsiteX3" fmla="*/ 2295 w 8145760"/>
                  <a:gd name="connsiteY3" fmla="*/ 1470941 h 2920259"/>
                  <a:gd name="connsiteX4" fmla="*/ 767 w 8145760"/>
                  <a:gd name="connsiteY4" fmla="*/ 0 h 2920259"/>
                  <a:gd name="connsiteX5" fmla="*/ 4068271 w 8145760"/>
                  <a:gd name="connsiteY5" fmla="*/ 1418897 h 2920259"/>
                  <a:gd name="connsiteX6" fmla="*/ 8123687 w 8145760"/>
                  <a:gd name="connsiteY6" fmla="*/ 53735 h 2920259"/>
                  <a:gd name="connsiteX0" fmla="*/ 8161918 w 8161918"/>
                  <a:gd name="connsiteY0" fmla="*/ 0 h 2943855"/>
                  <a:gd name="connsiteX1" fmla="*/ 8145760 w 8161918"/>
                  <a:gd name="connsiteY1" fmla="*/ 1603540 h 2943855"/>
                  <a:gd name="connsiteX2" fmla="*/ 4123353 w 8161918"/>
                  <a:gd name="connsiteY2" fmla="*/ 2943101 h 2943855"/>
                  <a:gd name="connsiteX3" fmla="*/ 2295 w 8161918"/>
                  <a:gd name="connsiteY3" fmla="*/ 1494537 h 2943855"/>
                  <a:gd name="connsiteX4" fmla="*/ 767 w 8161918"/>
                  <a:gd name="connsiteY4" fmla="*/ 23596 h 2943855"/>
                  <a:gd name="connsiteX5" fmla="*/ 4068271 w 8161918"/>
                  <a:gd name="connsiteY5" fmla="*/ 1442493 h 2943855"/>
                  <a:gd name="connsiteX6" fmla="*/ 8161918 w 8161918"/>
                  <a:gd name="connsiteY6" fmla="*/ 0 h 2943855"/>
                  <a:gd name="connsiteX0" fmla="*/ 8144926 w 8145760"/>
                  <a:gd name="connsiteY0" fmla="*/ 43424 h 2920259"/>
                  <a:gd name="connsiteX1" fmla="*/ 8145760 w 8145760"/>
                  <a:gd name="connsiteY1" fmla="*/ 1579944 h 2920259"/>
                  <a:gd name="connsiteX2" fmla="*/ 4123353 w 8145760"/>
                  <a:gd name="connsiteY2" fmla="*/ 2919505 h 2920259"/>
                  <a:gd name="connsiteX3" fmla="*/ 2295 w 8145760"/>
                  <a:gd name="connsiteY3" fmla="*/ 1470941 h 2920259"/>
                  <a:gd name="connsiteX4" fmla="*/ 767 w 8145760"/>
                  <a:gd name="connsiteY4" fmla="*/ 0 h 2920259"/>
                  <a:gd name="connsiteX5" fmla="*/ 4068271 w 8145760"/>
                  <a:gd name="connsiteY5" fmla="*/ 1418897 h 2920259"/>
                  <a:gd name="connsiteX6" fmla="*/ 8144926 w 8145760"/>
                  <a:gd name="connsiteY6" fmla="*/ 43424 h 2920259"/>
                  <a:gd name="connsiteX0" fmla="*/ 8161918 w 8161918"/>
                  <a:gd name="connsiteY0" fmla="*/ 0 h 2959321"/>
                  <a:gd name="connsiteX1" fmla="*/ 8145760 w 8161918"/>
                  <a:gd name="connsiteY1" fmla="*/ 1619006 h 2959321"/>
                  <a:gd name="connsiteX2" fmla="*/ 4123353 w 8161918"/>
                  <a:gd name="connsiteY2" fmla="*/ 2958567 h 2959321"/>
                  <a:gd name="connsiteX3" fmla="*/ 2295 w 8161918"/>
                  <a:gd name="connsiteY3" fmla="*/ 1510003 h 2959321"/>
                  <a:gd name="connsiteX4" fmla="*/ 767 w 8161918"/>
                  <a:gd name="connsiteY4" fmla="*/ 39062 h 2959321"/>
                  <a:gd name="connsiteX5" fmla="*/ 4068271 w 8161918"/>
                  <a:gd name="connsiteY5" fmla="*/ 1457959 h 2959321"/>
                  <a:gd name="connsiteX6" fmla="*/ 8161918 w 8161918"/>
                  <a:gd name="connsiteY6" fmla="*/ 0 h 2959321"/>
                  <a:gd name="connsiteX0" fmla="*/ 8161918 w 8162752"/>
                  <a:gd name="connsiteY0" fmla="*/ 0 h 2959488"/>
                  <a:gd name="connsiteX1" fmla="*/ 8162752 w 8162752"/>
                  <a:gd name="connsiteY1" fmla="*/ 1629317 h 2959488"/>
                  <a:gd name="connsiteX2" fmla="*/ 4123353 w 8162752"/>
                  <a:gd name="connsiteY2" fmla="*/ 2958567 h 2959488"/>
                  <a:gd name="connsiteX3" fmla="*/ 2295 w 8162752"/>
                  <a:gd name="connsiteY3" fmla="*/ 1510003 h 2959488"/>
                  <a:gd name="connsiteX4" fmla="*/ 767 w 8162752"/>
                  <a:gd name="connsiteY4" fmla="*/ 39062 h 2959488"/>
                  <a:gd name="connsiteX5" fmla="*/ 4068271 w 8162752"/>
                  <a:gd name="connsiteY5" fmla="*/ 1457959 h 2959488"/>
                  <a:gd name="connsiteX6" fmla="*/ 8161918 w 8162752"/>
                  <a:gd name="connsiteY6" fmla="*/ 0 h 2959488"/>
                  <a:gd name="connsiteX0" fmla="*/ 8165930 w 8166764"/>
                  <a:gd name="connsiteY0" fmla="*/ 7337 h 2966825"/>
                  <a:gd name="connsiteX1" fmla="*/ 8166764 w 8166764"/>
                  <a:gd name="connsiteY1" fmla="*/ 1636654 h 2966825"/>
                  <a:gd name="connsiteX2" fmla="*/ 4127365 w 8166764"/>
                  <a:gd name="connsiteY2" fmla="*/ 2965904 h 2966825"/>
                  <a:gd name="connsiteX3" fmla="*/ 6307 w 8166764"/>
                  <a:gd name="connsiteY3" fmla="*/ 1517340 h 2966825"/>
                  <a:gd name="connsiteX4" fmla="*/ 532 w 8166764"/>
                  <a:gd name="connsiteY4" fmla="*/ 0 h 2966825"/>
                  <a:gd name="connsiteX5" fmla="*/ 4072283 w 8166764"/>
                  <a:gd name="connsiteY5" fmla="*/ 1465296 h 2966825"/>
                  <a:gd name="connsiteX6" fmla="*/ 8165930 w 8166764"/>
                  <a:gd name="connsiteY6" fmla="*/ 7337 h 2966825"/>
                  <a:gd name="connsiteX0" fmla="*/ 8168119 w 8168953"/>
                  <a:gd name="connsiteY0" fmla="*/ 7337 h 2966682"/>
                  <a:gd name="connsiteX1" fmla="*/ 8168953 w 8168953"/>
                  <a:gd name="connsiteY1" fmla="*/ 1636654 h 2966682"/>
                  <a:gd name="connsiteX2" fmla="*/ 4129554 w 8168953"/>
                  <a:gd name="connsiteY2" fmla="*/ 2965904 h 2966682"/>
                  <a:gd name="connsiteX3" fmla="*/ 0 w 8168953"/>
                  <a:gd name="connsiteY3" fmla="*/ 1527651 h 2966682"/>
                  <a:gd name="connsiteX4" fmla="*/ 2721 w 8168953"/>
                  <a:gd name="connsiteY4" fmla="*/ 0 h 2966682"/>
                  <a:gd name="connsiteX5" fmla="*/ 4074472 w 8168953"/>
                  <a:gd name="connsiteY5" fmla="*/ 1465296 h 2966682"/>
                  <a:gd name="connsiteX6" fmla="*/ 8168119 w 8168953"/>
                  <a:gd name="connsiteY6" fmla="*/ 7337 h 2966682"/>
                  <a:gd name="connsiteX0" fmla="*/ 8168119 w 8168953"/>
                  <a:gd name="connsiteY0" fmla="*/ 7337 h 3100377"/>
                  <a:gd name="connsiteX1" fmla="*/ 8168953 w 8168953"/>
                  <a:gd name="connsiteY1" fmla="*/ 1636654 h 3100377"/>
                  <a:gd name="connsiteX2" fmla="*/ 4118520 w 8168953"/>
                  <a:gd name="connsiteY2" fmla="*/ 3099826 h 3100377"/>
                  <a:gd name="connsiteX3" fmla="*/ 0 w 8168953"/>
                  <a:gd name="connsiteY3" fmla="*/ 1527651 h 3100377"/>
                  <a:gd name="connsiteX4" fmla="*/ 2721 w 8168953"/>
                  <a:gd name="connsiteY4" fmla="*/ 0 h 3100377"/>
                  <a:gd name="connsiteX5" fmla="*/ 4074472 w 8168953"/>
                  <a:gd name="connsiteY5" fmla="*/ 1465296 h 3100377"/>
                  <a:gd name="connsiteX6" fmla="*/ 8168119 w 8168953"/>
                  <a:gd name="connsiteY6" fmla="*/ 7337 h 3100377"/>
                  <a:gd name="connsiteX0" fmla="*/ 8168119 w 8168953"/>
                  <a:gd name="connsiteY0" fmla="*/ 7337 h 3100429"/>
                  <a:gd name="connsiteX1" fmla="*/ 8168953 w 8168953"/>
                  <a:gd name="connsiteY1" fmla="*/ 1636654 h 3100429"/>
                  <a:gd name="connsiteX2" fmla="*/ 4118520 w 8168953"/>
                  <a:gd name="connsiteY2" fmla="*/ 3099826 h 3100429"/>
                  <a:gd name="connsiteX3" fmla="*/ 0 w 8168953"/>
                  <a:gd name="connsiteY3" fmla="*/ 1527651 h 3100429"/>
                  <a:gd name="connsiteX4" fmla="*/ 2721 w 8168953"/>
                  <a:gd name="connsiteY4" fmla="*/ 0 h 3100429"/>
                  <a:gd name="connsiteX5" fmla="*/ 4074472 w 8168953"/>
                  <a:gd name="connsiteY5" fmla="*/ 1465296 h 3100429"/>
                  <a:gd name="connsiteX6" fmla="*/ 8168119 w 8168953"/>
                  <a:gd name="connsiteY6" fmla="*/ 7337 h 3100429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72202 w 8166683"/>
                  <a:gd name="connsiteY5" fmla="*/ 1465296 h 3099826"/>
                  <a:gd name="connsiteX6" fmla="*/ 8165849 w 8166683"/>
                  <a:gd name="connsiteY6" fmla="*/ 7337 h 3099826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72202 w 8166683"/>
                  <a:gd name="connsiteY5" fmla="*/ 1465296 h 3099826"/>
                  <a:gd name="connsiteX6" fmla="*/ 8165849 w 8166683"/>
                  <a:gd name="connsiteY6" fmla="*/ 7337 h 3099826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61168 w 8166683"/>
                  <a:gd name="connsiteY5" fmla="*/ 1438511 h 3099826"/>
                  <a:gd name="connsiteX6" fmla="*/ 8165849 w 8166683"/>
                  <a:gd name="connsiteY6" fmla="*/ 7337 h 3099826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61168 w 8166683"/>
                  <a:gd name="connsiteY5" fmla="*/ 1438511 h 3099826"/>
                  <a:gd name="connsiteX6" fmla="*/ 8165849 w 8166683"/>
                  <a:gd name="connsiteY6" fmla="*/ 7337 h 309982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8166683" h="3099826">
                    <a:moveTo>
                      <a:pt x="8165849" y="7337"/>
                    </a:moveTo>
                    <a:lnTo>
                      <a:pt x="8166683" y="1636654"/>
                    </a:lnTo>
                    <a:cubicBezTo>
                      <a:pt x="7917761" y="2728489"/>
                      <a:pt x="5475903" y="3100137"/>
                      <a:pt x="4116250" y="3099826"/>
                    </a:cubicBezTo>
                    <a:cubicBezTo>
                      <a:pt x="2756597" y="3099515"/>
                      <a:pt x="245424" y="2744647"/>
                      <a:pt x="8764" y="1634789"/>
                    </a:cubicBezTo>
                    <a:cubicBezTo>
                      <a:pt x="11928" y="1215900"/>
                      <a:pt x="-2713" y="418889"/>
                      <a:pt x="451" y="0"/>
                    </a:cubicBezTo>
                    <a:cubicBezTo>
                      <a:pt x="385485" y="953840"/>
                      <a:pt x="2700268" y="1437288"/>
                      <a:pt x="4061168" y="1438511"/>
                    </a:cubicBezTo>
                    <a:cubicBezTo>
                      <a:pt x="5422068" y="1439734"/>
                      <a:pt x="7793228" y="1089449"/>
                      <a:pt x="8165849" y="7337"/>
                    </a:cubicBezTo>
                    <a:close/>
                  </a:path>
                </a:pathLst>
              </a:custGeom>
              <a:gradFill>
                <a:gsLst>
                  <a:gs pos="0">
                    <a:srgbClr val="B8C2C9"/>
                  </a:gs>
                  <a:gs pos="21000">
                    <a:schemeClr val="bg1"/>
                  </a:gs>
                  <a:gs pos="60000">
                    <a:srgbClr val="D6DCE0"/>
                  </a:gs>
                  <a:gs pos="100000">
                    <a:srgbClr val="B8C2C9"/>
                  </a:gs>
                </a:gsLst>
                <a:lin ang="0" scaled="0"/>
              </a:gradFill>
              <a:ln w="63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                   </a:t>
                </a:r>
              </a:p>
            </p:txBody>
          </p:sp>
          <p:sp>
            <p:nvSpPr>
              <p:cNvPr id="261" name="Oval 260">
                <a:extLst>
                  <a:ext uri="{FF2B5EF4-FFF2-40B4-BE49-F238E27FC236}">
                    <a16:creationId xmlns:a16="http://schemas.microsoft.com/office/drawing/2014/main" id="{BCDE6187-B288-FC4A-9C8F-942276637727}"/>
                  </a:ext>
                </a:extLst>
              </p:cNvPr>
              <p:cNvSpPr/>
              <p:nvPr/>
            </p:nvSpPr>
            <p:spPr>
              <a:xfrm>
                <a:off x="7494729" y="2774731"/>
                <a:ext cx="1480163" cy="579140"/>
              </a:xfrm>
              <a:prstGeom prst="ellipse">
                <a:avLst/>
              </a:prstGeom>
              <a:solidFill>
                <a:srgbClr val="B8C2C9"/>
              </a:solidFill>
              <a:ln w="63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              </a:t>
                </a:r>
              </a:p>
            </p:txBody>
          </p:sp>
          <p:grpSp>
            <p:nvGrpSpPr>
              <p:cNvPr id="262" name="Group 261">
                <a:extLst>
                  <a:ext uri="{FF2B5EF4-FFF2-40B4-BE49-F238E27FC236}">
                    <a16:creationId xmlns:a16="http://schemas.microsoft.com/office/drawing/2014/main" id="{C73034EC-E40A-6648-92A0-7262DE08A4CB}"/>
                  </a:ext>
                </a:extLst>
              </p:cNvPr>
              <p:cNvGrpSpPr/>
              <p:nvPr/>
            </p:nvGrpSpPr>
            <p:grpSpPr>
              <a:xfrm>
                <a:off x="7713663" y="2848339"/>
                <a:ext cx="1042107" cy="425543"/>
                <a:chOff x="7786941" y="2884917"/>
                <a:chExt cx="897649" cy="353919"/>
              </a:xfrm>
            </p:grpSpPr>
            <p:sp>
              <p:nvSpPr>
                <p:cNvPr id="263" name="Freeform 262">
                  <a:extLst>
                    <a:ext uri="{FF2B5EF4-FFF2-40B4-BE49-F238E27FC236}">
                      <a16:creationId xmlns:a16="http://schemas.microsoft.com/office/drawing/2014/main" id="{182D8880-3D63-F346-B7BB-1267F093CAA7}"/>
                    </a:ext>
                  </a:extLst>
                </p:cNvPr>
                <p:cNvSpPr/>
                <p:nvPr/>
              </p:nvSpPr>
              <p:spPr>
                <a:xfrm>
                  <a:off x="7811770" y="2884917"/>
                  <a:ext cx="849158" cy="198115"/>
                </a:xfrm>
                <a:custGeom>
                  <a:avLst/>
                  <a:gdLst>
                    <a:gd name="connsiteX0" fmla="*/ 3725333 w 4588933"/>
                    <a:gd name="connsiteY0" fmla="*/ 0 h 1049866"/>
                    <a:gd name="connsiteX1" fmla="*/ 4588933 w 4588933"/>
                    <a:gd name="connsiteY1" fmla="*/ 270933 h 1049866"/>
                    <a:gd name="connsiteX2" fmla="*/ 3962400 w 4588933"/>
                    <a:gd name="connsiteY2" fmla="*/ 541866 h 1049866"/>
                    <a:gd name="connsiteX3" fmla="*/ 3742267 w 4588933"/>
                    <a:gd name="connsiteY3" fmla="*/ 457200 h 1049866"/>
                    <a:gd name="connsiteX4" fmla="*/ 2269067 w 4588933"/>
                    <a:gd name="connsiteY4" fmla="*/ 1049866 h 1049866"/>
                    <a:gd name="connsiteX5" fmla="*/ 880533 w 4588933"/>
                    <a:gd name="connsiteY5" fmla="*/ 457200 h 1049866"/>
                    <a:gd name="connsiteX6" fmla="*/ 592667 w 4588933"/>
                    <a:gd name="connsiteY6" fmla="*/ 541866 h 1049866"/>
                    <a:gd name="connsiteX7" fmla="*/ 0 w 4588933"/>
                    <a:gd name="connsiteY7" fmla="*/ 254000 h 1049866"/>
                    <a:gd name="connsiteX8" fmla="*/ 880533 w 4588933"/>
                    <a:gd name="connsiteY8" fmla="*/ 16933 h 1049866"/>
                    <a:gd name="connsiteX9" fmla="*/ 2302933 w 4588933"/>
                    <a:gd name="connsiteY9" fmla="*/ 626533 h 1049866"/>
                    <a:gd name="connsiteX10" fmla="*/ 3725333 w 4588933"/>
                    <a:gd name="connsiteY10" fmla="*/ 0 h 1049866"/>
                    <a:gd name="connsiteX0" fmla="*/ 3725333 w 4641485"/>
                    <a:gd name="connsiteY0" fmla="*/ 0 h 1049866"/>
                    <a:gd name="connsiteX1" fmla="*/ 4641485 w 4641485"/>
                    <a:gd name="connsiteY1" fmla="*/ 239402 h 1049866"/>
                    <a:gd name="connsiteX2" fmla="*/ 3962400 w 4641485"/>
                    <a:gd name="connsiteY2" fmla="*/ 541866 h 1049866"/>
                    <a:gd name="connsiteX3" fmla="*/ 3742267 w 4641485"/>
                    <a:gd name="connsiteY3" fmla="*/ 457200 h 1049866"/>
                    <a:gd name="connsiteX4" fmla="*/ 2269067 w 4641485"/>
                    <a:gd name="connsiteY4" fmla="*/ 1049866 h 1049866"/>
                    <a:gd name="connsiteX5" fmla="*/ 880533 w 4641485"/>
                    <a:gd name="connsiteY5" fmla="*/ 457200 h 1049866"/>
                    <a:gd name="connsiteX6" fmla="*/ 592667 w 4641485"/>
                    <a:gd name="connsiteY6" fmla="*/ 541866 h 1049866"/>
                    <a:gd name="connsiteX7" fmla="*/ 0 w 4641485"/>
                    <a:gd name="connsiteY7" fmla="*/ 254000 h 1049866"/>
                    <a:gd name="connsiteX8" fmla="*/ 880533 w 4641485"/>
                    <a:gd name="connsiteY8" fmla="*/ 16933 h 1049866"/>
                    <a:gd name="connsiteX9" fmla="*/ 2302933 w 4641485"/>
                    <a:gd name="connsiteY9" fmla="*/ 626533 h 1049866"/>
                    <a:gd name="connsiteX10" fmla="*/ 3725333 w 4641485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73798 w 4673016"/>
                    <a:gd name="connsiteY3" fmla="*/ 457200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34464 w 4673016"/>
                    <a:gd name="connsiteY9" fmla="*/ 62653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84308 w 4673016"/>
                    <a:gd name="connsiteY3" fmla="*/ 404648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34464 w 4673016"/>
                    <a:gd name="connsiteY9" fmla="*/ 62653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94818 w 4673016"/>
                    <a:gd name="connsiteY3" fmla="*/ 436179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34464 w 4673016"/>
                    <a:gd name="connsiteY9" fmla="*/ 62653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94818 w 4673016"/>
                    <a:gd name="connsiteY3" fmla="*/ 436179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23954 w 4673016"/>
                    <a:gd name="connsiteY9" fmla="*/ 61602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94818 w 4673016"/>
                    <a:gd name="connsiteY3" fmla="*/ 436179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75021 h 1049866"/>
                    <a:gd name="connsiteX8" fmla="*/ 912064 w 4673016"/>
                    <a:gd name="connsiteY8" fmla="*/ 16933 h 1049866"/>
                    <a:gd name="connsiteX9" fmla="*/ 2323954 w 4673016"/>
                    <a:gd name="connsiteY9" fmla="*/ 61602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815839 w 4673016"/>
                    <a:gd name="connsiteY3" fmla="*/ 467710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75021 h 1049866"/>
                    <a:gd name="connsiteX8" fmla="*/ 912064 w 4673016"/>
                    <a:gd name="connsiteY8" fmla="*/ 16933 h 1049866"/>
                    <a:gd name="connsiteX9" fmla="*/ 2323954 w 4673016"/>
                    <a:gd name="connsiteY9" fmla="*/ 616023 h 1049866"/>
                    <a:gd name="connsiteX10" fmla="*/ 3756864 w 4673016"/>
                    <a:gd name="connsiteY10" fmla="*/ 0 h 104986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</a:cxnLst>
                  <a:rect l="l" t="t" r="r" b="b"/>
                  <a:pathLst>
                    <a:path w="4673016" h="1049866">
                      <a:moveTo>
                        <a:pt x="3756864" y="0"/>
                      </a:moveTo>
                      <a:lnTo>
                        <a:pt x="4673016" y="239402"/>
                      </a:lnTo>
                      <a:lnTo>
                        <a:pt x="3993931" y="541866"/>
                      </a:lnTo>
                      <a:lnTo>
                        <a:pt x="3815839" y="467710"/>
                      </a:lnTo>
                      <a:lnTo>
                        <a:pt x="2300598" y="1049866"/>
                      </a:lnTo>
                      <a:lnTo>
                        <a:pt x="912064" y="457200"/>
                      </a:lnTo>
                      <a:lnTo>
                        <a:pt x="624198" y="541866"/>
                      </a:lnTo>
                      <a:lnTo>
                        <a:pt x="0" y="275021"/>
                      </a:lnTo>
                      <a:lnTo>
                        <a:pt x="912064" y="16933"/>
                      </a:lnTo>
                      <a:lnTo>
                        <a:pt x="2323954" y="616023"/>
                      </a:lnTo>
                      <a:lnTo>
                        <a:pt x="3756864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264" name="Freeform 263">
                  <a:extLst>
                    <a:ext uri="{FF2B5EF4-FFF2-40B4-BE49-F238E27FC236}">
                      <a16:creationId xmlns:a16="http://schemas.microsoft.com/office/drawing/2014/main" id="{E38BC1DC-FFC3-CA42-98B9-07E8C5E84B20}"/>
                    </a:ext>
                  </a:extLst>
                </p:cNvPr>
                <p:cNvSpPr/>
                <p:nvPr/>
              </p:nvSpPr>
              <p:spPr>
                <a:xfrm>
                  <a:off x="8367548" y="3054383"/>
                  <a:ext cx="317042" cy="170569"/>
                </a:xfrm>
                <a:custGeom>
                  <a:avLst/>
                  <a:gdLst>
                    <a:gd name="connsiteX0" fmla="*/ 21021 w 1744718"/>
                    <a:gd name="connsiteY0" fmla="*/ 0 h 903890"/>
                    <a:gd name="connsiteX1" fmla="*/ 1744718 w 1744718"/>
                    <a:gd name="connsiteY1" fmla="*/ 693683 h 903890"/>
                    <a:gd name="connsiteX2" fmla="*/ 1145628 w 1744718"/>
                    <a:gd name="connsiteY2" fmla="*/ 903890 h 903890"/>
                    <a:gd name="connsiteX3" fmla="*/ 0 w 1744718"/>
                    <a:gd name="connsiteY3" fmla="*/ 451945 h 903890"/>
                    <a:gd name="connsiteX4" fmla="*/ 21021 w 1744718"/>
                    <a:gd name="connsiteY4" fmla="*/ 0 h 90389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744718" h="903890">
                      <a:moveTo>
                        <a:pt x="21021" y="0"/>
                      </a:moveTo>
                      <a:lnTo>
                        <a:pt x="1744718" y="693683"/>
                      </a:lnTo>
                      <a:lnTo>
                        <a:pt x="1145628" y="903890"/>
                      </a:lnTo>
                      <a:lnTo>
                        <a:pt x="0" y="451945"/>
                      </a:lnTo>
                      <a:lnTo>
                        <a:pt x="21021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265" name="Freeform 264">
                  <a:extLst>
                    <a:ext uri="{FF2B5EF4-FFF2-40B4-BE49-F238E27FC236}">
                      <a16:creationId xmlns:a16="http://schemas.microsoft.com/office/drawing/2014/main" id="{30D56D8E-C34F-4F47-9E6C-D516E06290CF}"/>
                    </a:ext>
                  </a:extLst>
                </p:cNvPr>
                <p:cNvSpPr/>
                <p:nvPr/>
              </p:nvSpPr>
              <p:spPr>
                <a:xfrm>
                  <a:off x="7786941" y="3054383"/>
                  <a:ext cx="311312" cy="168585"/>
                </a:xfrm>
                <a:custGeom>
                  <a:avLst/>
                  <a:gdLst>
                    <a:gd name="connsiteX0" fmla="*/ 1702676 w 1713187"/>
                    <a:gd name="connsiteY0" fmla="*/ 0 h 893380"/>
                    <a:gd name="connsiteX1" fmla="*/ 1713187 w 1713187"/>
                    <a:gd name="connsiteY1" fmla="*/ 472966 h 893380"/>
                    <a:gd name="connsiteX2" fmla="*/ 578069 w 1713187"/>
                    <a:gd name="connsiteY2" fmla="*/ 893380 h 893380"/>
                    <a:gd name="connsiteX3" fmla="*/ 0 w 1713187"/>
                    <a:gd name="connsiteY3" fmla="*/ 693683 h 893380"/>
                    <a:gd name="connsiteX4" fmla="*/ 1702676 w 1713187"/>
                    <a:gd name="connsiteY4" fmla="*/ 0 h 89338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713187" h="893380">
                      <a:moveTo>
                        <a:pt x="1702676" y="0"/>
                      </a:moveTo>
                      <a:lnTo>
                        <a:pt x="1713187" y="472966"/>
                      </a:lnTo>
                      <a:lnTo>
                        <a:pt x="578069" y="893380"/>
                      </a:lnTo>
                      <a:lnTo>
                        <a:pt x="0" y="693683"/>
                      </a:lnTo>
                      <a:lnTo>
                        <a:pt x="1702676" y="0"/>
                      </a:lnTo>
                      <a:close/>
                    </a:path>
                  </a:pathLst>
                </a:custGeom>
                <a:solidFill>
                  <a:srgbClr val="0000A8"/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266" name="Freeform 265">
                  <a:extLst>
                    <a:ext uri="{FF2B5EF4-FFF2-40B4-BE49-F238E27FC236}">
                      <a16:creationId xmlns:a16="http://schemas.microsoft.com/office/drawing/2014/main" id="{C2B06637-7BFA-2849-A10B-4A03CB76E581}"/>
                    </a:ext>
                  </a:extLst>
                </p:cNvPr>
                <p:cNvSpPr/>
                <p:nvPr/>
              </p:nvSpPr>
              <p:spPr>
                <a:xfrm>
                  <a:off x="7895013" y="2971083"/>
                  <a:ext cx="676892" cy="267753"/>
                </a:xfrm>
                <a:custGeom>
                  <a:avLst/>
                  <a:gdLst>
                    <a:gd name="connsiteX0" fmla="*/ 599089 w 4162096"/>
                    <a:gd name="connsiteY0" fmla="*/ 273269 h 1618593"/>
                    <a:gd name="connsiteX1" fmla="*/ 882869 w 4162096"/>
                    <a:gd name="connsiteY1" fmla="*/ 199697 h 1618593"/>
                    <a:gd name="connsiteX2" fmla="*/ 2312276 w 4162096"/>
                    <a:gd name="connsiteY2" fmla="*/ 798786 h 1618593"/>
                    <a:gd name="connsiteX3" fmla="*/ 3794234 w 4162096"/>
                    <a:gd name="connsiteY3" fmla="*/ 199697 h 1618593"/>
                    <a:gd name="connsiteX4" fmla="*/ 4014951 w 4162096"/>
                    <a:gd name="connsiteY4" fmla="*/ 273269 h 1618593"/>
                    <a:gd name="connsiteX5" fmla="*/ 3058510 w 4162096"/>
                    <a:gd name="connsiteY5" fmla="*/ 641131 h 1618593"/>
                    <a:gd name="connsiteX6" fmla="*/ 3026979 w 4162096"/>
                    <a:gd name="connsiteY6" fmla="*/ 1114097 h 1618593"/>
                    <a:gd name="connsiteX7" fmla="*/ 4162096 w 4162096"/>
                    <a:gd name="connsiteY7" fmla="*/ 1545021 h 1618593"/>
                    <a:gd name="connsiteX8" fmla="*/ 3878317 w 4162096"/>
                    <a:gd name="connsiteY8" fmla="*/ 1608083 h 1618593"/>
                    <a:gd name="connsiteX9" fmla="*/ 2301765 w 4162096"/>
                    <a:gd name="connsiteY9" fmla="*/ 945931 h 1618593"/>
                    <a:gd name="connsiteX10" fmla="*/ 693682 w 4162096"/>
                    <a:gd name="connsiteY10" fmla="*/ 1618593 h 1618593"/>
                    <a:gd name="connsiteX11" fmla="*/ 430924 w 4162096"/>
                    <a:gd name="connsiteY11" fmla="*/ 1524000 h 1618593"/>
                    <a:gd name="connsiteX12" fmla="*/ 1576551 w 4162096"/>
                    <a:gd name="connsiteY12" fmla="*/ 1082566 h 1618593"/>
                    <a:gd name="connsiteX13" fmla="*/ 1545020 w 4162096"/>
                    <a:gd name="connsiteY13" fmla="*/ 609600 h 1618593"/>
                    <a:gd name="connsiteX14" fmla="*/ 0 w 4162096"/>
                    <a:gd name="connsiteY14" fmla="*/ 0 h 1618593"/>
                    <a:gd name="connsiteX15" fmla="*/ 872358 w 4162096"/>
                    <a:gd name="connsiteY15" fmla="*/ 210207 h 1618593"/>
                    <a:gd name="connsiteX16" fmla="*/ 872358 w 4162096"/>
                    <a:gd name="connsiteY16" fmla="*/ 210207 h 1618593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441434 w 3731172"/>
                    <a:gd name="connsiteY14" fmla="*/ 10510 h 1418896"/>
                    <a:gd name="connsiteX15" fmla="*/ 441434 w 3731172"/>
                    <a:gd name="connsiteY15" fmla="*/ 10510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441434 w 3731172"/>
                    <a:gd name="connsiteY14" fmla="*/ 10510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357351 w 3731172"/>
                    <a:gd name="connsiteY14" fmla="*/ 115613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147144 w 3731172"/>
                    <a:gd name="connsiteY14" fmla="*/ 63061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20413 h 1418896"/>
                    <a:gd name="connsiteX14" fmla="*/ 147144 w 3731172"/>
                    <a:gd name="connsiteY14" fmla="*/ 63061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20413 h 1418896"/>
                    <a:gd name="connsiteX14" fmla="*/ 189185 w 3731172"/>
                    <a:gd name="connsiteY14" fmla="*/ 84081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20413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56137 w 3731172"/>
                    <a:gd name="connsiteY13" fmla="*/ 441434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45626 w 3731172"/>
                    <a:gd name="connsiteY13" fmla="*/ 451945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903890 h 1418896"/>
                    <a:gd name="connsiteX13" fmla="*/ 1145626 w 3731172"/>
                    <a:gd name="connsiteY13" fmla="*/ 451945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06565 w 3710151"/>
                    <a:gd name="connsiteY5" fmla="*/ 441434 h 1418896"/>
                    <a:gd name="connsiteX6" fmla="*/ 2575034 w 3710151"/>
                    <a:gd name="connsiteY6" fmla="*/ 914400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06565 w 3710151"/>
                    <a:gd name="connsiteY5" fmla="*/ 441434 h 1418896"/>
                    <a:gd name="connsiteX6" fmla="*/ 2606565 w 3710151"/>
                    <a:gd name="connsiteY6" fmla="*/ 924910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06565 w 3710151"/>
                    <a:gd name="connsiteY5" fmla="*/ 441434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5151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38028 w 3710151"/>
                    <a:gd name="connsiteY2" fmla="*/ 591655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38028 w 3710151"/>
                    <a:gd name="connsiteY2" fmla="*/ 591655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087434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38028 w 3710151"/>
                    <a:gd name="connsiteY2" fmla="*/ 591655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098586 w 3710151"/>
                    <a:gd name="connsiteY12" fmla="*/ 903890 h 1418896"/>
                    <a:gd name="connsiteX13" fmla="*/ 1087434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62012 w 3725019"/>
                    <a:gd name="connsiteY0" fmla="*/ 73572 h 1418896"/>
                    <a:gd name="connsiteX1" fmla="*/ 445792 w 3725019"/>
                    <a:gd name="connsiteY1" fmla="*/ 0 h 1418896"/>
                    <a:gd name="connsiteX2" fmla="*/ 1852896 w 3725019"/>
                    <a:gd name="connsiteY2" fmla="*/ 591655 h 1418896"/>
                    <a:gd name="connsiteX3" fmla="*/ 3357157 w 3725019"/>
                    <a:gd name="connsiteY3" fmla="*/ 0 h 1418896"/>
                    <a:gd name="connsiteX4" fmla="*/ 3577874 w 3725019"/>
                    <a:gd name="connsiteY4" fmla="*/ 73572 h 1418896"/>
                    <a:gd name="connsiteX5" fmla="*/ 2632585 w 3725019"/>
                    <a:gd name="connsiteY5" fmla="*/ 448868 h 1418896"/>
                    <a:gd name="connsiteX6" fmla="*/ 2625150 w 3725019"/>
                    <a:gd name="connsiteY6" fmla="*/ 902607 h 1418896"/>
                    <a:gd name="connsiteX7" fmla="*/ 3725019 w 3725019"/>
                    <a:gd name="connsiteY7" fmla="*/ 1345324 h 1418896"/>
                    <a:gd name="connsiteX8" fmla="*/ 3441240 w 3725019"/>
                    <a:gd name="connsiteY8" fmla="*/ 1408386 h 1418896"/>
                    <a:gd name="connsiteX9" fmla="*/ 1864688 w 3725019"/>
                    <a:gd name="connsiteY9" fmla="*/ 746234 h 1418896"/>
                    <a:gd name="connsiteX10" fmla="*/ 256605 w 3725019"/>
                    <a:gd name="connsiteY10" fmla="*/ 1418896 h 1418896"/>
                    <a:gd name="connsiteX11" fmla="*/ 0 w 3725019"/>
                    <a:gd name="connsiteY11" fmla="*/ 1331097 h 1418896"/>
                    <a:gd name="connsiteX12" fmla="*/ 1113454 w 3725019"/>
                    <a:gd name="connsiteY12" fmla="*/ 903890 h 1418896"/>
                    <a:gd name="connsiteX13" fmla="*/ 1102302 w 3725019"/>
                    <a:gd name="connsiteY13" fmla="*/ 451945 h 1418896"/>
                    <a:gd name="connsiteX14" fmla="*/ 183032 w 3725019"/>
                    <a:gd name="connsiteY14" fmla="*/ 84081 h 1418896"/>
                    <a:gd name="connsiteX15" fmla="*/ 162012 w 3725019"/>
                    <a:gd name="connsiteY15" fmla="*/ 73572 h 141889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</a:cxnLst>
                  <a:rect l="l" t="t" r="r" b="b"/>
                  <a:pathLst>
                    <a:path w="3725019" h="1418896">
                      <a:moveTo>
                        <a:pt x="162012" y="73572"/>
                      </a:moveTo>
                      <a:lnTo>
                        <a:pt x="445792" y="0"/>
                      </a:lnTo>
                      <a:lnTo>
                        <a:pt x="1852896" y="591655"/>
                      </a:lnTo>
                      <a:lnTo>
                        <a:pt x="3357157" y="0"/>
                      </a:lnTo>
                      <a:lnTo>
                        <a:pt x="3577874" y="73572"/>
                      </a:lnTo>
                      <a:lnTo>
                        <a:pt x="2632585" y="448868"/>
                      </a:lnTo>
                      <a:lnTo>
                        <a:pt x="2625150" y="902607"/>
                      </a:lnTo>
                      <a:lnTo>
                        <a:pt x="3725019" y="1345324"/>
                      </a:lnTo>
                      <a:lnTo>
                        <a:pt x="3441240" y="1408386"/>
                      </a:lnTo>
                      <a:lnTo>
                        <a:pt x="1864688" y="746234"/>
                      </a:lnTo>
                      <a:lnTo>
                        <a:pt x="256605" y="1418896"/>
                      </a:lnTo>
                      <a:lnTo>
                        <a:pt x="0" y="1331097"/>
                      </a:lnTo>
                      <a:lnTo>
                        <a:pt x="1113454" y="903890"/>
                      </a:lnTo>
                      <a:cubicBezTo>
                        <a:pt x="1113454" y="760249"/>
                        <a:pt x="1102302" y="595586"/>
                        <a:pt x="1102302" y="451945"/>
                      </a:cubicBezTo>
                      <a:lnTo>
                        <a:pt x="183032" y="84081"/>
                      </a:lnTo>
                      <a:cubicBezTo>
                        <a:pt x="26317" y="21019"/>
                        <a:pt x="169019" y="77075"/>
                        <a:pt x="162012" y="73572"/>
                      </a:cubicBezTo>
                      <a:close/>
                    </a:path>
                  </a:pathLst>
                </a:custGeom>
                <a:solidFill>
                  <a:schemeClr val="accent1">
                    <a:lumMod val="60000"/>
                    <a:lumOff val="40000"/>
                  </a:schemeClr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p:grpSp>
        </p:grp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3B8CD900-19EC-824C-BF74-AADFBF5A17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0590" y="272143"/>
            <a:ext cx="11393310" cy="894622"/>
          </a:xfrm>
        </p:spPr>
        <p:txBody>
          <a:bodyPr>
            <a:normAutofit/>
          </a:bodyPr>
          <a:lstStyle/>
          <a:p>
            <a:r>
              <a:rPr lang="en-US" sz="4800" dirty="0"/>
              <a:t>Explicit congestion notification </a:t>
            </a:r>
            <a:r>
              <a:rPr lang="en-US" sz="3600" dirty="0"/>
              <a:t>(ECN)</a:t>
            </a:r>
            <a:endParaRPr lang="en-US" sz="4400" b="0" dirty="0"/>
          </a:p>
        </p:txBody>
      </p:sp>
      <p:sp>
        <p:nvSpPr>
          <p:cNvPr id="6" name="Rectangle 4">
            <a:extLst>
              <a:ext uri="{FF2B5EF4-FFF2-40B4-BE49-F238E27FC236}">
                <a16:creationId xmlns:a16="http://schemas.microsoft.com/office/drawing/2014/main" id="{A22F5639-C13F-8347-B6CF-B5A700C7EA84}"/>
              </a:ext>
            </a:extLst>
          </p:cNvPr>
          <p:cNvSpPr txBox="1">
            <a:spLocks noChangeArrowheads="1"/>
          </p:cNvSpPr>
          <p:nvPr/>
        </p:nvSpPr>
        <p:spPr>
          <a:xfrm>
            <a:off x="719638" y="1274465"/>
            <a:ext cx="11177587" cy="262021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5080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charset="0"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TCP deployments often implement </a:t>
            </a:r>
            <a:r>
              <a:rPr kumimoji="0" lang="en-US" sz="2800" b="0" i="1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network-assisted 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congestion control:</a:t>
            </a:r>
          </a:p>
          <a:p>
            <a:pPr marL="457200" marR="0" lvl="0" indent="-215900" algn="l" defTabSz="914400" rtl="0" eaLnBrk="1" fontAlgn="auto" latinLnBrk="0" hangingPunct="1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charset="2"/>
              <a:buChar char="§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two bits in IP header (</a:t>
            </a:r>
            <a:r>
              <a:rPr kumimoji="0" lang="en-US" sz="2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ToS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field) marked </a:t>
            </a:r>
            <a:r>
              <a:rPr kumimoji="0" lang="en-US" sz="2400" b="0" i="1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by network router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to indicate congestion</a:t>
            </a:r>
          </a:p>
          <a:p>
            <a:pPr marL="800100" marR="0" lvl="1" indent="-215900" algn="l" defTabSz="914400" rtl="0" eaLnBrk="1" fontAlgn="auto" latinLnBrk="0" hangingPunct="1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000A3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4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policy 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to determine marking chosen by network operator</a:t>
            </a:r>
          </a:p>
          <a:p>
            <a:pPr marL="457200" marR="0" lvl="0" indent="-215900" algn="l" defTabSz="914400" rtl="0" eaLnBrk="1" fontAlgn="auto" latinLnBrk="0" hangingPunct="1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charset="2"/>
              <a:buChar char="§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congestion indication carried to destination</a:t>
            </a:r>
          </a:p>
          <a:p>
            <a:pPr marL="457200" marR="0" lvl="0" indent="-215900" algn="l" defTabSz="914400" rtl="0" eaLnBrk="1" fontAlgn="auto" latinLnBrk="0" hangingPunct="1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charset="2"/>
              <a:buChar char="§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destination sets ECE bit on ACK segment to notify sender of congestion</a:t>
            </a:r>
          </a:p>
          <a:p>
            <a:pPr marL="457200" marR="0" lvl="0" indent="-215900" algn="l" defTabSz="914400" rtl="0" eaLnBrk="1" fontAlgn="auto" latinLnBrk="0" hangingPunct="1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charset="2"/>
              <a:buChar char="§"/>
              <a:tabLst/>
              <a:defRPr/>
            </a:pPr>
            <a:r>
              <a:rPr kumimoji="0" lang="en-US" sz="2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involves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both IP 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(IP header ECN bit marking) 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and TCP 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(TCP header C,E bit marking)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pSp>
        <p:nvGrpSpPr>
          <p:cNvPr id="282" name="Group 281">
            <a:extLst>
              <a:ext uri="{FF2B5EF4-FFF2-40B4-BE49-F238E27FC236}">
                <a16:creationId xmlns:a16="http://schemas.microsoft.com/office/drawing/2014/main" id="{C8849046-14FD-4644-B620-44B96406B954}"/>
              </a:ext>
            </a:extLst>
          </p:cNvPr>
          <p:cNvGrpSpPr>
            <a:grpSpLocks/>
          </p:cNvGrpSpPr>
          <p:nvPr/>
        </p:nvGrpSpPr>
        <p:grpSpPr bwMode="auto">
          <a:xfrm>
            <a:off x="3226593" y="5686054"/>
            <a:ext cx="1493838" cy="307975"/>
            <a:chOff x="1502428" y="5844331"/>
            <a:chExt cx="1493249" cy="307777"/>
          </a:xfrm>
        </p:grpSpPr>
        <p:grpSp>
          <p:nvGrpSpPr>
            <p:cNvPr id="283" name="Group 274">
              <a:extLst>
                <a:ext uri="{FF2B5EF4-FFF2-40B4-BE49-F238E27FC236}">
                  <a16:creationId xmlns:a16="http://schemas.microsoft.com/office/drawing/2014/main" id="{D4A58484-7F9A-8E42-8B98-2EEE2F1F3114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502428" y="5844331"/>
              <a:ext cx="1493249" cy="307777"/>
              <a:chOff x="3621632" y="5775938"/>
              <a:chExt cx="1493249" cy="307777"/>
            </a:xfrm>
          </p:grpSpPr>
          <p:grpSp>
            <p:nvGrpSpPr>
              <p:cNvPr id="285" name="Group 275">
                <a:extLst>
                  <a:ext uri="{FF2B5EF4-FFF2-40B4-BE49-F238E27FC236}">
                    <a16:creationId xmlns:a16="http://schemas.microsoft.com/office/drawing/2014/main" id="{B7F414D2-F213-4442-B30E-7406937FD2C5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999159" y="5783287"/>
                <a:ext cx="806697" cy="257416"/>
                <a:chOff x="-2975754" y="4128742"/>
                <a:chExt cx="1258600" cy="450696"/>
              </a:xfrm>
            </p:grpSpPr>
            <p:sp>
              <p:nvSpPr>
                <p:cNvPr id="287" name="Rectangle 286">
                  <a:extLst>
                    <a:ext uri="{FF2B5EF4-FFF2-40B4-BE49-F238E27FC236}">
                      <a16:creationId xmlns:a16="http://schemas.microsoft.com/office/drawing/2014/main" id="{C5C66AE2-F8B6-3C47-B4BE-66EE478EB9B7}"/>
                    </a:ext>
                  </a:extLst>
                </p:cNvPr>
                <p:cNvSpPr/>
                <p:nvPr/>
              </p:nvSpPr>
              <p:spPr>
                <a:xfrm>
                  <a:off x="-2903722" y="4135317"/>
                  <a:ext cx="1151258" cy="341655"/>
                </a:xfrm>
                <a:prstGeom prst="rect">
                  <a:avLst/>
                </a:prstGeom>
                <a:solidFill>
                  <a:srgbClr val="008000"/>
                </a:solidFill>
                <a:ln w="12700">
                  <a:solidFill>
                    <a:srgbClr val="00CC99">
                      <a:lumMod val="50000"/>
                    </a:srgbClr>
                  </a:solidFill>
                </a:ln>
              </p:spPr>
              <p:txBody>
                <a:bodyPr wrap="none"/>
                <a:lstStyle/>
                <a:p>
                  <a:pPr marL="0" marR="0" lvl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ahoma" panose="020B0604030504040204" pitchFamily="34" charset="0"/>
                    <a:ea typeface="ＭＳ Ｐゴシック" charset="0"/>
                    <a:cs typeface="ＭＳ Ｐゴシック" charset="0"/>
                  </a:endParaRPr>
                </a:p>
              </p:txBody>
            </p:sp>
            <p:sp>
              <p:nvSpPr>
                <p:cNvPr id="288" name="Rectangle 287">
                  <a:extLst>
                    <a:ext uri="{FF2B5EF4-FFF2-40B4-BE49-F238E27FC236}">
                      <a16:creationId xmlns:a16="http://schemas.microsoft.com/office/drawing/2014/main" id="{2052E598-5C0D-CA41-8C58-28B633036FB2}"/>
                    </a:ext>
                  </a:extLst>
                </p:cNvPr>
                <p:cNvSpPr/>
                <p:nvPr/>
              </p:nvSpPr>
              <p:spPr>
                <a:xfrm>
                  <a:off x="-2968093" y="4221426"/>
                  <a:ext cx="1148783" cy="344432"/>
                </a:xfrm>
                <a:prstGeom prst="rect">
                  <a:avLst/>
                </a:prstGeom>
                <a:solidFill>
                  <a:srgbClr val="008000"/>
                </a:solidFill>
                <a:ln w="12700">
                  <a:solidFill>
                    <a:srgbClr val="00CC99">
                      <a:lumMod val="50000"/>
                    </a:srgbClr>
                  </a:solidFill>
                </a:ln>
              </p:spPr>
              <p:txBody>
                <a:bodyPr wrap="none"/>
                <a:lstStyle/>
                <a:p>
                  <a:pPr marL="0" marR="0" lvl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ahoma" panose="020B0604030504040204" pitchFamily="34" charset="0"/>
                    <a:ea typeface="ＭＳ Ｐゴシック" charset="0"/>
                    <a:cs typeface="ＭＳ Ｐゴシック" charset="0"/>
                  </a:endParaRPr>
                </a:p>
              </p:txBody>
            </p:sp>
            <p:sp>
              <p:nvSpPr>
                <p:cNvPr id="289" name="Freeform 288">
                  <a:extLst>
                    <a:ext uri="{FF2B5EF4-FFF2-40B4-BE49-F238E27FC236}">
                      <a16:creationId xmlns:a16="http://schemas.microsoft.com/office/drawing/2014/main" id="{113FD0E1-39AF-5E4A-80DC-7B59A17D468C}"/>
                    </a:ext>
                  </a:extLst>
                </p:cNvPr>
                <p:cNvSpPr/>
                <p:nvPr/>
              </p:nvSpPr>
              <p:spPr>
                <a:xfrm>
                  <a:off x="-2975522" y="4129762"/>
                  <a:ext cx="1223057" cy="94441"/>
                </a:xfrm>
                <a:custGeom>
                  <a:avLst/>
                  <a:gdLst>
                    <a:gd name="connsiteX0" fmla="*/ 0 w 1223105"/>
                    <a:gd name="connsiteY0" fmla="*/ 89042 h 89042"/>
                    <a:gd name="connsiteX1" fmla="*/ 70293 w 1223105"/>
                    <a:gd name="connsiteY1" fmla="*/ 0 h 89042"/>
                    <a:gd name="connsiteX2" fmla="*/ 1223105 w 1223105"/>
                    <a:gd name="connsiteY2" fmla="*/ 4687 h 89042"/>
                    <a:gd name="connsiteX3" fmla="*/ 1148126 w 1223105"/>
                    <a:gd name="connsiteY3" fmla="*/ 84356 h 89042"/>
                    <a:gd name="connsiteX4" fmla="*/ 0 w 1223105"/>
                    <a:gd name="connsiteY4" fmla="*/ 89042 h 89042"/>
                    <a:gd name="connsiteX0" fmla="*/ 0 w 1223105"/>
                    <a:gd name="connsiteY0" fmla="*/ 89042 h 103102"/>
                    <a:gd name="connsiteX1" fmla="*/ 70293 w 1223105"/>
                    <a:gd name="connsiteY1" fmla="*/ 0 h 103102"/>
                    <a:gd name="connsiteX2" fmla="*/ 1223105 w 1223105"/>
                    <a:gd name="connsiteY2" fmla="*/ 4687 h 103102"/>
                    <a:gd name="connsiteX3" fmla="*/ 1148126 w 1223105"/>
                    <a:gd name="connsiteY3" fmla="*/ 103102 h 103102"/>
                    <a:gd name="connsiteX4" fmla="*/ 0 w 1223105"/>
                    <a:gd name="connsiteY4" fmla="*/ 89042 h 103102"/>
                    <a:gd name="connsiteX0" fmla="*/ 0 w 1223105"/>
                    <a:gd name="connsiteY0" fmla="*/ 89042 h 93730"/>
                    <a:gd name="connsiteX1" fmla="*/ 70293 w 1223105"/>
                    <a:gd name="connsiteY1" fmla="*/ 0 h 93730"/>
                    <a:gd name="connsiteX2" fmla="*/ 1223105 w 1223105"/>
                    <a:gd name="connsiteY2" fmla="*/ 4687 h 93730"/>
                    <a:gd name="connsiteX3" fmla="*/ 1143439 w 1223105"/>
                    <a:gd name="connsiteY3" fmla="*/ 93730 h 93730"/>
                    <a:gd name="connsiteX4" fmla="*/ 0 w 1223105"/>
                    <a:gd name="connsiteY4" fmla="*/ 89042 h 9373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223105" h="93730">
                      <a:moveTo>
                        <a:pt x="0" y="89042"/>
                      </a:moveTo>
                      <a:lnTo>
                        <a:pt x="70293" y="0"/>
                      </a:lnTo>
                      <a:lnTo>
                        <a:pt x="1223105" y="4687"/>
                      </a:lnTo>
                      <a:lnTo>
                        <a:pt x="1143439" y="93730"/>
                      </a:lnTo>
                      <a:lnTo>
                        <a:pt x="0" y="89042"/>
                      </a:lnTo>
                      <a:close/>
                    </a:path>
                  </a:pathLst>
                </a:custGeom>
                <a:solidFill>
                  <a:srgbClr val="AAE2CA">
                    <a:lumMod val="50000"/>
                  </a:srgbClr>
                </a:solidFill>
              </p:spPr>
              <p:txBody>
                <a:bodyPr wrap="none"/>
                <a:lstStyle/>
                <a:p>
                  <a:pPr marL="0" marR="0" lvl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ahoma" panose="020B0604030504040204" pitchFamily="34" charset="0"/>
                    <a:ea typeface="ＭＳ Ｐゴシック" charset="0"/>
                    <a:cs typeface="ＭＳ Ｐゴシック" charset="0"/>
                  </a:endParaRPr>
                </a:p>
              </p:txBody>
            </p:sp>
            <p:sp>
              <p:nvSpPr>
                <p:cNvPr id="290" name="Freeform 289">
                  <a:extLst>
                    <a:ext uri="{FF2B5EF4-FFF2-40B4-BE49-F238E27FC236}">
                      <a16:creationId xmlns:a16="http://schemas.microsoft.com/office/drawing/2014/main" id="{FE01C2D5-10A9-FE4C-858A-18EDBA471911}"/>
                    </a:ext>
                  </a:extLst>
                </p:cNvPr>
                <p:cNvSpPr/>
                <p:nvPr/>
              </p:nvSpPr>
              <p:spPr>
                <a:xfrm rot="21211447" flipV="1">
                  <a:off x="-1853972" y="4146428"/>
                  <a:ext cx="136170" cy="433318"/>
                </a:xfrm>
                <a:custGeom>
                  <a:avLst/>
                  <a:gdLst>
                    <a:gd name="connsiteX0" fmla="*/ 0 w 1223105"/>
                    <a:gd name="connsiteY0" fmla="*/ 89042 h 89042"/>
                    <a:gd name="connsiteX1" fmla="*/ 70293 w 1223105"/>
                    <a:gd name="connsiteY1" fmla="*/ 0 h 89042"/>
                    <a:gd name="connsiteX2" fmla="*/ 1223105 w 1223105"/>
                    <a:gd name="connsiteY2" fmla="*/ 4687 h 89042"/>
                    <a:gd name="connsiteX3" fmla="*/ 1148126 w 1223105"/>
                    <a:gd name="connsiteY3" fmla="*/ 84356 h 89042"/>
                    <a:gd name="connsiteX4" fmla="*/ 0 w 1223105"/>
                    <a:gd name="connsiteY4" fmla="*/ 89042 h 89042"/>
                    <a:gd name="connsiteX0" fmla="*/ 0 w 1223105"/>
                    <a:gd name="connsiteY0" fmla="*/ 89042 h 103102"/>
                    <a:gd name="connsiteX1" fmla="*/ 70293 w 1223105"/>
                    <a:gd name="connsiteY1" fmla="*/ 0 h 103102"/>
                    <a:gd name="connsiteX2" fmla="*/ 1223105 w 1223105"/>
                    <a:gd name="connsiteY2" fmla="*/ 4687 h 103102"/>
                    <a:gd name="connsiteX3" fmla="*/ 1148126 w 1223105"/>
                    <a:gd name="connsiteY3" fmla="*/ 103102 h 103102"/>
                    <a:gd name="connsiteX4" fmla="*/ 0 w 1223105"/>
                    <a:gd name="connsiteY4" fmla="*/ 89042 h 103102"/>
                    <a:gd name="connsiteX0" fmla="*/ 0 w 1223105"/>
                    <a:gd name="connsiteY0" fmla="*/ 89042 h 93730"/>
                    <a:gd name="connsiteX1" fmla="*/ 70293 w 1223105"/>
                    <a:gd name="connsiteY1" fmla="*/ 0 h 93730"/>
                    <a:gd name="connsiteX2" fmla="*/ 1223105 w 1223105"/>
                    <a:gd name="connsiteY2" fmla="*/ 4687 h 93730"/>
                    <a:gd name="connsiteX3" fmla="*/ 1143439 w 1223105"/>
                    <a:gd name="connsiteY3" fmla="*/ 93730 h 93730"/>
                    <a:gd name="connsiteX4" fmla="*/ 0 w 1223105"/>
                    <a:gd name="connsiteY4" fmla="*/ 89042 h 93730"/>
                    <a:gd name="connsiteX0" fmla="*/ 0 w 1143439"/>
                    <a:gd name="connsiteY0" fmla="*/ 604462 h 609150"/>
                    <a:gd name="connsiteX1" fmla="*/ 70293 w 1143439"/>
                    <a:gd name="connsiteY1" fmla="*/ 515420 h 609150"/>
                    <a:gd name="connsiteX2" fmla="*/ 1048102 w 1143439"/>
                    <a:gd name="connsiteY2" fmla="*/ 0 h 609150"/>
                    <a:gd name="connsiteX3" fmla="*/ 1143439 w 1143439"/>
                    <a:gd name="connsiteY3" fmla="*/ 609150 h 609150"/>
                    <a:gd name="connsiteX4" fmla="*/ 0 w 1143439"/>
                    <a:gd name="connsiteY4" fmla="*/ 604462 h 609150"/>
                    <a:gd name="connsiteX0" fmla="*/ 0 w 1143439"/>
                    <a:gd name="connsiteY0" fmla="*/ 750108 h 754796"/>
                    <a:gd name="connsiteX1" fmla="*/ 958091 w 1143439"/>
                    <a:gd name="connsiteY1" fmla="*/ 0 h 754796"/>
                    <a:gd name="connsiteX2" fmla="*/ 1048102 w 1143439"/>
                    <a:gd name="connsiteY2" fmla="*/ 145646 h 754796"/>
                    <a:gd name="connsiteX3" fmla="*/ 1143439 w 1143439"/>
                    <a:gd name="connsiteY3" fmla="*/ 754796 h 754796"/>
                    <a:gd name="connsiteX4" fmla="*/ 0 w 1143439"/>
                    <a:gd name="connsiteY4" fmla="*/ 750108 h 754796"/>
                    <a:gd name="connsiteX0" fmla="*/ 28193 w 185348"/>
                    <a:gd name="connsiteY0" fmla="*/ 675301 h 754796"/>
                    <a:gd name="connsiteX1" fmla="*/ 0 w 185348"/>
                    <a:gd name="connsiteY1" fmla="*/ 0 h 754796"/>
                    <a:gd name="connsiteX2" fmla="*/ 90011 w 185348"/>
                    <a:gd name="connsiteY2" fmla="*/ 145646 h 754796"/>
                    <a:gd name="connsiteX3" fmla="*/ 185348 w 185348"/>
                    <a:gd name="connsiteY3" fmla="*/ 754796 h 754796"/>
                    <a:gd name="connsiteX4" fmla="*/ 28193 w 185348"/>
                    <a:gd name="connsiteY4" fmla="*/ 675301 h 754796"/>
                    <a:gd name="connsiteX0" fmla="*/ 28193 w 133700"/>
                    <a:gd name="connsiteY0" fmla="*/ 675301 h 844174"/>
                    <a:gd name="connsiteX1" fmla="*/ 0 w 133700"/>
                    <a:gd name="connsiteY1" fmla="*/ 0 h 844174"/>
                    <a:gd name="connsiteX2" fmla="*/ 90011 w 133700"/>
                    <a:gd name="connsiteY2" fmla="*/ 145646 h 844174"/>
                    <a:gd name="connsiteX3" fmla="*/ 133700 w 133700"/>
                    <a:gd name="connsiteY3" fmla="*/ 844173 h 844174"/>
                    <a:gd name="connsiteX4" fmla="*/ 28193 w 133700"/>
                    <a:gd name="connsiteY4" fmla="*/ 675301 h 844174"/>
                    <a:gd name="connsiteX0" fmla="*/ 33377 w 133700"/>
                    <a:gd name="connsiteY0" fmla="*/ 683762 h 844174"/>
                    <a:gd name="connsiteX1" fmla="*/ 0 w 133700"/>
                    <a:gd name="connsiteY1" fmla="*/ 0 h 844174"/>
                    <a:gd name="connsiteX2" fmla="*/ 90011 w 133700"/>
                    <a:gd name="connsiteY2" fmla="*/ 145646 h 844174"/>
                    <a:gd name="connsiteX3" fmla="*/ 133700 w 133700"/>
                    <a:gd name="connsiteY3" fmla="*/ 844173 h 844174"/>
                    <a:gd name="connsiteX4" fmla="*/ 33377 w 133700"/>
                    <a:gd name="connsiteY4" fmla="*/ 683762 h 844174"/>
                    <a:gd name="connsiteX0" fmla="*/ 87868 w 188191"/>
                    <a:gd name="connsiteY0" fmla="*/ 816127 h 976539"/>
                    <a:gd name="connsiteX1" fmla="*/ 0 w 188191"/>
                    <a:gd name="connsiteY1" fmla="*/ 0 h 976539"/>
                    <a:gd name="connsiteX2" fmla="*/ 144502 w 188191"/>
                    <a:gd name="connsiteY2" fmla="*/ 278011 h 976539"/>
                    <a:gd name="connsiteX3" fmla="*/ 188191 w 188191"/>
                    <a:gd name="connsiteY3" fmla="*/ 976538 h 976539"/>
                    <a:gd name="connsiteX4" fmla="*/ 87868 w 188191"/>
                    <a:gd name="connsiteY4" fmla="*/ 816127 h 976539"/>
                    <a:gd name="connsiteX0" fmla="*/ 32848 w 133171"/>
                    <a:gd name="connsiteY0" fmla="*/ 674219 h 834631"/>
                    <a:gd name="connsiteX1" fmla="*/ 0 w 133171"/>
                    <a:gd name="connsiteY1" fmla="*/ 1 h 834631"/>
                    <a:gd name="connsiteX2" fmla="*/ 89482 w 133171"/>
                    <a:gd name="connsiteY2" fmla="*/ 136103 h 834631"/>
                    <a:gd name="connsiteX3" fmla="*/ 133171 w 133171"/>
                    <a:gd name="connsiteY3" fmla="*/ 834630 h 834631"/>
                    <a:gd name="connsiteX4" fmla="*/ 32848 w 133171"/>
                    <a:gd name="connsiteY4" fmla="*/ 674219 h 834631"/>
                    <a:gd name="connsiteX0" fmla="*/ 32848 w 133171"/>
                    <a:gd name="connsiteY0" fmla="*/ 674219 h 834631"/>
                    <a:gd name="connsiteX1" fmla="*/ 0 w 133171"/>
                    <a:gd name="connsiteY1" fmla="*/ 1 h 834631"/>
                    <a:gd name="connsiteX2" fmla="*/ 97738 w 133171"/>
                    <a:gd name="connsiteY2" fmla="*/ 114843 h 834631"/>
                    <a:gd name="connsiteX3" fmla="*/ 133171 w 133171"/>
                    <a:gd name="connsiteY3" fmla="*/ 834630 h 834631"/>
                    <a:gd name="connsiteX4" fmla="*/ 32848 w 133171"/>
                    <a:gd name="connsiteY4" fmla="*/ 674219 h 834631"/>
                    <a:gd name="connsiteX0" fmla="*/ 36019 w 136342"/>
                    <a:gd name="connsiteY0" fmla="*/ 731496 h 891908"/>
                    <a:gd name="connsiteX1" fmla="*/ 0 w 136342"/>
                    <a:gd name="connsiteY1" fmla="*/ 1 h 891908"/>
                    <a:gd name="connsiteX2" fmla="*/ 100909 w 136342"/>
                    <a:gd name="connsiteY2" fmla="*/ 172120 h 891908"/>
                    <a:gd name="connsiteX3" fmla="*/ 136342 w 136342"/>
                    <a:gd name="connsiteY3" fmla="*/ 891907 h 891908"/>
                    <a:gd name="connsiteX4" fmla="*/ 36019 w 136342"/>
                    <a:gd name="connsiteY4" fmla="*/ 731496 h 89190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36342" h="891908">
                      <a:moveTo>
                        <a:pt x="36019" y="731496"/>
                      </a:moveTo>
                      <a:lnTo>
                        <a:pt x="0" y="1"/>
                      </a:lnTo>
                      <a:lnTo>
                        <a:pt x="100909" y="172120"/>
                      </a:lnTo>
                      <a:lnTo>
                        <a:pt x="136342" y="891907"/>
                      </a:lnTo>
                      <a:lnTo>
                        <a:pt x="36019" y="731496"/>
                      </a:lnTo>
                      <a:close/>
                    </a:path>
                  </a:pathLst>
                </a:custGeom>
                <a:solidFill>
                  <a:srgbClr val="AAE2CA">
                    <a:lumMod val="50000"/>
                  </a:srgbClr>
                </a:solidFill>
              </p:spPr>
              <p:txBody>
                <a:bodyPr wrap="none"/>
                <a:lstStyle/>
                <a:p>
                  <a:pPr marL="0" marR="0" lvl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ahoma" panose="020B0604030504040204" pitchFamily="34" charset="0"/>
                    <a:ea typeface="ＭＳ Ｐゴシック" charset="0"/>
                    <a:cs typeface="ＭＳ Ｐゴシック" charset="0"/>
                  </a:endParaRPr>
                </a:p>
              </p:txBody>
            </p:sp>
          </p:grpSp>
          <p:sp>
            <p:nvSpPr>
              <p:cNvPr id="286" name="TextBox 276">
                <a:extLst>
                  <a:ext uri="{FF2B5EF4-FFF2-40B4-BE49-F238E27FC236}">
                    <a16:creationId xmlns:a16="http://schemas.microsoft.com/office/drawing/2014/main" id="{E86D3ADF-23FB-2D4B-91EB-8A44EE48F641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621632" y="5775938"/>
                <a:ext cx="1493249" cy="30777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14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Tahoma" panose="020B0604030504040204" pitchFamily="34" charset="0"/>
                    <a:ea typeface="ＭＳ Ｐゴシック" panose="020B0600070205080204" pitchFamily="34" charset="-128"/>
                    <a:cs typeface="+mn-cs"/>
                  </a:rPr>
                  <a:t>ECN=10</a:t>
                </a:r>
              </a:p>
            </p:txBody>
          </p:sp>
        </p:grpSp>
        <p:cxnSp>
          <p:nvCxnSpPr>
            <p:cNvPr id="284" name="Straight Arrow Connector 15">
              <a:extLst>
                <a:ext uri="{FF2B5EF4-FFF2-40B4-BE49-F238E27FC236}">
                  <a16:creationId xmlns:a16="http://schemas.microsoft.com/office/drawing/2014/main" id="{BF4048C9-7D73-BD4C-9330-448B6EC67A0C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V="1">
              <a:off x="2150568" y="6133267"/>
              <a:ext cx="612066" cy="1"/>
            </a:xfrm>
            <a:prstGeom prst="straightConnector1">
              <a:avLst/>
            </a:prstGeom>
            <a:noFill/>
            <a:ln w="9525">
              <a:solidFill>
                <a:srgbClr val="0080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grpSp>
        <p:nvGrpSpPr>
          <p:cNvPr id="291" name="Group 290">
            <a:extLst>
              <a:ext uri="{FF2B5EF4-FFF2-40B4-BE49-F238E27FC236}">
                <a16:creationId xmlns:a16="http://schemas.microsoft.com/office/drawing/2014/main" id="{78F68ED1-4B6F-A848-83AB-DCDA89D6132A}"/>
              </a:ext>
            </a:extLst>
          </p:cNvPr>
          <p:cNvGrpSpPr>
            <a:grpSpLocks/>
          </p:cNvGrpSpPr>
          <p:nvPr/>
        </p:nvGrpSpPr>
        <p:grpSpPr bwMode="auto">
          <a:xfrm>
            <a:off x="5345906" y="5617791"/>
            <a:ext cx="1493837" cy="358775"/>
            <a:chOff x="3621632" y="5775938"/>
            <a:chExt cx="1493249" cy="357723"/>
          </a:xfrm>
        </p:grpSpPr>
        <p:grpSp>
          <p:nvGrpSpPr>
            <p:cNvPr id="292" name="Group 13">
              <a:extLst>
                <a:ext uri="{FF2B5EF4-FFF2-40B4-BE49-F238E27FC236}">
                  <a16:creationId xmlns:a16="http://schemas.microsoft.com/office/drawing/2014/main" id="{5FC0ED75-C4B7-964C-AB09-988F3BAEDF94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621632" y="5775938"/>
              <a:ext cx="1493249" cy="307777"/>
              <a:chOff x="3621632" y="5775938"/>
              <a:chExt cx="1493249" cy="307777"/>
            </a:xfrm>
          </p:grpSpPr>
          <p:grpSp>
            <p:nvGrpSpPr>
              <p:cNvPr id="294" name="Group 11">
                <a:extLst>
                  <a:ext uri="{FF2B5EF4-FFF2-40B4-BE49-F238E27FC236}">
                    <a16:creationId xmlns:a16="http://schemas.microsoft.com/office/drawing/2014/main" id="{504596ED-94E0-9144-AEA2-9B1AC3A6EDE8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999159" y="5783287"/>
                <a:ext cx="806697" cy="257416"/>
                <a:chOff x="-2975754" y="4128742"/>
                <a:chExt cx="1258600" cy="450696"/>
              </a:xfrm>
            </p:grpSpPr>
            <p:sp>
              <p:nvSpPr>
                <p:cNvPr id="296" name="Rectangle 295">
                  <a:extLst>
                    <a:ext uri="{FF2B5EF4-FFF2-40B4-BE49-F238E27FC236}">
                      <a16:creationId xmlns:a16="http://schemas.microsoft.com/office/drawing/2014/main" id="{A7E6A3C2-8DB0-E843-9532-97A06B65BF6B}"/>
                    </a:ext>
                  </a:extLst>
                </p:cNvPr>
                <p:cNvSpPr/>
                <p:nvPr/>
              </p:nvSpPr>
              <p:spPr>
                <a:xfrm>
                  <a:off x="-2903723" y="4135274"/>
                  <a:ext cx="1151259" cy="340871"/>
                </a:xfrm>
                <a:prstGeom prst="rect">
                  <a:avLst/>
                </a:prstGeom>
                <a:solidFill>
                  <a:srgbClr val="008000"/>
                </a:solidFill>
                <a:ln w="12700">
                  <a:solidFill>
                    <a:srgbClr val="00CC99">
                      <a:lumMod val="50000"/>
                    </a:srgbClr>
                  </a:solidFill>
                </a:ln>
              </p:spPr>
              <p:txBody>
                <a:bodyPr wrap="none"/>
                <a:lstStyle/>
                <a:p>
                  <a:pPr marL="0" marR="0" lvl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ahoma" panose="020B0604030504040204" pitchFamily="34" charset="0"/>
                    <a:ea typeface="ＭＳ Ｐゴシック" charset="0"/>
                    <a:cs typeface="ＭＳ Ｐゴシック" charset="0"/>
                  </a:endParaRPr>
                </a:p>
              </p:txBody>
            </p:sp>
            <p:sp>
              <p:nvSpPr>
                <p:cNvPr id="297" name="Rectangle 296">
                  <a:extLst>
                    <a:ext uri="{FF2B5EF4-FFF2-40B4-BE49-F238E27FC236}">
                      <a16:creationId xmlns:a16="http://schemas.microsoft.com/office/drawing/2014/main" id="{AC7167DD-1A09-B944-A520-D13751F3F4A2}"/>
                    </a:ext>
                  </a:extLst>
                </p:cNvPr>
                <p:cNvSpPr/>
                <p:nvPr/>
              </p:nvSpPr>
              <p:spPr>
                <a:xfrm>
                  <a:off x="-2968095" y="4221184"/>
                  <a:ext cx="1148783" cy="343644"/>
                </a:xfrm>
                <a:prstGeom prst="rect">
                  <a:avLst/>
                </a:prstGeom>
                <a:solidFill>
                  <a:srgbClr val="008000"/>
                </a:solidFill>
                <a:ln w="12700">
                  <a:solidFill>
                    <a:srgbClr val="00CC99">
                      <a:lumMod val="50000"/>
                    </a:srgbClr>
                  </a:solidFill>
                </a:ln>
              </p:spPr>
              <p:txBody>
                <a:bodyPr wrap="none"/>
                <a:lstStyle/>
                <a:p>
                  <a:pPr marL="0" marR="0" lvl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ahoma" panose="020B0604030504040204" pitchFamily="34" charset="0"/>
                    <a:ea typeface="ＭＳ Ｐゴシック" charset="0"/>
                    <a:cs typeface="ＭＳ Ｐゴシック" charset="0"/>
                  </a:endParaRPr>
                </a:p>
              </p:txBody>
            </p:sp>
            <p:sp>
              <p:nvSpPr>
                <p:cNvPr id="298" name="Freeform 297">
                  <a:extLst>
                    <a:ext uri="{FF2B5EF4-FFF2-40B4-BE49-F238E27FC236}">
                      <a16:creationId xmlns:a16="http://schemas.microsoft.com/office/drawing/2014/main" id="{23136A14-E923-0449-9DA2-7D7B68ADEFB7}"/>
                    </a:ext>
                  </a:extLst>
                </p:cNvPr>
                <p:cNvSpPr/>
                <p:nvPr/>
              </p:nvSpPr>
              <p:spPr>
                <a:xfrm>
                  <a:off x="-2975522" y="4129732"/>
                  <a:ext cx="1223057" cy="94225"/>
                </a:xfrm>
                <a:custGeom>
                  <a:avLst/>
                  <a:gdLst>
                    <a:gd name="connsiteX0" fmla="*/ 0 w 1223105"/>
                    <a:gd name="connsiteY0" fmla="*/ 89042 h 89042"/>
                    <a:gd name="connsiteX1" fmla="*/ 70293 w 1223105"/>
                    <a:gd name="connsiteY1" fmla="*/ 0 h 89042"/>
                    <a:gd name="connsiteX2" fmla="*/ 1223105 w 1223105"/>
                    <a:gd name="connsiteY2" fmla="*/ 4687 h 89042"/>
                    <a:gd name="connsiteX3" fmla="*/ 1148126 w 1223105"/>
                    <a:gd name="connsiteY3" fmla="*/ 84356 h 89042"/>
                    <a:gd name="connsiteX4" fmla="*/ 0 w 1223105"/>
                    <a:gd name="connsiteY4" fmla="*/ 89042 h 89042"/>
                    <a:gd name="connsiteX0" fmla="*/ 0 w 1223105"/>
                    <a:gd name="connsiteY0" fmla="*/ 89042 h 103102"/>
                    <a:gd name="connsiteX1" fmla="*/ 70293 w 1223105"/>
                    <a:gd name="connsiteY1" fmla="*/ 0 h 103102"/>
                    <a:gd name="connsiteX2" fmla="*/ 1223105 w 1223105"/>
                    <a:gd name="connsiteY2" fmla="*/ 4687 h 103102"/>
                    <a:gd name="connsiteX3" fmla="*/ 1148126 w 1223105"/>
                    <a:gd name="connsiteY3" fmla="*/ 103102 h 103102"/>
                    <a:gd name="connsiteX4" fmla="*/ 0 w 1223105"/>
                    <a:gd name="connsiteY4" fmla="*/ 89042 h 103102"/>
                    <a:gd name="connsiteX0" fmla="*/ 0 w 1223105"/>
                    <a:gd name="connsiteY0" fmla="*/ 89042 h 93730"/>
                    <a:gd name="connsiteX1" fmla="*/ 70293 w 1223105"/>
                    <a:gd name="connsiteY1" fmla="*/ 0 h 93730"/>
                    <a:gd name="connsiteX2" fmla="*/ 1223105 w 1223105"/>
                    <a:gd name="connsiteY2" fmla="*/ 4687 h 93730"/>
                    <a:gd name="connsiteX3" fmla="*/ 1143439 w 1223105"/>
                    <a:gd name="connsiteY3" fmla="*/ 93730 h 93730"/>
                    <a:gd name="connsiteX4" fmla="*/ 0 w 1223105"/>
                    <a:gd name="connsiteY4" fmla="*/ 89042 h 9373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223105" h="93730">
                      <a:moveTo>
                        <a:pt x="0" y="89042"/>
                      </a:moveTo>
                      <a:lnTo>
                        <a:pt x="70293" y="0"/>
                      </a:lnTo>
                      <a:lnTo>
                        <a:pt x="1223105" y="4687"/>
                      </a:lnTo>
                      <a:lnTo>
                        <a:pt x="1143439" y="93730"/>
                      </a:lnTo>
                      <a:lnTo>
                        <a:pt x="0" y="89042"/>
                      </a:lnTo>
                      <a:close/>
                    </a:path>
                  </a:pathLst>
                </a:custGeom>
                <a:solidFill>
                  <a:srgbClr val="AAE2CA">
                    <a:lumMod val="50000"/>
                  </a:srgbClr>
                </a:solidFill>
              </p:spPr>
              <p:txBody>
                <a:bodyPr wrap="none"/>
                <a:lstStyle/>
                <a:p>
                  <a:pPr marL="0" marR="0" lvl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ahoma" panose="020B0604030504040204" pitchFamily="34" charset="0"/>
                    <a:ea typeface="ＭＳ Ｐゴシック" charset="0"/>
                    <a:cs typeface="ＭＳ Ｐゴシック" charset="0"/>
                  </a:endParaRPr>
                </a:p>
              </p:txBody>
            </p:sp>
            <p:sp>
              <p:nvSpPr>
                <p:cNvPr id="299" name="Freeform 298">
                  <a:extLst>
                    <a:ext uri="{FF2B5EF4-FFF2-40B4-BE49-F238E27FC236}">
                      <a16:creationId xmlns:a16="http://schemas.microsoft.com/office/drawing/2014/main" id="{857700B5-A094-3E46-9DFE-B9968548724C}"/>
                    </a:ext>
                  </a:extLst>
                </p:cNvPr>
                <p:cNvSpPr/>
                <p:nvPr/>
              </p:nvSpPr>
              <p:spPr>
                <a:xfrm rot="21211447" flipV="1">
                  <a:off x="-1853974" y="4146360"/>
                  <a:ext cx="136171" cy="432326"/>
                </a:xfrm>
                <a:custGeom>
                  <a:avLst/>
                  <a:gdLst>
                    <a:gd name="connsiteX0" fmla="*/ 0 w 1223105"/>
                    <a:gd name="connsiteY0" fmla="*/ 89042 h 89042"/>
                    <a:gd name="connsiteX1" fmla="*/ 70293 w 1223105"/>
                    <a:gd name="connsiteY1" fmla="*/ 0 h 89042"/>
                    <a:gd name="connsiteX2" fmla="*/ 1223105 w 1223105"/>
                    <a:gd name="connsiteY2" fmla="*/ 4687 h 89042"/>
                    <a:gd name="connsiteX3" fmla="*/ 1148126 w 1223105"/>
                    <a:gd name="connsiteY3" fmla="*/ 84356 h 89042"/>
                    <a:gd name="connsiteX4" fmla="*/ 0 w 1223105"/>
                    <a:gd name="connsiteY4" fmla="*/ 89042 h 89042"/>
                    <a:gd name="connsiteX0" fmla="*/ 0 w 1223105"/>
                    <a:gd name="connsiteY0" fmla="*/ 89042 h 103102"/>
                    <a:gd name="connsiteX1" fmla="*/ 70293 w 1223105"/>
                    <a:gd name="connsiteY1" fmla="*/ 0 h 103102"/>
                    <a:gd name="connsiteX2" fmla="*/ 1223105 w 1223105"/>
                    <a:gd name="connsiteY2" fmla="*/ 4687 h 103102"/>
                    <a:gd name="connsiteX3" fmla="*/ 1148126 w 1223105"/>
                    <a:gd name="connsiteY3" fmla="*/ 103102 h 103102"/>
                    <a:gd name="connsiteX4" fmla="*/ 0 w 1223105"/>
                    <a:gd name="connsiteY4" fmla="*/ 89042 h 103102"/>
                    <a:gd name="connsiteX0" fmla="*/ 0 w 1223105"/>
                    <a:gd name="connsiteY0" fmla="*/ 89042 h 93730"/>
                    <a:gd name="connsiteX1" fmla="*/ 70293 w 1223105"/>
                    <a:gd name="connsiteY1" fmla="*/ 0 h 93730"/>
                    <a:gd name="connsiteX2" fmla="*/ 1223105 w 1223105"/>
                    <a:gd name="connsiteY2" fmla="*/ 4687 h 93730"/>
                    <a:gd name="connsiteX3" fmla="*/ 1143439 w 1223105"/>
                    <a:gd name="connsiteY3" fmla="*/ 93730 h 93730"/>
                    <a:gd name="connsiteX4" fmla="*/ 0 w 1223105"/>
                    <a:gd name="connsiteY4" fmla="*/ 89042 h 93730"/>
                    <a:gd name="connsiteX0" fmla="*/ 0 w 1143439"/>
                    <a:gd name="connsiteY0" fmla="*/ 604462 h 609150"/>
                    <a:gd name="connsiteX1" fmla="*/ 70293 w 1143439"/>
                    <a:gd name="connsiteY1" fmla="*/ 515420 h 609150"/>
                    <a:gd name="connsiteX2" fmla="*/ 1048102 w 1143439"/>
                    <a:gd name="connsiteY2" fmla="*/ 0 h 609150"/>
                    <a:gd name="connsiteX3" fmla="*/ 1143439 w 1143439"/>
                    <a:gd name="connsiteY3" fmla="*/ 609150 h 609150"/>
                    <a:gd name="connsiteX4" fmla="*/ 0 w 1143439"/>
                    <a:gd name="connsiteY4" fmla="*/ 604462 h 609150"/>
                    <a:gd name="connsiteX0" fmla="*/ 0 w 1143439"/>
                    <a:gd name="connsiteY0" fmla="*/ 750108 h 754796"/>
                    <a:gd name="connsiteX1" fmla="*/ 958091 w 1143439"/>
                    <a:gd name="connsiteY1" fmla="*/ 0 h 754796"/>
                    <a:gd name="connsiteX2" fmla="*/ 1048102 w 1143439"/>
                    <a:gd name="connsiteY2" fmla="*/ 145646 h 754796"/>
                    <a:gd name="connsiteX3" fmla="*/ 1143439 w 1143439"/>
                    <a:gd name="connsiteY3" fmla="*/ 754796 h 754796"/>
                    <a:gd name="connsiteX4" fmla="*/ 0 w 1143439"/>
                    <a:gd name="connsiteY4" fmla="*/ 750108 h 754796"/>
                    <a:gd name="connsiteX0" fmla="*/ 28193 w 185348"/>
                    <a:gd name="connsiteY0" fmla="*/ 675301 h 754796"/>
                    <a:gd name="connsiteX1" fmla="*/ 0 w 185348"/>
                    <a:gd name="connsiteY1" fmla="*/ 0 h 754796"/>
                    <a:gd name="connsiteX2" fmla="*/ 90011 w 185348"/>
                    <a:gd name="connsiteY2" fmla="*/ 145646 h 754796"/>
                    <a:gd name="connsiteX3" fmla="*/ 185348 w 185348"/>
                    <a:gd name="connsiteY3" fmla="*/ 754796 h 754796"/>
                    <a:gd name="connsiteX4" fmla="*/ 28193 w 185348"/>
                    <a:gd name="connsiteY4" fmla="*/ 675301 h 754796"/>
                    <a:gd name="connsiteX0" fmla="*/ 28193 w 133700"/>
                    <a:gd name="connsiteY0" fmla="*/ 675301 h 844174"/>
                    <a:gd name="connsiteX1" fmla="*/ 0 w 133700"/>
                    <a:gd name="connsiteY1" fmla="*/ 0 h 844174"/>
                    <a:gd name="connsiteX2" fmla="*/ 90011 w 133700"/>
                    <a:gd name="connsiteY2" fmla="*/ 145646 h 844174"/>
                    <a:gd name="connsiteX3" fmla="*/ 133700 w 133700"/>
                    <a:gd name="connsiteY3" fmla="*/ 844173 h 844174"/>
                    <a:gd name="connsiteX4" fmla="*/ 28193 w 133700"/>
                    <a:gd name="connsiteY4" fmla="*/ 675301 h 844174"/>
                    <a:gd name="connsiteX0" fmla="*/ 33377 w 133700"/>
                    <a:gd name="connsiteY0" fmla="*/ 683762 h 844174"/>
                    <a:gd name="connsiteX1" fmla="*/ 0 w 133700"/>
                    <a:gd name="connsiteY1" fmla="*/ 0 h 844174"/>
                    <a:gd name="connsiteX2" fmla="*/ 90011 w 133700"/>
                    <a:gd name="connsiteY2" fmla="*/ 145646 h 844174"/>
                    <a:gd name="connsiteX3" fmla="*/ 133700 w 133700"/>
                    <a:gd name="connsiteY3" fmla="*/ 844173 h 844174"/>
                    <a:gd name="connsiteX4" fmla="*/ 33377 w 133700"/>
                    <a:gd name="connsiteY4" fmla="*/ 683762 h 844174"/>
                    <a:gd name="connsiteX0" fmla="*/ 87868 w 188191"/>
                    <a:gd name="connsiteY0" fmla="*/ 816127 h 976539"/>
                    <a:gd name="connsiteX1" fmla="*/ 0 w 188191"/>
                    <a:gd name="connsiteY1" fmla="*/ 0 h 976539"/>
                    <a:gd name="connsiteX2" fmla="*/ 144502 w 188191"/>
                    <a:gd name="connsiteY2" fmla="*/ 278011 h 976539"/>
                    <a:gd name="connsiteX3" fmla="*/ 188191 w 188191"/>
                    <a:gd name="connsiteY3" fmla="*/ 976538 h 976539"/>
                    <a:gd name="connsiteX4" fmla="*/ 87868 w 188191"/>
                    <a:gd name="connsiteY4" fmla="*/ 816127 h 976539"/>
                    <a:gd name="connsiteX0" fmla="*/ 32848 w 133171"/>
                    <a:gd name="connsiteY0" fmla="*/ 674219 h 834631"/>
                    <a:gd name="connsiteX1" fmla="*/ 0 w 133171"/>
                    <a:gd name="connsiteY1" fmla="*/ 1 h 834631"/>
                    <a:gd name="connsiteX2" fmla="*/ 89482 w 133171"/>
                    <a:gd name="connsiteY2" fmla="*/ 136103 h 834631"/>
                    <a:gd name="connsiteX3" fmla="*/ 133171 w 133171"/>
                    <a:gd name="connsiteY3" fmla="*/ 834630 h 834631"/>
                    <a:gd name="connsiteX4" fmla="*/ 32848 w 133171"/>
                    <a:gd name="connsiteY4" fmla="*/ 674219 h 834631"/>
                    <a:gd name="connsiteX0" fmla="*/ 32848 w 133171"/>
                    <a:gd name="connsiteY0" fmla="*/ 674219 h 834631"/>
                    <a:gd name="connsiteX1" fmla="*/ 0 w 133171"/>
                    <a:gd name="connsiteY1" fmla="*/ 1 h 834631"/>
                    <a:gd name="connsiteX2" fmla="*/ 97738 w 133171"/>
                    <a:gd name="connsiteY2" fmla="*/ 114843 h 834631"/>
                    <a:gd name="connsiteX3" fmla="*/ 133171 w 133171"/>
                    <a:gd name="connsiteY3" fmla="*/ 834630 h 834631"/>
                    <a:gd name="connsiteX4" fmla="*/ 32848 w 133171"/>
                    <a:gd name="connsiteY4" fmla="*/ 674219 h 834631"/>
                    <a:gd name="connsiteX0" fmla="*/ 36019 w 136342"/>
                    <a:gd name="connsiteY0" fmla="*/ 731496 h 891908"/>
                    <a:gd name="connsiteX1" fmla="*/ 0 w 136342"/>
                    <a:gd name="connsiteY1" fmla="*/ 1 h 891908"/>
                    <a:gd name="connsiteX2" fmla="*/ 100909 w 136342"/>
                    <a:gd name="connsiteY2" fmla="*/ 172120 h 891908"/>
                    <a:gd name="connsiteX3" fmla="*/ 136342 w 136342"/>
                    <a:gd name="connsiteY3" fmla="*/ 891907 h 891908"/>
                    <a:gd name="connsiteX4" fmla="*/ 36019 w 136342"/>
                    <a:gd name="connsiteY4" fmla="*/ 731496 h 89190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36342" h="891908">
                      <a:moveTo>
                        <a:pt x="36019" y="731496"/>
                      </a:moveTo>
                      <a:lnTo>
                        <a:pt x="0" y="1"/>
                      </a:lnTo>
                      <a:lnTo>
                        <a:pt x="100909" y="172120"/>
                      </a:lnTo>
                      <a:lnTo>
                        <a:pt x="136342" y="891907"/>
                      </a:lnTo>
                      <a:lnTo>
                        <a:pt x="36019" y="731496"/>
                      </a:lnTo>
                      <a:close/>
                    </a:path>
                  </a:pathLst>
                </a:custGeom>
                <a:solidFill>
                  <a:srgbClr val="AAE2CA">
                    <a:lumMod val="50000"/>
                  </a:srgbClr>
                </a:solidFill>
              </p:spPr>
              <p:txBody>
                <a:bodyPr wrap="none"/>
                <a:lstStyle/>
                <a:p>
                  <a:pPr marL="0" marR="0" lvl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ahoma" panose="020B0604030504040204" pitchFamily="34" charset="0"/>
                    <a:ea typeface="ＭＳ Ｐゴシック" charset="0"/>
                    <a:cs typeface="ＭＳ Ｐゴシック" charset="0"/>
                  </a:endParaRPr>
                </a:p>
              </p:txBody>
            </p:sp>
          </p:grpSp>
          <p:sp>
            <p:nvSpPr>
              <p:cNvPr id="295" name="TextBox 12">
                <a:extLst>
                  <a:ext uri="{FF2B5EF4-FFF2-40B4-BE49-F238E27FC236}">
                    <a16:creationId xmlns:a16="http://schemas.microsoft.com/office/drawing/2014/main" id="{83DF2AC2-F4A3-8341-BA27-93B23E0B8C62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621632" y="5775938"/>
                <a:ext cx="1493249" cy="30777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14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Tahoma" panose="020B0604030504040204" pitchFamily="34" charset="0"/>
                    <a:ea typeface="ＭＳ Ｐゴシック" panose="020B0600070205080204" pitchFamily="34" charset="-128"/>
                    <a:cs typeface="+mn-cs"/>
                  </a:rPr>
                  <a:t>ECN=</a:t>
                </a:r>
                <a:r>
                  <a:rPr kumimoji="0" lang="en-US" altLang="en-US" sz="14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FF0000"/>
                    </a:solidFill>
                    <a:effectLst/>
                    <a:uLnTx/>
                    <a:uFillTx/>
                    <a:latin typeface="Tahoma" panose="020B0604030504040204" pitchFamily="34" charset="0"/>
                    <a:ea typeface="ＭＳ Ｐゴシック" panose="020B0600070205080204" pitchFamily="34" charset="-128"/>
                    <a:cs typeface="+mn-cs"/>
                  </a:rPr>
                  <a:t>11</a:t>
                </a:r>
              </a:p>
            </p:txBody>
          </p:sp>
        </p:grpSp>
        <p:cxnSp>
          <p:nvCxnSpPr>
            <p:cNvPr id="293" name="Straight Arrow Connector 286">
              <a:extLst>
                <a:ext uri="{FF2B5EF4-FFF2-40B4-BE49-F238E27FC236}">
                  <a16:creationId xmlns:a16="http://schemas.microsoft.com/office/drawing/2014/main" id="{0ECC51B7-58FF-1745-ABC7-DC7D16E1E77B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V="1">
              <a:off x="4483694" y="5949896"/>
              <a:ext cx="457353" cy="183765"/>
            </a:xfrm>
            <a:prstGeom prst="straightConnector1">
              <a:avLst/>
            </a:prstGeom>
            <a:noFill/>
            <a:ln w="9525">
              <a:solidFill>
                <a:srgbClr val="0080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grpSp>
        <p:nvGrpSpPr>
          <p:cNvPr id="300" name="Group 299">
            <a:extLst>
              <a:ext uri="{FF2B5EF4-FFF2-40B4-BE49-F238E27FC236}">
                <a16:creationId xmlns:a16="http://schemas.microsoft.com/office/drawing/2014/main" id="{60BC64D6-7715-054E-AF11-7FFDBEF3B85F}"/>
              </a:ext>
            </a:extLst>
          </p:cNvPr>
          <p:cNvGrpSpPr>
            <a:grpSpLocks/>
          </p:cNvGrpSpPr>
          <p:nvPr/>
        </p:nvGrpSpPr>
        <p:grpSpPr bwMode="auto">
          <a:xfrm>
            <a:off x="4058443" y="4376366"/>
            <a:ext cx="3983038" cy="379413"/>
            <a:chOff x="2334273" y="4534486"/>
            <a:chExt cx="3981995" cy="378689"/>
          </a:xfrm>
        </p:grpSpPr>
        <p:grpSp>
          <p:nvGrpSpPr>
            <p:cNvPr id="301" name="Group 27">
              <a:extLst>
                <a:ext uri="{FF2B5EF4-FFF2-40B4-BE49-F238E27FC236}">
                  <a16:creationId xmlns:a16="http://schemas.microsoft.com/office/drawing/2014/main" id="{14426F0E-58BD-1040-801B-29B3D72CAFB9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508876" y="4534486"/>
              <a:ext cx="1493249" cy="307777"/>
              <a:chOff x="3508876" y="4414358"/>
              <a:chExt cx="1493249" cy="307777"/>
            </a:xfrm>
          </p:grpSpPr>
          <p:sp>
            <p:nvSpPr>
              <p:cNvPr id="304" name="Rectangle 303">
                <a:extLst>
                  <a:ext uri="{FF2B5EF4-FFF2-40B4-BE49-F238E27FC236}">
                    <a16:creationId xmlns:a16="http://schemas.microsoft.com/office/drawing/2014/main" id="{562BEC04-208B-AF43-8603-4D650744166E}"/>
                  </a:ext>
                </a:extLst>
              </p:cNvPr>
              <p:cNvSpPr/>
              <p:nvPr/>
            </p:nvSpPr>
            <p:spPr>
              <a:xfrm>
                <a:off x="3907074" y="4428619"/>
                <a:ext cx="736407" cy="194890"/>
              </a:xfrm>
              <a:prstGeom prst="rect">
                <a:avLst/>
              </a:prstGeom>
              <a:solidFill>
                <a:srgbClr val="008000"/>
              </a:solidFill>
              <a:ln w="12700">
                <a:solidFill>
                  <a:srgbClr val="00CC99">
                    <a:lumMod val="50000"/>
                  </a:srgbClr>
                </a:solidFill>
              </a:ln>
            </p:spPr>
            <p:txBody>
              <a:bodyPr wrap="none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anose="020B0604030504040204" pitchFamily="34" charset="0"/>
                  <a:ea typeface="ＭＳ Ｐゴシック" charset="0"/>
                  <a:cs typeface="ＭＳ Ｐゴシック" charset="0"/>
                </a:endParaRPr>
              </a:p>
            </p:txBody>
          </p:sp>
          <p:sp>
            <p:nvSpPr>
              <p:cNvPr id="305" name="Rectangle 298">
                <a:extLst>
                  <a:ext uri="{FF2B5EF4-FFF2-40B4-BE49-F238E27FC236}">
                    <a16:creationId xmlns:a16="http://schemas.microsoft.com/office/drawing/2014/main" id="{4B8356E7-805C-B94C-8997-8E1623302AD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863891" y="4478563"/>
                <a:ext cx="737073" cy="196032"/>
              </a:xfrm>
              <a:prstGeom prst="rect">
                <a:avLst/>
              </a:prstGeom>
              <a:solidFill>
                <a:srgbClr val="0000FF"/>
              </a:solidFill>
              <a:ln w="12700">
                <a:solidFill>
                  <a:srgbClr val="000090"/>
                </a:solidFill>
                <a:miter lim="800000"/>
                <a:headEnd/>
                <a:tailEnd/>
              </a:ln>
            </p:spPr>
            <p:txBody>
              <a:bodyPr wrap="none"/>
              <a:lstStyle>
                <a:lvl1pPr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16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anose="020B060403050404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306" name="Freeform 299">
                <a:extLst>
                  <a:ext uri="{FF2B5EF4-FFF2-40B4-BE49-F238E27FC236}">
                    <a16:creationId xmlns:a16="http://schemas.microsoft.com/office/drawing/2014/main" id="{1BE10154-BCB6-F24B-8AEE-60D80B19309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859775" y="4425511"/>
                <a:ext cx="783947" cy="53534"/>
              </a:xfrm>
              <a:custGeom>
                <a:avLst/>
                <a:gdLst>
                  <a:gd name="T0" fmla="*/ 0 w 1223105"/>
                  <a:gd name="T1" fmla="*/ 9475 h 93730"/>
                  <a:gd name="T2" fmla="*/ 11863 w 1223105"/>
                  <a:gd name="T3" fmla="*/ 0 h 93730"/>
                  <a:gd name="T4" fmla="*/ 206422 w 1223105"/>
                  <a:gd name="T5" fmla="*/ 499 h 93730"/>
                  <a:gd name="T6" fmla="*/ 192977 w 1223105"/>
                  <a:gd name="T7" fmla="*/ 9975 h 93730"/>
                  <a:gd name="T8" fmla="*/ 0 w 1223105"/>
                  <a:gd name="T9" fmla="*/ 9475 h 9373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1223105" h="93730">
                    <a:moveTo>
                      <a:pt x="0" y="89042"/>
                    </a:moveTo>
                    <a:lnTo>
                      <a:pt x="70293" y="0"/>
                    </a:lnTo>
                    <a:lnTo>
                      <a:pt x="1223105" y="4687"/>
                    </a:lnTo>
                    <a:lnTo>
                      <a:pt x="1143439" y="93730"/>
                    </a:lnTo>
                    <a:lnTo>
                      <a:pt x="0" y="89042"/>
                    </a:lnTo>
                    <a:close/>
                  </a:path>
                </a:pathLst>
              </a:custGeom>
              <a:solidFill>
                <a:srgbClr val="3366FF"/>
              </a:solidFill>
              <a:ln w="9525">
                <a:solidFill>
                  <a:srgbClr val="000090"/>
                </a:solidFill>
                <a:round/>
                <a:headEnd/>
                <a:tailEnd/>
              </a:ln>
            </p:spPr>
            <p:txBody>
              <a:bodyPr wrap="none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anose="020B060403050404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307" name="Freeform 300">
                <a:extLst>
                  <a:ext uri="{FF2B5EF4-FFF2-40B4-BE49-F238E27FC236}">
                    <a16:creationId xmlns:a16="http://schemas.microsoft.com/office/drawing/2014/main" id="{440256A1-2AE5-1548-8E6E-089AE8C63C4D}"/>
                  </a:ext>
                </a:extLst>
              </p:cNvPr>
              <p:cNvSpPr>
                <a:spLocks/>
              </p:cNvSpPr>
              <p:nvPr/>
            </p:nvSpPr>
            <p:spPr bwMode="auto">
              <a:xfrm rot="21211447" flipV="1">
                <a:off x="4579084" y="4434448"/>
                <a:ext cx="87388" cy="248479"/>
              </a:xfrm>
              <a:custGeom>
                <a:avLst/>
                <a:gdLst>
                  <a:gd name="T0" fmla="*/ 6079 w 136342"/>
                  <a:gd name="T1" fmla="*/ 4406 h 891908"/>
                  <a:gd name="T2" fmla="*/ 0 w 136342"/>
                  <a:gd name="T3" fmla="*/ 0 h 891908"/>
                  <a:gd name="T4" fmla="*/ 17030 w 136342"/>
                  <a:gd name="T5" fmla="*/ 1037 h 891908"/>
                  <a:gd name="T6" fmla="*/ 23010 w 136342"/>
                  <a:gd name="T7" fmla="*/ 5373 h 891908"/>
                  <a:gd name="T8" fmla="*/ 6079 w 136342"/>
                  <a:gd name="T9" fmla="*/ 4406 h 89190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136342" h="891908">
                    <a:moveTo>
                      <a:pt x="36019" y="731496"/>
                    </a:moveTo>
                    <a:lnTo>
                      <a:pt x="0" y="1"/>
                    </a:lnTo>
                    <a:lnTo>
                      <a:pt x="100909" y="172120"/>
                    </a:lnTo>
                    <a:lnTo>
                      <a:pt x="136342" y="891907"/>
                    </a:lnTo>
                    <a:lnTo>
                      <a:pt x="36019" y="731496"/>
                    </a:lnTo>
                    <a:close/>
                  </a:path>
                </a:pathLst>
              </a:custGeom>
              <a:solidFill>
                <a:srgbClr val="3366FF"/>
              </a:solidFill>
              <a:ln w="9525">
                <a:solidFill>
                  <a:srgbClr val="000090"/>
                </a:solidFill>
                <a:round/>
                <a:headEnd/>
                <a:tailEnd/>
              </a:ln>
            </p:spPr>
            <p:txBody>
              <a:bodyPr wrap="none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anose="020B060403050404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308" name="TextBox 296">
                <a:extLst>
                  <a:ext uri="{FF2B5EF4-FFF2-40B4-BE49-F238E27FC236}">
                    <a16:creationId xmlns:a16="http://schemas.microsoft.com/office/drawing/2014/main" id="{6ED803C2-8474-FE4B-A4EC-6A4A5A09C26A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508876" y="4414358"/>
                <a:ext cx="1493249" cy="30777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1400" b="0" i="0" u="none" strike="noStrike" kern="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Tahoma" panose="020B0604030504040204" pitchFamily="34" charset="0"/>
                    <a:ea typeface="ＭＳ Ｐゴシック" panose="020B0600070205080204" pitchFamily="34" charset="-128"/>
                    <a:cs typeface="+mn-cs"/>
                  </a:rPr>
                  <a:t>ECE=</a:t>
                </a:r>
                <a:r>
                  <a:rPr kumimoji="0" lang="en-US" altLang="en-US" sz="1400" b="0" i="0" u="none" strike="noStrike" kern="0" cap="none" spc="0" normalizeH="0" baseline="0" noProof="0">
                    <a:ln>
                      <a:noFill/>
                    </a:ln>
                    <a:solidFill>
                      <a:srgbClr val="FF0000"/>
                    </a:solidFill>
                    <a:effectLst/>
                    <a:uLnTx/>
                    <a:uFillTx/>
                    <a:latin typeface="Tahoma" panose="020B0604030504040204" pitchFamily="34" charset="0"/>
                    <a:ea typeface="ＭＳ Ｐゴシック" panose="020B0600070205080204" pitchFamily="34" charset="-128"/>
                    <a:cs typeface="+mn-cs"/>
                  </a:rPr>
                  <a:t>1</a:t>
                </a:r>
              </a:p>
            </p:txBody>
          </p:sp>
        </p:grpSp>
        <p:cxnSp>
          <p:nvCxnSpPr>
            <p:cNvPr id="302" name="Straight Arrow Connector 294">
              <a:extLst>
                <a:ext uri="{FF2B5EF4-FFF2-40B4-BE49-F238E27FC236}">
                  <a16:creationId xmlns:a16="http://schemas.microsoft.com/office/drawing/2014/main" id="{0333EB21-19EB-154E-B507-83BF3413D133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H="1" flipV="1">
              <a:off x="3801047" y="4905427"/>
              <a:ext cx="697737" cy="7748"/>
            </a:xfrm>
            <a:prstGeom prst="straightConnector1">
              <a:avLst/>
            </a:prstGeom>
            <a:noFill/>
            <a:ln w="9525">
              <a:solidFill>
                <a:srgbClr val="0000FF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303" name="Straight Arrow Connector 25">
              <a:extLst>
                <a:ext uri="{FF2B5EF4-FFF2-40B4-BE49-F238E27FC236}">
                  <a16:creationId xmlns:a16="http://schemas.microsoft.com/office/drawing/2014/main" id="{84C1CFE8-8FA7-D24B-BB80-A5D410D91E1F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H="1">
              <a:off x="2334273" y="4839428"/>
              <a:ext cx="3981995" cy="0"/>
            </a:xfrm>
            <a:prstGeom prst="straightConnector1">
              <a:avLst/>
            </a:prstGeom>
            <a:noFill/>
            <a:ln w="12700">
              <a:solidFill>
                <a:srgbClr val="0000FF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grpSp>
        <p:nvGrpSpPr>
          <p:cNvPr id="309" name="Group 308">
            <a:extLst>
              <a:ext uri="{FF2B5EF4-FFF2-40B4-BE49-F238E27FC236}">
                <a16:creationId xmlns:a16="http://schemas.microsoft.com/office/drawing/2014/main" id="{E9859027-FE60-9841-9FE7-A58E608A269A}"/>
              </a:ext>
            </a:extLst>
          </p:cNvPr>
          <p:cNvGrpSpPr>
            <a:grpSpLocks/>
          </p:cNvGrpSpPr>
          <p:nvPr/>
        </p:nvGrpSpPr>
        <p:grpSpPr bwMode="auto">
          <a:xfrm>
            <a:off x="2626518" y="6003554"/>
            <a:ext cx="1160463" cy="461962"/>
            <a:chOff x="902416" y="6160831"/>
            <a:chExt cx="1160369" cy="462226"/>
          </a:xfrm>
        </p:grpSpPr>
        <p:sp>
          <p:nvSpPr>
            <p:cNvPr id="310" name="TextBox 29">
              <a:extLst>
                <a:ext uri="{FF2B5EF4-FFF2-40B4-BE49-F238E27FC236}">
                  <a16:creationId xmlns:a16="http://schemas.microsoft.com/office/drawing/2014/main" id="{82440900-2334-F946-90EB-5FA8637ADF0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02416" y="6315280"/>
              <a:ext cx="1160369" cy="30777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anose="020B0604030504040204" pitchFamily="34" charset="0"/>
                  <a:ea typeface="ＭＳ Ｐゴシック" panose="020B0600070205080204" pitchFamily="34" charset="-128"/>
                  <a:cs typeface="+mn-cs"/>
                </a:rPr>
                <a:t>IP datagram</a:t>
              </a:r>
            </a:p>
          </p:txBody>
        </p:sp>
        <p:cxnSp>
          <p:nvCxnSpPr>
            <p:cNvPr id="311" name="Straight Connector 31">
              <a:extLst>
                <a:ext uri="{FF2B5EF4-FFF2-40B4-BE49-F238E27FC236}">
                  <a16:creationId xmlns:a16="http://schemas.microsoft.com/office/drawing/2014/main" id="{80F4CA72-3CF5-FA41-9EB4-A49E55C16864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H="1">
              <a:off x="1785033" y="6160831"/>
              <a:ext cx="274620" cy="240255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grpSp>
        <p:nvGrpSpPr>
          <p:cNvPr id="312" name="Group 311">
            <a:extLst>
              <a:ext uri="{FF2B5EF4-FFF2-40B4-BE49-F238E27FC236}">
                <a16:creationId xmlns:a16="http://schemas.microsoft.com/office/drawing/2014/main" id="{D82A29D1-4C9E-CE44-A5D6-40B408BEA390}"/>
              </a:ext>
            </a:extLst>
          </p:cNvPr>
          <p:cNvGrpSpPr>
            <a:grpSpLocks/>
          </p:cNvGrpSpPr>
          <p:nvPr/>
        </p:nvGrpSpPr>
        <p:grpSpPr bwMode="auto">
          <a:xfrm>
            <a:off x="6257131" y="3838204"/>
            <a:ext cx="1620837" cy="515937"/>
            <a:chOff x="4531899" y="3996483"/>
            <a:chExt cx="1620957" cy="514832"/>
          </a:xfrm>
        </p:grpSpPr>
        <p:sp>
          <p:nvSpPr>
            <p:cNvPr id="313" name="TextBox 312">
              <a:extLst>
                <a:ext uri="{FF2B5EF4-FFF2-40B4-BE49-F238E27FC236}">
                  <a16:creationId xmlns:a16="http://schemas.microsoft.com/office/drawing/2014/main" id="{17530F4E-F3B8-5644-978B-F46D05030A4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531899" y="3996483"/>
              <a:ext cx="1620957" cy="30777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anose="020B0604030504040204" pitchFamily="34" charset="0"/>
                  <a:ea typeface="ＭＳ Ｐゴシック" panose="020B0600070205080204" pitchFamily="34" charset="-128"/>
                  <a:cs typeface="+mn-cs"/>
                </a:rPr>
                <a:t>TCP ACK segment</a:t>
              </a:r>
            </a:p>
          </p:txBody>
        </p:sp>
        <p:cxnSp>
          <p:nvCxnSpPr>
            <p:cNvPr id="314" name="Straight Connector 313">
              <a:extLst>
                <a:ext uri="{FF2B5EF4-FFF2-40B4-BE49-F238E27FC236}">
                  <a16:creationId xmlns:a16="http://schemas.microsoft.com/office/drawing/2014/main" id="{6343044A-858C-F34D-BCBF-FD46442A2B7E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H="1">
              <a:off x="4632144" y="4271060"/>
              <a:ext cx="274620" cy="240255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sp>
        <p:nvSpPr>
          <p:cNvPr id="121" name="Slide Number Placeholder 2">
            <a:extLst>
              <a:ext uri="{FF2B5EF4-FFF2-40B4-BE49-F238E27FC236}">
                <a16:creationId xmlns:a16="http://schemas.microsoft.com/office/drawing/2014/main" id="{4FCB648B-CD96-D64D-8CCB-A39CAC1D995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19616" y="6443089"/>
            <a:ext cx="2743200" cy="365125"/>
          </a:xfrm>
        </p:spPr>
        <p:txBody>
          <a:bodyPr/>
          <a:lstStyle/>
          <a:p>
            <a:r>
              <a:rPr lang="en-US" dirty="0"/>
              <a:t>Transport Layer: 3-</a:t>
            </a:r>
            <a:fld id="{C4204591-24BD-A542-B9D5-F8D8A88D2FEE}" type="slidenum">
              <a:rPr lang="en-US" smtClean="0"/>
              <a:pPr/>
              <a:t>44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270599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2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500"/>
                            </p:stCondLst>
                            <p:childTnLst>
                              <p:par>
                                <p:cTn id="17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9" dur="500"/>
                                        <p:tgtEl>
                                          <p:spTgt spid="3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4" dur="5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500"/>
                            </p:stCondLst>
                            <p:childTnLst>
                              <p:par>
                                <p:cTn id="2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2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3" dur="500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500"/>
                            </p:stCondLst>
                            <p:childTnLst>
                              <p:par>
                                <p:cTn id="35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7" dur="500"/>
                                        <p:tgtEl>
                                          <p:spTgt spid="3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0" dur="500"/>
                                        <p:tgtEl>
                                          <p:spTgt spid="3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5" dur="500"/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3" name="Group 102">
            <a:extLst>
              <a:ext uri="{FF2B5EF4-FFF2-40B4-BE49-F238E27FC236}">
                <a16:creationId xmlns:a16="http://schemas.microsoft.com/office/drawing/2014/main" id="{DDBB9026-12F2-A349-BFEF-8C31C7F86092}"/>
              </a:ext>
            </a:extLst>
          </p:cNvPr>
          <p:cNvGrpSpPr/>
          <p:nvPr/>
        </p:nvGrpSpPr>
        <p:grpSpPr>
          <a:xfrm>
            <a:off x="7593761" y="3434252"/>
            <a:ext cx="1100814" cy="719137"/>
            <a:chOff x="7493876" y="2774731"/>
            <a:chExt cx="1481958" cy="894622"/>
          </a:xfrm>
        </p:grpSpPr>
        <p:sp>
          <p:nvSpPr>
            <p:cNvPr id="104" name="Freeform 103">
              <a:extLst>
                <a:ext uri="{FF2B5EF4-FFF2-40B4-BE49-F238E27FC236}">
                  <a16:creationId xmlns:a16="http://schemas.microsoft.com/office/drawing/2014/main" id="{2EAD1D45-E7DC-F546-BF28-57362134135F}"/>
                </a:ext>
              </a:extLst>
            </p:cNvPr>
            <p:cNvSpPr/>
            <p:nvPr/>
          </p:nvSpPr>
          <p:spPr>
            <a:xfrm>
              <a:off x="7493876" y="3084399"/>
              <a:ext cx="1481958" cy="584954"/>
            </a:xfrm>
            <a:custGeom>
              <a:avLst/>
              <a:gdLst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76538 w 8176538"/>
                <a:gd name="connsiteY0" fmla="*/ 0 h 2638097"/>
                <a:gd name="connsiteX1" fmla="*/ 8176538 w 8176538"/>
                <a:gd name="connsiteY1" fmla="*/ 1271752 h 2638097"/>
                <a:gd name="connsiteX2" fmla="*/ 4088015 w 8176538"/>
                <a:gd name="connsiteY2" fmla="*/ 2638097 h 2638097"/>
                <a:gd name="connsiteX3" fmla="*/ 0 w 8176538"/>
                <a:gd name="connsiteY3" fmla="*/ 1269888 h 2638097"/>
                <a:gd name="connsiteX4" fmla="*/ 20511 w 8176538"/>
                <a:gd name="connsiteY4" fmla="*/ 147145 h 2638097"/>
                <a:gd name="connsiteX5" fmla="*/ 4088015 w 8176538"/>
                <a:gd name="connsiteY5" fmla="*/ 1566042 h 2638097"/>
                <a:gd name="connsiteX6" fmla="*/ 8176538 w 8176538"/>
                <a:gd name="connsiteY6" fmla="*/ 0 h 2638097"/>
                <a:gd name="connsiteX0" fmla="*/ 8176538 w 8176538"/>
                <a:gd name="connsiteY0" fmla="*/ 0 h 2772020"/>
                <a:gd name="connsiteX1" fmla="*/ 8176538 w 8176538"/>
                <a:gd name="connsiteY1" fmla="*/ 1271752 h 2772020"/>
                <a:gd name="connsiteX2" fmla="*/ 4099034 w 8176538"/>
                <a:gd name="connsiteY2" fmla="*/ 2772020 h 2772020"/>
                <a:gd name="connsiteX3" fmla="*/ 0 w 8176538"/>
                <a:gd name="connsiteY3" fmla="*/ 1269888 h 2772020"/>
                <a:gd name="connsiteX4" fmla="*/ 20511 w 8176538"/>
                <a:gd name="connsiteY4" fmla="*/ 147145 h 2772020"/>
                <a:gd name="connsiteX5" fmla="*/ 4088015 w 8176538"/>
                <a:gd name="connsiteY5" fmla="*/ 1566042 h 2772020"/>
                <a:gd name="connsiteX6" fmla="*/ 8176538 w 8176538"/>
                <a:gd name="connsiteY6" fmla="*/ 0 h 2772020"/>
                <a:gd name="connsiteX0" fmla="*/ 8176538 w 8176538"/>
                <a:gd name="connsiteY0" fmla="*/ 0 h 2772339"/>
                <a:gd name="connsiteX1" fmla="*/ 8176538 w 8176538"/>
                <a:gd name="connsiteY1" fmla="*/ 1378890 h 2772339"/>
                <a:gd name="connsiteX2" fmla="*/ 4099034 w 8176538"/>
                <a:gd name="connsiteY2" fmla="*/ 2772020 h 2772339"/>
                <a:gd name="connsiteX3" fmla="*/ 0 w 8176538"/>
                <a:gd name="connsiteY3" fmla="*/ 1269888 h 2772339"/>
                <a:gd name="connsiteX4" fmla="*/ 20511 w 8176538"/>
                <a:gd name="connsiteY4" fmla="*/ 147145 h 2772339"/>
                <a:gd name="connsiteX5" fmla="*/ 4088015 w 8176538"/>
                <a:gd name="connsiteY5" fmla="*/ 1566042 h 2772339"/>
                <a:gd name="connsiteX6" fmla="*/ 8176538 w 8176538"/>
                <a:gd name="connsiteY6" fmla="*/ 0 h 2772339"/>
                <a:gd name="connsiteX0" fmla="*/ 8176538 w 8176538"/>
                <a:gd name="connsiteY0" fmla="*/ 0 h 2825888"/>
                <a:gd name="connsiteX1" fmla="*/ 8176538 w 8176538"/>
                <a:gd name="connsiteY1" fmla="*/ 1378890 h 2825888"/>
                <a:gd name="connsiteX2" fmla="*/ 4099034 w 8176538"/>
                <a:gd name="connsiteY2" fmla="*/ 2825590 h 2825888"/>
                <a:gd name="connsiteX3" fmla="*/ 0 w 8176538"/>
                <a:gd name="connsiteY3" fmla="*/ 1269888 h 2825888"/>
                <a:gd name="connsiteX4" fmla="*/ 20511 w 8176538"/>
                <a:gd name="connsiteY4" fmla="*/ 147145 h 2825888"/>
                <a:gd name="connsiteX5" fmla="*/ 4088015 w 8176538"/>
                <a:gd name="connsiteY5" fmla="*/ 1566042 h 2825888"/>
                <a:gd name="connsiteX6" fmla="*/ 8176538 w 8176538"/>
                <a:gd name="connsiteY6" fmla="*/ 0 h 2825888"/>
                <a:gd name="connsiteX0" fmla="*/ 8165518 w 8165518"/>
                <a:gd name="connsiteY0" fmla="*/ 0 h 2825606"/>
                <a:gd name="connsiteX1" fmla="*/ 8165518 w 8165518"/>
                <a:gd name="connsiteY1" fmla="*/ 1378890 h 2825606"/>
                <a:gd name="connsiteX2" fmla="*/ 4088014 w 8165518"/>
                <a:gd name="connsiteY2" fmla="*/ 2825590 h 2825606"/>
                <a:gd name="connsiteX3" fmla="*/ 0 w 8165518"/>
                <a:gd name="connsiteY3" fmla="*/ 1403811 h 2825606"/>
                <a:gd name="connsiteX4" fmla="*/ 9491 w 8165518"/>
                <a:gd name="connsiteY4" fmla="*/ 147145 h 2825606"/>
                <a:gd name="connsiteX5" fmla="*/ 4076995 w 8165518"/>
                <a:gd name="connsiteY5" fmla="*/ 1566042 h 2825606"/>
                <a:gd name="connsiteX6" fmla="*/ 8165518 w 8165518"/>
                <a:gd name="connsiteY6" fmla="*/ 0 h 2825606"/>
                <a:gd name="connsiteX0" fmla="*/ 8165518 w 8165518"/>
                <a:gd name="connsiteY0" fmla="*/ 0 h 2879174"/>
                <a:gd name="connsiteX1" fmla="*/ 8165518 w 8165518"/>
                <a:gd name="connsiteY1" fmla="*/ 1378890 h 2879174"/>
                <a:gd name="connsiteX2" fmla="*/ 4132092 w 8165518"/>
                <a:gd name="connsiteY2" fmla="*/ 2879159 h 2879174"/>
                <a:gd name="connsiteX3" fmla="*/ 0 w 8165518"/>
                <a:gd name="connsiteY3" fmla="*/ 1403811 h 2879174"/>
                <a:gd name="connsiteX4" fmla="*/ 9491 w 8165518"/>
                <a:gd name="connsiteY4" fmla="*/ 147145 h 2879174"/>
                <a:gd name="connsiteX5" fmla="*/ 4076995 w 8165518"/>
                <a:gd name="connsiteY5" fmla="*/ 1566042 h 2879174"/>
                <a:gd name="connsiteX6" fmla="*/ 8165518 w 8165518"/>
                <a:gd name="connsiteY6" fmla="*/ 0 h 2879174"/>
                <a:gd name="connsiteX0" fmla="*/ 8165518 w 8176537"/>
                <a:gd name="connsiteY0" fmla="*/ 0 h 2879410"/>
                <a:gd name="connsiteX1" fmla="*/ 8176537 w 8176537"/>
                <a:gd name="connsiteY1" fmla="*/ 1499420 h 2879410"/>
                <a:gd name="connsiteX2" fmla="*/ 4132092 w 8176537"/>
                <a:gd name="connsiteY2" fmla="*/ 2879159 h 2879410"/>
                <a:gd name="connsiteX3" fmla="*/ 0 w 8176537"/>
                <a:gd name="connsiteY3" fmla="*/ 1403811 h 2879410"/>
                <a:gd name="connsiteX4" fmla="*/ 9491 w 8176537"/>
                <a:gd name="connsiteY4" fmla="*/ 147145 h 2879410"/>
                <a:gd name="connsiteX5" fmla="*/ 4076995 w 8176537"/>
                <a:gd name="connsiteY5" fmla="*/ 1566042 h 2879410"/>
                <a:gd name="connsiteX6" fmla="*/ 8165518 w 8176537"/>
                <a:gd name="connsiteY6" fmla="*/ 0 h 2879410"/>
                <a:gd name="connsiteX0" fmla="*/ 8165518 w 8176537"/>
                <a:gd name="connsiteY0" fmla="*/ 0 h 2879262"/>
                <a:gd name="connsiteX1" fmla="*/ 8176537 w 8176537"/>
                <a:gd name="connsiteY1" fmla="*/ 1499420 h 2879262"/>
                <a:gd name="connsiteX2" fmla="*/ 4132092 w 8176537"/>
                <a:gd name="connsiteY2" fmla="*/ 2879159 h 2879262"/>
                <a:gd name="connsiteX3" fmla="*/ 0 w 8176537"/>
                <a:gd name="connsiteY3" fmla="*/ 1403811 h 2879262"/>
                <a:gd name="connsiteX4" fmla="*/ 9491 w 8176537"/>
                <a:gd name="connsiteY4" fmla="*/ 147145 h 2879262"/>
                <a:gd name="connsiteX5" fmla="*/ 4076995 w 8176537"/>
                <a:gd name="connsiteY5" fmla="*/ 1566042 h 2879262"/>
                <a:gd name="connsiteX6" fmla="*/ 8165518 w 8176537"/>
                <a:gd name="connsiteY6" fmla="*/ 0 h 2879262"/>
                <a:gd name="connsiteX0" fmla="*/ 8165518 w 8176537"/>
                <a:gd name="connsiteY0" fmla="*/ 0 h 2879163"/>
                <a:gd name="connsiteX1" fmla="*/ 8176537 w 8176537"/>
                <a:gd name="connsiteY1" fmla="*/ 1499420 h 2879163"/>
                <a:gd name="connsiteX2" fmla="*/ 4132092 w 8176537"/>
                <a:gd name="connsiteY2" fmla="*/ 2879159 h 2879163"/>
                <a:gd name="connsiteX3" fmla="*/ 0 w 8176537"/>
                <a:gd name="connsiteY3" fmla="*/ 1510948 h 2879163"/>
                <a:gd name="connsiteX4" fmla="*/ 9491 w 8176537"/>
                <a:gd name="connsiteY4" fmla="*/ 147145 h 2879163"/>
                <a:gd name="connsiteX5" fmla="*/ 4076995 w 8176537"/>
                <a:gd name="connsiteY5" fmla="*/ 1566042 h 2879163"/>
                <a:gd name="connsiteX6" fmla="*/ 8165518 w 8176537"/>
                <a:gd name="connsiteY6" fmla="*/ 0 h 2879163"/>
                <a:gd name="connsiteX0" fmla="*/ 8165518 w 8198577"/>
                <a:gd name="connsiteY0" fmla="*/ 0 h 2879451"/>
                <a:gd name="connsiteX1" fmla="*/ 8198577 w 8198577"/>
                <a:gd name="connsiteY1" fmla="*/ 1606558 h 2879451"/>
                <a:gd name="connsiteX2" fmla="*/ 4132092 w 8198577"/>
                <a:gd name="connsiteY2" fmla="*/ 2879159 h 2879451"/>
                <a:gd name="connsiteX3" fmla="*/ 0 w 8198577"/>
                <a:gd name="connsiteY3" fmla="*/ 1510948 h 2879451"/>
                <a:gd name="connsiteX4" fmla="*/ 9491 w 8198577"/>
                <a:gd name="connsiteY4" fmla="*/ 147145 h 2879451"/>
                <a:gd name="connsiteX5" fmla="*/ 4076995 w 8198577"/>
                <a:gd name="connsiteY5" fmla="*/ 1566042 h 2879451"/>
                <a:gd name="connsiteX6" fmla="*/ 8165518 w 8198577"/>
                <a:gd name="connsiteY6" fmla="*/ 0 h 2879451"/>
                <a:gd name="connsiteX0" fmla="*/ 8165518 w 8165518"/>
                <a:gd name="connsiteY0" fmla="*/ 0 h 2880066"/>
                <a:gd name="connsiteX1" fmla="*/ 8165518 w 8165518"/>
                <a:gd name="connsiteY1" fmla="*/ 1673520 h 2880066"/>
                <a:gd name="connsiteX2" fmla="*/ 4132092 w 8165518"/>
                <a:gd name="connsiteY2" fmla="*/ 2879159 h 2880066"/>
                <a:gd name="connsiteX3" fmla="*/ 0 w 8165518"/>
                <a:gd name="connsiteY3" fmla="*/ 1510948 h 2880066"/>
                <a:gd name="connsiteX4" fmla="*/ 9491 w 8165518"/>
                <a:gd name="connsiteY4" fmla="*/ 147145 h 2880066"/>
                <a:gd name="connsiteX5" fmla="*/ 4076995 w 8165518"/>
                <a:gd name="connsiteY5" fmla="*/ 1566042 h 2880066"/>
                <a:gd name="connsiteX6" fmla="*/ 8165518 w 8165518"/>
                <a:gd name="connsiteY6" fmla="*/ 0 h 2880066"/>
                <a:gd name="connsiteX0" fmla="*/ 8156794 w 8156794"/>
                <a:gd name="connsiteY0" fmla="*/ 0 h 2879270"/>
                <a:gd name="connsiteX1" fmla="*/ 8156794 w 8156794"/>
                <a:gd name="connsiteY1" fmla="*/ 1673520 h 2879270"/>
                <a:gd name="connsiteX2" fmla="*/ 4123368 w 8156794"/>
                <a:gd name="connsiteY2" fmla="*/ 2879159 h 2879270"/>
                <a:gd name="connsiteX3" fmla="*/ 2295 w 8156794"/>
                <a:gd name="connsiteY3" fmla="*/ 1618086 h 2879270"/>
                <a:gd name="connsiteX4" fmla="*/ 767 w 8156794"/>
                <a:gd name="connsiteY4" fmla="*/ 147145 h 2879270"/>
                <a:gd name="connsiteX5" fmla="*/ 4068271 w 8156794"/>
                <a:gd name="connsiteY5" fmla="*/ 1566042 h 2879270"/>
                <a:gd name="connsiteX6" fmla="*/ 8156794 w 8156794"/>
                <a:gd name="connsiteY6" fmla="*/ 0 h 287927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20"/>
                <a:gd name="connsiteX1" fmla="*/ 8156794 w 8156794"/>
                <a:gd name="connsiteY1" fmla="*/ 1673520 h 2973020"/>
                <a:gd name="connsiteX2" fmla="*/ 4134388 w 8156794"/>
                <a:gd name="connsiteY2" fmla="*/ 2972904 h 2973020"/>
                <a:gd name="connsiteX3" fmla="*/ 2295 w 8156794"/>
                <a:gd name="connsiteY3" fmla="*/ 1618086 h 2973020"/>
                <a:gd name="connsiteX4" fmla="*/ 767 w 8156794"/>
                <a:gd name="connsiteY4" fmla="*/ 147145 h 2973020"/>
                <a:gd name="connsiteX5" fmla="*/ 4068271 w 8156794"/>
                <a:gd name="connsiteY5" fmla="*/ 1566042 h 2973020"/>
                <a:gd name="connsiteX6" fmla="*/ 8156794 w 8156794"/>
                <a:gd name="connsiteY6" fmla="*/ 0 h 2973020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141"/>
                <a:gd name="connsiteX1" fmla="*/ 8156794 w 8156794"/>
                <a:gd name="connsiteY1" fmla="*/ 1673520 h 2973141"/>
                <a:gd name="connsiteX2" fmla="*/ 4134388 w 8156794"/>
                <a:gd name="connsiteY2" fmla="*/ 2972904 h 2973141"/>
                <a:gd name="connsiteX3" fmla="*/ 2295 w 8156794"/>
                <a:gd name="connsiteY3" fmla="*/ 1618086 h 2973141"/>
                <a:gd name="connsiteX4" fmla="*/ 767 w 8156794"/>
                <a:gd name="connsiteY4" fmla="*/ 147145 h 2973141"/>
                <a:gd name="connsiteX5" fmla="*/ 4068271 w 8156794"/>
                <a:gd name="connsiteY5" fmla="*/ 1566042 h 2973141"/>
                <a:gd name="connsiteX6" fmla="*/ 8156794 w 8156794"/>
                <a:gd name="connsiteY6" fmla="*/ 0 h 2973141"/>
                <a:gd name="connsiteX0" fmla="*/ 8156794 w 8156794"/>
                <a:gd name="connsiteY0" fmla="*/ 0 h 3066827"/>
                <a:gd name="connsiteX1" fmla="*/ 8156794 w 8156794"/>
                <a:gd name="connsiteY1" fmla="*/ 1673520 h 3066827"/>
                <a:gd name="connsiteX2" fmla="*/ 4123353 w 8156794"/>
                <a:gd name="connsiteY2" fmla="*/ 3066650 h 3066827"/>
                <a:gd name="connsiteX3" fmla="*/ 2295 w 8156794"/>
                <a:gd name="connsiteY3" fmla="*/ 1618086 h 3066827"/>
                <a:gd name="connsiteX4" fmla="*/ 767 w 8156794"/>
                <a:gd name="connsiteY4" fmla="*/ 147145 h 3066827"/>
                <a:gd name="connsiteX5" fmla="*/ 4068271 w 8156794"/>
                <a:gd name="connsiteY5" fmla="*/ 1566042 h 3066827"/>
                <a:gd name="connsiteX6" fmla="*/ 8156794 w 8156794"/>
                <a:gd name="connsiteY6" fmla="*/ 0 h 3066827"/>
                <a:gd name="connsiteX0" fmla="*/ 8123689 w 8156794"/>
                <a:gd name="connsiteY0" fmla="*/ 0 h 2999866"/>
                <a:gd name="connsiteX1" fmla="*/ 8156794 w 8156794"/>
                <a:gd name="connsiteY1" fmla="*/ 1606559 h 2999866"/>
                <a:gd name="connsiteX2" fmla="*/ 4123353 w 8156794"/>
                <a:gd name="connsiteY2" fmla="*/ 2999689 h 2999866"/>
                <a:gd name="connsiteX3" fmla="*/ 2295 w 8156794"/>
                <a:gd name="connsiteY3" fmla="*/ 1551125 h 2999866"/>
                <a:gd name="connsiteX4" fmla="*/ 767 w 8156794"/>
                <a:gd name="connsiteY4" fmla="*/ 80184 h 2999866"/>
                <a:gd name="connsiteX5" fmla="*/ 4068271 w 8156794"/>
                <a:gd name="connsiteY5" fmla="*/ 1499081 h 2999866"/>
                <a:gd name="connsiteX6" fmla="*/ 8123689 w 8156794"/>
                <a:gd name="connsiteY6" fmla="*/ 0 h 2999866"/>
                <a:gd name="connsiteX0" fmla="*/ 8167828 w 8167828"/>
                <a:gd name="connsiteY0" fmla="*/ 0 h 3026651"/>
                <a:gd name="connsiteX1" fmla="*/ 8156794 w 8167828"/>
                <a:gd name="connsiteY1" fmla="*/ 1633344 h 3026651"/>
                <a:gd name="connsiteX2" fmla="*/ 4123353 w 8167828"/>
                <a:gd name="connsiteY2" fmla="*/ 3026474 h 3026651"/>
                <a:gd name="connsiteX3" fmla="*/ 2295 w 8167828"/>
                <a:gd name="connsiteY3" fmla="*/ 1577910 h 3026651"/>
                <a:gd name="connsiteX4" fmla="*/ 767 w 8167828"/>
                <a:gd name="connsiteY4" fmla="*/ 106969 h 3026651"/>
                <a:gd name="connsiteX5" fmla="*/ 4068271 w 8167828"/>
                <a:gd name="connsiteY5" fmla="*/ 1525866 h 3026651"/>
                <a:gd name="connsiteX6" fmla="*/ 8167828 w 8167828"/>
                <a:gd name="connsiteY6" fmla="*/ 0 h 3026651"/>
                <a:gd name="connsiteX0" fmla="*/ 8167828 w 8167828"/>
                <a:gd name="connsiteY0" fmla="*/ 0 h 3027228"/>
                <a:gd name="connsiteX1" fmla="*/ 8145760 w 8167828"/>
                <a:gd name="connsiteY1" fmla="*/ 1686913 h 3027228"/>
                <a:gd name="connsiteX2" fmla="*/ 4123353 w 8167828"/>
                <a:gd name="connsiteY2" fmla="*/ 3026474 h 3027228"/>
                <a:gd name="connsiteX3" fmla="*/ 2295 w 8167828"/>
                <a:gd name="connsiteY3" fmla="*/ 1577910 h 3027228"/>
                <a:gd name="connsiteX4" fmla="*/ 767 w 8167828"/>
                <a:gd name="connsiteY4" fmla="*/ 106969 h 3027228"/>
                <a:gd name="connsiteX5" fmla="*/ 4068271 w 8167828"/>
                <a:gd name="connsiteY5" fmla="*/ 1525866 h 3027228"/>
                <a:gd name="connsiteX6" fmla="*/ 8167828 w 8167828"/>
                <a:gd name="connsiteY6" fmla="*/ 0 h 3027228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23689 w 8145760"/>
                <a:gd name="connsiteY0" fmla="*/ 13560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9 w 8145760"/>
                <a:gd name="connsiteY6" fmla="*/ 13560 h 2920259"/>
                <a:gd name="connsiteX0" fmla="*/ 8178863 w 8178863"/>
                <a:gd name="connsiteY0" fmla="*/ 26952 h 2920259"/>
                <a:gd name="connsiteX1" fmla="*/ 8145760 w 8178863"/>
                <a:gd name="connsiteY1" fmla="*/ 1579944 h 2920259"/>
                <a:gd name="connsiteX2" fmla="*/ 4123353 w 8178863"/>
                <a:gd name="connsiteY2" fmla="*/ 2919505 h 2920259"/>
                <a:gd name="connsiteX3" fmla="*/ 2295 w 8178863"/>
                <a:gd name="connsiteY3" fmla="*/ 1470941 h 2920259"/>
                <a:gd name="connsiteX4" fmla="*/ 767 w 8178863"/>
                <a:gd name="connsiteY4" fmla="*/ 0 h 2920259"/>
                <a:gd name="connsiteX5" fmla="*/ 4068271 w 8178863"/>
                <a:gd name="connsiteY5" fmla="*/ 1418897 h 2920259"/>
                <a:gd name="connsiteX6" fmla="*/ 8178863 w 8178863"/>
                <a:gd name="connsiteY6" fmla="*/ 26952 h 2920259"/>
                <a:gd name="connsiteX0" fmla="*/ 8167827 w 8167827"/>
                <a:gd name="connsiteY0" fmla="*/ 40343 h 2920259"/>
                <a:gd name="connsiteX1" fmla="*/ 8145760 w 8167827"/>
                <a:gd name="connsiteY1" fmla="*/ 1579944 h 2920259"/>
                <a:gd name="connsiteX2" fmla="*/ 4123353 w 8167827"/>
                <a:gd name="connsiteY2" fmla="*/ 2919505 h 2920259"/>
                <a:gd name="connsiteX3" fmla="*/ 2295 w 8167827"/>
                <a:gd name="connsiteY3" fmla="*/ 1470941 h 2920259"/>
                <a:gd name="connsiteX4" fmla="*/ 767 w 8167827"/>
                <a:gd name="connsiteY4" fmla="*/ 0 h 2920259"/>
                <a:gd name="connsiteX5" fmla="*/ 4068271 w 8167827"/>
                <a:gd name="connsiteY5" fmla="*/ 1418897 h 2920259"/>
                <a:gd name="connsiteX6" fmla="*/ 8167827 w 8167827"/>
                <a:gd name="connsiteY6" fmla="*/ 40343 h 2920259"/>
                <a:gd name="connsiteX0" fmla="*/ 8123687 w 8145760"/>
                <a:gd name="connsiteY0" fmla="*/ 53735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7 w 8145760"/>
                <a:gd name="connsiteY6" fmla="*/ 53735 h 2920259"/>
                <a:gd name="connsiteX0" fmla="*/ 8161918 w 8161918"/>
                <a:gd name="connsiteY0" fmla="*/ 0 h 2943855"/>
                <a:gd name="connsiteX1" fmla="*/ 8145760 w 8161918"/>
                <a:gd name="connsiteY1" fmla="*/ 1603540 h 2943855"/>
                <a:gd name="connsiteX2" fmla="*/ 4123353 w 8161918"/>
                <a:gd name="connsiteY2" fmla="*/ 2943101 h 2943855"/>
                <a:gd name="connsiteX3" fmla="*/ 2295 w 8161918"/>
                <a:gd name="connsiteY3" fmla="*/ 1494537 h 2943855"/>
                <a:gd name="connsiteX4" fmla="*/ 767 w 8161918"/>
                <a:gd name="connsiteY4" fmla="*/ 23596 h 2943855"/>
                <a:gd name="connsiteX5" fmla="*/ 4068271 w 8161918"/>
                <a:gd name="connsiteY5" fmla="*/ 1442493 h 2943855"/>
                <a:gd name="connsiteX6" fmla="*/ 8161918 w 8161918"/>
                <a:gd name="connsiteY6" fmla="*/ 0 h 2943855"/>
                <a:gd name="connsiteX0" fmla="*/ 8144926 w 8145760"/>
                <a:gd name="connsiteY0" fmla="*/ 43424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44926 w 8145760"/>
                <a:gd name="connsiteY6" fmla="*/ 43424 h 2920259"/>
                <a:gd name="connsiteX0" fmla="*/ 8161918 w 8161918"/>
                <a:gd name="connsiteY0" fmla="*/ 0 h 2959321"/>
                <a:gd name="connsiteX1" fmla="*/ 8145760 w 8161918"/>
                <a:gd name="connsiteY1" fmla="*/ 1619006 h 2959321"/>
                <a:gd name="connsiteX2" fmla="*/ 4123353 w 8161918"/>
                <a:gd name="connsiteY2" fmla="*/ 2958567 h 2959321"/>
                <a:gd name="connsiteX3" fmla="*/ 2295 w 8161918"/>
                <a:gd name="connsiteY3" fmla="*/ 1510003 h 2959321"/>
                <a:gd name="connsiteX4" fmla="*/ 767 w 8161918"/>
                <a:gd name="connsiteY4" fmla="*/ 39062 h 2959321"/>
                <a:gd name="connsiteX5" fmla="*/ 4068271 w 8161918"/>
                <a:gd name="connsiteY5" fmla="*/ 1457959 h 2959321"/>
                <a:gd name="connsiteX6" fmla="*/ 8161918 w 8161918"/>
                <a:gd name="connsiteY6" fmla="*/ 0 h 2959321"/>
                <a:gd name="connsiteX0" fmla="*/ 8161918 w 8162752"/>
                <a:gd name="connsiteY0" fmla="*/ 0 h 2959488"/>
                <a:gd name="connsiteX1" fmla="*/ 8162752 w 8162752"/>
                <a:gd name="connsiteY1" fmla="*/ 1629317 h 2959488"/>
                <a:gd name="connsiteX2" fmla="*/ 4123353 w 8162752"/>
                <a:gd name="connsiteY2" fmla="*/ 2958567 h 2959488"/>
                <a:gd name="connsiteX3" fmla="*/ 2295 w 8162752"/>
                <a:gd name="connsiteY3" fmla="*/ 1510003 h 2959488"/>
                <a:gd name="connsiteX4" fmla="*/ 767 w 8162752"/>
                <a:gd name="connsiteY4" fmla="*/ 39062 h 2959488"/>
                <a:gd name="connsiteX5" fmla="*/ 4068271 w 8162752"/>
                <a:gd name="connsiteY5" fmla="*/ 1457959 h 2959488"/>
                <a:gd name="connsiteX6" fmla="*/ 8161918 w 8162752"/>
                <a:gd name="connsiteY6" fmla="*/ 0 h 2959488"/>
                <a:gd name="connsiteX0" fmla="*/ 8165930 w 8166764"/>
                <a:gd name="connsiteY0" fmla="*/ 7337 h 2966825"/>
                <a:gd name="connsiteX1" fmla="*/ 8166764 w 8166764"/>
                <a:gd name="connsiteY1" fmla="*/ 1636654 h 2966825"/>
                <a:gd name="connsiteX2" fmla="*/ 4127365 w 8166764"/>
                <a:gd name="connsiteY2" fmla="*/ 2965904 h 2966825"/>
                <a:gd name="connsiteX3" fmla="*/ 6307 w 8166764"/>
                <a:gd name="connsiteY3" fmla="*/ 1517340 h 2966825"/>
                <a:gd name="connsiteX4" fmla="*/ 532 w 8166764"/>
                <a:gd name="connsiteY4" fmla="*/ 0 h 2966825"/>
                <a:gd name="connsiteX5" fmla="*/ 4072283 w 8166764"/>
                <a:gd name="connsiteY5" fmla="*/ 1465296 h 2966825"/>
                <a:gd name="connsiteX6" fmla="*/ 8165930 w 8166764"/>
                <a:gd name="connsiteY6" fmla="*/ 7337 h 2966825"/>
                <a:gd name="connsiteX0" fmla="*/ 8168119 w 8168953"/>
                <a:gd name="connsiteY0" fmla="*/ 7337 h 2966682"/>
                <a:gd name="connsiteX1" fmla="*/ 8168953 w 8168953"/>
                <a:gd name="connsiteY1" fmla="*/ 1636654 h 2966682"/>
                <a:gd name="connsiteX2" fmla="*/ 4129554 w 8168953"/>
                <a:gd name="connsiteY2" fmla="*/ 2965904 h 2966682"/>
                <a:gd name="connsiteX3" fmla="*/ 0 w 8168953"/>
                <a:gd name="connsiteY3" fmla="*/ 1527651 h 2966682"/>
                <a:gd name="connsiteX4" fmla="*/ 2721 w 8168953"/>
                <a:gd name="connsiteY4" fmla="*/ 0 h 2966682"/>
                <a:gd name="connsiteX5" fmla="*/ 4074472 w 8168953"/>
                <a:gd name="connsiteY5" fmla="*/ 1465296 h 2966682"/>
                <a:gd name="connsiteX6" fmla="*/ 8168119 w 8168953"/>
                <a:gd name="connsiteY6" fmla="*/ 7337 h 2966682"/>
                <a:gd name="connsiteX0" fmla="*/ 8168119 w 8168953"/>
                <a:gd name="connsiteY0" fmla="*/ 7337 h 3100377"/>
                <a:gd name="connsiteX1" fmla="*/ 8168953 w 8168953"/>
                <a:gd name="connsiteY1" fmla="*/ 1636654 h 3100377"/>
                <a:gd name="connsiteX2" fmla="*/ 4118520 w 8168953"/>
                <a:gd name="connsiteY2" fmla="*/ 3099826 h 3100377"/>
                <a:gd name="connsiteX3" fmla="*/ 0 w 8168953"/>
                <a:gd name="connsiteY3" fmla="*/ 1527651 h 3100377"/>
                <a:gd name="connsiteX4" fmla="*/ 2721 w 8168953"/>
                <a:gd name="connsiteY4" fmla="*/ 0 h 3100377"/>
                <a:gd name="connsiteX5" fmla="*/ 4074472 w 8168953"/>
                <a:gd name="connsiteY5" fmla="*/ 1465296 h 3100377"/>
                <a:gd name="connsiteX6" fmla="*/ 8168119 w 8168953"/>
                <a:gd name="connsiteY6" fmla="*/ 7337 h 3100377"/>
                <a:gd name="connsiteX0" fmla="*/ 8168119 w 8168953"/>
                <a:gd name="connsiteY0" fmla="*/ 7337 h 3100429"/>
                <a:gd name="connsiteX1" fmla="*/ 8168953 w 8168953"/>
                <a:gd name="connsiteY1" fmla="*/ 1636654 h 3100429"/>
                <a:gd name="connsiteX2" fmla="*/ 4118520 w 8168953"/>
                <a:gd name="connsiteY2" fmla="*/ 3099826 h 3100429"/>
                <a:gd name="connsiteX3" fmla="*/ 0 w 8168953"/>
                <a:gd name="connsiteY3" fmla="*/ 1527651 h 3100429"/>
                <a:gd name="connsiteX4" fmla="*/ 2721 w 8168953"/>
                <a:gd name="connsiteY4" fmla="*/ 0 h 3100429"/>
                <a:gd name="connsiteX5" fmla="*/ 4074472 w 8168953"/>
                <a:gd name="connsiteY5" fmla="*/ 1465296 h 3100429"/>
                <a:gd name="connsiteX6" fmla="*/ 8168119 w 8168953"/>
                <a:gd name="connsiteY6" fmla="*/ 7337 h 3100429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166683" h="3099826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bg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                  </a:t>
              </a:r>
            </a:p>
          </p:txBody>
        </p:sp>
        <p:sp>
          <p:nvSpPr>
            <p:cNvPr id="105" name="Oval 104">
              <a:extLst>
                <a:ext uri="{FF2B5EF4-FFF2-40B4-BE49-F238E27FC236}">
                  <a16:creationId xmlns:a16="http://schemas.microsoft.com/office/drawing/2014/main" id="{C917A520-A78E-6F4B-A627-C017D0408DA4}"/>
                </a:ext>
              </a:extLst>
            </p:cNvPr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             </a:t>
              </a:r>
            </a:p>
          </p:txBody>
        </p:sp>
        <p:grpSp>
          <p:nvGrpSpPr>
            <p:cNvPr id="106" name="Group 105">
              <a:extLst>
                <a:ext uri="{FF2B5EF4-FFF2-40B4-BE49-F238E27FC236}">
                  <a16:creationId xmlns:a16="http://schemas.microsoft.com/office/drawing/2014/main" id="{515FCDD6-C861-564F-B521-7551F1A8280E}"/>
                </a:ext>
              </a:extLst>
            </p:cNvPr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107" name="Freeform 106">
                <a:extLst>
                  <a:ext uri="{FF2B5EF4-FFF2-40B4-BE49-F238E27FC236}">
                    <a16:creationId xmlns:a16="http://schemas.microsoft.com/office/drawing/2014/main" id="{EB9B6B9B-3107-CD48-AEC1-E65E25BE6AC9}"/>
                  </a:ext>
                </a:extLst>
              </p:cNvPr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avLst/>
                <a:gdLst>
                  <a:gd name="connsiteX0" fmla="*/ 3725333 w 4588933"/>
                  <a:gd name="connsiteY0" fmla="*/ 0 h 1049866"/>
                  <a:gd name="connsiteX1" fmla="*/ 4588933 w 4588933"/>
                  <a:gd name="connsiteY1" fmla="*/ 270933 h 1049866"/>
                  <a:gd name="connsiteX2" fmla="*/ 3962400 w 4588933"/>
                  <a:gd name="connsiteY2" fmla="*/ 541866 h 1049866"/>
                  <a:gd name="connsiteX3" fmla="*/ 3742267 w 4588933"/>
                  <a:gd name="connsiteY3" fmla="*/ 457200 h 1049866"/>
                  <a:gd name="connsiteX4" fmla="*/ 2269067 w 4588933"/>
                  <a:gd name="connsiteY4" fmla="*/ 1049866 h 1049866"/>
                  <a:gd name="connsiteX5" fmla="*/ 880533 w 4588933"/>
                  <a:gd name="connsiteY5" fmla="*/ 457200 h 1049866"/>
                  <a:gd name="connsiteX6" fmla="*/ 592667 w 4588933"/>
                  <a:gd name="connsiteY6" fmla="*/ 541866 h 1049866"/>
                  <a:gd name="connsiteX7" fmla="*/ 0 w 4588933"/>
                  <a:gd name="connsiteY7" fmla="*/ 254000 h 1049866"/>
                  <a:gd name="connsiteX8" fmla="*/ 880533 w 4588933"/>
                  <a:gd name="connsiteY8" fmla="*/ 16933 h 1049866"/>
                  <a:gd name="connsiteX9" fmla="*/ 2302933 w 4588933"/>
                  <a:gd name="connsiteY9" fmla="*/ 626533 h 1049866"/>
                  <a:gd name="connsiteX10" fmla="*/ 3725333 w 4588933"/>
                  <a:gd name="connsiteY10" fmla="*/ 0 h 1049866"/>
                  <a:gd name="connsiteX0" fmla="*/ 3725333 w 4641485"/>
                  <a:gd name="connsiteY0" fmla="*/ 0 h 1049866"/>
                  <a:gd name="connsiteX1" fmla="*/ 4641485 w 4641485"/>
                  <a:gd name="connsiteY1" fmla="*/ 239402 h 1049866"/>
                  <a:gd name="connsiteX2" fmla="*/ 3962400 w 4641485"/>
                  <a:gd name="connsiteY2" fmla="*/ 541866 h 1049866"/>
                  <a:gd name="connsiteX3" fmla="*/ 3742267 w 4641485"/>
                  <a:gd name="connsiteY3" fmla="*/ 457200 h 1049866"/>
                  <a:gd name="connsiteX4" fmla="*/ 2269067 w 4641485"/>
                  <a:gd name="connsiteY4" fmla="*/ 1049866 h 1049866"/>
                  <a:gd name="connsiteX5" fmla="*/ 880533 w 4641485"/>
                  <a:gd name="connsiteY5" fmla="*/ 457200 h 1049866"/>
                  <a:gd name="connsiteX6" fmla="*/ 592667 w 4641485"/>
                  <a:gd name="connsiteY6" fmla="*/ 541866 h 1049866"/>
                  <a:gd name="connsiteX7" fmla="*/ 0 w 4641485"/>
                  <a:gd name="connsiteY7" fmla="*/ 254000 h 1049866"/>
                  <a:gd name="connsiteX8" fmla="*/ 880533 w 4641485"/>
                  <a:gd name="connsiteY8" fmla="*/ 16933 h 1049866"/>
                  <a:gd name="connsiteX9" fmla="*/ 2302933 w 4641485"/>
                  <a:gd name="connsiteY9" fmla="*/ 626533 h 1049866"/>
                  <a:gd name="connsiteX10" fmla="*/ 3725333 w 4641485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73798 w 4673016"/>
                  <a:gd name="connsiteY3" fmla="*/ 45720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84308 w 4673016"/>
                  <a:gd name="connsiteY3" fmla="*/ 404648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815839 w 4673016"/>
                  <a:gd name="connsiteY3" fmla="*/ 46771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4673016" h="104986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08" name="Freeform 107">
                <a:extLst>
                  <a:ext uri="{FF2B5EF4-FFF2-40B4-BE49-F238E27FC236}">
                    <a16:creationId xmlns:a16="http://schemas.microsoft.com/office/drawing/2014/main" id="{B5DD3803-6AF8-3847-B395-258987379558}"/>
                  </a:ext>
                </a:extLst>
              </p:cNvPr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avLst/>
                <a:gdLst>
                  <a:gd name="connsiteX0" fmla="*/ 21021 w 1744718"/>
                  <a:gd name="connsiteY0" fmla="*/ 0 h 903890"/>
                  <a:gd name="connsiteX1" fmla="*/ 1744718 w 1744718"/>
                  <a:gd name="connsiteY1" fmla="*/ 693683 h 903890"/>
                  <a:gd name="connsiteX2" fmla="*/ 1145628 w 1744718"/>
                  <a:gd name="connsiteY2" fmla="*/ 903890 h 903890"/>
                  <a:gd name="connsiteX3" fmla="*/ 0 w 1744718"/>
                  <a:gd name="connsiteY3" fmla="*/ 451945 h 903890"/>
                  <a:gd name="connsiteX4" fmla="*/ 21021 w 1744718"/>
                  <a:gd name="connsiteY4" fmla="*/ 0 h 9038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44718" h="903890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09" name="Freeform 108">
                <a:extLst>
                  <a:ext uri="{FF2B5EF4-FFF2-40B4-BE49-F238E27FC236}">
                    <a16:creationId xmlns:a16="http://schemas.microsoft.com/office/drawing/2014/main" id="{DA65177F-9EDB-4144-8C88-7E37D8240ABE}"/>
                  </a:ext>
                </a:extLst>
              </p:cNvPr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avLst/>
                <a:gdLst>
                  <a:gd name="connsiteX0" fmla="*/ 1702676 w 1713187"/>
                  <a:gd name="connsiteY0" fmla="*/ 0 h 893380"/>
                  <a:gd name="connsiteX1" fmla="*/ 1713187 w 1713187"/>
                  <a:gd name="connsiteY1" fmla="*/ 472966 h 893380"/>
                  <a:gd name="connsiteX2" fmla="*/ 578069 w 1713187"/>
                  <a:gd name="connsiteY2" fmla="*/ 893380 h 893380"/>
                  <a:gd name="connsiteX3" fmla="*/ 0 w 1713187"/>
                  <a:gd name="connsiteY3" fmla="*/ 693683 h 893380"/>
                  <a:gd name="connsiteX4" fmla="*/ 1702676 w 1713187"/>
                  <a:gd name="connsiteY4" fmla="*/ 0 h 8933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13187" h="893380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10" name="Freeform 109">
                <a:extLst>
                  <a:ext uri="{FF2B5EF4-FFF2-40B4-BE49-F238E27FC236}">
                    <a16:creationId xmlns:a16="http://schemas.microsoft.com/office/drawing/2014/main" id="{97906B30-472F-354C-82AF-33220C002B7F}"/>
                  </a:ext>
                </a:extLst>
              </p:cNvPr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avLst/>
                <a:gdLst>
                  <a:gd name="connsiteX0" fmla="*/ 599089 w 4162096"/>
                  <a:gd name="connsiteY0" fmla="*/ 273269 h 1618593"/>
                  <a:gd name="connsiteX1" fmla="*/ 882869 w 4162096"/>
                  <a:gd name="connsiteY1" fmla="*/ 199697 h 1618593"/>
                  <a:gd name="connsiteX2" fmla="*/ 2312276 w 4162096"/>
                  <a:gd name="connsiteY2" fmla="*/ 798786 h 1618593"/>
                  <a:gd name="connsiteX3" fmla="*/ 3794234 w 4162096"/>
                  <a:gd name="connsiteY3" fmla="*/ 199697 h 1618593"/>
                  <a:gd name="connsiteX4" fmla="*/ 4014951 w 4162096"/>
                  <a:gd name="connsiteY4" fmla="*/ 273269 h 1618593"/>
                  <a:gd name="connsiteX5" fmla="*/ 3058510 w 4162096"/>
                  <a:gd name="connsiteY5" fmla="*/ 641131 h 1618593"/>
                  <a:gd name="connsiteX6" fmla="*/ 3026979 w 4162096"/>
                  <a:gd name="connsiteY6" fmla="*/ 1114097 h 1618593"/>
                  <a:gd name="connsiteX7" fmla="*/ 4162096 w 4162096"/>
                  <a:gd name="connsiteY7" fmla="*/ 1545021 h 1618593"/>
                  <a:gd name="connsiteX8" fmla="*/ 3878317 w 4162096"/>
                  <a:gd name="connsiteY8" fmla="*/ 1608083 h 1618593"/>
                  <a:gd name="connsiteX9" fmla="*/ 2301765 w 4162096"/>
                  <a:gd name="connsiteY9" fmla="*/ 945931 h 1618593"/>
                  <a:gd name="connsiteX10" fmla="*/ 693682 w 4162096"/>
                  <a:gd name="connsiteY10" fmla="*/ 1618593 h 1618593"/>
                  <a:gd name="connsiteX11" fmla="*/ 430924 w 4162096"/>
                  <a:gd name="connsiteY11" fmla="*/ 1524000 h 1618593"/>
                  <a:gd name="connsiteX12" fmla="*/ 1576551 w 4162096"/>
                  <a:gd name="connsiteY12" fmla="*/ 1082566 h 1618593"/>
                  <a:gd name="connsiteX13" fmla="*/ 1545020 w 4162096"/>
                  <a:gd name="connsiteY13" fmla="*/ 609600 h 1618593"/>
                  <a:gd name="connsiteX14" fmla="*/ 0 w 4162096"/>
                  <a:gd name="connsiteY14" fmla="*/ 0 h 1618593"/>
                  <a:gd name="connsiteX15" fmla="*/ 872358 w 4162096"/>
                  <a:gd name="connsiteY15" fmla="*/ 210207 h 1618593"/>
                  <a:gd name="connsiteX16" fmla="*/ 872358 w 4162096"/>
                  <a:gd name="connsiteY16" fmla="*/ 210207 h 1618593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15" fmla="*/ 441434 w 3731172"/>
                  <a:gd name="connsiteY15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357351 w 3731172"/>
                  <a:gd name="connsiteY14" fmla="*/ 115613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56137 w 3731172"/>
                  <a:gd name="connsiteY13" fmla="*/ 441434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903890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575034 w 3710151"/>
                  <a:gd name="connsiteY6" fmla="*/ 91440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06565 w 3710151"/>
                  <a:gd name="connsiteY6" fmla="*/ 92491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5151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09858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62012 w 3725019"/>
                  <a:gd name="connsiteY0" fmla="*/ 73572 h 1418896"/>
                  <a:gd name="connsiteX1" fmla="*/ 445792 w 3725019"/>
                  <a:gd name="connsiteY1" fmla="*/ 0 h 1418896"/>
                  <a:gd name="connsiteX2" fmla="*/ 1852896 w 3725019"/>
                  <a:gd name="connsiteY2" fmla="*/ 591655 h 1418896"/>
                  <a:gd name="connsiteX3" fmla="*/ 3357157 w 3725019"/>
                  <a:gd name="connsiteY3" fmla="*/ 0 h 1418896"/>
                  <a:gd name="connsiteX4" fmla="*/ 3577874 w 3725019"/>
                  <a:gd name="connsiteY4" fmla="*/ 73572 h 1418896"/>
                  <a:gd name="connsiteX5" fmla="*/ 2632585 w 3725019"/>
                  <a:gd name="connsiteY5" fmla="*/ 448868 h 1418896"/>
                  <a:gd name="connsiteX6" fmla="*/ 2625150 w 3725019"/>
                  <a:gd name="connsiteY6" fmla="*/ 902607 h 1418896"/>
                  <a:gd name="connsiteX7" fmla="*/ 3725019 w 3725019"/>
                  <a:gd name="connsiteY7" fmla="*/ 1345324 h 1418896"/>
                  <a:gd name="connsiteX8" fmla="*/ 3441240 w 3725019"/>
                  <a:gd name="connsiteY8" fmla="*/ 1408386 h 1418896"/>
                  <a:gd name="connsiteX9" fmla="*/ 1864688 w 3725019"/>
                  <a:gd name="connsiteY9" fmla="*/ 746234 h 1418896"/>
                  <a:gd name="connsiteX10" fmla="*/ 256605 w 3725019"/>
                  <a:gd name="connsiteY10" fmla="*/ 1418896 h 1418896"/>
                  <a:gd name="connsiteX11" fmla="*/ 0 w 3725019"/>
                  <a:gd name="connsiteY11" fmla="*/ 1331097 h 1418896"/>
                  <a:gd name="connsiteX12" fmla="*/ 1113454 w 3725019"/>
                  <a:gd name="connsiteY12" fmla="*/ 903890 h 1418896"/>
                  <a:gd name="connsiteX13" fmla="*/ 1102302 w 3725019"/>
                  <a:gd name="connsiteY13" fmla="*/ 451945 h 1418896"/>
                  <a:gd name="connsiteX14" fmla="*/ 183032 w 3725019"/>
                  <a:gd name="connsiteY14" fmla="*/ 84081 h 1418896"/>
                  <a:gd name="connsiteX15" fmla="*/ 162012 w 3725019"/>
                  <a:gd name="connsiteY15" fmla="*/ 73572 h 14188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725019" h="1418896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</p:grpSp>
      <p:grpSp>
        <p:nvGrpSpPr>
          <p:cNvPr id="95" name="Group 94">
            <a:extLst>
              <a:ext uri="{FF2B5EF4-FFF2-40B4-BE49-F238E27FC236}">
                <a16:creationId xmlns:a16="http://schemas.microsoft.com/office/drawing/2014/main" id="{70DB66D8-759D-3E45-8AD9-CC358022D572}"/>
              </a:ext>
            </a:extLst>
          </p:cNvPr>
          <p:cNvGrpSpPr/>
          <p:nvPr/>
        </p:nvGrpSpPr>
        <p:grpSpPr>
          <a:xfrm>
            <a:off x="5720127" y="3438633"/>
            <a:ext cx="1100814" cy="719137"/>
            <a:chOff x="7493876" y="2774731"/>
            <a:chExt cx="1481958" cy="894622"/>
          </a:xfrm>
        </p:grpSpPr>
        <p:sp>
          <p:nvSpPr>
            <p:cNvPr id="96" name="Freeform 95">
              <a:extLst>
                <a:ext uri="{FF2B5EF4-FFF2-40B4-BE49-F238E27FC236}">
                  <a16:creationId xmlns:a16="http://schemas.microsoft.com/office/drawing/2014/main" id="{E483E17D-400D-C84C-8056-02B78CDD0DE5}"/>
                </a:ext>
              </a:extLst>
            </p:cNvPr>
            <p:cNvSpPr/>
            <p:nvPr/>
          </p:nvSpPr>
          <p:spPr>
            <a:xfrm>
              <a:off x="7493876" y="3084399"/>
              <a:ext cx="1481958" cy="584954"/>
            </a:xfrm>
            <a:custGeom>
              <a:avLst/>
              <a:gdLst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76538 w 8176538"/>
                <a:gd name="connsiteY0" fmla="*/ 0 h 2638097"/>
                <a:gd name="connsiteX1" fmla="*/ 8176538 w 8176538"/>
                <a:gd name="connsiteY1" fmla="*/ 1271752 h 2638097"/>
                <a:gd name="connsiteX2" fmla="*/ 4088015 w 8176538"/>
                <a:gd name="connsiteY2" fmla="*/ 2638097 h 2638097"/>
                <a:gd name="connsiteX3" fmla="*/ 0 w 8176538"/>
                <a:gd name="connsiteY3" fmla="*/ 1269888 h 2638097"/>
                <a:gd name="connsiteX4" fmla="*/ 20511 w 8176538"/>
                <a:gd name="connsiteY4" fmla="*/ 147145 h 2638097"/>
                <a:gd name="connsiteX5" fmla="*/ 4088015 w 8176538"/>
                <a:gd name="connsiteY5" fmla="*/ 1566042 h 2638097"/>
                <a:gd name="connsiteX6" fmla="*/ 8176538 w 8176538"/>
                <a:gd name="connsiteY6" fmla="*/ 0 h 2638097"/>
                <a:gd name="connsiteX0" fmla="*/ 8176538 w 8176538"/>
                <a:gd name="connsiteY0" fmla="*/ 0 h 2772020"/>
                <a:gd name="connsiteX1" fmla="*/ 8176538 w 8176538"/>
                <a:gd name="connsiteY1" fmla="*/ 1271752 h 2772020"/>
                <a:gd name="connsiteX2" fmla="*/ 4099034 w 8176538"/>
                <a:gd name="connsiteY2" fmla="*/ 2772020 h 2772020"/>
                <a:gd name="connsiteX3" fmla="*/ 0 w 8176538"/>
                <a:gd name="connsiteY3" fmla="*/ 1269888 h 2772020"/>
                <a:gd name="connsiteX4" fmla="*/ 20511 w 8176538"/>
                <a:gd name="connsiteY4" fmla="*/ 147145 h 2772020"/>
                <a:gd name="connsiteX5" fmla="*/ 4088015 w 8176538"/>
                <a:gd name="connsiteY5" fmla="*/ 1566042 h 2772020"/>
                <a:gd name="connsiteX6" fmla="*/ 8176538 w 8176538"/>
                <a:gd name="connsiteY6" fmla="*/ 0 h 2772020"/>
                <a:gd name="connsiteX0" fmla="*/ 8176538 w 8176538"/>
                <a:gd name="connsiteY0" fmla="*/ 0 h 2772339"/>
                <a:gd name="connsiteX1" fmla="*/ 8176538 w 8176538"/>
                <a:gd name="connsiteY1" fmla="*/ 1378890 h 2772339"/>
                <a:gd name="connsiteX2" fmla="*/ 4099034 w 8176538"/>
                <a:gd name="connsiteY2" fmla="*/ 2772020 h 2772339"/>
                <a:gd name="connsiteX3" fmla="*/ 0 w 8176538"/>
                <a:gd name="connsiteY3" fmla="*/ 1269888 h 2772339"/>
                <a:gd name="connsiteX4" fmla="*/ 20511 w 8176538"/>
                <a:gd name="connsiteY4" fmla="*/ 147145 h 2772339"/>
                <a:gd name="connsiteX5" fmla="*/ 4088015 w 8176538"/>
                <a:gd name="connsiteY5" fmla="*/ 1566042 h 2772339"/>
                <a:gd name="connsiteX6" fmla="*/ 8176538 w 8176538"/>
                <a:gd name="connsiteY6" fmla="*/ 0 h 2772339"/>
                <a:gd name="connsiteX0" fmla="*/ 8176538 w 8176538"/>
                <a:gd name="connsiteY0" fmla="*/ 0 h 2825888"/>
                <a:gd name="connsiteX1" fmla="*/ 8176538 w 8176538"/>
                <a:gd name="connsiteY1" fmla="*/ 1378890 h 2825888"/>
                <a:gd name="connsiteX2" fmla="*/ 4099034 w 8176538"/>
                <a:gd name="connsiteY2" fmla="*/ 2825590 h 2825888"/>
                <a:gd name="connsiteX3" fmla="*/ 0 w 8176538"/>
                <a:gd name="connsiteY3" fmla="*/ 1269888 h 2825888"/>
                <a:gd name="connsiteX4" fmla="*/ 20511 w 8176538"/>
                <a:gd name="connsiteY4" fmla="*/ 147145 h 2825888"/>
                <a:gd name="connsiteX5" fmla="*/ 4088015 w 8176538"/>
                <a:gd name="connsiteY5" fmla="*/ 1566042 h 2825888"/>
                <a:gd name="connsiteX6" fmla="*/ 8176538 w 8176538"/>
                <a:gd name="connsiteY6" fmla="*/ 0 h 2825888"/>
                <a:gd name="connsiteX0" fmla="*/ 8165518 w 8165518"/>
                <a:gd name="connsiteY0" fmla="*/ 0 h 2825606"/>
                <a:gd name="connsiteX1" fmla="*/ 8165518 w 8165518"/>
                <a:gd name="connsiteY1" fmla="*/ 1378890 h 2825606"/>
                <a:gd name="connsiteX2" fmla="*/ 4088014 w 8165518"/>
                <a:gd name="connsiteY2" fmla="*/ 2825590 h 2825606"/>
                <a:gd name="connsiteX3" fmla="*/ 0 w 8165518"/>
                <a:gd name="connsiteY3" fmla="*/ 1403811 h 2825606"/>
                <a:gd name="connsiteX4" fmla="*/ 9491 w 8165518"/>
                <a:gd name="connsiteY4" fmla="*/ 147145 h 2825606"/>
                <a:gd name="connsiteX5" fmla="*/ 4076995 w 8165518"/>
                <a:gd name="connsiteY5" fmla="*/ 1566042 h 2825606"/>
                <a:gd name="connsiteX6" fmla="*/ 8165518 w 8165518"/>
                <a:gd name="connsiteY6" fmla="*/ 0 h 2825606"/>
                <a:gd name="connsiteX0" fmla="*/ 8165518 w 8165518"/>
                <a:gd name="connsiteY0" fmla="*/ 0 h 2879174"/>
                <a:gd name="connsiteX1" fmla="*/ 8165518 w 8165518"/>
                <a:gd name="connsiteY1" fmla="*/ 1378890 h 2879174"/>
                <a:gd name="connsiteX2" fmla="*/ 4132092 w 8165518"/>
                <a:gd name="connsiteY2" fmla="*/ 2879159 h 2879174"/>
                <a:gd name="connsiteX3" fmla="*/ 0 w 8165518"/>
                <a:gd name="connsiteY3" fmla="*/ 1403811 h 2879174"/>
                <a:gd name="connsiteX4" fmla="*/ 9491 w 8165518"/>
                <a:gd name="connsiteY4" fmla="*/ 147145 h 2879174"/>
                <a:gd name="connsiteX5" fmla="*/ 4076995 w 8165518"/>
                <a:gd name="connsiteY5" fmla="*/ 1566042 h 2879174"/>
                <a:gd name="connsiteX6" fmla="*/ 8165518 w 8165518"/>
                <a:gd name="connsiteY6" fmla="*/ 0 h 2879174"/>
                <a:gd name="connsiteX0" fmla="*/ 8165518 w 8176537"/>
                <a:gd name="connsiteY0" fmla="*/ 0 h 2879410"/>
                <a:gd name="connsiteX1" fmla="*/ 8176537 w 8176537"/>
                <a:gd name="connsiteY1" fmla="*/ 1499420 h 2879410"/>
                <a:gd name="connsiteX2" fmla="*/ 4132092 w 8176537"/>
                <a:gd name="connsiteY2" fmla="*/ 2879159 h 2879410"/>
                <a:gd name="connsiteX3" fmla="*/ 0 w 8176537"/>
                <a:gd name="connsiteY3" fmla="*/ 1403811 h 2879410"/>
                <a:gd name="connsiteX4" fmla="*/ 9491 w 8176537"/>
                <a:gd name="connsiteY4" fmla="*/ 147145 h 2879410"/>
                <a:gd name="connsiteX5" fmla="*/ 4076995 w 8176537"/>
                <a:gd name="connsiteY5" fmla="*/ 1566042 h 2879410"/>
                <a:gd name="connsiteX6" fmla="*/ 8165518 w 8176537"/>
                <a:gd name="connsiteY6" fmla="*/ 0 h 2879410"/>
                <a:gd name="connsiteX0" fmla="*/ 8165518 w 8176537"/>
                <a:gd name="connsiteY0" fmla="*/ 0 h 2879262"/>
                <a:gd name="connsiteX1" fmla="*/ 8176537 w 8176537"/>
                <a:gd name="connsiteY1" fmla="*/ 1499420 h 2879262"/>
                <a:gd name="connsiteX2" fmla="*/ 4132092 w 8176537"/>
                <a:gd name="connsiteY2" fmla="*/ 2879159 h 2879262"/>
                <a:gd name="connsiteX3" fmla="*/ 0 w 8176537"/>
                <a:gd name="connsiteY3" fmla="*/ 1403811 h 2879262"/>
                <a:gd name="connsiteX4" fmla="*/ 9491 w 8176537"/>
                <a:gd name="connsiteY4" fmla="*/ 147145 h 2879262"/>
                <a:gd name="connsiteX5" fmla="*/ 4076995 w 8176537"/>
                <a:gd name="connsiteY5" fmla="*/ 1566042 h 2879262"/>
                <a:gd name="connsiteX6" fmla="*/ 8165518 w 8176537"/>
                <a:gd name="connsiteY6" fmla="*/ 0 h 2879262"/>
                <a:gd name="connsiteX0" fmla="*/ 8165518 w 8176537"/>
                <a:gd name="connsiteY0" fmla="*/ 0 h 2879163"/>
                <a:gd name="connsiteX1" fmla="*/ 8176537 w 8176537"/>
                <a:gd name="connsiteY1" fmla="*/ 1499420 h 2879163"/>
                <a:gd name="connsiteX2" fmla="*/ 4132092 w 8176537"/>
                <a:gd name="connsiteY2" fmla="*/ 2879159 h 2879163"/>
                <a:gd name="connsiteX3" fmla="*/ 0 w 8176537"/>
                <a:gd name="connsiteY3" fmla="*/ 1510948 h 2879163"/>
                <a:gd name="connsiteX4" fmla="*/ 9491 w 8176537"/>
                <a:gd name="connsiteY4" fmla="*/ 147145 h 2879163"/>
                <a:gd name="connsiteX5" fmla="*/ 4076995 w 8176537"/>
                <a:gd name="connsiteY5" fmla="*/ 1566042 h 2879163"/>
                <a:gd name="connsiteX6" fmla="*/ 8165518 w 8176537"/>
                <a:gd name="connsiteY6" fmla="*/ 0 h 2879163"/>
                <a:gd name="connsiteX0" fmla="*/ 8165518 w 8198577"/>
                <a:gd name="connsiteY0" fmla="*/ 0 h 2879451"/>
                <a:gd name="connsiteX1" fmla="*/ 8198577 w 8198577"/>
                <a:gd name="connsiteY1" fmla="*/ 1606558 h 2879451"/>
                <a:gd name="connsiteX2" fmla="*/ 4132092 w 8198577"/>
                <a:gd name="connsiteY2" fmla="*/ 2879159 h 2879451"/>
                <a:gd name="connsiteX3" fmla="*/ 0 w 8198577"/>
                <a:gd name="connsiteY3" fmla="*/ 1510948 h 2879451"/>
                <a:gd name="connsiteX4" fmla="*/ 9491 w 8198577"/>
                <a:gd name="connsiteY4" fmla="*/ 147145 h 2879451"/>
                <a:gd name="connsiteX5" fmla="*/ 4076995 w 8198577"/>
                <a:gd name="connsiteY5" fmla="*/ 1566042 h 2879451"/>
                <a:gd name="connsiteX6" fmla="*/ 8165518 w 8198577"/>
                <a:gd name="connsiteY6" fmla="*/ 0 h 2879451"/>
                <a:gd name="connsiteX0" fmla="*/ 8165518 w 8165518"/>
                <a:gd name="connsiteY0" fmla="*/ 0 h 2880066"/>
                <a:gd name="connsiteX1" fmla="*/ 8165518 w 8165518"/>
                <a:gd name="connsiteY1" fmla="*/ 1673520 h 2880066"/>
                <a:gd name="connsiteX2" fmla="*/ 4132092 w 8165518"/>
                <a:gd name="connsiteY2" fmla="*/ 2879159 h 2880066"/>
                <a:gd name="connsiteX3" fmla="*/ 0 w 8165518"/>
                <a:gd name="connsiteY3" fmla="*/ 1510948 h 2880066"/>
                <a:gd name="connsiteX4" fmla="*/ 9491 w 8165518"/>
                <a:gd name="connsiteY4" fmla="*/ 147145 h 2880066"/>
                <a:gd name="connsiteX5" fmla="*/ 4076995 w 8165518"/>
                <a:gd name="connsiteY5" fmla="*/ 1566042 h 2880066"/>
                <a:gd name="connsiteX6" fmla="*/ 8165518 w 8165518"/>
                <a:gd name="connsiteY6" fmla="*/ 0 h 2880066"/>
                <a:gd name="connsiteX0" fmla="*/ 8156794 w 8156794"/>
                <a:gd name="connsiteY0" fmla="*/ 0 h 2879270"/>
                <a:gd name="connsiteX1" fmla="*/ 8156794 w 8156794"/>
                <a:gd name="connsiteY1" fmla="*/ 1673520 h 2879270"/>
                <a:gd name="connsiteX2" fmla="*/ 4123368 w 8156794"/>
                <a:gd name="connsiteY2" fmla="*/ 2879159 h 2879270"/>
                <a:gd name="connsiteX3" fmla="*/ 2295 w 8156794"/>
                <a:gd name="connsiteY3" fmla="*/ 1618086 h 2879270"/>
                <a:gd name="connsiteX4" fmla="*/ 767 w 8156794"/>
                <a:gd name="connsiteY4" fmla="*/ 147145 h 2879270"/>
                <a:gd name="connsiteX5" fmla="*/ 4068271 w 8156794"/>
                <a:gd name="connsiteY5" fmla="*/ 1566042 h 2879270"/>
                <a:gd name="connsiteX6" fmla="*/ 8156794 w 8156794"/>
                <a:gd name="connsiteY6" fmla="*/ 0 h 287927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20"/>
                <a:gd name="connsiteX1" fmla="*/ 8156794 w 8156794"/>
                <a:gd name="connsiteY1" fmla="*/ 1673520 h 2973020"/>
                <a:gd name="connsiteX2" fmla="*/ 4134388 w 8156794"/>
                <a:gd name="connsiteY2" fmla="*/ 2972904 h 2973020"/>
                <a:gd name="connsiteX3" fmla="*/ 2295 w 8156794"/>
                <a:gd name="connsiteY3" fmla="*/ 1618086 h 2973020"/>
                <a:gd name="connsiteX4" fmla="*/ 767 w 8156794"/>
                <a:gd name="connsiteY4" fmla="*/ 147145 h 2973020"/>
                <a:gd name="connsiteX5" fmla="*/ 4068271 w 8156794"/>
                <a:gd name="connsiteY5" fmla="*/ 1566042 h 2973020"/>
                <a:gd name="connsiteX6" fmla="*/ 8156794 w 8156794"/>
                <a:gd name="connsiteY6" fmla="*/ 0 h 2973020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141"/>
                <a:gd name="connsiteX1" fmla="*/ 8156794 w 8156794"/>
                <a:gd name="connsiteY1" fmla="*/ 1673520 h 2973141"/>
                <a:gd name="connsiteX2" fmla="*/ 4134388 w 8156794"/>
                <a:gd name="connsiteY2" fmla="*/ 2972904 h 2973141"/>
                <a:gd name="connsiteX3" fmla="*/ 2295 w 8156794"/>
                <a:gd name="connsiteY3" fmla="*/ 1618086 h 2973141"/>
                <a:gd name="connsiteX4" fmla="*/ 767 w 8156794"/>
                <a:gd name="connsiteY4" fmla="*/ 147145 h 2973141"/>
                <a:gd name="connsiteX5" fmla="*/ 4068271 w 8156794"/>
                <a:gd name="connsiteY5" fmla="*/ 1566042 h 2973141"/>
                <a:gd name="connsiteX6" fmla="*/ 8156794 w 8156794"/>
                <a:gd name="connsiteY6" fmla="*/ 0 h 2973141"/>
                <a:gd name="connsiteX0" fmla="*/ 8156794 w 8156794"/>
                <a:gd name="connsiteY0" fmla="*/ 0 h 3066827"/>
                <a:gd name="connsiteX1" fmla="*/ 8156794 w 8156794"/>
                <a:gd name="connsiteY1" fmla="*/ 1673520 h 3066827"/>
                <a:gd name="connsiteX2" fmla="*/ 4123353 w 8156794"/>
                <a:gd name="connsiteY2" fmla="*/ 3066650 h 3066827"/>
                <a:gd name="connsiteX3" fmla="*/ 2295 w 8156794"/>
                <a:gd name="connsiteY3" fmla="*/ 1618086 h 3066827"/>
                <a:gd name="connsiteX4" fmla="*/ 767 w 8156794"/>
                <a:gd name="connsiteY4" fmla="*/ 147145 h 3066827"/>
                <a:gd name="connsiteX5" fmla="*/ 4068271 w 8156794"/>
                <a:gd name="connsiteY5" fmla="*/ 1566042 h 3066827"/>
                <a:gd name="connsiteX6" fmla="*/ 8156794 w 8156794"/>
                <a:gd name="connsiteY6" fmla="*/ 0 h 3066827"/>
                <a:gd name="connsiteX0" fmla="*/ 8123689 w 8156794"/>
                <a:gd name="connsiteY0" fmla="*/ 0 h 2999866"/>
                <a:gd name="connsiteX1" fmla="*/ 8156794 w 8156794"/>
                <a:gd name="connsiteY1" fmla="*/ 1606559 h 2999866"/>
                <a:gd name="connsiteX2" fmla="*/ 4123353 w 8156794"/>
                <a:gd name="connsiteY2" fmla="*/ 2999689 h 2999866"/>
                <a:gd name="connsiteX3" fmla="*/ 2295 w 8156794"/>
                <a:gd name="connsiteY3" fmla="*/ 1551125 h 2999866"/>
                <a:gd name="connsiteX4" fmla="*/ 767 w 8156794"/>
                <a:gd name="connsiteY4" fmla="*/ 80184 h 2999866"/>
                <a:gd name="connsiteX5" fmla="*/ 4068271 w 8156794"/>
                <a:gd name="connsiteY5" fmla="*/ 1499081 h 2999866"/>
                <a:gd name="connsiteX6" fmla="*/ 8123689 w 8156794"/>
                <a:gd name="connsiteY6" fmla="*/ 0 h 2999866"/>
                <a:gd name="connsiteX0" fmla="*/ 8167828 w 8167828"/>
                <a:gd name="connsiteY0" fmla="*/ 0 h 3026651"/>
                <a:gd name="connsiteX1" fmla="*/ 8156794 w 8167828"/>
                <a:gd name="connsiteY1" fmla="*/ 1633344 h 3026651"/>
                <a:gd name="connsiteX2" fmla="*/ 4123353 w 8167828"/>
                <a:gd name="connsiteY2" fmla="*/ 3026474 h 3026651"/>
                <a:gd name="connsiteX3" fmla="*/ 2295 w 8167828"/>
                <a:gd name="connsiteY3" fmla="*/ 1577910 h 3026651"/>
                <a:gd name="connsiteX4" fmla="*/ 767 w 8167828"/>
                <a:gd name="connsiteY4" fmla="*/ 106969 h 3026651"/>
                <a:gd name="connsiteX5" fmla="*/ 4068271 w 8167828"/>
                <a:gd name="connsiteY5" fmla="*/ 1525866 h 3026651"/>
                <a:gd name="connsiteX6" fmla="*/ 8167828 w 8167828"/>
                <a:gd name="connsiteY6" fmla="*/ 0 h 3026651"/>
                <a:gd name="connsiteX0" fmla="*/ 8167828 w 8167828"/>
                <a:gd name="connsiteY0" fmla="*/ 0 h 3027228"/>
                <a:gd name="connsiteX1" fmla="*/ 8145760 w 8167828"/>
                <a:gd name="connsiteY1" fmla="*/ 1686913 h 3027228"/>
                <a:gd name="connsiteX2" fmla="*/ 4123353 w 8167828"/>
                <a:gd name="connsiteY2" fmla="*/ 3026474 h 3027228"/>
                <a:gd name="connsiteX3" fmla="*/ 2295 w 8167828"/>
                <a:gd name="connsiteY3" fmla="*/ 1577910 h 3027228"/>
                <a:gd name="connsiteX4" fmla="*/ 767 w 8167828"/>
                <a:gd name="connsiteY4" fmla="*/ 106969 h 3027228"/>
                <a:gd name="connsiteX5" fmla="*/ 4068271 w 8167828"/>
                <a:gd name="connsiteY5" fmla="*/ 1525866 h 3027228"/>
                <a:gd name="connsiteX6" fmla="*/ 8167828 w 8167828"/>
                <a:gd name="connsiteY6" fmla="*/ 0 h 3027228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23689 w 8145760"/>
                <a:gd name="connsiteY0" fmla="*/ 13560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9 w 8145760"/>
                <a:gd name="connsiteY6" fmla="*/ 13560 h 2920259"/>
                <a:gd name="connsiteX0" fmla="*/ 8178863 w 8178863"/>
                <a:gd name="connsiteY0" fmla="*/ 26952 h 2920259"/>
                <a:gd name="connsiteX1" fmla="*/ 8145760 w 8178863"/>
                <a:gd name="connsiteY1" fmla="*/ 1579944 h 2920259"/>
                <a:gd name="connsiteX2" fmla="*/ 4123353 w 8178863"/>
                <a:gd name="connsiteY2" fmla="*/ 2919505 h 2920259"/>
                <a:gd name="connsiteX3" fmla="*/ 2295 w 8178863"/>
                <a:gd name="connsiteY3" fmla="*/ 1470941 h 2920259"/>
                <a:gd name="connsiteX4" fmla="*/ 767 w 8178863"/>
                <a:gd name="connsiteY4" fmla="*/ 0 h 2920259"/>
                <a:gd name="connsiteX5" fmla="*/ 4068271 w 8178863"/>
                <a:gd name="connsiteY5" fmla="*/ 1418897 h 2920259"/>
                <a:gd name="connsiteX6" fmla="*/ 8178863 w 8178863"/>
                <a:gd name="connsiteY6" fmla="*/ 26952 h 2920259"/>
                <a:gd name="connsiteX0" fmla="*/ 8167827 w 8167827"/>
                <a:gd name="connsiteY0" fmla="*/ 40343 h 2920259"/>
                <a:gd name="connsiteX1" fmla="*/ 8145760 w 8167827"/>
                <a:gd name="connsiteY1" fmla="*/ 1579944 h 2920259"/>
                <a:gd name="connsiteX2" fmla="*/ 4123353 w 8167827"/>
                <a:gd name="connsiteY2" fmla="*/ 2919505 h 2920259"/>
                <a:gd name="connsiteX3" fmla="*/ 2295 w 8167827"/>
                <a:gd name="connsiteY3" fmla="*/ 1470941 h 2920259"/>
                <a:gd name="connsiteX4" fmla="*/ 767 w 8167827"/>
                <a:gd name="connsiteY4" fmla="*/ 0 h 2920259"/>
                <a:gd name="connsiteX5" fmla="*/ 4068271 w 8167827"/>
                <a:gd name="connsiteY5" fmla="*/ 1418897 h 2920259"/>
                <a:gd name="connsiteX6" fmla="*/ 8167827 w 8167827"/>
                <a:gd name="connsiteY6" fmla="*/ 40343 h 2920259"/>
                <a:gd name="connsiteX0" fmla="*/ 8123687 w 8145760"/>
                <a:gd name="connsiteY0" fmla="*/ 53735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7 w 8145760"/>
                <a:gd name="connsiteY6" fmla="*/ 53735 h 2920259"/>
                <a:gd name="connsiteX0" fmla="*/ 8161918 w 8161918"/>
                <a:gd name="connsiteY0" fmla="*/ 0 h 2943855"/>
                <a:gd name="connsiteX1" fmla="*/ 8145760 w 8161918"/>
                <a:gd name="connsiteY1" fmla="*/ 1603540 h 2943855"/>
                <a:gd name="connsiteX2" fmla="*/ 4123353 w 8161918"/>
                <a:gd name="connsiteY2" fmla="*/ 2943101 h 2943855"/>
                <a:gd name="connsiteX3" fmla="*/ 2295 w 8161918"/>
                <a:gd name="connsiteY3" fmla="*/ 1494537 h 2943855"/>
                <a:gd name="connsiteX4" fmla="*/ 767 w 8161918"/>
                <a:gd name="connsiteY4" fmla="*/ 23596 h 2943855"/>
                <a:gd name="connsiteX5" fmla="*/ 4068271 w 8161918"/>
                <a:gd name="connsiteY5" fmla="*/ 1442493 h 2943855"/>
                <a:gd name="connsiteX6" fmla="*/ 8161918 w 8161918"/>
                <a:gd name="connsiteY6" fmla="*/ 0 h 2943855"/>
                <a:gd name="connsiteX0" fmla="*/ 8144926 w 8145760"/>
                <a:gd name="connsiteY0" fmla="*/ 43424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44926 w 8145760"/>
                <a:gd name="connsiteY6" fmla="*/ 43424 h 2920259"/>
                <a:gd name="connsiteX0" fmla="*/ 8161918 w 8161918"/>
                <a:gd name="connsiteY0" fmla="*/ 0 h 2959321"/>
                <a:gd name="connsiteX1" fmla="*/ 8145760 w 8161918"/>
                <a:gd name="connsiteY1" fmla="*/ 1619006 h 2959321"/>
                <a:gd name="connsiteX2" fmla="*/ 4123353 w 8161918"/>
                <a:gd name="connsiteY2" fmla="*/ 2958567 h 2959321"/>
                <a:gd name="connsiteX3" fmla="*/ 2295 w 8161918"/>
                <a:gd name="connsiteY3" fmla="*/ 1510003 h 2959321"/>
                <a:gd name="connsiteX4" fmla="*/ 767 w 8161918"/>
                <a:gd name="connsiteY4" fmla="*/ 39062 h 2959321"/>
                <a:gd name="connsiteX5" fmla="*/ 4068271 w 8161918"/>
                <a:gd name="connsiteY5" fmla="*/ 1457959 h 2959321"/>
                <a:gd name="connsiteX6" fmla="*/ 8161918 w 8161918"/>
                <a:gd name="connsiteY6" fmla="*/ 0 h 2959321"/>
                <a:gd name="connsiteX0" fmla="*/ 8161918 w 8162752"/>
                <a:gd name="connsiteY0" fmla="*/ 0 h 2959488"/>
                <a:gd name="connsiteX1" fmla="*/ 8162752 w 8162752"/>
                <a:gd name="connsiteY1" fmla="*/ 1629317 h 2959488"/>
                <a:gd name="connsiteX2" fmla="*/ 4123353 w 8162752"/>
                <a:gd name="connsiteY2" fmla="*/ 2958567 h 2959488"/>
                <a:gd name="connsiteX3" fmla="*/ 2295 w 8162752"/>
                <a:gd name="connsiteY3" fmla="*/ 1510003 h 2959488"/>
                <a:gd name="connsiteX4" fmla="*/ 767 w 8162752"/>
                <a:gd name="connsiteY4" fmla="*/ 39062 h 2959488"/>
                <a:gd name="connsiteX5" fmla="*/ 4068271 w 8162752"/>
                <a:gd name="connsiteY5" fmla="*/ 1457959 h 2959488"/>
                <a:gd name="connsiteX6" fmla="*/ 8161918 w 8162752"/>
                <a:gd name="connsiteY6" fmla="*/ 0 h 2959488"/>
                <a:gd name="connsiteX0" fmla="*/ 8165930 w 8166764"/>
                <a:gd name="connsiteY0" fmla="*/ 7337 h 2966825"/>
                <a:gd name="connsiteX1" fmla="*/ 8166764 w 8166764"/>
                <a:gd name="connsiteY1" fmla="*/ 1636654 h 2966825"/>
                <a:gd name="connsiteX2" fmla="*/ 4127365 w 8166764"/>
                <a:gd name="connsiteY2" fmla="*/ 2965904 h 2966825"/>
                <a:gd name="connsiteX3" fmla="*/ 6307 w 8166764"/>
                <a:gd name="connsiteY3" fmla="*/ 1517340 h 2966825"/>
                <a:gd name="connsiteX4" fmla="*/ 532 w 8166764"/>
                <a:gd name="connsiteY4" fmla="*/ 0 h 2966825"/>
                <a:gd name="connsiteX5" fmla="*/ 4072283 w 8166764"/>
                <a:gd name="connsiteY5" fmla="*/ 1465296 h 2966825"/>
                <a:gd name="connsiteX6" fmla="*/ 8165930 w 8166764"/>
                <a:gd name="connsiteY6" fmla="*/ 7337 h 2966825"/>
                <a:gd name="connsiteX0" fmla="*/ 8168119 w 8168953"/>
                <a:gd name="connsiteY0" fmla="*/ 7337 h 2966682"/>
                <a:gd name="connsiteX1" fmla="*/ 8168953 w 8168953"/>
                <a:gd name="connsiteY1" fmla="*/ 1636654 h 2966682"/>
                <a:gd name="connsiteX2" fmla="*/ 4129554 w 8168953"/>
                <a:gd name="connsiteY2" fmla="*/ 2965904 h 2966682"/>
                <a:gd name="connsiteX3" fmla="*/ 0 w 8168953"/>
                <a:gd name="connsiteY3" fmla="*/ 1527651 h 2966682"/>
                <a:gd name="connsiteX4" fmla="*/ 2721 w 8168953"/>
                <a:gd name="connsiteY4" fmla="*/ 0 h 2966682"/>
                <a:gd name="connsiteX5" fmla="*/ 4074472 w 8168953"/>
                <a:gd name="connsiteY5" fmla="*/ 1465296 h 2966682"/>
                <a:gd name="connsiteX6" fmla="*/ 8168119 w 8168953"/>
                <a:gd name="connsiteY6" fmla="*/ 7337 h 2966682"/>
                <a:gd name="connsiteX0" fmla="*/ 8168119 w 8168953"/>
                <a:gd name="connsiteY0" fmla="*/ 7337 h 3100377"/>
                <a:gd name="connsiteX1" fmla="*/ 8168953 w 8168953"/>
                <a:gd name="connsiteY1" fmla="*/ 1636654 h 3100377"/>
                <a:gd name="connsiteX2" fmla="*/ 4118520 w 8168953"/>
                <a:gd name="connsiteY2" fmla="*/ 3099826 h 3100377"/>
                <a:gd name="connsiteX3" fmla="*/ 0 w 8168953"/>
                <a:gd name="connsiteY3" fmla="*/ 1527651 h 3100377"/>
                <a:gd name="connsiteX4" fmla="*/ 2721 w 8168953"/>
                <a:gd name="connsiteY4" fmla="*/ 0 h 3100377"/>
                <a:gd name="connsiteX5" fmla="*/ 4074472 w 8168953"/>
                <a:gd name="connsiteY5" fmla="*/ 1465296 h 3100377"/>
                <a:gd name="connsiteX6" fmla="*/ 8168119 w 8168953"/>
                <a:gd name="connsiteY6" fmla="*/ 7337 h 3100377"/>
                <a:gd name="connsiteX0" fmla="*/ 8168119 w 8168953"/>
                <a:gd name="connsiteY0" fmla="*/ 7337 h 3100429"/>
                <a:gd name="connsiteX1" fmla="*/ 8168953 w 8168953"/>
                <a:gd name="connsiteY1" fmla="*/ 1636654 h 3100429"/>
                <a:gd name="connsiteX2" fmla="*/ 4118520 w 8168953"/>
                <a:gd name="connsiteY2" fmla="*/ 3099826 h 3100429"/>
                <a:gd name="connsiteX3" fmla="*/ 0 w 8168953"/>
                <a:gd name="connsiteY3" fmla="*/ 1527651 h 3100429"/>
                <a:gd name="connsiteX4" fmla="*/ 2721 w 8168953"/>
                <a:gd name="connsiteY4" fmla="*/ 0 h 3100429"/>
                <a:gd name="connsiteX5" fmla="*/ 4074472 w 8168953"/>
                <a:gd name="connsiteY5" fmla="*/ 1465296 h 3100429"/>
                <a:gd name="connsiteX6" fmla="*/ 8168119 w 8168953"/>
                <a:gd name="connsiteY6" fmla="*/ 7337 h 3100429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166683" h="3099826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bg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                  </a:t>
              </a:r>
            </a:p>
          </p:txBody>
        </p:sp>
        <p:sp>
          <p:nvSpPr>
            <p:cNvPr id="97" name="Oval 96">
              <a:extLst>
                <a:ext uri="{FF2B5EF4-FFF2-40B4-BE49-F238E27FC236}">
                  <a16:creationId xmlns:a16="http://schemas.microsoft.com/office/drawing/2014/main" id="{318D9153-5EE4-3340-BCD3-478931CFC7F4}"/>
                </a:ext>
              </a:extLst>
            </p:cNvPr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             </a:t>
              </a:r>
            </a:p>
          </p:txBody>
        </p:sp>
        <p:grpSp>
          <p:nvGrpSpPr>
            <p:cNvPr id="98" name="Group 97">
              <a:extLst>
                <a:ext uri="{FF2B5EF4-FFF2-40B4-BE49-F238E27FC236}">
                  <a16:creationId xmlns:a16="http://schemas.microsoft.com/office/drawing/2014/main" id="{DAAFD939-A5C2-6A45-BE89-14CD8870A576}"/>
                </a:ext>
              </a:extLst>
            </p:cNvPr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99" name="Freeform 98">
                <a:extLst>
                  <a:ext uri="{FF2B5EF4-FFF2-40B4-BE49-F238E27FC236}">
                    <a16:creationId xmlns:a16="http://schemas.microsoft.com/office/drawing/2014/main" id="{762F9A94-D8D0-934F-94BA-2BF1A64428C4}"/>
                  </a:ext>
                </a:extLst>
              </p:cNvPr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avLst/>
                <a:gdLst>
                  <a:gd name="connsiteX0" fmla="*/ 3725333 w 4588933"/>
                  <a:gd name="connsiteY0" fmla="*/ 0 h 1049866"/>
                  <a:gd name="connsiteX1" fmla="*/ 4588933 w 4588933"/>
                  <a:gd name="connsiteY1" fmla="*/ 270933 h 1049866"/>
                  <a:gd name="connsiteX2" fmla="*/ 3962400 w 4588933"/>
                  <a:gd name="connsiteY2" fmla="*/ 541866 h 1049866"/>
                  <a:gd name="connsiteX3" fmla="*/ 3742267 w 4588933"/>
                  <a:gd name="connsiteY3" fmla="*/ 457200 h 1049866"/>
                  <a:gd name="connsiteX4" fmla="*/ 2269067 w 4588933"/>
                  <a:gd name="connsiteY4" fmla="*/ 1049866 h 1049866"/>
                  <a:gd name="connsiteX5" fmla="*/ 880533 w 4588933"/>
                  <a:gd name="connsiteY5" fmla="*/ 457200 h 1049866"/>
                  <a:gd name="connsiteX6" fmla="*/ 592667 w 4588933"/>
                  <a:gd name="connsiteY6" fmla="*/ 541866 h 1049866"/>
                  <a:gd name="connsiteX7" fmla="*/ 0 w 4588933"/>
                  <a:gd name="connsiteY7" fmla="*/ 254000 h 1049866"/>
                  <a:gd name="connsiteX8" fmla="*/ 880533 w 4588933"/>
                  <a:gd name="connsiteY8" fmla="*/ 16933 h 1049866"/>
                  <a:gd name="connsiteX9" fmla="*/ 2302933 w 4588933"/>
                  <a:gd name="connsiteY9" fmla="*/ 626533 h 1049866"/>
                  <a:gd name="connsiteX10" fmla="*/ 3725333 w 4588933"/>
                  <a:gd name="connsiteY10" fmla="*/ 0 h 1049866"/>
                  <a:gd name="connsiteX0" fmla="*/ 3725333 w 4641485"/>
                  <a:gd name="connsiteY0" fmla="*/ 0 h 1049866"/>
                  <a:gd name="connsiteX1" fmla="*/ 4641485 w 4641485"/>
                  <a:gd name="connsiteY1" fmla="*/ 239402 h 1049866"/>
                  <a:gd name="connsiteX2" fmla="*/ 3962400 w 4641485"/>
                  <a:gd name="connsiteY2" fmla="*/ 541866 h 1049866"/>
                  <a:gd name="connsiteX3" fmla="*/ 3742267 w 4641485"/>
                  <a:gd name="connsiteY3" fmla="*/ 457200 h 1049866"/>
                  <a:gd name="connsiteX4" fmla="*/ 2269067 w 4641485"/>
                  <a:gd name="connsiteY4" fmla="*/ 1049866 h 1049866"/>
                  <a:gd name="connsiteX5" fmla="*/ 880533 w 4641485"/>
                  <a:gd name="connsiteY5" fmla="*/ 457200 h 1049866"/>
                  <a:gd name="connsiteX6" fmla="*/ 592667 w 4641485"/>
                  <a:gd name="connsiteY6" fmla="*/ 541866 h 1049866"/>
                  <a:gd name="connsiteX7" fmla="*/ 0 w 4641485"/>
                  <a:gd name="connsiteY7" fmla="*/ 254000 h 1049866"/>
                  <a:gd name="connsiteX8" fmla="*/ 880533 w 4641485"/>
                  <a:gd name="connsiteY8" fmla="*/ 16933 h 1049866"/>
                  <a:gd name="connsiteX9" fmla="*/ 2302933 w 4641485"/>
                  <a:gd name="connsiteY9" fmla="*/ 626533 h 1049866"/>
                  <a:gd name="connsiteX10" fmla="*/ 3725333 w 4641485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73798 w 4673016"/>
                  <a:gd name="connsiteY3" fmla="*/ 45720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84308 w 4673016"/>
                  <a:gd name="connsiteY3" fmla="*/ 404648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815839 w 4673016"/>
                  <a:gd name="connsiteY3" fmla="*/ 46771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4673016" h="104986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00" name="Freeform 99">
                <a:extLst>
                  <a:ext uri="{FF2B5EF4-FFF2-40B4-BE49-F238E27FC236}">
                    <a16:creationId xmlns:a16="http://schemas.microsoft.com/office/drawing/2014/main" id="{205790B6-6F8F-394F-AEFC-DC10F8B5D5DA}"/>
                  </a:ext>
                </a:extLst>
              </p:cNvPr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avLst/>
                <a:gdLst>
                  <a:gd name="connsiteX0" fmla="*/ 21021 w 1744718"/>
                  <a:gd name="connsiteY0" fmla="*/ 0 h 903890"/>
                  <a:gd name="connsiteX1" fmla="*/ 1744718 w 1744718"/>
                  <a:gd name="connsiteY1" fmla="*/ 693683 h 903890"/>
                  <a:gd name="connsiteX2" fmla="*/ 1145628 w 1744718"/>
                  <a:gd name="connsiteY2" fmla="*/ 903890 h 903890"/>
                  <a:gd name="connsiteX3" fmla="*/ 0 w 1744718"/>
                  <a:gd name="connsiteY3" fmla="*/ 451945 h 903890"/>
                  <a:gd name="connsiteX4" fmla="*/ 21021 w 1744718"/>
                  <a:gd name="connsiteY4" fmla="*/ 0 h 9038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44718" h="903890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01" name="Freeform 100">
                <a:extLst>
                  <a:ext uri="{FF2B5EF4-FFF2-40B4-BE49-F238E27FC236}">
                    <a16:creationId xmlns:a16="http://schemas.microsoft.com/office/drawing/2014/main" id="{355156BC-1504-E74B-8008-40A919B5BE4E}"/>
                  </a:ext>
                </a:extLst>
              </p:cNvPr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avLst/>
                <a:gdLst>
                  <a:gd name="connsiteX0" fmla="*/ 1702676 w 1713187"/>
                  <a:gd name="connsiteY0" fmla="*/ 0 h 893380"/>
                  <a:gd name="connsiteX1" fmla="*/ 1713187 w 1713187"/>
                  <a:gd name="connsiteY1" fmla="*/ 472966 h 893380"/>
                  <a:gd name="connsiteX2" fmla="*/ 578069 w 1713187"/>
                  <a:gd name="connsiteY2" fmla="*/ 893380 h 893380"/>
                  <a:gd name="connsiteX3" fmla="*/ 0 w 1713187"/>
                  <a:gd name="connsiteY3" fmla="*/ 693683 h 893380"/>
                  <a:gd name="connsiteX4" fmla="*/ 1702676 w 1713187"/>
                  <a:gd name="connsiteY4" fmla="*/ 0 h 8933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13187" h="893380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02" name="Freeform 101">
                <a:extLst>
                  <a:ext uri="{FF2B5EF4-FFF2-40B4-BE49-F238E27FC236}">
                    <a16:creationId xmlns:a16="http://schemas.microsoft.com/office/drawing/2014/main" id="{216A1E01-4397-904B-AF75-454F94DE1056}"/>
                  </a:ext>
                </a:extLst>
              </p:cNvPr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avLst/>
                <a:gdLst>
                  <a:gd name="connsiteX0" fmla="*/ 599089 w 4162096"/>
                  <a:gd name="connsiteY0" fmla="*/ 273269 h 1618593"/>
                  <a:gd name="connsiteX1" fmla="*/ 882869 w 4162096"/>
                  <a:gd name="connsiteY1" fmla="*/ 199697 h 1618593"/>
                  <a:gd name="connsiteX2" fmla="*/ 2312276 w 4162096"/>
                  <a:gd name="connsiteY2" fmla="*/ 798786 h 1618593"/>
                  <a:gd name="connsiteX3" fmla="*/ 3794234 w 4162096"/>
                  <a:gd name="connsiteY3" fmla="*/ 199697 h 1618593"/>
                  <a:gd name="connsiteX4" fmla="*/ 4014951 w 4162096"/>
                  <a:gd name="connsiteY4" fmla="*/ 273269 h 1618593"/>
                  <a:gd name="connsiteX5" fmla="*/ 3058510 w 4162096"/>
                  <a:gd name="connsiteY5" fmla="*/ 641131 h 1618593"/>
                  <a:gd name="connsiteX6" fmla="*/ 3026979 w 4162096"/>
                  <a:gd name="connsiteY6" fmla="*/ 1114097 h 1618593"/>
                  <a:gd name="connsiteX7" fmla="*/ 4162096 w 4162096"/>
                  <a:gd name="connsiteY7" fmla="*/ 1545021 h 1618593"/>
                  <a:gd name="connsiteX8" fmla="*/ 3878317 w 4162096"/>
                  <a:gd name="connsiteY8" fmla="*/ 1608083 h 1618593"/>
                  <a:gd name="connsiteX9" fmla="*/ 2301765 w 4162096"/>
                  <a:gd name="connsiteY9" fmla="*/ 945931 h 1618593"/>
                  <a:gd name="connsiteX10" fmla="*/ 693682 w 4162096"/>
                  <a:gd name="connsiteY10" fmla="*/ 1618593 h 1618593"/>
                  <a:gd name="connsiteX11" fmla="*/ 430924 w 4162096"/>
                  <a:gd name="connsiteY11" fmla="*/ 1524000 h 1618593"/>
                  <a:gd name="connsiteX12" fmla="*/ 1576551 w 4162096"/>
                  <a:gd name="connsiteY12" fmla="*/ 1082566 h 1618593"/>
                  <a:gd name="connsiteX13" fmla="*/ 1545020 w 4162096"/>
                  <a:gd name="connsiteY13" fmla="*/ 609600 h 1618593"/>
                  <a:gd name="connsiteX14" fmla="*/ 0 w 4162096"/>
                  <a:gd name="connsiteY14" fmla="*/ 0 h 1618593"/>
                  <a:gd name="connsiteX15" fmla="*/ 872358 w 4162096"/>
                  <a:gd name="connsiteY15" fmla="*/ 210207 h 1618593"/>
                  <a:gd name="connsiteX16" fmla="*/ 872358 w 4162096"/>
                  <a:gd name="connsiteY16" fmla="*/ 210207 h 1618593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15" fmla="*/ 441434 w 3731172"/>
                  <a:gd name="connsiteY15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357351 w 3731172"/>
                  <a:gd name="connsiteY14" fmla="*/ 115613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56137 w 3731172"/>
                  <a:gd name="connsiteY13" fmla="*/ 441434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903890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575034 w 3710151"/>
                  <a:gd name="connsiteY6" fmla="*/ 91440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06565 w 3710151"/>
                  <a:gd name="connsiteY6" fmla="*/ 92491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5151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09858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62012 w 3725019"/>
                  <a:gd name="connsiteY0" fmla="*/ 73572 h 1418896"/>
                  <a:gd name="connsiteX1" fmla="*/ 445792 w 3725019"/>
                  <a:gd name="connsiteY1" fmla="*/ 0 h 1418896"/>
                  <a:gd name="connsiteX2" fmla="*/ 1852896 w 3725019"/>
                  <a:gd name="connsiteY2" fmla="*/ 591655 h 1418896"/>
                  <a:gd name="connsiteX3" fmla="*/ 3357157 w 3725019"/>
                  <a:gd name="connsiteY3" fmla="*/ 0 h 1418896"/>
                  <a:gd name="connsiteX4" fmla="*/ 3577874 w 3725019"/>
                  <a:gd name="connsiteY4" fmla="*/ 73572 h 1418896"/>
                  <a:gd name="connsiteX5" fmla="*/ 2632585 w 3725019"/>
                  <a:gd name="connsiteY5" fmla="*/ 448868 h 1418896"/>
                  <a:gd name="connsiteX6" fmla="*/ 2625150 w 3725019"/>
                  <a:gd name="connsiteY6" fmla="*/ 902607 h 1418896"/>
                  <a:gd name="connsiteX7" fmla="*/ 3725019 w 3725019"/>
                  <a:gd name="connsiteY7" fmla="*/ 1345324 h 1418896"/>
                  <a:gd name="connsiteX8" fmla="*/ 3441240 w 3725019"/>
                  <a:gd name="connsiteY8" fmla="*/ 1408386 h 1418896"/>
                  <a:gd name="connsiteX9" fmla="*/ 1864688 w 3725019"/>
                  <a:gd name="connsiteY9" fmla="*/ 746234 h 1418896"/>
                  <a:gd name="connsiteX10" fmla="*/ 256605 w 3725019"/>
                  <a:gd name="connsiteY10" fmla="*/ 1418896 h 1418896"/>
                  <a:gd name="connsiteX11" fmla="*/ 0 w 3725019"/>
                  <a:gd name="connsiteY11" fmla="*/ 1331097 h 1418896"/>
                  <a:gd name="connsiteX12" fmla="*/ 1113454 w 3725019"/>
                  <a:gd name="connsiteY12" fmla="*/ 903890 h 1418896"/>
                  <a:gd name="connsiteX13" fmla="*/ 1102302 w 3725019"/>
                  <a:gd name="connsiteY13" fmla="*/ 451945 h 1418896"/>
                  <a:gd name="connsiteX14" fmla="*/ 183032 w 3725019"/>
                  <a:gd name="connsiteY14" fmla="*/ 84081 h 1418896"/>
                  <a:gd name="connsiteX15" fmla="*/ 162012 w 3725019"/>
                  <a:gd name="connsiteY15" fmla="*/ 73572 h 14188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725019" h="1418896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3B8CD900-19EC-824C-BF74-AADFBF5A17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8719" y="271755"/>
            <a:ext cx="11393310" cy="894622"/>
          </a:xfrm>
        </p:spPr>
        <p:txBody>
          <a:bodyPr>
            <a:normAutofit/>
          </a:bodyPr>
          <a:lstStyle/>
          <a:p>
            <a:r>
              <a:rPr lang="en-US" sz="4800" dirty="0"/>
              <a:t>TCP fairness</a:t>
            </a:r>
            <a:endParaRPr lang="en-US" sz="4400" b="0" dirty="0"/>
          </a:p>
        </p:txBody>
      </p:sp>
      <p:sp>
        <p:nvSpPr>
          <p:cNvPr id="15" name="Rectangle 4">
            <a:extLst>
              <a:ext uri="{FF2B5EF4-FFF2-40B4-BE49-F238E27FC236}">
                <a16:creationId xmlns:a16="http://schemas.microsoft.com/office/drawing/2014/main" id="{FC515608-44C0-AE4F-9716-2C57F89C9FF4}"/>
              </a:ext>
            </a:extLst>
          </p:cNvPr>
          <p:cNvSpPr txBox="1">
            <a:spLocks noChangeArrowheads="1"/>
          </p:cNvSpPr>
          <p:nvPr/>
        </p:nvSpPr>
        <p:spPr>
          <a:xfrm>
            <a:off x="876300" y="1271325"/>
            <a:ext cx="10174288" cy="108902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charset="0"/>
              <a:buNone/>
              <a:tabLst/>
              <a:defRPr/>
            </a:pP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Fairness goal:</a:t>
            </a: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if</a:t>
            </a:r>
            <a:r>
              <a:rPr kumimoji="0" lang="en-US" sz="32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K </a:t>
            </a: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TCP sessions share same bottleneck link of bandwidth </a:t>
            </a:r>
            <a:r>
              <a:rPr kumimoji="0" lang="en-US" sz="32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R</a:t>
            </a: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, each should have average rate of </a:t>
            </a:r>
            <a:r>
              <a:rPr kumimoji="0" lang="en-US" sz="32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R/K</a:t>
            </a:r>
          </a:p>
        </p:txBody>
      </p:sp>
      <p:sp>
        <p:nvSpPr>
          <p:cNvPr id="61" name="Line 68">
            <a:extLst>
              <a:ext uri="{FF2B5EF4-FFF2-40B4-BE49-F238E27FC236}">
                <a16:creationId xmlns:a16="http://schemas.microsoft.com/office/drawing/2014/main" id="{CDC7342A-49E4-EA42-944C-558FC96B498E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6816123" y="3752849"/>
            <a:ext cx="819151" cy="8919"/>
          </a:xfrm>
          <a:prstGeom prst="line">
            <a:avLst/>
          </a:prstGeom>
          <a:noFill/>
          <a:ln w="28575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charset="0"/>
              <a:ea typeface="ＭＳ Ｐゴシック" charset="0"/>
              <a:cs typeface="+mn-cs"/>
            </a:endParaRPr>
          </a:p>
        </p:txBody>
      </p:sp>
      <p:sp>
        <p:nvSpPr>
          <p:cNvPr id="80" name="Rectangle 25">
            <a:extLst>
              <a:ext uri="{FF2B5EF4-FFF2-40B4-BE49-F238E27FC236}">
                <a16:creationId xmlns:a16="http://schemas.microsoft.com/office/drawing/2014/main" id="{75F28C3D-FB3C-2547-B5A0-31713944D0F9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86588" y="3552825"/>
            <a:ext cx="147637" cy="200025"/>
          </a:xfrm>
          <a:prstGeom prst="rect">
            <a:avLst/>
          </a:prstGeom>
          <a:solidFill>
            <a:srgbClr val="009900"/>
          </a:solidFill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charset="0"/>
              <a:ea typeface="ＭＳ Ｐゴシック" charset="0"/>
              <a:cs typeface="+mn-cs"/>
            </a:endParaRPr>
          </a:p>
        </p:txBody>
      </p:sp>
      <p:sp>
        <p:nvSpPr>
          <p:cNvPr id="81" name="Rectangle 26">
            <a:extLst>
              <a:ext uri="{FF2B5EF4-FFF2-40B4-BE49-F238E27FC236}">
                <a16:creationId xmlns:a16="http://schemas.microsoft.com/office/drawing/2014/main" id="{2FFB7F49-0A17-8244-A6C8-A042CD8FF570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96025" y="3614738"/>
            <a:ext cx="147638" cy="200025"/>
          </a:xfrm>
          <a:prstGeom prst="rect">
            <a:avLst/>
          </a:prstGeom>
          <a:solidFill>
            <a:srgbClr val="009900"/>
          </a:solidFill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charset="0"/>
              <a:ea typeface="ＭＳ Ｐゴシック" charset="0"/>
              <a:cs typeface="+mn-cs"/>
            </a:endParaRPr>
          </a:p>
        </p:txBody>
      </p:sp>
      <p:sp>
        <p:nvSpPr>
          <p:cNvPr id="82" name="Rectangle 27">
            <a:extLst>
              <a:ext uri="{FF2B5EF4-FFF2-40B4-BE49-F238E27FC236}">
                <a16:creationId xmlns:a16="http://schemas.microsoft.com/office/drawing/2014/main" id="{506AE97C-512B-D047-B5C2-A8583E61E051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86538" y="3552825"/>
            <a:ext cx="147637" cy="200025"/>
          </a:xfrm>
          <a:prstGeom prst="rect">
            <a:avLst/>
          </a:prstGeom>
          <a:solidFill>
            <a:srgbClr val="009900"/>
          </a:solidFill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charset="0"/>
              <a:ea typeface="ＭＳ Ｐゴシック" charset="0"/>
              <a:cs typeface="+mn-cs"/>
            </a:endParaRPr>
          </a:p>
        </p:txBody>
      </p:sp>
      <p:sp>
        <p:nvSpPr>
          <p:cNvPr id="83" name="Text Box 28">
            <a:extLst>
              <a:ext uri="{FF2B5EF4-FFF2-40B4-BE49-F238E27FC236}">
                <a16:creationId xmlns:a16="http://schemas.microsoft.com/office/drawing/2014/main" id="{D7035546-992D-A546-9880-E3DFD92C39E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70566" y="2468215"/>
            <a:ext cx="2338269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  <a:cs typeface="+mn-cs"/>
              </a:rPr>
              <a:t>TCP connection 1</a:t>
            </a:r>
          </a:p>
        </p:txBody>
      </p:sp>
      <p:sp>
        <p:nvSpPr>
          <p:cNvPr id="84" name="Text Box 29">
            <a:extLst>
              <a:ext uri="{FF2B5EF4-FFF2-40B4-BE49-F238E27FC236}">
                <a16:creationId xmlns:a16="http://schemas.microsoft.com/office/drawing/2014/main" id="{7297E699-0BA6-F14E-9015-0764C0BCD19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10979" y="4275418"/>
            <a:ext cx="1518813" cy="10895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  <a:cs typeface="+mn-cs"/>
              </a:rPr>
              <a:t>bottleneck</a:t>
            </a:r>
          </a:p>
          <a:p>
            <a:pPr marL="0" marR="0" lvl="0" indent="0" algn="ctr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  <a:cs typeface="+mn-cs"/>
              </a:rPr>
              <a:t>router</a:t>
            </a:r>
          </a:p>
          <a:p>
            <a:pPr marL="0" marR="0" lvl="0" indent="0" algn="ctr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  <a:cs typeface="+mn-cs"/>
              </a:rPr>
              <a:t>capacity R</a:t>
            </a:r>
          </a:p>
        </p:txBody>
      </p:sp>
      <p:sp>
        <p:nvSpPr>
          <p:cNvPr id="85" name="Freeform 40">
            <a:extLst>
              <a:ext uri="{FF2B5EF4-FFF2-40B4-BE49-F238E27FC236}">
                <a16:creationId xmlns:a16="http://schemas.microsoft.com/office/drawing/2014/main" id="{7B18511C-E0F5-ED42-B886-442969765A2C}"/>
              </a:ext>
            </a:extLst>
          </p:cNvPr>
          <p:cNvSpPr>
            <a:spLocks/>
          </p:cNvSpPr>
          <p:nvPr/>
        </p:nvSpPr>
        <p:spPr bwMode="auto">
          <a:xfrm>
            <a:off x="4765675" y="2967952"/>
            <a:ext cx="4227323" cy="719138"/>
          </a:xfrm>
          <a:custGeom>
            <a:avLst/>
            <a:gdLst>
              <a:gd name="T0" fmla="*/ 0 w 2412"/>
              <a:gd name="T1" fmla="*/ 0 h 453"/>
              <a:gd name="T2" fmla="*/ 2147483647 w 2412"/>
              <a:gd name="T3" fmla="*/ 2147483647 h 453"/>
              <a:gd name="T4" fmla="*/ 2147483647 w 2412"/>
              <a:gd name="T5" fmla="*/ 2147483647 h 453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2412" h="453">
                <a:moveTo>
                  <a:pt x="0" y="0"/>
                </a:moveTo>
                <a:cubicBezTo>
                  <a:pt x="93" y="65"/>
                  <a:pt x="156" y="318"/>
                  <a:pt x="558" y="390"/>
                </a:cubicBezTo>
                <a:cubicBezTo>
                  <a:pt x="959" y="453"/>
                  <a:pt x="2026" y="423"/>
                  <a:pt x="2412" y="432"/>
                </a:cubicBezTo>
              </a:path>
            </a:pathLst>
          </a:custGeom>
          <a:noFill/>
          <a:ln w="38100" cap="flat" cmpd="sng">
            <a:solidFill>
              <a:srgbClr val="009900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86" name="Rectangle 41">
            <a:extLst>
              <a:ext uri="{FF2B5EF4-FFF2-40B4-BE49-F238E27FC236}">
                <a16:creationId xmlns:a16="http://schemas.microsoft.com/office/drawing/2014/main" id="{B87FB624-4166-674A-B3AB-E61FF504C187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57950" y="3614738"/>
            <a:ext cx="147638" cy="200025"/>
          </a:xfrm>
          <a:prstGeom prst="rect">
            <a:avLst/>
          </a:prstGeom>
          <a:solidFill>
            <a:srgbClr val="3333CC"/>
          </a:solidFill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charset="0"/>
              <a:ea typeface="ＭＳ Ｐゴシック" charset="0"/>
              <a:cs typeface="+mn-cs"/>
            </a:endParaRPr>
          </a:p>
        </p:txBody>
      </p:sp>
      <p:sp>
        <p:nvSpPr>
          <p:cNvPr id="87" name="Freeform 42">
            <a:extLst>
              <a:ext uri="{FF2B5EF4-FFF2-40B4-BE49-F238E27FC236}">
                <a16:creationId xmlns:a16="http://schemas.microsoft.com/office/drawing/2014/main" id="{219FFC1B-3A12-DC4B-B53E-9BB5E48658B7}"/>
              </a:ext>
            </a:extLst>
          </p:cNvPr>
          <p:cNvSpPr>
            <a:spLocks/>
          </p:cNvSpPr>
          <p:nvPr/>
        </p:nvSpPr>
        <p:spPr bwMode="auto">
          <a:xfrm>
            <a:off x="4724400" y="3763963"/>
            <a:ext cx="4268598" cy="719137"/>
          </a:xfrm>
          <a:custGeom>
            <a:avLst/>
            <a:gdLst>
              <a:gd name="T0" fmla="*/ 0 w 2412"/>
              <a:gd name="T1" fmla="*/ 2147483647 h 453"/>
              <a:gd name="T2" fmla="*/ 2147483647 w 2412"/>
              <a:gd name="T3" fmla="*/ 2147483647 h 453"/>
              <a:gd name="T4" fmla="*/ 2147483647 w 2412"/>
              <a:gd name="T5" fmla="*/ 2147483647 h 453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2412" h="453">
                <a:moveTo>
                  <a:pt x="0" y="453"/>
                </a:moveTo>
                <a:cubicBezTo>
                  <a:pt x="93" y="388"/>
                  <a:pt x="156" y="134"/>
                  <a:pt x="558" y="63"/>
                </a:cubicBezTo>
                <a:cubicBezTo>
                  <a:pt x="959" y="0"/>
                  <a:pt x="2026" y="36"/>
                  <a:pt x="2412" y="29"/>
                </a:cubicBezTo>
              </a:path>
            </a:pathLst>
          </a:custGeom>
          <a:noFill/>
          <a:ln w="38100" cap="flat" cmpd="sng">
            <a:solidFill>
              <a:srgbClr val="3333CC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88" name="Text Box 48">
            <a:extLst>
              <a:ext uri="{FF2B5EF4-FFF2-40B4-BE49-F238E27FC236}">
                <a16:creationId xmlns:a16="http://schemas.microsoft.com/office/drawing/2014/main" id="{1859B4C2-A97D-4B48-B306-9FC98BD5A12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54381" y="4692948"/>
            <a:ext cx="2338269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  <a:cs typeface="+mn-cs"/>
              </a:rPr>
              <a:t>TCP connection 2</a:t>
            </a:r>
          </a:p>
        </p:txBody>
      </p:sp>
      <p:grpSp>
        <p:nvGrpSpPr>
          <p:cNvPr id="89" name="Group 69">
            <a:extLst>
              <a:ext uri="{FF2B5EF4-FFF2-40B4-BE49-F238E27FC236}">
                <a16:creationId xmlns:a16="http://schemas.microsoft.com/office/drawing/2014/main" id="{E41C4D8C-20B4-204B-B9D2-EF53C43D06A8}"/>
              </a:ext>
            </a:extLst>
          </p:cNvPr>
          <p:cNvGrpSpPr>
            <a:grpSpLocks/>
          </p:cNvGrpSpPr>
          <p:nvPr/>
        </p:nvGrpSpPr>
        <p:grpSpPr bwMode="auto">
          <a:xfrm>
            <a:off x="3975100" y="2860675"/>
            <a:ext cx="766763" cy="704850"/>
            <a:chOff x="-44" y="1473"/>
            <a:chExt cx="981" cy="1105"/>
          </a:xfrm>
        </p:grpSpPr>
        <p:pic>
          <p:nvPicPr>
            <p:cNvPr id="90" name="Picture 70" descr="desktop_computer_stylized_medium">
              <a:extLst>
                <a:ext uri="{FF2B5EF4-FFF2-40B4-BE49-F238E27FC236}">
                  <a16:creationId xmlns:a16="http://schemas.microsoft.com/office/drawing/2014/main" id="{0A14B506-3AAE-F546-9A74-AC6072F150D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91" name="Freeform 71">
              <a:extLst>
                <a:ext uri="{FF2B5EF4-FFF2-40B4-BE49-F238E27FC236}">
                  <a16:creationId xmlns:a16="http://schemas.microsoft.com/office/drawing/2014/main" id="{F6DE560E-4DD1-2842-AD9C-065090AD3689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5595 w 356"/>
                <a:gd name="T3" fmla="*/ 341 h 368"/>
                <a:gd name="T4" fmla="*/ 6638 w 356"/>
                <a:gd name="T5" fmla="*/ 7113 h 368"/>
                <a:gd name="T6" fmla="*/ 1463 w 356"/>
                <a:gd name="T7" fmla="*/ 8895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 cmpd="sng">
                  <a:solidFill>
                    <a:schemeClr val="tx1"/>
                  </a:solidFill>
                  <a:prstDash val="solid"/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</p:grpSp>
      <p:grpSp>
        <p:nvGrpSpPr>
          <p:cNvPr id="92" name="Group 72">
            <a:extLst>
              <a:ext uri="{FF2B5EF4-FFF2-40B4-BE49-F238E27FC236}">
                <a16:creationId xmlns:a16="http://schemas.microsoft.com/office/drawing/2014/main" id="{D4B132ED-F65A-8349-9956-0282CD84A913}"/>
              </a:ext>
            </a:extLst>
          </p:cNvPr>
          <p:cNvGrpSpPr>
            <a:grpSpLocks/>
          </p:cNvGrpSpPr>
          <p:nvPr/>
        </p:nvGrpSpPr>
        <p:grpSpPr bwMode="auto">
          <a:xfrm>
            <a:off x="3978275" y="4106863"/>
            <a:ext cx="766763" cy="704850"/>
            <a:chOff x="-44" y="1473"/>
            <a:chExt cx="981" cy="1105"/>
          </a:xfrm>
        </p:grpSpPr>
        <p:pic>
          <p:nvPicPr>
            <p:cNvPr id="93" name="Picture 73" descr="desktop_computer_stylized_medium">
              <a:extLst>
                <a:ext uri="{FF2B5EF4-FFF2-40B4-BE49-F238E27FC236}">
                  <a16:creationId xmlns:a16="http://schemas.microsoft.com/office/drawing/2014/main" id="{4A386E2E-C0EC-8A47-9B1E-88CB80A47D5C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94" name="Freeform 74">
              <a:extLst>
                <a:ext uri="{FF2B5EF4-FFF2-40B4-BE49-F238E27FC236}">
                  <a16:creationId xmlns:a16="http://schemas.microsoft.com/office/drawing/2014/main" id="{021EC07F-1EE7-F54E-88B9-7C2A3644AA1B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5595 w 356"/>
                <a:gd name="T3" fmla="*/ 341 h 368"/>
                <a:gd name="T4" fmla="*/ 6638 w 356"/>
                <a:gd name="T5" fmla="*/ 7113 h 368"/>
                <a:gd name="T6" fmla="*/ 1463 w 356"/>
                <a:gd name="T7" fmla="*/ 8895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 cmpd="sng">
                  <a:solidFill>
                    <a:schemeClr val="tx1"/>
                  </a:solidFill>
                  <a:prstDash val="solid"/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</p:grpSp>
      <p:sp>
        <p:nvSpPr>
          <p:cNvPr id="36" name="Slide Number Placeholder 2">
            <a:extLst>
              <a:ext uri="{FF2B5EF4-FFF2-40B4-BE49-F238E27FC236}">
                <a16:creationId xmlns:a16="http://schemas.microsoft.com/office/drawing/2014/main" id="{BB114D03-0978-4146-94B8-68FCC4AA261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19616" y="6443089"/>
            <a:ext cx="2743200" cy="365125"/>
          </a:xfrm>
        </p:spPr>
        <p:txBody>
          <a:bodyPr/>
          <a:lstStyle/>
          <a:p>
            <a:r>
              <a:rPr lang="en-US" dirty="0"/>
              <a:t>Transport Layer: 3-</a:t>
            </a:r>
            <a:fld id="{C4204591-24BD-A542-B9D5-F8D8A88D2FEE}" type="slidenum">
              <a:rPr lang="en-US" smtClean="0"/>
              <a:pPr/>
              <a:t>45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41573620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8CD900-19EC-824C-BF74-AADFBF5A17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8690" y="234526"/>
            <a:ext cx="11393310" cy="894622"/>
          </a:xfrm>
        </p:spPr>
        <p:txBody>
          <a:bodyPr>
            <a:normAutofit/>
          </a:bodyPr>
          <a:lstStyle/>
          <a:p>
            <a:r>
              <a:rPr lang="en-US" sz="4800" dirty="0"/>
              <a:t>Q: is TCP Fair?</a:t>
            </a:r>
            <a:endParaRPr lang="en-US" sz="4400" b="0" dirty="0"/>
          </a:p>
        </p:txBody>
      </p:sp>
      <p:sp>
        <p:nvSpPr>
          <p:cNvPr id="37" name="Rectangle 3">
            <a:extLst>
              <a:ext uri="{FF2B5EF4-FFF2-40B4-BE49-F238E27FC236}">
                <a16:creationId xmlns:a16="http://schemas.microsoft.com/office/drawing/2014/main" id="{F376200C-B032-3845-A02F-653A6DB1CA80}"/>
              </a:ext>
            </a:extLst>
          </p:cNvPr>
          <p:cNvSpPr txBox="1">
            <a:spLocks noChangeArrowheads="1"/>
          </p:cNvSpPr>
          <p:nvPr/>
        </p:nvSpPr>
        <p:spPr>
          <a:xfrm>
            <a:off x="1028116" y="1209675"/>
            <a:ext cx="10643184" cy="4648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52425" marR="0" lvl="0" indent="-22225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charset="0"/>
              <a:buNone/>
              <a:tabLst/>
              <a:defRPr/>
            </a:pP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Example: two competing TCP sessions:</a:t>
            </a:r>
          </a:p>
          <a:p>
            <a:pPr marL="457200" marR="0" lvl="0" indent="-2159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charset="2"/>
              <a:buChar char="§"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additive increase gives slope of 1, as throughout increases</a:t>
            </a:r>
          </a:p>
          <a:p>
            <a:pPr marL="457200" marR="0" lvl="0" indent="-2159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charset="2"/>
              <a:buChar char="§"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multiplicative decrease decreases throughput proportionally </a:t>
            </a:r>
          </a:p>
        </p:txBody>
      </p:sp>
      <p:sp>
        <p:nvSpPr>
          <p:cNvPr id="58" name="Line 4">
            <a:extLst>
              <a:ext uri="{FF2B5EF4-FFF2-40B4-BE49-F238E27FC236}">
                <a16:creationId xmlns:a16="http://schemas.microsoft.com/office/drawing/2014/main" id="{DBA281FC-CC2B-3B4C-8CA6-4EDCC95E7FC5}"/>
              </a:ext>
            </a:extLst>
          </p:cNvPr>
          <p:cNvSpPr>
            <a:spLocks noChangeShapeType="1"/>
          </p:cNvSpPr>
          <p:nvPr/>
        </p:nvSpPr>
        <p:spPr bwMode="auto">
          <a:xfrm>
            <a:off x="1701800" y="6091237"/>
            <a:ext cx="3638550" cy="0"/>
          </a:xfrm>
          <a:prstGeom prst="line">
            <a:avLst/>
          </a:prstGeom>
          <a:noFill/>
          <a:ln w="38100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charset="0"/>
              <a:ea typeface="ＭＳ Ｐゴシック" charset="0"/>
              <a:cs typeface="+mn-cs"/>
            </a:endParaRPr>
          </a:p>
        </p:txBody>
      </p:sp>
      <p:sp>
        <p:nvSpPr>
          <p:cNvPr id="59" name="Line 5">
            <a:extLst>
              <a:ext uri="{FF2B5EF4-FFF2-40B4-BE49-F238E27FC236}">
                <a16:creationId xmlns:a16="http://schemas.microsoft.com/office/drawing/2014/main" id="{B4E196DB-854B-3549-98E9-F41F0D1F00AE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1701800" y="2995612"/>
            <a:ext cx="0" cy="3086100"/>
          </a:xfrm>
          <a:prstGeom prst="line">
            <a:avLst/>
          </a:prstGeom>
          <a:noFill/>
          <a:ln w="38100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charset="0"/>
              <a:ea typeface="ＭＳ Ｐゴシック" charset="0"/>
              <a:cs typeface="+mn-cs"/>
            </a:endParaRPr>
          </a:p>
        </p:txBody>
      </p:sp>
      <p:sp>
        <p:nvSpPr>
          <p:cNvPr id="60" name="Line 6">
            <a:extLst>
              <a:ext uri="{FF2B5EF4-FFF2-40B4-BE49-F238E27FC236}">
                <a16:creationId xmlns:a16="http://schemas.microsoft.com/office/drawing/2014/main" id="{5542C2C0-67F6-994A-AEFC-E5B2460F1F4B}"/>
              </a:ext>
            </a:extLst>
          </p:cNvPr>
          <p:cNvSpPr>
            <a:spLocks noChangeShapeType="1"/>
          </p:cNvSpPr>
          <p:nvPr/>
        </p:nvSpPr>
        <p:spPr bwMode="auto">
          <a:xfrm rot="-2938105" flipH="1" flipV="1">
            <a:off x="1095375" y="4730750"/>
            <a:ext cx="3560763" cy="14287"/>
          </a:xfrm>
          <a:prstGeom prst="line">
            <a:avLst/>
          </a:prstGeom>
          <a:noFill/>
          <a:ln w="19050">
            <a:solidFill>
              <a:srgbClr val="000000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charset="0"/>
              <a:ea typeface="ＭＳ Ｐゴシック" charset="0"/>
              <a:cs typeface="+mn-cs"/>
            </a:endParaRPr>
          </a:p>
        </p:txBody>
      </p:sp>
      <p:sp>
        <p:nvSpPr>
          <p:cNvPr id="62" name="Line 7">
            <a:extLst>
              <a:ext uri="{FF2B5EF4-FFF2-40B4-BE49-F238E27FC236}">
                <a16:creationId xmlns:a16="http://schemas.microsoft.com/office/drawing/2014/main" id="{7A0A4AB6-5EF9-8440-BAF1-06A321FDC132}"/>
              </a:ext>
            </a:extLst>
          </p:cNvPr>
          <p:cNvSpPr>
            <a:spLocks noChangeShapeType="1"/>
          </p:cNvSpPr>
          <p:nvPr/>
        </p:nvSpPr>
        <p:spPr bwMode="auto">
          <a:xfrm>
            <a:off x="1682750" y="3243262"/>
            <a:ext cx="2819400" cy="2809875"/>
          </a:xfrm>
          <a:prstGeom prst="line">
            <a:avLst/>
          </a:prstGeom>
          <a:noFill/>
          <a:ln w="38100">
            <a:solidFill>
              <a:srgbClr val="3333CC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charset="0"/>
              <a:ea typeface="ＭＳ Ｐゴシック" charset="0"/>
              <a:cs typeface="+mn-cs"/>
            </a:endParaRPr>
          </a:p>
        </p:txBody>
      </p:sp>
      <p:sp>
        <p:nvSpPr>
          <p:cNvPr id="63" name="Text Box 8">
            <a:extLst>
              <a:ext uri="{FF2B5EF4-FFF2-40B4-BE49-F238E27FC236}">
                <a16:creationId xmlns:a16="http://schemas.microsoft.com/office/drawing/2014/main" id="{17AEECBA-CCAD-AA47-9887-C9E20B6826A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31913" y="3071812"/>
            <a:ext cx="403225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rPr>
              <a:t>R</a:t>
            </a:r>
            <a:endParaRPr kumimoji="0" lang="en-US" sz="10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  <a:cs typeface="+mn-cs"/>
            </a:endParaRPr>
          </a:p>
        </p:txBody>
      </p:sp>
      <p:sp>
        <p:nvSpPr>
          <p:cNvPr id="64" name="Text Box 9">
            <a:extLst>
              <a:ext uri="{FF2B5EF4-FFF2-40B4-BE49-F238E27FC236}">
                <a16:creationId xmlns:a16="http://schemas.microsoft.com/office/drawing/2014/main" id="{5D2A8ED6-62FA-AA4E-B95C-0B1A8098108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84663" y="6119812"/>
            <a:ext cx="403225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rPr>
              <a:t>R</a:t>
            </a:r>
            <a:endParaRPr kumimoji="0" lang="en-US" sz="10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  <a:cs typeface="+mn-cs"/>
            </a:endParaRPr>
          </a:p>
        </p:txBody>
      </p:sp>
      <p:sp>
        <p:nvSpPr>
          <p:cNvPr id="65" name="Text Box 10">
            <a:extLst>
              <a:ext uri="{FF2B5EF4-FFF2-40B4-BE49-F238E27FC236}">
                <a16:creationId xmlns:a16="http://schemas.microsoft.com/office/drawing/2014/main" id="{B2E2FDC0-B672-3448-804D-624A98C1841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60638" y="3062287"/>
            <a:ext cx="3546475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rPr>
              <a:t>equal bandwidth share</a:t>
            </a:r>
            <a:endParaRPr kumimoji="0" lang="en-US" sz="10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  <a:cs typeface="+mn-cs"/>
            </a:endParaRPr>
          </a:p>
        </p:txBody>
      </p:sp>
      <p:sp>
        <p:nvSpPr>
          <p:cNvPr id="66" name="Text Box 11">
            <a:extLst>
              <a:ext uri="{FF2B5EF4-FFF2-40B4-BE49-F238E27FC236}">
                <a16:creationId xmlns:a16="http://schemas.microsoft.com/office/drawing/2014/main" id="{14F93699-B5A1-D14D-8FB0-AA9B53890B6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41413" y="6100762"/>
            <a:ext cx="3546475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rPr>
              <a:t>Connection 1 throughput</a:t>
            </a:r>
            <a:endParaRPr kumimoji="0" lang="en-US" sz="10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  <a:cs typeface="+mn-cs"/>
            </a:endParaRPr>
          </a:p>
        </p:txBody>
      </p:sp>
      <p:sp>
        <p:nvSpPr>
          <p:cNvPr id="67" name="Text Box 12">
            <a:extLst>
              <a:ext uri="{FF2B5EF4-FFF2-40B4-BE49-F238E27FC236}">
                <a16:creationId xmlns:a16="http://schemas.microsoft.com/office/drawing/2014/main" id="{21CCCAB1-09D9-8E4C-AB43-05B1CC4E61F5}"/>
              </a:ext>
            </a:extLst>
          </p:cNvPr>
          <p:cNvSpPr txBox="1">
            <a:spLocks noChangeArrowheads="1"/>
          </p:cNvSpPr>
          <p:nvPr/>
        </p:nvSpPr>
        <p:spPr bwMode="auto">
          <a:xfrm rot="-5396642">
            <a:off x="-273844" y="4639469"/>
            <a:ext cx="3546475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rPr>
              <a:t>Connection 2 throughput</a:t>
            </a:r>
            <a:endParaRPr kumimoji="0" lang="en-US" sz="10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  <a:cs typeface="+mn-cs"/>
            </a:endParaRPr>
          </a:p>
        </p:txBody>
      </p:sp>
      <p:sp>
        <p:nvSpPr>
          <p:cNvPr id="68" name="Line 13">
            <a:extLst>
              <a:ext uri="{FF2B5EF4-FFF2-40B4-BE49-F238E27FC236}">
                <a16:creationId xmlns:a16="http://schemas.microsoft.com/office/drawing/2014/main" id="{5F5EBC46-A27F-8D4B-BB71-A9A69889B2CA}"/>
              </a:ext>
            </a:extLst>
          </p:cNvPr>
          <p:cNvSpPr>
            <a:spLocks noChangeShapeType="1"/>
          </p:cNvSpPr>
          <p:nvPr/>
        </p:nvSpPr>
        <p:spPr bwMode="auto">
          <a:xfrm rot="-2938105" flipH="1" flipV="1">
            <a:off x="2805112" y="5348288"/>
            <a:ext cx="1293813" cy="4762"/>
          </a:xfrm>
          <a:prstGeom prst="line">
            <a:avLst/>
          </a:prstGeom>
          <a:noFill/>
          <a:ln w="19050">
            <a:solidFill>
              <a:srgbClr val="C00000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charset="0"/>
              <a:ea typeface="ＭＳ Ｐゴシック" charset="0"/>
              <a:cs typeface="+mn-cs"/>
            </a:endParaRPr>
          </a:p>
        </p:txBody>
      </p:sp>
      <p:sp>
        <p:nvSpPr>
          <p:cNvPr id="69" name="Text Box 14">
            <a:extLst>
              <a:ext uri="{FF2B5EF4-FFF2-40B4-BE49-F238E27FC236}">
                <a16:creationId xmlns:a16="http://schemas.microsoft.com/office/drawing/2014/main" id="{40C340D3-D186-C146-A88F-B4C6DA37577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75038" y="4919662"/>
            <a:ext cx="4537075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rPr>
              <a:t>congestion avoidance: additive increase</a:t>
            </a:r>
            <a:endParaRPr kumimoji="0" lang="en-US" sz="10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  <a:cs typeface="+mn-cs"/>
            </a:endParaRPr>
          </a:p>
        </p:txBody>
      </p:sp>
      <p:sp>
        <p:nvSpPr>
          <p:cNvPr id="70" name="Line 15">
            <a:extLst>
              <a:ext uri="{FF2B5EF4-FFF2-40B4-BE49-F238E27FC236}">
                <a16:creationId xmlns:a16="http://schemas.microsoft.com/office/drawing/2014/main" id="{F674B59D-1466-9848-98C7-F85A4B7C2667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2692400" y="4881562"/>
            <a:ext cx="1171575" cy="631825"/>
          </a:xfrm>
          <a:prstGeom prst="line">
            <a:avLst/>
          </a:prstGeom>
          <a:noFill/>
          <a:ln w="19050">
            <a:solidFill>
              <a:srgbClr val="C0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charset="0"/>
              <a:ea typeface="ＭＳ Ｐゴシック" charset="0"/>
              <a:cs typeface="+mn-cs"/>
            </a:endParaRPr>
          </a:p>
        </p:txBody>
      </p:sp>
      <p:sp>
        <p:nvSpPr>
          <p:cNvPr id="71" name="Text Box 16">
            <a:extLst>
              <a:ext uri="{FF2B5EF4-FFF2-40B4-BE49-F238E27FC236}">
                <a16:creationId xmlns:a16="http://schemas.microsoft.com/office/drawing/2014/main" id="{0A077D32-CBC6-0E40-85C7-A1E8D5167F2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06850" y="4675187"/>
            <a:ext cx="3460750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rPr>
              <a:t>loss: decrease window by factor of 2</a:t>
            </a:r>
            <a:endParaRPr kumimoji="0" lang="en-US" sz="10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  <a:cs typeface="+mn-cs"/>
            </a:endParaRPr>
          </a:p>
        </p:txBody>
      </p:sp>
      <p:sp>
        <p:nvSpPr>
          <p:cNvPr id="72" name="Line 17">
            <a:extLst>
              <a:ext uri="{FF2B5EF4-FFF2-40B4-BE49-F238E27FC236}">
                <a16:creationId xmlns:a16="http://schemas.microsoft.com/office/drawing/2014/main" id="{B9476A6C-10EE-1541-8903-FE6263CE8822}"/>
              </a:ext>
            </a:extLst>
          </p:cNvPr>
          <p:cNvSpPr>
            <a:spLocks noChangeShapeType="1"/>
          </p:cNvSpPr>
          <p:nvPr/>
        </p:nvSpPr>
        <p:spPr bwMode="auto">
          <a:xfrm rot="-2938105" flipH="1" flipV="1">
            <a:off x="2484438" y="5021262"/>
            <a:ext cx="1303337" cy="23813"/>
          </a:xfrm>
          <a:prstGeom prst="line">
            <a:avLst/>
          </a:prstGeom>
          <a:noFill/>
          <a:ln w="19050">
            <a:solidFill>
              <a:srgbClr val="C00000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charset="0"/>
              <a:ea typeface="ＭＳ Ｐゴシック" charset="0"/>
              <a:cs typeface="+mn-cs"/>
            </a:endParaRPr>
          </a:p>
        </p:txBody>
      </p:sp>
      <p:sp>
        <p:nvSpPr>
          <p:cNvPr id="73" name="Text Box 18">
            <a:extLst>
              <a:ext uri="{FF2B5EF4-FFF2-40B4-BE49-F238E27FC236}">
                <a16:creationId xmlns:a16="http://schemas.microsoft.com/office/drawing/2014/main" id="{FCED3372-6EB5-0244-B6B3-A1566B98227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189288" y="4433887"/>
            <a:ext cx="4537075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rPr>
              <a:t>congestion avoidance: additive increase</a:t>
            </a:r>
            <a:endParaRPr kumimoji="0" lang="en-US" sz="10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  <a:cs typeface="+mn-cs"/>
            </a:endParaRPr>
          </a:p>
        </p:txBody>
      </p:sp>
      <p:sp>
        <p:nvSpPr>
          <p:cNvPr id="74" name="Line 19">
            <a:extLst>
              <a:ext uri="{FF2B5EF4-FFF2-40B4-BE49-F238E27FC236}">
                <a16:creationId xmlns:a16="http://schemas.microsoft.com/office/drawing/2014/main" id="{4E5DDD32-0D26-E049-B9F7-C4FBF7E6512E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2549525" y="4595812"/>
            <a:ext cx="981075" cy="765175"/>
          </a:xfrm>
          <a:prstGeom prst="line">
            <a:avLst/>
          </a:prstGeom>
          <a:noFill/>
          <a:ln w="19050">
            <a:solidFill>
              <a:srgbClr val="C0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charset="0"/>
              <a:ea typeface="ＭＳ Ｐゴシック" charset="0"/>
              <a:cs typeface="+mn-cs"/>
            </a:endParaRPr>
          </a:p>
        </p:txBody>
      </p:sp>
      <p:sp>
        <p:nvSpPr>
          <p:cNvPr id="75" name="Text Box 20">
            <a:extLst>
              <a:ext uri="{FF2B5EF4-FFF2-40B4-BE49-F238E27FC236}">
                <a16:creationId xmlns:a16="http://schemas.microsoft.com/office/drawing/2014/main" id="{A03E8186-B72C-F340-B288-4F7DBF87618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06800" y="4227512"/>
            <a:ext cx="3460750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rPr>
              <a:t>loss: decrease window by factor of 2</a:t>
            </a:r>
            <a:endParaRPr kumimoji="0" lang="en-US" sz="10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  <a:cs typeface="+mn-cs"/>
            </a:endParaRPr>
          </a:p>
        </p:txBody>
      </p:sp>
      <p:sp>
        <p:nvSpPr>
          <p:cNvPr id="76" name="Line 21">
            <a:extLst>
              <a:ext uri="{FF2B5EF4-FFF2-40B4-BE49-F238E27FC236}">
                <a16:creationId xmlns:a16="http://schemas.microsoft.com/office/drawing/2014/main" id="{23ACBCF3-355B-D845-A208-0AA50EB86E08}"/>
              </a:ext>
            </a:extLst>
          </p:cNvPr>
          <p:cNvSpPr>
            <a:spLocks noChangeShapeType="1"/>
          </p:cNvSpPr>
          <p:nvPr/>
        </p:nvSpPr>
        <p:spPr bwMode="auto">
          <a:xfrm rot="-2938105" flipH="1" flipV="1">
            <a:off x="2340769" y="4874419"/>
            <a:ext cx="1279525" cy="14287"/>
          </a:xfrm>
          <a:prstGeom prst="line">
            <a:avLst/>
          </a:prstGeom>
          <a:noFill/>
          <a:ln w="19050">
            <a:solidFill>
              <a:srgbClr val="C00000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charset="0"/>
              <a:ea typeface="ＭＳ Ｐゴシック" charset="0"/>
              <a:cs typeface="+mn-cs"/>
            </a:endParaRPr>
          </a:p>
        </p:txBody>
      </p:sp>
      <p:sp>
        <p:nvSpPr>
          <p:cNvPr id="77" name="Line 22">
            <a:extLst>
              <a:ext uri="{FF2B5EF4-FFF2-40B4-BE49-F238E27FC236}">
                <a16:creationId xmlns:a16="http://schemas.microsoft.com/office/drawing/2014/main" id="{E273C730-C7D8-1A43-9E3B-00ABA35C5306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2482850" y="4414837"/>
            <a:ext cx="911225" cy="889000"/>
          </a:xfrm>
          <a:prstGeom prst="line">
            <a:avLst/>
          </a:prstGeom>
          <a:noFill/>
          <a:ln w="19050">
            <a:solidFill>
              <a:srgbClr val="C0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charset="0"/>
              <a:ea typeface="ＭＳ Ｐゴシック" charset="0"/>
              <a:cs typeface="+mn-cs"/>
            </a:endParaRPr>
          </a:p>
        </p:txBody>
      </p:sp>
      <p:sp>
        <p:nvSpPr>
          <p:cNvPr id="78" name="Line 23">
            <a:extLst>
              <a:ext uri="{FF2B5EF4-FFF2-40B4-BE49-F238E27FC236}">
                <a16:creationId xmlns:a16="http://schemas.microsoft.com/office/drawing/2014/main" id="{D3308B5F-47D8-A74E-B415-FFCEF8B0042F}"/>
              </a:ext>
            </a:extLst>
          </p:cNvPr>
          <p:cNvSpPr>
            <a:spLocks noChangeShapeType="1"/>
          </p:cNvSpPr>
          <p:nvPr/>
        </p:nvSpPr>
        <p:spPr bwMode="auto">
          <a:xfrm rot="-2938105" flipH="1" flipV="1">
            <a:off x="2261394" y="4810919"/>
            <a:ext cx="1279525" cy="14287"/>
          </a:xfrm>
          <a:prstGeom prst="line">
            <a:avLst/>
          </a:prstGeom>
          <a:noFill/>
          <a:ln w="19050">
            <a:solidFill>
              <a:srgbClr val="C00000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charset="0"/>
              <a:ea typeface="ＭＳ Ｐゴシック" charset="0"/>
              <a:cs typeface="+mn-cs"/>
            </a:endParaRP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27161D4D-6036-7840-9C2A-DD136DFE6AC3}"/>
              </a:ext>
            </a:extLst>
          </p:cNvPr>
          <p:cNvGrpSpPr/>
          <p:nvPr/>
        </p:nvGrpSpPr>
        <p:grpSpPr>
          <a:xfrm>
            <a:off x="7983110" y="3205277"/>
            <a:ext cx="3864041" cy="2713458"/>
            <a:chOff x="7983110" y="3205277"/>
            <a:chExt cx="3864041" cy="2713458"/>
          </a:xfrm>
        </p:grpSpPr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4F689499-145C-2146-9B69-DB52B42A4EDB}"/>
                </a:ext>
              </a:extLst>
            </p:cNvPr>
            <p:cNvSpPr txBox="1"/>
            <p:nvPr/>
          </p:nvSpPr>
          <p:spPr>
            <a:xfrm>
              <a:off x="8130707" y="3671674"/>
              <a:ext cx="3703160" cy="219752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800" b="0" i="1" u="none" strike="noStrike" kern="1200" cap="none" spc="0" normalizeH="0" baseline="0" noProof="0" dirty="0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A: </a:t>
              </a:r>
              <a:r>
                <a:rPr kumimoji="0" lang="en-US" sz="2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Yes, under idealized assumptions:</a:t>
              </a:r>
            </a:p>
            <a:p>
              <a:pPr marL="342900" marR="0" lvl="0" indent="-228600" algn="l" defTabSz="914400" rtl="0" eaLnBrk="1" fontAlgn="auto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A8"/>
                </a:buClr>
                <a:buSzTx/>
                <a:buFont typeface="Wingdings" pitchFamily="2" charset="2"/>
                <a:buChar char="§"/>
                <a:tabLst/>
                <a:defRPr/>
              </a:pPr>
              <a:r>
                <a:rPr kumimoji="0" 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same RTT</a:t>
              </a:r>
            </a:p>
            <a:p>
              <a:pPr marL="342900" marR="0" lvl="0" indent="-228600" algn="l" defTabSz="914400" rtl="0" eaLnBrk="1" fontAlgn="auto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A8"/>
                </a:buClr>
                <a:buSzTx/>
                <a:buFont typeface="Wingdings" pitchFamily="2" charset="2"/>
                <a:buChar char="§"/>
                <a:tabLst/>
                <a:defRPr/>
              </a:pPr>
              <a:r>
                <a:rPr kumimoji="0" 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fixed number of sessions only in congestion avoidance </a:t>
              </a:r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81B3A82D-3CAE-9B48-AD89-484CB7470DDC}"/>
                </a:ext>
              </a:extLst>
            </p:cNvPr>
            <p:cNvSpPr/>
            <p:nvPr/>
          </p:nvSpPr>
          <p:spPr>
            <a:xfrm>
              <a:off x="7983110" y="3468687"/>
              <a:ext cx="3864041" cy="2450048"/>
            </a:xfrm>
            <a:prstGeom prst="rect">
              <a:avLst/>
            </a:prstGeom>
            <a:noFill/>
            <a:ln w="22225"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0810BBF2-F84D-F54A-8EA9-8C4CDEC1F8FC}"/>
                </a:ext>
              </a:extLst>
            </p:cNvPr>
            <p:cNvSpPr/>
            <p:nvPr/>
          </p:nvSpPr>
          <p:spPr>
            <a:xfrm>
              <a:off x="8338252" y="3328994"/>
              <a:ext cx="1762727" cy="25558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7AF32648-965E-544D-9501-D321D85B1D2E}"/>
                </a:ext>
              </a:extLst>
            </p:cNvPr>
            <p:cNvSpPr txBox="1"/>
            <p:nvPr/>
          </p:nvSpPr>
          <p:spPr>
            <a:xfrm>
              <a:off x="8332482" y="3205277"/>
              <a:ext cx="1768497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800" b="0" i="1" u="none" strike="noStrike" kern="1200" cap="none" spc="0" normalizeH="0" baseline="0" noProof="0" dirty="0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Is</a:t>
              </a:r>
              <a:r>
                <a:rPr kumimoji="0" lang="en-US" sz="2800" b="0" i="0" u="none" strike="noStrike" kern="1200" cap="none" spc="0" normalizeH="0" baseline="0" noProof="0" dirty="0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TCP fair?</a:t>
              </a:r>
            </a:p>
          </p:txBody>
        </p:sp>
      </p:grpSp>
      <p:sp>
        <p:nvSpPr>
          <p:cNvPr id="9" name="Oval 8">
            <a:extLst>
              <a:ext uri="{FF2B5EF4-FFF2-40B4-BE49-F238E27FC236}">
                <a16:creationId xmlns:a16="http://schemas.microsoft.com/office/drawing/2014/main" id="{7F874365-E6FC-E74F-ABF0-F2402AFDE7DD}"/>
              </a:ext>
            </a:extLst>
          </p:cNvPr>
          <p:cNvSpPr/>
          <p:nvPr/>
        </p:nvSpPr>
        <p:spPr>
          <a:xfrm>
            <a:off x="2998274" y="5695379"/>
            <a:ext cx="166255" cy="166255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0" name="Slide Number Placeholder 2">
            <a:extLst>
              <a:ext uri="{FF2B5EF4-FFF2-40B4-BE49-F238E27FC236}">
                <a16:creationId xmlns:a16="http://schemas.microsoft.com/office/drawing/2014/main" id="{06E0EBD2-9213-6D40-8DF6-4E431B8B6AC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19616" y="6443089"/>
            <a:ext cx="2743200" cy="365125"/>
          </a:xfrm>
        </p:spPr>
        <p:txBody>
          <a:bodyPr/>
          <a:lstStyle/>
          <a:p>
            <a:r>
              <a:rPr lang="en-US" dirty="0"/>
              <a:t>Transport Layer: 3-</a:t>
            </a:r>
            <a:fld id="{C4204591-24BD-A542-B9D5-F8D8A88D2FEE}" type="slidenum">
              <a:rPr lang="en-US" smtClean="0"/>
              <a:pPr/>
              <a:t>46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958246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500"/>
                            </p:stCondLst>
                            <p:childTnLst>
                              <p:par>
                                <p:cTn id="12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4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9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500"/>
                            </p:stCondLst>
                            <p:childTnLst>
                              <p:par>
                                <p:cTn id="21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3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500"/>
                            </p:stCondLst>
                            <p:childTnLst>
                              <p:par>
                                <p:cTn id="30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2"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7" dur="5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500"/>
                            </p:stCondLst>
                            <p:childTnLst>
                              <p:par>
                                <p:cTn id="39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1" dur="5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5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51" dur="5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6" dur="5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9" grpId="0" autoUpdateAnimBg="0"/>
      <p:bldP spid="71" grpId="0" autoUpdateAnimBg="0"/>
      <p:bldP spid="73" grpId="0" autoUpdateAnimBg="0"/>
      <p:bldP spid="75" grpId="0" autoUpdateAnimBg="0"/>
      <p:bldP spid="9" grpId="0" animBg="1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8CD900-19EC-824C-BF74-AADFBF5A17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0345" y="261078"/>
            <a:ext cx="10834510" cy="894622"/>
          </a:xfrm>
        </p:spPr>
        <p:txBody>
          <a:bodyPr>
            <a:normAutofit/>
          </a:bodyPr>
          <a:lstStyle/>
          <a:p>
            <a:r>
              <a:rPr lang="en-US" sz="4800" dirty="0"/>
              <a:t>Fairness: must all network apps be “fair”?</a:t>
            </a:r>
            <a:endParaRPr lang="en-US" sz="4400" b="0" dirty="0"/>
          </a:p>
        </p:txBody>
      </p:sp>
      <p:sp>
        <p:nvSpPr>
          <p:cNvPr id="30" name="Rectangle 3">
            <a:extLst>
              <a:ext uri="{FF2B5EF4-FFF2-40B4-BE49-F238E27FC236}">
                <a16:creationId xmlns:a16="http://schemas.microsoft.com/office/drawing/2014/main" id="{BC3F9D5B-2A52-F04E-8551-FB9FA3EB2D43}"/>
              </a:ext>
            </a:extLst>
          </p:cNvPr>
          <p:cNvSpPr txBox="1">
            <a:spLocks noChangeArrowheads="1"/>
          </p:cNvSpPr>
          <p:nvPr/>
        </p:nvSpPr>
        <p:spPr>
          <a:xfrm>
            <a:off x="749300" y="1219200"/>
            <a:ext cx="5207000" cy="4648200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52425" marR="0" lvl="0" indent="-22225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charset="0"/>
              <a:buNone/>
              <a:tabLst/>
              <a:defRPr/>
            </a:pP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Fairness and UDP</a:t>
            </a:r>
          </a:p>
          <a:p>
            <a:pPr marL="352425" marR="0" lvl="0" indent="-22225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charset="2"/>
              <a:buChar char="§"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multimedia apps often do not use TCP</a:t>
            </a:r>
          </a:p>
          <a:p>
            <a:pPr marL="695325" marR="0" lvl="1" indent="-231775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Tx/>
              <a:buFont typeface="Arial"/>
              <a:buChar char="•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do not want rate throttled by congestion control</a:t>
            </a:r>
          </a:p>
          <a:p>
            <a:pPr marL="352425" marR="0" lvl="0" indent="-22225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charset="2"/>
              <a:buChar char="§"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instead use UDP:</a:t>
            </a:r>
          </a:p>
          <a:p>
            <a:pPr marL="695325" marR="0" lvl="1" indent="-231775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Tx/>
              <a:buFont typeface="Arial"/>
              <a:buChar char="•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send audio/video at constant rate, tolerate packet loss</a:t>
            </a:r>
          </a:p>
          <a:p>
            <a:pPr marL="352425" marR="0" lvl="0" indent="-22225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pitchFamily="2" charset="2"/>
              <a:buChar char="§"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there is no “Internet police” policing use of congestion control</a:t>
            </a:r>
          </a:p>
          <a:p>
            <a:pPr marL="352425" marR="0" lvl="0" indent="-22225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charset="2"/>
              <a:buChar char="§"/>
              <a:tabLst/>
              <a:defRPr/>
            </a:pP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1" name="Rectangle 4">
            <a:extLst>
              <a:ext uri="{FF2B5EF4-FFF2-40B4-BE49-F238E27FC236}">
                <a16:creationId xmlns:a16="http://schemas.microsoft.com/office/drawing/2014/main" id="{87BD890A-15A2-C240-921B-F2A9B54123D0}"/>
              </a:ext>
            </a:extLst>
          </p:cNvPr>
          <p:cNvSpPr txBox="1">
            <a:spLocks noChangeArrowheads="1"/>
          </p:cNvSpPr>
          <p:nvPr/>
        </p:nvSpPr>
        <p:spPr>
          <a:xfrm>
            <a:off x="6210301" y="1193800"/>
            <a:ext cx="5575300" cy="50673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charset="0"/>
              <a:buNone/>
              <a:tabLst/>
              <a:defRPr/>
            </a:pP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Fairness, parallel TCP connections</a:t>
            </a:r>
          </a:p>
          <a:p>
            <a:pPr marL="352425" marR="0" lvl="0" indent="-22225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charset="2"/>
              <a:buChar char="§"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application can open </a:t>
            </a:r>
            <a:r>
              <a:rPr kumimoji="0" lang="en-US" sz="28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multiple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parallel connections between two hosts</a:t>
            </a:r>
          </a:p>
          <a:p>
            <a:pPr marL="352425" marR="0" lvl="0" indent="-22225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charset="2"/>
              <a:buChar char="§"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web browsers do this , e.g., link of rate R with 9 existing connections:</a:t>
            </a:r>
          </a:p>
          <a:p>
            <a:pPr marL="695325" marR="0" lvl="1" indent="-231775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Tx/>
              <a:buFont typeface="Arial"/>
              <a:buChar char="•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new app asks for 1 TCP, gets rate R/10</a:t>
            </a:r>
          </a:p>
          <a:p>
            <a:pPr marL="695325" marR="0" lvl="1" indent="-231775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Tx/>
              <a:buFont typeface="Arial"/>
              <a:buChar char="•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new app asks for 11 TCPs, gets roughly R/2 </a:t>
            </a:r>
          </a:p>
          <a:p>
            <a:pPr marL="352425" marR="0" lvl="0" indent="-22225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charset="2"/>
              <a:buChar char="§"/>
              <a:tabLst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352425" marR="0" lvl="0" indent="-22225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charset="2"/>
              <a:buChar char="§"/>
              <a:tabLst/>
              <a:defRPr/>
            </a:pP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Slide Number Placeholder 2">
            <a:extLst>
              <a:ext uri="{FF2B5EF4-FFF2-40B4-BE49-F238E27FC236}">
                <a16:creationId xmlns:a16="http://schemas.microsoft.com/office/drawing/2014/main" id="{3FCF3160-EC3C-DC4B-A6F8-97BCA1C983A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19616" y="6443089"/>
            <a:ext cx="2743200" cy="365125"/>
          </a:xfrm>
        </p:spPr>
        <p:txBody>
          <a:bodyPr/>
          <a:lstStyle/>
          <a:p>
            <a:r>
              <a:rPr lang="en-US" dirty="0"/>
              <a:t>Transport Layer: 3-</a:t>
            </a:r>
            <a:fld id="{C4204591-24BD-A542-B9D5-F8D8A88D2FEE}" type="slidenum">
              <a:rPr lang="en-US" smtClean="0"/>
              <a:pPr/>
              <a:t>47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667559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" grpId="0"/>
    </p:bld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8CD900-19EC-824C-BF74-AADFBF5A17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8691" y="289325"/>
            <a:ext cx="10515600" cy="894622"/>
          </a:xfrm>
        </p:spPr>
        <p:txBody>
          <a:bodyPr>
            <a:normAutofit/>
          </a:bodyPr>
          <a:lstStyle/>
          <a:p>
            <a:r>
              <a:rPr lang="en-US" altLang="en-US" sz="4400" dirty="0">
                <a:cs typeface="Calibri" panose="020F0502020204030204" pitchFamily="34" charset="0"/>
              </a:rPr>
              <a:t>Transport layer: roadmap</a:t>
            </a:r>
            <a:endParaRPr lang="en-US" sz="4400" dirty="0"/>
          </a:p>
        </p:txBody>
      </p:sp>
      <p:sp>
        <p:nvSpPr>
          <p:cNvPr id="9" name="Rectangle 4">
            <a:extLst>
              <a:ext uri="{FF2B5EF4-FFF2-40B4-BE49-F238E27FC236}">
                <a16:creationId xmlns:a16="http://schemas.microsoft.com/office/drawing/2014/main" id="{55AB9D8D-7F05-094B-8DA6-3095A7A7A096}"/>
              </a:ext>
            </a:extLst>
          </p:cNvPr>
          <p:cNvSpPr>
            <a:spLocks noGrp="1" noChangeArrowheads="1"/>
          </p:cNvSpPr>
          <p:nvPr>
            <p:ph sz="half" idx="2"/>
          </p:nvPr>
        </p:nvSpPr>
        <p:spPr>
          <a:xfrm>
            <a:off x="798690" y="1414011"/>
            <a:ext cx="6618109" cy="5029078"/>
          </a:xfrm>
        </p:spPr>
        <p:txBody>
          <a:bodyPr>
            <a:normAutofit/>
          </a:bodyPr>
          <a:lstStyle/>
          <a:p>
            <a:pPr marL="403225" indent="-285750">
              <a:spcBef>
                <a:spcPts val="800"/>
              </a:spcBef>
              <a:buClr>
                <a:schemeClr val="bg1">
                  <a:lumMod val="75000"/>
                </a:schemeClr>
              </a:buClr>
            </a:pPr>
            <a:r>
              <a:rPr lang="en-US" altLang="en-US" sz="3200" dirty="0">
                <a:solidFill>
                  <a:schemeClr val="bg1">
                    <a:lumMod val="75000"/>
                  </a:schemeClr>
                </a:solidFill>
                <a:cs typeface="Calibri" panose="020F0502020204030204" pitchFamily="34" charset="0"/>
              </a:rPr>
              <a:t>Transport-layer services</a:t>
            </a:r>
          </a:p>
          <a:p>
            <a:pPr marL="403225" indent="-285750">
              <a:spcBef>
                <a:spcPts val="800"/>
              </a:spcBef>
              <a:buClr>
                <a:schemeClr val="bg1">
                  <a:lumMod val="75000"/>
                </a:schemeClr>
              </a:buClr>
            </a:pPr>
            <a:r>
              <a:rPr lang="en-US" altLang="en-US" sz="3200" dirty="0">
                <a:solidFill>
                  <a:schemeClr val="bg1">
                    <a:lumMod val="75000"/>
                  </a:schemeClr>
                </a:solidFill>
                <a:cs typeface="Calibri" panose="020F0502020204030204" pitchFamily="34" charset="0"/>
              </a:rPr>
              <a:t>Multiplexing and demultiplexing</a:t>
            </a:r>
          </a:p>
          <a:p>
            <a:pPr marL="403225" indent="-285750">
              <a:spcBef>
                <a:spcPts val="800"/>
              </a:spcBef>
              <a:buClr>
                <a:schemeClr val="bg1">
                  <a:lumMod val="75000"/>
                </a:schemeClr>
              </a:buClr>
            </a:pPr>
            <a:r>
              <a:rPr lang="en-US" altLang="en-US" sz="3200" dirty="0">
                <a:solidFill>
                  <a:schemeClr val="bg1">
                    <a:lumMod val="75000"/>
                  </a:schemeClr>
                </a:solidFill>
                <a:cs typeface="Calibri" panose="020F0502020204030204" pitchFamily="34" charset="0"/>
              </a:rPr>
              <a:t>Connectionless transport: UDP</a:t>
            </a:r>
          </a:p>
          <a:p>
            <a:pPr marL="403225" indent="-285750">
              <a:spcBef>
                <a:spcPts val="800"/>
              </a:spcBef>
              <a:buClr>
                <a:schemeClr val="bg1">
                  <a:lumMod val="75000"/>
                </a:schemeClr>
              </a:buClr>
            </a:pPr>
            <a:r>
              <a:rPr lang="en-US" altLang="en-US" sz="3200" dirty="0">
                <a:solidFill>
                  <a:schemeClr val="bg1">
                    <a:lumMod val="75000"/>
                  </a:schemeClr>
                </a:solidFill>
                <a:cs typeface="Calibri" panose="020F0502020204030204" pitchFamily="34" charset="0"/>
              </a:rPr>
              <a:t>Principles of reliable data transfer </a:t>
            </a:r>
          </a:p>
          <a:p>
            <a:pPr marL="403225" indent="-285750">
              <a:spcBef>
                <a:spcPts val="800"/>
              </a:spcBef>
              <a:buClr>
                <a:schemeClr val="bg1">
                  <a:lumMod val="75000"/>
                </a:schemeClr>
              </a:buClr>
            </a:pPr>
            <a:r>
              <a:rPr lang="en-US" sz="3200" dirty="0">
                <a:solidFill>
                  <a:schemeClr val="bg1">
                    <a:lumMod val="75000"/>
                  </a:schemeClr>
                </a:solidFill>
              </a:rPr>
              <a:t>Connection-oriented transport: TCP</a:t>
            </a:r>
          </a:p>
          <a:p>
            <a:pPr marL="403225" indent="-285750">
              <a:spcBef>
                <a:spcPts val="800"/>
              </a:spcBef>
              <a:buClr>
                <a:schemeClr val="bg1">
                  <a:lumMod val="75000"/>
                </a:schemeClr>
              </a:buClr>
            </a:pPr>
            <a:r>
              <a:rPr lang="en-US" sz="3200" dirty="0">
                <a:solidFill>
                  <a:schemeClr val="bg1">
                    <a:lumMod val="75000"/>
                  </a:schemeClr>
                </a:solidFill>
              </a:rPr>
              <a:t>Principles of congestion control</a:t>
            </a:r>
          </a:p>
          <a:p>
            <a:pPr marL="403225" indent="-285750">
              <a:spcBef>
                <a:spcPts val="800"/>
              </a:spcBef>
              <a:buClr>
                <a:schemeClr val="bg1">
                  <a:lumMod val="75000"/>
                </a:schemeClr>
              </a:buClr>
            </a:pPr>
            <a:r>
              <a:rPr lang="en-US" sz="3200" dirty="0">
                <a:solidFill>
                  <a:schemeClr val="bg1">
                    <a:lumMod val="75000"/>
                  </a:schemeClr>
                </a:solidFill>
              </a:rPr>
              <a:t>TCP congestion control</a:t>
            </a:r>
          </a:p>
          <a:p>
            <a:pPr marL="403225" indent="-285750">
              <a:spcBef>
                <a:spcPts val="800"/>
              </a:spcBef>
            </a:pPr>
            <a:r>
              <a:rPr lang="en-US" sz="3200" dirty="0"/>
              <a:t>Evolution of transport-layer functionality</a:t>
            </a:r>
          </a:p>
          <a:p>
            <a:pPr eaLnBrk="1" hangingPunct="1">
              <a:buFont typeface="Wingdings" panose="05000000000000000000" pitchFamily="2" charset="2"/>
              <a:buNone/>
            </a:pPr>
            <a:endParaRPr lang="en-US" altLang="en-US" sz="2400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07E4337-A925-084B-B48F-23146A4A73A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r>
              <a:rPr lang="en-US" dirty="0"/>
              <a:t>Transport Layer: 3-</a:t>
            </a:r>
            <a:fld id="{C4204591-24BD-A542-B9D5-F8D8A88D2FEE}" type="slidenum">
              <a:rPr lang="en-US" smtClean="0"/>
              <a:pPr/>
              <a:t>48</a:t>
            </a:fld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5217D21-27CC-7A47-BB4E-CFF70DA5C97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4329" y="1293471"/>
            <a:ext cx="3657600" cy="2743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3820195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BE99872-69B3-414D-97BD-8B6006EA809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25500" y="1489243"/>
            <a:ext cx="10515600" cy="987257"/>
          </a:xfrm>
        </p:spPr>
        <p:txBody>
          <a:bodyPr>
            <a:normAutofit/>
          </a:bodyPr>
          <a:lstStyle/>
          <a:p>
            <a:pPr>
              <a:spcBef>
                <a:spcPts val="600"/>
              </a:spcBef>
            </a:pPr>
            <a:r>
              <a:rPr lang="en-US" dirty="0"/>
              <a:t>TCP, UDP: principal transport protocols for 40 years</a:t>
            </a:r>
            <a:endParaRPr lang="en-US" sz="2600" dirty="0"/>
          </a:p>
          <a:p>
            <a:pPr>
              <a:spcBef>
                <a:spcPts val="600"/>
              </a:spcBef>
            </a:pPr>
            <a:r>
              <a:rPr lang="en-US" dirty="0"/>
              <a:t>different “flavors” of TCP developed, for specific scenarios:</a:t>
            </a:r>
            <a:endParaRPr lang="en-US" sz="2600" dirty="0"/>
          </a:p>
          <a:p>
            <a:pPr marL="463550" lvl="1" indent="0">
              <a:buNone/>
            </a:pP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B8CD900-19EC-824C-BF74-AADFBF5A17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800" b="0" dirty="0"/>
              <a:t>Evolving transport-layer functionality</a:t>
            </a:r>
            <a:endParaRPr lang="en-US" sz="4400" b="0" dirty="0"/>
          </a:p>
        </p:txBody>
      </p:sp>
      <p:sp>
        <p:nvSpPr>
          <p:cNvPr id="5" name="Content Placeholder 3">
            <a:extLst>
              <a:ext uri="{FF2B5EF4-FFF2-40B4-BE49-F238E27FC236}">
                <a16:creationId xmlns:a16="http://schemas.microsoft.com/office/drawing/2014/main" id="{45FE7A73-4472-5C4F-8062-0327803AB9C7}"/>
              </a:ext>
            </a:extLst>
          </p:cNvPr>
          <p:cNvSpPr txBox="1">
            <a:spLocks/>
          </p:cNvSpPr>
          <p:nvPr/>
        </p:nvSpPr>
        <p:spPr>
          <a:xfrm>
            <a:off x="787400" y="4953000"/>
            <a:ext cx="10515600" cy="14859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63550" marR="0" lvl="1" indent="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Tx/>
              <a:buFont typeface="Arial" panose="020B0604020202020204" pitchFamily="34" charset="0"/>
              <a:buNone/>
              <a:tabLst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352425" marR="0" lvl="0" indent="-22225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pitchFamily="2" charset="2"/>
              <a:buChar char="§"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moving transport–layer functions to application layer, on top of UDP</a:t>
            </a:r>
          </a:p>
          <a:p>
            <a:pPr marL="695325" marR="0" lvl="1" indent="-231775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HTTP/3: QUIC</a:t>
            </a:r>
          </a:p>
        </p:txBody>
      </p:sp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FDDAA714-AEA1-4F44-A514-E68A84833FFD}"/>
              </a:ext>
            </a:extLst>
          </p:cNvPr>
          <p:cNvGraphicFramePr>
            <a:graphicFrameLocks noGrp="1"/>
          </p:cNvGraphicFramePr>
          <p:nvPr/>
        </p:nvGraphicFramePr>
        <p:xfrm>
          <a:off x="2124074" y="2591594"/>
          <a:ext cx="7921626" cy="2438400"/>
        </p:xfrm>
        <a:graphic>
          <a:graphicData uri="http://schemas.openxmlformats.org/drawingml/2006/table">
            <a:tbl>
              <a:tblPr firstRow="1" firstCol="1" bandRow="1"/>
              <a:tblGrid>
                <a:gridCol w="3451226">
                  <a:extLst>
                    <a:ext uri="{9D8B030D-6E8A-4147-A177-3AD203B41FA5}">
                      <a16:colId xmlns:a16="http://schemas.microsoft.com/office/drawing/2014/main" val="934503476"/>
                    </a:ext>
                  </a:extLst>
                </a:gridCol>
                <a:gridCol w="4470400">
                  <a:extLst>
                    <a:ext uri="{9D8B030D-6E8A-4147-A177-3AD203B41FA5}">
                      <a16:colId xmlns:a16="http://schemas.microsoft.com/office/drawing/2014/main" val="59746706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Scenario</a:t>
                      </a:r>
                      <a:endParaRPr lang="en-US" sz="1200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Challenges</a:t>
                      </a:r>
                      <a:endParaRPr lang="en-US" sz="12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5076418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Long, fat pipes (large data transfers)</a:t>
                      </a:r>
                      <a:endParaRPr lang="en-US" sz="12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Many packets “in flight”; loss shuts down pipeline</a:t>
                      </a:r>
                      <a:endParaRPr lang="en-US" sz="1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7194948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Wireless networks</a:t>
                      </a:r>
                      <a:endParaRPr lang="en-US" sz="12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Loss due to noisy wireless links, mobility; TCP treat this as congestion loss</a:t>
                      </a:r>
                      <a:endParaRPr lang="en-US" sz="1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8471295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Long-delay links</a:t>
                      </a:r>
                      <a:endParaRPr lang="en-US" sz="12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Extremely long RTTs</a:t>
                      </a:r>
                      <a:endParaRPr lang="en-US" sz="1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1424286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Data center networks</a:t>
                      </a:r>
                      <a:endParaRPr lang="en-US" sz="1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Latency sensitive</a:t>
                      </a:r>
                      <a:endParaRPr lang="en-US" sz="1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3701272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Background traffic flows</a:t>
                      </a:r>
                      <a:endParaRPr lang="en-US" sz="1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Low priority, “background” TCP flows </a:t>
                      </a:r>
                      <a:endParaRPr lang="en-US" sz="12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71502626"/>
                  </a:ext>
                </a:extLst>
              </a:tr>
            </a:tbl>
          </a:graphicData>
        </a:graphic>
      </p:graphicFrame>
      <p:sp>
        <p:nvSpPr>
          <p:cNvPr id="6" name="Slide Number Placeholder 2">
            <a:extLst>
              <a:ext uri="{FF2B5EF4-FFF2-40B4-BE49-F238E27FC236}">
                <a16:creationId xmlns:a16="http://schemas.microsoft.com/office/drawing/2014/main" id="{82B6E534-05AF-3F4E-8ECD-9B33089B5A3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19616" y="6443089"/>
            <a:ext cx="2743200" cy="365125"/>
          </a:xfrm>
        </p:spPr>
        <p:txBody>
          <a:bodyPr/>
          <a:lstStyle/>
          <a:p>
            <a:r>
              <a:rPr lang="en-US" dirty="0"/>
              <a:t>Transport Layer: 3-</a:t>
            </a:r>
            <a:fld id="{C4204591-24BD-A542-B9D5-F8D8A88D2FEE}" type="slidenum">
              <a:rPr lang="en-US" smtClean="0"/>
              <a:pPr/>
              <a:t>49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356707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BE99872-69B3-414D-97BD-8B6006EA809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40043"/>
            <a:ext cx="10515600" cy="1419057"/>
          </a:xfrm>
        </p:spPr>
        <p:txBody>
          <a:bodyPr>
            <a:normAutofit/>
          </a:bodyPr>
          <a:lstStyle/>
          <a:p>
            <a:r>
              <a:rPr lang="en-US" dirty="0"/>
              <a:t>application-layer protocol, on top of UDP</a:t>
            </a:r>
          </a:p>
          <a:p>
            <a:pPr lvl="1"/>
            <a:r>
              <a:rPr lang="en-US" sz="2600" dirty="0"/>
              <a:t>increase performance of HTTP</a:t>
            </a:r>
          </a:p>
          <a:p>
            <a:pPr lvl="1"/>
            <a:r>
              <a:rPr lang="en-US" sz="2600" dirty="0"/>
              <a:t>deployed on many Google servers, apps (Chrome, mobile YouTube app) </a:t>
            </a:r>
          </a:p>
          <a:p>
            <a:pPr marL="130175" indent="0">
              <a:buNone/>
            </a:pP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B8CD900-19EC-824C-BF74-AADFBF5A17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800" dirty="0"/>
              <a:t>QUIC: Quick UDP Internet Connections</a:t>
            </a:r>
            <a:endParaRPr lang="en-US" sz="4400" b="0" dirty="0"/>
          </a:p>
        </p:txBody>
      </p:sp>
      <p:grpSp>
        <p:nvGrpSpPr>
          <p:cNvPr id="32" name="Group 31">
            <a:extLst>
              <a:ext uri="{FF2B5EF4-FFF2-40B4-BE49-F238E27FC236}">
                <a16:creationId xmlns:a16="http://schemas.microsoft.com/office/drawing/2014/main" id="{82974A2A-C05C-BE4B-A84F-F72D6260BF90}"/>
              </a:ext>
            </a:extLst>
          </p:cNvPr>
          <p:cNvGrpSpPr/>
          <p:nvPr/>
        </p:nvGrpSpPr>
        <p:grpSpPr>
          <a:xfrm>
            <a:off x="2484036" y="3362958"/>
            <a:ext cx="6857901" cy="2748783"/>
            <a:chOff x="2217336" y="1877058"/>
            <a:chExt cx="6857901" cy="2748783"/>
          </a:xfrm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0CB91BD2-7430-FF40-862B-D62E51C13B78}"/>
                </a:ext>
              </a:extLst>
            </p:cNvPr>
            <p:cNvSpPr/>
            <p:nvPr/>
          </p:nvSpPr>
          <p:spPr>
            <a:xfrm>
              <a:off x="3743058" y="3625405"/>
              <a:ext cx="1905057" cy="455280"/>
            </a:xfrm>
            <a:prstGeom prst="rect">
              <a:avLst/>
            </a:prstGeom>
            <a:solidFill>
              <a:srgbClr val="9BBB59">
                <a:lumMod val="20000"/>
                <a:lumOff val="80000"/>
              </a:srgbClr>
            </a:solidFill>
            <a:ln w="25400" cap="flat" cmpd="sng" algn="ctr">
              <a:solidFill>
                <a:srgbClr val="9BBB59">
                  <a:lumMod val="75000"/>
                </a:srgbClr>
              </a:solidFill>
              <a:prstDash val="solid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2DC3333F-D7CB-6047-9756-0368D1C36C82}"/>
                </a:ext>
              </a:extLst>
            </p:cNvPr>
            <p:cNvSpPr txBox="1"/>
            <p:nvPr/>
          </p:nvSpPr>
          <p:spPr>
            <a:xfrm>
              <a:off x="4518545" y="3668766"/>
              <a:ext cx="36420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IP</a:t>
              </a:r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E6F710B7-CEAE-3748-A70E-8CA66C64F502}"/>
                </a:ext>
              </a:extLst>
            </p:cNvPr>
            <p:cNvSpPr/>
            <p:nvPr/>
          </p:nvSpPr>
          <p:spPr>
            <a:xfrm>
              <a:off x="3744927" y="3054009"/>
              <a:ext cx="1905057" cy="455280"/>
            </a:xfrm>
            <a:prstGeom prst="rect">
              <a:avLst/>
            </a:prstGeom>
            <a:solidFill>
              <a:srgbClr val="9BBB59">
                <a:lumMod val="20000"/>
                <a:lumOff val="80000"/>
              </a:srgbClr>
            </a:solidFill>
            <a:ln w="25400" cap="flat" cmpd="sng" algn="ctr">
              <a:solidFill>
                <a:srgbClr val="9BBB59">
                  <a:lumMod val="75000"/>
                </a:srgbClr>
              </a:solidFill>
              <a:prstDash val="solid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D2BE3861-D7DF-2F47-83DF-E982BA8E06C3}"/>
                </a:ext>
              </a:extLst>
            </p:cNvPr>
            <p:cNvSpPr txBox="1"/>
            <p:nvPr/>
          </p:nvSpPr>
          <p:spPr>
            <a:xfrm>
              <a:off x="4434744" y="3100445"/>
              <a:ext cx="53948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TCP</a:t>
              </a:r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CA7A8357-DCFE-9B48-83E4-CE95B4014FAD}"/>
                </a:ext>
              </a:extLst>
            </p:cNvPr>
            <p:cNvSpPr/>
            <p:nvPr/>
          </p:nvSpPr>
          <p:spPr>
            <a:xfrm>
              <a:off x="3745776" y="2472222"/>
              <a:ext cx="1905057" cy="455280"/>
            </a:xfrm>
            <a:prstGeom prst="rect">
              <a:avLst/>
            </a:prstGeom>
            <a:solidFill>
              <a:srgbClr val="9BBB59">
                <a:lumMod val="20000"/>
                <a:lumOff val="80000"/>
              </a:srgbClr>
            </a:solidFill>
            <a:ln w="25400" cap="flat" cmpd="sng" algn="ctr">
              <a:solidFill>
                <a:srgbClr val="9BBB59">
                  <a:lumMod val="75000"/>
                </a:srgbClr>
              </a:solidFill>
              <a:prstDash val="solid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B97A3820-7A9E-0540-A30D-999E193AA083}"/>
                </a:ext>
              </a:extLst>
            </p:cNvPr>
            <p:cNvSpPr txBox="1"/>
            <p:nvPr/>
          </p:nvSpPr>
          <p:spPr>
            <a:xfrm>
              <a:off x="4435593" y="2518658"/>
              <a:ext cx="50025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TLS</a:t>
              </a:r>
            </a:p>
          </p:txBody>
        </p:sp>
        <p:grpSp>
          <p:nvGrpSpPr>
            <p:cNvPr id="12" name="Group 11">
              <a:extLst>
                <a:ext uri="{FF2B5EF4-FFF2-40B4-BE49-F238E27FC236}">
                  <a16:creationId xmlns:a16="http://schemas.microsoft.com/office/drawing/2014/main" id="{D739B097-1736-A841-A9F9-F4C6C666351C}"/>
                </a:ext>
              </a:extLst>
            </p:cNvPr>
            <p:cNvGrpSpPr/>
            <p:nvPr/>
          </p:nvGrpSpPr>
          <p:grpSpPr>
            <a:xfrm>
              <a:off x="3743058" y="1887725"/>
              <a:ext cx="1905057" cy="455283"/>
              <a:chOff x="975444" y="4703759"/>
              <a:chExt cx="2128813" cy="498521"/>
            </a:xfrm>
          </p:grpSpPr>
          <p:sp>
            <p:nvSpPr>
              <p:cNvPr id="13" name="Rectangle 12">
                <a:extLst>
                  <a:ext uri="{FF2B5EF4-FFF2-40B4-BE49-F238E27FC236}">
                    <a16:creationId xmlns:a16="http://schemas.microsoft.com/office/drawing/2014/main" id="{8F480D08-6139-BE4C-8708-6738598DE58D}"/>
                  </a:ext>
                </a:extLst>
              </p:cNvPr>
              <p:cNvSpPr/>
              <p:nvPr/>
            </p:nvSpPr>
            <p:spPr>
              <a:xfrm>
                <a:off x="975444" y="4703759"/>
                <a:ext cx="2128813" cy="498521"/>
              </a:xfrm>
              <a:prstGeom prst="rect">
                <a:avLst/>
              </a:prstGeom>
              <a:solidFill>
                <a:srgbClr val="9BBB59">
                  <a:lumMod val="20000"/>
                  <a:lumOff val="80000"/>
                </a:srgbClr>
              </a:solidFill>
              <a:ln w="25400" cap="flat" cmpd="sng" algn="ctr">
                <a:solidFill>
                  <a:srgbClr val="9BBB59">
                    <a:lumMod val="75000"/>
                  </a:srgbClr>
                </a:solidFill>
                <a:prstDash val="solid"/>
              </a:ln>
              <a:effectLst/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162BE277-7E2A-FE46-B0AF-38F4EEC0195F}"/>
                  </a:ext>
                </a:extLst>
              </p:cNvPr>
              <p:cNvSpPr txBox="1"/>
              <p:nvPr/>
            </p:nvSpPr>
            <p:spPr>
              <a:xfrm>
                <a:off x="1576949" y="4754605"/>
                <a:ext cx="982079" cy="40440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HTTP/2</a:t>
                </a:r>
              </a:p>
            </p:txBody>
          </p:sp>
        </p:grp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2D1151AF-C5B3-A045-AEE1-3269AA4A552C}"/>
                </a:ext>
              </a:extLst>
            </p:cNvPr>
            <p:cNvSpPr/>
            <p:nvPr/>
          </p:nvSpPr>
          <p:spPr>
            <a:xfrm>
              <a:off x="6229839" y="3627880"/>
              <a:ext cx="1905057" cy="455279"/>
            </a:xfrm>
            <a:prstGeom prst="rect">
              <a:avLst/>
            </a:prstGeom>
            <a:solidFill>
              <a:srgbClr val="9BBB59">
                <a:lumMod val="20000"/>
                <a:lumOff val="80000"/>
              </a:srgbClr>
            </a:solidFill>
            <a:ln w="25400" cap="flat" cmpd="sng" algn="ctr">
              <a:solidFill>
                <a:srgbClr val="9BBB59">
                  <a:lumMod val="75000"/>
                </a:srgbClr>
              </a:solidFill>
              <a:prstDash val="solid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73345EA0-B0B7-F44C-8F38-D5AFE6085FC8}"/>
                </a:ext>
              </a:extLst>
            </p:cNvPr>
            <p:cNvSpPr txBox="1"/>
            <p:nvPr/>
          </p:nvSpPr>
          <p:spPr>
            <a:xfrm>
              <a:off x="7005326" y="3671238"/>
              <a:ext cx="36420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IP</a:t>
              </a:r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9E61329C-3A7C-604A-9A8E-01F3C99E2079}"/>
                </a:ext>
              </a:extLst>
            </p:cNvPr>
            <p:cNvSpPr/>
            <p:nvPr/>
          </p:nvSpPr>
          <p:spPr>
            <a:xfrm>
              <a:off x="6231708" y="3143406"/>
              <a:ext cx="1905057" cy="368352"/>
            </a:xfrm>
            <a:prstGeom prst="rect">
              <a:avLst/>
            </a:prstGeom>
            <a:solidFill>
              <a:srgbClr val="9BBB59">
                <a:lumMod val="20000"/>
                <a:lumOff val="80000"/>
              </a:srgbClr>
            </a:solidFill>
            <a:ln w="25400" cap="flat" cmpd="sng" algn="ctr">
              <a:solidFill>
                <a:srgbClr val="9BBB59">
                  <a:lumMod val="75000"/>
                </a:srgbClr>
              </a:solidFill>
              <a:prstDash val="solid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468920E0-FF76-6644-B051-4E77A3191FF8}"/>
                </a:ext>
              </a:extLst>
            </p:cNvPr>
            <p:cNvSpPr txBox="1"/>
            <p:nvPr/>
          </p:nvSpPr>
          <p:spPr>
            <a:xfrm>
              <a:off x="6908533" y="3132142"/>
              <a:ext cx="595035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UDP</a:t>
              </a:r>
            </a:p>
          </p:txBody>
        </p:sp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35D51034-DDE5-974C-82AE-142E75CC3E19}"/>
                </a:ext>
              </a:extLst>
            </p:cNvPr>
            <p:cNvSpPr/>
            <p:nvPr/>
          </p:nvSpPr>
          <p:spPr>
            <a:xfrm>
              <a:off x="6232557" y="2348686"/>
              <a:ext cx="1905057" cy="574888"/>
            </a:xfrm>
            <a:prstGeom prst="rect">
              <a:avLst/>
            </a:prstGeom>
            <a:solidFill>
              <a:srgbClr val="9BBB59">
                <a:lumMod val="20000"/>
                <a:lumOff val="80000"/>
              </a:srgbClr>
            </a:solidFill>
            <a:ln w="25400" cap="flat" cmpd="sng" algn="ctr">
              <a:solidFill>
                <a:srgbClr val="9BBB59">
                  <a:lumMod val="75000"/>
                </a:srgbClr>
              </a:solidFill>
              <a:prstDash val="solid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A167D951-0F22-A44F-8F1F-8321B2215BAD}"/>
                </a:ext>
              </a:extLst>
            </p:cNvPr>
            <p:cNvSpPr txBox="1"/>
            <p:nvPr/>
          </p:nvSpPr>
          <p:spPr>
            <a:xfrm>
              <a:off x="6790903" y="2455138"/>
              <a:ext cx="67197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QUIC</a:t>
              </a:r>
            </a:p>
          </p:txBody>
        </p:sp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0C963114-2E56-3B45-9DC9-15BC9AF2AD0E}"/>
                </a:ext>
              </a:extLst>
            </p:cNvPr>
            <p:cNvSpPr/>
            <p:nvPr/>
          </p:nvSpPr>
          <p:spPr>
            <a:xfrm>
              <a:off x="6229839" y="1877061"/>
              <a:ext cx="1905057" cy="397789"/>
            </a:xfrm>
            <a:prstGeom prst="rect">
              <a:avLst/>
            </a:prstGeom>
            <a:solidFill>
              <a:srgbClr val="9BBB59">
                <a:lumMod val="20000"/>
                <a:lumOff val="80000"/>
              </a:srgbClr>
            </a:solidFill>
            <a:ln w="25400" cap="flat" cmpd="sng" algn="ctr">
              <a:solidFill>
                <a:srgbClr val="9BBB59">
                  <a:lumMod val="75000"/>
                </a:srgbClr>
              </a:solidFill>
              <a:prstDash val="solid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777A77CA-7D7A-C746-8993-B09B1D569932}"/>
                </a:ext>
              </a:extLst>
            </p:cNvPr>
            <p:cNvSpPr txBox="1"/>
            <p:nvPr/>
          </p:nvSpPr>
          <p:spPr>
            <a:xfrm>
              <a:off x="6351472" y="1877058"/>
              <a:ext cx="176760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HTTP/2 </a:t>
              </a:r>
              <a:r>
                <a:rPr kumimoji="0" lang="en-US" sz="16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(slimmed)</a:t>
              </a:r>
            </a:p>
          </p:txBody>
        </p: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CB33742C-9EB1-AA42-AA29-FE8D1AAAC5E7}"/>
                </a:ext>
              </a:extLst>
            </p:cNvPr>
            <p:cNvCxnSpPr/>
            <p:nvPr/>
          </p:nvCxnSpPr>
          <p:spPr>
            <a:xfrm>
              <a:off x="3333329" y="3569813"/>
              <a:ext cx="5147262" cy="0"/>
            </a:xfrm>
            <a:prstGeom prst="line">
              <a:avLst/>
            </a:prstGeom>
            <a:noFill/>
            <a:ln w="12700" cap="flat" cmpd="sng" algn="ctr">
              <a:solidFill>
                <a:sysClr val="windowText" lastClr="000000"/>
              </a:solidFill>
              <a:prstDash val="dash"/>
            </a:ln>
            <a:effectLst/>
          </p:spPr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E357E849-F864-8D4E-A565-17A2DCC74B86}"/>
                </a:ext>
              </a:extLst>
            </p:cNvPr>
            <p:cNvCxnSpPr/>
            <p:nvPr/>
          </p:nvCxnSpPr>
          <p:spPr>
            <a:xfrm>
              <a:off x="3352451" y="2994658"/>
              <a:ext cx="5147262" cy="0"/>
            </a:xfrm>
            <a:prstGeom prst="line">
              <a:avLst/>
            </a:prstGeom>
            <a:noFill/>
            <a:ln w="12700" cap="flat" cmpd="sng" algn="ctr">
              <a:solidFill>
                <a:sysClr val="windowText" lastClr="000000"/>
              </a:solidFill>
              <a:prstDash val="dash"/>
            </a:ln>
            <a:effectLst/>
          </p:spPr>
        </p:cxn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3D37B3DB-1C25-9644-805A-16F0B5732706}"/>
                </a:ext>
              </a:extLst>
            </p:cNvPr>
            <p:cNvSpPr txBox="1"/>
            <p:nvPr/>
          </p:nvSpPr>
          <p:spPr>
            <a:xfrm>
              <a:off x="2349067" y="3671237"/>
              <a:ext cx="122438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Network</a:t>
              </a:r>
            </a:p>
          </p:txBody>
        </p: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56FEFD46-159C-5848-865A-A466E6DF5BEF}"/>
                </a:ext>
              </a:extLst>
            </p:cNvPr>
            <p:cNvSpPr txBox="1"/>
            <p:nvPr/>
          </p:nvSpPr>
          <p:spPr>
            <a:xfrm>
              <a:off x="2355238" y="3077264"/>
              <a:ext cx="122438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Transport</a:t>
              </a:r>
            </a:p>
          </p:txBody>
        </p: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2A05840F-E8F9-1248-A8B0-64F7DE49604B}"/>
                </a:ext>
              </a:extLst>
            </p:cNvPr>
            <p:cNvSpPr txBox="1"/>
            <p:nvPr/>
          </p:nvSpPr>
          <p:spPr>
            <a:xfrm>
              <a:off x="2217336" y="2204824"/>
              <a:ext cx="137985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Application</a:t>
              </a:r>
            </a:p>
          </p:txBody>
        </p: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16D08199-2156-5E47-8400-89F2FF7E05B6}"/>
                </a:ext>
              </a:extLst>
            </p:cNvPr>
            <p:cNvSpPr txBox="1"/>
            <p:nvPr/>
          </p:nvSpPr>
          <p:spPr>
            <a:xfrm>
              <a:off x="3887697" y="4256509"/>
              <a:ext cx="176041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HTTP/2 over TCP</a:t>
              </a:r>
            </a:p>
          </p:txBody>
        </p:sp>
        <p:sp>
          <p:nvSpPr>
            <p:cNvPr id="29" name="Right Brace 28">
              <a:extLst>
                <a:ext uri="{FF2B5EF4-FFF2-40B4-BE49-F238E27FC236}">
                  <a16:creationId xmlns:a16="http://schemas.microsoft.com/office/drawing/2014/main" id="{A2D8FD90-2BF4-CC45-9AB0-51A5BE04C10B}"/>
                </a:ext>
              </a:extLst>
            </p:cNvPr>
            <p:cNvSpPr/>
            <p:nvPr/>
          </p:nvSpPr>
          <p:spPr>
            <a:xfrm>
              <a:off x="8194669" y="1877058"/>
              <a:ext cx="155448" cy="1050444"/>
            </a:xfrm>
            <a:prstGeom prst="rightBrace">
              <a:avLst/>
            </a:prstGeom>
            <a:noFill/>
            <a:ln w="12700" cap="flat" cmpd="sng" algn="ctr">
              <a:solidFill>
                <a:sysClr val="windowText" lastClr="000000"/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62CBF145-CA1B-E44D-9B14-4357D6C18D99}"/>
                </a:ext>
              </a:extLst>
            </p:cNvPr>
            <p:cNvSpPr txBox="1"/>
            <p:nvPr/>
          </p:nvSpPr>
          <p:spPr>
            <a:xfrm>
              <a:off x="8175178" y="2220885"/>
              <a:ext cx="900059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HTTP/3</a:t>
              </a:r>
            </a:p>
          </p:txBody>
        </p:sp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CB088D5D-930F-554A-8373-AC6F0FD83F5E}"/>
                </a:ext>
              </a:extLst>
            </p:cNvPr>
            <p:cNvSpPr txBox="1"/>
            <p:nvPr/>
          </p:nvSpPr>
          <p:spPr>
            <a:xfrm>
              <a:off x="6183312" y="4220148"/>
              <a:ext cx="2826415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HTTP/2 over QUIC over UDP</a:t>
              </a:r>
            </a:p>
          </p:txBody>
        </p:sp>
      </p:grpSp>
      <p:sp>
        <p:nvSpPr>
          <p:cNvPr id="33" name="Rectangle 32">
            <a:extLst>
              <a:ext uri="{FF2B5EF4-FFF2-40B4-BE49-F238E27FC236}">
                <a16:creationId xmlns:a16="http://schemas.microsoft.com/office/drawing/2014/main" id="{F0C2C813-D5E8-1E4C-8CB3-7D545EA865A4}"/>
              </a:ext>
            </a:extLst>
          </p:cNvPr>
          <p:cNvSpPr/>
          <p:nvPr/>
        </p:nvSpPr>
        <p:spPr>
          <a:xfrm>
            <a:off x="6134100" y="3060700"/>
            <a:ext cx="4940300" cy="34925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4" name="Slide Number Placeholder 2">
            <a:extLst>
              <a:ext uri="{FF2B5EF4-FFF2-40B4-BE49-F238E27FC236}">
                <a16:creationId xmlns:a16="http://schemas.microsoft.com/office/drawing/2014/main" id="{FD449AB4-BB35-4340-ACBD-E3F11043366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19616" y="6443089"/>
            <a:ext cx="2743200" cy="365125"/>
          </a:xfrm>
        </p:spPr>
        <p:txBody>
          <a:bodyPr/>
          <a:lstStyle/>
          <a:p>
            <a:r>
              <a:rPr lang="en-US" dirty="0"/>
              <a:t>Transport Layer: 3-</a:t>
            </a:r>
            <a:fld id="{C4204591-24BD-A542-B9D5-F8D8A88D2FEE}" type="slidenum">
              <a:rPr lang="en-US" smtClean="0"/>
              <a:pPr/>
              <a:t>50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47330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11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3" grpId="0" animBg="1"/>
    </p:bld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8CD900-19EC-824C-BF74-AADFBF5A17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800" dirty="0"/>
              <a:t>QUIC: Quick UDP Internet Connections</a:t>
            </a:r>
            <a:endParaRPr lang="en-US" sz="4400" b="0" dirty="0"/>
          </a:p>
        </p:txBody>
      </p:sp>
      <p:sp>
        <p:nvSpPr>
          <p:cNvPr id="5" name="Content Placeholder 3">
            <a:extLst>
              <a:ext uri="{FF2B5EF4-FFF2-40B4-BE49-F238E27FC236}">
                <a16:creationId xmlns:a16="http://schemas.microsoft.com/office/drawing/2014/main" id="{2E9214B3-CD75-BA4B-9D47-70445519F4F9}"/>
              </a:ext>
            </a:extLst>
          </p:cNvPr>
          <p:cNvSpPr txBox="1">
            <a:spLocks/>
          </p:cNvSpPr>
          <p:nvPr/>
        </p:nvSpPr>
        <p:spPr>
          <a:xfrm>
            <a:off x="723900" y="1498601"/>
            <a:ext cx="10515600" cy="102869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30175" marR="0" lvl="0" indent="0" algn="l" defTabSz="914400" rtl="0" eaLnBrk="1" fontAlgn="auto" latinLnBrk="0" hangingPunct="1">
              <a:lnSpc>
                <a:spcPct val="90000"/>
              </a:lnSpc>
              <a:spcBef>
                <a:spcPts val="22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pitchFamily="2" charset="2"/>
              <a:buNone/>
              <a:tabLst/>
              <a:defRPr/>
            </a:pP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adopts approaches we’ve studied in this chapter for connection establishment, error control, congestion control</a:t>
            </a:r>
          </a:p>
          <a:p>
            <a:pPr marL="130175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pitchFamily="2" charset="2"/>
              <a:buNone/>
              <a:tabLst/>
              <a:defRPr/>
            </a:pP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777E4FE-DA5A-4E48-B610-6339C350A76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06805" y="4750865"/>
            <a:ext cx="10651413" cy="1675335"/>
          </a:xfrm>
        </p:spPr>
        <p:txBody>
          <a:bodyPr>
            <a:normAutofit/>
          </a:bodyPr>
          <a:lstStyle/>
          <a:p>
            <a:r>
              <a:rPr lang="en-US" dirty="0"/>
              <a:t> multiple application-level “streams” multiplexed over single QUIC connection</a:t>
            </a:r>
          </a:p>
          <a:p>
            <a:pPr lvl="1"/>
            <a:r>
              <a:rPr lang="en-US" dirty="0"/>
              <a:t>separate reliable data transfer, security</a:t>
            </a:r>
          </a:p>
          <a:p>
            <a:pPr lvl="1"/>
            <a:r>
              <a:rPr lang="en-US" dirty="0"/>
              <a:t>common congestion control</a:t>
            </a:r>
          </a:p>
          <a:p>
            <a:endParaRPr lang="en-US" dirty="0"/>
          </a:p>
        </p:txBody>
      </p:sp>
      <p:sp>
        <p:nvSpPr>
          <p:cNvPr id="8" name="Content Placeholder 3">
            <a:extLst>
              <a:ext uri="{FF2B5EF4-FFF2-40B4-BE49-F238E27FC236}">
                <a16:creationId xmlns:a16="http://schemas.microsoft.com/office/drawing/2014/main" id="{10DF9673-8E09-094A-B15C-D9EA31F6C15C}"/>
              </a:ext>
            </a:extLst>
          </p:cNvPr>
          <p:cNvSpPr txBox="1">
            <a:spLocks/>
          </p:cNvSpPr>
          <p:nvPr/>
        </p:nvSpPr>
        <p:spPr>
          <a:xfrm>
            <a:off x="673100" y="2565401"/>
            <a:ext cx="10515600" cy="209549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695325" marR="0" lvl="1" indent="-231775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600" b="1" i="0" u="none" strike="noStrike" kern="1200" cap="none" spc="0" normalizeH="0" baseline="0" noProof="0" dirty="0">
                <a:ln>
                  <a:noFill/>
                </a:ln>
                <a:solidFill>
                  <a:srgbClr val="0000A3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error and congestion control: </a:t>
            </a:r>
            <a:r>
              <a:rPr kumimoji="0" lang="en-US" sz="2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“Readers familiar with TCP’s loss detection and congestion control will find algorithms here that parallel well-known TCP ones.” 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[from QUIC specification]</a:t>
            </a:r>
          </a:p>
          <a:p>
            <a:pPr marL="695325" marR="0" lvl="1" indent="-231775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600" b="1" i="0" u="none" strike="noStrike" kern="1200" cap="none" spc="0" normalizeH="0" baseline="0" noProof="0" dirty="0">
                <a:ln>
                  <a:noFill/>
                </a:ln>
                <a:solidFill>
                  <a:srgbClr val="0000A3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connection establishment: </a:t>
            </a:r>
            <a:r>
              <a:rPr kumimoji="0" lang="en-US" sz="2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reliability, congestion control, authentication, encryption, state established in one RTT</a:t>
            </a:r>
          </a:p>
          <a:p>
            <a:pPr marL="695325" marR="0" lvl="1" indent="-231775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130175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pitchFamily="2" charset="2"/>
              <a:buNone/>
              <a:tabLst/>
              <a:defRPr/>
            </a:pP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" name="Slide Number Placeholder 2">
            <a:extLst>
              <a:ext uri="{FF2B5EF4-FFF2-40B4-BE49-F238E27FC236}">
                <a16:creationId xmlns:a16="http://schemas.microsoft.com/office/drawing/2014/main" id="{4E07038B-ED19-5842-A33E-2BCFB116460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19616" y="6443089"/>
            <a:ext cx="2743200" cy="365125"/>
          </a:xfrm>
        </p:spPr>
        <p:txBody>
          <a:bodyPr/>
          <a:lstStyle/>
          <a:p>
            <a:r>
              <a:rPr lang="en-US" dirty="0"/>
              <a:t>Transport Layer: 3-</a:t>
            </a:r>
            <a:fld id="{C4204591-24BD-A542-B9D5-F8D8A88D2FEE}" type="slidenum">
              <a:rPr lang="en-US" smtClean="0"/>
              <a:pPr/>
              <a:t>51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106254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0" dur="50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3" dur="500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build="p"/>
      <p:bldP spid="8" grpId="0" build="p" bldLvl="2"/>
    </p:bld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8CD900-19EC-824C-BF74-AADFBF5A17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800" dirty="0"/>
              <a:t>QUIC: Connection establishment</a:t>
            </a:r>
            <a:endParaRPr lang="en-US" sz="4400" b="0" dirty="0"/>
          </a:p>
        </p:txBody>
      </p:sp>
      <p:sp>
        <p:nvSpPr>
          <p:cNvPr id="5" name="Line 25">
            <a:extLst>
              <a:ext uri="{FF2B5EF4-FFF2-40B4-BE49-F238E27FC236}">
                <a16:creationId xmlns:a16="http://schemas.microsoft.com/office/drawing/2014/main" id="{9C4BED4D-BA37-BE46-96DD-07DADA1A1BED}"/>
              </a:ext>
            </a:extLst>
          </p:cNvPr>
          <p:cNvSpPr>
            <a:spLocks noChangeShapeType="1"/>
          </p:cNvSpPr>
          <p:nvPr/>
        </p:nvSpPr>
        <p:spPr bwMode="auto">
          <a:xfrm>
            <a:off x="3068451" y="2380850"/>
            <a:ext cx="11746" cy="1766326"/>
          </a:xfrm>
          <a:prstGeom prst="line">
            <a:avLst/>
          </a:prstGeom>
          <a:noFill/>
          <a:ln w="9525">
            <a:solidFill>
              <a:srgbClr val="777777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charset="0"/>
              <a:ea typeface="ＭＳ Ｐゴシック" charset="0"/>
              <a:cs typeface="+mn-cs"/>
            </a:endParaRPr>
          </a:p>
        </p:txBody>
      </p:sp>
      <p:sp>
        <p:nvSpPr>
          <p:cNvPr id="6" name="Line 39">
            <a:extLst>
              <a:ext uri="{FF2B5EF4-FFF2-40B4-BE49-F238E27FC236}">
                <a16:creationId xmlns:a16="http://schemas.microsoft.com/office/drawing/2014/main" id="{88C45933-40B9-E64A-85D5-07042017B5E6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4567707" y="2453875"/>
            <a:ext cx="29506" cy="1738377"/>
          </a:xfrm>
          <a:prstGeom prst="line">
            <a:avLst/>
          </a:prstGeom>
          <a:noFill/>
          <a:ln w="9525">
            <a:solidFill>
              <a:srgbClr val="777777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charset="0"/>
              <a:ea typeface="ＭＳ Ｐゴシック" charset="0"/>
              <a:cs typeface="+mn-cs"/>
            </a:endParaRPr>
          </a:p>
        </p:txBody>
      </p:sp>
      <p:sp>
        <p:nvSpPr>
          <p:cNvPr id="35" name="Line 104">
            <a:extLst>
              <a:ext uri="{FF2B5EF4-FFF2-40B4-BE49-F238E27FC236}">
                <a16:creationId xmlns:a16="http://schemas.microsoft.com/office/drawing/2014/main" id="{DEA43D0F-FE4E-6444-803A-4AC3D317AF1D}"/>
              </a:ext>
            </a:extLst>
          </p:cNvPr>
          <p:cNvSpPr>
            <a:spLocks noChangeShapeType="1"/>
          </p:cNvSpPr>
          <p:nvPr/>
        </p:nvSpPr>
        <p:spPr bwMode="auto">
          <a:xfrm>
            <a:off x="3112900" y="2485625"/>
            <a:ext cx="1479550" cy="315913"/>
          </a:xfrm>
          <a:prstGeom prst="line">
            <a:avLst/>
          </a:prstGeom>
          <a:noFill/>
          <a:ln w="28575">
            <a:solidFill>
              <a:srgbClr val="000099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charset="0"/>
              <a:ea typeface="ＭＳ Ｐゴシック" charset="0"/>
              <a:cs typeface="+mn-cs"/>
            </a:endParaRPr>
          </a:p>
        </p:txBody>
      </p:sp>
      <p:sp>
        <p:nvSpPr>
          <p:cNvPr id="41" name="Text Box 110">
            <a:extLst>
              <a:ext uri="{FF2B5EF4-FFF2-40B4-BE49-F238E27FC236}">
                <a16:creationId xmlns:a16="http://schemas.microsoft.com/office/drawing/2014/main" id="{20BA3ED4-36CC-9544-98A9-EA509F55B65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11272" y="2446164"/>
            <a:ext cx="1667444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rPr>
              <a:t>TCP handshake</a:t>
            </a: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rPr>
              <a:t>(transport layer)</a:t>
            </a:r>
          </a:p>
        </p:txBody>
      </p:sp>
      <p:grpSp>
        <p:nvGrpSpPr>
          <p:cNvPr id="45" name="Group 116">
            <a:extLst>
              <a:ext uri="{FF2B5EF4-FFF2-40B4-BE49-F238E27FC236}">
                <a16:creationId xmlns:a16="http://schemas.microsoft.com/office/drawing/2014/main" id="{05B15A5D-4328-A441-B3FC-F81F57D4EEB2}"/>
              </a:ext>
            </a:extLst>
          </p:cNvPr>
          <p:cNvGrpSpPr>
            <a:grpSpLocks/>
          </p:cNvGrpSpPr>
          <p:nvPr/>
        </p:nvGrpSpPr>
        <p:grpSpPr bwMode="auto">
          <a:xfrm>
            <a:off x="2596963" y="1844275"/>
            <a:ext cx="620713" cy="487363"/>
            <a:chOff x="-44" y="1473"/>
            <a:chExt cx="981" cy="1105"/>
          </a:xfrm>
        </p:grpSpPr>
        <p:pic>
          <p:nvPicPr>
            <p:cNvPr id="79" name="Picture 117" descr="desktop_computer_stylized_medium">
              <a:extLst>
                <a:ext uri="{FF2B5EF4-FFF2-40B4-BE49-F238E27FC236}">
                  <a16:creationId xmlns:a16="http://schemas.microsoft.com/office/drawing/2014/main" id="{4F29F569-59F0-9C46-911D-DD62143FA793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80" name="Freeform 118">
              <a:extLst>
                <a:ext uri="{FF2B5EF4-FFF2-40B4-BE49-F238E27FC236}">
                  <a16:creationId xmlns:a16="http://schemas.microsoft.com/office/drawing/2014/main" id="{DF44085E-A434-B74D-9FFC-405767956F46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5595 w 356"/>
                <a:gd name="T3" fmla="*/ 341 h 368"/>
                <a:gd name="T4" fmla="*/ 6638 w 356"/>
                <a:gd name="T5" fmla="*/ 7113 h 368"/>
                <a:gd name="T6" fmla="*/ 1463 w 356"/>
                <a:gd name="T7" fmla="*/ 8895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 cmpd="sng">
                  <a:solidFill>
                    <a:schemeClr val="tx1"/>
                  </a:solidFill>
                  <a:prstDash val="solid"/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</p:grpSp>
      <p:grpSp>
        <p:nvGrpSpPr>
          <p:cNvPr id="46" name="Group 119">
            <a:extLst>
              <a:ext uri="{FF2B5EF4-FFF2-40B4-BE49-F238E27FC236}">
                <a16:creationId xmlns:a16="http://schemas.microsoft.com/office/drawing/2014/main" id="{A7B90A8A-D028-4B44-A36B-2A3A02C52290}"/>
              </a:ext>
            </a:extLst>
          </p:cNvPr>
          <p:cNvGrpSpPr>
            <a:grpSpLocks/>
          </p:cNvGrpSpPr>
          <p:nvPr/>
        </p:nvGrpSpPr>
        <p:grpSpPr bwMode="auto">
          <a:xfrm>
            <a:off x="4405125" y="1825225"/>
            <a:ext cx="336550" cy="512763"/>
            <a:chOff x="4140" y="429"/>
            <a:chExt cx="1425" cy="2396"/>
          </a:xfrm>
        </p:grpSpPr>
        <p:sp>
          <p:nvSpPr>
            <p:cNvPr id="47" name="Freeform 120">
              <a:extLst>
                <a:ext uri="{FF2B5EF4-FFF2-40B4-BE49-F238E27FC236}">
                  <a16:creationId xmlns:a16="http://schemas.microsoft.com/office/drawing/2014/main" id="{08B25BDC-C11B-7445-9ACE-530694381C99}"/>
                </a:ext>
              </a:extLst>
            </p:cNvPr>
            <p:cNvSpPr>
              <a:spLocks/>
            </p:cNvSpPr>
            <p:nvPr/>
          </p:nvSpPr>
          <p:spPr bwMode="auto">
            <a:xfrm>
              <a:off x="5268" y="433"/>
              <a:ext cx="283" cy="2286"/>
            </a:xfrm>
            <a:custGeom>
              <a:avLst/>
              <a:gdLst>
                <a:gd name="T0" fmla="*/ 7 w 354"/>
                <a:gd name="T1" fmla="*/ 0 h 2742"/>
                <a:gd name="T2" fmla="*/ 38 w 354"/>
                <a:gd name="T3" fmla="*/ 55 h 2742"/>
                <a:gd name="T4" fmla="*/ 37 w 354"/>
                <a:gd name="T5" fmla="*/ 425 h 2742"/>
                <a:gd name="T6" fmla="*/ 0 w 354"/>
                <a:gd name="T7" fmla="*/ 445 h 2742"/>
                <a:gd name="T8" fmla="*/ 7 w 354"/>
                <a:gd name="T9" fmla="*/ 0 h 274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4" h="2742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 rotWithShape="1"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48" name="Rectangle 121">
              <a:extLst>
                <a:ext uri="{FF2B5EF4-FFF2-40B4-BE49-F238E27FC236}">
                  <a16:creationId xmlns:a16="http://schemas.microsoft.com/office/drawing/2014/main" id="{B20D776D-D65C-E547-99EE-D97FD457320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07" y="429"/>
              <a:ext cx="1049" cy="2285"/>
            </a:xfrm>
            <a:prstGeom prst="rect">
              <a:avLst/>
            </a:pr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49" name="Freeform 122">
              <a:extLst>
                <a:ext uri="{FF2B5EF4-FFF2-40B4-BE49-F238E27FC236}">
                  <a16:creationId xmlns:a16="http://schemas.microsoft.com/office/drawing/2014/main" id="{2EF7936B-B98E-C14D-9E56-4F80B95855CC}"/>
                </a:ext>
              </a:extLst>
            </p:cNvPr>
            <p:cNvSpPr>
              <a:spLocks/>
            </p:cNvSpPr>
            <p:nvPr/>
          </p:nvSpPr>
          <p:spPr bwMode="auto">
            <a:xfrm>
              <a:off x="5321" y="570"/>
              <a:ext cx="169" cy="2115"/>
            </a:xfrm>
            <a:custGeom>
              <a:avLst/>
              <a:gdLst>
                <a:gd name="T0" fmla="*/ 2 w 211"/>
                <a:gd name="T1" fmla="*/ 0 h 2537"/>
                <a:gd name="T2" fmla="*/ 23 w 211"/>
                <a:gd name="T3" fmla="*/ 36 h 2537"/>
                <a:gd name="T4" fmla="*/ 2 w 211"/>
                <a:gd name="T5" fmla="*/ 405 h 2537"/>
                <a:gd name="T6" fmla="*/ 2 w 211"/>
                <a:gd name="T7" fmla="*/ 0 h 2537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11" h="2537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 rotWithShape="1"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50" name="Freeform 123">
              <a:extLst>
                <a:ext uri="{FF2B5EF4-FFF2-40B4-BE49-F238E27FC236}">
                  <a16:creationId xmlns:a16="http://schemas.microsoft.com/office/drawing/2014/main" id="{C22063C8-98A9-4343-AEF8-2EFD61950B68}"/>
                </a:ext>
              </a:extLst>
            </p:cNvPr>
            <p:cNvSpPr>
              <a:spLocks/>
            </p:cNvSpPr>
            <p:nvPr/>
          </p:nvSpPr>
          <p:spPr bwMode="auto">
            <a:xfrm>
              <a:off x="5284" y="1640"/>
              <a:ext cx="263" cy="189"/>
            </a:xfrm>
            <a:custGeom>
              <a:avLst/>
              <a:gdLst>
                <a:gd name="T0" fmla="*/ 2 w 328"/>
                <a:gd name="T1" fmla="*/ 0 h 226"/>
                <a:gd name="T2" fmla="*/ 36 w 328"/>
                <a:gd name="T3" fmla="*/ 21 h 226"/>
                <a:gd name="T4" fmla="*/ 36 w 328"/>
                <a:gd name="T5" fmla="*/ 38 h 226"/>
                <a:gd name="T6" fmla="*/ 0 w 328"/>
                <a:gd name="T7" fmla="*/ 16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51" name="Rectangle 124">
              <a:extLst>
                <a:ext uri="{FF2B5EF4-FFF2-40B4-BE49-F238E27FC236}">
                  <a16:creationId xmlns:a16="http://schemas.microsoft.com/office/drawing/2014/main" id="{C86D734F-6A3D-5740-AD55-1591F613841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14" y="696"/>
              <a:ext cx="592" cy="45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grpSp>
          <p:nvGrpSpPr>
            <p:cNvPr id="52" name="Group 125">
              <a:extLst>
                <a:ext uri="{FF2B5EF4-FFF2-40B4-BE49-F238E27FC236}">
                  <a16:creationId xmlns:a16="http://schemas.microsoft.com/office/drawing/2014/main" id="{7DC279C6-96EE-8646-BB6A-A80EB220F3AA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49" y="668"/>
              <a:ext cx="581" cy="145"/>
              <a:chOff x="614" y="2568"/>
              <a:chExt cx="725" cy="139"/>
            </a:xfrm>
          </p:grpSpPr>
          <p:sp>
            <p:nvSpPr>
              <p:cNvPr id="77" name="AutoShape 126">
                <a:extLst>
                  <a:ext uri="{FF2B5EF4-FFF2-40B4-BE49-F238E27FC236}">
                    <a16:creationId xmlns:a16="http://schemas.microsoft.com/office/drawing/2014/main" id="{0B36DDBF-CF03-9041-B023-1348757494C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7" y="2566"/>
                <a:ext cx="721" cy="142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endParaRPr>
              </a:p>
            </p:txBody>
          </p:sp>
          <p:sp>
            <p:nvSpPr>
              <p:cNvPr id="78" name="AutoShape 127">
                <a:extLst>
                  <a:ext uri="{FF2B5EF4-FFF2-40B4-BE49-F238E27FC236}">
                    <a16:creationId xmlns:a16="http://schemas.microsoft.com/office/drawing/2014/main" id="{7A59F2CB-A29D-CA45-B239-ABC8A50C4D0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34" y="2581"/>
                <a:ext cx="688" cy="114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endParaRPr>
              </a:p>
            </p:txBody>
          </p:sp>
        </p:grpSp>
        <p:sp>
          <p:nvSpPr>
            <p:cNvPr id="53" name="Rectangle 128">
              <a:extLst>
                <a:ext uri="{FF2B5EF4-FFF2-40B4-BE49-F238E27FC236}">
                  <a16:creationId xmlns:a16="http://schemas.microsoft.com/office/drawing/2014/main" id="{812143BC-E04E-3643-88D3-F518F08FDF0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21" y="1022"/>
              <a:ext cx="598" cy="45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grpSp>
          <p:nvGrpSpPr>
            <p:cNvPr id="54" name="Group 129">
              <a:extLst>
                <a:ext uri="{FF2B5EF4-FFF2-40B4-BE49-F238E27FC236}">
                  <a16:creationId xmlns:a16="http://schemas.microsoft.com/office/drawing/2014/main" id="{354CCBB5-B9C6-6942-AC5F-3687938C3258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47" y="994"/>
              <a:ext cx="581" cy="134"/>
              <a:chOff x="614" y="2568"/>
              <a:chExt cx="725" cy="139"/>
            </a:xfrm>
          </p:grpSpPr>
          <p:sp>
            <p:nvSpPr>
              <p:cNvPr id="75" name="AutoShape 130">
                <a:extLst>
                  <a:ext uri="{FF2B5EF4-FFF2-40B4-BE49-F238E27FC236}">
                    <a16:creationId xmlns:a16="http://schemas.microsoft.com/office/drawing/2014/main" id="{EB7C97D8-291A-DA46-98C3-1C910333F41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1" y="2567"/>
                <a:ext cx="730" cy="139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endParaRPr>
              </a:p>
            </p:txBody>
          </p:sp>
          <p:sp>
            <p:nvSpPr>
              <p:cNvPr id="76" name="AutoShape 131">
                <a:extLst>
                  <a:ext uri="{FF2B5EF4-FFF2-40B4-BE49-F238E27FC236}">
                    <a16:creationId xmlns:a16="http://schemas.microsoft.com/office/drawing/2014/main" id="{B1B8D70D-52FE-834D-B584-42FAD990E0A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8" y="2582"/>
                <a:ext cx="696" cy="108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endParaRPr>
              </a:p>
            </p:txBody>
          </p:sp>
        </p:grpSp>
        <p:sp>
          <p:nvSpPr>
            <p:cNvPr id="55" name="Rectangle 132">
              <a:extLst>
                <a:ext uri="{FF2B5EF4-FFF2-40B4-BE49-F238E27FC236}">
                  <a16:creationId xmlns:a16="http://schemas.microsoft.com/office/drawing/2014/main" id="{6F44B4E7-0BAF-BD4D-AB09-8F68566849C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14" y="1356"/>
              <a:ext cx="598" cy="45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56" name="Rectangle 133">
              <a:extLst>
                <a:ext uri="{FF2B5EF4-FFF2-40B4-BE49-F238E27FC236}">
                  <a16:creationId xmlns:a16="http://schemas.microsoft.com/office/drawing/2014/main" id="{E096E649-FB98-A440-A0AA-87ACB61BF19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27" y="1653"/>
              <a:ext cx="598" cy="52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grpSp>
          <p:nvGrpSpPr>
            <p:cNvPr id="57" name="Group 134">
              <a:extLst>
                <a:ext uri="{FF2B5EF4-FFF2-40B4-BE49-F238E27FC236}">
                  <a16:creationId xmlns:a16="http://schemas.microsoft.com/office/drawing/2014/main" id="{4A761FF6-BF42-0C42-B867-FBBD6C66E1F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35" y="1627"/>
              <a:ext cx="582" cy="151"/>
              <a:chOff x="614" y="2568"/>
              <a:chExt cx="725" cy="139"/>
            </a:xfrm>
          </p:grpSpPr>
          <p:sp>
            <p:nvSpPr>
              <p:cNvPr id="73" name="AutoShape 135">
                <a:extLst>
                  <a:ext uri="{FF2B5EF4-FFF2-40B4-BE49-F238E27FC236}">
                    <a16:creationId xmlns:a16="http://schemas.microsoft.com/office/drawing/2014/main" id="{5464F3AB-216D-124D-939F-704C7CCC22C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8" y="2571"/>
                <a:ext cx="720" cy="137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endParaRPr>
              </a:p>
            </p:txBody>
          </p:sp>
          <p:sp>
            <p:nvSpPr>
              <p:cNvPr id="74" name="AutoShape 136">
                <a:extLst>
                  <a:ext uri="{FF2B5EF4-FFF2-40B4-BE49-F238E27FC236}">
                    <a16:creationId xmlns:a16="http://schemas.microsoft.com/office/drawing/2014/main" id="{ED89168E-72D2-FF4F-B7EF-6AB182DDFB2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35" y="2585"/>
                <a:ext cx="687" cy="109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endParaRPr>
              </a:p>
            </p:txBody>
          </p:sp>
        </p:grpSp>
        <p:sp>
          <p:nvSpPr>
            <p:cNvPr id="58" name="Freeform 137">
              <a:extLst>
                <a:ext uri="{FF2B5EF4-FFF2-40B4-BE49-F238E27FC236}">
                  <a16:creationId xmlns:a16="http://schemas.microsoft.com/office/drawing/2014/main" id="{678B45D0-D6A4-E547-A6AB-6CA05B4F04EC}"/>
                </a:ext>
              </a:extLst>
            </p:cNvPr>
            <p:cNvSpPr>
              <a:spLocks/>
            </p:cNvSpPr>
            <p:nvPr/>
          </p:nvSpPr>
          <p:spPr bwMode="auto">
            <a:xfrm>
              <a:off x="5288" y="1354"/>
              <a:ext cx="263" cy="188"/>
            </a:xfrm>
            <a:custGeom>
              <a:avLst/>
              <a:gdLst>
                <a:gd name="T0" fmla="*/ 2 w 328"/>
                <a:gd name="T1" fmla="*/ 0 h 226"/>
                <a:gd name="T2" fmla="*/ 36 w 328"/>
                <a:gd name="T3" fmla="*/ 20 h 226"/>
                <a:gd name="T4" fmla="*/ 36 w 328"/>
                <a:gd name="T5" fmla="*/ 36 h 226"/>
                <a:gd name="T6" fmla="*/ 0 w 328"/>
                <a:gd name="T7" fmla="*/ 15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grpSp>
          <p:nvGrpSpPr>
            <p:cNvPr id="59" name="Group 138">
              <a:extLst>
                <a:ext uri="{FF2B5EF4-FFF2-40B4-BE49-F238E27FC236}">
                  <a16:creationId xmlns:a16="http://schemas.microsoft.com/office/drawing/2014/main" id="{93894FC4-66FF-A141-A8FA-F4467B81742C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39" y="1327"/>
              <a:ext cx="582" cy="139"/>
              <a:chOff x="614" y="2568"/>
              <a:chExt cx="725" cy="139"/>
            </a:xfrm>
          </p:grpSpPr>
          <p:sp>
            <p:nvSpPr>
              <p:cNvPr id="71" name="AutoShape 139">
                <a:extLst>
                  <a:ext uri="{FF2B5EF4-FFF2-40B4-BE49-F238E27FC236}">
                    <a16:creationId xmlns:a16="http://schemas.microsoft.com/office/drawing/2014/main" id="{0B5B4221-43A5-794B-8779-2C6FA0946B4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3" y="2568"/>
                <a:ext cx="728" cy="141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endParaRPr>
              </a:p>
            </p:txBody>
          </p:sp>
          <p:sp>
            <p:nvSpPr>
              <p:cNvPr id="72" name="AutoShape 140">
                <a:extLst>
                  <a:ext uri="{FF2B5EF4-FFF2-40B4-BE49-F238E27FC236}">
                    <a16:creationId xmlns:a16="http://schemas.microsoft.com/office/drawing/2014/main" id="{C2AF8E78-80D6-6944-986D-4D173EA2B99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30" y="2582"/>
                <a:ext cx="695" cy="111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endParaRPr>
              </a:p>
            </p:txBody>
          </p:sp>
        </p:grpSp>
        <p:sp>
          <p:nvSpPr>
            <p:cNvPr id="60" name="Rectangle 141">
              <a:extLst>
                <a:ext uri="{FF2B5EF4-FFF2-40B4-BE49-F238E27FC236}">
                  <a16:creationId xmlns:a16="http://schemas.microsoft.com/office/drawing/2014/main" id="{E8A6DBCF-DF01-4B4B-A482-6EE295F9469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49" y="429"/>
              <a:ext cx="67" cy="2292"/>
            </a:xfrm>
            <a:prstGeom prst="rect">
              <a:avLst/>
            </a:prstGeom>
            <a:gradFill rotWithShape="1"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61" name="Freeform 142">
              <a:extLst>
                <a:ext uri="{FF2B5EF4-FFF2-40B4-BE49-F238E27FC236}">
                  <a16:creationId xmlns:a16="http://schemas.microsoft.com/office/drawing/2014/main" id="{4A8FDAF3-5C2E-4549-BC2D-F5D371A5BF81}"/>
                </a:ext>
              </a:extLst>
            </p:cNvPr>
            <p:cNvSpPr>
              <a:spLocks/>
            </p:cNvSpPr>
            <p:nvPr/>
          </p:nvSpPr>
          <p:spPr bwMode="auto">
            <a:xfrm>
              <a:off x="5312" y="1007"/>
              <a:ext cx="237" cy="213"/>
            </a:xfrm>
            <a:custGeom>
              <a:avLst/>
              <a:gdLst>
                <a:gd name="T0" fmla="*/ 2 w 296"/>
                <a:gd name="T1" fmla="*/ 0 h 256"/>
                <a:gd name="T2" fmla="*/ 32 w 296"/>
                <a:gd name="T3" fmla="*/ 22 h 256"/>
                <a:gd name="T4" fmla="*/ 32 w 296"/>
                <a:gd name="T5" fmla="*/ 41 h 256"/>
                <a:gd name="T6" fmla="*/ 0 w 296"/>
                <a:gd name="T7" fmla="*/ 15 h 256"/>
                <a:gd name="T8" fmla="*/ 2 w 296"/>
                <a:gd name="T9" fmla="*/ 0 h 25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96" h="25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62" name="Freeform 143">
              <a:extLst>
                <a:ext uri="{FF2B5EF4-FFF2-40B4-BE49-F238E27FC236}">
                  <a16:creationId xmlns:a16="http://schemas.microsoft.com/office/drawing/2014/main" id="{27C6D15B-AD3A-974C-955B-6AC23ACE5815}"/>
                </a:ext>
              </a:extLst>
            </p:cNvPr>
            <p:cNvSpPr>
              <a:spLocks/>
            </p:cNvSpPr>
            <p:nvPr/>
          </p:nvSpPr>
          <p:spPr bwMode="auto">
            <a:xfrm>
              <a:off x="5315" y="680"/>
              <a:ext cx="244" cy="240"/>
            </a:xfrm>
            <a:custGeom>
              <a:avLst/>
              <a:gdLst>
                <a:gd name="T0" fmla="*/ 0 w 304"/>
                <a:gd name="T1" fmla="*/ 0 h 288"/>
                <a:gd name="T2" fmla="*/ 34 w 304"/>
                <a:gd name="T3" fmla="*/ 27 h 288"/>
                <a:gd name="T4" fmla="*/ 31 w 304"/>
                <a:gd name="T5" fmla="*/ 48 h 288"/>
                <a:gd name="T6" fmla="*/ 2 w 304"/>
                <a:gd name="T7" fmla="*/ 20 h 288"/>
                <a:gd name="T8" fmla="*/ 0 w 304"/>
                <a:gd name="T9" fmla="*/ 0 h 28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04" h="288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63" name="Oval 144">
              <a:extLst>
                <a:ext uri="{FF2B5EF4-FFF2-40B4-BE49-F238E27FC236}">
                  <a16:creationId xmlns:a16="http://schemas.microsoft.com/office/drawing/2014/main" id="{DE337FA2-6FB5-6140-BAED-B6974915AFA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18" y="2610"/>
              <a:ext cx="47" cy="96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64" name="Freeform 145">
              <a:extLst>
                <a:ext uri="{FF2B5EF4-FFF2-40B4-BE49-F238E27FC236}">
                  <a16:creationId xmlns:a16="http://schemas.microsoft.com/office/drawing/2014/main" id="{E36437D8-92DB-2B4F-90B6-43453829C487}"/>
                </a:ext>
              </a:extLst>
            </p:cNvPr>
            <p:cNvSpPr>
              <a:spLocks/>
            </p:cNvSpPr>
            <p:nvPr/>
          </p:nvSpPr>
          <p:spPr bwMode="auto">
            <a:xfrm>
              <a:off x="5302" y="2614"/>
              <a:ext cx="245" cy="200"/>
            </a:xfrm>
            <a:custGeom>
              <a:avLst/>
              <a:gdLst>
                <a:gd name="T0" fmla="*/ 0 w 306"/>
                <a:gd name="T1" fmla="*/ 18 h 240"/>
                <a:gd name="T2" fmla="*/ 2 w 306"/>
                <a:gd name="T3" fmla="*/ 40 h 240"/>
                <a:gd name="T4" fmla="*/ 34 w 306"/>
                <a:gd name="T5" fmla="*/ 18 h 240"/>
                <a:gd name="T6" fmla="*/ 32 w 306"/>
                <a:gd name="T7" fmla="*/ 0 h 240"/>
                <a:gd name="T8" fmla="*/ 0 w 306"/>
                <a:gd name="T9" fmla="*/ 18 h 24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06" h="240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65" name="AutoShape 146">
              <a:extLst>
                <a:ext uri="{FF2B5EF4-FFF2-40B4-BE49-F238E27FC236}">
                  <a16:creationId xmlns:a16="http://schemas.microsoft.com/office/drawing/2014/main" id="{1C6066DD-9182-8B41-BADA-B3930EFFFA5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40" y="2677"/>
              <a:ext cx="1196" cy="148"/>
            </a:xfrm>
            <a:prstGeom prst="roundRect">
              <a:avLst>
                <a:gd name="adj" fmla="val 50000"/>
              </a:avLst>
            </a:prstGeom>
            <a:solidFill>
              <a:srgbClr val="DDDDDD"/>
            </a:solidFill>
            <a:ln w="9525">
              <a:solidFill>
                <a:srgbClr val="00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66" name="AutoShape 147">
              <a:extLst>
                <a:ext uri="{FF2B5EF4-FFF2-40B4-BE49-F238E27FC236}">
                  <a16:creationId xmlns:a16="http://schemas.microsoft.com/office/drawing/2014/main" id="{5346E090-AA71-5047-9BDF-1A7AA07BF42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07" y="2714"/>
              <a:ext cx="1069" cy="82"/>
            </a:xfrm>
            <a:prstGeom prst="roundRect">
              <a:avLst>
                <a:gd name="adj" fmla="val 50000"/>
              </a:avLst>
            </a:prstGeom>
            <a:gradFill rotWithShape="1">
              <a:gsLst>
                <a:gs pos="0">
                  <a:srgbClr val="000000"/>
                </a:gs>
                <a:gs pos="100000">
                  <a:srgbClr val="808080"/>
                </a:gs>
              </a:gsLst>
              <a:lin ang="0" scaled="1"/>
            </a:gradFill>
            <a:ln w="9525">
              <a:solidFill>
                <a:srgbClr val="00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67" name="Oval 148">
              <a:extLst>
                <a:ext uri="{FF2B5EF4-FFF2-40B4-BE49-F238E27FC236}">
                  <a16:creationId xmlns:a16="http://schemas.microsoft.com/office/drawing/2014/main" id="{5CDD94BB-1E90-0744-8E1D-646B97296F4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08" y="2380"/>
              <a:ext cx="155" cy="148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68" name="Oval 149">
              <a:extLst>
                <a:ext uri="{FF2B5EF4-FFF2-40B4-BE49-F238E27FC236}">
                  <a16:creationId xmlns:a16="http://schemas.microsoft.com/office/drawing/2014/main" id="{557ADED5-CBD1-6747-85B1-2230D000C7B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83" y="2387"/>
              <a:ext cx="161" cy="141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Arial" charset="0"/>
              </a:endParaRPr>
            </a:p>
          </p:txBody>
        </p:sp>
        <p:sp>
          <p:nvSpPr>
            <p:cNvPr id="69" name="Oval 150">
              <a:extLst>
                <a:ext uri="{FF2B5EF4-FFF2-40B4-BE49-F238E27FC236}">
                  <a16:creationId xmlns:a16="http://schemas.microsoft.com/office/drawing/2014/main" id="{22F5D6E9-CAC5-8D45-977C-D459EA43C6B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64" y="2380"/>
              <a:ext cx="155" cy="141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70" name="Rectangle 151">
              <a:extLst>
                <a:ext uri="{FF2B5EF4-FFF2-40B4-BE49-F238E27FC236}">
                  <a16:creationId xmlns:a16="http://schemas.microsoft.com/office/drawing/2014/main" id="{C49F52B6-7EBB-D740-89BC-D73BFAF70D6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61" y="1838"/>
              <a:ext cx="87" cy="757"/>
            </a:xfrm>
            <a:prstGeom prst="rect">
              <a:avLst/>
            </a:prstGeom>
            <a:solidFill>
              <a:srgbClr val="292929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</p:grpSp>
      <p:sp>
        <p:nvSpPr>
          <p:cNvPr id="145" name="Line 104">
            <a:extLst>
              <a:ext uri="{FF2B5EF4-FFF2-40B4-BE49-F238E27FC236}">
                <a16:creationId xmlns:a16="http://schemas.microsoft.com/office/drawing/2014/main" id="{C05A0638-0561-184C-B88A-83CE0B99673B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079562" y="2852337"/>
            <a:ext cx="1479550" cy="315913"/>
          </a:xfrm>
          <a:prstGeom prst="line">
            <a:avLst/>
          </a:prstGeom>
          <a:noFill/>
          <a:ln w="28575">
            <a:solidFill>
              <a:srgbClr val="000099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charset="0"/>
              <a:ea typeface="ＭＳ Ｐゴシック" charset="0"/>
              <a:cs typeface="+mn-cs"/>
            </a:endParaRPr>
          </a:p>
        </p:txBody>
      </p:sp>
      <p:sp>
        <p:nvSpPr>
          <p:cNvPr id="146" name="Line 104">
            <a:extLst>
              <a:ext uri="{FF2B5EF4-FFF2-40B4-BE49-F238E27FC236}">
                <a16:creationId xmlns:a16="http://schemas.microsoft.com/office/drawing/2014/main" id="{8B56918A-5014-8F46-8CCE-CBEA09440003}"/>
              </a:ext>
            </a:extLst>
          </p:cNvPr>
          <p:cNvSpPr>
            <a:spLocks noChangeShapeType="1"/>
          </p:cNvSpPr>
          <p:nvPr/>
        </p:nvSpPr>
        <p:spPr bwMode="auto">
          <a:xfrm>
            <a:off x="3091128" y="3182311"/>
            <a:ext cx="1479550" cy="315913"/>
          </a:xfrm>
          <a:prstGeom prst="line">
            <a:avLst/>
          </a:prstGeom>
          <a:noFill/>
          <a:ln w="28575">
            <a:solidFill>
              <a:srgbClr val="000099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charset="0"/>
              <a:ea typeface="ＭＳ Ｐゴシック" charset="0"/>
              <a:cs typeface="+mn-cs"/>
            </a:endParaRPr>
          </a:p>
        </p:txBody>
      </p:sp>
      <p:sp>
        <p:nvSpPr>
          <p:cNvPr id="147" name="Text Box 110">
            <a:extLst>
              <a:ext uri="{FF2B5EF4-FFF2-40B4-BE49-F238E27FC236}">
                <a16:creationId xmlns:a16="http://schemas.microsoft.com/office/drawing/2014/main" id="{E13AB8A0-1586-CE49-B5BB-BC458530946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57504" y="3320650"/>
            <a:ext cx="1556836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rPr>
              <a:t>TLS handshake</a:t>
            </a: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rPr>
              <a:t>(security)</a:t>
            </a:r>
          </a:p>
        </p:txBody>
      </p:sp>
      <p:sp>
        <p:nvSpPr>
          <p:cNvPr id="148" name="Line 104">
            <a:extLst>
              <a:ext uri="{FF2B5EF4-FFF2-40B4-BE49-F238E27FC236}">
                <a16:creationId xmlns:a16="http://schemas.microsoft.com/office/drawing/2014/main" id="{2A8075BB-6199-564E-A2AE-27CBCD566ED0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057790" y="3549023"/>
            <a:ext cx="1479550" cy="315913"/>
          </a:xfrm>
          <a:prstGeom prst="line">
            <a:avLst/>
          </a:prstGeom>
          <a:noFill/>
          <a:ln w="28575">
            <a:solidFill>
              <a:srgbClr val="000099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charset="0"/>
              <a:ea typeface="ＭＳ Ｐゴシック" charset="0"/>
              <a:cs typeface="+mn-cs"/>
            </a:endParaRPr>
          </a:p>
        </p:txBody>
      </p:sp>
      <p:sp>
        <p:nvSpPr>
          <p:cNvPr id="149" name="Content Placeholder 3">
            <a:extLst>
              <a:ext uri="{FF2B5EF4-FFF2-40B4-BE49-F238E27FC236}">
                <a16:creationId xmlns:a16="http://schemas.microsoft.com/office/drawing/2014/main" id="{9696F7E8-2582-4947-8032-1DACA9C53819}"/>
              </a:ext>
            </a:extLst>
          </p:cNvPr>
          <p:cNvSpPr txBox="1">
            <a:spLocks/>
          </p:cNvSpPr>
          <p:nvPr/>
        </p:nvSpPr>
        <p:spPr>
          <a:xfrm>
            <a:off x="1198561" y="4421354"/>
            <a:ext cx="4452939" cy="209374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30175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pitchFamily="2" charset="2"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TCP 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(reliability, congestion control state) 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+ TLS 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(authentication, crypto state)</a:t>
            </a:r>
          </a:p>
          <a:p>
            <a:pPr marL="508000" marR="0" lvl="0" indent="-2159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pitchFamily="2" charset="2"/>
              <a:buChar char="§"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2 serial handshakes</a:t>
            </a:r>
          </a:p>
          <a:p>
            <a:pPr marL="130175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pitchFamily="2" charset="2"/>
              <a:buNone/>
              <a:tabLst/>
              <a:defRPr/>
            </a:pP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94" name="Line 104">
            <a:extLst>
              <a:ext uri="{FF2B5EF4-FFF2-40B4-BE49-F238E27FC236}">
                <a16:creationId xmlns:a16="http://schemas.microsoft.com/office/drawing/2014/main" id="{A731BD8A-822C-8E41-AB22-2027DB7C0735}"/>
              </a:ext>
            </a:extLst>
          </p:cNvPr>
          <p:cNvSpPr>
            <a:spLocks noChangeShapeType="1"/>
          </p:cNvSpPr>
          <p:nvPr/>
        </p:nvSpPr>
        <p:spPr bwMode="auto">
          <a:xfrm>
            <a:off x="3087500" y="3908025"/>
            <a:ext cx="1479550" cy="315913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charset="0"/>
              <a:ea typeface="ＭＳ Ｐゴシック" charset="0"/>
              <a:cs typeface="+mn-cs"/>
            </a:endParaRPr>
          </a:p>
        </p:txBody>
      </p:sp>
      <p:sp>
        <p:nvSpPr>
          <p:cNvPr id="195" name="TextBox 194">
            <a:extLst>
              <a:ext uri="{FF2B5EF4-FFF2-40B4-BE49-F238E27FC236}">
                <a16:creationId xmlns:a16="http://schemas.microsoft.com/office/drawing/2014/main" id="{13979F95-5F08-4B4E-B3AF-BB5A69DC5771}"/>
              </a:ext>
            </a:extLst>
          </p:cNvPr>
          <p:cNvSpPr txBox="1"/>
          <p:nvPr/>
        </p:nvSpPr>
        <p:spPr>
          <a:xfrm>
            <a:off x="3505200" y="3860800"/>
            <a:ext cx="599716" cy="369332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data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B27720B8-7CD9-3D46-8BE1-8522E3B30B72}"/>
              </a:ext>
            </a:extLst>
          </p:cNvPr>
          <p:cNvGrpSpPr/>
          <p:nvPr/>
        </p:nvGrpSpPr>
        <p:grpSpPr>
          <a:xfrm>
            <a:off x="6354761" y="1850625"/>
            <a:ext cx="5087939" cy="4753374"/>
            <a:chOff x="6354761" y="1850625"/>
            <a:chExt cx="5087939" cy="4753374"/>
          </a:xfrm>
        </p:grpSpPr>
        <p:sp>
          <p:nvSpPr>
            <p:cNvPr id="150" name="Line 25">
              <a:extLst>
                <a:ext uri="{FF2B5EF4-FFF2-40B4-BE49-F238E27FC236}">
                  <a16:creationId xmlns:a16="http://schemas.microsoft.com/office/drawing/2014/main" id="{E201D1E1-11DD-1D41-965A-182F8EFC756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046851" y="2406250"/>
              <a:ext cx="11746" cy="1766326"/>
            </a:xfrm>
            <a:prstGeom prst="line">
              <a:avLst/>
            </a:prstGeom>
            <a:noFill/>
            <a:ln w="9525">
              <a:solidFill>
                <a:srgbClr val="777777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151" name="Line 39">
              <a:extLst>
                <a:ext uri="{FF2B5EF4-FFF2-40B4-BE49-F238E27FC236}">
                  <a16:creationId xmlns:a16="http://schemas.microsoft.com/office/drawing/2014/main" id="{E8CE9184-8004-6B4B-B08A-3AD4A505DEC2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9546107" y="2479275"/>
              <a:ext cx="29506" cy="1738377"/>
            </a:xfrm>
            <a:prstGeom prst="line">
              <a:avLst/>
            </a:prstGeom>
            <a:noFill/>
            <a:ln w="9525">
              <a:solidFill>
                <a:srgbClr val="777777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152" name="Line 104">
              <a:extLst>
                <a:ext uri="{FF2B5EF4-FFF2-40B4-BE49-F238E27FC236}">
                  <a16:creationId xmlns:a16="http://schemas.microsoft.com/office/drawing/2014/main" id="{2F4BD7E0-F5D3-F84E-9962-D7160263FE7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091300" y="2511025"/>
              <a:ext cx="1479550" cy="315913"/>
            </a:xfrm>
            <a:prstGeom prst="line">
              <a:avLst/>
            </a:prstGeom>
            <a:noFill/>
            <a:ln w="28575">
              <a:solidFill>
                <a:srgbClr val="000099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153" name="Text Box 110">
              <a:extLst>
                <a:ext uri="{FF2B5EF4-FFF2-40B4-BE49-F238E27FC236}">
                  <a16:creationId xmlns:a16="http://schemas.microsoft.com/office/drawing/2014/main" id="{142BBA39-1F6E-E049-B451-16DA815897F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385541" y="2649364"/>
              <a:ext cx="1701107" cy="33855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0" cap="none" spc="0" normalizeH="0" baseline="0" noProof="0" dirty="0">
                  <a:ln>
                    <a:noFill/>
                  </a:ln>
                  <a:solidFill>
                    <a:srgbClr val="CC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rPr>
                <a:t>QUIC handshake</a:t>
              </a:r>
            </a:p>
          </p:txBody>
        </p:sp>
        <p:grpSp>
          <p:nvGrpSpPr>
            <p:cNvPr id="154" name="Group 116">
              <a:extLst>
                <a:ext uri="{FF2B5EF4-FFF2-40B4-BE49-F238E27FC236}">
                  <a16:creationId xmlns:a16="http://schemas.microsoft.com/office/drawing/2014/main" id="{0333952F-7029-3942-B0B2-A306607461AF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7575363" y="1869675"/>
              <a:ext cx="620713" cy="487363"/>
              <a:chOff x="-44" y="1473"/>
              <a:chExt cx="981" cy="1105"/>
            </a:xfrm>
          </p:grpSpPr>
          <p:pic>
            <p:nvPicPr>
              <p:cNvPr id="155" name="Picture 117" descr="desktop_computer_stylized_medium">
                <a:extLst>
                  <a:ext uri="{FF2B5EF4-FFF2-40B4-BE49-F238E27FC236}">
                    <a16:creationId xmlns:a16="http://schemas.microsoft.com/office/drawing/2014/main" id="{8C72C79C-1EF7-DC4C-8FEF-AEDFD872B511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 flipH="1">
                <a:off x="-44" y="1473"/>
                <a:ext cx="981" cy="110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156" name="Freeform 118">
                <a:extLst>
                  <a:ext uri="{FF2B5EF4-FFF2-40B4-BE49-F238E27FC236}">
                    <a16:creationId xmlns:a16="http://schemas.microsoft.com/office/drawing/2014/main" id="{E79F1797-B686-D046-AD47-8338B66A2AAC}"/>
                  </a:ext>
                </a:extLst>
              </p:cNvPr>
              <p:cNvSpPr>
                <a:spLocks/>
              </p:cNvSpPr>
              <p:nvPr/>
            </p:nvSpPr>
            <p:spPr bwMode="auto">
              <a:xfrm flipH="1">
                <a:off x="374" y="1579"/>
                <a:ext cx="477" cy="506"/>
              </a:xfrm>
              <a:custGeom>
                <a:avLst/>
                <a:gdLst>
                  <a:gd name="T0" fmla="*/ 0 w 356"/>
                  <a:gd name="T1" fmla="*/ 0 h 368"/>
                  <a:gd name="T2" fmla="*/ 5595 w 356"/>
                  <a:gd name="T3" fmla="*/ 341 h 368"/>
                  <a:gd name="T4" fmla="*/ 6638 w 356"/>
                  <a:gd name="T5" fmla="*/ 7113 h 368"/>
                  <a:gd name="T6" fmla="*/ 1463 w 356"/>
                  <a:gd name="T7" fmla="*/ 8895 h 368"/>
                  <a:gd name="T8" fmla="*/ 0 w 356"/>
                  <a:gd name="T9" fmla="*/ 0 h 36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356" h="368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99"/>
                  </a:gs>
                  <a:gs pos="100000">
                    <a:srgbClr val="FFFFFF"/>
                  </a:gs>
                </a:gsLst>
                <a:lin ang="270000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 cap="flat" cmpd="sng">
                    <a:solidFill>
                      <a:schemeClr val="tx1"/>
                    </a:solidFill>
                    <a:prstDash val="solid"/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anose="020B060403050404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</p:grpSp>
        <p:grpSp>
          <p:nvGrpSpPr>
            <p:cNvPr id="157" name="Group 119">
              <a:extLst>
                <a:ext uri="{FF2B5EF4-FFF2-40B4-BE49-F238E27FC236}">
                  <a16:creationId xmlns:a16="http://schemas.microsoft.com/office/drawing/2014/main" id="{1921DDFF-2705-6C46-8A29-C8670E801926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9383525" y="1850625"/>
              <a:ext cx="336550" cy="512763"/>
              <a:chOff x="4140" y="429"/>
              <a:chExt cx="1425" cy="2396"/>
            </a:xfrm>
          </p:grpSpPr>
          <p:sp>
            <p:nvSpPr>
              <p:cNvPr id="158" name="Freeform 120">
                <a:extLst>
                  <a:ext uri="{FF2B5EF4-FFF2-40B4-BE49-F238E27FC236}">
                    <a16:creationId xmlns:a16="http://schemas.microsoft.com/office/drawing/2014/main" id="{72456C31-EC36-8A44-B815-A2C6390A18E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268" y="433"/>
                <a:ext cx="283" cy="2286"/>
              </a:xfrm>
              <a:custGeom>
                <a:avLst/>
                <a:gdLst>
                  <a:gd name="T0" fmla="*/ 7 w 354"/>
                  <a:gd name="T1" fmla="*/ 0 h 2742"/>
                  <a:gd name="T2" fmla="*/ 38 w 354"/>
                  <a:gd name="T3" fmla="*/ 55 h 2742"/>
                  <a:gd name="T4" fmla="*/ 37 w 354"/>
                  <a:gd name="T5" fmla="*/ 425 h 2742"/>
                  <a:gd name="T6" fmla="*/ 0 w 354"/>
                  <a:gd name="T7" fmla="*/ 445 h 2742"/>
                  <a:gd name="T8" fmla="*/ 7 w 354"/>
                  <a:gd name="T9" fmla="*/ 0 h 274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354" h="2742">
                    <a:moveTo>
                      <a:pt x="63" y="0"/>
                    </a:moveTo>
                    <a:lnTo>
                      <a:pt x="354" y="339"/>
                    </a:lnTo>
                    <a:lnTo>
                      <a:pt x="346" y="2624"/>
                    </a:lnTo>
                    <a:lnTo>
                      <a:pt x="0" y="2742"/>
                    </a:lnTo>
                    <a:lnTo>
                      <a:pt x="63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DDDDDD"/>
                  </a:gs>
                  <a:gs pos="100000">
                    <a:srgbClr val="333333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anose="020B060403050404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159" name="Rectangle 121">
                <a:extLst>
                  <a:ext uri="{FF2B5EF4-FFF2-40B4-BE49-F238E27FC236}">
                    <a16:creationId xmlns:a16="http://schemas.microsoft.com/office/drawing/2014/main" id="{E0D0A96C-1B65-FB45-B4AC-BE954CCF223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07" y="429"/>
                <a:ext cx="1049" cy="2285"/>
              </a:xfrm>
              <a:prstGeom prst="rect">
                <a:avLst/>
              </a:pr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endParaRPr>
              </a:p>
            </p:txBody>
          </p:sp>
          <p:sp>
            <p:nvSpPr>
              <p:cNvPr id="160" name="Freeform 122">
                <a:extLst>
                  <a:ext uri="{FF2B5EF4-FFF2-40B4-BE49-F238E27FC236}">
                    <a16:creationId xmlns:a16="http://schemas.microsoft.com/office/drawing/2014/main" id="{9BD4CF73-E838-F54D-8021-8ED53EE4FE2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321" y="570"/>
                <a:ext cx="169" cy="2115"/>
              </a:xfrm>
              <a:custGeom>
                <a:avLst/>
                <a:gdLst>
                  <a:gd name="T0" fmla="*/ 2 w 211"/>
                  <a:gd name="T1" fmla="*/ 0 h 2537"/>
                  <a:gd name="T2" fmla="*/ 23 w 211"/>
                  <a:gd name="T3" fmla="*/ 36 h 2537"/>
                  <a:gd name="T4" fmla="*/ 2 w 211"/>
                  <a:gd name="T5" fmla="*/ 405 h 2537"/>
                  <a:gd name="T6" fmla="*/ 2 w 211"/>
                  <a:gd name="T7" fmla="*/ 0 h 2537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211" h="2537">
                    <a:moveTo>
                      <a:pt x="7" y="0"/>
                    </a:moveTo>
                    <a:cubicBezTo>
                      <a:pt x="7" y="0"/>
                      <a:pt x="57" y="28"/>
                      <a:pt x="211" y="218"/>
                    </a:cubicBezTo>
                    <a:cubicBezTo>
                      <a:pt x="0" y="1229"/>
                      <a:pt x="41" y="2537"/>
                      <a:pt x="7" y="2501"/>
                    </a:cubicBezTo>
                    <a:lnTo>
                      <a:pt x="7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808080"/>
                  </a:gs>
                  <a:gs pos="100000">
                    <a:srgbClr val="F8F8F8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anose="020B060403050404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161" name="Freeform 123">
                <a:extLst>
                  <a:ext uri="{FF2B5EF4-FFF2-40B4-BE49-F238E27FC236}">
                    <a16:creationId xmlns:a16="http://schemas.microsoft.com/office/drawing/2014/main" id="{DBF50D50-0488-C94B-8D14-F5DA31992A1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284" y="1640"/>
                <a:ext cx="263" cy="189"/>
              </a:xfrm>
              <a:custGeom>
                <a:avLst/>
                <a:gdLst>
                  <a:gd name="T0" fmla="*/ 2 w 328"/>
                  <a:gd name="T1" fmla="*/ 0 h 226"/>
                  <a:gd name="T2" fmla="*/ 36 w 328"/>
                  <a:gd name="T3" fmla="*/ 21 h 226"/>
                  <a:gd name="T4" fmla="*/ 36 w 328"/>
                  <a:gd name="T5" fmla="*/ 38 h 226"/>
                  <a:gd name="T6" fmla="*/ 0 w 328"/>
                  <a:gd name="T7" fmla="*/ 16 h 226"/>
                  <a:gd name="T8" fmla="*/ 2 w 328"/>
                  <a:gd name="T9" fmla="*/ 0 h 22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328" h="226">
                    <a:moveTo>
                      <a:pt x="4" y="0"/>
                    </a:moveTo>
                    <a:cubicBezTo>
                      <a:pt x="60" y="10"/>
                      <a:pt x="182" y="74"/>
                      <a:pt x="328" y="128"/>
                    </a:cubicBezTo>
                    <a:cubicBezTo>
                      <a:pt x="326" y="162"/>
                      <a:pt x="326" y="158"/>
                      <a:pt x="326" y="226"/>
                    </a:cubicBezTo>
                    <a:cubicBezTo>
                      <a:pt x="326" y="226"/>
                      <a:pt x="169" y="155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anose="020B060403050404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162" name="Rectangle 124">
                <a:extLst>
                  <a:ext uri="{FF2B5EF4-FFF2-40B4-BE49-F238E27FC236}">
                    <a16:creationId xmlns:a16="http://schemas.microsoft.com/office/drawing/2014/main" id="{9A12FE8D-764D-FD4C-A7F0-EF3E10F1E96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14" y="696"/>
                <a:ext cx="592" cy="45"/>
              </a:xfrm>
              <a:prstGeom prst="rect">
                <a:avLst/>
              </a:prstGeom>
              <a:solidFill>
                <a:srgbClr val="000000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endParaRPr>
              </a:p>
            </p:txBody>
          </p:sp>
          <p:grpSp>
            <p:nvGrpSpPr>
              <p:cNvPr id="163" name="Group 125">
                <a:extLst>
                  <a:ext uri="{FF2B5EF4-FFF2-40B4-BE49-F238E27FC236}">
                    <a16:creationId xmlns:a16="http://schemas.microsoft.com/office/drawing/2014/main" id="{F033A249-6CC0-4B49-890B-E3CF3DE1BF77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749" y="668"/>
                <a:ext cx="581" cy="145"/>
                <a:chOff x="614" y="2568"/>
                <a:chExt cx="725" cy="139"/>
              </a:xfrm>
            </p:grpSpPr>
            <p:sp>
              <p:nvSpPr>
                <p:cNvPr id="188" name="AutoShape 126">
                  <a:extLst>
                    <a:ext uri="{FF2B5EF4-FFF2-40B4-BE49-F238E27FC236}">
                      <a16:creationId xmlns:a16="http://schemas.microsoft.com/office/drawing/2014/main" id="{C1DDDDBD-29CE-2444-934A-402C23FAE014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17" y="2566"/>
                  <a:ext cx="721" cy="142"/>
                </a:xfrm>
                <a:prstGeom prst="roundRect">
                  <a:avLst>
                    <a:gd name="adj" fmla="val 50000"/>
                  </a:avLst>
                </a:prstGeom>
                <a:solidFill>
                  <a:srgbClr val="000000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=""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marL="0" marR="0" lvl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ahoma" charset="0"/>
                    <a:ea typeface="ＭＳ Ｐゴシック" charset="0"/>
                    <a:cs typeface="+mn-cs"/>
                  </a:endParaRPr>
                </a:p>
              </p:txBody>
            </p:sp>
            <p:sp>
              <p:nvSpPr>
                <p:cNvPr id="189" name="AutoShape 127">
                  <a:extLst>
                    <a:ext uri="{FF2B5EF4-FFF2-40B4-BE49-F238E27FC236}">
                      <a16:creationId xmlns:a16="http://schemas.microsoft.com/office/drawing/2014/main" id="{01E11103-D127-9F4D-8782-4F2BD127B8B5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34" y="2581"/>
                  <a:ext cx="688" cy="114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1"/>
                </a:gradFill>
                <a:ln>
                  <a:noFill/>
                </a:ln>
                <a:effectLst/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=""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marL="0" marR="0" lvl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ahoma" charset="0"/>
                    <a:ea typeface="ＭＳ Ｐゴシック" charset="0"/>
                    <a:cs typeface="+mn-cs"/>
                  </a:endParaRPr>
                </a:p>
              </p:txBody>
            </p:sp>
          </p:grpSp>
          <p:sp>
            <p:nvSpPr>
              <p:cNvPr id="164" name="Rectangle 128">
                <a:extLst>
                  <a:ext uri="{FF2B5EF4-FFF2-40B4-BE49-F238E27FC236}">
                    <a16:creationId xmlns:a16="http://schemas.microsoft.com/office/drawing/2014/main" id="{309ED177-B672-A84A-B0B1-070CA5D0950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21" y="1022"/>
                <a:ext cx="598" cy="45"/>
              </a:xfrm>
              <a:prstGeom prst="rect">
                <a:avLst/>
              </a:prstGeom>
              <a:solidFill>
                <a:srgbClr val="000000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endParaRPr>
              </a:p>
            </p:txBody>
          </p:sp>
          <p:grpSp>
            <p:nvGrpSpPr>
              <p:cNvPr id="165" name="Group 129">
                <a:extLst>
                  <a:ext uri="{FF2B5EF4-FFF2-40B4-BE49-F238E27FC236}">
                    <a16:creationId xmlns:a16="http://schemas.microsoft.com/office/drawing/2014/main" id="{9F93E2F1-42AF-834D-A362-20CC6806EC35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747" y="994"/>
                <a:ext cx="581" cy="134"/>
                <a:chOff x="614" y="2568"/>
                <a:chExt cx="725" cy="139"/>
              </a:xfrm>
            </p:grpSpPr>
            <p:sp>
              <p:nvSpPr>
                <p:cNvPr id="186" name="AutoShape 130">
                  <a:extLst>
                    <a:ext uri="{FF2B5EF4-FFF2-40B4-BE49-F238E27FC236}">
                      <a16:creationId xmlns:a16="http://schemas.microsoft.com/office/drawing/2014/main" id="{5E4B6035-A038-8C40-AFB1-37B8051A2A72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11" y="2567"/>
                  <a:ext cx="730" cy="139"/>
                </a:xfrm>
                <a:prstGeom prst="roundRect">
                  <a:avLst>
                    <a:gd name="adj" fmla="val 50000"/>
                  </a:avLst>
                </a:prstGeom>
                <a:solidFill>
                  <a:srgbClr val="000000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=""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marL="0" marR="0" lvl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ahoma" charset="0"/>
                    <a:ea typeface="ＭＳ Ｐゴシック" charset="0"/>
                    <a:cs typeface="+mn-cs"/>
                  </a:endParaRPr>
                </a:p>
              </p:txBody>
            </p:sp>
            <p:sp>
              <p:nvSpPr>
                <p:cNvPr id="187" name="AutoShape 131">
                  <a:extLst>
                    <a:ext uri="{FF2B5EF4-FFF2-40B4-BE49-F238E27FC236}">
                      <a16:creationId xmlns:a16="http://schemas.microsoft.com/office/drawing/2014/main" id="{C38DD557-C19B-304D-8127-436E9900635D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28" y="2582"/>
                  <a:ext cx="696" cy="108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1"/>
                </a:gradFill>
                <a:ln>
                  <a:noFill/>
                </a:ln>
                <a:effectLst/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=""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marL="0" marR="0" lvl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ahoma" charset="0"/>
                    <a:ea typeface="ＭＳ Ｐゴシック" charset="0"/>
                    <a:cs typeface="+mn-cs"/>
                  </a:endParaRPr>
                </a:p>
              </p:txBody>
            </p:sp>
          </p:grpSp>
          <p:sp>
            <p:nvSpPr>
              <p:cNvPr id="166" name="Rectangle 132">
                <a:extLst>
                  <a:ext uri="{FF2B5EF4-FFF2-40B4-BE49-F238E27FC236}">
                    <a16:creationId xmlns:a16="http://schemas.microsoft.com/office/drawing/2014/main" id="{08715FEE-F588-F143-AC60-6D5B71EF7CC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14" y="1356"/>
                <a:ext cx="598" cy="45"/>
              </a:xfrm>
              <a:prstGeom prst="rect">
                <a:avLst/>
              </a:prstGeom>
              <a:solidFill>
                <a:srgbClr val="000000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endParaRPr>
              </a:p>
            </p:txBody>
          </p:sp>
          <p:sp>
            <p:nvSpPr>
              <p:cNvPr id="167" name="Rectangle 133">
                <a:extLst>
                  <a:ext uri="{FF2B5EF4-FFF2-40B4-BE49-F238E27FC236}">
                    <a16:creationId xmlns:a16="http://schemas.microsoft.com/office/drawing/2014/main" id="{BA1EA49C-C760-6F48-8C48-289CF64926D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27" y="1653"/>
                <a:ext cx="598" cy="52"/>
              </a:xfrm>
              <a:prstGeom prst="rect">
                <a:avLst/>
              </a:prstGeom>
              <a:solidFill>
                <a:srgbClr val="000000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endParaRPr>
              </a:p>
            </p:txBody>
          </p:sp>
          <p:grpSp>
            <p:nvGrpSpPr>
              <p:cNvPr id="168" name="Group 134">
                <a:extLst>
                  <a:ext uri="{FF2B5EF4-FFF2-40B4-BE49-F238E27FC236}">
                    <a16:creationId xmlns:a16="http://schemas.microsoft.com/office/drawing/2014/main" id="{D8DFEBA3-E77F-8E48-9A41-EEF1D51A60FD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735" y="1627"/>
                <a:ext cx="582" cy="151"/>
                <a:chOff x="614" y="2568"/>
                <a:chExt cx="725" cy="139"/>
              </a:xfrm>
            </p:grpSpPr>
            <p:sp>
              <p:nvSpPr>
                <p:cNvPr id="184" name="AutoShape 135">
                  <a:extLst>
                    <a:ext uri="{FF2B5EF4-FFF2-40B4-BE49-F238E27FC236}">
                      <a16:creationId xmlns:a16="http://schemas.microsoft.com/office/drawing/2014/main" id="{C752ED2A-E2B4-9F4E-845F-CBDF46C550EC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18" y="2571"/>
                  <a:ext cx="720" cy="137"/>
                </a:xfrm>
                <a:prstGeom prst="roundRect">
                  <a:avLst>
                    <a:gd name="adj" fmla="val 50000"/>
                  </a:avLst>
                </a:prstGeom>
                <a:solidFill>
                  <a:srgbClr val="000000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=""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marL="0" marR="0" lvl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ahoma" charset="0"/>
                    <a:ea typeface="ＭＳ Ｐゴシック" charset="0"/>
                    <a:cs typeface="+mn-cs"/>
                  </a:endParaRPr>
                </a:p>
              </p:txBody>
            </p:sp>
            <p:sp>
              <p:nvSpPr>
                <p:cNvPr id="185" name="AutoShape 136">
                  <a:extLst>
                    <a:ext uri="{FF2B5EF4-FFF2-40B4-BE49-F238E27FC236}">
                      <a16:creationId xmlns:a16="http://schemas.microsoft.com/office/drawing/2014/main" id="{C2C11B86-CECA-A146-A8D0-DF29718C2A35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35" y="2585"/>
                  <a:ext cx="687" cy="109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1"/>
                </a:gradFill>
                <a:ln>
                  <a:noFill/>
                </a:ln>
                <a:effectLst/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=""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marL="0" marR="0" lvl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ahoma" charset="0"/>
                    <a:ea typeface="ＭＳ Ｐゴシック" charset="0"/>
                    <a:cs typeface="+mn-cs"/>
                  </a:endParaRPr>
                </a:p>
              </p:txBody>
            </p:sp>
          </p:grpSp>
          <p:sp>
            <p:nvSpPr>
              <p:cNvPr id="169" name="Freeform 137">
                <a:extLst>
                  <a:ext uri="{FF2B5EF4-FFF2-40B4-BE49-F238E27FC236}">
                    <a16:creationId xmlns:a16="http://schemas.microsoft.com/office/drawing/2014/main" id="{BF8347B1-8D84-444E-9C7A-A0226B12E75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288" y="1354"/>
                <a:ext cx="263" cy="188"/>
              </a:xfrm>
              <a:custGeom>
                <a:avLst/>
                <a:gdLst>
                  <a:gd name="T0" fmla="*/ 2 w 328"/>
                  <a:gd name="T1" fmla="*/ 0 h 226"/>
                  <a:gd name="T2" fmla="*/ 36 w 328"/>
                  <a:gd name="T3" fmla="*/ 20 h 226"/>
                  <a:gd name="T4" fmla="*/ 36 w 328"/>
                  <a:gd name="T5" fmla="*/ 36 h 226"/>
                  <a:gd name="T6" fmla="*/ 0 w 328"/>
                  <a:gd name="T7" fmla="*/ 15 h 226"/>
                  <a:gd name="T8" fmla="*/ 2 w 328"/>
                  <a:gd name="T9" fmla="*/ 0 h 22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328" h="226">
                    <a:moveTo>
                      <a:pt x="4" y="0"/>
                    </a:moveTo>
                    <a:cubicBezTo>
                      <a:pt x="60" y="10"/>
                      <a:pt x="182" y="74"/>
                      <a:pt x="328" y="128"/>
                    </a:cubicBezTo>
                    <a:cubicBezTo>
                      <a:pt x="326" y="162"/>
                      <a:pt x="326" y="158"/>
                      <a:pt x="326" y="226"/>
                    </a:cubicBezTo>
                    <a:cubicBezTo>
                      <a:pt x="326" y="226"/>
                      <a:pt x="169" y="155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anose="020B060403050404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grpSp>
            <p:nvGrpSpPr>
              <p:cNvPr id="170" name="Group 138">
                <a:extLst>
                  <a:ext uri="{FF2B5EF4-FFF2-40B4-BE49-F238E27FC236}">
                    <a16:creationId xmlns:a16="http://schemas.microsoft.com/office/drawing/2014/main" id="{B86A0881-2586-E745-91C0-A9EEAF365369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739" y="1327"/>
                <a:ext cx="582" cy="139"/>
                <a:chOff x="614" y="2568"/>
                <a:chExt cx="725" cy="139"/>
              </a:xfrm>
            </p:grpSpPr>
            <p:sp>
              <p:nvSpPr>
                <p:cNvPr id="182" name="AutoShape 139">
                  <a:extLst>
                    <a:ext uri="{FF2B5EF4-FFF2-40B4-BE49-F238E27FC236}">
                      <a16:creationId xmlns:a16="http://schemas.microsoft.com/office/drawing/2014/main" id="{8F3176E2-453E-A944-9524-460848590AE7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13" y="2568"/>
                  <a:ext cx="728" cy="141"/>
                </a:xfrm>
                <a:prstGeom prst="roundRect">
                  <a:avLst>
                    <a:gd name="adj" fmla="val 50000"/>
                  </a:avLst>
                </a:prstGeom>
                <a:solidFill>
                  <a:srgbClr val="000000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=""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marL="0" marR="0" lvl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ahoma" charset="0"/>
                    <a:ea typeface="ＭＳ Ｐゴシック" charset="0"/>
                    <a:cs typeface="+mn-cs"/>
                  </a:endParaRPr>
                </a:p>
              </p:txBody>
            </p:sp>
            <p:sp>
              <p:nvSpPr>
                <p:cNvPr id="183" name="AutoShape 140">
                  <a:extLst>
                    <a:ext uri="{FF2B5EF4-FFF2-40B4-BE49-F238E27FC236}">
                      <a16:creationId xmlns:a16="http://schemas.microsoft.com/office/drawing/2014/main" id="{D9ECBD1E-1FB9-7546-B5F3-96E9B15F1E32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30" y="2582"/>
                  <a:ext cx="695" cy="111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1"/>
                </a:gradFill>
                <a:ln>
                  <a:noFill/>
                </a:ln>
                <a:effectLst/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=""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marL="0" marR="0" lvl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ahoma" charset="0"/>
                    <a:ea typeface="ＭＳ Ｐゴシック" charset="0"/>
                    <a:cs typeface="+mn-cs"/>
                  </a:endParaRPr>
                </a:p>
              </p:txBody>
            </p:sp>
          </p:grpSp>
          <p:sp>
            <p:nvSpPr>
              <p:cNvPr id="171" name="Rectangle 141">
                <a:extLst>
                  <a:ext uri="{FF2B5EF4-FFF2-40B4-BE49-F238E27FC236}">
                    <a16:creationId xmlns:a16="http://schemas.microsoft.com/office/drawing/2014/main" id="{198F89FB-15E2-CB45-88B8-F35EA6778CC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249" y="429"/>
                <a:ext cx="67" cy="2292"/>
              </a:xfrm>
              <a:prstGeom prst="rect">
                <a:avLst/>
              </a:prstGeom>
              <a:gradFill rotWithShape="1">
                <a:gsLst>
                  <a:gs pos="0">
                    <a:srgbClr val="333333"/>
                  </a:gs>
                  <a:gs pos="50000">
                    <a:srgbClr val="DDDDDD"/>
                  </a:gs>
                  <a:gs pos="100000">
                    <a:srgbClr val="333333"/>
                  </a:gs>
                </a:gsLst>
                <a:lin ang="0" scaled="1"/>
              </a:gradFill>
              <a:ln w="9525">
                <a:solidFill>
                  <a:srgbClr val="00000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endParaRPr>
              </a:p>
            </p:txBody>
          </p:sp>
          <p:sp>
            <p:nvSpPr>
              <p:cNvPr id="172" name="Freeform 142">
                <a:extLst>
                  <a:ext uri="{FF2B5EF4-FFF2-40B4-BE49-F238E27FC236}">
                    <a16:creationId xmlns:a16="http://schemas.microsoft.com/office/drawing/2014/main" id="{C9FAF84F-B72B-6D46-B188-9B574847C9B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312" y="1007"/>
                <a:ext cx="237" cy="213"/>
              </a:xfrm>
              <a:custGeom>
                <a:avLst/>
                <a:gdLst>
                  <a:gd name="T0" fmla="*/ 2 w 296"/>
                  <a:gd name="T1" fmla="*/ 0 h 256"/>
                  <a:gd name="T2" fmla="*/ 32 w 296"/>
                  <a:gd name="T3" fmla="*/ 22 h 256"/>
                  <a:gd name="T4" fmla="*/ 32 w 296"/>
                  <a:gd name="T5" fmla="*/ 41 h 256"/>
                  <a:gd name="T6" fmla="*/ 0 w 296"/>
                  <a:gd name="T7" fmla="*/ 15 h 256"/>
                  <a:gd name="T8" fmla="*/ 2 w 296"/>
                  <a:gd name="T9" fmla="*/ 0 h 25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296" h="256">
                    <a:moveTo>
                      <a:pt x="4" y="0"/>
                    </a:moveTo>
                    <a:cubicBezTo>
                      <a:pt x="55" y="10"/>
                      <a:pt x="144" y="68"/>
                      <a:pt x="292" y="144"/>
                    </a:cubicBezTo>
                    <a:cubicBezTo>
                      <a:pt x="290" y="178"/>
                      <a:pt x="296" y="188"/>
                      <a:pt x="296" y="256"/>
                    </a:cubicBezTo>
                    <a:cubicBezTo>
                      <a:pt x="296" y="256"/>
                      <a:pt x="160" y="176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anose="020B060403050404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173" name="Freeform 143">
                <a:extLst>
                  <a:ext uri="{FF2B5EF4-FFF2-40B4-BE49-F238E27FC236}">
                    <a16:creationId xmlns:a16="http://schemas.microsoft.com/office/drawing/2014/main" id="{582E367C-A34C-A846-9C7A-DE789F8E2A9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315" y="680"/>
                <a:ext cx="244" cy="240"/>
              </a:xfrm>
              <a:custGeom>
                <a:avLst/>
                <a:gdLst>
                  <a:gd name="T0" fmla="*/ 0 w 304"/>
                  <a:gd name="T1" fmla="*/ 0 h 288"/>
                  <a:gd name="T2" fmla="*/ 34 w 304"/>
                  <a:gd name="T3" fmla="*/ 27 h 288"/>
                  <a:gd name="T4" fmla="*/ 31 w 304"/>
                  <a:gd name="T5" fmla="*/ 48 h 288"/>
                  <a:gd name="T6" fmla="*/ 2 w 304"/>
                  <a:gd name="T7" fmla="*/ 20 h 288"/>
                  <a:gd name="T8" fmla="*/ 0 w 304"/>
                  <a:gd name="T9" fmla="*/ 0 h 28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304" h="288">
                    <a:moveTo>
                      <a:pt x="0" y="0"/>
                    </a:moveTo>
                    <a:cubicBezTo>
                      <a:pt x="51" y="10"/>
                      <a:pt x="148" y="76"/>
                      <a:pt x="304" y="164"/>
                    </a:cubicBezTo>
                    <a:cubicBezTo>
                      <a:pt x="302" y="198"/>
                      <a:pt x="284" y="220"/>
                      <a:pt x="284" y="288"/>
                    </a:cubicBezTo>
                    <a:cubicBezTo>
                      <a:pt x="284" y="288"/>
                      <a:pt x="163" y="179"/>
                      <a:pt x="8" y="124"/>
                    </a:cubicBezTo>
                    <a:cubicBezTo>
                      <a:pt x="8" y="72"/>
                      <a:pt x="0" y="17"/>
                      <a:pt x="0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anose="020B060403050404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174" name="Oval 144">
                <a:extLst>
                  <a:ext uri="{FF2B5EF4-FFF2-40B4-BE49-F238E27FC236}">
                    <a16:creationId xmlns:a16="http://schemas.microsoft.com/office/drawing/2014/main" id="{BA8D7A9E-E319-A447-828A-D12E64ADF2F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518" y="2610"/>
                <a:ext cx="47" cy="96"/>
              </a:xfrm>
              <a:prstGeom prst="ellipse">
                <a:avLst/>
              </a:prstGeom>
              <a:solidFill>
                <a:srgbClr val="333333"/>
              </a:soli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endParaRPr>
              </a:p>
            </p:txBody>
          </p:sp>
          <p:sp>
            <p:nvSpPr>
              <p:cNvPr id="175" name="Freeform 145">
                <a:extLst>
                  <a:ext uri="{FF2B5EF4-FFF2-40B4-BE49-F238E27FC236}">
                    <a16:creationId xmlns:a16="http://schemas.microsoft.com/office/drawing/2014/main" id="{5D67583A-13E1-7040-8F02-CFDB1E4ABCC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302" y="2614"/>
                <a:ext cx="245" cy="200"/>
              </a:xfrm>
              <a:custGeom>
                <a:avLst/>
                <a:gdLst>
                  <a:gd name="T0" fmla="*/ 0 w 306"/>
                  <a:gd name="T1" fmla="*/ 18 h 240"/>
                  <a:gd name="T2" fmla="*/ 2 w 306"/>
                  <a:gd name="T3" fmla="*/ 40 h 240"/>
                  <a:gd name="T4" fmla="*/ 34 w 306"/>
                  <a:gd name="T5" fmla="*/ 18 h 240"/>
                  <a:gd name="T6" fmla="*/ 32 w 306"/>
                  <a:gd name="T7" fmla="*/ 0 h 240"/>
                  <a:gd name="T8" fmla="*/ 0 w 306"/>
                  <a:gd name="T9" fmla="*/ 18 h 24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306" h="240">
                    <a:moveTo>
                      <a:pt x="0" y="106"/>
                    </a:moveTo>
                    <a:lnTo>
                      <a:pt x="2" y="240"/>
                    </a:lnTo>
                    <a:lnTo>
                      <a:pt x="306" y="110"/>
                    </a:lnTo>
                    <a:lnTo>
                      <a:pt x="300" y="0"/>
                    </a:lnTo>
                    <a:lnTo>
                      <a:pt x="0" y="106"/>
                    </a:lnTo>
                    <a:close/>
                  </a:path>
                </a:pathLst>
              </a:custGeom>
              <a:solidFill>
                <a:srgbClr val="333333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anose="020B060403050404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176" name="AutoShape 146">
                <a:extLst>
                  <a:ext uri="{FF2B5EF4-FFF2-40B4-BE49-F238E27FC236}">
                    <a16:creationId xmlns:a16="http://schemas.microsoft.com/office/drawing/2014/main" id="{A41D811A-0B3A-EA43-B53F-9961FC72422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140" y="2677"/>
                <a:ext cx="1196" cy="148"/>
              </a:xfrm>
              <a:prstGeom prst="roundRect">
                <a:avLst>
                  <a:gd name="adj" fmla="val 50000"/>
                </a:avLst>
              </a:prstGeom>
              <a:solidFill>
                <a:srgbClr val="DDDDDD"/>
              </a:solidFill>
              <a:ln w="9525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endParaRPr>
              </a:p>
            </p:txBody>
          </p:sp>
          <p:sp>
            <p:nvSpPr>
              <p:cNvPr id="177" name="AutoShape 147">
                <a:extLst>
                  <a:ext uri="{FF2B5EF4-FFF2-40B4-BE49-F238E27FC236}">
                    <a16:creationId xmlns:a16="http://schemas.microsoft.com/office/drawing/2014/main" id="{1395E5A4-7186-2E41-A799-83AC1178B8E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07" y="2714"/>
                <a:ext cx="1069" cy="82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00"/>
                  </a:gs>
                  <a:gs pos="100000">
                    <a:srgbClr val="808080"/>
                  </a:gs>
                </a:gsLst>
                <a:lin ang="0" scaled="1"/>
              </a:gradFill>
              <a:ln w="9525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endParaRPr>
              </a:p>
            </p:txBody>
          </p:sp>
          <p:sp>
            <p:nvSpPr>
              <p:cNvPr id="178" name="Oval 148">
                <a:extLst>
                  <a:ext uri="{FF2B5EF4-FFF2-40B4-BE49-F238E27FC236}">
                    <a16:creationId xmlns:a16="http://schemas.microsoft.com/office/drawing/2014/main" id="{52AAE838-7095-594F-AF17-209102C732C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308" y="2380"/>
                <a:ext cx="155" cy="148"/>
              </a:xfrm>
              <a:prstGeom prst="ellipse">
                <a:avLst/>
              </a:prstGeom>
              <a:solidFill>
                <a:srgbClr val="33CC33"/>
              </a:soli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endParaRPr>
              </a:p>
            </p:txBody>
          </p:sp>
          <p:sp>
            <p:nvSpPr>
              <p:cNvPr id="179" name="Oval 149">
                <a:extLst>
                  <a:ext uri="{FF2B5EF4-FFF2-40B4-BE49-F238E27FC236}">
                    <a16:creationId xmlns:a16="http://schemas.microsoft.com/office/drawing/2014/main" id="{207C24F3-3B0D-D04B-B402-9403C691B94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83" y="2387"/>
                <a:ext cx="161" cy="141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Arial" charset="0"/>
                </a:endParaRPr>
              </a:p>
            </p:txBody>
          </p:sp>
          <p:sp>
            <p:nvSpPr>
              <p:cNvPr id="180" name="Oval 150">
                <a:extLst>
                  <a:ext uri="{FF2B5EF4-FFF2-40B4-BE49-F238E27FC236}">
                    <a16:creationId xmlns:a16="http://schemas.microsoft.com/office/drawing/2014/main" id="{CEE23A7C-2A05-774E-B5E0-BFB5CA451AF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664" y="2380"/>
                <a:ext cx="155" cy="141"/>
              </a:xfrm>
              <a:prstGeom prst="ellipse">
                <a:avLst/>
              </a:prstGeom>
              <a:solidFill>
                <a:srgbClr val="33CC33"/>
              </a:soli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endParaRPr>
              </a:p>
            </p:txBody>
          </p:sp>
          <p:sp>
            <p:nvSpPr>
              <p:cNvPr id="181" name="Rectangle 151">
                <a:extLst>
                  <a:ext uri="{FF2B5EF4-FFF2-40B4-BE49-F238E27FC236}">
                    <a16:creationId xmlns:a16="http://schemas.microsoft.com/office/drawing/2014/main" id="{12772A9C-EE75-2946-9A80-3CF597850C3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061" y="1838"/>
                <a:ext cx="87" cy="757"/>
              </a:xfrm>
              <a:prstGeom prst="rect">
                <a:avLst/>
              </a:prstGeom>
              <a:solidFill>
                <a:srgbClr val="292929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endParaRPr>
              </a:p>
            </p:txBody>
          </p:sp>
        </p:grpSp>
        <p:sp>
          <p:nvSpPr>
            <p:cNvPr id="190" name="Line 104">
              <a:extLst>
                <a:ext uri="{FF2B5EF4-FFF2-40B4-BE49-F238E27FC236}">
                  <a16:creationId xmlns:a16="http://schemas.microsoft.com/office/drawing/2014/main" id="{C32C9152-944C-0443-B162-C35AD962F4BB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8057962" y="2877737"/>
              <a:ext cx="1479550" cy="315913"/>
            </a:xfrm>
            <a:prstGeom prst="line">
              <a:avLst/>
            </a:prstGeom>
            <a:noFill/>
            <a:ln w="28575">
              <a:solidFill>
                <a:srgbClr val="000099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196" name="Line 104">
              <a:extLst>
                <a:ext uri="{FF2B5EF4-FFF2-40B4-BE49-F238E27FC236}">
                  <a16:creationId xmlns:a16="http://schemas.microsoft.com/office/drawing/2014/main" id="{6C11F641-A69C-F948-9D99-5183E3D8662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078600" y="3222225"/>
              <a:ext cx="1479550" cy="315913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197" name="TextBox 196">
              <a:extLst>
                <a:ext uri="{FF2B5EF4-FFF2-40B4-BE49-F238E27FC236}">
                  <a16:creationId xmlns:a16="http://schemas.microsoft.com/office/drawing/2014/main" id="{EF839E5A-4073-7045-9C85-68AAE37BE384}"/>
                </a:ext>
              </a:extLst>
            </p:cNvPr>
            <p:cNvSpPr txBox="1"/>
            <p:nvPr/>
          </p:nvSpPr>
          <p:spPr>
            <a:xfrm>
              <a:off x="8496300" y="3175000"/>
              <a:ext cx="599716" cy="369332"/>
            </a:xfrm>
            <a:prstGeom prst="rect">
              <a:avLst/>
            </a:prstGeom>
            <a:solidFill>
              <a:schemeClr val="bg1"/>
            </a:solidFill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data</a:t>
              </a:r>
            </a:p>
          </p:txBody>
        </p:sp>
        <p:sp>
          <p:nvSpPr>
            <p:cNvPr id="198" name="Content Placeholder 3">
              <a:extLst>
                <a:ext uri="{FF2B5EF4-FFF2-40B4-BE49-F238E27FC236}">
                  <a16:creationId xmlns:a16="http://schemas.microsoft.com/office/drawing/2014/main" id="{4785F480-FB34-9244-B6AF-5A362BE466B1}"/>
                </a:ext>
              </a:extLst>
            </p:cNvPr>
            <p:cNvSpPr txBox="1">
              <a:spLocks/>
            </p:cNvSpPr>
            <p:nvPr/>
          </p:nvSpPr>
          <p:spPr>
            <a:xfrm>
              <a:off x="6354761" y="4510254"/>
              <a:ext cx="5087939" cy="2093745"/>
            </a:xfrm>
            <a:prstGeom prst="rect">
              <a:avLst/>
            </a:prstGeom>
          </p:spPr>
          <p:txBody>
            <a:bodyPr vert="horz" lIns="91440" tIns="45720" rIns="91440" bIns="45720" rtlCol="0">
              <a:normAutofit/>
            </a:bodyPr>
            <a:lstStyle>
              <a:lvl1pPr marL="352425" indent="-22225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Clr>
                  <a:srgbClr val="0000A3"/>
                </a:buClr>
                <a:buFont typeface="Wingdings" pitchFamily="2" charset="2"/>
                <a:buChar char="§"/>
                <a:tabLst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95325" indent="-231775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Clr>
                  <a:srgbClr val="0000A8"/>
                </a:buClr>
                <a:buFont typeface="Arial" panose="020B0604020202020204" pitchFamily="34" charset="0"/>
                <a:buChar char="•"/>
                <a:tabLst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130175" marR="0" lvl="0" indent="0" algn="l" defTabSz="914400" rtl="0" eaLnBrk="1" fontAlgn="auto" latinLnBrk="0" hangingPunct="1">
                <a:lnSpc>
                  <a:spcPct val="90000"/>
                </a:lnSpc>
                <a:spcBef>
                  <a:spcPts val="1000"/>
                </a:spcBef>
                <a:spcAft>
                  <a:spcPts val="0"/>
                </a:spcAft>
                <a:buClr>
                  <a:srgbClr val="0000A3"/>
                </a:buClr>
                <a:buSzTx/>
                <a:buFont typeface="Wingdings" pitchFamily="2" charset="2"/>
                <a:buNone/>
                <a:tabLst/>
                <a:defRPr/>
              </a:pPr>
              <a:r>
                <a:rPr kumimoji="0" lang="en-US" sz="2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QUIC:  </a:t>
              </a:r>
              <a:r>
                <a:rPr kumimoji="0" 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reliability, congestion control, authentication, crypto state</a:t>
              </a:r>
            </a:p>
            <a:p>
              <a:pPr marL="508000" marR="0" lvl="0" indent="-228600" algn="l" defTabSz="914400" rtl="0" eaLnBrk="1" fontAlgn="auto" latinLnBrk="0" hangingPunct="1">
                <a:lnSpc>
                  <a:spcPct val="90000"/>
                </a:lnSpc>
                <a:spcBef>
                  <a:spcPts val="1000"/>
                </a:spcBef>
                <a:spcAft>
                  <a:spcPts val="0"/>
                </a:spcAft>
                <a:buClr>
                  <a:srgbClr val="0000A3"/>
                </a:buClr>
                <a:buSzTx/>
                <a:buFont typeface="Wingdings" pitchFamily="2" charset="2"/>
                <a:buChar char="§"/>
                <a:tabLst/>
                <a:defRPr/>
              </a:pPr>
              <a:r>
                <a:rPr kumimoji="0" lang="en-US" sz="2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1 handshake</a:t>
              </a:r>
            </a:p>
            <a:p>
              <a:pPr marL="130175" marR="0" lvl="0" indent="0" algn="l" defTabSz="914400" rtl="0" eaLnBrk="1" fontAlgn="auto" latinLnBrk="0" hangingPunct="1">
                <a:lnSpc>
                  <a:spcPct val="90000"/>
                </a:lnSpc>
                <a:spcBef>
                  <a:spcPts val="1000"/>
                </a:spcBef>
                <a:spcAft>
                  <a:spcPts val="0"/>
                </a:spcAft>
                <a:buClr>
                  <a:srgbClr val="0000A3"/>
                </a:buClr>
                <a:buSzTx/>
                <a:buFont typeface="Wingdings" pitchFamily="2" charset="2"/>
                <a:buNone/>
                <a:tabLst/>
                <a:defRPr/>
              </a:pPr>
              <a:endPara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sp>
        <p:nvSpPr>
          <p:cNvPr id="95" name="Slide Number Placeholder 2">
            <a:extLst>
              <a:ext uri="{FF2B5EF4-FFF2-40B4-BE49-F238E27FC236}">
                <a16:creationId xmlns:a16="http://schemas.microsoft.com/office/drawing/2014/main" id="{85D67011-CAAC-B04E-97F1-C640602C28E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19616" y="6443089"/>
            <a:ext cx="2743200" cy="365125"/>
          </a:xfrm>
        </p:spPr>
        <p:txBody>
          <a:bodyPr/>
          <a:lstStyle/>
          <a:p>
            <a:r>
              <a:rPr lang="en-US" dirty="0"/>
              <a:t>Transport Layer: 3-</a:t>
            </a:r>
            <a:fld id="{C4204591-24BD-A542-B9D5-F8D8A88D2FEE}" type="slidenum">
              <a:rPr lang="en-US" smtClean="0"/>
              <a:pPr/>
              <a:t>52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706064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Title 1">
            <a:extLst>
              <a:ext uri="{FF2B5EF4-FFF2-40B4-BE49-F238E27FC236}">
                <a16:creationId xmlns:a16="http://schemas.microsoft.com/office/drawing/2014/main" id="{2955F75D-B0C1-5C4D-ACD5-A79B738E0D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51821"/>
            <a:ext cx="10515600" cy="894622"/>
          </a:xfrm>
        </p:spPr>
        <p:txBody>
          <a:bodyPr>
            <a:normAutofit fontScale="90000"/>
          </a:bodyPr>
          <a:lstStyle/>
          <a:p>
            <a:r>
              <a:rPr lang="en-US" sz="4800" dirty="0"/>
              <a:t>QUIC: streams: parallelism, no HOL blocking</a:t>
            </a:r>
            <a:endParaRPr lang="en-US" sz="4400" b="0" dirty="0"/>
          </a:p>
        </p:txBody>
      </p:sp>
      <p:sp>
        <p:nvSpPr>
          <p:cNvPr id="322" name="TextBox 321">
            <a:extLst>
              <a:ext uri="{FF2B5EF4-FFF2-40B4-BE49-F238E27FC236}">
                <a16:creationId xmlns:a16="http://schemas.microsoft.com/office/drawing/2014/main" id="{1DEB22C4-6CDE-A443-83AD-7C9A17A5F03C}"/>
              </a:ext>
            </a:extLst>
          </p:cNvPr>
          <p:cNvSpPr txBox="1"/>
          <p:nvPr/>
        </p:nvSpPr>
        <p:spPr>
          <a:xfrm>
            <a:off x="2543977" y="6035783"/>
            <a:ext cx="144783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(a) HTTP 1.1</a:t>
            </a:r>
          </a:p>
        </p:txBody>
      </p:sp>
      <p:sp>
        <p:nvSpPr>
          <p:cNvPr id="195" name="Rectangle 194">
            <a:extLst>
              <a:ext uri="{FF2B5EF4-FFF2-40B4-BE49-F238E27FC236}">
                <a16:creationId xmlns:a16="http://schemas.microsoft.com/office/drawing/2014/main" id="{2D4653D6-BC4E-EF43-8900-840CE61D8374}"/>
              </a:ext>
            </a:extLst>
          </p:cNvPr>
          <p:cNvSpPr/>
          <p:nvPr/>
        </p:nvSpPr>
        <p:spPr>
          <a:xfrm>
            <a:off x="1054261" y="1578653"/>
            <a:ext cx="1965566" cy="2175203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3175" cap="flat" cmpd="sng" algn="ctr">
            <a:noFill/>
            <a:prstDash val="solid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96" name="Rectangle 195">
            <a:extLst>
              <a:ext uri="{FF2B5EF4-FFF2-40B4-BE49-F238E27FC236}">
                <a16:creationId xmlns:a16="http://schemas.microsoft.com/office/drawing/2014/main" id="{4C795773-27B5-804B-897D-F51DCADB59B0}"/>
              </a:ext>
            </a:extLst>
          </p:cNvPr>
          <p:cNvSpPr/>
          <p:nvPr/>
        </p:nvSpPr>
        <p:spPr>
          <a:xfrm>
            <a:off x="1036173" y="4019150"/>
            <a:ext cx="1965566" cy="1278547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3175" cap="flat" cmpd="sng" algn="ctr">
            <a:noFill/>
            <a:prstDash val="solid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97" name="Rectangle 196">
            <a:extLst>
              <a:ext uri="{FF2B5EF4-FFF2-40B4-BE49-F238E27FC236}">
                <a16:creationId xmlns:a16="http://schemas.microsoft.com/office/drawing/2014/main" id="{25113ADF-5571-4349-8CD1-2C89C0BE47EC}"/>
              </a:ext>
            </a:extLst>
          </p:cNvPr>
          <p:cNvSpPr/>
          <p:nvPr/>
        </p:nvSpPr>
        <p:spPr>
          <a:xfrm>
            <a:off x="1115624" y="3255550"/>
            <a:ext cx="1829965" cy="449155"/>
          </a:xfrm>
          <a:prstGeom prst="rect">
            <a:avLst/>
          </a:prstGeom>
          <a:noFill/>
          <a:ln w="3175" cap="flat" cmpd="sng" algn="ctr">
            <a:solidFill>
              <a:sysClr val="windowText" lastClr="000000"/>
            </a:solidFill>
            <a:prstDash val="solid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98" name="TextBox 197">
            <a:extLst>
              <a:ext uri="{FF2B5EF4-FFF2-40B4-BE49-F238E27FC236}">
                <a16:creationId xmlns:a16="http://schemas.microsoft.com/office/drawing/2014/main" id="{130EA656-CE8C-E146-9ADF-ED15CA2DADD3}"/>
              </a:ext>
            </a:extLst>
          </p:cNvPr>
          <p:cNvSpPr txBox="1"/>
          <p:nvPr/>
        </p:nvSpPr>
        <p:spPr>
          <a:xfrm>
            <a:off x="1249008" y="3237350"/>
            <a:ext cx="157607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TLS </a:t>
            </a:r>
            <a:r>
              <a: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encryption</a:t>
            </a:r>
            <a:endParaRPr kumimoji="0" lang="en-US" sz="24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pSp>
        <p:nvGrpSpPr>
          <p:cNvPr id="199" name="Group 198">
            <a:extLst>
              <a:ext uri="{FF2B5EF4-FFF2-40B4-BE49-F238E27FC236}">
                <a16:creationId xmlns:a16="http://schemas.microsoft.com/office/drawing/2014/main" id="{3F30BB02-5749-E946-8541-686AB05A015E}"/>
              </a:ext>
            </a:extLst>
          </p:cNvPr>
          <p:cNvGrpSpPr/>
          <p:nvPr/>
        </p:nvGrpSpPr>
        <p:grpSpPr>
          <a:xfrm>
            <a:off x="1115626" y="4169906"/>
            <a:ext cx="1829965" cy="467357"/>
            <a:chOff x="985206" y="5016160"/>
            <a:chExt cx="1509130" cy="255065"/>
          </a:xfrm>
        </p:grpSpPr>
        <p:sp>
          <p:nvSpPr>
            <p:cNvPr id="200" name="Rectangle 199">
              <a:extLst>
                <a:ext uri="{FF2B5EF4-FFF2-40B4-BE49-F238E27FC236}">
                  <a16:creationId xmlns:a16="http://schemas.microsoft.com/office/drawing/2014/main" id="{40BEF2AB-F8E8-5E41-A96C-61F14C59AD84}"/>
                </a:ext>
              </a:extLst>
            </p:cNvPr>
            <p:cNvSpPr/>
            <p:nvPr/>
          </p:nvSpPr>
          <p:spPr>
            <a:xfrm>
              <a:off x="985206" y="5016160"/>
              <a:ext cx="1509130" cy="245132"/>
            </a:xfrm>
            <a:prstGeom prst="rect">
              <a:avLst/>
            </a:prstGeom>
            <a:noFill/>
            <a:ln w="3175" cap="flat" cmpd="sng" algn="ctr">
              <a:solidFill>
                <a:sysClr val="windowText" lastClr="000000"/>
              </a:solidFill>
              <a:prstDash val="solid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201" name="TextBox 200">
              <a:extLst>
                <a:ext uri="{FF2B5EF4-FFF2-40B4-BE49-F238E27FC236}">
                  <a16:creationId xmlns:a16="http://schemas.microsoft.com/office/drawing/2014/main" id="{B456323E-FBE4-1A43-AA7B-F212C4B0B9F1}"/>
                </a:ext>
              </a:extLst>
            </p:cNvPr>
            <p:cNvSpPr txBox="1"/>
            <p:nvPr/>
          </p:nvSpPr>
          <p:spPr>
            <a:xfrm>
              <a:off x="1170162" y="5019266"/>
              <a:ext cx="1016851" cy="25195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4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TCP RDT</a:t>
              </a:r>
            </a:p>
          </p:txBody>
        </p:sp>
      </p:grpSp>
      <p:grpSp>
        <p:nvGrpSpPr>
          <p:cNvPr id="202" name="Group 201">
            <a:extLst>
              <a:ext uri="{FF2B5EF4-FFF2-40B4-BE49-F238E27FC236}">
                <a16:creationId xmlns:a16="http://schemas.microsoft.com/office/drawing/2014/main" id="{52268243-BD57-944E-89DF-6418BA3B82B2}"/>
              </a:ext>
            </a:extLst>
          </p:cNvPr>
          <p:cNvGrpSpPr/>
          <p:nvPr/>
        </p:nvGrpSpPr>
        <p:grpSpPr>
          <a:xfrm>
            <a:off x="1054260" y="4684687"/>
            <a:ext cx="1925319" cy="467355"/>
            <a:chOff x="948938" y="5006227"/>
            <a:chExt cx="1587767" cy="255065"/>
          </a:xfrm>
        </p:grpSpPr>
        <p:sp>
          <p:nvSpPr>
            <p:cNvPr id="203" name="Rectangle 202">
              <a:extLst>
                <a:ext uri="{FF2B5EF4-FFF2-40B4-BE49-F238E27FC236}">
                  <a16:creationId xmlns:a16="http://schemas.microsoft.com/office/drawing/2014/main" id="{8ADB00AA-1BC5-8A46-92DB-BC78D9ACA84D}"/>
                </a:ext>
              </a:extLst>
            </p:cNvPr>
            <p:cNvSpPr/>
            <p:nvPr/>
          </p:nvSpPr>
          <p:spPr>
            <a:xfrm>
              <a:off x="985206" y="5016160"/>
              <a:ext cx="1509130" cy="245132"/>
            </a:xfrm>
            <a:prstGeom prst="rect">
              <a:avLst/>
            </a:prstGeom>
            <a:noFill/>
            <a:ln w="3175" cap="flat" cmpd="sng" algn="ctr">
              <a:solidFill>
                <a:sysClr val="windowText" lastClr="000000"/>
              </a:solidFill>
              <a:prstDash val="solid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204" name="TextBox 203">
              <a:extLst>
                <a:ext uri="{FF2B5EF4-FFF2-40B4-BE49-F238E27FC236}">
                  <a16:creationId xmlns:a16="http://schemas.microsoft.com/office/drawing/2014/main" id="{27086AFB-B8AA-C845-87C5-C1FC9E45CD3C}"/>
                </a:ext>
              </a:extLst>
            </p:cNvPr>
            <p:cNvSpPr txBox="1"/>
            <p:nvPr/>
          </p:nvSpPr>
          <p:spPr>
            <a:xfrm>
              <a:off x="948938" y="5006227"/>
              <a:ext cx="1587767" cy="25196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4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TCP </a:t>
              </a:r>
              <a:r>
                <a: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Cong. Contr.</a:t>
              </a:r>
              <a:endPara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sp>
        <p:nvSpPr>
          <p:cNvPr id="217" name="Rectangle 216">
            <a:extLst>
              <a:ext uri="{FF2B5EF4-FFF2-40B4-BE49-F238E27FC236}">
                <a16:creationId xmlns:a16="http://schemas.microsoft.com/office/drawing/2014/main" id="{66EA7720-45BB-CE4D-9001-D63D6FEA1615}"/>
              </a:ext>
            </a:extLst>
          </p:cNvPr>
          <p:cNvSpPr/>
          <p:nvPr/>
        </p:nvSpPr>
        <p:spPr>
          <a:xfrm>
            <a:off x="3680782" y="1557642"/>
            <a:ext cx="1965566" cy="2175203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3175" cap="flat" cmpd="sng" algn="ctr">
            <a:noFill/>
            <a:prstDash val="solid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24" name="TextBox 323">
            <a:extLst>
              <a:ext uri="{FF2B5EF4-FFF2-40B4-BE49-F238E27FC236}">
                <a16:creationId xmlns:a16="http://schemas.microsoft.com/office/drawing/2014/main" id="{887CA181-E3E1-4C41-B8A8-C1BE3C77300C}"/>
              </a:ext>
            </a:extLst>
          </p:cNvPr>
          <p:cNvSpPr txBox="1"/>
          <p:nvPr/>
        </p:nvSpPr>
        <p:spPr>
          <a:xfrm rot="16200000">
            <a:off x="-420574" y="4419208"/>
            <a:ext cx="1533142" cy="39687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1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transport</a:t>
            </a:r>
          </a:p>
        </p:txBody>
      </p:sp>
      <p:sp>
        <p:nvSpPr>
          <p:cNvPr id="325" name="TextBox 324">
            <a:extLst>
              <a:ext uri="{FF2B5EF4-FFF2-40B4-BE49-F238E27FC236}">
                <a16:creationId xmlns:a16="http://schemas.microsoft.com/office/drawing/2014/main" id="{6D0A2F96-C1F0-0143-B197-7F9C1351C97A}"/>
              </a:ext>
            </a:extLst>
          </p:cNvPr>
          <p:cNvSpPr txBox="1"/>
          <p:nvPr/>
        </p:nvSpPr>
        <p:spPr>
          <a:xfrm rot="16200000">
            <a:off x="-463312" y="2467817"/>
            <a:ext cx="1779056" cy="39687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1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application</a:t>
            </a:r>
          </a:p>
        </p:txBody>
      </p:sp>
      <p:cxnSp>
        <p:nvCxnSpPr>
          <p:cNvPr id="326" name="Straight Connector 325">
            <a:extLst>
              <a:ext uri="{FF2B5EF4-FFF2-40B4-BE49-F238E27FC236}">
                <a16:creationId xmlns:a16="http://schemas.microsoft.com/office/drawing/2014/main" id="{7E58084D-96D5-6047-8E32-A0A00E0D0039}"/>
              </a:ext>
            </a:extLst>
          </p:cNvPr>
          <p:cNvCxnSpPr/>
          <p:nvPr/>
        </p:nvCxnSpPr>
        <p:spPr>
          <a:xfrm>
            <a:off x="1044294" y="3866601"/>
            <a:ext cx="4501961" cy="0"/>
          </a:xfrm>
          <a:prstGeom prst="line">
            <a:avLst/>
          </a:prstGeom>
          <a:noFill/>
          <a:ln w="12700" cap="flat" cmpd="sng" algn="ctr">
            <a:solidFill>
              <a:sysClr val="windowText" lastClr="000000"/>
            </a:solidFill>
            <a:prstDash val="dash"/>
          </a:ln>
          <a:effectLst/>
        </p:spPr>
      </p:cxnSp>
      <p:sp>
        <p:nvSpPr>
          <p:cNvPr id="323" name="TextBox 322">
            <a:extLst>
              <a:ext uri="{FF2B5EF4-FFF2-40B4-BE49-F238E27FC236}">
                <a16:creationId xmlns:a16="http://schemas.microsoft.com/office/drawing/2014/main" id="{80BD7FCB-A075-574B-8C3F-3776F31142C8}"/>
              </a:ext>
            </a:extLst>
          </p:cNvPr>
          <p:cNvSpPr txBox="1"/>
          <p:nvPr/>
        </p:nvSpPr>
        <p:spPr>
          <a:xfrm>
            <a:off x="6775422" y="6025510"/>
            <a:ext cx="424186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(b) HTTP/2 with QUIC: no HOL blocking</a:t>
            </a: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3D2CB1AA-2F3F-0244-A0D5-3981E4178EEC}"/>
              </a:ext>
            </a:extLst>
          </p:cNvPr>
          <p:cNvGrpSpPr/>
          <p:nvPr/>
        </p:nvGrpSpPr>
        <p:grpSpPr>
          <a:xfrm>
            <a:off x="3654226" y="4021737"/>
            <a:ext cx="1965566" cy="1278547"/>
            <a:chOff x="3654226" y="3933249"/>
            <a:chExt cx="1965566" cy="1278547"/>
          </a:xfrm>
        </p:grpSpPr>
        <p:sp>
          <p:nvSpPr>
            <p:cNvPr id="328" name="Rectangle 327">
              <a:extLst>
                <a:ext uri="{FF2B5EF4-FFF2-40B4-BE49-F238E27FC236}">
                  <a16:creationId xmlns:a16="http://schemas.microsoft.com/office/drawing/2014/main" id="{C366968B-E5E9-E342-8B23-F97D694251AA}"/>
                </a:ext>
              </a:extLst>
            </p:cNvPr>
            <p:cNvSpPr/>
            <p:nvPr/>
          </p:nvSpPr>
          <p:spPr>
            <a:xfrm>
              <a:off x="3654226" y="3933249"/>
              <a:ext cx="1965566" cy="1278547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 w="3175" cap="flat" cmpd="sng" algn="ctr">
              <a:noFill/>
              <a:prstDash val="solid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grpSp>
          <p:nvGrpSpPr>
            <p:cNvPr id="329" name="Group 328">
              <a:extLst>
                <a:ext uri="{FF2B5EF4-FFF2-40B4-BE49-F238E27FC236}">
                  <a16:creationId xmlns:a16="http://schemas.microsoft.com/office/drawing/2014/main" id="{397F2BD3-8F29-1D46-AB35-10C73F47FB55}"/>
                </a:ext>
              </a:extLst>
            </p:cNvPr>
            <p:cNvGrpSpPr/>
            <p:nvPr/>
          </p:nvGrpSpPr>
          <p:grpSpPr>
            <a:xfrm>
              <a:off x="3733679" y="4084005"/>
              <a:ext cx="1829965" cy="467357"/>
              <a:chOff x="985206" y="5016160"/>
              <a:chExt cx="1509130" cy="255065"/>
            </a:xfrm>
          </p:grpSpPr>
          <p:sp>
            <p:nvSpPr>
              <p:cNvPr id="330" name="Rectangle 329">
                <a:extLst>
                  <a:ext uri="{FF2B5EF4-FFF2-40B4-BE49-F238E27FC236}">
                    <a16:creationId xmlns:a16="http://schemas.microsoft.com/office/drawing/2014/main" id="{7386AB60-4013-8340-8460-905C3A1D4430}"/>
                  </a:ext>
                </a:extLst>
              </p:cNvPr>
              <p:cNvSpPr/>
              <p:nvPr/>
            </p:nvSpPr>
            <p:spPr>
              <a:xfrm>
                <a:off x="985206" y="5016160"/>
                <a:ext cx="1509130" cy="245132"/>
              </a:xfrm>
              <a:prstGeom prst="rect">
                <a:avLst/>
              </a:prstGeom>
              <a:noFill/>
              <a:ln w="3175" cap="flat" cmpd="sng" algn="ctr">
                <a:solidFill>
                  <a:sysClr val="windowText" lastClr="000000"/>
                </a:solidFill>
                <a:prstDash val="solid"/>
              </a:ln>
              <a:effectLst/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331" name="TextBox 330">
                <a:extLst>
                  <a:ext uri="{FF2B5EF4-FFF2-40B4-BE49-F238E27FC236}">
                    <a16:creationId xmlns:a16="http://schemas.microsoft.com/office/drawing/2014/main" id="{4206B08B-27A9-BC49-A405-BD93FEF199DF}"/>
                  </a:ext>
                </a:extLst>
              </p:cNvPr>
              <p:cNvSpPr txBox="1"/>
              <p:nvPr/>
            </p:nvSpPr>
            <p:spPr>
              <a:xfrm>
                <a:off x="1170162" y="5019266"/>
                <a:ext cx="1016851" cy="25195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24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TCP RDT</a:t>
                </a:r>
              </a:p>
            </p:txBody>
          </p:sp>
        </p:grpSp>
        <p:grpSp>
          <p:nvGrpSpPr>
            <p:cNvPr id="332" name="Group 331">
              <a:extLst>
                <a:ext uri="{FF2B5EF4-FFF2-40B4-BE49-F238E27FC236}">
                  <a16:creationId xmlns:a16="http://schemas.microsoft.com/office/drawing/2014/main" id="{75C66236-1686-6A4E-8701-672D2E5C5D42}"/>
                </a:ext>
              </a:extLst>
            </p:cNvPr>
            <p:cNvGrpSpPr/>
            <p:nvPr/>
          </p:nvGrpSpPr>
          <p:grpSpPr>
            <a:xfrm>
              <a:off x="3672313" y="4598786"/>
              <a:ext cx="1925319" cy="467355"/>
              <a:chOff x="948938" y="5006227"/>
              <a:chExt cx="1587767" cy="255065"/>
            </a:xfrm>
          </p:grpSpPr>
          <p:sp>
            <p:nvSpPr>
              <p:cNvPr id="333" name="Rectangle 332">
                <a:extLst>
                  <a:ext uri="{FF2B5EF4-FFF2-40B4-BE49-F238E27FC236}">
                    <a16:creationId xmlns:a16="http://schemas.microsoft.com/office/drawing/2014/main" id="{3F6B969C-D9C4-494A-8ECC-516C3B70E818}"/>
                  </a:ext>
                </a:extLst>
              </p:cNvPr>
              <p:cNvSpPr/>
              <p:nvPr/>
            </p:nvSpPr>
            <p:spPr>
              <a:xfrm>
                <a:off x="985206" y="5016160"/>
                <a:ext cx="1509130" cy="245132"/>
              </a:xfrm>
              <a:prstGeom prst="rect">
                <a:avLst/>
              </a:prstGeom>
              <a:noFill/>
              <a:ln w="3175" cap="flat" cmpd="sng" algn="ctr">
                <a:solidFill>
                  <a:sysClr val="windowText" lastClr="000000"/>
                </a:solidFill>
                <a:prstDash val="solid"/>
              </a:ln>
              <a:effectLst/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334" name="TextBox 333">
                <a:extLst>
                  <a:ext uri="{FF2B5EF4-FFF2-40B4-BE49-F238E27FC236}">
                    <a16:creationId xmlns:a16="http://schemas.microsoft.com/office/drawing/2014/main" id="{686D42E1-A462-784D-83B5-AC6D4D4BF2CC}"/>
                  </a:ext>
                </a:extLst>
              </p:cNvPr>
              <p:cNvSpPr txBox="1"/>
              <p:nvPr/>
            </p:nvSpPr>
            <p:spPr>
              <a:xfrm>
                <a:off x="948938" y="5006227"/>
                <a:ext cx="1587767" cy="25196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24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TCP </a:t>
                </a:r>
                <a:r>
                  <a: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Cong. Contr.</a:t>
                </a:r>
                <a:endParaRPr kumimoji="0" lang="en-US" sz="16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</p:grpSp>
      <p:sp>
        <p:nvSpPr>
          <p:cNvPr id="335" name="Rectangle 334">
            <a:extLst>
              <a:ext uri="{FF2B5EF4-FFF2-40B4-BE49-F238E27FC236}">
                <a16:creationId xmlns:a16="http://schemas.microsoft.com/office/drawing/2014/main" id="{F5B2DE59-67EE-F44D-85CD-882FD9434387}"/>
              </a:ext>
            </a:extLst>
          </p:cNvPr>
          <p:cNvSpPr/>
          <p:nvPr/>
        </p:nvSpPr>
        <p:spPr>
          <a:xfrm>
            <a:off x="3822817" y="3261240"/>
            <a:ext cx="1829965" cy="449155"/>
          </a:xfrm>
          <a:prstGeom prst="rect">
            <a:avLst/>
          </a:prstGeom>
          <a:noFill/>
          <a:ln w="3175" cap="flat" cmpd="sng" algn="ctr">
            <a:solidFill>
              <a:sysClr val="windowText" lastClr="000000"/>
            </a:solidFill>
            <a:prstDash val="solid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36" name="TextBox 335">
            <a:extLst>
              <a:ext uri="{FF2B5EF4-FFF2-40B4-BE49-F238E27FC236}">
                <a16:creationId xmlns:a16="http://schemas.microsoft.com/office/drawing/2014/main" id="{C0AE0BBE-F280-254C-B457-CB9FD30F30DA}"/>
              </a:ext>
            </a:extLst>
          </p:cNvPr>
          <p:cNvSpPr txBox="1"/>
          <p:nvPr/>
        </p:nvSpPr>
        <p:spPr>
          <a:xfrm>
            <a:off x="3948827" y="3243040"/>
            <a:ext cx="157607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TLS </a:t>
            </a:r>
            <a:r>
              <a: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encryption</a:t>
            </a:r>
            <a:endParaRPr kumimoji="0" lang="en-US" sz="24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Freeform 12">
            <a:extLst>
              <a:ext uri="{FF2B5EF4-FFF2-40B4-BE49-F238E27FC236}">
                <a16:creationId xmlns:a16="http://schemas.microsoft.com/office/drawing/2014/main" id="{8412A817-8AC0-F04B-93B0-EB9246C835BD}"/>
              </a:ext>
            </a:extLst>
          </p:cNvPr>
          <p:cNvSpPr/>
          <p:nvPr/>
        </p:nvSpPr>
        <p:spPr>
          <a:xfrm>
            <a:off x="2308647" y="2654627"/>
            <a:ext cx="1710813" cy="2824317"/>
          </a:xfrm>
          <a:custGeom>
            <a:avLst/>
            <a:gdLst>
              <a:gd name="connsiteX0" fmla="*/ 0 w 1710813"/>
              <a:gd name="connsiteY0" fmla="*/ 376084 h 2824317"/>
              <a:gd name="connsiteX1" fmla="*/ 0 w 1710813"/>
              <a:gd name="connsiteY1" fmla="*/ 2824317 h 2824317"/>
              <a:gd name="connsiteX2" fmla="*/ 95865 w 1710813"/>
              <a:gd name="connsiteY2" fmla="*/ 2824317 h 2824317"/>
              <a:gd name="connsiteX3" fmla="*/ 1710813 w 1710813"/>
              <a:gd name="connsiteY3" fmla="*/ 2824317 h 2824317"/>
              <a:gd name="connsiteX4" fmla="*/ 1710813 w 1710813"/>
              <a:gd name="connsiteY4" fmla="*/ 2676833 h 2824317"/>
              <a:gd name="connsiteX5" fmla="*/ 1710813 w 1710813"/>
              <a:gd name="connsiteY5" fmla="*/ 0 h 2824317"/>
              <a:gd name="connsiteX6" fmla="*/ 1600200 w 1710813"/>
              <a:gd name="connsiteY6" fmla="*/ 0 h 2824317"/>
              <a:gd name="connsiteX7" fmla="*/ 1482213 w 1710813"/>
              <a:gd name="connsiteY7" fmla="*/ 29497 h 2824317"/>
              <a:gd name="connsiteX0" fmla="*/ 0 w 1710813"/>
              <a:gd name="connsiteY0" fmla="*/ 376084 h 2824317"/>
              <a:gd name="connsiteX1" fmla="*/ 0 w 1710813"/>
              <a:gd name="connsiteY1" fmla="*/ 2824317 h 2824317"/>
              <a:gd name="connsiteX2" fmla="*/ 95865 w 1710813"/>
              <a:gd name="connsiteY2" fmla="*/ 2824317 h 2824317"/>
              <a:gd name="connsiteX3" fmla="*/ 1710813 w 1710813"/>
              <a:gd name="connsiteY3" fmla="*/ 2824317 h 2824317"/>
              <a:gd name="connsiteX4" fmla="*/ 1710813 w 1710813"/>
              <a:gd name="connsiteY4" fmla="*/ 2676833 h 2824317"/>
              <a:gd name="connsiteX5" fmla="*/ 1710813 w 1710813"/>
              <a:gd name="connsiteY5" fmla="*/ 0 h 2824317"/>
              <a:gd name="connsiteX6" fmla="*/ 1600200 w 1710813"/>
              <a:gd name="connsiteY6" fmla="*/ 0 h 2824317"/>
              <a:gd name="connsiteX0" fmla="*/ 0 w 1710813"/>
              <a:gd name="connsiteY0" fmla="*/ 376084 h 2824317"/>
              <a:gd name="connsiteX1" fmla="*/ 0 w 1710813"/>
              <a:gd name="connsiteY1" fmla="*/ 2824317 h 2824317"/>
              <a:gd name="connsiteX2" fmla="*/ 95865 w 1710813"/>
              <a:gd name="connsiteY2" fmla="*/ 2824317 h 2824317"/>
              <a:gd name="connsiteX3" fmla="*/ 1710813 w 1710813"/>
              <a:gd name="connsiteY3" fmla="*/ 2824317 h 2824317"/>
              <a:gd name="connsiteX4" fmla="*/ 1710813 w 1710813"/>
              <a:gd name="connsiteY4" fmla="*/ 2676833 h 2824317"/>
              <a:gd name="connsiteX5" fmla="*/ 1710813 w 1710813"/>
              <a:gd name="connsiteY5" fmla="*/ 0 h 282431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710813" h="2824317">
                <a:moveTo>
                  <a:pt x="0" y="376084"/>
                </a:moveTo>
                <a:lnTo>
                  <a:pt x="0" y="2824317"/>
                </a:lnTo>
                <a:lnTo>
                  <a:pt x="95865" y="2824317"/>
                </a:lnTo>
                <a:lnTo>
                  <a:pt x="1710813" y="2824317"/>
                </a:lnTo>
                <a:lnTo>
                  <a:pt x="1710813" y="2676833"/>
                </a:lnTo>
                <a:lnTo>
                  <a:pt x="1710813" y="0"/>
                </a:lnTo>
              </a:path>
            </a:pathLst>
          </a:custGeom>
          <a:noFill/>
          <a:ln w="25400">
            <a:solidFill>
              <a:srgbClr val="0000A3"/>
            </a:solidFill>
            <a:tailEnd type="triangl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Freeform 13">
            <a:extLst>
              <a:ext uri="{FF2B5EF4-FFF2-40B4-BE49-F238E27FC236}">
                <a16:creationId xmlns:a16="http://schemas.microsoft.com/office/drawing/2014/main" id="{245B157C-7205-F646-8AAF-DBD20FCCBC4C}"/>
              </a:ext>
            </a:extLst>
          </p:cNvPr>
          <p:cNvSpPr/>
          <p:nvPr/>
        </p:nvSpPr>
        <p:spPr>
          <a:xfrm>
            <a:off x="1947618" y="2410857"/>
            <a:ext cx="2329488" cy="3142699"/>
          </a:xfrm>
          <a:custGeom>
            <a:avLst/>
            <a:gdLst>
              <a:gd name="connsiteX0" fmla="*/ 0 w 2455606"/>
              <a:gd name="connsiteY0" fmla="*/ 176981 h 3008671"/>
              <a:gd name="connsiteX1" fmla="*/ 0 w 2455606"/>
              <a:gd name="connsiteY1" fmla="*/ 3008671 h 3008671"/>
              <a:gd name="connsiteX2" fmla="*/ 88490 w 2455606"/>
              <a:gd name="connsiteY2" fmla="*/ 3008671 h 3008671"/>
              <a:gd name="connsiteX3" fmla="*/ 2455606 w 2455606"/>
              <a:gd name="connsiteY3" fmla="*/ 3008671 h 3008671"/>
              <a:gd name="connsiteX4" fmla="*/ 2455606 w 2455606"/>
              <a:gd name="connsiteY4" fmla="*/ 0 h 3008671"/>
              <a:gd name="connsiteX5" fmla="*/ 2263877 w 2455606"/>
              <a:gd name="connsiteY5" fmla="*/ 0 h 3008671"/>
              <a:gd name="connsiteX6" fmla="*/ 2263877 w 2455606"/>
              <a:gd name="connsiteY6" fmla="*/ 0 h 3008671"/>
              <a:gd name="connsiteX0" fmla="*/ 0 w 2455606"/>
              <a:gd name="connsiteY0" fmla="*/ 176981 h 3008671"/>
              <a:gd name="connsiteX1" fmla="*/ 0 w 2455606"/>
              <a:gd name="connsiteY1" fmla="*/ 3008671 h 3008671"/>
              <a:gd name="connsiteX2" fmla="*/ 88490 w 2455606"/>
              <a:gd name="connsiteY2" fmla="*/ 3008671 h 3008671"/>
              <a:gd name="connsiteX3" fmla="*/ 2455606 w 2455606"/>
              <a:gd name="connsiteY3" fmla="*/ 3008671 h 3008671"/>
              <a:gd name="connsiteX4" fmla="*/ 2455606 w 2455606"/>
              <a:gd name="connsiteY4" fmla="*/ 0 h 3008671"/>
              <a:gd name="connsiteX5" fmla="*/ 2263877 w 2455606"/>
              <a:gd name="connsiteY5" fmla="*/ 0 h 3008671"/>
              <a:gd name="connsiteX0" fmla="*/ 0 w 2455606"/>
              <a:gd name="connsiteY0" fmla="*/ 176981 h 3008671"/>
              <a:gd name="connsiteX1" fmla="*/ 0 w 2455606"/>
              <a:gd name="connsiteY1" fmla="*/ 3008671 h 3008671"/>
              <a:gd name="connsiteX2" fmla="*/ 88490 w 2455606"/>
              <a:gd name="connsiteY2" fmla="*/ 3008671 h 3008671"/>
              <a:gd name="connsiteX3" fmla="*/ 2455606 w 2455606"/>
              <a:gd name="connsiteY3" fmla="*/ 3008671 h 3008671"/>
              <a:gd name="connsiteX4" fmla="*/ 2455606 w 2455606"/>
              <a:gd name="connsiteY4" fmla="*/ 0 h 3008671"/>
              <a:gd name="connsiteX0" fmla="*/ 0 w 2455606"/>
              <a:gd name="connsiteY0" fmla="*/ 0 h 2831690"/>
              <a:gd name="connsiteX1" fmla="*/ 0 w 2455606"/>
              <a:gd name="connsiteY1" fmla="*/ 2831690 h 2831690"/>
              <a:gd name="connsiteX2" fmla="*/ 88490 w 2455606"/>
              <a:gd name="connsiteY2" fmla="*/ 2831690 h 2831690"/>
              <a:gd name="connsiteX3" fmla="*/ 2455606 w 2455606"/>
              <a:gd name="connsiteY3" fmla="*/ 2831690 h 2831690"/>
              <a:gd name="connsiteX4" fmla="*/ 2455606 w 2455606"/>
              <a:gd name="connsiteY4" fmla="*/ 1755057 h 28316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455606" h="2831690">
                <a:moveTo>
                  <a:pt x="0" y="0"/>
                </a:moveTo>
                <a:lnTo>
                  <a:pt x="0" y="2831690"/>
                </a:lnTo>
                <a:lnTo>
                  <a:pt x="88490" y="2831690"/>
                </a:lnTo>
                <a:lnTo>
                  <a:pt x="2455606" y="2831690"/>
                </a:lnTo>
                <a:lnTo>
                  <a:pt x="2455606" y="1755057"/>
                </a:lnTo>
              </a:path>
            </a:pathLst>
          </a:custGeom>
          <a:noFill/>
          <a:ln w="25400">
            <a:solidFill>
              <a:srgbClr val="0000A3"/>
            </a:solidFill>
            <a:tailEnd type="triangl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" name="Freeform 14">
            <a:extLst>
              <a:ext uri="{FF2B5EF4-FFF2-40B4-BE49-F238E27FC236}">
                <a16:creationId xmlns:a16="http://schemas.microsoft.com/office/drawing/2014/main" id="{CB54907B-9C97-AE47-A125-9A587644726D}"/>
              </a:ext>
            </a:extLst>
          </p:cNvPr>
          <p:cNvSpPr/>
          <p:nvPr/>
        </p:nvSpPr>
        <p:spPr>
          <a:xfrm>
            <a:off x="2120129" y="4420139"/>
            <a:ext cx="2284794" cy="1091381"/>
          </a:xfrm>
          <a:custGeom>
            <a:avLst/>
            <a:gdLst>
              <a:gd name="connsiteX0" fmla="*/ 2558845 w 2558845"/>
              <a:gd name="connsiteY0" fmla="*/ 0 h 1091381"/>
              <a:gd name="connsiteX1" fmla="*/ 2558845 w 2558845"/>
              <a:gd name="connsiteY1" fmla="*/ 1091381 h 1091381"/>
              <a:gd name="connsiteX2" fmla="*/ 2485103 w 2558845"/>
              <a:gd name="connsiteY2" fmla="*/ 1091381 h 1091381"/>
              <a:gd name="connsiteX3" fmla="*/ 0 w 2558845"/>
              <a:gd name="connsiteY3" fmla="*/ 1091381 h 1091381"/>
              <a:gd name="connsiteX4" fmla="*/ 0 w 2558845"/>
              <a:gd name="connsiteY4" fmla="*/ 582562 h 1091381"/>
              <a:gd name="connsiteX5" fmla="*/ 0 w 2558845"/>
              <a:gd name="connsiteY5" fmla="*/ 14749 h 10913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558845" h="1091381">
                <a:moveTo>
                  <a:pt x="2558845" y="0"/>
                </a:moveTo>
                <a:lnTo>
                  <a:pt x="2558845" y="1091381"/>
                </a:lnTo>
                <a:lnTo>
                  <a:pt x="2485103" y="1091381"/>
                </a:lnTo>
                <a:lnTo>
                  <a:pt x="0" y="1091381"/>
                </a:lnTo>
                <a:lnTo>
                  <a:pt x="0" y="582562"/>
                </a:lnTo>
                <a:lnTo>
                  <a:pt x="0" y="14749"/>
                </a:lnTo>
              </a:path>
            </a:pathLst>
          </a:custGeom>
          <a:noFill/>
          <a:ln w="25400">
            <a:tailEnd type="triangl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CA9366A1-45EC-1249-B0C2-FDBAC7838D9A}"/>
              </a:ext>
            </a:extLst>
          </p:cNvPr>
          <p:cNvSpPr txBox="1"/>
          <p:nvPr/>
        </p:nvSpPr>
        <p:spPr>
          <a:xfrm>
            <a:off x="4018781" y="4262676"/>
            <a:ext cx="638441" cy="307777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error!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7" name="Freeform 16">
            <a:extLst>
              <a:ext uri="{FF2B5EF4-FFF2-40B4-BE49-F238E27FC236}">
                <a16:creationId xmlns:a16="http://schemas.microsoft.com/office/drawing/2014/main" id="{4FF0A73C-FDFB-784B-8FA0-EA173D5E9471}"/>
              </a:ext>
            </a:extLst>
          </p:cNvPr>
          <p:cNvSpPr/>
          <p:nvPr/>
        </p:nvSpPr>
        <p:spPr>
          <a:xfrm>
            <a:off x="2162632" y="2535607"/>
            <a:ext cx="2345388" cy="3023419"/>
          </a:xfrm>
          <a:custGeom>
            <a:avLst/>
            <a:gdLst>
              <a:gd name="connsiteX0" fmla="*/ 0 w 2573594"/>
              <a:gd name="connsiteY0" fmla="*/ 1976284 h 3023419"/>
              <a:gd name="connsiteX1" fmla="*/ 0 w 2573594"/>
              <a:gd name="connsiteY1" fmla="*/ 3023419 h 3023419"/>
              <a:gd name="connsiteX2" fmla="*/ 2573594 w 2573594"/>
              <a:gd name="connsiteY2" fmla="*/ 3023419 h 3023419"/>
              <a:gd name="connsiteX3" fmla="*/ 2573594 w 2573594"/>
              <a:gd name="connsiteY3" fmla="*/ 0 h 3023419"/>
              <a:gd name="connsiteX4" fmla="*/ 2470355 w 2573594"/>
              <a:gd name="connsiteY4" fmla="*/ 0 h 3023419"/>
              <a:gd name="connsiteX5" fmla="*/ 2470355 w 2573594"/>
              <a:gd name="connsiteY5" fmla="*/ 0 h 3023419"/>
              <a:gd name="connsiteX0" fmla="*/ 0 w 2573594"/>
              <a:gd name="connsiteY0" fmla="*/ 1976284 h 3023419"/>
              <a:gd name="connsiteX1" fmla="*/ 0 w 2573594"/>
              <a:gd name="connsiteY1" fmla="*/ 3023419 h 3023419"/>
              <a:gd name="connsiteX2" fmla="*/ 2573594 w 2573594"/>
              <a:gd name="connsiteY2" fmla="*/ 3023419 h 3023419"/>
              <a:gd name="connsiteX3" fmla="*/ 2573594 w 2573594"/>
              <a:gd name="connsiteY3" fmla="*/ 0 h 3023419"/>
              <a:gd name="connsiteX4" fmla="*/ 2470355 w 2573594"/>
              <a:gd name="connsiteY4" fmla="*/ 0 h 3023419"/>
              <a:gd name="connsiteX0" fmla="*/ 0 w 2573594"/>
              <a:gd name="connsiteY0" fmla="*/ 1976284 h 3023419"/>
              <a:gd name="connsiteX1" fmla="*/ 0 w 2573594"/>
              <a:gd name="connsiteY1" fmla="*/ 3023419 h 3023419"/>
              <a:gd name="connsiteX2" fmla="*/ 2573594 w 2573594"/>
              <a:gd name="connsiteY2" fmla="*/ 3023419 h 3023419"/>
              <a:gd name="connsiteX3" fmla="*/ 2573594 w 2573594"/>
              <a:gd name="connsiteY3" fmla="*/ 0 h 30234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573594" h="3023419">
                <a:moveTo>
                  <a:pt x="0" y="1976284"/>
                </a:moveTo>
                <a:lnTo>
                  <a:pt x="0" y="3023419"/>
                </a:lnTo>
                <a:lnTo>
                  <a:pt x="2573594" y="3023419"/>
                </a:lnTo>
                <a:lnTo>
                  <a:pt x="2573594" y="0"/>
                </a:lnTo>
              </a:path>
            </a:pathLst>
          </a:custGeom>
          <a:noFill/>
          <a:ln w="25400">
            <a:solidFill>
              <a:srgbClr val="0000A3"/>
            </a:solidFill>
            <a:headEnd type="none"/>
            <a:tailEnd type="triangle" w="lg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8" name="Freeform 17">
            <a:extLst>
              <a:ext uri="{FF2B5EF4-FFF2-40B4-BE49-F238E27FC236}">
                <a16:creationId xmlns:a16="http://schemas.microsoft.com/office/drawing/2014/main" id="{C5C7DDD7-BE3F-B143-A4C4-AF528D4540D7}"/>
              </a:ext>
            </a:extLst>
          </p:cNvPr>
          <p:cNvSpPr/>
          <p:nvPr/>
        </p:nvSpPr>
        <p:spPr>
          <a:xfrm>
            <a:off x="1714500" y="2240280"/>
            <a:ext cx="3188970" cy="3314700"/>
          </a:xfrm>
          <a:custGeom>
            <a:avLst/>
            <a:gdLst>
              <a:gd name="connsiteX0" fmla="*/ 0 w 3188970"/>
              <a:gd name="connsiteY0" fmla="*/ 0 h 3314700"/>
              <a:gd name="connsiteX1" fmla="*/ 0 w 3188970"/>
              <a:gd name="connsiteY1" fmla="*/ 3314700 h 3314700"/>
              <a:gd name="connsiteX2" fmla="*/ 3188970 w 3188970"/>
              <a:gd name="connsiteY2" fmla="*/ 3314700 h 3314700"/>
              <a:gd name="connsiteX3" fmla="*/ 3188970 w 3188970"/>
              <a:gd name="connsiteY3" fmla="*/ 11430 h 3314700"/>
              <a:gd name="connsiteX4" fmla="*/ 3188970 w 3188970"/>
              <a:gd name="connsiteY4" fmla="*/ 11430 h 33147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188970" h="3314700">
                <a:moveTo>
                  <a:pt x="0" y="0"/>
                </a:moveTo>
                <a:lnTo>
                  <a:pt x="0" y="3314700"/>
                </a:lnTo>
                <a:lnTo>
                  <a:pt x="3188970" y="3314700"/>
                </a:lnTo>
                <a:lnTo>
                  <a:pt x="3188970" y="11430"/>
                </a:lnTo>
                <a:lnTo>
                  <a:pt x="3188970" y="11430"/>
                </a:lnTo>
              </a:path>
            </a:pathLst>
          </a:custGeom>
          <a:noFill/>
          <a:ln w="25400">
            <a:solidFill>
              <a:srgbClr val="0000A3"/>
            </a:solidFill>
            <a:tailEnd type="triangl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6E76BA7D-D912-094B-A280-BDBC4F9149F0}"/>
              </a:ext>
            </a:extLst>
          </p:cNvPr>
          <p:cNvGrpSpPr/>
          <p:nvPr/>
        </p:nvGrpSpPr>
        <p:grpSpPr>
          <a:xfrm>
            <a:off x="1247868" y="1815620"/>
            <a:ext cx="1028924" cy="463979"/>
            <a:chOff x="1247868" y="1815620"/>
            <a:chExt cx="1028924" cy="463979"/>
          </a:xfrm>
        </p:grpSpPr>
        <p:sp>
          <p:nvSpPr>
            <p:cNvPr id="206" name="Rectangle 205">
              <a:extLst>
                <a:ext uri="{FF2B5EF4-FFF2-40B4-BE49-F238E27FC236}">
                  <a16:creationId xmlns:a16="http://schemas.microsoft.com/office/drawing/2014/main" id="{A007FA27-9CF4-7743-A2DC-8BD8D1DCB92D}"/>
                </a:ext>
              </a:extLst>
            </p:cNvPr>
            <p:cNvSpPr/>
            <p:nvPr/>
          </p:nvSpPr>
          <p:spPr>
            <a:xfrm>
              <a:off x="1428787" y="1815620"/>
              <a:ext cx="686928" cy="439996"/>
            </a:xfrm>
            <a:prstGeom prst="rect">
              <a:avLst/>
            </a:prstGeom>
            <a:solidFill>
              <a:sysClr val="window" lastClr="FFFFFF"/>
            </a:solidFill>
            <a:ln w="3175" cap="flat" cmpd="sng" algn="ctr">
              <a:solidFill>
                <a:sysClr val="windowText" lastClr="000000"/>
              </a:solidFill>
              <a:prstDash val="solid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207" name="TextBox 206">
              <a:extLst>
                <a:ext uri="{FF2B5EF4-FFF2-40B4-BE49-F238E27FC236}">
                  <a16:creationId xmlns:a16="http://schemas.microsoft.com/office/drawing/2014/main" id="{DCFCC0BC-A346-6D46-A4D1-0C72F2009BF4}"/>
                </a:ext>
              </a:extLst>
            </p:cNvPr>
            <p:cNvSpPr txBox="1"/>
            <p:nvPr/>
          </p:nvSpPr>
          <p:spPr>
            <a:xfrm>
              <a:off x="1247868" y="1838324"/>
              <a:ext cx="1028924" cy="4412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HTTP </a:t>
              </a:r>
            </a:p>
            <a:p>
              <a:pPr marL="0" marR="0" lvl="0" indent="0" algn="ctr" defTabSz="4572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GET </a:t>
              </a:r>
            </a:p>
          </p:txBody>
        </p:sp>
      </p:grpSp>
      <p:grpSp>
        <p:nvGrpSpPr>
          <p:cNvPr id="10" name="Group 9">
            <a:extLst>
              <a:ext uri="{FF2B5EF4-FFF2-40B4-BE49-F238E27FC236}">
                <a16:creationId xmlns:a16="http://schemas.microsoft.com/office/drawing/2014/main" id="{B1B4F9FC-DCD7-4D4F-8B15-6589ACCBB428}"/>
              </a:ext>
            </a:extLst>
          </p:cNvPr>
          <p:cNvGrpSpPr/>
          <p:nvPr/>
        </p:nvGrpSpPr>
        <p:grpSpPr>
          <a:xfrm>
            <a:off x="1510481" y="2208954"/>
            <a:ext cx="1028924" cy="463979"/>
            <a:chOff x="1549462" y="2216434"/>
            <a:chExt cx="1028924" cy="463979"/>
          </a:xfrm>
        </p:grpSpPr>
        <p:sp>
          <p:nvSpPr>
            <p:cNvPr id="210" name="Rectangle 209">
              <a:extLst>
                <a:ext uri="{FF2B5EF4-FFF2-40B4-BE49-F238E27FC236}">
                  <a16:creationId xmlns:a16="http://schemas.microsoft.com/office/drawing/2014/main" id="{329C110D-8068-9C41-8799-25E9F5DFC0F3}"/>
                </a:ext>
              </a:extLst>
            </p:cNvPr>
            <p:cNvSpPr/>
            <p:nvPr/>
          </p:nvSpPr>
          <p:spPr>
            <a:xfrm>
              <a:off x="1709684" y="2216434"/>
              <a:ext cx="686928" cy="439996"/>
            </a:xfrm>
            <a:prstGeom prst="rect">
              <a:avLst/>
            </a:prstGeom>
            <a:solidFill>
              <a:sysClr val="window" lastClr="FFFFFF"/>
            </a:solidFill>
            <a:ln w="3175" cap="flat" cmpd="sng" algn="ctr">
              <a:solidFill>
                <a:sysClr val="windowText" lastClr="000000"/>
              </a:solidFill>
              <a:prstDash val="solid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211" name="TextBox 210">
              <a:extLst>
                <a:ext uri="{FF2B5EF4-FFF2-40B4-BE49-F238E27FC236}">
                  <a16:creationId xmlns:a16="http://schemas.microsoft.com/office/drawing/2014/main" id="{6EA9AB61-0444-624B-B17B-4BA90A2554D5}"/>
                </a:ext>
              </a:extLst>
            </p:cNvPr>
            <p:cNvSpPr txBox="1"/>
            <p:nvPr/>
          </p:nvSpPr>
          <p:spPr>
            <a:xfrm>
              <a:off x="1549462" y="2239138"/>
              <a:ext cx="1028924" cy="4412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HTTP </a:t>
              </a:r>
            </a:p>
            <a:p>
              <a:pPr marL="0" marR="0" lvl="0" indent="0" algn="ctr" defTabSz="4572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GET </a:t>
              </a:r>
            </a:p>
          </p:txBody>
        </p:sp>
      </p:grpSp>
      <p:grpSp>
        <p:nvGrpSpPr>
          <p:cNvPr id="337" name="Group 321">
            <a:extLst>
              <a:ext uri="{FF2B5EF4-FFF2-40B4-BE49-F238E27FC236}">
                <a16:creationId xmlns:a16="http://schemas.microsoft.com/office/drawing/2014/main" id="{CE43EBA3-78B5-3F40-8C70-2C81174FED92}"/>
              </a:ext>
            </a:extLst>
          </p:cNvPr>
          <p:cNvGrpSpPr>
            <a:grpSpLocks/>
          </p:cNvGrpSpPr>
          <p:nvPr/>
        </p:nvGrpSpPr>
        <p:grpSpPr bwMode="auto">
          <a:xfrm>
            <a:off x="5386202" y="1360556"/>
            <a:ext cx="310294" cy="628857"/>
            <a:chOff x="4140" y="429"/>
            <a:chExt cx="1425" cy="2396"/>
          </a:xfrm>
        </p:grpSpPr>
        <p:sp>
          <p:nvSpPr>
            <p:cNvPr id="338" name="Freeform 322">
              <a:extLst>
                <a:ext uri="{FF2B5EF4-FFF2-40B4-BE49-F238E27FC236}">
                  <a16:creationId xmlns:a16="http://schemas.microsoft.com/office/drawing/2014/main" id="{368EA2FA-44C8-834E-854B-7B514A744AD2}"/>
                </a:ext>
              </a:extLst>
            </p:cNvPr>
            <p:cNvSpPr>
              <a:spLocks/>
            </p:cNvSpPr>
            <p:nvPr/>
          </p:nvSpPr>
          <p:spPr bwMode="auto">
            <a:xfrm>
              <a:off x="5268" y="433"/>
              <a:ext cx="283" cy="2286"/>
            </a:xfrm>
            <a:custGeom>
              <a:avLst/>
              <a:gdLst>
                <a:gd name="T0" fmla="*/ 7 w 354"/>
                <a:gd name="T1" fmla="*/ 0 h 2742"/>
                <a:gd name="T2" fmla="*/ 38 w 354"/>
                <a:gd name="T3" fmla="*/ 55 h 2742"/>
                <a:gd name="T4" fmla="*/ 37 w 354"/>
                <a:gd name="T5" fmla="*/ 425 h 2742"/>
                <a:gd name="T6" fmla="*/ 0 w 354"/>
                <a:gd name="T7" fmla="*/ 445 h 2742"/>
                <a:gd name="T8" fmla="*/ 7 w 354"/>
                <a:gd name="T9" fmla="*/ 0 h 274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4" h="2742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 rotWithShape="1"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39" name="Rectangle 323">
              <a:extLst>
                <a:ext uri="{FF2B5EF4-FFF2-40B4-BE49-F238E27FC236}">
                  <a16:creationId xmlns:a16="http://schemas.microsoft.com/office/drawing/2014/main" id="{70E7981D-F5CF-0F4F-95BC-59CAE7F3785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08" y="429"/>
              <a:ext cx="1044" cy="2284"/>
            </a:xfrm>
            <a:prstGeom prst="rect">
              <a:avLst/>
            </a:pr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340" name="Freeform 324">
              <a:extLst>
                <a:ext uri="{FF2B5EF4-FFF2-40B4-BE49-F238E27FC236}">
                  <a16:creationId xmlns:a16="http://schemas.microsoft.com/office/drawing/2014/main" id="{D34DC0AC-CA88-1949-9FF3-5446E9BDC0B8}"/>
                </a:ext>
              </a:extLst>
            </p:cNvPr>
            <p:cNvSpPr>
              <a:spLocks/>
            </p:cNvSpPr>
            <p:nvPr/>
          </p:nvSpPr>
          <p:spPr bwMode="auto">
            <a:xfrm>
              <a:off x="5321" y="570"/>
              <a:ext cx="169" cy="2115"/>
            </a:xfrm>
            <a:custGeom>
              <a:avLst/>
              <a:gdLst>
                <a:gd name="T0" fmla="*/ 2 w 211"/>
                <a:gd name="T1" fmla="*/ 0 h 2537"/>
                <a:gd name="T2" fmla="*/ 23 w 211"/>
                <a:gd name="T3" fmla="*/ 36 h 2537"/>
                <a:gd name="T4" fmla="*/ 2 w 211"/>
                <a:gd name="T5" fmla="*/ 405 h 2537"/>
                <a:gd name="T6" fmla="*/ 2 w 211"/>
                <a:gd name="T7" fmla="*/ 0 h 2537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11" h="2537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 rotWithShape="1"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41" name="Freeform 325">
              <a:extLst>
                <a:ext uri="{FF2B5EF4-FFF2-40B4-BE49-F238E27FC236}">
                  <a16:creationId xmlns:a16="http://schemas.microsoft.com/office/drawing/2014/main" id="{1C01594E-61F9-E249-9FA4-5D3422C2FD32}"/>
                </a:ext>
              </a:extLst>
            </p:cNvPr>
            <p:cNvSpPr>
              <a:spLocks/>
            </p:cNvSpPr>
            <p:nvPr/>
          </p:nvSpPr>
          <p:spPr bwMode="auto">
            <a:xfrm>
              <a:off x="5284" y="1640"/>
              <a:ext cx="263" cy="189"/>
            </a:xfrm>
            <a:custGeom>
              <a:avLst/>
              <a:gdLst>
                <a:gd name="T0" fmla="*/ 2 w 328"/>
                <a:gd name="T1" fmla="*/ 0 h 226"/>
                <a:gd name="T2" fmla="*/ 36 w 328"/>
                <a:gd name="T3" fmla="*/ 21 h 226"/>
                <a:gd name="T4" fmla="*/ 36 w 328"/>
                <a:gd name="T5" fmla="*/ 38 h 226"/>
                <a:gd name="T6" fmla="*/ 0 w 328"/>
                <a:gd name="T7" fmla="*/ 16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42" name="Rectangle 326">
              <a:extLst>
                <a:ext uri="{FF2B5EF4-FFF2-40B4-BE49-F238E27FC236}">
                  <a16:creationId xmlns:a16="http://schemas.microsoft.com/office/drawing/2014/main" id="{D77E1E19-E42D-9746-8590-DDBDBCF2ED1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08" y="696"/>
              <a:ext cx="595" cy="43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grpSp>
          <p:nvGrpSpPr>
            <p:cNvPr id="343" name="Group 327">
              <a:extLst>
                <a:ext uri="{FF2B5EF4-FFF2-40B4-BE49-F238E27FC236}">
                  <a16:creationId xmlns:a16="http://schemas.microsoft.com/office/drawing/2014/main" id="{D43FBF8D-840F-7746-9599-7361C09F7B3C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49" y="668"/>
              <a:ext cx="581" cy="145"/>
              <a:chOff x="614" y="2568"/>
              <a:chExt cx="725" cy="139"/>
            </a:xfrm>
          </p:grpSpPr>
          <p:sp>
            <p:nvSpPr>
              <p:cNvPr id="368" name="AutoShape 328">
                <a:extLst>
                  <a:ext uri="{FF2B5EF4-FFF2-40B4-BE49-F238E27FC236}">
                    <a16:creationId xmlns:a16="http://schemas.microsoft.com/office/drawing/2014/main" id="{F4FD27B7-CFFA-9E41-9435-D5C0C9F83E6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09" y="2570"/>
                <a:ext cx="731" cy="140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endParaRPr>
              </a:p>
            </p:txBody>
          </p:sp>
          <p:sp>
            <p:nvSpPr>
              <p:cNvPr id="369" name="AutoShape 329">
                <a:extLst>
                  <a:ext uri="{FF2B5EF4-FFF2-40B4-BE49-F238E27FC236}">
                    <a16:creationId xmlns:a16="http://schemas.microsoft.com/office/drawing/2014/main" id="{7507A3CD-B7D7-4949-A9FB-24247DC4C4C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1" y="2587"/>
                <a:ext cx="706" cy="107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endParaRPr>
              </a:p>
            </p:txBody>
          </p:sp>
        </p:grpSp>
        <p:sp>
          <p:nvSpPr>
            <p:cNvPr id="344" name="Rectangle 330">
              <a:extLst>
                <a:ext uri="{FF2B5EF4-FFF2-40B4-BE49-F238E27FC236}">
                  <a16:creationId xmlns:a16="http://schemas.microsoft.com/office/drawing/2014/main" id="{45BD24A7-490E-6D4A-97DE-1EB910C1EAA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28" y="1015"/>
              <a:ext cx="595" cy="52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grpSp>
          <p:nvGrpSpPr>
            <p:cNvPr id="345" name="Group 331">
              <a:extLst>
                <a:ext uri="{FF2B5EF4-FFF2-40B4-BE49-F238E27FC236}">
                  <a16:creationId xmlns:a16="http://schemas.microsoft.com/office/drawing/2014/main" id="{D9050BE1-1376-E14C-8B43-5415B53EC19A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47" y="994"/>
              <a:ext cx="581" cy="134"/>
              <a:chOff x="614" y="2568"/>
              <a:chExt cx="725" cy="139"/>
            </a:xfrm>
          </p:grpSpPr>
          <p:sp>
            <p:nvSpPr>
              <p:cNvPr id="366" name="AutoShape 332">
                <a:extLst>
                  <a:ext uri="{FF2B5EF4-FFF2-40B4-BE49-F238E27FC236}">
                    <a16:creationId xmlns:a16="http://schemas.microsoft.com/office/drawing/2014/main" id="{C382B0F1-7E6E-C347-98FD-D6E0E226F06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2" y="2572"/>
                <a:ext cx="731" cy="134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endParaRPr>
              </a:p>
            </p:txBody>
          </p:sp>
          <p:sp>
            <p:nvSpPr>
              <p:cNvPr id="367" name="AutoShape 333">
                <a:extLst>
                  <a:ext uri="{FF2B5EF4-FFF2-40B4-BE49-F238E27FC236}">
                    <a16:creationId xmlns:a16="http://schemas.microsoft.com/office/drawing/2014/main" id="{B9D5D5BE-21B4-5E46-BCB8-3E6E15B819D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4" y="2590"/>
                <a:ext cx="706" cy="98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endParaRPr>
              </a:p>
            </p:txBody>
          </p:sp>
        </p:grpSp>
        <p:sp>
          <p:nvSpPr>
            <p:cNvPr id="346" name="Rectangle 334">
              <a:extLst>
                <a:ext uri="{FF2B5EF4-FFF2-40B4-BE49-F238E27FC236}">
                  <a16:creationId xmlns:a16="http://schemas.microsoft.com/office/drawing/2014/main" id="{85A27DE8-FCB1-FE4C-830E-B9A18684191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18" y="1360"/>
              <a:ext cx="595" cy="43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347" name="Rectangle 335">
              <a:extLst>
                <a:ext uri="{FF2B5EF4-FFF2-40B4-BE49-F238E27FC236}">
                  <a16:creationId xmlns:a16="http://schemas.microsoft.com/office/drawing/2014/main" id="{2D81F5BF-5571-F841-A230-C4FABFAA718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28" y="1653"/>
              <a:ext cx="595" cy="52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grpSp>
          <p:nvGrpSpPr>
            <p:cNvPr id="348" name="Group 336">
              <a:extLst>
                <a:ext uri="{FF2B5EF4-FFF2-40B4-BE49-F238E27FC236}">
                  <a16:creationId xmlns:a16="http://schemas.microsoft.com/office/drawing/2014/main" id="{40511408-3E7E-064B-A2B4-4DC41FFBF21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35" y="1627"/>
              <a:ext cx="582" cy="151"/>
              <a:chOff x="614" y="2568"/>
              <a:chExt cx="725" cy="139"/>
            </a:xfrm>
          </p:grpSpPr>
          <p:sp>
            <p:nvSpPr>
              <p:cNvPr id="364" name="AutoShape 337">
                <a:extLst>
                  <a:ext uri="{FF2B5EF4-FFF2-40B4-BE49-F238E27FC236}">
                    <a16:creationId xmlns:a16="http://schemas.microsoft.com/office/drawing/2014/main" id="{CB6BB265-1398-B84D-B055-F2380188C3D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4" y="2568"/>
                <a:ext cx="730" cy="198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endParaRPr>
              </a:p>
            </p:txBody>
          </p:sp>
          <p:sp>
            <p:nvSpPr>
              <p:cNvPr id="365" name="AutoShape 338">
                <a:extLst>
                  <a:ext uri="{FF2B5EF4-FFF2-40B4-BE49-F238E27FC236}">
                    <a16:creationId xmlns:a16="http://schemas.microsoft.com/office/drawing/2014/main" id="{284EDDE1-D475-0D45-B8E1-D22F3BB5F95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7" y="2584"/>
                <a:ext cx="705" cy="111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endParaRPr>
              </a:p>
            </p:txBody>
          </p:sp>
        </p:grpSp>
        <p:sp>
          <p:nvSpPr>
            <p:cNvPr id="349" name="Freeform 339">
              <a:extLst>
                <a:ext uri="{FF2B5EF4-FFF2-40B4-BE49-F238E27FC236}">
                  <a16:creationId xmlns:a16="http://schemas.microsoft.com/office/drawing/2014/main" id="{2EC30120-F28B-6C44-BA86-015592330E1C}"/>
                </a:ext>
              </a:extLst>
            </p:cNvPr>
            <p:cNvSpPr>
              <a:spLocks/>
            </p:cNvSpPr>
            <p:nvPr/>
          </p:nvSpPr>
          <p:spPr bwMode="auto">
            <a:xfrm>
              <a:off x="5288" y="1354"/>
              <a:ext cx="263" cy="188"/>
            </a:xfrm>
            <a:custGeom>
              <a:avLst/>
              <a:gdLst>
                <a:gd name="T0" fmla="*/ 2 w 328"/>
                <a:gd name="T1" fmla="*/ 0 h 226"/>
                <a:gd name="T2" fmla="*/ 36 w 328"/>
                <a:gd name="T3" fmla="*/ 20 h 226"/>
                <a:gd name="T4" fmla="*/ 36 w 328"/>
                <a:gd name="T5" fmla="*/ 36 h 226"/>
                <a:gd name="T6" fmla="*/ 0 w 328"/>
                <a:gd name="T7" fmla="*/ 15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grpSp>
          <p:nvGrpSpPr>
            <p:cNvPr id="350" name="Group 340">
              <a:extLst>
                <a:ext uri="{FF2B5EF4-FFF2-40B4-BE49-F238E27FC236}">
                  <a16:creationId xmlns:a16="http://schemas.microsoft.com/office/drawing/2014/main" id="{1D12166E-59AE-AF4F-AC68-D94AFF4969FD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39" y="1327"/>
              <a:ext cx="582" cy="139"/>
              <a:chOff x="614" y="2568"/>
              <a:chExt cx="725" cy="139"/>
            </a:xfrm>
          </p:grpSpPr>
          <p:sp>
            <p:nvSpPr>
              <p:cNvPr id="362" name="AutoShape 341">
                <a:extLst>
                  <a:ext uri="{FF2B5EF4-FFF2-40B4-BE49-F238E27FC236}">
                    <a16:creationId xmlns:a16="http://schemas.microsoft.com/office/drawing/2014/main" id="{CEC2F114-3899-AC46-B9CD-3E7FEF7D59B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09" y="2566"/>
                <a:ext cx="730" cy="138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endParaRPr>
              </a:p>
            </p:txBody>
          </p:sp>
          <p:sp>
            <p:nvSpPr>
              <p:cNvPr id="363" name="AutoShape 342">
                <a:extLst>
                  <a:ext uri="{FF2B5EF4-FFF2-40B4-BE49-F238E27FC236}">
                    <a16:creationId xmlns:a16="http://schemas.microsoft.com/office/drawing/2014/main" id="{8B8898E2-D667-6D4F-819E-C8360C5DC31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2" y="2584"/>
                <a:ext cx="705" cy="103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endParaRPr>
              </a:p>
            </p:txBody>
          </p:sp>
        </p:grpSp>
        <p:sp>
          <p:nvSpPr>
            <p:cNvPr id="351" name="Rectangle 343">
              <a:extLst>
                <a:ext uri="{FF2B5EF4-FFF2-40B4-BE49-F238E27FC236}">
                  <a16:creationId xmlns:a16="http://schemas.microsoft.com/office/drawing/2014/main" id="{9997B225-39F6-714E-BB10-2E332CC3F6B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53" y="429"/>
              <a:ext cx="68" cy="2293"/>
            </a:xfrm>
            <a:prstGeom prst="rect">
              <a:avLst/>
            </a:prstGeom>
            <a:gradFill rotWithShape="1"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352" name="Freeform 344">
              <a:extLst>
                <a:ext uri="{FF2B5EF4-FFF2-40B4-BE49-F238E27FC236}">
                  <a16:creationId xmlns:a16="http://schemas.microsoft.com/office/drawing/2014/main" id="{F23D691F-1D74-454D-92FD-1D49AEF2140E}"/>
                </a:ext>
              </a:extLst>
            </p:cNvPr>
            <p:cNvSpPr>
              <a:spLocks/>
            </p:cNvSpPr>
            <p:nvPr/>
          </p:nvSpPr>
          <p:spPr bwMode="auto">
            <a:xfrm>
              <a:off x="5312" y="1007"/>
              <a:ext cx="237" cy="213"/>
            </a:xfrm>
            <a:custGeom>
              <a:avLst/>
              <a:gdLst>
                <a:gd name="T0" fmla="*/ 2 w 296"/>
                <a:gd name="T1" fmla="*/ 0 h 256"/>
                <a:gd name="T2" fmla="*/ 32 w 296"/>
                <a:gd name="T3" fmla="*/ 22 h 256"/>
                <a:gd name="T4" fmla="*/ 32 w 296"/>
                <a:gd name="T5" fmla="*/ 41 h 256"/>
                <a:gd name="T6" fmla="*/ 0 w 296"/>
                <a:gd name="T7" fmla="*/ 15 h 256"/>
                <a:gd name="T8" fmla="*/ 2 w 296"/>
                <a:gd name="T9" fmla="*/ 0 h 25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96" h="25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53" name="Freeform 345">
              <a:extLst>
                <a:ext uri="{FF2B5EF4-FFF2-40B4-BE49-F238E27FC236}">
                  <a16:creationId xmlns:a16="http://schemas.microsoft.com/office/drawing/2014/main" id="{7EC049DC-B651-8A4D-B4AF-D4AE4513752A}"/>
                </a:ext>
              </a:extLst>
            </p:cNvPr>
            <p:cNvSpPr>
              <a:spLocks/>
            </p:cNvSpPr>
            <p:nvPr/>
          </p:nvSpPr>
          <p:spPr bwMode="auto">
            <a:xfrm>
              <a:off x="5315" y="680"/>
              <a:ext cx="244" cy="240"/>
            </a:xfrm>
            <a:custGeom>
              <a:avLst/>
              <a:gdLst>
                <a:gd name="T0" fmla="*/ 0 w 304"/>
                <a:gd name="T1" fmla="*/ 0 h 288"/>
                <a:gd name="T2" fmla="*/ 34 w 304"/>
                <a:gd name="T3" fmla="*/ 27 h 288"/>
                <a:gd name="T4" fmla="*/ 31 w 304"/>
                <a:gd name="T5" fmla="*/ 48 h 288"/>
                <a:gd name="T6" fmla="*/ 2 w 304"/>
                <a:gd name="T7" fmla="*/ 20 h 288"/>
                <a:gd name="T8" fmla="*/ 0 w 304"/>
                <a:gd name="T9" fmla="*/ 0 h 28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04" h="288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54" name="Oval 346">
              <a:extLst>
                <a:ext uri="{FF2B5EF4-FFF2-40B4-BE49-F238E27FC236}">
                  <a16:creationId xmlns:a16="http://schemas.microsoft.com/office/drawing/2014/main" id="{28E19479-A7E7-F541-BCED-CA07DE9869A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16" y="2610"/>
              <a:ext cx="49" cy="95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355" name="Freeform 347">
              <a:extLst>
                <a:ext uri="{FF2B5EF4-FFF2-40B4-BE49-F238E27FC236}">
                  <a16:creationId xmlns:a16="http://schemas.microsoft.com/office/drawing/2014/main" id="{8F392652-1C5F-C245-B8EC-1CC561431FCD}"/>
                </a:ext>
              </a:extLst>
            </p:cNvPr>
            <p:cNvSpPr>
              <a:spLocks/>
            </p:cNvSpPr>
            <p:nvPr/>
          </p:nvSpPr>
          <p:spPr bwMode="auto">
            <a:xfrm>
              <a:off x="5302" y="2614"/>
              <a:ext cx="245" cy="200"/>
            </a:xfrm>
            <a:custGeom>
              <a:avLst/>
              <a:gdLst>
                <a:gd name="T0" fmla="*/ 0 w 306"/>
                <a:gd name="T1" fmla="*/ 18 h 240"/>
                <a:gd name="T2" fmla="*/ 2 w 306"/>
                <a:gd name="T3" fmla="*/ 40 h 240"/>
                <a:gd name="T4" fmla="*/ 34 w 306"/>
                <a:gd name="T5" fmla="*/ 18 h 240"/>
                <a:gd name="T6" fmla="*/ 32 w 306"/>
                <a:gd name="T7" fmla="*/ 0 h 240"/>
                <a:gd name="T8" fmla="*/ 0 w 306"/>
                <a:gd name="T9" fmla="*/ 18 h 24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06" h="240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56" name="AutoShape 348">
              <a:extLst>
                <a:ext uri="{FF2B5EF4-FFF2-40B4-BE49-F238E27FC236}">
                  <a16:creationId xmlns:a16="http://schemas.microsoft.com/office/drawing/2014/main" id="{927CAF21-8E01-8A41-AFE5-3F05534A6DF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40" y="2678"/>
              <a:ext cx="1201" cy="147"/>
            </a:xfrm>
            <a:prstGeom prst="roundRect">
              <a:avLst>
                <a:gd name="adj" fmla="val 50000"/>
              </a:avLst>
            </a:prstGeom>
            <a:solidFill>
              <a:srgbClr val="DDDDDD"/>
            </a:solidFill>
            <a:ln w="9525">
              <a:solidFill>
                <a:srgbClr val="00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357" name="AutoShape 349">
              <a:extLst>
                <a:ext uri="{FF2B5EF4-FFF2-40B4-BE49-F238E27FC236}">
                  <a16:creationId xmlns:a16="http://schemas.microsoft.com/office/drawing/2014/main" id="{1C72370F-4E8C-6E41-8FF7-F583D507379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08" y="2713"/>
              <a:ext cx="1064" cy="78"/>
            </a:xfrm>
            <a:prstGeom prst="roundRect">
              <a:avLst>
                <a:gd name="adj" fmla="val 50000"/>
              </a:avLst>
            </a:prstGeom>
            <a:gradFill rotWithShape="1">
              <a:gsLst>
                <a:gs pos="0">
                  <a:srgbClr val="000000"/>
                </a:gs>
                <a:gs pos="100000">
                  <a:srgbClr val="808080"/>
                </a:gs>
              </a:gsLst>
              <a:lin ang="0" scaled="1"/>
            </a:gradFill>
            <a:ln w="9525">
              <a:solidFill>
                <a:srgbClr val="00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358" name="Oval 350">
              <a:extLst>
                <a:ext uri="{FF2B5EF4-FFF2-40B4-BE49-F238E27FC236}">
                  <a16:creationId xmlns:a16="http://schemas.microsoft.com/office/drawing/2014/main" id="{7CAE6DBB-B7F5-6349-9D67-2B820D4A6E4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06" y="2385"/>
              <a:ext cx="156" cy="138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359" name="Oval 351">
              <a:extLst>
                <a:ext uri="{FF2B5EF4-FFF2-40B4-BE49-F238E27FC236}">
                  <a16:creationId xmlns:a16="http://schemas.microsoft.com/office/drawing/2014/main" id="{94DCCCED-456C-814C-8079-310090B0F6A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82" y="2385"/>
              <a:ext cx="166" cy="138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Arial" charset="0"/>
              </a:endParaRPr>
            </a:p>
          </p:txBody>
        </p:sp>
        <p:sp>
          <p:nvSpPr>
            <p:cNvPr id="360" name="Oval 352">
              <a:extLst>
                <a:ext uri="{FF2B5EF4-FFF2-40B4-BE49-F238E27FC236}">
                  <a16:creationId xmlns:a16="http://schemas.microsoft.com/office/drawing/2014/main" id="{5BEE1EAA-ED04-3045-954F-747BFBBA547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57" y="2377"/>
              <a:ext cx="166" cy="147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361" name="Rectangle 353">
              <a:extLst>
                <a:ext uri="{FF2B5EF4-FFF2-40B4-BE49-F238E27FC236}">
                  <a16:creationId xmlns:a16="http://schemas.microsoft.com/office/drawing/2014/main" id="{F2E64557-BE36-674A-9568-E85284DF3A9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57" y="1834"/>
              <a:ext cx="88" cy="758"/>
            </a:xfrm>
            <a:prstGeom prst="rect">
              <a:avLst/>
            </a:prstGeom>
            <a:solidFill>
              <a:srgbClr val="292929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</p:grpSp>
      <p:grpSp>
        <p:nvGrpSpPr>
          <p:cNvPr id="370" name="Group 354">
            <a:extLst>
              <a:ext uri="{FF2B5EF4-FFF2-40B4-BE49-F238E27FC236}">
                <a16:creationId xmlns:a16="http://schemas.microsoft.com/office/drawing/2014/main" id="{02971CF7-0CB6-6841-96B9-CD3895F572BF}"/>
              </a:ext>
            </a:extLst>
          </p:cNvPr>
          <p:cNvGrpSpPr>
            <a:grpSpLocks/>
          </p:cNvGrpSpPr>
          <p:nvPr/>
        </p:nvGrpSpPr>
        <p:grpSpPr bwMode="auto">
          <a:xfrm>
            <a:off x="773442" y="1418426"/>
            <a:ext cx="525462" cy="434975"/>
            <a:chOff x="-44" y="1473"/>
            <a:chExt cx="981" cy="1105"/>
          </a:xfrm>
        </p:grpSpPr>
        <p:pic>
          <p:nvPicPr>
            <p:cNvPr id="371" name="Picture 355" descr="desktop_computer_stylized_medium">
              <a:extLst>
                <a:ext uri="{FF2B5EF4-FFF2-40B4-BE49-F238E27FC236}">
                  <a16:creationId xmlns:a16="http://schemas.microsoft.com/office/drawing/2014/main" id="{58DF8070-F2DF-F84A-8469-DEE030BD8BA6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372" name="Freeform 356">
              <a:extLst>
                <a:ext uri="{FF2B5EF4-FFF2-40B4-BE49-F238E27FC236}">
                  <a16:creationId xmlns:a16="http://schemas.microsoft.com/office/drawing/2014/main" id="{E3865153-A00D-E343-AFF8-4652E9FFF1EF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5595 w 356"/>
                <a:gd name="T3" fmla="*/ 341 h 368"/>
                <a:gd name="T4" fmla="*/ 6638 w 356"/>
                <a:gd name="T5" fmla="*/ 7113 h 368"/>
                <a:gd name="T6" fmla="*/ 1463 w 356"/>
                <a:gd name="T7" fmla="*/ 8895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 cmpd="sng">
                  <a:solidFill>
                    <a:schemeClr val="tx1"/>
                  </a:solidFill>
                  <a:prstDash val="solid"/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</p:grpSp>
      <p:grpSp>
        <p:nvGrpSpPr>
          <p:cNvPr id="9" name="Group 8">
            <a:extLst>
              <a:ext uri="{FF2B5EF4-FFF2-40B4-BE49-F238E27FC236}">
                <a16:creationId xmlns:a16="http://schemas.microsoft.com/office/drawing/2014/main" id="{B73A81A7-03AE-D442-A671-DC35FE97563A}"/>
              </a:ext>
            </a:extLst>
          </p:cNvPr>
          <p:cNvGrpSpPr/>
          <p:nvPr/>
        </p:nvGrpSpPr>
        <p:grpSpPr>
          <a:xfrm>
            <a:off x="1830370" y="2617249"/>
            <a:ext cx="1028924" cy="463397"/>
            <a:chOff x="1830370" y="2617249"/>
            <a:chExt cx="1028924" cy="463397"/>
          </a:xfrm>
        </p:grpSpPr>
        <p:sp>
          <p:nvSpPr>
            <p:cNvPr id="214" name="Rectangle 213">
              <a:extLst>
                <a:ext uri="{FF2B5EF4-FFF2-40B4-BE49-F238E27FC236}">
                  <a16:creationId xmlns:a16="http://schemas.microsoft.com/office/drawing/2014/main" id="{51102884-47F2-514E-81B8-C6505D1701C5}"/>
                </a:ext>
              </a:extLst>
            </p:cNvPr>
            <p:cNvSpPr/>
            <p:nvPr/>
          </p:nvSpPr>
          <p:spPr>
            <a:xfrm>
              <a:off x="1990582" y="2617249"/>
              <a:ext cx="686928" cy="439996"/>
            </a:xfrm>
            <a:prstGeom prst="rect">
              <a:avLst/>
            </a:prstGeom>
            <a:solidFill>
              <a:sysClr val="window" lastClr="FFFFFF"/>
            </a:solidFill>
            <a:ln w="3175" cap="flat" cmpd="sng" algn="ctr">
              <a:solidFill>
                <a:sysClr val="windowText" lastClr="000000"/>
              </a:solidFill>
              <a:prstDash val="solid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215" name="TextBox 214">
              <a:extLst>
                <a:ext uri="{FF2B5EF4-FFF2-40B4-BE49-F238E27FC236}">
                  <a16:creationId xmlns:a16="http://schemas.microsoft.com/office/drawing/2014/main" id="{78E8A36E-C98B-EC43-99F7-B8138B25C779}"/>
                </a:ext>
              </a:extLst>
            </p:cNvPr>
            <p:cNvSpPr txBox="1"/>
            <p:nvPr/>
          </p:nvSpPr>
          <p:spPr>
            <a:xfrm>
              <a:off x="1830370" y="2639371"/>
              <a:ext cx="1028924" cy="4412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HTTP </a:t>
              </a:r>
            </a:p>
            <a:p>
              <a:pPr marL="0" marR="0" lvl="0" indent="0" algn="ctr" defTabSz="4572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GET </a:t>
              </a:r>
            </a:p>
          </p:txBody>
        </p:sp>
      </p:grpSp>
      <p:grpSp>
        <p:nvGrpSpPr>
          <p:cNvPr id="218" name="Group 217">
            <a:extLst>
              <a:ext uri="{FF2B5EF4-FFF2-40B4-BE49-F238E27FC236}">
                <a16:creationId xmlns:a16="http://schemas.microsoft.com/office/drawing/2014/main" id="{24920F69-7924-354E-BEAC-09060A44F38B}"/>
              </a:ext>
            </a:extLst>
          </p:cNvPr>
          <p:cNvGrpSpPr/>
          <p:nvPr/>
        </p:nvGrpSpPr>
        <p:grpSpPr>
          <a:xfrm>
            <a:off x="6475440" y="1528391"/>
            <a:ext cx="5173835" cy="3801217"/>
            <a:chOff x="6493941" y="1557642"/>
            <a:chExt cx="5173835" cy="3801217"/>
          </a:xfrm>
        </p:grpSpPr>
        <p:sp>
          <p:nvSpPr>
            <p:cNvPr id="219" name="Rectangle 218">
              <a:extLst>
                <a:ext uri="{FF2B5EF4-FFF2-40B4-BE49-F238E27FC236}">
                  <a16:creationId xmlns:a16="http://schemas.microsoft.com/office/drawing/2014/main" id="{F09B789F-6176-5B46-9E76-E4B1DC511275}"/>
                </a:ext>
              </a:extLst>
            </p:cNvPr>
            <p:cNvSpPr/>
            <p:nvPr/>
          </p:nvSpPr>
          <p:spPr>
            <a:xfrm>
              <a:off x="6573113" y="1557642"/>
              <a:ext cx="2247142" cy="2726404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 w="3175" cap="flat" cmpd="sng" algn="ctr">
              <a:noFill/>
              <a:prstDash val="solid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220" name="Rectangle 219">
              <a:extLst>
                <a:ext uri="{FF2B5EF4-FFF2-40B4-BE49-F238E27FC236}">
                  <a16:creationId xmlns:a16="http://schemas.microsoft.com/office/drawing/2014/main" id="{3581802C-ADD6-C943-9F25-55344444C714}"/>
                </a:ext>
              </a:extLst>
            </p:cNvPr>
            <p:cNvSpPr/>
            <p:nvPr/>
          </p:nvSpPr>
          <p:spPr>
            <a:xfrm>
              <a:off x="6662258" y="3758046"/>
              <a:ext cx="2070591" cy="409168"/>
            </a:xfrm>
            <a:prstGeom prst="rect">
              <a:avLst/>
            </a:prstGeom>
            <a:noFill/>
            <a:ln w="3175" cap="flat" cmpd="sng" algn="ctr">
              <a:solidFill>
                <a:sysClr val="windowText" lastClr="000000"/>
              </a:solidFill>
              <a:prstDash val="solid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221" name="TextBox 220">
              <a:extLst>
                <a:ext uri="{FF2B5EF4-FFF2-40B4-BE49-F238E27FC236}">
                  <a16:creationId xmlns:a16="http://schemas.microsoft.com/office/drawing/2014/main" id="{265B346D-644B-5D48-B98B-838D0B13216F}"/>
                </a:ext>
              </a:extLst>
            </p:cNvPr>
            <p:cNvSpPr txBox="1"/>
            <p:nvPr/>
          </p:nvSpPr>
          <p:spPr>
            <a:xfrm>
              <a:off x="6493941" y="3752006"/>
              <a:ext cx="2333805" cy="46166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4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QUIC </a:t>
              </a:r>
              <a:r>
                <a:rPr kumimoji="0" lang="en-US" sz="20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C</a:t>
              </a:r>
              <a:r>
                <a:rPr kumimoji="0" lang="en-US" sz="2000" b="0" i="0" u="none" strike="noStrike" kern="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ong</a:t>
              </a:r>
              <a:r>
                <a:rPr kumimoji="0" lang="en-US" sz="20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. Cont.</a:t>
              </a:r>
              <a:endPara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grpSp>
          <p:nvGrpSpPr>
            <p:cNvPr id="222" name="Group 221">
              <a:extLst>
                <a:ext uri="{FF2B5EF4-FFF2-40B4-BE49-F238E27FC236}">
                  <a16:creationId xmlns:a16="http://schemas.microsoft.com/office/drawing/2014/main" id="{12481C95-56B5-814F-99E7-EC8DC1B24912}"/>
                </a:ext>
              </a:extLst>
            </p:cNvPr>
            <p:cNvGrpSpPr/>
            <p:nvPr/>
          </p:nvGrpSpPr>
          <p:grpSpPr>
            <a:xfrm>
              <a:off x="6549806" y="2804024"/>
              <a:ext cx="2147125" cy="968714"/>
              <a:chOff x="3786573" y="4781422"/>
              <a:chExt cx="1289919" cy="450478"/>
            </a:xfrm>
          </p:grpSpPr>
          <p:grpSp>
            <p:nvGrpSpPr>
              <p:cNvPr id="397" name="Group 396">
                <a:extLst>
                  <a:ext uri="{FF2B5EF4-FFF2-40B4-BE49-F238E27FC236}">
                    <a16:creationId xmlns:a16="http://schemas.microsoft.com/office/drawing/2014/main" id="{A1B08E61-89E4-7E48-AE03-358210EB4F99}"/>
                  </a:ext>
                </a:extLst>
              </p:cNvPr>
              <p:cNvGrpSpPr/>
              <p:nvPr/>
            </p:nvGrpSpPr>
            <p:grpSpPr>
              <a:xfrm>
                <a:off x="3786573" y="4781422"/>
                <a:ext cx="535512" cy="197065"/>
                <a:chOff x="3638004" y="4844056"/>
                <a:chExt cx="535512" cy="197065"/>
              </a:xfrm>
            </p:grpSpPr>
            <p:sp>
              <p:nvSpPr>
                <p:cNvPr id="403" name="Rectangle 402">
                  <a:extLst>
                    <a:ext uri="{FF2B5EF4-FFF2-40B4-BE49-F238E27FC236}">
                      <a16:creationId xmlns:a16="http://schemas.microsoft.com/office/drawing/2014/main" id="{B23DA7CF-481E-4944-B33C-8DDD60957A5C}"/>
                    </a:ext>
                  </a:extLst>
                </p:cNvPr>
                <p:cNvSpPr/>
                <p:nvPr/>
              </p:nvSpPr>
              <p:spPr>
                <a:xfrm>
                  <a:off x="3705561" y="4846099"/>
                  <a:ext cx="393403" cy="190273"/>
                </a:xfrm>
                <a:prstGeom prst="rect">
                  <a:avLst/>
                </a:prstGeom>
                <a:noFill/>
                <a:ln w="3175" cap="flat" cmpd="sng" algn="ctr">
                  <a:solidFill>
                    <a:sysClr val="windowText" lastClr="000000"/>
                  </a:solidFill>
                  <a:prstDash val="solid"/>
                </a:ln>
                <a:effectLst/>
              </p:spPr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marL="0" marR="0" lvl="0" indent="0" algn="ctr" defTabSz="4572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3600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  <p:sp>
              <p:nvSpPr>
                <p:cNvPr id="404" name="TextBox 403">
                  <a:extLst>
                    <a:ext uri="{FF2B5EF4-FFF2-40B4-BE49-F238E27FC236}">
                      <a16:creationId xmlns:a16="http://schemas.microsoft.com/office/drawing/2014/main" id="{E2808FFB-0C3C-7D40-8E70-70D6E0695DB5}"/>
                    </a:ext>
                  </a:extLst>
                </p:cNvPr>
                <p:cNvSpPr txBox="1"/>
                <p:nvPr/>
              </p:nvSpPr>
              <p:spPr>
                <a:xfrm>
                  <a:off x="3638004" y="4844056"/>
                  <a:ext cx="535512" cy="19706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marL="0" marR="0" lvl="0" indent="0" algn="ctr" defTabSz="457200" rtl="0" eaLnBrk="1" fontAlgn="auto" latinLnBrk="0" hangingPunct="1">
                    <a:lnSpc>
                      <a:spcPct val="7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rPr>
                    <a:t>QUIC </a:t>
                  </a:r>
                </a:p>
                <a:p>
                  <a:pPr marL="0" marR="0" lvl="0" indent="0" algn="ctr" defTabSz="457200" rtl="0" eaLnBrk="1" fontAlgn="auto" latinLnBrk="0" hangingPunct="1">
                    <a:lnSpc>
                      <a:spcPct val="7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12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rPr>
                    <a:t>encrypt</a:t>
                  </a:r>
                  <a:endParaRPr kumimoji="0" lang="en-US" sz="24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p:grpSp>
          <p:grpSp>
            <p:nvGrpSpPr>
              <p:cNvPr id="398" name="Group 397">
                <a:extLst>
                  <a:ext uri="{FF2B5EF4-FFF2-40B4-BE49-F238E27FC236}">
                    <a16:creationId xmlns:a16="http://schemas.microsoft.com/office/drawing/2014/main" id="{0D370A69-00DF-5D4A-BA99-42A810952634}"/>
                  </a:ext>
                </a:extLst>
              </p:cNvPr>
              <p:cNvGrpSpPr/>
              <p:nvPr/>
            </p:nvGrpSpPr>
            <p:grpSpPr>
              <a:xfrm>
                <a:off x="3856579" y="4996013"/>
                <a:ext cx="1219913" cy="235887"/>
                <a:chOff x="3856579" y="4996013"/>
                <a:chExt cx="1219913" cy="235887"/>
              </a:xfrm>
            </p:grpSpPr>
            <p:sp>
              <p:nvSpPr>
                <p:cNvPr id="399" name="TextBox 398">
                  <a:extLst>
                    <a:ext uri="{FF2B5EF4-FFF2-40B4-BE49-F238E27FC236}">
                      <a16:creationId xmlns:a16="http://schemas.microsoft.com/office/drawing/2014/main" id="{A734BAD2-0E64-6740-8F0C-E8ED4C14FE9E}"/>
                    </a:ext>
                  </a:extLst>
                </p:cNvPr>
                <p:cNvSpPr txBox="1"/>
                <p:nvPr/>
              </p:nvSpPr>
              <p:spPr>
                <a:xfrm>
                  <a:off x="3856579" y="4996392"/>
                  <a:ext cx="401776" cy="22905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marL="0" marR="0" lvl="0" indent="0" algn="ctr" defTabSz="457200" rtl="0" eaLnBrk="1" fontAlgn="auto" latinLnBrk="0" hangingPunct="1">
                    <a:lnSpc>
                      <a:spcPct val="7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rPr>
                    <a:t>QUIC</a:t>
                  </a:r>
                </a:p>
                <a:p>
                  <a:pPr marL="0" marR="0" lvl="0" indent="0" algn="ctr" defTabSz="457200" rtl="0" eaLnBrk="1" fontAlgn="auto" latinLnBrk="0" hangingPunct="1">
                    <a:lnSpc>
                      <a:spcPct val="7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rPr>
                    <a:t> </a:t>
                  </a:r>
                  <a:r>
                    <a:rPr kumimoji="0" lang="en-US" sz="14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rPr>
                    <a:t>RDT</a:t>
                  </a: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400" name="Rectangle 399">
                  <a:extLst>
                    <a:ext uri="{FF2B5EF4-FFF2-40B4-BE49-F238E27FC236}">
                      <a16:creationId xmlns:a16="http://schemas.microsoft.com/office/drawing/2014/main" id="{48E21D53-F0A6-F74E-AB97-A44AA527AEC4}"/>
                    </a:ext>
                  </a:extLst>
                </p:cNvPr>
                <p:cNvSpPr/>
                <p:nvPr/>
              </p:nvSpPr>
              <p:spPr>
                <a:xfrm>
                  <a:off x="3857961" y="4998499"/>
                  <a:ext cx="393403" cy="190273"/>
                </a:xfrm>
                <a:prstGeom prst="rect">
                  <a:avLst/>
                </a:prstGeom>
                <a:noFill/>
                <a:ln w="3175" cap="flat" cmpd="sng" algn="ctr">
                  <a:solidFill>
                    <a:sysClr val="windowText" lastClr="000000"/>
                  </a:solidFill>
                  <a:prstDash val="solid"/>
                </a:ln>
                <a:effectLst/>
              </p:spPr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marL="0" marR="0" lvl="0" indent="0" algn="ctr" defTabSz="4572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3600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  <p:sp>
              <p:nvSpPr>
                <p:cNvPr id="401" name="TextBox 400">
                  <a:extLst>
                    <a:ext uri="{FF2B5EF4-FFF2-40B4-BE49-F238E27FC236}">
                      <a16:creationId xmlns:a16="http://schemas.microsoft.com/office/drawing/2014/main" id="{FAFAFC96-FE70-B84C-8774-34DD7424DBFD}"/>
                    </a:ext>
                  </a:extLst>
                </p:cNvPr>
                <p:cNvSpPr txBox="1"/>
                <p:nvPr/>
              </p:nvSpPr>
              <p:spPr>
                <a:xfrm>
                  <a:off x="4263655" y="5002841"/>
                  <a:ext cx="401776" cy="22905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marL="0" marR="0" lvl="0" indent="0" algn="ctr" defTabSz="457200" rtl="0" eaLnBrk="1" fontAlgn="auto" latinLnBrk="0" hangingPunct="1">
                    <a:lnSpc>
                      <a:spcPct val="7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rPr>
                    <a:t>QUIC</a:t>
                  </a:r>
                </a:p>
                <a:p>
                  <a:pPr marL="0" marR="0" lvl="0" indent="0" algn="ctr" defTabSz="457200" rtl="0" eaLnBrk="1" fontAlgn="auto" latinLnBrk="0" hangingPunct="1">
                    <a:lnSpc>
                      <a:spcPct val="7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rPr>
                    <a:t> </a:t>
                  </a:r>
                  <a:r>
                    <a:rPr kumimoji="0" lang="en-US" sz="14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rPr>
                    <a:t>RDT</a:t>
                  </a: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402" name="TextBox 401">
                  <a:extLst>
                    <a:ext uri="{FF2B5EF4-FFF2-40B4-BE49-F238E27FC236}">
                      <a16:creationId xmlns:a16="http://schemas.microsoft.com/office/drawing/2014/main" id="{EC252B6A-74EB-C945-8F3A-6F35BFA13BF3}"/>
                    </a:ext>
                  </a:extLst>
                </p:cNvPr>
                <p:cNvSpPr txBox="1"/>
                <p:nvPr/>
              </p:nvSpPr>
              <p:spPr>
                <a:xfrm>
                  <a:off x="4674716" y="4996013"/>
                  <a:ext cx="401776" cy="22905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marL="0" marR="0" lvl="0" indent="0" algn="ctr" defTabSz="457200" rtl="0" eaLnBrk="1" fontAlgn="auto" latinLnBrk="0" hangingPunct="1">
                    <a:lnSpc>
                      <a:spcPct val="7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rPr>
                    <a:t>QUIC</a:t>
                  </a:r>
                </a:p>
                <a:p>
                  <a:pPr marL="0" marR="0" lvl="0" indent="0" algn="ctr" defTabSz="457200" rtl="0" eaLnBrk="1" fontAlgn="auto" latinLnBrk="0" hangingPunct="1">
                    <a:lnSpc>
                      <a:spcPct val="7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rPr>
                    <a:t> </a:t>
                  </a:r>
                  <a:r>
                    <a:rPr kumimoji="0" lang="en-US" sz="14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rPr>
                    <a:t>RDT</a:t>
                  </a: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p:grpSp>
        </p:grpSp>
        <p:grpSp>
          <p:nvGrpSpPr>
            <p:cNvPr id="223" name="Group 222">
              <a:extLst>
                <a:ext uri="{FF2B5EF4-FFF2-40B4-BE49-F238E27FC236}">
                  <a16:creationId xmlns:a16="http://schemas.microsoft.com/office/drawing/2014/main" id="{AB0D006E-F86B-B248-8AE9-1A8F75B5E0A6}"/>
                </a:ext>
              </a:extLst>
            </p:cNvPr>
            <p:cNvGrpSpPr/>
            <p:nvPr/>
          </p:nvGrpSpPr>
          <p:grpSpPr>
            <a:xfrm>
              <a:off x="7234288" y="2794928"/>
              <a:ext cx="891382" cy="875971"/>
              <a:chOff x="3774433" y="4781422"/>
              <a:chExt cx="535512" cy="407350"/>
            </a:xfrm>
          </p:grpSpPr>
          <p:grpSp>
            <p:nvGrpSpPr>
              <p:cNvPr id="393" name="Group 392">
                <a:extLst>
                  <a:ext uri="{FF2B5EF4-FFF2-40B4-BE49-F238E27FC236}">
                    <a16:creationId xmlns:a16="http://schemas.microsoft.com/office/drawing/2014/main" id="{10F55B46-0C1A-A841-8F0C-E1A52028C7BF}"/>
                  </a:ext>
                </a:extLst>
              </p:cNvPr>
              <p:cNvGrpSpPr/>
              <p:nvPr/>
            </p:nvGrpSpPr>
            <p:grpSpPr>
              <a:xfrm>
                <a:off x="3774433" y="4781422"/>
                <a:ext cx="535512" cy="207083"/>
                <a:chOff x="3625864" y="4844056"/>
                <a:chExt cx="535512" cy="207083"/>
              </a:xfrm>
            </p:grpSpPr>
            <p:sp>
              <p:nvSpPr>
                <p:cNvPr id="395" name="Rectangle 394">
                  <a:extLst>
                    <a:ext uri="{FF2B5EF4-FFF2-40B4-BE49-F238E27FC236}">
                      <a16:creationId xmlns:a16="http://schemas.microsoft.com/office/drawing/2014/main" id="{EC5DB685-758D-2D46-BCEB-7AE2D960046F}"/>
                    </a:ext>
                  </a:extLst>
                </p:cNvPr>
                <p:cNvSpPr/>
                <p:nvPr/>
              </p:nvSpPr>
              <p:spPr>
                <a:xfrm>
                  <a:off x="3705561" y="4846099"/>
                  <a:ext cx="393403" cy="190273"/>
                </a:xfrm>
                <a:prstGeom prst="rect">
                  <a:avLst/>
                </a:prstGeom>
                <a:noFill/>
                <a:ln w="3175" cap="flat" cmpd="sng" algn="ctr">
                  <a:solidFill>
                    <a:sysClr val="windowText" lastClr="000000"/>
                  </a:solidFill>
                  <a:prstDash val="solid"/>
                </a:ln>
                <a:effectLst/>
              </p:spPr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marL="0" marR="0" lvl="0" indent="0" algn="ctr" defTabSz="4572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3600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  <p:sp>
              <p:nvSpPr>
                <p:cNvPr id="396" name="TextBox 395">
                  <a:extLst>
                    <a:ext uri="{FF2B5EF4-FFF2-40B4-BE49-F238E27FC236}">
                      <a16:creationId xmlns:a16="http://schemas.microsoft.com/office/drawing/2014/main" id="{4D8A8232-D72B-B644-86B9-14BFFDCB0493}"/>
                    </a:ext>
                  </a:extLst>
                </p:cNvPr>
                <p:cNvSpPr txBox="1"/>
                <p:nvPr/>
              </p:nvSpPr>
              <p:spPr>
                <a:xfrm>
                  <a:off x="3625864" y="4844056"/>
                  <a:ext cx="535512" cy="207083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marL="0" marR="0" lvl="0" indent="0" algn="ctr" defTabSz="457200" rtl="0" eaLnBrk="1" fontAlgn="auto" latinLnBrk="0" hangingPunct="1">
                    <a:lnSpc>
                      <a:spcPct val="7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20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rPr>
                    <a:t>QUIC </a:t>
                  </a:r>
                </a:p>
                <a:p>
                  <a:pPr marL="0" marR="0" lvl="0" indent="0" algn="ctr" defTabSz="457200" rtl="0" eaLnBrk="1" fontAlgn="auto" latinLnBrk="0" hangingPunct="1">
                    <a:lnSpc>
                      <a:spcPct val="7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12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rPr>
                    <a:t>encrypt</a:t>
                  </a:r>
                  <a:endPara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p:grpSp>
          <p:sp>
            <p:nvSpPr>
              <p:cNvPr id="394" name="Rectangle 393">
                <a:extLst>
                  <a:ext uri="{FF2B5EF4-FFF2-40B4-BE49-F238E27FC236}">
                    <a16:creationId xmlns:a16="http://schemas.microsoft.com/office/drawing/2014/main" id="{7966A0B3-F834-AE43-9CAA-0714AAF94371}"/>
                  </a:ext>
                </a:extLst>
              </p:cNvPr>
              <p:cNvSpPr/>
              <p:nvPr/>
            </p:nvSpPr>
            <p:spPr>
              <a:xfrm>
                <a:off x="3857961" y="4998499"/>
                <a:ext cx="393403" cy="190273"/>
              </a:xfrm>
              <a:prstGeom prst="rect">
                <a:avLst/>
              </a:prstGeom>
              <a:noFill/>
              <a:ln w="3175" cap="flat" cmpd="sng" algn="ctr">
                <a:solidFill>
                  <a:sysClr val="windowText" lastClr="000000"/>
                </a:solidFill>
                <a:prstDash val="solid"/>
              </a:ln>
              <a:effectLst/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36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</p:grpSp>
        <p:grpSp>
          <p:nvGrpSpPr>
            <p:cNvPr id="224" name="Group 223">
              <a:extLst>
                <a:ext uri="{FF2B5EF4-FFF2-40B4-BE49-F238E27FC236}">
                  <a16:creationId xmlns:a16="http://schemas.microsoft.com/office/drawing/2014/main" id="{39F8B660-5511-2641-9DC0-5EE5608C39ED}"/>
                </a:ext>
              </a:extLst>
            </p:cNvPr>
            <p:cNvGrpSpPr/>
            <p:nvPr/>
          </p:nvGrpSpPr>
          <p:grpSpPr>
            <a:xfrm>
              <a:off x="7949081" y="2785831"/>
              <a:ext cx="891382" cy="875971"/>
              <a:chOff x="3780503" y="4781422"/>
              <a:chExt cx="535512" cy="407350"/>
            </a:xfrm>
          </p:grpSpPr>
          <p:grpSp>
            <p:nvGrpSpPr>
              <p:cNvPr id="389" name="Group 388">
                <a:extLst>
                  <a:ext uri="{FF2B5EF4-FFF2-40B4-BE49-F238E27FC236}">
                    <a16:creationId xmlns:a16="http://schemas.microsoft.com/office/drawing/2014/main" id="{7CEE81F8-208D-9A40-9910-8B77931FE8D3}"/>
                  </a:ext>
                </a:extLst>
              </p:cNvPr>
              <p:cNvGrpSpPr/>
              <p:nvPr/>
            </p:nvGrpSpPr>
            <p:grpSpPr>
              <a:xfrm>
                <a:off x="3780503" y="4781422"/>
                <a:ext cx="535512" cy="207083"/>
                <a:chOff x="3631934" y="4844056"/>
                <a:chExt cx="535512" cy="207083"/>
              </a:xfrm>
            </p:grpSpPr>
            <p:sp>
              <p:nvSpPr>
                <p:cNvPr id="391" name="Rectangle 390">
                  <a:extLst>
                    <a:ext uri="{FF2B5EF4-FFF2-40B4-BE49-F238E27FC236}">
                      <a16:creationId xmlns:a16="http://schemas.microsoft.com/office/drawing/2014/main" id="{7231244D-97B0-954A-B18D-F5E878A750BF}"/>
                    </a:ext>
                  </a:extLst>
                </p:cNvPr>
                <p:cNvSpPr/>
                <p:nvPr/>
              </p:nvSpPr>
              <p:spPr>
                <a:xfrm>
                  <a:off x="3705561" y="4846099"/>
                  <a:ext cx="393403" cy="190273"/>
                </a:xfrm>
                <a:prstGeom prst="rect">
                  <a:avLst/>
                </a:prstGeom>
                <a:noFill/>
                <a:ln w="3175" cap="flat" cmpd="sng" algn="ctr">
                  <a:solidFill>
                    <a:sysClr val="windowText" lastClr="000000"/>
                  </a:solidFill>
                  <a:prstDash val="solid"/>
                </a:ln>
                <a:effectLst/>
              </p:spPr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marL="0" marR="0" lvl="0" indent="0" algn="ctr" defTabSz="4572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3600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  <p:sp>
              <p:nvSpPr>
                <p:cNvPr id="392" name="TextBox 391">
                  <a:extLst>
                    <a:ext uri="{FF2B5EF4-FFF2-40B4-BE49-F238E27FC236}">
                      <a16:creationId xmlns:a16="http://schemas.microsoft.com/office/drawing/2014/main" id="{EBFFAB1E-B9DA-4141-A041-11972BDBEC57}"/>
                    </a:ext>
                  </a:extLst>
                </p:cNvPr>
                <p:cNvSpPr txBox="1"/>
                <p:nvPr/>
              </p:nvSpPr>
              <p:spPr>
                <a:xfrm>
                  <a:off x="3631934" y="4844056"/>
                  <a:ext cx="535512" cy="207083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marL="0" marR="0" lvl="0" indent="0" algn="ctr" defTabSz="457200" rtl="0" eaLnBrk="1" fontAlgn="auto" latinLnBrk="0" hangingPunct="1">
                    <a:lnSpc>
                      <a:spcPct val="7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20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rPr>
                    <a:t>QUIC </a:t>
                  </a:r>
                </a:p>
                <a:p>
                  <a:pPr marL="0" marR="0" lvl="0" indent="0" algn="ctr" defTabSz="457200" rtl="0" eaLnBrk="1" fontAlgn="auto" latinLnBrk="0" hangingPunct="1">
                    <a:lnSpc>
                      <a:spcPct val="7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12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rPr>
                    <a:t>encrypt</a:t>
                  </a:r>
                  <a:endPara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p:grpSp>
          <p:sp>
            <p:nvSpPr>
              <p:cNvPr id="390" name="Rectangle 389">
                <a:extLst>
                  <a:ext uri="{FF2B5EF4-FFF2-40B4-BE49-F238E27FC236}">
                    <a16:creationId xmlns:a16="http://schemas.microsoft.com/office/drawing/2014/main" id="{F3C8AAD7-ECB7-DD42-900C-BB8AF5A4EEB5}"/>
                  </a:ext>
                </a:extLst>
              </p:cNvPr>
              <p:cNvSpPr/>
              <p:nvPr/>
            </p:nvSpPr>
            <p:spPr>
              <a:xfrm>
                <a:off x="3857961" y="4998499"/>
                <a:ext cx="393403" cy="190273"/>
              </a:xfrm>
              <a:prstGeom prst="rect">
                <a:avLst/>
              </a:prstGeom>
              <a:noFill/>
              <a:ln w="3175" cap="flat" cmpd="sng" algn="ctr">
                <a:solidFill>
                  <a:sysClr val="windowText" lastClr="000000"/>
                </a:solidFill>
                <a:prstDash val="solid"/>
              </a:ln>
              <a:effectLst/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36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</p:grpSp>
        <p:grpSp>
          <p:nvGrpSpPr>
            <p:cNvPr id="225" name="Group 224">
              <a:extLst>
                <a:ext uri="{FF2B5EF4-FFF2-40B4-BE49-F238E27FC236}">
                  <a16:creationId xmlns:a16="http://schemas.microsoft.com/office/drawing/2014/main" id="{803F822F-EB09-4841-864D-5B88EC3F0EBD}"/>
                </a:ext>
              </a:extLst>
            </p:cNvPr>
            <p:cNvGrpSpPr/>
            <p:nvPr/>
          </p:nvGrpSpPr>
          <p:grpSpPr>
            <a:xfrm>
              <a:off x="6584985" y="4775942"/>
              <a:ext cx="2224498" cy="576373"/>
              <a:chOff x="3690830" y="5656622"/>
              <a:chExt cx="1336402" cy="268029"/>
            </a:xfrm>
          </p:grpSpPr>
          <p:sp>
            <p:nvSpPr>
              <p:cNvPr id="386" name="Rectangle 385">
                <a:extLst>
                  <a:ext uri="{FF2B5EF4-FFF2-40B4-BE49-F238E27FC236}">
                    <a16:creationId xmlns:a16="http://schemas.microsoft.com/office/drawing/2014/main" id="{EBD1D2BD-9277-B644-AA27-F1B0A7223E3B}"/>
                  </a:ext>
                </a:extLst>
              </p:cNvPr>
              <p:cNvSpPr/>
              <p:nvPr/>
            </p:nvSpPr>
            <p:spPr>
              <a:xfrm>
                <a:off x="3690830" y="5656622"/>
                <a:ext cx="1336402" cy="268029"/>
              </a:xfrm>
              <a:prstGeom prst="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 w="3175" cap="flat" cmpd="sng" algn="ctr">
                <a:noFill/>
                <a:prstDash val="solid"/>
              </a:ln>
              <a:effectLst/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36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387" name="Rectangle 386">
                <a:extLst>
                  <a:ext uri="{FF2B5EF4-FFF2-40B4-BE49-F238E27FC236}">
                    <a16:creationId xmlns:a16="http://schemas.microsoft.com/office/drawing/2014/main" id="{55A7D0F8-839E-3B45-B426-E3EE5FBEB4D4}"/>
                  </a:ext>
                </a:extLst>
              </p:cNvPr>
              <p:cNvSpPr/>
              <p:nvPr/>
            </p:nvSpPr>
            <p:spPr>
              <a:xfrm>
                <a:off x="3728029" y="5692526"/>
                <a:ext cx="1243940" cy="190274"/>
              </a:xfrm>
              <a:prstGeom prst="rect">
                <a:avLst/>
              </a:prstGeom>
              <a:noFill/>
              <a:ln w="3175" cap="flat" cmpd="sng" algn="ctr">
                <a:solidFill>
                  <a:sysClr val="windowText" lastClr="000000"/>
                </a:solidFill>
                <a:prstDash val="solid"/>
              </a:ln>
              <a:effectLst/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36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388" name="TextBox 387">
                <a:extLst>
                  <a:ext uri="{FF2B5EF4-FFF2-40B4-BE49-F238E27FC236}">
                    <a16:creationId xmlns:a16="http://schemas.microsoft.com/office/drawing/2014/main" id="{79E46073-594F-AC45-A63F-D0F936E28208}"/>
                  </a:ext>
                </a:extLst>
              </p:cNvPr>
              <p:cNvSpPr txBox="1"/>
              <p:nvPr/>
            </p:nvSpPr>
            <p:spPr>
              <a:xfrm>
                <a:off x="3722590" y="5683087"/>
                <a:ext cx="1258804" cy="21468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24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UDP</a:t>
                </a:r>
                <a:endParaRPr kumimoji="0" lang="en-US" sz="16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  <p:grpSp>
          <p:nvGrpSpPr>
            <p:cNvPr id="226" name="Group 225">
              <a:extLst>
                <a:ext uri="{FF2B5EF4-FFF2-40B4-BE49-F238E27FC236}">
                  <a16:creationId xmlns:a16="http://schemas.microsoft.com/office/drawing/2014/main" id="{64631E62-3A21-714F-9082-157DAA594C5D}"/>
                </a:ext>
              </a:extLst>
            </p:cNvPr>
            <p:cNvGrpSpPr/>
            <p:nvPr/>
          </p:nvGrpSpPr>
          <p:grpSpPr>
            <a:xfrm>
              <a:off x="9393371" y="4782486"/>
              <a:ext cx="2224498" cy="576373"/>
              <a:chOff x="3690830" y="5656622"/>
              <a:chExt cx="1336402" cy="268029"/>
            </a:xfrm>
          </p:grpSpPr>
          <p:sp>
            <p:nvSpPr>
              <p:cNvPr id="383" name="Rectangle 382">
                <a:extLst>
                  <a:ext uri="{FF2B5EF4-FFF2-40B4-BE49-F238E27FC236}">
                    <a16:creationId xmlns:a16="http://schemas.microsoft.com/office/drawing/2014/main" id="{C405E8F4-991B-2443-9E2F-D9095A9F30FB}"/>
                  </a:ext>
                </a:extLst>
              </p:cNvPr>
              <p:cNvSpPr/>
              <p:nvPr/>
            </p:nvSpPr>
            <p:spPr>
              <a:xfrm>
                <a:off x="3690830" y="5656622"/>
                <a:ext cx="1336402" cy="268029"/>
              </a:xfrm>
              <a:prstGeom prst="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 w="3175" cap="flat" cmpd="sng" algn="ctr">
                <a:noFill/>
                <a:prstDash val="solid"/>
              </a:ln>
              <a:effectLst/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36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384" name="Rectangle 383">
                <a:extLst>
                  <a:ext uri="{FF2B5EF4-FFF2-40B4-BE49-F238E27FC236}">
                    <a16:creationId xmlns:a16="http://schemas.microsoft.com/office/drawing/2014/main" id="{5BC25DB8-4264-1149-8D3F-62021F04E6D0}"/>
                  </a:ext>
                </a:extLst>
              </p:cNvPr>
              <p:cNvSpPr/>
              <p:nvPr/>
            </p:nvSpPr>
            <p:spPr>
              <a:xfrm>
                <a:off x="3728029" y="5692526"/>
                <a:ext cx="1243940" cy="190274"/>
              </a:xfrm>
              <a:prstGeom prst="rect">
                <a:avLst/>
              </a:prstGeom>
              <a:noFill/>
              <a:ln w="3175" cap="flat" cmpd="sng" algn="ctr">
                <a:solidFill>
                  <a:sysClr val="windowText" lastClr="000000"/>
                </a:solidFill>
                <a:prstDash val="solid"/>
              </a:ln>
              <a:effectLst/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36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385" name="TextBox 384">
                <a:extLst>
                  <a:ext uri="{FF2B5EF4-FFF2-40B4-BE49-F238E27FC236}">
                    <a16:creationId xmlns:a16="http://schemas.microsoft.com/office/drawing/2014/main" id="{E615BC4C-981C-0149-8B66-79C13C37121F}"/>
                  </a:ext>
                </a:extLst>
              </p:cNvPr>
              <p:cNvSpPr txBox="1"/>
              <p:nvPr/>
            </p:nvSpPr>
            <p:spPr>
              <a:xfrm>
                <a:off x="3722590" y="5689783"/>
                <a:ext cx="1258804" cy="21468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24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UDP</a:t>
                </a:r>
                <a:endParaRPr kumimoji="0" lang="en-US" sz="16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  <p:cxnSp>
          <p:nvCxnSpPr>
            <p:cNvPr id="227" name="Straight Connector 226">
              <a:extLst>
                <a:ext uri="{FF2B5EF4-FFF2-40B4-BE49-F238E27FC236}">
                  <a16:creationId xmlns:a16="http://schemas.microsoft.com/office/drawing/2014/main" id="{515DB57F-0D4B-6B48-B6BC-CF2EB3013043}"/>
                </a:ext>
              </a:extLst>
            </p:cNvPr>
            <p:cNvCxnSpPr/>
            <p:nvPr/>
          </p:nvCxnSpPr>
          <p:spPr>
            <a:xfrm>
              <a:off x="6637851" y="4424382"/>
              <a:ext cx="5029925" cy="0"/>
            </a:xfrm>
            <a:prstGeom prst="line">
              <a:avLst/>
            </a:prstGeom>
            <a:noFill/>
            <a:ln w="12700" cap="flat" cmpd="sng" algn="ctr">
              <a:solidFill>
                <a:sysClr val="windowText" lastClr="000000"/>
              </a:solidFill>
              <a:prstDash val="dash"/>
            </a:ln>
            <a:effectLst/>
          </p:spPr>
        </p:cxnSp>
        <p:sp>
          <p:nvSpPr>
            <p:cNvPr id="228" name="Rectangle 227">
              <a:extLst>
                <a:ext uri="{FF2B5EF4-FFF2-40B4-BE49-F238E27FC236}">
                  <a16:creationId xmlns:a16="http://schemas.microsoft.com/office/drawing/2014/main" id="{D8F95687-7CF8-EA4B-907F-32579687B97F}"/>
                </a:ext>
              </a:extLst>
            </p:cNvPr>
            <p:cNvSpPr/>
            <p:nvPr/>
          </p:nvSpPr>
          <p:spPr>
            <a:xfrm>
              <a:off x="9372262" y="1612419"/>
              <a:ext cx="2247142" cy="2726404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 w="3175" cap="flat" cmpd="sng" algn="ctr">
              <a:noFill/>
              <a:prstDash val="solid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229" name="Rectangle 228">
              <a:extLst>
                <a:ext uri="{FF2B5EF4-FFF2-40B4-BE49-F238E27FC236}">
                  <a16:creationId xmlns:a16="http://schemas.microsoft.com/office/drawing/2014/main" id="{72ED8D6A-7AE4-9F4A-89E2-82D67D92D2E9}"/>
                </a:ext>
              </a:extLst>
            </p:cNvPr>
            <p:cNvSpPr/>
            <p:nvPr/>
          </p:nvSpPr>
          <p:spPr>
            <a:xfrm>
              <a:off x="9461407" y="3812823"/>
              <a:ext cx="2070591" cy="409168"/>
            </a:xfrm>
            <a:prstGeom prst="rect">
              <a:avLst/>
            </a:prstGeom>
            <a:noFill/>
            <a:ln w="3175" cap="flat" cmpd="sng" algn="ctr">
              <a:solidFill>
                <a:sysClr val="windowText" lastClr="000000"/>
              </a:solidFill>
              <a:prstDash val="solid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230" name="TextBox 229">
              <a:extLst>
                <a:ext uri="{FF2B5EF4-FFF2-40B4-BE49-F238E27FC236}">
                  <a16:creationId xmlns:a16="http://schemas.microsoft.com/office/drawing/2014/main" id="{AFA7BA35-193B-1B4B-BFFC-BFF8A1B29D41}"/>
                </a:ext>
              </a:extLst>
            </p:cNvPr>
            <p:cNvSpPr txBox="1"/>
            <p:nvPr/>
          </p:nvSpPr>
          <p:spPr>
            <a:xfrm>
              <a:off x="9293090" y="3806783"/>
              <a:ext cx="2333805" cy="46166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4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QUIC </a:t>
              </a:r>
              <a:r>
                <a:rPr kumimoji="0" lang="en-US" sz="20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C</a:t>
              </a:r>
              <a:r>
                <a:rPr kumimoji="0" lang="en-US" sz="2000" b="0" i="0" u="none" strike="noStrike" kern="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ong</a:t>
              </a:r>
              <a:r>
                <a:rPr kumimoji="0" lang="en-US" sz="20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. Cont.</a:t>
              </a:r>
              <a:endPara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grpSp>
          <p:nvGrpSpPr>
            <p:cNvPr id="231" name="Group 230">
              <a:extLst>
                <a:ext uri="{FF2B5EF4-FFF2-40B4-BE49-F238E27FC236}">
                  <a16:creationId xmlns:a16="http://schemas.microsoft.com/office/drawing/2014/main" id="{B1474ED0-3919-B64A-96AB-4FF1F7B00077}"/>
                </a:ext>
              </a:extLst>
            </p:cNvPr>
            <p:cNvGrpSpPr/>
            <p:nvPr/>
          </p:nvGrpSpPr>
          <p:grpSpPr>
            <a:xfrm>
              <a:off x="9348955" y="2858801"/>
              <a:ext cx="2147125" cy="968714"/>
              <a:chOff x="3786573" y="4781422"/>
              <a:chExt cx="1289919" cy="450478"/>
            </a:xfrm>
          </p:grpSpPr>
          <p:grpSp>
            <p:nvGrpSpPr>
              <p:cNvPr id="375" name="Group 374">
                <a:extLst>
                  <a:ext uri="{FF2B5EF4-FFF2-40B4-BE49-F238E27FC236}">
                    <a16:creationId xmlns:a16="http://schemas.microsoft.com/office/drawing/2014/main" id="{9818E9A5-A4E4-3446-B635-CFCF5897BFDE}"/>
                  </a:ext>
                </a:extLst>
              </p:cNvPr>
              <p:cNvGrpSpPr/>
              <p:nvPr/>
            </p:nvGrpSpPr>
            <p:grpSpPr>
              <a:xfrm>
                <a:off x="3786573" y="4781422"/>
                <a:ext cx="535512" cy="197065"/>
                <a:chOff x="3638004" y="4844056"/>
                <a:chExt cx="535512" cy="197065"/>
              </a:xfrm>
            </p:grpSpPr>
            <p:sp>
              <p:nvSpPr>
                <p:cNvPr id="381" name="Rectangle 380">
                  <a:extLst>
                    <a:ext uri="{FF2B5EF4-FFF2-40B4-BE49-F238E27FC236}">
                      <a16:creationId xmlns:a16="http://schemas.microsoft.com/office/drawing/2014/main" id="{26E56F5B-0FFF-334C-BE13-DACFF2EA6ABD}"/>
                    </a:ext>
                  </a:extLst>
                </p:cNvPr>
                <p:cNvSpPr/>
                <p:nvPr/>
              </p:nvSpPr>
              <p:spPr>
                <a:xfrm>
                  <a:off x="3705561" y="4846099"/>
                  <a:ext cx="393403" cy="190273"/>
                </a:xfrm>
                <a:prstGeom prst="rect">
                  <a:avLst/>
                </a:prstGeom>
                <a:noFill/>
                <a:ln w="3175" cap="flat" cmpd="sng" algn="ctr">
                  <a:solidFill>
                    <a:sysClr val="windowText" lastClr="000000"/>
                  </a:solidFill>
                  <a:prstDash val="solid"/>
                </a:ln>
                <a:effectLst/>
              </p:spPr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marL="0" marR="0" lvl="0" indent="0" algn="ctr" defTabSz="4572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3600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  <p:sp>
              <p:nvSpPr>
                <p:cNvPr id="382" name="TextBox 381">
                  <a:extLst>
                    <a:ext uri="{FF2B5EF4-FFF2-40B4-BE49-F238E27FC236}">
                      <a16:creationId xmlns:a16="http://schemas.microsoft.com/office/drawing/2014/main" id="{2D2CE644-7608-1E4F-82E8-95BA38A3F49A}"/>
                    </a:ext>
                  </a:extLst>
                </p:cNvPr>
                <p:cNvSpPr txBox="1"/>
                <p:nvPr/>
              </p:nvSpPr>
              <p:spPr>
                <a:xfrm>
                  <a:off x="3638004" y="4844056"/>
                  <a:ext cx="535512" cy="19706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marL="0" marR="0" lvl="0" indent="0" algn="ctr" defTabSz="457200" rtl="0" eaLnBrk="1" fontAlgn="auto" latinLnBrk="0" hangingPunct="1">
                    <a:lnSpc>
                      <a:spcPct val="7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rPr>
                    <a:t>QUIC </a:t>
                  </a:r>
                </a:p>
                <a:p>
                  <a:pPr marL="0" marR="0" lvl="0" indent="0" algn="ctr" defTabSz="457200" rtl="0" eaLnBrk="1" fontAlgn="auto" latinLnBrk="0" hangingPunct="1">
                    <a:lnSpc>
                      <a:spcPct val="7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12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rPr>
                    <a:t>encrypt</a:t>
                  </a:r>
                  <a:endParaRPr kumimoji="0" lang="en-US" sz="24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p:grpSp>
          <p:grpSp>
            <p:nvGrpSpPr>
              <p:cNvPr id="376" name="Group 375">
                <a:extLst>
                  <a:ext uri="{FF2B5EF4-FFF2-40B4-BE49-F238E27FC236}">
                    <a16:creationId xmlns:a16="http://schemas.microsoft.com/office/drawing/2014/main" id="{ED37937D-DD91-964F-99D2-E63CC86233DF}"/>
                  </a:ext>
                </a:extLst>
              </p:cNvPr>
              <p:cNvGrpSpPr/>
              <p:nvPr/>
            </p:nvGrpSpPr>
            <p:grpSpPr>
              <a:xfrm>
                <a:off x="3856579" y="4996013"/>
                <a:ext cx="1219913" cy="235887"/>
                <a:chOff x="3856579" y="4996013"/>
                <a:chExt cx="1219913" cy="235887"/>
              </a:xfrm>
            </p:grpSpPr>
            <p:sp>
              <p:nvSpPr>
                <p:cNvPr id="377" name="TextBox 376">
                  <a:extLst>
                    <a:ext uri="{FF2B5EF4-FFF2-40B4-BE49-F238E27FC236}">
                      <a16:creationId xmlns:a16="http://schemas.microsoft.com/office/drawing/2014/main" id="{39B46E54-EE11-C84C-8423-1A93842FE46E}"/>
                    </a:ext>
                  </a:extLst>
                </p:cNvPr>
                <p:cNvSpPr txBox="1"/>
                <p:nvPr/>
              </p:nvSpPr>
              <p:spPr>
                <a:xfrm>
                  <a:off x="3856579" y="4996392"/>
                  <a:ext cx="401776" cy="22905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marL="0" marR="0" lvl="0" indent="0" algn="ctr" defTabSz="457200" rtl="0" eaLnBrk="1" fontAlgn="auto" latinLnBrk="0" hangingPunct="1">
                    <a:lnSpc>
                      <a:spcPct val="7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rPr>
                    <a:t>QUIC</a:t>
                  </a:r>
                </a:p>
                <a:p>
                  <a:pPr marL="0" marR="0" lvl="0" indent="0" algn="ctr" defTabSz="457200" rtl="0" eaLnBrk="1" fontAlgn="auto" latinLnBrk="0" hangingPunct="1">
                    <a:lnSpc>
                      <a:spcPct val="7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rPr>
                    <a:t> </a:t>
                  </a:r>
                  <a:r>
                    <a:rPr kumimoji="0" lang="en-US" sz="14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rPr>
                    <a:t>RDT</a:t>
                  </a: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378" name="Rectangle 377">
                  <a:extLst>
                    <a:ext uri="{FF2B5EF4-FFF2-40B4-BE49-F238E27FC236}">
                      <a16:creationId xmlns:a16="http://schemas.microsoft.com/office/drawing/2014/main" id="{FCA82C8C-53C9-894A-BCB4-76091C2ACE02}"/>
                    </a:ext>
                  </a:extLst>
                </p:cNvPr>
                <p:cNvSpPr/>
                <p:nvPr/>
              </p:nvSpPr>
              <p:spPr>
                <a:xfrm>
                  <a:off x="3857961" y="4998499"/>
                  <a:ext cx="393403" cy="190273"/>
                </a:xfrm>
                <a:prstGeom prst="rect">
                  <a:avLst/>
                </a:prstGeom>
                <a:noFill/>
                <a:ln w="3175" cap="flat" cmpd="sng" algn="ctr">
                  <a:solidFill>
                    <a:sysClr val="windowText" lastClr="000000"/>
                  </a:solidFill>
                  <a:prstDash val="solid"/>
                </a:ln>
                <a:effectLst/>
              </p:spPr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marL="0" marR="0" lvl="0" indent="0" algn="ctr" defTabSz="4572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3600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  <p:sp>
              <p:nvSpPr>
                <p:cNvPr id="379" name="TextBox 378">
                  <a:extLst>
                    <a:ext uri="{FF2B5EF4-FFF2-40B4-BE49-F238E27FC236}">
                      <a16:creationId xmlns:a16="http://schemas.microsoft.com/office/drawing/2014/main" id="{F9BE178C-7DCC-E843-B9B1-42A1763F76F4}"/>
                    </a:ext>
                  </a:extLst>
                </p:cNvPr>
                <p:cNvSpPr txBox="1"/>
                <p:nvPr/>
              </p:nvSpPr>
              <p:spPr>
                <a:xfrm>
                  <a:off x="4263655" y="5002841"/>
                  <a:ext cx="401776" cy="22905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marL="0" marR="0" lvl="0" indent="0" algn="ctr" defTabSz="457200" rtl="0" eaLnBrk="1" fontAlgn="auto" latinLnBrk="0" hangingPunct="1">
                    <a:lnSpc>
                      <a:spcPct val="7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rPr>
                    <a:t>QUIC</a:t>
                  </a:r>
                </a:p>
                <a:p>
                  <a:pPr marL="0" marR="0" lvl="0" indent="0" algn="ctr" defTabSz="457200" rtl="0" eaLnBrk="1" fontAlgn="auto" latinLnBrk="0" hangingPunct="1">
                    <a:lnSpc>
                      <a:spcPct val="7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rPr>
                    <a:t> </a:t>
                  </a:r>
                  <a:r>
                    <a:rPr kumimoji="0" lang="en-US" sz="14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rPr>
                    <a:t>RDT</a:t>
                  </a: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380" name="TextBox 379">
                  <a:extLst>
                    <a:ext uri="{FF2B5EF4-FFF2-40B4-BE49-F238E27FC236}">
                      <a16:creationId xmlns:a16="http://schemas.microsoft.com/office/drawing/2014/main" id="{87957DEE-AA74-564C-B4AA-8D3329C4C861}"/>
                    </a:ext>
                  </a:extLst>
                </p:cNvPr>
                <p:cNvSpPr txBox="1"/>
                <p:nvPr/>
              </p:nvSpPr>
              <p:spPr>
                <a:xfrm>
                  <a:off x="4674716" y="4996013"/>
                  <a:ext cx="401776" cy="22905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marL="0" marR="0" lvl="0" indent="0" algn="ctr" defTabSz="457200" rtl="0" eaLnBrk="1" fontAlgn="auto" latinLnBrk="0" hangingPunct="1">
                    <a:lnSpc>
                      <a:spcPct val="7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rPr>
                    <a:t>QUIC</a:t>
                  </a:r>
                </a:p>
                <a:p>
                  <a:pPr marL="0" marR="0" lvl="0" indent="0" algn="ctr" defTabSz="457200" rtl="0" eaLnBrk="1" fontAlgn="auto" latinLnBrk="0" hangingPunct="1">
                    <a:lnSpc>
                      <a:spcPct val="7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rPr>
                    <a:t> </a:t>
                  </a:r>
                  <a:r>
                    <a:rPr kumimoji="0" lang="en-US" sz="14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rPr>
                    <a:t>RDT</a:t>
                  </a: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p:grpSp>
        </p:grpSp>
        <p:grpSp>
          <p:nvGrpSpPr>
            <p:cNvPr id="232" name="Group 231">
              <a:extLst>
                <a:ext uri="{FF2B5EF4-FFF2-40B4-BE49-F238E27FC236}">
                  <a16:creationId xmlns:a16="http://schemas.microsoft.com/office/drawing/2014/main" id="{DC1DF91D-852F-CC4A-807C-18EF49FECF15}"/>
                </a:ext>
              </a:extLst>
            </p:cNvPr>
            <p:cNvGrpSpPr/>
            <p:nvPr/>
          </p:nvGrpSpPr>
          <p:grpSpPr>
            <a:xfrm>
              <a:off x="10033437" y="2849705"/>
              <a:ext cx="891382" cy="875971"/>
              <a:chOff x="3774433" y="4781422"/>
              <a:chExt cx="535512" cy="407350"/>
            </a:xfrm>
          </p:grpSpPr>
          <p:grpSp>
            <p:nvGrpSpPr>
              <p:cNvPr id="238" name="Group 237">
                <a:extLst>
                  <a:ext uri="{FF2B5EF4-FFF2-40B4-BE49-F238E27FC236}">
                    <a16:creationId xmlns:a16="http://schemas.microsoft.com/office/drawing/2014/main" id="{60F3899C-16A5-2040-B8D3-B40BE3789B5F}"/>
                  </a:ext>
                </a:extLst>
              </p:cNvPr>
              <p:cNvGrpSpPr/>
              <p:nvPr/>
            </p:nvGrpSpPr>
            <p:grpSpPr>
              <a:xfrm>
                <a:off x="3774433" y="4781422"/>
                <a:ext cx="535512" cy="207083"/>
                <a:chOff x="3625864" y="4844056"/>
                <a:chExt cx="535512" cy="207083"/>
              </a:xfrm>
            </p:grpSpPr>
            <p:sp>
              <p:nvSpPr>
                <p:cNvPr id="373" name="Rectangle 372">
                  <a:extLst>
                    <a:ext uri="{FF2B5EF4-FFF2-40B4-BE49-F238E27FC236}">
                      <a16:creationId xmlns:a16="http://schemas.microsoft.com/office/drawing/2014/main" id="{23B0C62B-9CD8-C94C-880B-A38322BA5077}"/>
                    </a:ext>
                  </a:extLst>
                </p:cNvPr>
                <p:cNvSpPr/>
                <p:nvPr/>
              </p:nvSpPr>
              <p:spPr>
                <a:xfrm>
                  <a:off x="3705561" y="4846099"/>
                  <a:ext cx="393403" cy="190273"/>
                </a:xfrm>
                <a:prstGeom prst="rect">
                  <a:avLst/>
                </a:prstGeom>
                <a:noFill/>
                <a:ln w="3175" cap="flat" cmpd="sng" algn="ctr">
                  <a:solidFill>
                    <a:sysClr val="windowText" lastClr="000000"/>
                  </a:solidFill>
                  <a:prstDash val="solid"/>
                </a:ln>
                <a:effectLst/>
              </p:spPr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marL="0" marR="0" lvl="0" indent="0" algn="ctr" defTabSz="4572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3600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  <p:sp>
              <p:nvSpPr>
                <p:cNvPr id="374" name="TextBox 373">
                  <a:extLst>
                    <a:ext uri="{FF2B5EF4-FFF2-40B4-BE49-F238E27FC236}">
                      <a16:creationId xmlns:a16="http://schemas.microsoft.com/office/drawing/2014/main" id="{0F2D4651-2D4B-5D43-8F4A-74780D8D5373}"/>
                    </a:ext>
                  </a:extLst>
                </p:cNvPr>
                <p:cNvSpPr txBox="1"/>
                <p:nvPr/>
              </p:nvSpPr>
              <p:spPr>
                <a:xfrm>
                  <a:off x="3625864" y="4844056"/>
                  <a:ext cx="535512" cy="207083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marL="0" marR="0" lvl="0" indent="0" algn="ctr" defTabSz="457200" rtl="0" eaLnBrk="1" fontAlgn="auto" latinLnBrk="0" hangingPunct="1">
                    <a:lnSpc>
                      <a:spcPct val="7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20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rPr>
                    <a:t>QUIC </a:t>
                  </a:r>
                </a:p>
                <a:p>
                  <a:pPr marL="0" marR="0" lvl="0" indent="0" algn="ctr" defTabSz="457200" rtl="0" eaLnBrk="1" fontAlgn="auto" latinLnBrk="0" hangingPunct="1">
                    <a:lnSpc>
                      <a:spcPct val="7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12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rPr>
                    <a:t>encrypt</a:t>
                  </a:r>
                  <a:endPara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p:grpSp>
          <p:sp>
            <p:nvSpPr>
              <p:cNvPr id="239" name="Rectangle 238">
                <a:extLst>
                  <a:ext uri="{FF2B5EF4-FFF2-40B4-BE49-F238E27FC236}">
                    <a16:creationId xmlns:a16="http://schemas.microsoft.com/office/drawing/2014/main" id="{B35FF821-5DAB-EA49-B5AD-1FFF18CFD0D6}"/>
                  </a:ext>
                </a:extLst>
              </p:cNvPr>
              <p:cNvSpPr/>
              <p:nvPr/>
            </p:nvSpPr>
            <p:spPr>
              <a:xfrm>
                <a:off x="3857961" y="4998499"/>
                <a:ext cx="393403" cy="190273"/>
              </a:xfrm>
              <a:prstGeom prst="rect">
                <a:avLst/>
              </a:prstGeom>
              <a:noFill/>
              <a:ln w="3175" cap="flat" cmpd="sng" algn="ctr">
                <a:solidFill>
                  <a:sysClr val="windowText" lastClr="000000"/>
                </a:solidFill>
                <a:prstDash val="solid"/>
              </a:ln>
              <a:effectLst/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36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</p:grpSp>
        <p:grpSp>
          <p:nvGrpSpPr>
            <p:cNvPr id="233" name="Group 232">
              <a:extLst>
                <a:ext uri="{FF2B5EF4-FFF2-40B4-BE49-F238E27FC236}">
                  <a16:creationId xmlns:a16="http://schemas.microsoft.com/office/drawing/2014/main" id="{C754F3A4-C128-D540-B52C-0C88F5DAA68B}"/>
                </a:ext>
              </a:extLst>
            </p:cNvPr>
            <p:cNvGrpSpPr/>
            <p:nvPr/>
          </p:nvGrpSpPr>
          <p:grpSpPr>
            <a:xfrm>
              <a:off x="10748230" y="2840608"/>
              <a:ext cx="891382" cy="875971"/>
              <a:chOff x="3780503" y="4781422"/>
              <a:chExt cx="535512" cy="407350"/>
            </a:xfrm>
          </p:grpSpPr>
          <p:grpSp>
            <p:nvGrpSpPr>
              <p:cNvPr id="234" name="Group 233">
                <a:extLst>
                  <a:ext uri="{FF2B5EF4-FFF2-40B4-BE49-F238E27FC236}">
                    <a16:creationId xmlns:a16="http://schemas.microsoft.com/office/drawing/2014/main" id="{D10E593F-B966-A942-849B-BE0B9E4AEF39}"/>
                  </a:ext>
                </a:extLst>
              </p:cNvPr>
              <p:cNvGrpSpPr/>
              <p:nvPr/>
            </p:nvGrpSpPr>
            <p:grpSpPr>
              <a:xfrm>
                <a:off x="3780503" y="4781422"/>
                <a:ext cx="535512" cy="207083"/>
                <a:chOff x="3631934" y="4844056"/>
                <a:chExt cx="535512" cy="207083"/>
              </a:xfrm>
            </p:grpSpPr>
            <p:sp>
              <p:nvSpPr>
                <p:cNvPr id="236" name="Rectangle 235">
                  <a:extLst>
                    <a:ext uri="{FF2B5EF4-FFF2-40B4-BE49-F238E27FC236}">
                      <a16:creationId xmlns:a16="http://schemas.microsoft.com/office/drawing/2014/main" id="{3C0353BE-D06B-4A40-AA43-31B9BE3998C8}"/>
                    </a:ext>
                  </a:extLst>
                </p:cNvPr>
                <p:cNvSpPr/>
                <p:nvPr/>
              </p:nvSpPr>
              <p:spPr>
                <a:xfrm>
                  <a:off x="3705561" y="4846099"/>
                  <a:ext cx="393403" cy="190273"/>
                </a:xfrm>
                <a:prstGeom prst="rect">
                  <a:avLst/>
                </a:prstGeom>
                <a:noFill/>
                <a:ln w="3175" cap="flat" cmpd="sng" algn="ctr">
                  <a:solidFill>
                    <a:sysClr val="windowText" lastClr="000000"/>
                  </a:solidFill>
                  <a:prstDash val="solid"/>
                </a:ln>
                <a:effectLst/>
              </p:spPr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marL="0" marR="0" lvl="0" indent="0" algn="ctr" defTabSz="4572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3600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  <p:sp>
              <p:nvSpPr>
                <p:cNvPr id="237" name="TextBox 236">
                  <a:extLst>
                    <a:ext uri="{FF2B5EF4-FFF2-40B4-BE49-F238E27FC236}">
                      <a16:creationId xmlns:a16="http://schemas.microsoft.com/office/drawing/2014/main" id="{2751D3CB-9102-AC4C-A0E0-C28B7C9AFCFF}"/>
                    </a:ext>
                  </a:extLst>
                </p:cNvPr>
                <p:cNvSpPr txBox="1"/>
                <p:nvPr/>
              </p:nvSpPr>
              <p:spPr>
                <a:xfrm>
                  <a:off x="3631934" y="4844056"/>
                  <a:ext cx="535512" cy="207083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marL="0" marR="0" lvl="0" indent="0" algn="ctr" defTabSz="457200" rtl="0" eaLnBrk="1" fontAlgn="auto" latinLnBrk="0" hangingPunct="1">
                    <a:lnSpc>
                      <a:spcPct val="7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20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rPr>
                    <a:t>QUIC </a:t>
                  </a:r>
                </a:p>
                <a:p>
                  <a:pPr marL="0" marR="0" lvl="0" indent="0" algn="ctr" defTabSz="457200" rtl="0" eaLnBrk="1" fontAlgn="auto" latinLnBrk="0" hangingPunct="1">
                    <a:lnSpc>
                      <a:spcPct val="7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12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rPr>
                    <a:t>encrypt</a:t>
                  </a:r>
                  <a:endPara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p:grpSp>
          <p:sp>
            <p:nvSpPr>
              <p:cNvPr id="235" name="Rectangle 234">
                <a:extLst>
                  <a:ext uri="{FF2B5EF4-FFF2-40B4-BE49-F238E27FC236}">
                    <a16:creationId xmlns:a16="http://schemas.microsoft.com/office/drawing/2014/main" id="{2543EEC5-F35A-D442-BCBE-B3CB8C2C5909}"/>
                  </a:ext>
                </a:extLst>
              </p:cNvPr>
              <p:cNvSpPr/>
              <p:nvPr/>
            </p:nvSpPr>
            <p:spPr>
              <a:xfrm>
                <a:off x="3857961" y="4998499"/>
                <a:ext cx="393403" cy="190273"/>
              </a:xfrm>
              <a:prstGeom prst="rect">
                <a:avLst/>
              </a:prstGeom>
              <a:noFill/>
              <a:ln w="3175" cap="flat" cmpd="sng" algn="ctr">
                <a:solidFill>
                  <a:sysClr val="windowText" lastClr="000000"/>
                </a:solidFill>
                <a:prstDash val="solid"/>
              </a:ln>
              <a:effectLst/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36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</p:grpSp>
      </p:grpSp>
      <p:sp>
        <p:nvSpPr>
          <p:cNvPr id="405" name="Freeform 404">
            <a:extLst>
              <a:ext uri="{FF2B5EF4-FFF2-40B4-BE49-F238E27FC236}">
                <a16:creationId xmlns:a16="http://schemas.microsoft.com/office/drawing/2014/main" id="{40C4075A-6AA6-EA45-A9F2-2E2640C5B049}"/>
              </a:ext>
            </a:extLst>
          </p:cNvPr>
          <p:cNvSpPr/>
          <p:nvPr/>
        </p:nvSpPr>
        <p:spPr>
          <a:xfrm>
            <a:off x="8348952" y="2170481"/>
            <a:ext cx="1435304" cy="3314700"/>
          </a:xfrm>
          <a:custGeom>
            <a:avLst/>
            <a:gdLst>
              <a:gd name="connsiteX0" fmla="*/ 0 w 1710813"/>
              <a:gd name="connsiteY0" fmla="*/ 376084 h 2824317"/>
              <a:gd name="connsiteX1" fmla="*/ 0 w 1710813"/>
              <a:gd name="connsiteY1" fmla="*/ 2824317 h 2824317"/>
              <a:gd name="connsiteX2" fmla="*/ 95865 w 1710813"/>
              <a:gd name="connsiteY2" fmla="*/ 2824317 h 2824317"/>
              <a:gd name="connsiteX3" fmla="*/ 1710813 w 1710813"/>
              <a:gd name="connsiteY3" fmla="*/ 2824317 h 2824317"/>
              <a:gd name="connsiteX4" fmla="*/ 1710813 w 1710813"/>
              <a:gd name="connsiteY4" fmla="*/ 2676833 h 2824317"/>
              <a:gd name="connsiteX5" fmla="*/ 1710813 w 1710813"/>
              <a:gd name="connsiteY5" fmla="*/ 0 h 2824317"/>
              <a:gd name="connsiteX6" fmla="*/ 1600200 w 1710813"/>
              <a:gd name="connsiteY6" fmla="*/ 0 h 2824317"/>
              <a:gd name="connsiteX7" fmla="*/ 1482213 w 1710813"/>
              <a:gd name="connsiteY7" fmla="*/ 29497 h 2824317"/>
              <a:gd name="connsiteX0" fmla="*/ 0 w 1710813"/>
              <a:gd name="connsiteY0" fmla="*/ 376084 h 2824317"/>
              <a:gd name="connsiteX1" fmla="*/ 0 w 1710813"/>
              <a:gd name="connsiteY1" fmla="*/ 2824317 h 2824317"/>
              <a:gd name="connsiteX2" fmla="*/ 95865 w 1710813"/>
              <a:gd name="connsiteY2" fmla="*/ 2824317 h 2824317"/>
              <a:gd name="connsiteX3" fmla="*/ 1710813 w 1710813"/>
              <a:gd name="connsiteY3" fmla="*/ 2824317 h 2824317"/>
              <a:gd name="connsiteX4" fmla="*/ 1710813 w 1710813"/>
              <a:gd name="connsiteY4" fmla="*/ 2676833 h 2824317"/>
              <a:gd name="connsiteX5" fmla="*/ 1710813 w 1710813"/>
              <a:gd name="connsiteY5" fmla="*/ 0 h 2824317"/>
              <a:gd name="connsiteX6" fmla="*/ 1600200 w 1710813"/>
              <a:gd name="connsiteY6" fmla="*/ 0 h 2824317"/>
              <a:gd name="connsiteX0" fmla="*/ 0 w 1710813"/>
              <a:gd name="connsiteY0" fmla="*/ 376084 h 2824317"/>
              <a:gd name="connsiteX1" fmla="*/ 0 w 1710813"/>
              <a:gd name="connsiteY1" fmla="*/ 2824317 h 2824317"/>
              <a:gd name="connsiteX2" fmla="*/ 95865 w 1710813"/>
              <a:gd name="connsiteY2" fmla="*/ 2824317 h 2824317"/>
              <a:gd name="connsiteX3" fmla="*/ 1710813 w 1710813"/>
              <a:gd name="connsiteY3" fmla="*/ 2824317 h 2824317"/>
              <a:gd name="connsiteX4" fmla="*/ 1710813 w 1710813"/>
              <a:gd name="connsiteY4" fmla="*/ 2676833 h 2824317"/>
              <a:gd name="connsiteX5" fmla="*/ 1710813 w 1710813"/>
              <a:gd name="connsiteY5" fmla="*/ 0 h 282431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710813" h="2824317">
                <a:moveTo>
                  <a:pt x="0" y="376084"/>
                </a:moveTo>
                <a:lnTo>
                  <a:pt x="0" y="2824317"/>
                </a:lnTo>
                <a:lnTo>
                  <a:pt x="95865" y="2824317"/>
                </a:lnTo>
                <a:lnTo>
                  <a:pt x="1710813" y="2824317"/>
                </a:lnTo>
                <a:lnTo>
                  <a:pt x="1710813" y="2676833"/>
                </a:lnTo>
                <a:lnTo>
                  <a:pt x="1710813" y="0"/>
                </a:lnTo>
              </a:path>
            </a:pathLst>
          </a:custGeom>
          <a:noFill/>
          <a:ln w="25400">
            <a:solidFill>
              <a:srgbClr val="0000A3"/>
            </a:solidFill>
            <a:tailEnd type="triangl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06" name="Freeform 405">
            <a:extLst>
              <a:ext uri="{FF2B5EF4-FFF2-40B4-BE49-F238E27FC236}">
                <a16:creationId xmlns:a16="http://schemas.microsoft.com/office/drawing/2014/main" id="{987CB412-8308-D748-9394-292800F22809}"/>
              </a:ext>
            </a:extLst>
          </p:cNvPr>
          <p:cNvSpPr/>
          <p:nvPr/>
        </p:nvSpPr>
        <p:spPr>
          <a:xfrm>
            <a:off x="7544680" y="2246396"/>
            <a:ext cx="2790074" cy="3142699"/>
          </a:xfrm>
          <a:custGeom>
            <a:avLst/>
            <a:gdLst>
              <a:gd name="connsiteX0" fmla="*/ 0 w 2455606"/>
              <a:gd name="connsiteY0" fmla="*/ 176981 h 3008671"/>
              <a:gd name="connsiteX1" fmla="*/ 0 w 2455606"/>
              <a:gd name="connsiteY1" fmla="*/ 3008671 h 3008671"/>
              <a:gd name="connsiteX2" fmla="*/ 88490 w 2455606"/>
              <a:gd name="connsiteY2" fmla="*/ 3008671 h 3008671"/>
              <a:gd name="connsiteX3" fmla="*/ 2455606 w 2455606"/>
              <a:gd name="connsiteY3" fmla="*/ 3008671 h 3008671"/>
              <a:gd name="connsiteX4" fmla="*/ 2455606 w 2455606"/>
              <a:gd name="connsiteY4" fmla="*/ 0 h 3008671"/>
              <a:gd name="connsiteX5" fmla="*/ 2263877 w 2455606"/>
              <a:gd name="connsiteY5" fmla="*/ 0 h 3008671"/>
              <a:gd name="connsiteX6" fmla="*/ 2263877 w 2455606"/>
              <a:gd name="connsiteY6" fmla="*/ 0 h 3008671"/>
              <a:gd name="connsiteX0" fmla="*/ 0 w 2455606"/>
              <a:gd name="connsiteY0" fmla="*/ 176981 h 3008671"/>
              <a:gd name="connsiteX1" fmla="*/ 0 w 2455606"/>
              <a:gd name="connsiteY1" fmla="*/ 3008671 h 3008671"/>
              <a:gd name="connsiteX2" fmla="*/ 88490 w 2455606"/>
              <a:gd name="connsiteY2" fmla="*/ 3008671 h 3008671"/>
              <a:gd name="connsiteX3" fmla="*/ 2455606 w 2455606"/>
              <a:gd name="connsiteY3" fmla="*/ 3008671 h 3008671"/>
              <a:gd name="connsiteX4" fmla="*/ 2455606 w 2455606"/>
              <a:gd name="connsiteY4" fmla="*/ 0 h 3008671"/>
              <a:gd name="connsiteX5" fmla="*/ 2263877 w 2455606"/>
              <a:gd name="connsiteY5" fmla="*/ 0 h 3008671"/>
              <a:gd name="connsiteX0" fmla="*/ 0 w 2455606"/>
              <a:gd name="connsiteY0" fmla="*/ 176981 h 3008671"/>
              <a:gd name="connsiteX1" fmla="*/ 0 w 2455606"/>
              <a:gd name="connsiteY1" fmla="*/ 3008671 h 3008671"/>
              <a:gd name="connsiteX2" fmla="*/ 88490 w 2455606"/>
              <a:gd name="connsiteY2" fmla="*/ 3008671 h 3008671"/>
              <a:gd name="connsiteX3" fmla="*/ 2455606 w 2455606"/>
              <a:gd name="connsiteY3" fmla="*/ 3008671 h 3008671"/>
              <a:gd name="connsiteX4" fmla="*/ 2455606 w 2455606"/>
              <a:gd name="connsiteY4" fmla="*/ 0 h 3008671"/>
              <a:gd name="connsiteX0" fmla="*/ 0 w 2455606"/>
              <a:gd name="connsiteY0" fmla="*/ 0 h 2831690"/>
              <a:gd name="connsiteX1" fmla="*/ 0 w 2455606"/>
              <a:gd name="connsiteY1" fmla="*/ 2831690 h 2831690"/>
              <a:gd name="connsiteX2" fmla="*/ 88490 w 2455606"/>
              <a:gd name="connsiteY2" fmla="*/ 2831690 h 2831690"/>
              <a:gd name="connsiteX3" fmla="*/ 2455606 w 2455606"/>
              <a:gd name="connsiteY3" fmla="*/ 2831690 h 2831690"/>
              <a:gd name="connsiteX4" fmla="*/ 2455606 w 2455606"/>
              <a:gd name="connsiteY4" fmla="*/ 1755057 h 2831690"/>
              <a:gd name="connsiteX0" fmla="*/ 0 w 2455606"/>
              <a:gd name="connsiteY0" fmla="*/ 0 h 2831690"/>
              <a:gd name="connsiteX1" fmla="*/ 0 w 2455606"/>
              <a:gd name="connsiteY1" fmla="*/ 2831690 h 2831690"/>
              <a:gd name="connsiteX2" fmla="*/ 88490 w 2455606"/>
              <a:gd name="connsiteY2" fmla="*/ 2831690 h 2831690"/>
              <a:gd name="connsiteX3" fmla="*/ 2455606 w 2455606"/>
              <a:gd name="connsiteY3" fmla="*/ 2831690 h 2831690"/>
              <a:gd name="connsiteX4" fmla="*/ 2426633 w 2455606"/>
              <a:gd name="connsiteY4" fmla="*/ 1187695 h 2831690"/>
              <a:gd name="connsiteX0" fmla="*/ 0 w 2473320"/>
              <a:gd name="connsiteY0" fmla="*/ 0 h 2831690"/>
              <a:gd name="connsiteX1" fmla="*/ 0 w 2473320"/>
              <a:gd name="connsiteY1" fmla="*/ 2831690 h 2831690"/>
              <a:gd name="connsiteX2" fmla="*/ 88490 w 2473320"/>
              <a:gd name="connsiteY2" fmla="*/ 2831690 h 2831690"/>
              <a:gd name="connsiteX3" fmla="*/ 2455606 w 2473320"/>
              <a:gd name="connsiteY3" fmla="*/ 2831690 h 2831690"/>
              <a:gd name="connsiteX4" fmla="*/ 2473320 w 2473320"/>
              <a:gd name="connsiteY4" fmla="*/ 1192031 h 2831690"/>
              <a:gd name="connsiteX0" fmla="*/ 0 w 2460587"/>
              <a:gd name="connsiteY0" fmla="*/ 0 h 2831690"/>
              <a:gd name="connsiteX1" fmla="*/ 0 w 2460587"/>
              <a:gd name="connsiteY1" fmla="*/ 2831690 h 2831690"/>
              <a:gd name="connsiteX2" fmla="*/ 88490 w 2460587"/>
              <a:gd name="connsiteY2" fmla="*/ 2831690 h 2831690"/>
              <a:gd name="connsiteX3" fmla="*/ 2455606 w 2460587"/>
              <a:gd name="connsiteY3" fmla="*/ 2831690 h 2831690"/>
              <a:gd name="connsiteX4" fmla="*/ 2460587 w 2460587"/>
              <a:gd name="connsiteY4" fmla="*/ 1205040 h 28316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460587" h="2831690">
                <a:moveTo>
                  <a:pt x="0" y="0"/>
                </a:moveTo>
                <a:lnTo>
                  <a:pt x="0" y="2831690"/>
                </a:lnTo>
                <a:lnTo>
                  <a:pt x="88490" y="2831690"/>
                </a:lnTo>
                <a:lnTo>
                  <a:pt x="2455606" y="2831690"/>
                </a:lnTo>
                <a:cubicBezTo>
                  <a:pt x="2457266" y="2289473"/>
                  <a:pt x="2458927" y="1747257"/>
                  <a:pt x="2460587" y="1205040"/>
                </a:cubicBezTo>
              </a:path>
            </a:pathLst>
          </a:custGeom>
          <a:noFill/>
          <a:ln w="25400">
            <a:solidFill>
              <a:srgbClr val="0000A3"/>
            </a:solidFill>
            <a:tailEnd type="triangl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07" name="Freeform 406">
            <a:extLst>
              <a:ext uri="{FF2B5EF4-FFF2-40B4-BE49-F238E27FC236}">
                <a16:creationId xmlns:a16="http://schemas.microsoft.com/office/drawing/2014/main" id="{1C1B5B0F-521F-2E45-9FAB-870C29A70C36}"/>
              </a:ext>
            </a:extLst>
          </p:cNvPr>
          <p:cNvSpPr/>
          <p:nvPr/>
        </p:nvSpPr>
        <p:spPr>
          <a:xfrm>
            <a:off x="7766311" y="3553748"/>
            <a:ext cx="2615553" cy="1938327"/>
          </a:xfrm>
          <a:custGeom>
            <a:avLst/>
            <a:gdLst>
              <a:gd name="connsiteX0" fmla="*/ 2558845 w 2558845"/>
              <a:gd name="connsiteY0" fmla="*/ 0 h 1091381"/>
              <a:gd name="connsiteX1" fmla="*/ 2558845 w 2558845"/>
              <a:gd name="connsiteY1" fmla="*/ 1091381 h 1091381"/>
              <a:gd name="connsiteX2" fmla="*/ 2485103 w 2558845"/>
              <a:gd name="connsiteY2" fmla="*/ 1091381 h 1091381"/>
              <a:gd name="connsiteX3" fmla="*/ 0 w 2558845"/>
              <a:gd name="connsiteY3" fmla="*/ 1091381 h 1091381"/>
              <a:gd name="connsiteX4" fmla="*/ 0 w 2558845"/>
              <a:gd name="connsiteY4" fmla="*/ 582562 h 1091381"/>
              <a:gd name="connsiteX5" fmla="*/ 0 w 2558845"/>
              <a:gd name="connsiteY5" fmla="*/ 14749 h 10913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558845" h="1091381">
                <a:moveTo>
                  <a:pt x="2558845" y="0"/>
                </a:moveTo>
                <a:lnTo>
                  <a:pt x="2558845" y="1091381"/>
                </a:lnTo>
                <a:lnTo>
                  <a:pt x="2485103" y="1091381"/>
                </a:lnTo>
                <a:lnTo>
                  <a:pt x="0" y="1091381"/>
                </a:lnTo>
                <a:lnTo>
                  <a:pt x="0" y="582562"/>
                </a:lnTo>
                <a:lnTo>
                  <a:pt x="0" y="14749"/>
                </a:lnTo>
              </a:path>
            </a:pathLst>
          </a:custGeom>
          <a:noFill/>
          <a:ln w="25400">
            <a:tailEnd type="triangl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08" name="TextBox 407">
            <a:extLst>
              <a:ext uri="{FF2B5EF4-FFF2-40B4-BE49-F238E27FC236}">
                <a16:creationId xmlns:a16="http://schemas.microsoft.com/office/drawing/2014/main" id="{6382F978-AC8E-C040-99D9-CA9B8E31521E}"/>
              </a:ext>
            </a:extLst>
          </p:cNvPr>
          <p:cNvSpPr txBox="1"/>
          <p:nvPr/>
        </p:nvSpPr>
        <p:spPr>
          <a:xfrm>
            <a:off x="10145437" y="3362319"/>
            <a:ext cx="638441" cy="307777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error!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09" name="Freeform 408">
            <a:extLst>
              <a:ext uri="{FF2B5EF4-FFF2-40B4-BE49-F238E27FC236}">
                <a16:creationId xmlns:a16="http://schemas.microsoft.com/office/drawing/2014/main" id="{1A908A7F-3066-AE4D-AF51-C9A804B6CE7D}"/>
              </a:ext>
            </a:extLst>
          </p:cNvPr>
          <p:cNvSpPr/>
          <p:nvPr/>
        </p:nvSpPr>
        <p:spPr>
          <a:xfrm>
            <a:off x="7650449" y="2146221"/>
            <a:ext cx="2613793" cy="3263616"/>
          </a:xfrm>
          <a:custGeom>
            <a:avLst/>
            <a:gdLst>
              <a:gd name="connsiteX0" fmla="*/ 0 w 2573594"/>
              <a:gd name="connsiteY0" fmla="*/ 1976284 h 3023419"/>
              <a:gd name="connsiteX1" fmla="*/ 0 w 2573594"/>
              <a:gd name="connsiteY1" fmla="*/ 3023419 h 3023419"/>
              <a:gd name="connsiteX2" fmla="*/ 2573594 w 2573594"/>
              <a:gd name="connsiteY2" fmla="*/ 3023419 h 3023419"/>
              <a:gd name="connsiteX3" fmla="*/ 2573594 w 2573594"/>
              <a:gd name="connsiteY3" fmla="*/ 0 h 3023419"/>
              <a:gd name="connsiteX4" fmla="*/ 2470355 w 2573594"/>
              <a:gd name="connsiteY4" fmla="*/ 0 h 3023419"/>
              <a:gd name="connsiteX5" fmla="*/ 2470355 w 2573594"/>
              <a:gd name="connsiteY5" fmla="*/ 0 h 3023419"/>
              <a:gd name="connsiteX0" fmla="*/ 0 w 2573594"/>
              <a:gd name="connsiteY0" fmla="*/ 1976284 h 3023419"/>
              <a:gd name="connsiteX1" fmla="*/ 0 w 2573594"/>
              <a:gd name="connsiteY1" fmla="*/ 3023419 h 3023419"/>
              <a:gd name="connsiteX2" fmla="*/ 2573594 w 2573594"/>
              <a:gd name="connsiteY2" fmla="*/ 3023419 h 3023419"/>
              <a:gd name="connsiteX3" fmla="*/ 2573594 w 2573594"/>
              <a:gd name="connsiteY3" fmla="*/ 0 h 3023419"/>
              <a:gd name="connsiteX4" fmla="*/ 2470355 w 2573594"/>
              <a:gd name="connsiteY4" fmla="*/ 0 h 3023419"/>
              <a:gd name="connsiteX0" fmla="*/ 0 w 2573594"/>
              <a:gd name="connsiteY0" fmla="*/ 1976284 h 3023419"/>
              <a:gd name="connsiteX1" fmla="*/ 0 w 2573594"/>
              <a:gd name="connsiteY1" fmla="*/ 3023419 h 3023419"/>
              <a:gd name="connsiteX2" fmla="*/ 2573594 w 2573594"/>
              <a:gd name="connsiteY2" fmla="*/ 3023419 h 3023419"/>
              <a:gd name="connsiteX3" fmla="*/ 2573594 w 2573594"/>
              <a:gd name="connsiteY3" fmla="*/ 0 h 3023419"/>
              <a:gd name="connsiteX0" fmla="*/ 0 w 2600836"/>
              <a:gd name="connsiteY0" fmla="*/ 1541913 h 2589048"/>
              <a:gd name="connsiteX1" fmla="*/ 0 w 2600836"/>
              <a:gd name="connsiteY1" fmla="*/ 2589048 h 2589048"/>
              <a:gd name="connsiteX2" fmla="*/ 2573594 w 2600836"/>
              <a:gd name="connsiteY2" fmla="*/ 2589048 h 2589048"/>
              <a:gd name="connsiteX3" fmla="*/ 2600836 w 2600836"/>
              <a:gd name="connsiteY3" fmla="*/ 0 h 2589048"/>
              <a:gd name="connsiteX0" fmla="*/ 23944 w 2600836"/>
              <a:gd name="connsiteY0" fmla="*/ 919596 h 2589048"/>
              <a:gd name="connsiteX1" fmla="*/ 0 w 2600836"/>
              <a:gd name="connsiteY1" fmla="*/ 2589048 h 2589048"/>
              <a:gd name="connsiteX2" fmla="*/ 2573594 w 2600836"/>
              <a:gd name="connsiteY2" fmla="*/ 2589048 h 2589048"/>
              <a:gd name="connsiteX3" fmla="*/ 2600836 w 2600836"/>
              <a:gd name="connsiteY3" fmla="*/ 0 h 2589048"/>
              <a:gd name="connsiteX0" fmla="*/ 23944 w 2600836"/>
              <a:gd name="connsiteY0" fmla="*/ 1037950 h 2589048"/>
              <a:gd name="connsiteX1" fmla="*/ 0 w 2600836"/>
              <a:gd name="connsiteY1" fmla="*/ 2589048 h 2589048"/>
              <a:gd name="connsiteX2" fmla="*/ 2573594 w 2600836"/>
              <a:gd name="connsiteY2" fmla="*/ 2589048 h 2589048"/>
              <a:gd name="connsiteX3" fmla="*/ 2600836 w 2600836"/>
              <a:gd name="connsiteY3" fmla="*/ 0 h 25890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600836" h="2589048">
                <a:moveTo>
                  <a:pt x="23944" y="1037950"/>
                </a:moveTo>
                <a:lnTo>
                  <a:pt x="0" y="2589048"/>
                </a:lnTo>
                <a:lnTo>
                  <a:pt x="2573594" y="2589048"/>
                </a:lnTo>
                <a:lnTo>
                  <a:pt x="2600836" y="0"/>
                </a:lnTo>
              </a:path>
            </a:pathLst>
          </a:custGeom>
          <a:noFill/>
          <a:ln w="25400">
            <a:solidFill>
              <a:srgbClr val="0000A3"/>
            </a:solidFill>
            <a:headEnd type="none"/>
            <a:tailEnd type="triangle" w="lg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10" name="Freeform 409">
            <a:extLst>
              <a:ext uri="{FF2B5EF4-FFF2-40B4-BE49-F238E27FC236}">
                <a16:creationId xmlns:a16="http://schemas.microsoft.com/office/drawing/2014/main" id="{83931E98-1B7D-384B-BFEB-FCDFE65078EF}"/>
              </a:ext>
            </a:extLst>
          </p:cNvPr>
          <p:cNvSpPr/>
          <p:nvPr/>
        </p:nvSpPr>
        <p:spPr>
          <a:xfrm>
            <a:off x="6974900" y="2171905"/>
            <a:ext cx="4169952" cy="3314700"/>
          </a:xfrm>
          <a:custGeom>
            <a:avLst/>
            <a:gdLst>
              <a:gd name="connsiteX0" fmla="*/ 0 w 3188970"/>
              <a:gd name="connsiteY0" fmla="*/ 0 h 3314700"/>
              <a:gd name="connsiteX1" fmla="*/ 0 w 3188970"/>
              <a:gd name="connsiteY1" fmla="*/ 3314700 h 3314700"/>
              <a:gd name="connsiteX2" fmla="*/ 3188970 w 3188970"/>
              <a:gd name="connsiteY2" fmla="*/ 3314700 h 3314700"/>
              <a:gd name="connsiteX3" fmla="*/ 3188970 w 3188970"/>
              <a:gd name="connsiteY3" fmla="*/ 11430 h 3314700"/>
              <a:gd name="connsiteX4" fmla="*/ 3188970 w 3188970"/>
              <a:gd name="connsiteY4" fmla="*/ 11430 h 33147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188970" h="3314700">
                <a:moveTo>
                  <a:pt x="0" y="0"/>
                </a:moveTo>
                <a:lnTo>
                  <a:pt x="0" y="3314700"/>
                </a:lnTo>
                <a:lnTo>
                  <a:pt x="3188970" y="3314700"/>
                </a:lnTo>
                <a:lnTo>
                  <a:pt x="3188970" y="11430"/>
                </a:lnTo>
                <a:lnTo>
                  <a:pt x="3188970" y="11430"/>
                </a:lnTo>
              </a:path>
            </a:pathLst>
          </a:custGeom>
          <a:noFill/>
          <a:ln w="25400">
            <a:solidFill>
              <a:srgbClr val="0000A3"/>
            </a:solidFill>
            <a:tailEnd type="triangl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pSp>
        <p:nvGrpSpPr>
          <p:cNvPr id="411" name="Group 410">
            <a:extLst>
              <a:ext uri="{FF2B5EF4-FFF2-40B4-BE49-F238E27FC236}">
                <a16:creationId xmlns:a16="http://schemas.microsoft.com/office/drawing/2014/main" id="{36C3A314-2D9A-404F-8230-A4A467D0C32C}"/>
              </a:ext>
            </a:extLst>
          </p:cNvPr>
          <p:cNvGrpSpPr/>
          <p:nvPr/>
        </p:nvGrpSpPr>
        <p:grpSpPr>
          <a:xfrm>
            <a:off x="6503169" y="1768807"/>
            <a:ext cx="1028924" cy="463979"/>
            <a:chOff x="1247868" y="1815620"/>
            <a:chExt cx="1028924" cy="463979"/>
          </a:xfrm>
        </p:grpSpPr>
        <p:sp>
          <p:nvSpPr>
            <p:cNvPr id="412" name="Rectangle 411">
              <a:extLst>
                <a:ext uri="{FF2B5EF4-FFF2-40B4-BE49-F238E27FC236}">
                  <a16:creationId xmlns:a16="http://schemas.microsoft.com/office/drawing/2014/main" id="{5671867B-859D-D44F-97AD-9DEBB99183D8}"/>
                </a:ext>
              </a:extLst>
            </p:cNvPr>
            <p:cNvSpPr/>
            <p:nvPr/>
          </p:nvSpPr>
          <p:spPr>
            <a:xfrm>
              <a:off x="1428787" y="1815620"/>
              <a:ext cx="686928" cy="439996"/>
            </a:xfrm>
            <a:prstGeom prst="rect">
              <a:avLst/>
            </a:prstGeom>
            <a:solidFill>
              <a:sysClr val="window" lastClr="FFFFFF"/>
            </a:solidFill>
            <a:ln w="3175" cap="flat" cmpd="sng" algn="ctr">
              <a:solidFill>
                <a:sysClr val="windowText" lastClr="000000"/>
              </a:solidFill>
              <a:prstDash val="solid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413" name="TextBox 412">
              <a:extLst>
                <a:ext uri="{FF2B5EF4-FFF2-40B4-BE49-F238E27FC236}">
                  <a16:creationId xmlns:a16="http://schemas.microsoft.com/office/drawing/2014/main" id="{CE7F9D86-BEAA-3A46-901A-86C3624ABB9F}"/>
                </a:ext>
              </a:extLst>
            </p:cNvPr>
            <p:cNvSpPr txBox="1"/>
            <p:nvPr/>
          </p:nvSpPr>
          <p:spPr>
            <a:xfrm>
              <a:off x="1247868" y="1838324"/>
              <a:ext cx="1028924" cy="4412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HTTP </a:t>
              </a:r>
            </a:p>
            <a:p>
              <a:pPr marL="0" marR="0" lvl="0" indent="0" algn="ctr" defTabSz="4572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GET </a:t>
              </a:r>
            </a:p>
          </p:txBody>
        </p:sp>
      </p:grpSp>
      <p:grpSp>
        <p:nvGrpSpPr>
          <p:cNvPr id="414" name="Group 413">
            <a:extLst>
              <a:ext uri="{FF2B5EF4-FFF2-40B4-BE49-F238E27FC236}">
                <a16:creationId xmlns:a16="http://schemas.microsoft.com/office/drawing/2014/main" id="{E914C06D-67B1-A64E-A9BE-B28271EAC851}"/>
              </a:ext>
            </a:extLst>
          </p:cNvPr>
          <p:cNvGrpSpPr/>
          <p:nvPr/>
        </p:nvGrpSpPr>
        <p:grpSpPr>
          <a:xfrm>
            <a:off x="7197108" y="1926223"/>
            <a:ext cx="1028924" cy="463979"/>
            <a:chOff x="1549462" y="2216434"/>
            <a:chExt cx="1028924" cy="463979"/>
          </a:xfrm>
        </p:grpSpPr>
        <p:sp>
          <p:nvSpPr>
            <p:cNvPr id="415" name="Rectangle 414">
              <a:extLst>
                <a:ext uri="{FF2B5EF4-FFF2-40B4-BE49-F238E27FC236}">
                  <a16:creationId xmlns:a16="http://schemas.microsoft.com/office/drawing/2014/main" id="{B14EC4F3-1B7C-8A48-B61B-F7E8DF5936C1}"/>
                </a:ext>
              </a:extLst>
            </p:cNvPr>
            <p:cNvSpPr/>
            <p:nvPr/>
          </p:nvSpPr>
          <p:spPr>
            <a:xfrm>
              <a:off x="1709684" y="2216434"/>
              <a:ext cx="686928" cy="439996"/>
            </a:xfrm>
            <a:prstGeom prst="rect">
              <a:avLst/>
            </a:prstGeom>
            <a:solidFill>
              <a:sysClr val="window" lastClr="FFFFFF"/>
            </a:solidFill>
            <a:ln w="3175" cap="flat" cmpd="sng" algn="ctr">
              <a:solidFill>
                <a:sysClr val="windowText" lastClr="000000"/>
              </a:solidFill>
              <a:prstDash val="solid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416" name="TextBox 415">
              <a:extLst>
                <a:ext uri="{FF2B5EF4-FFF2-40B4-BE49-F238E27FC236}">
                  <a16:creationId xmlns:a16="http://schemas.microsoft.com/office/drawing/2014/main" id="{F6AD70F9-6580-8941-A480-DF49A1C6870C}"/>
                </a:ext>
              </a:extLst>
            </p:cNvPr>
            <p:cNvSpPr txBox="1"/>
            <p:nvPr/>
          </p:nvSpPr>
          <p:spPr>
            <a:xfrm>
              <a:off x="1549462" y="2239138"/>
              <a:ext cx="1028924" cy="4412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HTTP </a:t>
              </a:r>
            </a:p>
            <a:p>
              <a:pPr marL="0" marR="0" lvl="0" indent="0" algn="ctr" defTabSz="4572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GET </a:t>
              </a:r>
            </a:p>
          </p:txBody>
        </p:sp>
      </p:grpSp>
      <p:grpSp>
        <p:nvGrpSpPr>
          <p:cNvPr id="417" name="Group 416">
            <a:extLst>
              <a:ext uri="{FF2B5EF4-FFF2-40B4-BE49-F238E27FC236}">
                <a16:creationId xmlns:a16="http://schemas.microsoft.com/office/drawing/2014/main" id="{E7FCC604-228D-1D45-BECA-84FEB1D75032}"/>
              </a:ext>
            </a:extLst>
          </p:cNvPr>
          <p:cNvGrpSpPr/>
          <p:nvPr/>
        </p:nvGrpSpPr>
        <p:grpSpPr>
          <a:xfrm>
            <a:off x="7867432" y="2206258"/>
            <a:ext cx="1028924" cy="463397"/>
            <a:chOff x="1830370" y="2617249"/>
            <a:chExt cx="1028924" cy="463397"/>
          </a:xfrm>
        </p:grpSpPr>
        <p:sp>
          <p:nvSpPr>
            <p:cNvPr id="418" name="Rectangle 417">
              <a:extLst>
                <a:ext uri="{FF2B5EF4-FFF2-40B4-BE49-F238E27FC236}">
                  <a16:creationId xmlns:a16="http://schemas.microsoft.com/office/drawing/2014/main" id="{F5BA8F89-946C-8040-B6D8-FD2E7F66B322}"/>
                </a:ext>
              </a:extLst>
            </p:cNvPr>
            <p:cNvSpPr/>
            <p:nvPr/>
          </p:nvSpPr>
          <p:spPr>
            <a:xfrm>
              <a:off x="1990582" y="2617249"/>
              <a:ext cx="686928" cy="439996"/>
            </a:xfrm>
            <a:prstGeom prst="rect">
              <a:avLst/>
            </a:prstGeom>
            <a:solidFill>
              <a:sysClr val="window" lastClr="FFFFFF"/>
            </a:solidFill>
            <a:ln w="3175" cap="flat" cmpd="sng" algn="ctr">
              <a:solidFill>
                <a:sysClr val="windowText" lastClr="000000"/>
              </a:solidFill>
              <a:prstDash val="solid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419" name="TextBox 418">
              <a:extLst>
                <a:ext uri="{FF2B5EF4-FFF2-40B4-BE49-F238E27FC236}">
                  <a16:creationId xmlns:a16="http://schemas.microsoft.com/office/drawing/2014/main" id="{3E5DFF80-8F1D-7942-879B-1271422CB279}"/>
                </a:ext>
              </a:extLst>
            </p:cNvPr>
            <p:cNvSpPr txBox="1"/>
            <p:nvPr/>
          </p:nvSpPr>
          <p:spPr>
            <a:xfrm>
              <a:off x="1830370" y="2639371"/>
              <a:ext cx="1028924" cy="4412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HTTP </a:t>
              </a:r>
            </a:p>
            <a:p>
              <a:pPr marL="0" marR="0" lvl="0" indent="0" algn="ctr" defTabSz="4572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GET </a:t>
              </a:r>
            </a:p>
          </p:txBody>
        </p:sp>
      </p:grpSp>
      <p:grpSp>
        <p:nvGrpSpPr>
          <p:cNvPr id="420" name="Group 321">
            <a:extLst>
              <a:ext uri="{FF2B5EF4-FFF2-40B4-BE49-F238E27FC236}">
                <a16:creationId xmlns:a16="http://schemas.microsoft.com/office/drawing/2014/main" id="{5FD4065E-D520-324B-BAF7-C767ACB19696}"/>
              </a:ext>
            </a:extLst>
          </p:cNvPr>
          <p:cNvGrpSpPr>
            <a:grpSpLocks/>
          </p:cNvGrpSpPr>
          <p:nvPr/>
        </p:nvGrpSpPr>
        <p:grpSpPr bwMode="auto">
          <a:xfrm>
            <a:off x="11407734" y="1304127"/>
            <a:ext cx="310294" cy="628857"/>
            <a:chOff x="4140" y="429"/>
            <a:chExt cx="1425" cy="2396"/>
          </a:xfrm>
        </p:grpSpPr>
        <p:sp>
          <p:nvSpPr>
            <p:cNvPr id="421" name="Freeform 322">
              <a:extLst>
                <a:ext uri="{FF2B5EF4-FFF2-40B4-BE49-F238E27FC236}">
                  <a16:creationId xmlns:a16="http://schemas.microsoft.com/office/drawing/2014/main" id="{D02ABE43-5E13-B145-B94C-C58F3DCAFA6C}"/>
                </a:ext>
              </a:extLst>
            </p:cNvPr>
            <p:cNvSpPr>
              <a:spLocks/>
            </p:cNvSpPr>
            <p:nvPr/>
          </p:nvSpPr>
          <p:spPr bwMode="auto">
            <a:xfrm>
              <a:off x="5268" y="433"/>
              <a:ext cx="283" cy="2286"/>
            </a:xfrm>
            <a:custGeom>
              <a:avLst/>
              <a:gdLst>
                <a:gd name="T0" fmla="*/ 7 w 354"/>
                <a:gd name="T1" fmla="*/ 0 h 2742"/>
                <a:gd name="T2" fmla="*/ 38 w 354"/>
                <a:gd name="T3" fmla="*/ 55 h 2742"/>
                <a:gd name="T4" fmla="*/ 37 w 354"/>
                <a:gd name="T5" fmla="*/ 425 h 2742"/>
                <a:gd name="T6" fmla="*/ 0 w 354"/>
                <a:gd name="T7" fmla="*/ 445 h 2742"/>
                <a:gd name="T8" fmla="*/ 7 w 354"/>
                <a:gd name="T9" fmla="*/ 0 h 274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4" h="2742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 rotWithShape="1"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422" name="Rectangle 323">
              <a:extLst>
                <a:ext uri="{FF2B5EF4-FFF2-40B4-BE49-F238E27FC236}">
                  <a16:creationId xmlns:a16="http://schemas.microsoft.com/office/drawing/2014/main" id="{F00FC15D-81DF-154E-B346-A02E5BB09EB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08" y="429"/>
              <a:ext cx="1044" cy="2284"/>
            </a:xfrm>
            <a:prstGeom prst="rect">
              <a:avLst/>
            </a:pr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423" name="Freeform 324">
              <a:extLst>
                <a:ext uri="{FF2B5EF4-FFF2-40B4-BE49-F238E27FC236}">
                  <a16:creationId xmlns:a16="http://schemas.microsoft.com/office/drawing/2014/main" id="{9EDC6DEA-1800-2242-A41B-64290BDE53C6}"/>
                </a:ext>
              </a:extLst>
            </p:cNvPr>
            <p:cNvSpPr>
              <a:spLocks/>
            </p:cNvSpPr>
            <p:nvPr/>
          </p:nvSpPr>
          <p:spPr bwMode="auto">
            <a:xfrm>
              <a:off x="5321" y="570"/>
              <a:ext cx="169" cy="2115"/>
            </a:xfrm>
            <a:custGeom>
              <a:avLst/>
              <a:gdLst>
                <a:gd name="T0" fmla="*/ 2 w 211"/>
                <a:gd name="T1" fmla="*/ 0 h 2537"/>
                <a:gd name="T2" fmla="*/ 23 w 211"/>
                <a:gd name="T3" fmla="*/ 36 h 2537"/>
                <a:gd name="T4" fmla="*/ 2 w 211"/>
                <a:gd name="T5" fmla="*/ 405 h 2537"/>
                <a:gd name="T6" fmla="*/ 2 w 211"/>
                <a:gd name="T7" fmla="*/ 0 h 2537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11" h="2537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 rotWithShape="1"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424" name="Freeform 325">
              <a:extLst>
                <a:ext uri="{FF2B5EF4-FFF2-40B4-BE49-F238E27FC236}">
                  <a16:creationId xmlns:a16="http://schemas.microsoft.com/office/drawing/2014/main" id="{6B645393-CB08-CD45-A32C-E0CAB8B28BE3}"/>
                </a:ext>
              </a:extLst>
            </p:cNvPr>
            <p:cNvSpPr>
              <a:spLocks/>
            </p:cNvSpPr>
            <p:nvPr/>
          </p:nvSpPr>
          <p:spPr bwMode="auto">
            <a:xfrm>
              <a:off x="5284" y="1640"/>
              <a:ext cx="263" cy="189"/>
            </a:xfrm>
            <a:custGeom>
              <a:avLst/>
              <a:gdLst>
                <a:gd name="T0" fmla="*/ 2 w 328"/>
                <a:gd name="T1" fmla="*/ 0 h 226"/>
                <a:gd name="T2" fmla="*/ 36 w 328"/>
                <a:gd name="T3" fmla="*/ 21 h 226"/>
                <a:gd name="T4" fmla="*/ 36 w 328"/>
                <a:gd name="T5" fmla="*/ 38 h 226"/>
                <a:gd name="T6" fmla="*/ 0 w 328"/>
                <a:gd name="T7" fmla="*/ 16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425" name="Rectangle 326">
              <a:extLst>
                <a:ext uri="{FF2B5EF4-FFF2-40B4-BE49-F238E27FC236}">
                  <a16:creationId xmlns:a16="http://schemas.microsoft.com/office/drawing/2014/main" id="{F7D8C71F-1046-024C-AFCA-5D7EEA3C217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08" y="696"/>
              <a:ext cx="595" cy="43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grpSp>
          <p:nvGrpSpPr>
            <p:cNvPr id="426" name="Group 327">
              <a:extLst>
                <a:ext uri="{FF2B5EF4-FFF2-40B4-BE49-F238E27FC236}">
                  <a16:creationId xmlns:a16="http://schemas.microsoft.com/office/drawing/2014/main" id="{71E1A54C-6480-8348-BEDE-47CF3F726578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49" y="668"/>
              <a:ext cx="581" cy="145"/>
              <a:chOff x="614" y="2568"/>
              <a:chExt cx="725" cy="139"/>
            </a:xfrm>
          </p:grpSpPr>
          <p:sp>
            <p:nvSpPr>
              <p:cNvPr id="451" name="AutoShape 328">
                <a:extLst>
                  <a:ext uri="{FF2B5EF4-FFF2-40B4-BE49-F238E27FC236}">
                    <a16:creationId xmlns:a16="http://schemas.microsoft.com/office/drawing/2014/main" id="{499DC40C-0B22-A74B-B40C-9CA5C80CE82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09" y="2570"/>
                <a:ext cx="731" cy="140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endParaRPr>
              </a:p>
            </p:txBody>
          </p:sp>
          <p:sp>
            <p:nvSpPr>
              <p:cNvPr id="452" name="AutoShape 329">
                <a:extLst>
                  <a:ext uri="{FF2B5EF4-FFF2-40B4-BE49-F238E27FC236}">
                    <a16:creationId xmlns:a16="http://schemas.microsoft.com/office/drawing/2014/main" id="{E345CCF7-1B7A-214C-B2E5-1D945CD5047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1" y="2587"/>
                <a:ext cx="706" cy="107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endParaRPr>
              </a:p>
            </p:txBody>
          </p:sp>
        </p:grpSp>
        <p:sp>
          <p:nvSpPr>
            <p:cNvPr id="427" name="Rectangle 330">
              <a:extLst>
                <a:ext uri="{FF2B5EF4-FFF2-40B4-BE49-F238E27FC236}">
                  <a16:creationId xmlns:a16="http://schemas.microsoft.com/office/drawing/2014/main" id="{146B9F29-5633-F44E-82CA-96A9C11874E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28" y="1015"/>
              <a:ext cx="595" cy="52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grpSp>
          <p:nvGrpSpPr>
            <p:cNvPr id="428" name="Group 331">
              <a:extLst>
                <a:ext uri="{FF2B5EF4-FFF2-40B4-BE49-F238E27FC236}">
                  <a16:creationId xmlns:a16="http://schemas.microsoft.com/office/drawing/2014/main" id="{B7B31D54-997E-CA40-BC79-A8CA3782888C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47" y="994"/>
              <a:ext cx="581" cy="134"/>
              <a:chOff x="614" y="2568"/>
              <a:chExt cx="725" cy="139"/>
            </a:xfrm>
          </p:grpSpPr>
          <p:sp>
            <p:nvSpPr>
              <p:cNvPr id="449" name="AutoShape 332">
                <a:extLst>
                  <a:ext uri="{FF2B5EF4-FFF2-40B4-BE49-F238E27FC236}">
                    <a16:creationId xmlns:a16="http://schemas.microsoft.com/office/drawing/2014/main" id="{8C8F59CE-49E8-E249-A804-53F0926B437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2" y="2572"/>
                <a:ext cx="731" cy="134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endParaRPr>
              </a:p>
            </p:txBody>
          </p:sp>
          <p:sp>
            <p:nvSpPr>
              <p:cNvPr id="450" name="AutoShape 333">
                <a:extLst>
                  <a:ext uri="{FF2B5EF4-FFF2-40B4-BE49-F238E27FC236}">
                    <a16:creationId xmlns:a16="http://schemas.microsoft.com/office/drawing/2014/main" id="{BBE3D6CA-D2D7-D04E-A7C9-17034A82A69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4" y="2590"/>
                <a:ext cx="706" cy="98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endParaRPr>
              </a:p>
            </p:txBody>
          </p:sp>
        </p:grpSp>
        <p:sp>
          <p:nvSpPr>
            <p:cNvPr id="429" name="Rectangle 334">
              <a:extLst>
                <a:ext uri="{FF2B5EF4-FFF2-40B4-BE49-F238E27FC236}">
                  <a16:creationId xmlns:a16="http://schemas.microsoft.com/office/drawing/2014/main" id="{EC90A815-552D-4643-8F79-4FC5339A187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18" y="1360"/>
              <a:ext cx="595" cy="43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430" name="Rectangle 335">
              <a:extLst>
                <a:ext uri="{FF2B5EF4-FFF2-40B4-BE49-F238E27FC236}">
                  <a16:creationId xmlns:a16="http://schemas.microsoft.com/office/drawing/2014/main" id="{9CEC9C5F-C4BB-F140-BE33-0423C8F6D78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28" y="1653"/>
              <a:ext cx="595" cy="52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grpSp>
          <p:nvGrpSpPr>
            <p:cNvPr id="431" name="Group 336">
              <a:extLst>
                <a:ext uri="{FF2B5EF4-FFF2-40B4-BE49-F238E27FC236}">
                  <a16:creationId xmlns:a16="http://schemas.microsoft.com/office/drawing/2014/main" id="{3461EF9B-32EC-A841-8B84-3BD9B042359D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35" y="1627"/>
              <a:ext cx="582" cy="151"/>
              <a:chOff x="614" y="2568"/>
              <a:chExt cx="725" cy="139"/>
            </a:xfrm>
          </p:grpSpPr>
          <p:sp>
            <p:nvSpPr>
              <p:cNvPr id="447" name="AutoShape 337">
                <a:extLst>
                  <a:ext uri="{FF2B5EF4-FFF2-40B4-BE49-F238E27FC236}">
                    <a16:creationId xmlns:a16="http://schemas.microsoft.com/office/drawing/2014/main" id="{C12DA0B9-D020-804A-AA6F-04BFE406382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4" y="2568"/>
                <a:ext cx="730" cy="198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endParaRPr>
              </a:p>
            </p:txBody>
          </p:sp>
          <p:sp>
            <p:nvSpPr>
              <p:cNvPr id="448" name="AutoShape 338">
                <a:extLst>
                  <a:ext uri="{FF2B5EF4-FFF2-40B4-BE49-F238E27FC236}">
                    <a16:creationId xmlns:a16="http://schemas.microsoft.com/office/drawing/2014/main" id="{C7E49889-8F0A-DB4C-804B-5F65562052E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7" y="2584"/>
                <a:ext cx="705" cy="111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endParaRPr>
              </a:p>
            </p:txBody>
          </p:sp>
        </p:grpSp>
        <p:sp>
          <p:nvSpPr>
            <p:cNvPr id="432" name="Freeform 339">
              <a:extLst>
                <a:ext uri="{FF2B5EF4-FFF2-40B4-BE49-F238E27FC236}">
                  <a16:creationId xmlns:a16="http://schemas.microsoft.com/office/drawing/2014/main" id="{5FC72E88-8F0F-D449-8C9F-591DBC274F6D}"/>
                </a:ext>
              </a:extLst>
            </p:cNvPr>
            <p:cNvSpPr>
              <a:spLocks/>
            </p:cNvSpPr>
            <p:nvPr/>
          </p:nvSpPr>
          <p:spPr bwMode="auto">
            <a:xfrm>
              <a:off x="5288" y="1354"/>
              <a:ext cx="263" cy="188"/>
            </a:xfrm>
            <a:custGeom>
              <a:avLst/>
              <a:gdLst>
                <a:gd name="T0" fmla="*/ 2 w 328"/>
                <a:gd name="T1" fmla="*/ 0 h 226"/>
                <a:gd name="T2" fmla="*/ 36 w 328"/>
                <a:gd name="T3" fmla="*/ 20 h 226"/>
                <a:gd name="T4" fmla="*/ 36 w 328"/>
                <a:gd name="T5" fmla="*/ 36 h 226"/>
                <a:gd name="T6" fmla="*/ 0 w 328"/>
                <a:gd name="T7" fmla="*/ 15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grpSp>
          <p:nvGrpSpPr>
            <p:cNvPr id="433" name="Group 340">
              <a:extLst>
                <a:ext uri="{FF2B5EF4-FFF2-40B4-BE49-F238E27FC236}">
                  <a16:creationId xmlns:a16="http://schemas.microsoft.com/office/drawing/2014/main" id="{045EBA76-D01F-8941-9285-C8C91C04FB73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39" y="1327"/>
              <a:ext cx="582" cy="139"/>
              <a:chOff x="614" y="2568"/>
              <a:chExt cx="725" cy="139"/>
            </a:xfrm>
          </p:grpSpPr>
          <p:sp>
            <p:nvSpPr>
              <p:cNvPr id="445" name="AutoShape 341">
                <a:extLst>
                  <a:ext uri="{FF2B5EF4-FFF2-40B4-BE49-F238E27FC236}">
                    <a16:creationId xmlns:a16="http://schemas.microsoft.com/office/drawing/2014/main" id="{B377F46C-FFD2-7B48-A9D2-A406500D844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09" y="2566"/>
                <a:ext cx="730" cy="138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endParaRPr>
              </a:p>
            </p:txBody>
          </p:sp>
          <p:sp>
            <p:nvSpPr>
              <p:cNvPr id="446" name="AutoShape 342">
                <a:extLst>
                  <a:ext uri="{FF2B5EF4-FFF2-40B4-BE49-F238E27FC236}">
                    <a16:creationId xmlns:a16="http://schemas.microsoft.com/office/drawing/2014/main" id="{4C238E3E-1AE0-DB4B-8BC0-5FE11657A03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2" y="2584"/>
                <a:ext cx="705" cy="103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endParaRPr>
              </a:p>
            </p:txBody>
          </p:sp>
        </p:grpSp>
        <p:sp>
          <p:nvSpPr>
            <p:cNvPr id="434" name="Rectangle 343">
              <a:extLst>
                <a:ext uri="{FF2B5EF4-FFF2-40B4-BE49-F238E27FC236}">
                  <a16:creationId xmlns:a16="http://schemas.microsoft.com/office/drawing/2014/main" id="{2550FBFE-80A0-0440-AA53-2A10199F335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53" y="429"/>
              <a:ext cx="68" cy="2293"/>
            </a:xfrm>
            <a:prstGeom prst="rect">
              <a:avLst/>
            </a:prstGeom>
            <a:gradFill rotWithShape="1"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435" name="Freeform 344">
              <a:extLst>
                <a:ext uri="{FF2B5EF4-FFF2-40B4-BE49-F238E27FC236}">
                  <a16:creationId xmlns:a16="http://schemas.microsoft.com/office/drawing/2014/main" id="{4ACF36E5-3FF3-D54D-842F-B34C0B4946E4}"/>
                </a:ext>
              </a:extLst>
            </p:cNvPr>
            <p:cNvSpPr>
              <a:spLocks/>
            </p:cNvSpPr>
            <p:nvPr/>
          </p:nvSpPr>
          <p:spPr bwMode="auto">
            <a:xfrm>
              <a:off x="5312" y="1007"/>
              <a:ext cx="237" cy="213"/>
            </a:xfrm>
            <a:custGeom>
              <a:avLst/>
              <a:gdLst>
                <a:gd name="T0" fmla="*/ 2 w 296"/>
                <a:gd name="T1" fmla="*/ 0 h 256"/>
                <a:gd name="T2" fmla="*/ 32 w 296"/>
                <a:gd name="T3" fmla="*/ 22 h 256"/>
                <a:gd name="T4" fmla="*/ 32 w 296"/>
                <a:gd name="T5" fmla="*/ 41 h 256"/>
                <a:gd name="T6" fmla="*/ 0 w 296"/>
                <a:gd name="T7" fmla="*/ 15 h 256"/>
                <a:gd name="T8" fmla="*/ 2 w 296"/>
                <a:gd name="T9" fmla="*/ 0 h 25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96" h="25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436" name="Freeform 345">
              <a:extLst>
                <a:ext uri="{FF2B5EF4-FFF2-40B4-BE49-F238E27FC236}">
                  <a16:creationId xmlns:a16="http://schemas.microsoft.com/office/drawing/2014/main" id="{677DD9DB-1C50-5144-A75B-2C54D04E4D1A}"/>
                </a:ext>
              </a:extLst>
            </p:cNvPr>
            <p:cNvSpPr>
              <a:spLocks/>
            </p:cNvSpPr>
            <p:nvPr/>
          </p:nvSpPr>
          <p:spPr bwMode="auto">
            <a:xfrm>
              <a:off x="5315" y="680"/>
              <a:ext cx="244" cy="240"/>
            </a:xfrm>
            <a:custGeom>
              <a:avLst/>
              <a:gdLst>
                <a:gd name="T0" fmla="*/ 0 w 304"/>
                <a:gd name="T1" fmla="*/ 0 h 288"/>
                <a:gd name="T2" fmla="*/ 34 w 304"/>
                <a:gd name="T3" fmla="*/ 27 h 288"/>
                <a:gd name="T4" fmla="*/ 31 w 304"/>
                <a:gd name="T5" fmla="*/ 48 h 288"/>
                <a:gd name="T6" fmla="*/ 2 w 304"/>
                <a:gd name="T7" fmla="*/ 20 h 288"/>
                <a:gd name="T8" fmla="*/ 0 w 304"/>
                <a:gd name="T9" fmla="*/ 0 h 28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04" h="288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437" name="Oval 346">
              <a:extLst>
                <a:ext uri="{FF2B5EF4-FFF2-40B4-BE49-F238E27FC236}">
                  <a16:creationId xmlns:a16="http://schemas.microsoft.com/office/drawing/2014/main" id="{7A51BDE6-2CBD-634E-8BA1-3B98F2048F9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16" y="2610"/>
              <a:ext cx="49" cy="95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438" name="Freeform 347">
              <a:extLst>
                <a:ext uri="{FF2B5EF4-FFF2-40B4-BE49-F238E27FC236}">
                  <a16:creationId xmlns:a16="http://schemas.microsoft.com/office/drawing/2014/main" id="{7D5A8A37-1408-354B-AB05-01EE1797F8A9}"/>
                </a:ext>
              </a:extLst>
            </p:cNvPr>
            <p:cNvSpPr>
              <a:spLocks/>
            </p:cNvSpPr>
            <p:nvPr/>
          </p:nvSpPr>
          <p:spPr bwMode="auto">
            <a:xfrm>
              <a:off x="5302" y="2614"/>
              <a:ext cx="245" cy="200"/>
            </a:xfrm>
            <a:custGeom>
              <a:avLst/>
              <a:gdLst>
                <a:gd name="T0" fmla="*/ 0 w 306"/>
                <a:gd name="T1" fmla="*/ 18 h 240"/>
                <a:gd name="T2" fmla="*/ 2 w 306"/>
                <a:gd name="T3" fmla="*/ 40 h 240"/>
                <a:gd name="T4" fmla="*/ 34 w 306"/>
                <a:gd name="T5" fmla="*/ 18 h 240"/>
                <a:gd name="T6" fmla="*/ 32 w 306"/>
                <a:gd name="T7" fmla="*/ 0 h 240"/>
                <a:gd name="T8" fmla="*/ 0 w 306"/>
                <a:gd name="T9" fmla="*/ 18 h 24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06" h="240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439" name="AutoShape 348">
              <a:extLst>
                <a:ext uri="{FF2B5EF4-FFF2-40B4-BE49-F238E27FC236}">
                  <a16:creationId xmlns:a16="http://schemas.microsoft.com/office/drawing/2014/main" id="{E5DF964A-0F54-B147-8EDB-9A8E306E900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40" y="2678"/>
              <a:ext cx="1201" cy="147"/>
            </a:xfrm>
            <a:prstGeom prst="roundRect">
              <a:avLst>
                <a:gd name="adj" fmla="val 50000"/>
              </a:avLst>
            </a:prstGeom>
            <a:solidFill>
              <a:srgbClr val="DDDDDD"/>
            </a:solidFill>
            <a:ln w="9525">
              <a:solidFill>
                <a:srgbClr val="00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440" name="AutoShape 349">
              <a:extLst>
                <a:ext uri="{FF2B5EF4-FFF2-40B4-BE49-F238E27FC236}">
                  <a16:creationId xmlns:a16="http://schemas.microsoft.com/office/drawing/2014/main" id="{8AC60531-C23D-0240-A9A0-DB95795EAC9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08" y="2713"/>
              <a:ext cx="1064" cy="78"/>
            </a:xfrm>
            <a:prstGeom prst="roundRect">
              <a:avLst>
                <a:gd name="adj" fmla="val 50000"/>
              </a:avLst>
            </a:prstGeom>
            <a:gradFill rotWithShape="1">
              <a:gsLst>
                <a:gs pos="0">
                  <a:srgbClr val="000000"/>
                </a:gs>
                <a:gs pos="100000">
                  <a:srgbClr val="808080"/>
                </a:gs>
              </a:gsLst>
              <a:lin ang="0" scaled="1"/>
            </a:gradFill>
            <a:ln w="9525">
              <a:solidFill>
                <a:srgbClr val="00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441" name="Oval 350">
              <a:extLst>
                <a:ext uri="{FF2B5EF4-FFF2-40B4-BE49-F238E27FC236}">
                  <a16:creationId xmlns:a16="http://schemas.microsoft.com/office/drawing/2014/main" id="{3E998E4F-8E38-A84F-90F7-8B06484DB51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06" y="2385"/>
              <a:ext cx="156" cy="138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442" name="Oval 351">
              <a:extLst>
                <a:ext uri="{FF2B5EF4-FFF2-40B4-BE49-F238E27FC236}">
                  <a16:creationId xmlns:a16="http://schemas.microsoft.com/office/drawing/2014/main" id="{59929D9F-6548-8746-BB4A-A2AD4FB5717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82" y="2385"/>
              <a:ext cx="166" cy="138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Arial" charset="0"/>
              </a:endParaRPr>
            </a:p>
          </p:txBody>
        </p:sp>
        <p:sp>
          <p:nvSpPr>
            <p:cNvPr id="443" name="Oval 352">
              <a:extLst>
                <a:ext uri="{FF2B5EF4-FFF2-40B4-BE49-F238E27FC236}">
                  <a16:creationId xmlns:a16="http://schemas.microsoft.com/office/drawing/2014/main" id="{B13D434C-5D59-2048-828B-12A6C9D4C69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57" y="2377"/>
              <a:ext cx="166" cy="147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444" name="Rectangle 353">
              <a:extLst>
                <a:ext uri="{FF2B5EF4-FFF2-40B4-BE49-F238E27FC236}">
                  <a16:creationId xmlns:a16="http://schemas.microsoft.com/office/drawing/2014/main" id="{82DE1C84-4210-9D4D-8FC7-AF51CD380C7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57" y="1834"/>
              <a:ext cx="88" cy="758"/>
            </a:xfrm>
            <a:prstGeom prst="rect">
              <a:avLst/>
            </a:prstGeom>
            <a:solidFill>
              <a:srgbClr val="292929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</p:grpSp>
      <p:grpSp>
        <p:nvGrpSpPr>
          <p:cNvPr id="453" name="Group 354">
            <a:extLst>
              <a:ext uri="{FF2B5EF4-FFF2-40B4-BE49-F238E27FC236}">
                <a16:creationId xmlns:a16="http://schemas.microsoft.com/office/drawing/2014/main" id="{A7760296-0E60-8845-9D47-C2BE6019E53E}"/>
              </a:ext>
            </a:extLst>
          </p:cNvPr>
          <p:cNvGrpSpPr>
            <a:grpSpLocks/>
          </p:cNvGrpSpPr>
          <p:nvPr/>
        </p:nvGrpSpPr>
        <p:grpSpPr bwMode="auto">
          <a:xfrm>
            <a:off x="6313356" y="1297050"/>
            <a:ext cx="525462" cy="434975"/>
            <a:chOff x="-44" y="1473"/>
            <a:chExt cx="981" cy="1105"/>
          </a:xfrm>
        </p:grpSpPr>
        <p:pic>
          <p:nvPicPr>
            <p:cNvPr id="454" name="Picture 355" descr="desktop_computer_stylized_medium">
              <a:extLst>
                <a:ext uri="{FF2B5EF4-FFF2-40B4-BE49-F238E27FC236}">
                  <a16:creationId xmlns:a16="http://schemas.microsoft.com/office/drawing/2014/main" id="{A81B710C-1F80-EE43-B9CC-378DDAF643E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455" name="Freeform 356">
              <a:extLst>
                <a:ext uri="{FF2B5EF4-FFF2-40B4-BE49-F238E27FC236}">
                  <a16:creationId xmlns:a16="http://schemas.microsoft.com/office/drawing/2014/main" id="{BAB7562D-9764-424D-A631-C35354FE35B2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5595 w 356"/>
                <a:gd name="T3" fmla="*/ 341 h 368"/>
                <a:gd name="T4" fmla="*/ 6638 w 356"/>
                <a:gd name="T5" fmla="*/ 7113 h 368"/>
                <a:gd name="T6" fmla="*/ 1463 w 356"/>
                <a:gd name="T7" fmla="*/ 8895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 cmpd="sng">
                  <a:solidFill>
                    <a:schemeClr val="tx1"/>
                  </a:solidFill>
                  <a:prstDash val="solid"/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</p:grpSp>
      <p:sp>
        <p:nvSpPr>
          <p:cNvPr id="2" name="Rectangle 1">
            <a:extLst>
              <a:ext uri="{FF2B5EF4-FFF2-40B4-BE49-F238E27FC236}">
                <a16:creationId xmlns:a16="http://schemas.microsoft.com/office/drawing/2014/main" id="{B5E2627F-105E-9C4B-8EF1-85CC04C8EABE}"/>
              </a:ext>
            </a:extLst>
          </p:cNvPr>
          <p:cNvSpPr/>
          <p:nvPr/>
        </p:nvSpPr>
        <p:spPr>
          <a:xfrm>
            <a:off x="6083300" y="1130300"/>
            <a:ext cx="5981700" cy="54229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86" name="Slide Number Placeholder 2">
            <a:extLst>
              <a:ext uri="{FF2B5EF4-FFF2-40B4-BE49-F238E27FC236}">
                <a16:creationId xmlns:a16="http://schemas.microsoft.com/office/drawing/2014/main" id="{610A18A4-A347-C644-9049-7E6828F7CD8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19616" y="6443089"/>
            <a:ext cx="2743200" cy="365125"/>
          </a:xfrm>
        </p:spPr>
        <p:txBody>
          <a:bodyPr/>
          <a:lstStyle/>
          <a:p>
            <a:r>
              <a:rPr lang="en-US" dirty="0"/>
              <a:t>Transport Layer: 3-</a:t>
            </a:r>
            <a:fld id="{C4204591-24BD-A542-B9D5-F8D8A88D2FEE}" type="slidenum">
              <a:rPr lang="en-US" smtClean="0"/>
              <a:pPr/>
              <a:t>53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184175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6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0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0391 -0.00579 C -0.00378 0.12338 -0.00365 0.25231 -0.00339 0.38125 L 0.13737 0.3838 C 0.1375 0.22755 0.13789 0.12685 0.13815 -0.02894 " pathEditMode="relative" rAng="0" ptsTypes="AAAA">
                                      <p:cBhvr>
                                        <p:cTn id="15" dur="2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7096" y="1831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500"/>
                            </p:stCondLst>
                            <p:childTnLst>
                              <p:par>
                                <p:cTn id="17" presetID="9" presetClass="exit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18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3000"/>
                            </p:stCondLst>
                            <p:childTnLst>
                              <p:par>
                                <p:cTn id="21" presetID="9" presetClass="exit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2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3500"/>
                            </p:stCondLst>
                            <p:childTnLst>
                              <p:par>
                                <p:cTn id="25" presetID="9" presetClass="entr" presetSubtype="0" fill="hold" grpId="1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0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03 0.02986 C -0.003 0.16782 -0.003 0.15208 -0.003 0.29027 " pathEditMode="relative" rAng="0" ptsTypes="AA">
                                      <p:cBhvr>
                                        <p:cTn id="29" dur="2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13009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5500"/>
                            </p:stCondLst>
                            <p:childTnLst>
                              <p:par>
                                <p:cTn id="31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3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6000"/>
                            </p:stCondLst>
                            <p:childTnLst>
                              <p:par>
                                <p:cTn id="35" presetID="9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7500"/>
                            </p:stCondLst>
                            <p:childTnLst>
                              <p:par>
                                <p:cTn id="39" presetID="9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1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9000"/>
                            </p:stCondLst>
                            <p:childTnLst>
                              <p:par>
                                <p:cTn id="43" presetID="9" presetClass="exit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44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9500"/>
                            </p:stCondLst>
                            <p:childTnLst>
                              <p:par>
                                <p:cTn id="47" presetID="0" presetClass="path" presetSubtype="0" accel="50000" decel="50000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animMotion origin="layout" path="M -0.00287 0.30555 L -0.00287 0.45555 L 0.20364 0.45555 L 0.20364 0.00162 " pathEditMode="relative" rAng="0" ptsTypes="AAAA">
                                      <p:cBhvr>
                                        <p:cTn id="48" dur="2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0326" y="-7708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>
                            <p:stCondLst>
                              <p:cond delay="12500"/>
                            </p:stCondLst>
                            <p:childTnLst>
                              <p:par>
                                <p:cTn id="50" presetID="9" presetClass="exit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51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9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54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6" presetID="9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5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9" fill="hold">
                            <p:stCondLst>
                              <p:cond delay="13000"/>
                            </p:stCondLst>
                            <p:childTnLst>
                              <p:par>
                                <p:cTn id="60" presetID="9" presetClass="exit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6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3" fill="hold">
                            <p:stCondLst>
                              <p:cond delay="13500"/>
                            </p:stCondLst>
                            <p:childTnLst>
                              <p:par>
                                <p:cTn id="64" presetID="9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6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7" fill="hold">
                            <p:stCondLst>
                              <p:cond delay="15000"/>
                            </p:stCondLst>
                            <p:childTnLst>
                              <p:par>
                                <p:cTn id="68" presetID="0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0182 0.00162 L -0.00182 0.50995 L 0.25794 0.50995 L 0.25794 0.03495 " pathEditMode="relative" rAng="0" ptsTypes="AAAA">
                                      <p:cBhvr>
                                        <p:cTn id="69" dur="2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2982" y="25417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0" fill="hold">
                            <p:stCondLst>
                              <p:cond delay="17000"/>
                            </p:stCondLst>
                            <p:childTnLst>
                              <p:par>
                                <p:cTn id="71" presetID="9" presetClass="exit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7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4" fill="hold">
                            <p:stCondLst>
                              <p:cond delay="17500"/>
                            </p:stCondLst>
                            <p:childTnLst>
                              <p:par>
                                <p:cTn id="75" presetID="9" presetClass="exit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76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8" fill="hold">
                            <p:stCondLst>
                              <p:cond delay="18000"/>
                            </p:stCondLst>
                            <p:childTnLst>
                              <p:par>
                                <p:cTn id="79" presetID="9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81" dur="500"/>
                                        <p:tgtEl>
                                          <p:spTgt spid="4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2" fill="hold">
                            <p:stCondLst>
                              <p:cond delay="19500"/>
                            </p:stCondLst>
                            <p:childTnLst>
                              <p:par>
                                <p:cTn id="83" presetID="0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065 0.04351 C 0.00065 0.17338 0.00065 0.30277 0.00104 0.43263 L 0.11484 0.43541 C 0.11484 0.278 0.11523 0.11527 0.11563 -0.04028 " pathEditMode="relative" rAng="0" ptsTypes="AAAA">
                                      <p:cBhvr>
                                        <p:cTn id="84" dur="2000" fill="hold"/>
                                        <p:tgtEl>
                                          <p:spTgt spid="41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5742" y="15394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5" fill="hold">
                            <p:stCondLst>
                              <p:cond delay="21500"/>
                            </p:stCondLst>
                            <p:childTnLst>
                              <p:par>
                                <p:cTn id="86" presetID="9" presetClass="exit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87" dur="500"/>
                                        <p:tgtEl>
                                          <p:spTgt spid="40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9" fill="hold">
                            <p:stCondLst>
                              <p:cond delay="22000"/>
                            </p:stCondLst>
                            <p:childTnLst>
                              <p:par>
                                <p:cTn id="90" presetID="9" presetClass="exit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91" dur="500"/>
                                        <p:tgtEl>
                                          <p:spTgt spid="41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3" fill="hold">
                            <p:stCondLst>
                              <p:cond delay="22500"/>
                            </p:stCondLst>
                            <p:childTnLst>
                              <p:par>
                                <p:cTn id="94" presetID="9" presetClass="entr" presetSubtype="0" fill="hold" grpId="1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96" dur="500"/>
                                        <p:tgtEl>
                                          <p:spTgt spid="4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7" presetID="0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0299 0.02986 C -0.00299 0.16783 -0.00299 0.05533 -0.00299 0.19375 " pathEditMode="relative" rAng="0" ptsTypes="AA">
                                      <p:cBhvr>
                                        <p:cTn id="98" dur="2000" fill="hold"/>
                                        <p:tgtEl>
                                          <p:spTgt spid="4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8194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9" fill="hold">
                            <p:stCondLst>
                              <p:cond delay="24500"/>
                            </p:stCondLst>
                            <p:childTnLst>
                              <p:par>
                                <p:cTn id="100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2" dur="500"/>
                                        <p:tgtEl>
                                          <p:spTgt spid="4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3" fill="hold">
                            <p:stCondLst>
                              <p:cond delay="25000"/>
                            </p:stCondLst>
                            <p:childTnLst>
                              <p:par>
                                <p:cTn id="104" presetID="9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6" dur="500"/>
                                        <p:tgtEl>
                                          <p:spTgt spid="4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7" fill="hold">
                            <p:stCondLst>
                              <p:cond delay="26500"/>
                            </p:stCondLst>
                            <p:childTnLst>
                              <p:par>
                                <p:cTn id="108" presetID="9" presetClass="exit" presetSubtype="0" fill="hold" grpId="1" nodeType="afterEffect">
                                  <p:stCondLst>
                                    <p:cond delay="100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109" dur="500"/>
                                        <p:tgtEl>
                                          <p:spTgt spid="40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1" fill="hold">
                            <p:stCondLst>
                              <p:cond delay="28000"/>
                            </p:stCondLst>
                            <p:childTnLst>
                              <p:par>
                                <p:cTn id="112" presetID="9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4" dur="500"/>
                                        <p:tgtEl>
                                          <p:spTgt spid="4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5" fill="hold">
                            <p:stCondLst>
                              <p:cond delay="29500"/>
                            </p:stCondLst>
                            <p:childTnLst>
                              <p:par>
                                <p:cTn id="116" presetID="0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8.33333E-7 3.33333E-6 L -8.33333E-7 0.50833 L 0.33854 0.50833 L 0.33854 0.03333 " pathEditMode="relative" rAng="0" ptsTypes="AAAA">
                                      <p:cBhvr>
                                        <p:cTn id="117" dur="2000" fill="hold"/>
                                        <p:tgtEl>
                                          <p:spTgt spid="4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6927" y="25417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8" fill="hold">
                            <p:stCondLst>
                              <p:cond delay="31500"/>
                            </p:stCondLst>
                            <p:childTnLst>
                              <p:par>
                                <p:cTn id="119" presetID="9" presetClass="exit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120" dur="500"/>
                                        <p:tgtEl>
                                          <p:spTgt spid="4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2" fill="hold">
                            <p:stCondLst>
                              <p:cond delay="32000"/>
                            </p:stCondLst>
                            <p:childTnLst>
                              <p:par>
                                <p:cTn id="123" presetID="9" presetClass="exit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124" dur="500"/>
                                        <p:tgtEl>
                                          <p:spTgt spid="4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6" fill="hold">
                            <p:stCondLst>
                              <p:cond delay="32500"/>
                            </p:stCondLst>
                            <p:childTnLst>
                              <p:par>
                                <p:cTn id="127" presetID="9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9" dur="500"/>
                                        <p:tgtEl>
                                          <p:spTgt spid="4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0" fill="hold">
                            <p:stCondLst>
                              <p:cond delay="34000"/>
                            </p:stCondLst>
                            <p:childTnLst>
                              <p:par>
                                <p:cTn id="131" presetID="0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0299 0.19375 C -0.00286 0.27801 -0.00273 0.36227 -0.0026 0.44676 L 0.22383 0.44676 L 0.22383 -0.00717 " pathEditMode="relative" rAng="0" ptsTypes="AAAA">
                                      <p:cBhvr>
                                        <p:cTn id="132" dur="2000" fill="hold"/>
                                        <p:tgtEl>
                                          <p:spTgt spid="4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1341" y="2593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3" fill="hold">
                            <p:stCondLst>
                              <p:cond delay="36000"/>
                            </p:stCondLst>
                            <p:childTnLst>
                              <p:par>
                                <p:cTn id="134" presetID="9" presetClass="exit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135" dur="500"/>
                                        <p:tgtEl>
                                          <p:spTgt spid="40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7" presetID="9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138" dur="500"/>
                                        <p:tgtEl>
                                          <p:spTgt spid="40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0" presetID="9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141" dur="500"/>
                                        <p:tgtEl>
                                          <p:spTgt spid="40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3" fill="hold">
                            <p:stCondLst>
                              <p:cond delay="36500"/>
                            </p:stCondLst>
                            <p:childTnLst>
                              <p:par>
                                <p:cTn id="144" presetID="9" presetClass="exit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145" dur="500"/>
                                        <p:tgtEl>
                                          <p:spTgt spid="4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3" grpId="1" animBg="1"/>
      <p:bldP spid="14" grpId="0" animBg="1"/>
      <p:bldP spid="14" grpId="1" animBg="1"/>
      <p:bldP spid="15" grpId="0" animBg="1"/>
      <p:bldP spid="15" grpId="1" animBg="1"/>
      <p:bldP spid="16" grpId="0" animBg="1"/>
      <p:bldP spid="16" grpId="1" animBg="1"/>
      <p:bldP spid="17" grpId="0" animBg="1"/>
      <p:bldP spid="17" grpId="1" animBg="1"/>
      <p:bldP spid="18" grpId="0" animBg="1"/>
      <p:bldP spid="18" grpId="1" animBg="1"/>
      <p:bldP spid="405" grpId="0" animBg="1"/>
      <p:bldP spid="405" grpId="1" animBg="1"/>
      <p:bldP spid="406" grpId="0" animBg="1"/>
      <p:bldP spid="406" grpId="1" animBg="1"/>
      <p:bldP spid="407" grpId="0" animBg="1"/>
      <p:bldP spid="407" grpId="1" animBg="1"/>
      <p:bldP spid="408" grpId="0" animBg="1"/>
      <p:bldP spid="408" grpId="1" animBg="1"/>
      <p:bldP spid="409" grpId="0" animBg="1"/>
      <p:bldP spid="409" grpId="1" animBg="1"/>
      <p:bldP spid="410" grpId="0" animBg="1"/>
      <p:bldP spid="410" grpId="1" animBg="1"/>
      <p:bldP spid="2" grpId="0" animBg="1"/>
    </p:bld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8CD900-19EC-824C-BF74-AADFBF5A17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0590" y="272143"/>
            <a:ext cx="11393310" cy="894622"/>
          </a:xfrm>
        </p:spPr>
        <p:txBody>
          <a:bodyPr>
            <a:normAutofit/>
          </a:bodyPr>
          <a:lstStyle/>
          <a:p>
            <a:r>
              <a:rPr lang="en-US" sz="4800" dirty="0"/>
              <a:t>Chapter 3: summary</a:t>
            </a:r>
            <a:endParaRPr lang="en-US" sz="4400" b="0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07E4337-A925-084B-B48F-23146A4A73A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r>
              <a:rPr lang="en-US" dirty="0"/>
              <a:t>Transport Layer: 3-</a:t>
            </a:r>
            <a:fld id="{C4204591-24BD-A542-B9D5-F8D8A88D2FEE}" type="slidenum">
              <a:rPr lang="en-US" smtClean="0"/>
              <a:pPr/>
              <a:t>54</a:t>
            </a:fld>
            <a:endParaRPr lang="en-US" dirty="0"/>
          </a:p>
        </p:txBody>
      </p:sp>
      <p:sp>
        <p:nvSpPr>
          <p:cNvPr id="121" name="Rectangle 3">
            <a:extLst>
              <a:ext uri="{FF2B5EF4-FFF2-40B4-BE49-F238E27FC236}">
                <a16:creationId xmlns:a16="http://schemas.microsoft.com/office/drawing/2014/main" id="{D69BBC2D-A92B-7947-AA74-7551BF4EBD02}"/>
              </a:ext>
            </a:extLst>
          </p:cNvPr>
          <p:cNvSpPr txBox="1">
            <a:spLocks noChangeArrowheads="1"/>
          </p:cNvSpPr>
          <p:nvPr/>
        </p:nvSpPr>
        <p:spPr>
          <a:xfrm>
            <a:off x="876300" y="1295400"/>
            <a:ext cx="5626100" cy="522536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93700" indent="-263525">
              <a:buFont typeface="Wingdings" charset="2"/>
              <a:buChar char="§"/>
              <a:defRPr/>
            </a:pPr>
            <a:r>
              <a:rPr lang="en-US" sz="3200" dirty="0"/>
              <a:t>principles behind transport layer services:</a:t>
            </a:r>
          </a:p>
          <a:p>
            <a:pPr lvl="1">
              <a:buFont typeface="Arial"/>
              <a:buChar char="•"/>
              <a:defRPr/>
            </a:pPr>
            <a:r>
              <a:rPr lang="en-US" sz="2800" dirty="0"/>
              <a:t>multiplexing, demultiplexing</a:t>
            </a:r>
          </a:p>
          <a:p>
            <a:pPr lvl="1">
              <a:buFont typeface="Arial"/>
              <a:buChar char="•"/>
              <a:defRPr/>
            </a:pPr>
            <a:r>
              <a:rPr lang="en-US" sz="2800" dirty="0"/>
              <a:t>reliable data transfer</a:t>
            </a:r>
          </a:p>
          <a:p>
            <a:pPr lvl="1">
              <a:buFont typeface="Arial"/>
              <a:buChar char="•"/>
              <a:defRPr/>
            </a:pPr>
            <a:r>
              <a:rPr lang="en-US" sz="2800" dirty="0"/>
              <a:t>flow control</a:t>
            </a:r>
          </a:p>
          <a:p>
            <a:pPr lvl="1">
              <a:buFont typeface="Arial"/>
              <a:buChar char="•"/>
              <a:defRPr/>
            </a:pPr>
            <a:r>
              <a:rPr lang="en-US" sz="2800" dirty="0"/>
              <a:t>congestion control</a:t>
            </a:r>
          </a:p>
          <a:p>
            <a:pPr marL="393700" indent="-263525">
              <a:buFont typeface="Wingdings" charset="2"/>
              <a:buChar char="§"/>
              <a:defRPr/>
            </a:pPr>
            <a:r>
              <a:rPr lang="en-US" sz="3200" dirty="0"/>
              <a:t>instantiation, implementation in the Internet</a:t>
            </a:r>
          </a:p>
          <a:p>
            <a:pPr lvl="1">
              <a:buFont typeface="Arial"/>
              <a:buChar char="•"/>
              <a:defRPr/>
            </a:pPr>
            <a:r>
              <a:rPr lang="en-US" sz="2800" dirty="0"/>
              <a:t>UDP</a:t>
            </a:r>
          </a:p>
          <a:p>
            <a:pPr lvl="1">
              <a:buFont typeface="Arial"/>
              <a:buChar char="•"/>
              <a:defRPr/>
            </a:pPr>
            <a:r>
              <a:rPr lang="en-US" sz="2800" dirty="0"/>
              <a:t>TCP</a:t>
            </a:r>
          </a:p>
        </p:txBody>
      </p:sp>
      <p:sp>
        <p:nvSpPr>
          <p:cNvPr id="122" name="Rectangle 4">
            <a:extLst>
              <a:ext uri="{FF2B5EF4-FFF2-40B4-BE49-F238E27FC236}">
                <a16:creationId xmlns:a16="http://schemas.microsoft.com/office/drawing/2014/main" id="{B79F0F1A-67F7-584F-9F34-4AC2A592E580}"/>
              </a:ext>
            </a:extLst>
          </p:cNvPr>
          <p:cNvSpPr txBox="1">
            <a:spLocks noChangeArrowheads="1"/>
          </p:cNvSpPr>
          <p:nvPr/>
        </p:nvSpPr>
        <p:spPr>
          <a:xfrm>
            <a:off x="7065962" y="1270000"/>
            <a:ext cx="4732337" cy="48387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Wingdings" pitchFamily="2" charset="2"/>
              <a:buNone/>
            </a:pPr>
            <a:r>
              <a:rPr lang="en-US" altLang="en-US" sz="3200" dirty="0">
                <a:solidFill>
                  <a:srgbClr val="CC0000"/>
                </a:solidFill>
                <a:ea typeface="ＭＳ Ｐゴシック" panose="020B0600070205080204" pitchFamily="34" charset="-128"/>
              </a:rPr>
              <a:t>Up next:</a:t>
            </a:r>
          </a:p>
          <a:p>
            <a:pPr marL="393700" indent="-266700"/>
            <a:r>
              <a:rPr lang="en-US" altLang="en-US" sz="3200" dirty="0">
                <a:ea typeface="ＭＳ Ｐゴシック" panose="020B0600070205080204" pitchFamily="34" charset="-128"/>
              </a:rPr>
              <a:t>leaving the network </a:t>
            </a:r>
            <a:r>
              <a:rPr lang="en-US" altLang="ja-JP" sz="3200" dirty="0">
                <a:ea typeface="ＭＳ Ｐゴシック" panose="020B0600070205080204" pitchFamily="34" charset="-128"/>
              </a:rPr>
              <a:t>“edge” </a:t>
            </a:r>
            <a:r>
              <a:rPr lang="en-US" altLang="ja-JP" dirty="0">
                <a:ea typeface="ＭＳ Ｐゴシック" panose="020B0600070205080204" pitchFamily="34" charset="-128"/>
              </a:rPr>
              <a:t>(application, transport layers)</a:t>
            </a:r>
          </a:p>
          <a:p>
            <a:pPr marL="393700" indent="-266700"/>
            <a:r>
              <a:rPr lang="en-US" altLang="en-US" sz="3200" dirty="0">
                <a:ea typeface="ＭＳ Ｐゴシック" panose="020B0600070205080204" pitchFamily="34" charset="-128"/>
              </a:rPr>
              <a:t>into the network “</a:t>
            </a:r>
            <a:r>
              <a:rPr lang="en-US" altLang="ja-JP" sz="3200" dirty="0">
                <a:ea typeface="ＭＳ Ｐゴシック" panose="020B0600070205080204" pitchFamily="34" charset="-128"/>
              </a:rPr>
              <a:t>core”</a:t>
            </a:r>
          </a:p>
          <a:p>
            <a:pPr marL="393700" indent="-266700"/>
            <a:r>
              <a:rPr lang="en-US" altLang="en-US" sz="3200" dirty="0">
                <a:ea typeface="ＭＳ Ｐゴシック" panose="020B0600070205080204" pitchFamily="34" charset="-128"/>
              </a:rPr>
              <a:t>two network-layer chapters</a:t>
            </a:r>
            <a:r>
              <a:rPr lang="en-US" altLang="en-US" dirty="0">
                <a:ea typeface="ＭＳ Ｐゴシック" panose="020B0600070205080204" pitchFamily="34" charset="-128"/>
              </a:rPr>
              <a:t>:</a:t>
            </a:r>
          </a:p>
          <a:p>
            <a:pPr lvl="1"/>
            <a:r>
              <a:rPr lang="en-US" altLang="en-US" sz="2800" dirty="0">
                <a:ea typeface="ＭＳ Ｐゴシック" panose="020B0600070205080204" pitchFamily="34" charset="-128"/>
              </a:rPr>
              <a:t>data plane</a:t>
            </a:r>
          </a:p>
          <a:p>
            <a:pPr lvl="1"/>
            <a:r>
              <a:rPr lang="en-US" altLang="en-US" sz="2800" dirty="0">
                <a:ea typeface="ＭＳ Ｐゴシック" panose="020B0600070205080204" pitchFamily="34" charset="-128"/>
              </a:rPr>
              <a:t>control plane</a:t>
            </a:r>
          </a:p>
          <a:p>
            <a:endParaRPr lang="en-US" altLang="en-US" dirty="0">
              <a:ea typeface="ＭＳ Ｐゴシック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347465460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8CD900-19EC-824C-BF74-AADFBF5A17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981689"/>
            <a:ext cx="10515600" cy="894622"/>
          </a:xfrm>
        </p:spPr>
        <p:txBody>
          <a:bodyPr>
            <a:normAutofit/>
          </a:bodyPr>
          <a:lstStyle/>
          <a:p>
            <a:pPr algn="ctr"/>
            <a:r>
              <a:rPr lang="en-US" altLang="en-US" sz="4400" dirty="0">
                <a:ea typeface="ＭＳ Ｐゴシック" panose="020B0600070205080204" pitchFamily="34" charset="-128"/>
              </a:rPr>
              <a:t>Additional Chapter 3 slides</a:t>
            </a:r>
            <a:endParaRPr lang="en-US" sz="4400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4499F6A-4C1F-1146-A51E-D80D1CD6524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r>
              <a:rPr lang="en-US"/>
              <a:t>Transport Layer: 3-</a:t>
            </a:r>
            <a:fld id="{C4204591-24BD-A542-B9D5-F8D8A88D2FEE}" type="slidenum">
              <a:rPr lang="en-US" smtClean="0"/>
              <a:pPr/>
              <a:t>55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53052612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8CD900-19EC-824C-BF74-AADFBF5A17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8690" y="289325"/>
            <a:ext cx="11100625" cy="894622"/>
          </a:xfrm>
        </p:spPr>
        <p:txBody>
          <a:bodyPr>
            <a:normAutofit/>
          </a:bodyPr>
          <a:lstStyle/>
          <a:p>
            <a:r>
              <a:rPr lang="en-US" sz="4800" dirty="0"/>
              <a:t>Go-Back-N: sender extended FSM</a:t>
            </a:r>
            <a:endParaRPr lang="en-US" sz="4400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07E4337-A925-084B-B48F-23146A4A73A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Transport Layer: 3-</a:t>
            </a:r>
            <a:fld id="{C4204591-24BD-A542-B9D5-F8D8A88D2FEE}" type="slidenum">
              <a:rPr kumimoji="0" lang="en-US" sz="1100" b="0" i="0" u="none" strike="noStrike" kern="1200" cap="none" spc="0" normalizeH="0" baseline="0" noProof="0" smtClean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56</a:t>
            </a:fld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50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pSp>
        <p:nvGrpSpPr>
          <p:cNvPr id="55" name="Group 3">
            <a:extLst>
              <a:ext uri="{FF2B5EF4-FFF2-40B4-BE49-F238E27FC236}">
                <a16:creationId xmlns:a16="http://schemas.microsoft.com/office/drawing/2014/main" id="{33A2B3E4-B70E-A848-8165-FAD3F02150B0}"/>
              </a:ext>
            </a:extLst>
          </p:cNvPr>
          <p:cNvGrpSpPr>
            <a:grpSpLocks/>
          </p:cNvGrpSpPr>
          <p:nvPr/>
        </p:nvGrpSpPr>
        <p:grpSpPr bwMode="auto">
          <a:xfrm>
            <a:off x="4595813" y="3710668"/>
            <a:ext cx="800100" cy="657225"/>
            <a:chOff x="1959" y="2515"/>
            <a:chExt cx="504" cy="414"/>
          </a:xfrm>
        </p:grpSpPr>
        <p:sp>
          <p:nvSpPr>
            <p:cNvPr id="56" name="Oval 4">
              <a:extLst>
                <a:ext uri="{FF2B5EF4-FFF2-40B4-BE49-F238E27FC236}">
                  <a16:creationId xmlns:a16="http://schemas.microsoft.com/office/drawing/2014/main" id="{C4D5A6AC-F113-CF49-9B8F-033DDDA1834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04" y="2515"/>
              <a:ext cx="420" cy="414"/>
            </a:xfrm>
            <a:prstGeom prst="ellipse">
              <a:avLst/>
            </a:prstGeom>
            <a:solidFill>
              <a:srgbClr val="FFFFFF"/>
            </a:solidFill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lvl1pPr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57" name="Text Box 5">
              <a:extLst>
                <a:ext uri="{FF2B5EF4-FFF2-40B4-BE49-F238E27FC236}">
                  <a16:creationId xmlns:a16="http://schemas.microsoft.com/office/drawing/2014/main" id="{4730408A-4915-134B-898C-F4271B62AAB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959" y="2611"/>
              <a:ext cx="504" cy="24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Wait</a:t>
              </a:r>
              <a:endParaRPr kumimoji="0" lang="en-US" alt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ＭＳ Ｐゴシック" panose="020B0600070205080204" pitchFamily="34" charset="-128"/>
                <a:cs typeface="+mn-cs"/>
              </a:endParaRPr>
            </a:p>
          </p:txBody>
        </p:sp>
      </p:grpSp>
      <p:sp>
        <p:nvSpPr>
          <p:cNvPr id="58" name="Line 6">
            <a:extLst>
              <a:ext uri="{FF2B5EF4-FFF2-40B4-BE49-F238E27FC236}">
                <a16:creationId xmlns:a16="http://schemas.microsoft.com/office/drawing/2014/main" id="{63761F72-66D2-A642-BD69-9E438150999F}"/>
              </a:ext>
            </a:extLst>
          </p:cNvPr>
          <p:cNvSpPr>
            <a:spLocks noChangeShapeType="1"/>
          </p:cNvSpPr>
          <p:nvPr/>
        </p:nvSpPr>
        <p:spPr bwMode="auto">
          <a:xfrm>
            <a:off x="3057525" y="2797856"/>
            <a:ext cx="1624013" cy="1069975"/>
          </a:xfrm>
          <a:prstGeom prst="line">
            <a:avLst/>
          </a:prstGeom>
          <a:noFill/>
          <a:ln w="28575">
            <a:solidFill>
              <a:srgbClr val="000000"/>
            </a:solidFill>
            <a:prstDash val="sysDot"/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D5A7135B-F84D-8E42-A7AD-C337B03A05BF}"/>
              </a:ext>
            </a:extLst>
          </p:cNvPr>
          <p:cNvGrpSpPr/>
          <p:nvPr/>
        </p:nvGrpSpPr>
        <p:grpSpPr>
          <a:xfrm>
            <a:off x="5389563" y="3466193"/>
            <a:ext cx="3167062" cy="1152525"/>
            <a:chOff x="5389563" y="3466193"/>
            <a:chExt cx="3167062" cy="1152525"/>
          </a:xfrm>
        </p:grpSpPr>
        <p:sp>
          <p:nvSpPr>
            <p:cNvPr id="59" name="Text Box 7">
              <a:extLst>
                <a:ext uri="{FF2B5EF4-FFF2-40B4-BE49-F238E27FC236}">
                  <a16:creationId xmlns:a16="http://schemas.microsoft.com/office/drawing/2014/main" id="{2A05B120-EC26-AD42-B3AA-CD470680393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780088" y="3777343"/>
              <a:ext cx="2776537" cy="8286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400" b="0" i="0" u="none" strike="noStrike" kern="1200" cap="none" spc="0" normalizeH="0" baseline="0" noProof="0" dirty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start_timer</a:t>
              </a:r>
              <a:endParaRPr kumimoji="0" lang="en-US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400" b="0" i="0" u="none" strike="noStrike" kern="1200" cap="none" spc="0" normalizeH="0" baseline="0" noProof="0" dirty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udt_send</a:t>
              </a:r>
              <a:r>
                <a:rPr kumimoji="0" lang="en-US" alt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(</a:t>
              </a:r>
              <a:r>
                <a:rPr kumimoji="0" lang="en-US" altLang="en-US" sz="1400" b="0" i="0" u="none" strike="noStrike" kern="1200" cap="none" spc="0" normalizeH="0" baseline="0" noProof="0" dirty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sndpkt</a:t>
              </a:r>
              <a:r>
                <a:rPr kumimoji="0" lang="en-US" alt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[base])</a:t>
              </a:r>
            </a:p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400" b="0" i="0" u="none" strike="noStrike" kern="1200" cap="none" spc="0" normalizeH="0" baseline="0" noProof="0" dirty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udt_send</a:t>
              </a:r>
              <a:r>
                <a:rPr kumimoji="0" lang="en-US" alt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(</a:t>
              </a:r>
              <a:r>
                <a:rPr kumimoji="0" lang="en-US" altLang="en-US" sz="1400" b="0" i="0" u="none" strike="noStrike" kern="1200" cap="none" spc="0" normalizeH="0" baseline="0" noProof="0" dirty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sndpkt</a:t>
              </a:r>
              <a:r>
                <a:rPr kumimoji="0" lang="en-US" alt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[base+1])</a:t>
              </a:r>
            </a:p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…</a:t>
              </a:r>
            </a:p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400" b="0" i="0" u="none" strike="noStrike" kern="1200" cap="none" spc="0" normalizeH="0" baseline="0" noProof="0" dirty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udt_send</a:t>
              </a:r>
              <a:r>
                <a:rPr kumimoji="0" lang="en-US" alt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(</a:t>
              </a:r>
              <a:r>
                <a:rPr kumimoji="0" lang="en-US" altLang="en-US" sz="1400" b="0" i="0" u="none" strike="noStrike" kern="1200" cap="none" spc="0" normalizeH="0" baseline="0" noProof="0" dirty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sndpkt</a:t>
              </a:r>
              <a:r>
                <a:rPr kumimoji="0" lang="en-US" alt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[nextseqnum-1])</a:t>
              </a:r>
            </a:p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60" name="Text Box 8">
              <a:extLst>
                <a:ext uri="{FF2B5EF4-FFF2-40B4-BE49-F238E27FC236}">
                  <a16:creationId xmlns:a16="http://schemas.microsoft.com/office/drawing/2014/main" id="{50EB188A-016B-BC43-B95B-2D09A833384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802313" y="3542393"/>
              <a:ext cx="1100137" cy="2746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timeout</a:t>
              </a:r>
              <a:endParaRPr kumimoji="0" lang="en-US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ＭＳ Ｐゴシック" panose="020B0600070205080204" pitchFamily="34" charset="-128"/>
                <a:cs typeface="+mn-cs"/>
              </a:endParaRPr>
            </a:p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61" name="Line 9">
              <a:extLst>
                <a:ext uri="{FF2B5EF4-FFF2-40B4-BE49-F238E27FC236}">
                  <a16:creationId xmlns:a16="http://schemas.microsoft.com/office/drawing/2014/main" id="{47618681-EE80-804F-9624-DC7CC3FBF4D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886450" y="3818618"/>
              <a:ext cx="1619250" cy="0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62" name="Freeform 10">
              <a:extLst>
                <a:ext uri="{FF2B5EF4-FFF2-40B4-BE49-F238E27FC236}">
                  <a16:creationId xmlns:a16="http://schemas.microsoft.com/office/drawing/2014/main" id="{44271988-489C-A543-88C3-7FA50E90A3D0}"/>
                </a:ext>
              </a:extLst>
            </p:cNvPr>
            <p:cNvSpPr>
              <a:spLocks/>
            </p:cNvSpPr>
            <p:nvPr/>
          </p:nvSpPr>
          <p:spPr bwMode="auto">
            <a:xfrm>
              <a:off x="5389563" y="3466193"/>
              <a:ext cx="393700" cy="1152525"/>
            </a:xfrm>
            <a:custGeom>
              <a:avLst/>
              <a:gdLst>
                <a:gd name="T0" fmla="*/ 2147483647 w 619"/>
                <a:gd name="T1" fmla="*/ 2147483647 h 1815"/>
                <a:gd name="T2" fmla="*/ 0 w 619"/>
                <a:gd name="T3" fmla="*/ 2147483647 h 1815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619" h="1815">
                  <a:moveTo>
                    <a:pt x="39" y="1136"/>
                  </a:moveTo>
                  <a:cubicBezTo>
                    <a:pt x="619" y="1815"/>
                    <a:pt x="484" y="0"/>
                    <a:pt x="0" y="773"/>
                  </a:cubicBezTo>
                </a:path>
              </a:pathLst>
            </a:custGeom>
            <a:noFill/>
            <a:ln w="19050" cmpd="sng">
              <a:solidFill>
                <a:srgbClr val="000000"/>
              </a:solidFill>
              <a:round/>
              <a:headEnd type="non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</p:grpSp>
      <p:grpSp>
        <p:nvGrpSpPr>
          <p:cNvPr id="5" name="Group 4">
            <a:extLst>
              <a:ext uri="{FF2B5EF4-FFF2-40B4-BE49-F238E27FC236}">
                <a16:creationId xmlns:a16="http://schemas.microsoft.com/office/drawing/2014/main" id="{61280105-A5C6-2749-821B-7E8540B77F71}"/>
              </a:ext>
            </a:extLst>
          </p:cNvPr>
          <p:cNvGrpSpPr/>
          <p:nvPr/>
        </p:nvGrpSpPr>
        <p:grpSpPr>
          <a:xfrm>
            <a:off x="4222750" y="1037318"/>
            <a:ext cx="5521325" cy="2636838"/>
            <a:chOff x="4222750" y="1037318"/>
            <a:chExt cx="5521325" cy="2636838"/>
          </a:xfrm>
        </p:grpSpPr>
        <p:sp>
          <p:nvSpPr>
            <p:cNvPr id="63" name="Text Box 11">
              <a:extLst>
                <a:ext uri="{FF2B5EF4-FFF2-40B4-BE49-F238E27FC236}">
                  <a16:creationId xmlns:a16="http://schemas.microsoft.com/office/drawing/2014/main" id="{02F77C28-EA65-D040-B118-4BF0CBEFB1D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222750" y="1037318"/>
              <a:ext cx="2333625" cy="2571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rdt_send(data)</a:t>
              </a:r>
              <a:r>
                <a:rPr kumimoji="0" lang="en-US" altLang="en-US" sz="10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 </a:t>
              </a:r>
              <a:endPara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64" name="Line 12">
              <a:extLst>
                <a:ext uri="{FF2B5EF4-FFF2-40B4-BE49-F238E27FC236}">
                  <a16:creationId xmlns:a16="http://schemas.microsoft.com/office/drawing/2014/main" id="{0FE72F9F-0F53-5149-AE2D-57D5F593188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330700" y="1356406"/>
              <a:ext cx="1914525" cy="0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65" name="Text Box 13">
              <a:extLst>
                <a:ext uri="{FF2B5EF4-FFF2-40B4-BE49-F238E27FC236}">
                  <a16:creationId xmlns:a16="http://schemas.microsoft.com/office/drawing/2014/main" id="{C068D2CE-31E7-0E41-B00C-9CE255D13D4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222750" y="1378631"/>
              <a:ext cx="5521325" cy="14668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if (</a:t>
              </a:r>
              <a:r>
                <a:rPr kumimoji="0" lang="en-US" altLang="en-US" sz="1400" b="0" i="0" u="none" strike="noStrike" kern="1200" cap="none" spc="0" normalizeH="0" baseline="0" noProof="0" dirty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nextseqnum</a:t>
              </a:r>
              <a:r>
                <a:rPr kumimoji="0" lang="en-US" alt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 &lt; </a:t>
              </a:r>
              <a:r>
                <a:rPr kumimoji="0" lang="en-US" altLang="en-US" sz="1400" b="0" i="0" u="none" strike="noStrike" kern="1200" cap="none" spc="0" normalizeH="0" baseline="0" noProof="0" dirty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base+N</a:t>
              </a:r>
              <a:r>
                <a:rPr kumimoji="0" lang="en-US" alt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) {</a:t>
              </a:r>
            </a:p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    </a:t>
              </a:r>
              <a:r>
                <a:rPr kumimoji="0" lang="en-US" altLang="en-US" sz="1400" b="0" i="0" u="none" strike="noStrike" kern="1200" cap="none" spc="0" normalizeH="0" baseline="0" noProof="0" dirty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sndpkt</a:t>
              </a:r>
              <a:r>
                <a:rPr kumimoji="0" lang="en-US" alt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[</a:t>
              </a:r>
              <a:r>
                <a:rPr kumimoji="0" lang="en-US" altLang="en-US" sz="1400" b="0" i="0" u="none" strike="noStrike" kern="1200" cap="none" spc="0" normalizeH="0" baseline="0" noProof="0" dirty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nextseqnum</a:t>
              </a:r>
              <a:r>
                <a:rPr kumimoji="0" lang="en-US" alt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] = </a:t>
              </a:r>
              <a:r>
                <a:rPr kumimoji="0" lang="en-US" altLang="en-US" sz="1400" b="0" i="0" u="none" strike="noStrike" kern="1200" cap="none" spc="0" normalizeH="0" baseline="0" noProof="0" dirty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make_pkt</a:t>
              </a:r>
              <a:r>
                <a:rPr kumimoji="0" lang="en-US" alt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(</a:t>
              </a:r>
              <a:r>
                <a:rPr kumimoji="0" lang="en-US" altLang="en-US" sz="1400" b="0" i="0" u="none" strike="noStrike" kern="1200" cap="none" spc="0" normalizeH="0" baseline="0" noProof="0" dirty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nextseqnum,data,chksum</a:t>
              </a:r>
              <a:r>
                <a:rPr kumimoji="0" lang="en-US" alt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)</a:t>
              </a:r>
            </a:p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    </a:t>
              </a:r>
              <a:r>
                <a:rPr kumimoji="0" lang="en-US" altLang="en-US" sz="1400" b="0" i="0" u="none" strike="noStrike" kern="1200" cap="none" spc="0" normalizeH="0" baseline="0" noProof="0" dirty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udt_send</a:t>
              </a:r>
              <a:r>
                <a:rPr kumimoji="0" lang="en-US" alt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(</a:t>
              </a:r>
              <a:r>
                <a:rPr kumimoji="0" lang="en-US" altLang="en-US" sz="1400" b="0" i="0" u="none" strike="noStrike" kern="1200" cap="none" spc="0" normalizeH="0" baseline="0" noProof="0" dirty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sndpkt</a:t>
              </a:r>
              <a:r>
                <a:rPr kumimoji="0" lang="en-US" alt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[</a:t>
              </a:r>
              <a:r>
                <a:rPr kumimoji="0" lang="en-US" altLang="en-US" sz="1400" b="0" i="0" u="none" strike="noStrike" kern="1200" cap="none" spc="0" normalizeH="0" baseline="0" noProof="0" dirty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nextseqnum</a:t>
              </a:r>
              <a:r>
                <a:rPr kumimoji="0" lang="en-US" alt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])</a:t>
              </a:r>
            </a:p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    if (base == </a:t>
              </a:r>
              <a:r>
                <a:rPr kumimoji="0" lang="en-US" altLang="en-US" sz="1400" b="0" i="0" u="none" strike="noStrike" kern="1200" cap="none" spc="0" normalizeH="0" baseline="0" noProof="0" dirty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nextseqnum</a:t>
              </a:r>
              <a:r>
                <a:rPr kumimoji="0" lang="en-US" alt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)</a:t>
              </a:r>
            </a:p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       </a:t>
              </a:r>
              <a:r>
                <a:rPr kumimoji="0" lang="en-US" altLang="en-US" sz="1400" b="0" i="0" u="none" strike="noStrike" kern="1200" cap="none" spc="0" normalizeH="0" baseline="0" noProof="0" dirty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start_timer</a:t>
              </a:r>
              <a:endParaRPr kumimoji="0" lang="en-US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    </a:t>
              </a:r>
              <a:r>
                <a:rPr kumimoji="0" lang="en-US" altLang="en-US" sz="1400" b="0" i="0" u="none" strike="noStrike" kern="1200" cap="none" spc="0" normalizeH="0" baseline="0" noProof="0" dirty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nextseqnum</a:t>
              </a:r>
              <a:r>
                <a:rPr kumimoji="0" lang="en-US" alt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++</a:t>
              </a:r>
            </a:p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    }</a:t>
              </a:r>
            </a:p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else</a:t>
              </a:r>
            </a:p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  </a:t>
              </a:r>
              <a:r>
                <a:rPr kumimoji="0" lang="en-US" altLang="en-US" sz="1400" b="0" i="0" u="none" strike="noStrike" kern="1200" cap="none" spc="0" normalizeH="0" baseline="0" noProof="0" dirty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refuse_data</a:t>
              </a:r>
              <a:r>
                <a:rPr kumimoji="0" lang="en-US" alt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(data)</a:t>
              </a:r>
              <a:endParaRPr kumimoji="0" lang="en-US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66" name="Freeform 14">
              <a:extLst>
                <a:ext uri="{FF2B5EF4-FFF2-40B4-BE49-F238E27FC236}">
                  <a16:creationId xmlns:a16="http://schemas.microsoft.com/office/drawing/2014/main" id="{FB29E48C-0B2E-EA40-ADD9-64576E56AD94}"/>
                </a:ext>
              </a:extLst>
            </p:cNvPr>
            <p:cNvSpPr>
              <a:spLocks/>
            </p:cNvSpPr>
            <p:nvPr/>
          </p:nvSpPr>
          <p:spPr bwMode="auto">
            <a:xfrm rot="5142103" flipH="1">
              <a:off x="4816476" y="2901043"/>
              <a:ext cx="393700" cy="1152525"/>
            </a:xfrm>
            <a:custGeom>
              <a:avLst/>
              <a:gdLst>
                <a:gd name="T0" fmla="*/ 2147483647 w 619"/>
                <a:gd name="T1" fmla="*/ 2147483647 h 1815"/>
                <a:gd name="T2" fmla="*/ 0 w 619"/>
                <a:gd name="T3" fmla="*/ 2147483647 h 1815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619" h="1815">
                  <a:moveTo>
                    <a:pt x="39" y="1136"/>
                  </a:moveTo>
                  <a:cubicBezTo>
                    <a:pt x="619" y="1815"/>
                    <a:pt x="484" y="0"/>
                    <a:pt x="0" y="773"/>
                  </a:cubicBezTo>
                </a:path>
              </a:pathLst>
            </a:custGeom>
            <a:noFill/>
            <a:ln w="19050" cmpd="sng">
              <a:solidFill>
                <a:srgbClr val="000000"/>
              </a:solidFill>
              <a:round/>
              <a:headEnd type="non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</p:grpSp>
      <p:grpSp>
        <p:nvGrpSpPr>
          <p:cNvPr id="77" name="Group 76">
            <a:extLst>
              <a:ext uri="{FF2B5EF4-FFF2-40B4-BE49-F238E27FC236}">
                <a16:creationId xmlns:a16="http://schemas.microsoft.com/office/drawing/2014/main" id="{5A5CCAB1-0607-D94B-8E3D-A737042D653B}"/>
              </a:ext>
            </a:extLst>
          </p:cNvPr>
          <p:cNvGrpSpPr/>
          <p:nvPr/>
        </p:nvGrpSpPr>
        <p:grpSpPr>
          <a:xfrm>
            <a:off x="4371975" y="4413931"/>
            <a:ext cx="3686175" cy="1860550"/>
            <a:chOff x="4371975" y="4413931"/>
            <a:chExt cx="3686175" cy="1860550"/>
          </a:xfrm>
        </p:grpSpPr>
        <p:sp>
          <p:nvSpPr>
            <p:cNvPr id="67" name="Text Box 15">
              <a:extLst>
                <a:ext uri="{FF2B5EF4-FFF2-40B4-BE49-F238E27FC236}">
                  <a16:creationId xmlns:a16="http://schemas.microsoft.com/office/drawing/2014/main" id="{AD438209-6EF7-AA4A-82C0-D91CCFE111B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371975" y="5445806"/>
              <a:ext cx="3686175" cy="8286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base = getacknum(rcvpkt)+1</a:t>
              </a:r>
            </a:p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If (base == nextseqnum)</a:t>
              </a:r>
            </a:p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    stop_timer</a:t>
              </a:r>
            </a:p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  else</a:t>
              </a:r>
            </a:p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    start_timer</a:t>
              </a:r>
              <a:endParaRPr kumimoji="0" lang="en-US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68" name="Text Box 16">
              <a:extLst>
                <a:ext uri="{FF2B5EF4-FFF2-40B4-BE49-F238E27FC236}">
                  <a16:creationId xmlns:a16="http://schemas.microsoft.com/office/drawing/2014/main" id="{29DA4699-1738-7A44-AE37-8A9ADF3221C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384675" y="4945743"/>
              <a:ext cx="2833688" cy="4476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rdt_rcv(rcvpkt) &amp;&amp; </a:t>
              </a:r>
            </a:p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   notcorrupt(rcvpkt) </a:t>
              </a:r>
            </a:p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69" name="Line 17">
              <a:extLst>
                <a:ext uri="{FF2B5EF4-FFF2-40B4-BE49-F238E27FC236}">
                  <a16:creationId xmlns:a16="http://schemas.microsoft.com/office/drawing/2014/main" id="{72717240-9C97-6946-9931-1ECA1CCC85B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476750" y="5469618"/>
              <a:ext cx="1619250" cy="0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70" name="Freeform 18">
              <a:extLst>
                <a:ext uri="{FF2B5EF4-FFF2-40B4-BE49-F238E27FC236}">
                  <a16:creationId xmlns:a16="http://schemas.microsoft.com/office/drawing/2014/main" id="{A9B81A19-AC5E-0D42-B28F-5550C1DD51FB}"/>
                </a:ext>
              </a:extLst>
            </p:cNvPr>
            <p:cNvSpPr>
              <a:spLocks/>
            </p:cNvSpPr>
            <p:nvPr/>
          </p:nvSpPr>
          <p:spPr bwMode="auto">
            <a:xfrm>
              <a:off x="4533900" y="4413931"/>
              <a:ext cx="1054100" cy="674687"/>
            </a:xfrm>
            <a:custGeom>
              <a:avLst/>
              <a:gdLst>
                <a:gd name="T0" fmla="*/ 2147483647 w 664"/>
                <a:gd name="T1" fmla="*/ 2147483647 h 425"/>
                <a:gd name="T2" fmla="*/ 2147483647 w 664"/>
                <a:gd name="T3" fmla="*/ 0 h 425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664" h="425">
                  <a:moveTo>
                    <a:pt x="241" y="20"/>
                  </a:moveTo>
                  <a:cubicBezTo>
                    <a:pt x="0" y="393"/>
                    <a:pt x="664" y="425"/>
                    <a:pt x="388" y="0"/>
                  </a:cubicBezTo>
                </a:path>
              </a:pathLst>
            </a:custGeom>
            <a:noFill/>
            <a:ln w="19050" cmpd="sng">
              <a:solidFill>
                <a:srgbClr val="000000"/>
              </a:solidFill>
              <a:round/>
              <a:headEnd type="non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</p:grpSp>
      <p:sp>
        <p:nvSpPr>
          <p:cNvPr id="71" name="Line 19">
            <a:extLst>
              <a:ext uri="{FF2B5EF4-FFF2-40B4-BE49-F238E27FC236}">
                <a16:creationId xmlns:a16="http://schemas.microsoft.com/office/drawing/2014/main" id="{22DEBF89-3550-6645-9712-0242C37D82B7}"/>
              </a:ext>
            </a:extLst>
          </p:cNvPr>
          <p:cNvSpPr>
            <a:spLocks noChangeShapeType="1"/>
          </p:cNvSpPr>
          <p:nvPr/>
        </p:nvSpPr>
        <p:spPr bwMode="auto">
          <a:xfrm>
            <a:off x="2643188" y="3224893"/>
            <a:ext cx="803275" cy="0"/>
          </a:xfrm>
          <a:prstGeom prst="line">
            <a:avLst/>
          </a:prstGeom>
          <a:noFill/>
          <a:ln w="1905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72" name="Text Box 20">
            <a:extLst>
              <a:ext uri="{FF2B5EF4-FFF2-40B4-BE49-F238E27FC236}">
                <a16:creationId xmlns:a16="http://schemas.microsoft.com/office/drawing/2014/main" id="{512F18ED-B1CE-7B4C-A5DF-24588894801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16188" y="3194731"/>
            <a:ext cx="1485900" cy="501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base=1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nextseqnum=1</a:t>
            </a:r>
            <a:endParaRPr kumimoji="0" lang="en-US" altLang="en-US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ＭＳ Ｐゴシック" panose="020B0600070205080204" pitchFamily="34" charset="-128"/>
              <a:cs typeface="+mn-cs"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ＭＳ Ｐゴシック" panose="020B0600070205080204" pitchFamily="34" charset="-128"/>
              <a:cs typeface="+mn-cs"/>
            </a:endParaRPr>
          </a:p>
        </p:txBody>
      </p:sp>
      <p:grpSp>
        <p:nvGrpSpPr>
          <p:cNvPr id="78" name="Group 77">
            <a:extLst>
              <a:ext uri="{FF2B5EF4-FFF2-40B4-BE49-F238E27FC236}">
                <a16:creationId xmlns:a16="http://schemas.microsoft.com/office/drawing/2014/main" id="{8B86AB7A-4C0D-9A4A-A096-7DD9EFD2F636}"/>
              </a:ext>
            </a:extLst>
          </p:cNvPr>
          <p:cNvGrpSpPr/>
          <p:nvPr/>
        </p:nvGrpSpPr>
        <p:grpSpPr>
          <a:xfrm>
            <a:off x="2279650" y="4188506"/>
            <a:ext cx="2343150" cy="638175"/>
            <a:chOff x="2279650" y="4188506"/>
            <a:chExt cx="2343150" cy="638175"/>
          </a:xfrm>
        </p:grpSpPr>
        <p:sp>
          <p:nvSpPr>
            <p:cNvPr id="73" name="Text Box 21">
              <a:extLst>
                <a:ext uri="{FF2B5EF4-FFF2-40B4-BE49-F238E27FC236}">
                  <a16:creationId xmlns:a16="http://schemas.microsoft.com/office/drawing/2014/main" id="{54ABBC76-AD8A-8E4D-8A09-320EC5AFD02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279650" y="4256768"/>
              <a:ext cx="2047875" cy="4476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400" b="0" i="0" u="none" strike="noStrike" kern="1200" cap="none" spc="0" normalizeH="0" baseline="0" noProof="0" dirty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rdt_rcv</a:t>
              </a:r>
              <a:r>
                <a:rPr kumimoji="0" lang="en-US" alt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(</a:t>
              </a:r>
              <a:r>
                <a:rPr kumimoji="0" lang="en-US" altLang="en-US" sz="1400" b="0" i="0" u="none" strike="noStrike" kern="1200" cap="none" spc="0" normalizeH="0" baseline="0" noProof="0" dirty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rcvpkt</a:t>
              </a:r>
              <a:r>
                <a:rPr kumimoji="0" lang="en-US" alt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) </a:t>
              </a:r>
            </a:p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   &amp;&amp; corrupt(</a:t>
              </a:r>
              <a:r>
                <a:rPr kumimoji="0" lang="en-US" altLang="en-US" sz="1400" b="0" i="0" u="none" strike="noStrike" kern="1200" cap="none" spc="0" normalizeH="0" baseline="0" noProof="0" dirty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rcvpkt</a:t>
              </a:r>
              <a:r>
                <a:rPr kumimoji="0" lang="en-US" alt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)</a:t>
              </a:r>
              <a:r>
                <a:rPr kumimoji="0" lang="en-US" alt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 </a:t>
              </a:r>
            </a:p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74" name="Line 22">
              <a:extLst>
                <a:ext uri="{FF2B5EF4-FFF2-40B4-BE49-F238E27FC236}">
                  <a16:creationId xmlns:a16="http://schemas.microsoft.com/office/drawing/2014/main" id="{9592E062-F136-0D44-96CD-0C9A278CDE04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371725" y="4755243"/>
              <a:ext cx="1520825" cy="0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75" name="Freeform 23">
              <a:extLst>
                <a:ext uri="{FF2B5EF4-FFF2-40B4-BE49-F238E27FC236}">
                  <a16:creationId xmlns:a16="http://schemas.microsoft.com/office/drawing/2014/main" id="{745C2973-75F6-D641-915F-9781107AB9F8}"/>
                </a:ext>
              </a:extLst>
            </p:cNvPr>
            <p:cNvSpPr>
              <a:spLocks/>
            </p:cNvSpPr>
            <p:nvPr/>
          </p:nvSpPr>
          <p:spPr bwMode="auto">
            <a:xfrm>
              <a:off x="3927475" y="4188506"/>
              <a:ext cx="695325" cy="638175"/>
            </a:xfrm>
            <a:custGeom>
              <a:avLst/>
              <a:gdLst>
                <a:gd name="T0" fmla="*/ 2147483647 w 1095"/>
                <a:gd name="T1" fmla="*/ 0 h 1005"/>
                <a:gd name="T2" fmla="*/ 2147483647 w 1095"/>
                <a:gd name="T3" fmla="*/ 2147483647 h 1005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095" h="1005">
                  <a:moveTo>
                    <a:pt x="1005" y="0"/>
                  </a:moveTo>
                  <a:cubicBezTo>
                    <a:pt x="0" y="30"/>
                    <a:pt x="645" y="1005"/>
                    <a:pt x="1095" y="165"/>
                  </a:cubicBezTo>
                </a:path>
              </a:pathLst>
            </a:custGeom>
            <a:noFill/>
            <a:ln w="19050" cmpd="sng">
              <a:solidFill>
                <a:srgbClr val="000000"/>
              </a:solidFill>
              <a:round/>
              <a:headEnd type="non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</p:grpSp>
      <p:sp>
        <p:nvSpPr>
          <p:cNvPr id="76" name="Text Box 24">
            <a:extLst>
              <a:ext uri="{FF2B5EF4-FFF2-40B4-BE49-F238E27FC236}">
                <a16:creationId xmlns:a16="http://schemas.microsoft.com/office/drawing/2014/main" id="{86A74934-2C44-8743-8176-583092CA3D2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59050" y="2894693"/>
            <a:ext cx="323850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ymbol" charset="0"/>
                <a:ea typeface="ＭＳ Ｐゴシック" charset="0"/>
                <a:cs typeface="+mn-cs"/>
              </a:rPr>
              <a:t>L</a:t>
            </a:r>
          </a:p>
        </p:txBody>
      </p:sp>
    </p:spTree>
    <p:extLst>
      <p:ext uri="{BB962C8B-B14F-4D97-AF65-F5344CB8AC3E}">
        <p14:creationId xmlns:p14="http://schemas.microsoft.com/office/powerpoint/2010/main" val="33233135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8CD900-19EC-824C-BF74-AADFBF5A17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8690" y="289325"/>
            <a:ext cx="11100625" cy="894622"/>
          </a:xfrm>
        </p:spPr>
        <p:txBody>
          <a:bodyPr>
            <a:normAutofit/>
          </a:bodyPr>
          <a:lstStyle/>
          <a:p>
            <a:r>
              <a:rPr lang="en-US" sz="4800" dirty="0"/>
              <a:t>Go-Back-N: receiver extended FSM</a:t>
            </a:r>
            <a:endParaRPr lang="en-US" sz="4400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07E4337-A925-084B-B48F-23146A4A73A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Transport Layer: 3-</a:t>
            </a:r>
            <a:fld id="{C4204591-24BD-A542-B9D5-F8D8A88D2FEE}" type="slidenum">
              <a:rPr kumimoji="0" lang="en-US" sz="1100" b="0" i="0" u="none" strike="noStrike" kern="1200" cap="none" spc="0" normalizeH="0" baseline="0" noProof="0" smtClean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57</a:t>
            </a:fld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50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4" name="Oval 4">
            <a:extLst>
              <a:ext uri="{FF2B5EF4-FFF2-40B4-BE49-F238E27FC236}">
                <a16:creationId xmlns:a16="http://schemas.microsoft.com/office/drawing/2014/main" id="{0C78546A-7459-5347-80F4-125D010F8E84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22611" y="2155825"/>
            <a:ext cx="666750" cy="657225"/>
          </a:xfrm>
          <a:prstGeom prst="ellipse">
            <a:avLst/>
          </a:prstGeom>
          <a:solidFill>
            <a:srgbClr val="FFFFFF"/>
          </a:solidFill>
          <a:ln w="19050">
            <a:solidFill>
              <a:srgbClr val="000000"/>
            </a:solidFill>
            <a:round/>
            <a:headEnd/>
            <a:tailEnd/>
          </a:ln>
        </p:spPr>
        <p:txBody>
          <a:bodyPr/>
          <a:lstStyle>
            <a:lvl1pPr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panose="020B060403050404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79" name="Text Box 5">
            <a:extLst>
              <a:ext uri="{FF2B5EF4-FFF2-40B4-BE49-F238E27FC236}">
                <a16:creationId xmlns:a16="http://schemas.microsoft.com/office/drawing/2014/main" id="{D7B9D2FB-B481-7E4A-A0F6-5F57E413C0A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81111" y="2307771"/>
            <a:ext cx="80010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Wait</a:t>
            </a:r>
            <a:endParaRPr kumimoji="0" lang="en-US" alt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80" name="Line 6">
            <a:extLst>
              <a:ext uri="{FF2B5EF4-FFF2-40B4-BE49-F238E27FC236}">
                <a16:creationId xmlns:a16="http://schemas.microsoft.com/office/drawing/2014/main" id="{96D79319-AAC7-2846-924D-45104B1A129F}"/>
              </a:ext>
            </a:extLst>
          </p:cNvPr>
          <p:cNvSpPr>
            <a:spLocks noChangeShapeType="1"/>
          </p:cNvSpPr>
          <p:nvPr/>
        </p:nvSpPr>
        <p:spPr bwMode="auto">
          <a:xfrm>
            <a:off x="2608036" y="1995488"/>
            <a:ext cx="2298700" cy="474662"/>
          </a:xfrm>
          <a:prstGeom prst="line">
            <a:avLst/>
          </a:prstGeom>
          <a:noFill/>
          <a:ln w="28575">
            <a:solidFill>
              <a:srgbClr val="000000"/>
            </a:solidFill>
            <a:prstDash val="dash"/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4" name="Freeform 10">
            <a:extLst>
              <a:ext uri="{FF2B5EF4-FFF2-40B4-BE49-F238E27FC236}">
                <a16:creationId xmlns:a16="http://schemas.microsoft.com/office/drawing/2014/main" id="{5510D433-027A-A141-B3D0-3E03E8DAE8A8}"/>
              </a:ext>
            </a:extLst>
          </p:cNvPr>
          <p:cNvSpPr>
            <a:spLocks/>
          </p:cNvSpPr>
          <p:nvPr/>
        </p:nvSpPr>
        <p:spPr bwMode="auto">
          <a:xfrm>
            <a:off x="5595711" y="1898650"/>
            <a:ext cx="828675" cy="1152525"/>
          </a:xfrm>
          <a:custGeom>
            <a:avLst/>
            <a:gdLst>
              <a:gd name="T0" fmla="*/ 2147483647 w 619"/>
              <a:gd name="T1" fmla="*/ 2147483647 h 1815"/>
              <a:gd name="T2" fmla="*/ 0 w 619"/>
              <a:gd name="T3" fmla="*/ 2147483647 h 1815"/>
              <a:gd name="T4" fmla="*/ 0 60000 65536"/>
              <a:gd name="T5" fmla="*/ 0 60000 65536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0" t="0" r="r" b="b"/>
            <a:pathLst>
              <a:path w="619" h="1815">
                <a:moveTo>
                  <a:pt x="39" y="1136"/>
                </a:moveTo>
                <a:cubicBezTo>
                  <a:pt x="619" y="1815"/>
                  <a:pt x="484" y="0"/>
                  <a:pt x="0" y="773"/>
                </a:cubicBezTo>
              </a:path>
            </a:pathLst>
          </a:custGeom>
          <a:noFill/>
          <a:ln w="19050" cmpd="sng">
            <a:solidFill>
              <a:srgbClr val="000000"/>
            </a:solidFill>
            <a:round/>
            <a:headEnd type="non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5" name="Text Box 11">
            <a:extLst>
              <a:ext uri="{FF2B5EF4-FFF2-40B4-BE49-F238E27FC236}">
                <a16:creationId xmlns:a16="http://schemas.microsoft.com/office/drawing/2014/main" id="{FCA8632E-A5B0-664A-9196-8A8B55D0CC4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89424" y="1668463"/>
            <a:ext cx="3570287" cy="5635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rdt_rcv</a:t>
            </a:r>
            <a:r>
              <a:rPr kumimoji="0" lang="en-US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(</a:t>
            </a:r>
            <a:r>
              <a:rPr kumimoji="0" lang="en-US" altLang="en-US" sz="1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rcvpkt</a:t>
            </a:r>
            <a:r>
              <a:rPr kumimoji="0" lang="en-US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  &amp;&amp; </a:t>
            </a:r>
            <a:r>
              <a:rPr kumimoji="0" lang="en-US" altLang="en-US" sz="1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notcorrupt</a:t>
            </a:r>
            <a:r>
              <a:rPr kumimoji="0" lang="en-US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(</a:t>
            </a:r>
            <a:r>
              <a:rPr kumimoji="0" lang="en-US" altLang="en-US" sz="1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rcvpkt</a:t>
            </a:r>
            <a:r>
              <a:rPr kumimoji="0" lang="en-US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  &amp;&amp; </a:t>
            </a:r>
            <a:r>
              <a:rPr kumimoji="0" lang="en-US" altLang="en-US" sz="1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hasseqnum</a:t>
            </a:r>
            <a:r>
              <a:rPr kumimoji="0" lang="en-US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(</a:t>
            </a:r>
            <a:r>
              <a:rPr kumimoji="0" lang="en-US" altLang="en-US" sz="1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rcvpkt,expectedseqnum</a:t>
            </a:r>
            <a:r>
              <a:rPr kumimoji="0" lang="en-US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) </a:t>
            </a:r>
            <a:endParaRPr kumimoji="0" lang="en-US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86" name="Line 12">
            <a:extLst>
              <a:ext uri="{FF2B5EF4-FFF2-40B4-BE49-F238E27FC236}">
                <a16:creationId xmlns:a16="http://schemas.microsoft.com/office/drawing/2014/main" id="{C6CE9EFA-3CCD-C14E-A5CF-3105777426B6}"/>
              </a:ext>
            </a:extLst>
          </p:cNvPr>
          <p:cNvSpPr>
            <a:spLocks noChangeShapeType="1"/>
          </p:cNvSpPr>
          <p:nvPr/>
        </p:nvSpPr>
        <p:spPr bwMode="auto">
          <a:xfrm>
            <a:off x="6159274" y="2360613"/>
            <a:ext cx="3175000" cy="1587"/>
          </a:xfrm>
          <a:prstGeom prst="line">
            <a:avLst/>
          </a:prstGeom>
          <a:noFill/>
          <a:ln w="1905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7" name="Text Box 13">
            <a:extLst>
              <a:ext uri="{FF2B5EF4-FFF2-40B4-BE49-F238E27FC236}">
                <a16:creationId xmlns:a16="http://schemas.microsoft.com/office/drawing/2014/main" id="{69836D4C-507C-6B47-A6BF-2C0D582C5DE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94186" y="2403475"/>
            <a:ext cx="4314825" cy="8588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extract(</a:t>
            </a:r>
            <a:r>
              <a:rPr kumimoji="0" lang="en-US" altLang="en-US" sz="1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rcvpkt,data</a:t>
            </a:r>
            <a:r>
              <a:rPr kumimoji="0" lang="en-US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deliver_data</a:t>
            </a:r>
            <a:r>
              <a:rPr kumimoji="0" lang="en-US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(data)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sndpkt</a:t>
            </a:r>
            <a:r>
              <a:rPr kumimoji="0" lang="en-US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 = </a:t>
            </a:r>
            <a:r>
              <a:rPr kumimoji="0" lang="en-US" altLang="en-US" sz="1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make_pkt</a:t>
            </a:r>
            <a:r>
              <a:rPr kumimoji="0" lang="en-US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(</a:t>
            </a:r>
            <a:r>
              <a:rPr kumimoji="0" lang="en-US" altLang="en-US" sz="1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expectedseqnum,ACK,chksum</a:t>
            </a:r>
            <a:r>
              <a:rPr kumimoji="0" lang="en-US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udt_send</a:t>
            </a:r>
            <a:r>
              <a:rPr kumimoji="0" lang="en-US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(</a:t>
            </a:r>
            <a:r>
              <a:rPr kumimoji="0" lang="en-US" altLang="en-US" sz="1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sndpkt</a:t>
            </a:r>
            <a:r>
              <a:rPr kumimoji="0" lang="en-US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expectedseqnum</a:t>
            </a:r>
            <a:r>
              <a:rPr kumimoji="0" lang="en-US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++</a:t>
            </a:r>
            <a:endParaRPr kumimoji="0" lang="en-US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ＭＳ Ｐゴシック" panose="020B0600070205080204" pitchFamily="34" charset="-128"/>
              <a:cs typeface="+mn-cs"/>
            </a:endParaRP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5021266A-A4B2-8A46-9C1D-2E9C56A7B822}"/>
              </a:ext>
            </a:extLst>
          </p:cNvPr>
          <p:cNvGrpSpPr/>
          <p:nvPr/>
        </p:nvGrpSpPr>
        <p:grpSpPr>
          <a:xfrm>
            <a:off x="4320949" y="1306513"/>
            <a:ext cx="1701605" cy="841375"/>
            <a:chOff x="4320949" y="1306513"/>
            <a:chExt cx="1701605" cy="841375"/>
          </a:xfrm>
        </p:grpSpPr>
        <p:sp>
          <p:nvSpPr>
            <p:cNvPr id="81" name="Text Box 7">
              <a:extLst>
                <a:ext uri="{FF2B5EF4-FFF2-40B4-BE49-F238E27FC236}">
                  <a16:creationId xmlns:a16="http://schemas.microsoft.com/office/drawing/2014/main" id="{C9553829-3975-2E49-9803-6EFDAFB5EBC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320949" y="1582738"/>
              <a:ext cx="1617662" cy="3143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4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udt_send(sndpkt)</a:t>
              </a:r>
              <a:endParaRPr kumimoji="0" lang="en-US" altLang="en-US" sz="1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82" name="Text Box 8">
              <a:extLst>
                <a:ext uri="{FF2B5EF4-FFF2-40B4-BE49-F238E27FC236}">
                  <a16:creationId xmlns:a16="http://schemas.microsoft.com/office/drawing/2014/main" id="{2E7739F4-D1B2-A747-870F-EBBF181526F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360636" y="1306513"/>
              <a:ext cx="1661918" cy="2476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any other event </a:t>
              </a:r>
              <a:endParaRPr kumimoji="0" lang="en-US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ＭＳ Ｐゴシック" panose="020B0600070205080204" pitchFamily="34" charset="-128"/>
                <a:cs typeface="+mn-cs"/>
              </a:endParaRPr>
            </a:p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83" name="Line 9">
              <a:extLst>
                <a:ext uri="{FF2B5EF4-FFF2-40B4-BE49-F238E27FC236}">
                  <a16:creationId xmlns:a16="http://schemas.microsoft.com/office/drawing/2014/main" id="{325C94EB-6A64-BC4A-A405-47C0EBE3885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441599" y="1603375"/>
              <a:ext cx="815975" cy="0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88" name="Freeform 14">
              <a:extLst>
                <a:ext uri="{FF2B5EF4-FFF2-40B4-BE49-F238E27FC236}">
                  <a16:creationId xmlns:a16="http://schemas.microsoft.com/office/drawing/2014/main" id="{B309A64A-7394-0245-8A9F-73E7049FB6F0}"/>
                </a:ext>
              </a:extLst>
            </p:cNvPr>
            <p:cNvSpPr>
              <a:spLocks/>
            </p:cNvSpPr>
            <p:nvPr/>
          </p:nvSpPr>
          <p:spPr bwMode="auto">
            <a:xfrm rot="5142103" flipH="1">
              <a:off x="5068662" y="1374775"/>
              <a:ext cx="393700" cy="1152525"/>
            </a:xfrm>
            <a:custGeom>
              <a:avLst/>
              <a:gdLst>
                <a:gd name="T0" fmla="*/ 2147483647 w 619"/>
                <a:gd name="T1" fmla="*/ 2147483647 h 1815"/>
                <a:gd name="T2" fmla="*/ 0 w 619"/>
                <a:gd name="T3" fmla="*/ 2147483647 h 1815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619" h="1815">
                  <a:moveTo>
                    <a:pt x="39" y="1136"/>
                  </a:moveTo>
                  <a:cubicBezTo>
                    <a:pt x="619" y="1815"/>
                    <a:pt x="484" y="0"/>
                    <a:pt x="0" y="773"/>
                  </a:cubicBezTo>
                </a:path>
              </a:pathLst>
            </a:custGeom>
            <a:noFill/>
            <a:ln w="19050" cmpd="sng">
              <a:solidFill>
                <a:srgbClr val="000000"/>
              </a:solidFill>
              <a:round/>
              <a:headEnd type="non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sp>
        <p:nvSpPr>
          <p:cNvPr id="89" name="Line 15">
            <a:extLst>
              <a:ext uri="{FF2B5EF4-FFF2-40B4-BE49-F238E27FC236}">
                <a16:creationId xmlns:a16="http://schemas.microsoft.com/office/drawing/2014/main" id="{DFB05333-8F2D-AD4D-AF5B-F08A11737E43}"/>
              </a:ext>
            </a:extLst>
          </p:cNvPr>
          <p:cNvSpPr>
            <a:spLocks noChangeShapeType="1"/>
          </p:cNvSpPr>
          <p:nvPr/>
        </p:nvSpPr>
        <p:spPr bwMode="auto">
          <a:xfrm>
            <a:off x="2547711" y="2408238"/>
            <a:ext cx="1238250" cy="0"/>
          </a:xfrm>
          <a:prstGeom prst="line">
            <a:avLst/>
          </a:prstGeom>
          <a:noFill/>
          <a:ln w="2857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0" name="Text Box 16">
            <a:extLst>
              <a:ext uri="{FF2B5EF4-FFF2-40B4-BE49-F238E27FC236}">
                <a16:creationId xmlns:a16="http://schemas.microsoft.com/office/drawing/2014/main" id="{72BCB5B4-7731-AE47-AA11-27C7F630563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57224" y="2428875"/>
            <a:ext cx="3641725" cy="981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expectedseqnum</a:t>
            </a:r>
            <a:r>
              <a:rPr kumimoji="0" lang="en-US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=1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sndpkt</a:t>
            </a:r>
            <a:r>
              <a:rPr kumimoji="0" lang="en-US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 =   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  </a:t>
            </a:r>
            <a:r>
              <a:rPr kumimoji="0" lang="en-US" altLang="en-US" sz="1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make_pkt</a:t>
            </a:r>
            <a:r>
              <a:rPr kumimoji="0" lang="en-US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(</a:t>
            </a:r>
            <a:r>
              <a:rPr kumimoji="0" lang="en-US" altLang="en-US" sz="1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expectedseqnum,ACK,chksum</a:t>
            </a:r>
            <a:r>
              <a:rPr kumimoji="0" lang="en-US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ＭＳ Ｐゴシック" panose="020B0600070205080204" pitchFamily="34" charset="-128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91" name="Text Box 17">
            <a:extLst>
              <a:ext uri="{FF2B5EF4-FFF2-40B4-BE49-F238E27FC236}">
                <a16:creationId xmlns:a16="http://schemas.microsoft.com/office/drawing/2014/main" id="{F76BD3C3-1C69-4441-A736-BFED27A3CAB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93736" y="2105025"/>
            <a:ext cx="323850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ymbol" charset="0"/>
                <a:ea typeface="ＭＳ Ｐゴシック" charset="0"/>
                <a:cs typeface="+mn-cs"/>
              </a:rPr>
              <a:t>L</a:t>
            </a:r>
          </a:p>
        </p:txBody>
      </p:sp>
      <p:sp>
        <p:nvSpPr>
          <p:cNvPr id="92" name="Rectangle 3">
            <a:extLst>
              <a:ext uri="{FF2B5EF4-FFF2-40B4-BE49-F238E27FC236}">
                <a16:creationId xmlns:a16="http://schemas.microsoft.com/office/drawing/2014/main" id="{C3CB9118-6DFF-F343-94F3-68C1B0042C12}"/>
              </a:ext>
            </a:extLst>
          </p:cNvPr>
          <p:cNvSpPr txBox="1">
            <a:spLocks noChangeArrowheads="1"/>
          </p:cNvSpPr>
          <p:nvPr/>
        </p:nvSpPr>
        <p:spPr>
          <a:xfrm>
            <a:off x="930389" y="3827462"/>
            <a:ext cx="10318069" cy="2854325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52425" marR="0" lvl="0" indent="-22225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pitchFamily="2" charset="2"/>
              <a:buNone/>
              <a:tabLst/>
              <a:defRPr/>
            </a:pP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ACK-only: always send ACK for correctly-received packet with highest </a:t>
            </a:r>
            <a:r>
              <a:rPr kumimoji="0" lang="en-US" altLang="en-US" sz="2800" b="0" i="1" u="none" strike="noStrike" kern="1200" cap="none" spc="0" normalizeH="0" baseline="0" noProof="0" dirty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in-order</a:t>
            </a: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 seq #</a:t>
            </a:r>
          </a:p>
          <a:p>
            <a:pPr marL="695325" marR="0" lvl="1" indent="-231775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may generate duplicate ACKs</a:t>
            </a:r>
          </a:p>
          <a:p>
            <a:pPr marL="695325" marR="0" lvl="1" indent="-231775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need only remember </a:t>
            </a:r>
            <a:r>
              <a:rPr kumimoji="0" lang="en-US" altLang="en-US" sz="24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ＭＳ Ｐゴシック" panose="020B0600070205080204" pitchFamily="34" charset="-128"/>
                <a:cs typeface="+mn-cs"/>
              </a:rPr>
              <a:t>expectedseqnum</a:t>
            </a:r>
            <a:endParaRPr kumimoji="0" lang="en-US" altLang="en-US" sz="2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ourier New" panose="02070309020205020404" pitchFamily="49" charset="0"/>
              <a:ea typeface="ＭＳ Ｐゴシック" panose="020B0600070205080204" pitchFamily="34" charset="-128"/>
              <a:cs typeface="+mn-cs"/>
            </a:endParaRPr>
          </a:p>
          <a:p>
            <a:pPr marL="352425" marR="0" lvl="0" indent="-22225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pitchFamily="2" charset="2"/>
              <a:buChar char="§"/>
              <a:tabLst/>
              <a:defRPr/>
            </a:pP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out-of-order packet: </a:t>
            </a:r>
          </a:p>
          <a:p>
            <a:pPr marL="695325" marR="0" lvl="1" indent="-231775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discard (don’</a:t>
            </a:r>
            <a:r>
              <a:rPr kumimoji="0" lang="en-US" altLang="ja-JP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t buffer): </a:t>
            </a:r>
            <a:r>
              <a:rPr kumimoji="0" lang="en-US" altLang="ja-JP" sz="2400" b="0" i="1" u="none" strike="noStrike" kern="1200" cap="none" spc="0" normalizeH="0" baseline="0" noProof="0" dirty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no receiver buffering!</a:t>
            </a:r>
          </a:p>
          <a:p>
            <a:pPr marL="695325" marR="0" lvl="1" indent="-231775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re-ACK pkt with highest in-order seq #</a:t>
            </a:r>
          </a:p>
        </p:txBody>
      </p:sp>
    </p:spTree>
    <p:extLst>
      <p:ext uri="{BB962C8B-B14F-4D97-AF65-F5344CB8AC3E}">
        <p14:creationId xmlns:p14="http://schemas.microsoft.com/office/powerpoint/2010/main" val="31982049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5" grpId="0"/>
      <p:bldP spid="87" grpId="0"/>
    </p:bld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8CD900-19EC-824C-BF74-AADFBF5A17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8690" y="289325"/>
            <a:ext cx="11393310" cy="894622"/>
          </a:xfrm>
        </p:spPr>
        <p:txBody>
          <a:bodyPr>
            <a:normAutofit/>
          </a:bodyPr>
          <a:lstStyle/>
          <a:p>
            <a:r>
              <a:rPr lang="en-US" sz="4800" dirty="0"/>
              <a:t>TCP sender </a:t>
            </a:r>
            <a:r>
              <a:rPr lang="en-US" dirty="0"/>
              <a:t>(simplified)</a:t>
            </a:r>
            <a:endParaRPr lang="en-US" sz="4400" b="0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07E4337-A925-084B-B48F-23146A4A73A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Transport Layer: 3-</a:t>
            </a:r>
            <a:fld id="{C4204591-24BD-A542-B9D5-F8D8A88D2FEE}" type="slidenum">
              <a:rPr kumimoji="0" lang="en-US" sz="1100" b="0" i="0" u="none" strike="noStrike" kern="1200" cap="none" spc="0" normalizeH="0" baseline="0" noProof="0" smtClean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58</a:t>
            </a:fld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50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3" name="Oval 7">
            <a:extLst>
              <a:ext uri="{FF2B5EF4-FFF2-40B4-BE49-F238E27FC236}">
                <a16:creationId xmlns:a16="http://schemas.microsoft.com/office/drawing/2014/main" id="{AEE49C95-3701-8840-977E-61D904B2CC83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99050" y="2604687"/>
            <a:ext cx="1071562" cy="971550"/>
          </a:xfrm>
          <a:prstGeom prst="ellipse">
            <a:avLst/>
          </a:prstGeom>
          <a:solidFill>
            <a:srgbClr val="000099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charset="0"/>
              <a:ea typeface="ＭＳ Ｐゴシック" charset="0"/>
              <a:cs typeface="+mn-cs"/>
            </a:endParaRPr>
          </a:p>
        </p:txBody>
      </p:sp>
      <p:sp>
        <p:nvSpPr>
          <p:cNvPr id="34" name="Oval 6">
            <a:extLst>
              <a:ext uri="{FF2B5EF4-FFF2-40B4-BE49-F238E27FC236}">
                <a16:creationId xmlns:a16="http://schemas.microsoft.com/office/drawing/2014/main" id="{4382DF8F-AB7B-5D44-AF4D-18DC3B9D59EA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24437" y="2652312"/>
            <a:ext cx="1071563" cy="971550"/>
          </a:xfrm>
          <a:prstGeom prst="ellipse">
            <a:avLst/>
          </a:prstGeom>
          <a:solidFill>
            <a:srgbClr val="FFFFFF"/>
          </a:solidFill>
          <a:ln w="9525">
            <a:solidFill>
              <a:srgbClr val="0000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charset="0"/>
              <a:ea typeface="ＭＳ Ｐゴシック" charset="0"/>
              <a:cs typeface="+mn-cs"/>
            </a:endParaRPr>
          </a:p>
        </p:txBody>
      </p:sp>
      <p:sp>
        <p:nvSpPr>
          <p:cNvPr id="35" name="Text Box 5">
            <a:extLst>
              <a:ext uri="{FF2B5EF4-FFF2-40B4-BE49-F238E27FC236}">
                <a16:creationId xmlns:a16="http://schemas.microsoft.com/office/drawing/2014/main" id="{9107608A-E6DF-3F4B-BF4B-FFB43090816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08563" y="2655487"/>
            <a:ext cx="889025" cy="98610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  <a:cs typeface="+mn-cs"/>
              </a:rPr>
              <a:t>wait</a:t>
            </a:r>
          </a:p>
          <a:p>
            <a:pPr marL="0" marR="0" lvl="0" indent="0" algn="ctr" defTabSz="914400" rtl="0" eaLnBrk="0" fontAlgn="base" latinLnBrk="0" hangingPunct="0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  <a:cs typeface="+mn-cs"/>
              </a:rPr>
              <a:t>for </a:t>
            </a:r>
          </a:p>
          <a:p>
            <a:pPr marL="0" marR="0" lvl="0" indent="0" algn="ctr" defTabSz="914400" rtl="0" eaLnBrk="0" fontAlgn="base" latinLnBrk="0" hangingPunct="0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  <a:cs typeface="+mn-cs"/>
              </a:rPr>
              <a:t>event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ＭＳ Ｐゴシック" charset="0"/>
              <a:cs typeface="+mn-cs"/>
            </a:endParaRPr>
          </a:p>
        </p:txBody>
      </p:sp>
      <p:sp>
        <p:nvSpPr>
          <p:cNvPr id="36" name="Line 8">
            <a:extLst>
              <a:ext uri="{FF2B5EF4-FFF2-40B4-BE49-F238E27FC236}">
                <a16:creationId xmlns:a16="http://schemas.microsoft.com/office/drawing/2014/main" id="{8F3151C2-1919-C44F-BBE7-B56B7FFA5203}"/>
              </a:ext>
            </a:extLst>
          </p:cNvPr>
          <p:cNvSpPr>
            <a:spLocks noChangeShapeType="1"/>
          </p:cNvSpPr>
          <p:nvPr/>
        </p:nvSpPr>
        <p:spPr bwMode="auto">
          <a:xfrm>
            <a:off x="4057650" y="2122087"/>
            <a:ext cx="1071562" cy="688975"/>
          </a:xfrm>
          <a:prstGeom prst="line">
            <a:avLst/>
          </a:prstGeom>
          <a:noFill/>
          <a:ln w="9525">
            <a:solidFill>
              <a:srgbClr val="000000"/>
            </a:solidFill>
            <a:prstDash val="dash"/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charset="0"/>
              <a:ea typeface="ＭＳ Ｐゴシック" charset="0"/>
              <a:cs typeface="+mn-cs"/>
            </a:endParaRPr>
          </a:p>
        </p:txBody>
      </p:sp>
      <p:sp>
        <p:nvSpPr>
          <p:cNvPr id="37" name="Text Box 9">
            <a:extLst>
              <a:ext uri="{FF2B5EF4-FFF2-40B4-BE49-F238E27FC236}">
                <a16:creationId xmlns:a16="http://schemas.microsoft.com/office/drawing/2014/main" id="{FA7373C1-8C55-7C43-912E-59BC5D56C62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16187" y="2749150"/>
            <a:ext cx="2546350" cy="5175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rPr>
              <a:t>NextSeqNum = InitialSeqNum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rPr>
              <a:t>SendBase = InitialSeqNum</a:t>
            </a:r>
          </a:p>
        </p:txBody>
      </p:sp>
      <p:sp>
        <p:nvSpPr>
          <p:cNvPr id="38" name="Line 10">
            <a:extLst>
              <a:ext uri="{FF2B5EF4-FFF2-40B4-BE49-F238E27FC236}">
                <a16:creationId xmlns:a16="http://schemas.microsoft.com/office/drawing/2014/main" id="{9EE0499A-1821-9E42-88DA-1FF2FAACADFD}"/>
              </a:ext>
            </a:extLst>
          </p:cNvPr>
          <p:cNvSpPr>
            <a:spLocks noChangeShapeType="1"/>
          </p:cNvSpPr>
          <p:nvPr/>
        </p:nvSpPr>
        <p:spPr bwMode="auto">
          <a:xfrm>
            <a:off x="2619375" y="2763437"/>
            <a:ext cx="2179637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charset="0"/>
              <a:ea typeface="ＭＳ Ｐゴシック" charset="0"/>
              <a:cs typeface="+mn-cs"/>
            </a:endParaRPr>
          </a:p>
        </p:txBody>
      </p:sp>
      <p:sp>
        <p:nvSpPr>
          <p:cNvPr id="39" name="Text Box 11">
            <a:extLst>
              <a:ext uri="{FF2B5EF4-FFF2-40B4-BE49-F238E27FC236}">
                <a16:creationId xmlns:a16="http://schemas.microsoft.com/office/drawing/2014/main" id="{24B96F0E-7496-184A-B796-2170A0DFDFD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89325" y="2445937"/>
            <a:ext cx="341312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ymbol" charset="0"/>
                <a:ea typeface="ＭＳ Ｐゴシック" charset="0"/>
                <a:cs typeface="+mn-cs"/>
              </a:rPr>
              <a:t>L</a:t>
            </a:r>
          </a:p>
        </p:txBody>
      </p:sp>
      <p:grpSp>
        <p:nvGrpSpPr>
          <p:cNvPr id="44" name="Group 20">
            <a:extLst>
              <a:ext uri="{FF2B5EF4-FFF2-40B4-BE49-F238E27FC236}">
                <a16:creationId xmlns:a16="http://schemas.microsoft.com/office/drawing/2014/main" id="{5DAC0271-9C2B-BF4E-A7E8-B4AF357CB628}"/>
              </a:ext>
            </a:extLst>
          </p:cNvPr>
          <p:cNvGrpSpPr>
            <a:grpSpLocks/>
          </p:cNvGrpSpPr>
          <p:nvPr/>
        </p:nvGrpSpPr>
        <p:grpSpPr bwMode="auto">
          <a:xfrm>
            <a:off x="7007225" y="3280962"/>
            <a:ext cx="3298825" cy="1147763"/>
            <a:chOff x="1270" y="3518"/>
            <a:chExt cx="2078" cy="723"/>
          </a:xfrm>
        </p:grpSpPr>
        <p:sp>
          <p:nvSpPr>
            <p:cNvPr id="45" name="Text Box 16">
              <a:extLst>
                <a:ext uri="{FF2B5EF4-FFF2-40B4-BE49-F238E27FC236}">
                  <a16:creationId xmlns:a16="http://schemas.microsoft.com/office/drawing/2014/main" id="{6AFBB2D7-1C52-B648-9CD4-E49942333FF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275" y="3721"/>
              <a:ext cx="2073" cy="52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rPr>
                <a:t>retransmit not-yet-</a:t>
              </a:r>
              <a:r>
                <a:rPr kumimoji="0" lang="en-US" sz="1600" b="0" i="0" u="none" strike="noStrike" kern="0" cap="none" spc="0" normalizeH="0" baseline="0" noProof="0" dirty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rPr>
                <a:t>acked</a:t>
              </a:r>
              <a:r>
                <a:rPr kumimoji="0" lang="en-US" sz="16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rPr>
                <a:t> segment         	with smallest seq. #</a:t>
              </a:r>
            </a:p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rPr>
                <a:t>start timer</a:t>
              </a:r>
            </a:p>
          </p:txBody>
        </p:sp>
        <p:sp>
          <p:nvSpPr>
            <p:cNvPr id="46" name="Text Box 17">
              <a:extLst>
                <a:ext uri="{FF2B5EF4-FFF2-40B4-BE49-F238E27FC236}">
                  <a16:creationId xmlns:a16="http://schemas.microsoft.com/office/drawing/2014/main" id="{5970790B-FC19-414F-9997-B611A9542BD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270" y="3518"/>
              <a:ext cx="547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rPr>
                <a:t>timeout</a:t>
              </a:r>
            </a:p>
          </p:txBody>
        </p:sp>
        <p:sp>
          <p:nvSpPr>
            <p:cNvPr id="47" name="Line 18">
              <a:extLst>
                <a:ext uri="{FF2B5EF4-FFF2-40B4-BE49-F238E27FC236}">
                  <a16:creationId xmlns:a16="http://schemas.microsoft.com/office/drawing/2014/main" id="{87A9E4B3-EADE-8342-A00F-5E875E6FCDD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342" y="3741"/>
              <a:ext cx="1881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</p:grpSp>
      <p:grpSp>
        <p:nvGrpSpPr>
          <p:cNvPr id="48" name="Group 24">
            <a:extLst>
              <a:ext uri="{FF2B5EF4-FFF2-40B4-BE49-F238E27FC236}">
                <a16:creationId xmlns:a16="http://schemas.microsoft.com/office/drawing/2014/main" id="{EE8A5244-EE4F-6A4E-A86A-5AA61738784D}"/>
              </a:ext>
            </a:extLst>
          </p:cNvPr>
          <p:cNvGrpSpPr>
            <a:grpSpLocks/>
          </p:cNvGrpSpPr>
          <p:nvPr/>
        </p:nvGrpSpPr>
        <p:grpSpPr bwMode="auto">
          <a:xfrm>
            <a:off x="3154362" y="4387450"/>
            <a:ext cx="4703763" cy="2181225"/>
            <a:chOff x="678" y="2592"/>
            <a:chExt cx="2963" cy="1374"/>
          </a:xfrm>
        </p:grpSpPr>
        <p:sp>
          <p:nvSpPr>
            <p:cNvPr id="49" name="Text Box 3">
              <a:extLst>
                <a:ext uri="{FF2B5EF4-FFF2-40B4-BE49-F238E27FC236}">
                  <a16:creationId xmlns:a16="http://schemas.microsoft.com/office/drawing/2014/main" id="{860513BA-6810-4647-A5EF-3117915844B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78" y="2830"/>
              <a:ext cx="2963" cy="113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FF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6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if (y &gt; SendBase) { </a:t>
              </a:r>
            </a:p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6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    SendBase = y </a:t>
              </a:r>
            </a:p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6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    /* SendBase–1: last cumulatively ACKed byte */</a:t>
              </a:r>
            </a:p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6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    if (there are currently not-yet-acked segments)</a:t>
              </a:r>
            </a:p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6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         start timer</a:t>
              </a:r>
            </a:p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6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       else stop timer </a:t>
              </a:r>
            </a:p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6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     } </a:t>
              </a:r>
            </a:p>
          </p:txBody>
        </p:sp>
        <p:sp>
          <p:nvSpPr>
            <p:cNvPr id="50" name="Text Box 21">
              <a:extLst>
                <a:ext uri="{FF2B5EF4-FFF2-40B4-BE49-F238E27FC236}">
                  <a16:creationId xmlns:a16="http://schemas.microsoft.com/office/drawing/2014/main" id="{F08FB636-850A-A340-AD2D-3080625A071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05" y="2592"/>
              <a:ext cx="2200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rPr>
                <a:t>ACK received, with ACK field value y </a:t>
              </a:r>
            </a:p>
          </p:txBody>
        </p:sp>
        <p:sp>
          <p:nvSpPr>
            <p:cNvPr id="51" name="Line 22">
              <a:extLst>
                <a:ext uri="{FF2B5EF4-FFF2-40B4-BE49-F238E27FC236}">
                  <a16:creationId xmlns:a16="http://schemas.microsoft.com/office/drawing/2014/main" id="{6721EFEB-A8ED-EF45-8839-FF1DAFD1916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48" y="2815"/>
              <a:ext cx="2078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</p:grpSp>
      <p:grpSp>
        <p:nvGrpSpPr>
          <p:cNvPr id="4" name="Group 3">
            <a:extLst>
              <a:ext uri="{FF2B5EF4-FFF2-40B4-BE49-F238E27FC236}">
                <a16:creationId xmlns:a16="http://schemas.microsoft.com/office/drawing/2014/main" id="{79B1A741-486C-BF44-8B85-42BB7118DCB9}"/>
              </a:ext>
            </a:extLst>
          </p:cNvPr>
          <p:cNvGrpSpPr/>
          <p:nvPr/>
        </p:nvGrpSpPr>
        <p:grpSpPr>
          <a:xfrm>
            <a:off x="5851525" y="1207687"/>
            <a:ext cx="5207000" cy="1928813"/>
            <a:chOff x="5851525" y="1207687"/>
            <a:chExt cx="5207000" cy="1928813"/>
          </a:xfrm>
        </p:grpSpPr>
        <p:grpSp>
          <p:nvGrpSpPr>
            <p:cNvPr id="40" name="Group 23">
              <a:extLst>
                <a:ext uri="{FF2B5EF4-FFF2-40B4-BE49-F238E27FC236}">
                  <a16:creationId xmlns:a16="http://schemas.microsoft.com/office/drawing/2014/main" id="{B6E6CEF6-4DBB-3B4F-AE17-B6B34791A38D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6807200" y="1207687"/>
              <a:ext cx="4251325" cy="1928813"/>
              <a:chOff x="3003" y="1263"/>
              <a:chExt cx="2678" cy="1215"/>
            </a:xfrm>
          </p:grpSpPr>
          <p:sp>
            <p:nvSpPr>
              <p:cNvPr id="41" name="Text Box 12">
                <a:extLst>
                  <a:ext uri="{FF2B5EF4-FFF2-40B4-BE49-F238E27FC236}">
                    <a16:creationId xmlns:a16="http://schemas.microsoft.com/office/drawing/2014/main" id="{7A88DE26-A510-0A4A-B4CC-440285C50910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019" y="1456"/>
                <a:ext cx="2662" cy="102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5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ahoma" panose="020B0604030504040204" pitchFamily="34" charset="0"/>
                    <a:ea typeface="ＭＳ Ｐゴシック" panose="020B0600070205080204" pitchFamily="34" charset="-128"/>
                    <a:cs typeface="+mn-cs"/>
                  </a:rPr>
                  <a:t>create segment, seq. #: </a:t>
                </a:r>
                <a:r>
                  <a:rPr kumimoji="0" lang="en-US" altLang="en-US" sz="1600" b="0" i="0" u="none" strike="noStrike" kern="0" cap="none" spc="0" normalizeH="0" baseline="0" noProof="0" dirty="0" err="1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ahoma" panose="020B0604030504040204" pitchFamily="34" charset="0"/>
                    <a:ea typeface="ＭＳ Ｐゴシック" panose="020B0600070205080204" pitchFamily="34" charset="-128"/>
                    <a:cs typeface="+mn-cs"/>
                  </a:rPr>
                  <a:t>NextSeqNum</a:t>
                </a:r>
                <a:endParaRPr kumimoji="0" lang="en-US" altLang="en-US" sz="16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anose="020B0604030504040204" pitchFamily="34" charset="0"/>
                  <a:ea typeface="ＭＳ Ｐゴシック" panose="020B0600070205080204" pitchFamily="34" charset="-128"/>
                  <a:cs typeface="+mn-cs"/>
                </a:endParaRPr>
              </a:p>
              <a:p>
                <a:pPr marL="0" marR="0" lvl="0" indent="0" algn="l" defTabSz="914400" rtl="0" eaLnBrk="0" fontAlgn="base" latinLnBrk="0" hangingPunct="0">
                  <a:lnSpc>
                    <a:spcPct val="105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ahoma" panose="020B0604030504040204" pitchFamily="34" charset="0"/>
                    <a:ea typeface="ＭＳ Ｐゴシック" panose="020B0600070205080204" pitchFamily="34" charset="-128"/>
                    <a:cs typeface="+mn-cs"/>
                  </a:rPr>
                  <a:t>pass segment to IP (i.e., </a:t>
                </a:r>
                <a:r>
                  <a:rPr kumimoji="0" lang="ja-JP" altLang="en-US" sz="16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ahoma" panose="020B0604030504040204" pitchFamily="34" charset="0"/>
                    <a:ea typeface="ＭＳ Ｐゴシック" panose="020B0600070205080204" pitchFamily="34" charset="-128"/>
                    <a:cs typeface="+mn-cs"/>
                  </a:rPr>
                  <a:t>“</a:t>
                </a:r>
                <a:r>
                  <a:rPr kumimoji="0" lang="en-US" altLang="ja-JP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ahoma" panose="020B0604030504040204" pitchFamily="34" charset="0"/>
                    <a:ea typeface="ＭＳ Ｐゴシック" panose="020B0600070205080204" pitchFamily="34" charset="-128"/>
                    <a:cs typeface="+mn-cs"/>
                  </a:rPr>
                  <a:t>send</a:t>
                </a:r>
                <a:r>
                  <a:rPr kumimoji="0" lang="ja-JP" altLang="en-US" sz="16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ahoma" panose="020B0604030504040204" pitchFamily="34" charset="0"/>
                    <a:ea typeface="ＭＳ Ｐゴシック" panose="020B0600070205080204" pitchFamily="34" charset="-128"/>
                    <a:cs typeface="+mn-cs"/>
                  </a:rPr>
                  <a:t>”</a:t>
                </a:r>
                <a:r>
                  <a:rPr kumimoji="0" lang="en-US" altLang="ja-JP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ahoma" panose="020B0604030504040204" pitchFamily="34" charset="0"/>
                    <a:ea typeface="ＭＳ Ｐゴシック" panose="020B0600070205080204" pitchFamily="34" charset="-128"/>
                    <a:cs typeface="+mn-cs"/>
                  </a:rPr>
                  <a:t>)</a:t>
                </a:r>
              </a:p>
              <a:p>
                <a:pPr marL="0" marR="0" lvl="0" indent="0" algn="l" defTabSz="914400" rtl="0" eaLnBrk="0" fontAlgn="base" latinLnBrk="0" hangingPunct="0">
                  <a:lnSpc>
                    <a:spcPct val="105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1600" b="0" i="0" u="none" strike="noStrike" kern="0" cap="none" spc="0" normalizeH="0" baseline="0" noProof="0" dirty="0" err="1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ahoma" panose="020B0604030504040204" pitchFamily="34" charset="0"/>
                    <a:ea typeface="ＭＳ Ｐゴシック" panose="020B0600070205080204" pitchFamily="34" charset="-128"/>
                    <a:cs typeface="+mn-cs"/>
                  </a:rPr>
                  <a:t>NextSeqNum</a:t>
                </a:r>
                <a:r>
                  <a:rPr kumimoji="0" lang="en-US" alt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ahoma" panose="020B0604030504040204" pitchFamily="34" charset="0"/>
                    <a:ea typeface="ＭＳ Ｐゴシック" panose="020B0600070205080204" pitchFamily="34" charset="-128"/>
                    <a:cs typeface="+mn-cs"/>
                  </a:rPr>
                  <a:t> = </a:t>
                </a:r>
                <a:r>
                  <a:rPr kumimoji="0" lang="en-US" altLang="en-US" sz="1600" b="0" i="0" u="none" strike="noStrike" kern="0" cap="none" spc="0" normalizeH="0" baseline="0" noProof="0" dirty="0" err="1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ahoma" panose="020B0604030504040204" pitchFamily="34" charset="0"/>
                    <a:ea typeface="ＭＳ Ｐゴシック" panose="020B0600070205080204" pitchFamily="34" charset="-128"/>
                    <a:cs typeface="+mn-cs"/>
                  </a:rPr>
                  <a:t>NextSeqNum</a:t>
                </a:r>
                <a:r>
                  <a:rPr kumimoji="0" lang="en-US" alt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ahoma" panose="020B0604030504040204" pitchFamily="34" charset="0"/>
                    <a:ea typeface="ＭＳ Ｐゴシック" panose="020B0600070205080204" pitchFamily="34" charset="-128"/>
                    <a:cs typeface="+mn-cs"/>
                  </a:rPr>
                  <a:t> + length(data) </a:t>
                </a:r>
              </a:p>
              <a:p>
                <a:pPr marL="0" marR="0" lvl="0" indent="0" algn="l" defTabSz="914400" rtl="0" eaLnBrk="0" fontAlgn="base" latinLnBrk="0" hangingPunct="0">
                  <a:lnSpc>
                    <a:spcPct val="105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ahoma" panose="020B0604030504040204" pitchFamily="34" charset="0"/>
                    <a:ea typeface="ＭＳ Ｐゴシック" panose="020B0600070205080204" pitchFamily="34" charset="-128"/>
                    <a:cs typeface="+mn-cs"/>
                  </a:rPr>
                  <a:t>if (timer currently not running)</a:t>
                </a:r>
              </a:p>
              <a:p>
                <a:pPr marL="0" marR="0" lvl="0" indent="0" algn="l" defTabSz="914400" rtl="0" eaLnBrk="0" fontAlgn="base" latinLnBrk="0" hangingPunct="0">
                  <a:lnSpc>
                    <a:spcPct val="105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ahoma" panose="020B0604030504040204" pitchFamily="34" charset="0"/>
                    <a:ea typeface="ＭＳ Ｐゴシック" panose="020B0600070205080204" pitchFamily="34" charset="-128"/>
                    <a:cs typeface="+mn-cs"/>
                  </a:rPr>
                  <a:t>    start timer</a:t>
                </a:r>
              </a:p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ahoma" panose="020B0604030504040204" pitchFamily="34" charset="0"/>
                    <a:ea typeface="ＭＳ Ｐゴシック" panose="020B0600070205080204" pitchFamily="34" charset="-128"/>
                    <a:cs typeface="+mn-cs"/>
                  </a:rPr>
                  <a:t>                 </a:t>
                </a:r>
              </a:p>
            </p:txBody>
          </p:sp>
          <p:sp>
            <p:nvSpPr>
              <p:cNvPr id="42" name="Text Box 13">
                <a:extLst>
                  <a:ext uri="{FF2B5EF4-FFF2-40B4-BE49-F238E27FC236}">
                    <a16:creationId xmlns:a16="http://schemas.microsoft.com/office/drawing/2014/main" id="{CEB8FD90-4E39-F042-9DE2-7DF5161F8082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003" y="1263"/>
                <a:ext cx="2204" cy="21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1pPr>
                <a:lvl2pPr marL="742950" indent="-285750"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2pPr>
                <a:lvl3pPr marL="1143000" indent="-228600"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3pPr>
                <a:lvl4pPr marL="1600200" indent="-228600"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4pPr>
                <a:lvl5pPr marL="2057400" indent="-228600"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9pPr>
              </a:lstStyle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6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ahoma" charset="0"/>
                    <a:ea typeface="ＭＳ Ｐゴシック" charset="0"/>
                    <a:cs typeface="+mn-cs"/>
                  </a:rPr>
                  <a:t>data received from application above</a:t>
                </a:r>
              </a:p>
            </p:txBody>
          </p:sp>
          <p:sp>
            <p:nvSpPr>
              <p:cNvPr id="43" name="Line 15">
                <a:extLst>
                  <a:ext uri="{FF2B5EF4-FFF2-40B4-BE49-F238E27FC236}">
                    <a16:creationId xmlns:a16="http://schemas.microsoft.com/office/drawing/2014/main" id="{56FB6C1C-68FD-F84A-9A69-D2A395C7F8C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081" y="1490"/>
                <a:ext cx="1743" cy="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endParaRPr>
              </a:p>
            </p:txBody>
          </p:sp>
        </p:grpSp>
        <p:sp>
          <p:nvSpPr>
            <p:cNvPr id="52" name="Freeform 26">
              <a:extLst>
                <a:ext uri="{FF2B5EF4-FFF2-40B4-BE49-F238E27FC236}">
                  <a16:creationId xmlns:a16="http://schemas.microsoft.com/office/drawing/2014/main" id="{AA519815-C838-5845-89FD-C86F92C307DE}"/>
                </a:ext>
              </a:extLst>
            </p:cNvPr>
            <p:cNvSpPr>
              <a:spLocks/>
            </p:cNvSpPr>
            <p:nvPr/>
          </p:nvSpPr>
          <p:spPr bwMode="auto">
            <a:xfrm>
              <a:off x="5851525" y="1518837"/>
              <a:ext cx="1254125" cy="1258888"/>
            </a:xfrm>
            <a:custGeom>
              <a:avLst/>
              <a:gdLst>
                <a:gd name="T0" fmla="*/ 2147483647 w 1052"/>
                <a:gd name="T1" fmla="*/ 2147483647 h 990"/>
                <a:gd name="T2" fmla="*/ 2147483647 w 1052"/>
                <a:gd name="T3" fmla="*/ 2147483647 h 990"/>
                <a:gd name="T4" fmla="*/ 2147483647 w 1052"/>
                <a:gd name="T5" fmla="*/ 2147483647 h 990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052" h="990">
                  <a:moveTo>
                    <a:pt x="26" y="825"/>
                  </a:moveTo>
                  <a:cubicBezTo>
                    <a:pt x="0" y="569"/>
                    <a:pt x="98" y="0"/>
                    <a:pt x="575" y="386"/>
                  </a:cubicBezTo>
                  <a:cubicBezTo>
                    <a:pt x="1052" y="772"/>
                    <a:pt x="404" y="968"/>
                    <a:pt x="208" y="990"/>
                  </a:cubicBezTo>
                </a:path>
              </a:pathLst>
            </a:custGeom>
            <a:noFill/>
            <a:ln w="19050" cap="flat" cmpd="sng">
              <a:solidFill>
                <a:srgbClr val="000000"/>
              </a:solidFill>
              <a:prstDash val="solid"/>
              <a:round/>
              <a:headEnd type="none" w="med" len="med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</p:grpSp>
      <p:sp>
        <p:nvSpPr>
          <p:cNvPr id="53" name="Freeform 27">
            <a:extLst>
              <a:ext uri="{FF2B5EF4-FFF2-40B4-BE49-F238E27FC236}">
                <a16:creationId xmlns:a16="http://schemas.microsoft.com/office/drawing/2014/main" id="{EB1F0479-6BD0-D543-90D5-7AFE90D621A1}"/>
              </a:ext>
            </a:extLst>
          </p:cNvPr>
          <p:cNvSpPr>
            <a:spLocks/>
          </p:cNvSpPr>
          <p:nvPr/>
        </p:nvSpPr>
        <p:spPr bwMode="auto">
          <a:xfrm rot="4468137">
            <a:off x="6174581" y="2991244"/>
            <a:ext cx="1254125" cy="1258887"/>
          </a:xfrm>
          <a:custGeom>
            <a:avLst/>
            <a:gdLst>
              <a:gd name="T0" fmla="*/ 2147483647 w 1052"/>
              <a:gd name="T1" fmla="*/ 2147483647 h 990"/>
              <a:gd name="T2" fmla="*/ 2147483647 w 1052"/>
              <a:gd name="T3" fmla="*/ 2147483647 h 990"/>
              <a:gd name="T4" fmla="*/ 2147483647 w 1052"/>
              <a:gd name="T5" fmla="*/ 2147483647 h 990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1052" h="990">
                <a:moveTo>
                  <a:pt x="26" y="825"/>
                </a:moveTo>
                <a:cubicBezTo>
                  <a:pt x="0" y="569"/>
                  <a:pt x="98" y="0"/>
                  <a:pt x="575" y="386"/>
                </a:cubicBezTo>
                <a:cubicBezTo>
                  <a:pt x="1052" y="772"/>
                  <a:pt x="404" y="968"/>
                  <a:pt x="208" y="990"/>
                </a:cubicBezTo>
              </a:path>
            </a:pathLst>
          </a:cu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54" name="Freeform 28">
            <a:extLst>
              <a:ext uri="{FF2B5EF4-FFF2-40B4-BE49-F238E27FC236}">
                <a16:creationId xmlns:a16="http://schemas.microsoft.com/office/drawing/2014/main" id="{2E63ACF7-EE89-E746-B66A-29ADCFBB70D8}"/>
              </a:ext>
            </a:extLst>
          </p:cNvPr>
          <p:cNvSpPr>
            <a:spLocks/>
          </p:cNvSpPr>
          <p:nvPr/>
        </p:nvSpPr>
        <p:spPr bwMode="auto">
          <a:xfrm rot="10674503">
            <a:off x="4116387" y="3490512"/>
            <a:ext cx="1254125" cy="1258888"/>
          </a:xfrm>
          <a:custGeom>
            <a:avLst/>
            <a:gdLst>
              <a:gd name="T0" fmla="*/ 2147483647 w 1052"/>
              <a:gd name="T1" fmla="*/ 2147483647 h 990"/>
              <a:gd name="T2" fmla="*/ 2147483647 w 1052"/>
              <a:gd name="T3" fmla="*/ 2147483647 h 990"/>
              <a:gd name="T4" fmla="*/ 2147483647 w 1052"/>
              <a:gd name="T5" fmla="*/ 2147483647 h 990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1052" h="990">
                <a:moveTo>
                  <a:pt x="26" y="825"/>
                </a:moveTo>
                <a:cubicBezTo>
                  <a:pt x="0" y="569"/>
                  <a:pt x="98" y="0"/>
                  <a:pt x="575" y="386"/>
                </a:cubicBezTo>
                <a:cubicBezTo>
                  <a:pt x="1052" y="772"/>
                  <a:pt x="404" y="968"/>
                  <a:pt x="208" y="990"/>
                </a:cubicBezTo>
              </a:path>
            </a:pathLst>
          </a:cu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ＭＳ Ｐゴシック" panose="020B0600070205080204" pitchFamily="34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0939988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0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3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3" grpId="0" animBg="1"/>
      <p:bldP spid="54" grpId="0" animBg="1"/>
    </p:bld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8CD900-19EC-824C-BF74-AADFBF5A17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8690" y="289325"/>
            <a:ext cx="11393310" cy="894622"/>
          </a:xfrm>
        </p:spPr>
        <p:txBody>
          <a:bodyPr>
            <a:normAutofit/>
          </a:bodyPr>
          <a:lstStyle/>
          <a:p>
            <a:r>
              <a:rPr lang="en-US" sz="4800" dirty="0"/>
              <a:t>TCP 3-way handshake FSM</a:t>
            </a:r>
            <a:endParaRPr lang="en-US" sz="4400" b="0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07E4337-A925-084B-B48F-23146A4A73A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Transport Layer: 3-</a:t>
            </a:r>
            <a:fld id="{C4204591-24BD-A542-B9D5-F8D8A88D2FEE}" type="slidenum">
              <a:rPr kumimoji="0" lang="en-US" sz="1100" b="0" i="0" u="none" strike="noStrike" kern="1200" cap="none" spc="0" normalizeH="0" baseline="0" noProof="0" smtClean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59</a:t>
            </a:fld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50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pSp>
        <p:nvGrpSpPr>
          <p:cNvPr id="114" name="Group 47">
            <a:extLst>
              <a:ext uri="{FF2B5EF4-FFF2-40B4-BE49-F238E27FC236}">
                <a16:creationId xmlns:a16="http://schemas.microsoft.com/office/drawing/2014/main" id="{D32D3A7A-DE7E-7946-95CC-B1FBA3F3EDA8}"/>
              </a:ext>
            </a:extLst>
          </p:cNvPr>
          <p:cNvGrpSpPr>
            <a:grpSpLocks/>
          </p:cNvGrpSpPr>
          <p:nvPr/>
        </p:nvGrpSpPr>
        <p:grpSpPr bwMode="auto">
          <a:xfrm>
            <a:off x="4909203" y="1183947"/>
            <a:ext cx="876300" cy="827087"/>
            <a:chOff x="1778" y="1720"/>
            <a:chExt cx="722" cy="642"/>
          </a:xfrm>
        </p:grpSpPr>
        <p:sp>
          <p:nvSpPr>
            <p:cNvPr id="115" name="Oval 41">
              <a:extLst>
                <a:ext uri="{FF2B5EF4-FFF2-40B4-BE49-F238E27FC236}">
                  <a16:creationId xmlns:a16="http://schemas.microsoft.com/office/drawing/2014/main" id="{5748C2EC-7FEC-AF47-A3BE-7EE9BBE7565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25" y="1720"/>
              <a:ext cx="675" cy="612"/>
            </a:xfrm>
            <a:prstGeom prst="ellipse">
              <a:avLst/>
            </a:prstGeom>
            <a:solidFill>
              <a:srgbClr val="000099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116" name="Oval 42">
              <a:extLst>
                <a:ext uri="{FF2B5EF4-FFF2-40B4-BE49-F238E27FC236}">
                  <a16:creationId xmlns:a16="http://schemas.microsoft.com/office/drawing/2014/main" id="{AD2EDB37-6C4A-ED4D-AC5C-E68CCE508B7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78" y="1750"/>
              <a:ext cx="675" cy="612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</p:grpSp>
      <p:sp>
        <p:nvSpPr>
          <p:cNvPr id="117" name="Text Box 43">
            <a:extLst>
              <a:ext uri="{FF2B5EF4-FFF2-40B4-BE49-F238E27FC236}">
                <a16:creationId xmlns:a16="http://schemas.microsoft.com/office/drawing/2014/main" id="{DC80B258-8B6C-724F-A263-EC13CE8069C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904440" y="1404609"/>
            <a:ext cx="84455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rPr>
              <a:t>closed</a:t>
            </a:r>
          </a:p>
        </p:txBody>
      </p:sp>
      <p:sp>
        <p:nvSpPr>
          <p:cNvPr id="118" name="Text Box 46">
            <a:extLst>
              <a:ext uri="{FF2B5EF4-FFF2-40B4-BE49-F238E27FC236}">
                <a16:creationId xmlns:a16="http://schemas.microsoft.com/office/drawing/2014/main" id="{59F95A1A-E024-5B48-87C9-32EC6493D12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26580" y="2451035"/>
            <a:ext cx="341313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ymbol" charset="0"/>
                <a:ea typeface="ＭＳ Ｐゴシック" charset="0"/>
                <a:cs typeface="+mn-cs"/>
              </a:rPr>
              <a:t>L</a:t>
            </a:r>
          </a:p>
        </p:txBody>
      </p:sp>
      <p:grpSp>
        <p:nvGrpSpPr>
          <p:cNvPr id="119" name="Group 48">
            <a:extLst>
              <a:ext uri="{FF2B5EF4-FFF2-40B4-BE49-F238E27FC236}">
                <a16:creationId xmlns:a16="http://schemas.microsoft.com/office/drawing/2014/main" id="{6B805300-F5BE-0B46-B02D-B273205BCD9B}"/>
              </a:ext>
            </a:extLst>
          </p:cNvPr>
          <p:cNvGrpSpPr>
            <a:grpSpLocks/>
          </p:cNvGrpSpPr>
          <p:nvPr/>
        </p:nvGrpSpPr>
        <p:grpSpPr bwMode="auto">
          <a:xfrm>
            <a:off x="4876204" y="3541092"/>
            <a:ext cx="876300" cy="827088"/>
            <a:chOff x="1778" y="1720"/>
            <a:chExt cx="722" cy="642"/>
          </a:xfrm>
        </p:grpSpPr>
        <p:sp>
          <p:nvSpPr>
            <p:cNvPr id="120" name="Oval 49">
              <a:extLst>
                <a:ext uri="{FF2B5EF4-FFF2-40B4-BE49-F238E27FC236}">
                  <a16:creationId xmlns:a16="http://schemas.microsoft.com/office/drawing/2014/main" id="{CB61B549-FBF2-5340-A179-21012EFDFDB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25" y="1720"/>
              <a:ext cx="675" cy="612"/>
            </a:xfrm>
            <a:prstGeom prst="ellipse">
              <a:avLst/>
            </a:prstGeom>
            <a:solidFill>
              <a:srgbClr val="000099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121" name="Oval 50">
              <a:extLst>
                <a:ext uri="{FF2B5EF4-FFF2-40B4-BE49-F238E27FC236}">
                  <a16:creationId xmlns:a16="http://schemas.microsoft.com/office/drawing/2014/main" id="{0314F13B-55F9-2D4D-A0FB-1DDCD492CB6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78" y="1750"/>
              <a:ext cx="675" cy="612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</p:grpSp>
      <p:sp>
        <p:nvSpPr>
          <p:cNvPr id="122" name="Text Box 51">
            <a:extLst>
              <a:ext uri="{FF2B5EF4-FFF2-40B4-BE49-F238E27FC236}">
                <a16:creationId xmlns:a16="http://schemas.microsoft.com/office/drawing/2014/main" id="{6C2EAFF7-F4D3-D944-B647-05ABA67BBEC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934941" y="3761755"/>
            <a:ext cx="71755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rPr>
              <a:t>listen</a:t>
            </a:r>
          </a:p>
        </p:txBody>
      </p:sp>
      <p:grpSp>
        <p:nvGrpSpPr>
          <p:cNvPr id="123" name="Group 52">
            <a:extLst>
              <a:ext uri="{FF2B5EF4-FFF2-40B4-BE49-F238E27FC236}">
                <a16:creationId xmlns:a16="http://schemas.microsoft.com/office/drawing/2014/main" id="{86C03AF1-494B-4C49-99EF-6D5544194676}"/>
              </a:ext>
            </a:extLst>
          </p:cNvPr>
          <p:cNvGrpSpPr>
            <a:grpSpLocks/>
          </p:cNvGrpSpPr>
          <p:nvPr/>
        </p:nvGrpSpPr>
        <p:grpSpPr bwMode="auto">
          <a:xfrm>
            <a:off x="2780646" y="4286295"/>
            <a:ext cx="876300" cy="827087"/>
            <a:chOff x="1778" y="1720"/>
            <a:chExt cx="722" cy="642"/>
          </a:xfrm>
        </p:grpSpPr>
        <p:sp>
          <p:nvSpPr>
            <p:cNvPr id="124" name="Oval 53">
              <a:extLst>
                <a:ext uri="{FF2B5EF4-FFF2-40B4-BE49-F238E27FC236}">
                  <a16:creationId xmlns:a16="http://schemas.microsoft.com/office/drawing/2014/main" id="{3585FD29-C41D-DF4E-9358-888387FA2CC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25" y="1720"/>
              <a:ext cx="675" cy="612"/>
            </a:xfrm>
            <a:prstGeom prst="ellipse">
              <a:avLst/>
            </a:prstGeom>
            <a:solidFill>
              <a:srgbClr val="000099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125" name="Oval 54">
              <a:extLst>
                <a:ext uri="{FF2B5EF4-FFF2-40B4-BE49-F238E27FC236}">
                  <a16:creationId xmlns:a16="http://schemas.microsoft.com/office/drawing/2014/main" id="{8C6EA2B0-8871-7B4E-973E-378036262FB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78" y="1750"/>
              <a:ext cx="675" cy="612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</p:grpSp>
      <p:sp>
        <p:nvSpPr>
          <p:cNvPr id="126" name="Text Box 55">
            <a:extLst>
              <a:ext uri="{FF2B5EF4-FFF2-40B4-BE49-F238E27FC236}">
                <a16:creationId xmlns:a16="http://schemas.microsoft.com/office/drawing/2014/main" id="{00E5D84C-357F-4649-A7ED-D53BBF9A582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71133" y="4484732"/>
            <a:ext cx="654050" cy="5302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rPr>
              <a:t>SYN</a:t>
            </a:r>
          </a:p>
          <a:p>
            <a:pPr marL="0" marR="0" lvl="0" indent="0" algn="ctr" defTabSz="914400" rtl="0" eaLnBrk="0" fontAlgn="base" latinLnBrk="0" hangingPunct="0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rPr>
              <a:t>rcvd</a:t>
            </a:r>
          </a:p>
        </p:txBody>
      </p:sp>
      <p:grpSp>
        <p:nvGrpSpPr>
          <p:cNvPr id="127" name="Group 56">
            <a:extLst>
              <a:ext uri="{FF2B5EF4-FFF2-40B4-BE49-F238E27FC236}">
                <a16:creationId xmlns:a16="http://schemas.microsoft.com/office/drawing/2014/main" id="{FB88499E-7AA7-B845-9485-5596F7C6E586}"/>
              </a:ext>
            </a:extLst>
          </p:cNvPr>
          <p:cNvGrpSpPr>
            <a:grpSpLocks/>
          </p:cNvGrpSpPr>
          <p:nvPr/>
        </p:nvGrpSpPr>
        <p:grpSpPr bwMode="auto">
          <a:xfrm>
            <a:off x="6337953" y="4127172"/>
            <a:ext cx="876300" cy="827087"/>
            <a:chOff x="1778" y="1720"/>
            <a:chExt cx="722" cy="642"/>
          </a:xfrm>
        </p:grpSpPr>
        <p:sp>
          <p:nvSpPr>
            <p:cNvPr id="128" name="Oval 57">
              <a:extLst>
                <a:ext uri="{FF2B5EF4-FFF2-40B4-BE49-F238E27FC236}">
                  <a16:creationId xmlns:a16="http://schemas.microsoft.com/office/drawing/2014/main" id="{65C5240C-BEA1-E047-A276-08C8AD20866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25" y="1720"/>
              <a:ext cx="675" cy="612"/>
            </a:xfrm>
            <a:prstGeom prst="ellipse">
              <a:avLst/>
            </a:prstGeom>
            <a:solidFill>
              <a:srgbClr val="000099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129" name="Oval 58">
              <a:extLst>
                <a:ext uri="{FF2B5EF4-FFF2-40B4-BE49-F238E27FC236}">
                  <a16:creationId xmlns:a16="http://schemas.microsoft.com/office/drawing/2014/main" id="{4942FFF6-5901-DC45-BE2D-6821DAED370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78" y="1750"/>
              <a:ext cx="675" cy="612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</p:grpSp>
      <p:sp>
        <p:nvSpPr>
          <p:cNvPr id="130" name="Text Box 59">
            <a:extLst>
              <a:ext uri="{FF2B5EF4-FFF2-40B4-BE49-F238E27FC236}">
                <a16:creationId xmlns:a16="http://schemas.microsoft.com/office/drawing/2014/main" id="{A8FC58C2-2277-364B-9BA0-DB9864FEAEA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28440" y="4325609"/>
            <a:ext cx="654050" cy="5302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rPr>
              <a:t>SYN</a:t>
            </a:r>
          </a:p>
          <a:p>
            <a:pPr marL="0" marR="0" lvl="0" indent="0" algn="ctr" defTabSz="914400" rtl="0" eaLnBrk="0" fontAlgn="base" latinLnBrk="0" hangingPunct="0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rPr>
              <a:t>sent</a:t>
            </a:r>
          </a:p>
        </p:txBody>
      </p:sp>
      <p:grpSp>
        <p:nvGrpSpPr>
          <p:cNvPr id="131" name="Group 60">
            <a:extLst>
              <a:ext uri="{FF2B5EF4-FFF2-40B4-BE49-F238E27FC236}">
                <a16:creationId xmlns:a16="http://schemas.microsoft.com/office/drawing/2014/main" id="{04CD4EEA-F731-974D-8D21-074CFF1FA3BB}"/>
              </a:ext>
            </a:extLst>
          </p:cNvPr>
          <p:cNvGrpSpPr>
            <a:grpSpLocks/>
          </p:cNvGrpSpPr>
          <p:nvPr/>
        </p:nvGrpSpPr>
        <p:grpSpPr bwMode="auto">
          <a:xfrm>
            <a:off x="4904440" y="4998709"/>
            <a:ext cx="876300" cy="827088"/>
            <a:chOff x="1778" y="1720"/>
            <a:chExt cx="722" cy="642"/>
          </a:xfrm>
        </p:grpSpPr>
        <p:sp>
          <p:nvSpPr>
            <p:cNvPr id="132" name="Oval 61">
              <a:extLst>
                <a:ext uri="{FF2B5EF4-FFF2-40B4-BE49-F238E27FC236}">
                  <a16:creationId xmlns:a16="http://schemas.microsoft.com/office/drawing/2014/main" id="{6CC78D2C-734E-B349-9B0C-BF852E5B478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25" y="1720"/>
              <a:ext cx="675" cy="612"/>
            </a:xfrm>
            <a:prstGeom prst="ellipse">
              <a:avLst/>
            </a:prstGeom>
            <a:solidFill>
              <a:srgbClr val="000099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133" name="Oval 62">
              <a:extLst>
                <a:ext uri="{FF2B5EF4-FFF2-40B4-BE49-F238E27FC236}">
                  <a16:creationId xmlns:a16="http://schemas.microsoft.com/office/drawing/2014/main" id="{9F55D39F-EF68-C54A-8ED1-3B063B0183A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78" y="1750"/>
              <a:ext cx="675" cy="612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</p:grpSp>
      <p:sp>
        <p:nvSpPr>
          <p:cNvPr id="134" name="Text Box 63">
            <a:extLst>
              <a:ext uri="{FF2B5EF4-FFF2-40B4-BE49-F238E27FC236}">
                <a16:creationId xmlns:a16="http://schemas.microsoft.com/office/drawing/2014/main" id="{D8DA0075-4FB6-604B-8EE5-928070CFB87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66340" y="5286047"/>
            <a:ext cx="933450" cy="3111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rPr>
              <a:t>ESTAB</a:t>
            </a:r>
          </a:p>
        </p:txBody>
      </p:sp>
      <p:sp>
        <p:nvSpPr>
          <p:cNvPr id="135" name="Text Box 66">
            <a:extLst>
              <a:ext uri="{FF2B5EF4-FFF2-40B4-BE49-F238E27FC236}">
                <a16:creationId xmlns:a16="http://schemas.microsoft.com/office/drawing/2014/main" id="{8094123F-EAAB-BD40-AE92-A31E1CBC4CE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715778" y="2476652"/>
            <a:ext cx="5534025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marL="231775" indent="-231775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pPr marL="231775" marR="0" lvl="0" indent="-231775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charset="0"/>
                <a:ea typeface="ＭＳ Ｐゴシック" charset="0"/>
                <a:cs typeface="+mn-cs"/>
              </a:rPr>
              <a:t>Socket </a:t>
            </a:r>
            <a:r>
              <a:rPr kumimoji="0" lang="en-US" sz="1800" b="1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charset="0"/>
                <a:ea typeface="ＭＳ Ｐゴシック" charset="0"/>
                <a:cs typeface="+mn-cs"/>
              </a:rPr>
              <a:t>clientSocket</a:t>
            </a: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charset="0"/>
                <a:ea typeface="ＭＳ Ｐゴシック" charset="0"/>
                <a:cs typeface="+mn-cs"/>
              </a:rPr>
              <a:t> =   </a:t>
            </a:r>
          </a:p>
          <a:p>
            <a:pPr marL="231775" marR="0" lvl="0" indent="-231775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charset="0"/>
                <a:ea typeface="ＭＳ Ｐゴシック" charset="0"/>
                <a:cs typeface="+mn-cs"/>
              </a:rPr>
              <a:t>  </a:t>
            </a:r>
            <a:r>
              <a:rPr kumimoji="0" lang="en-US" sz="1800" b="1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charset="0"/>
                <a:ea typeface="ＭＳ Ｐゴシック" charset="0"/>
                <a:cs typeface="+mn-cs"/>
              </a:rPr>
              <a:t>newSocket</a:t>
            </a: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charset="0"/>
                <a:ea typeface="ＭＳ Ｐゴシック" charset="0"/>
                <a:cs typeface="+mn-cs"/>
              </a:rPr>
              <a:t>("</a:t>
            </a:r>
            <a:r>
              <a:rPr kumimoji="0" lang="en-US" sz="1800" b="1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charset="0"/>
                <a:ea typeface="ＭＳ Ｐゴシック" charset="0"/>
                <a:cs typeface="+mn-cs"/>
              </a:rPr>
              <a:t>hostname","port</a:t>
            </a: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charset="0"/>
                <a:ea typeface="ＭＳ Ｐゴシック" charset="0"/>
                <a:cs typeface="+mn-cs"/>
              </a:rPr>
              <a:t> number");</a:t>
            </a:r>
          </a:p>
        </p:txBody>
      </p:sp>
      <p:sp>
        <p:nvSpPr>
          <p:cNvPr id="136" name="Line 67">
            <a:extLst>
              <a:ext uri="{FF2B5EF4-FFF2-40B4-BE49-F238E27FC236}">
                <a16:creationId xmlns:a16="http://schemas.microsoft.com/office/drawing/2014/main" id="{5F6120DE-1D54-8349-98D1-475C16424507}"/>
              </a:ext>
            </a:extLst>
          </p:cNvPr>
          <p:cNvSpPr>
            <a:spLocks noChangeShapeType="1"/>
          </p:cNvSpPr>
          <p:nvPr/>
        </p:nvSpPr>
        <p:spPr bwMode="auto">
          <a:xfrm>
            <a:off x="6953903" y="3152854"/>
            <a:ext cx="3938215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charset="0"/>
              <a:ea typeface="ＭＳ Ｐゴシック" charset="0"/>
              <a:cs typeface="+mn-cs"/>
            </a:endParaRPr>
          </a:p>
        </p:txBody>
      </p:sp>
      <p:sp>
        <p:nvSpPr>
          <p:cNvPr id="137" name="Text Box 68">
            <a:extLst>
              <a:ext uri="{FF2B5EF4-FFF2-40B4-BE49-F238E27FC236}">
                <a16:creationId xmlns:a16="http://schemas.microsoft.com/office/drawing/2014/main" id="{4DDD1946-5DBE-DD4F-B9A2-10EA77285E4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067650" y="3204367"/>
            <a:ext cx="1410964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rPr>
              <a:t>SYN(seq=x)</a:t>
            </a:r>
          </a:p>
        </p:txBody>
      </p:sp>
      <p:sp>
        <p:nvSpPr>
          <p:cNvPr id="138" name="Freeform 69">
            <a:extLst>
              <a:ext uri="{FF2B5EF4-FFF2-40B4-BE49-F238E27FC236}">
                <a16:creationId xmlns:a16="http://schemas.microsoft.com/office/drawing/2014/main" id="{3225F036-B87C-9E44-9BA0-81F4CD6463ED}"/>
              </a:ext>
            </a:extLst>
          </p:cNvPr>
          <p:cNvSpPr>
            <a:spLocks/>
          </p:cNvSpPr>
          <p:nvPr/>
        </p:nvSpPr>
        <p:spPr bwMode="auto">
          <a:xfrm>
            <a:off x="5801378" y="1664959"/>
            <a:ext cx="914400" cy="2384425"/>
          </a:xfrm>
          <a:custGeom>
            <a:avLst/>
            <a:gdLst>
              <a:gd name="T0" fmla="*/ 0 w 576"/>
              <a:gd name="T1" fmla="*/ 0 h 1138"/>
              <a:gd name="T2" fmla="*/ 2147483647 w 576"/>
              <a:gd name="T3" fmla="*/ 0 h 1138"/>
              <a:gd name="T4" fmla="*/ 2147483647 w 576"/>
              <a:gd name="T5" fmla="*/ 2147483647 h 1138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576" h="1138">
                <a:moveTo>
                  <a:pt x="0" y="0"/>
                </a:moveTo>
                <a:lnTo>
                  <a:pt x="576" y="0"/>
                </a:lnTo>
                <a:lnTo>
                  <a:pt x="576" y="1138"/>
                </a:lnTo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139" name="Line 70">
            <a:extLst>
              <a:ext uri="{FF2B5EF4-FFF2-40B4-BE49-F238E27FC236}">
                <a16:creationId xmlns:a16="http://schemas.microsoft.com/office/drawing/2014/main" id="{FB2DED8F-FC9D-0548-A789-B4D9859663C0}"/>
              </a:ext>
            </a:extLst>
          </p:cNvPr>
          <p:cNvSpPr>
            <a:spLocks noChangeShapeType="1"/>
          </p:cNvSpPr>
          <p:nvPr/>
        </p:nvSpPr>
        <p:spPr bwMode="auto">
          <a:xfrm>
            <a:off x="5293378" y="2071358"/>
            <a:ext cx="0" cy="1469734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charset="0"/>
              <a:ea typeface="ＭＳ Ｐゴシック" charset="0"/>
              <a:cs typeface="+mn-cs"/>
            </a:endParaRPr>
          </a:p>
        </p:txBody>
      </p:sp>
      <p:sp>
        <p:nvSpPr>
          <p:cNvPr id="140" name="Text Box 71">
            <a:extLst>
              <a:ext uri="{FF2B5EF4-FFF2-40B4-BE49-F238E27FC236}">
                <a16:creationId xmlns:a16="http://schemas.microsoft.com/office/drawing/2014/main" id="{AC3B6192-8FE1-6842-B032-95A6C8CA7DE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12394" y="1852065"/>
            <a:ext cx="4192353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marL="231775" indent="-231775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pPr marL="231775" marR="0" lvl="0" indent="-231775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charset="0"/>
                <a:ea typeface="ＭＳ Ｐゴシック" charset="0"/>
                <a:cs typeface="+mn-cs"/>
              </a:rPr>
              <a:t>Socket </a:t>
            </a:r>
            <a:r>
              <a:rPr kumimoji="0" lang="en-US" sz="1800" b="1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charset="0"/>
                <a:ea typeface="ＭＳ Ｐゴシック" charset="0"/>
                <a:cs typeface="+mn-cs"/>
              </a:rPr>
              <a:t>connectionSocket</a:t>
            </a: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charset="0"/>
                <a:ea typeface="ＭＳ Ｐゴシック" charset="0"/>
                <a:cs typeface="+mn-cs"/>
              </a:rPr>
              <a:t> = </a:t>
            </a:r>
            <a:r>
              <a:rPr kumimoji="0" lang="en-US" sz="1800" b="1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charset="0"/>
                <a:ea typeface="ＭＳ Ｐゴシック" charset="0"/>
                <a:cs typeface="+mn-cs"/>
              </a:rPr>
              <a:t>welcomeSocket.accept</a:t>
            </a: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charset="0"/>
                <a:ea typeface="ＭＳ Ｐゴシック" charset="0"/>
                <a:cs typeface="+mn-cs"/>
              </a:rPr>
              <a:t>();</a:t>
            </a:r>
          </a:p>
        </p:txBody>
      </p:sp>
      <p:sp>
        <p:nvSpPr>
          <p:cNvPr id="141" name="Line 72">
            <a:extLst>
              <a:ext uri="{FF2B5EF4-FFF2-40B4-BE49-F238E27FC236}">
                <a16:creationId xmlns:a16="http://schemas.microsoft.com/office/drawing/2014/main" id="{0141FAE2-B820-734C-A148-BAB67BF9C7AC}"/>
              </a:ext>
            </a:extLst>
          </p:cNvPr>
          <p:cNvSpPr>
            <a:spLocks noChangeShapeType="1"/>
          </p:cNvSpPr>
          <p:nvPr/>
        </p:nvSpPr>
        <p:spPr bwMode="auto">
          <a:xfrm>
            <a:off x="1574741" y="2476652"/>
            <a:ext cx="3154456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charset="0"/>
              <a:ea typeface="ＭＳ Ｐゴシック" charset="0"/>
              <a:cs typeface="+mn-cs"/>
            </a:endParaRPr>
          </a:p>
        </p:txBody>
      </p:sp>
      <p:sp>
        <p:nvSpPr>
          <p:cNvPr id="142" name="Freeform 73">
            <a:extLst>
              <a:ext uri="{FF2B5EF4-FFF2-40B4-BE49-F238E27FC236}">
                <a16:creationId xmlns:a16="http://schemas.microsoft.com/office/drawing/2014/main" id="{10489FEC-0A29-EF40-8F9E-A623E6CC5E7F}"/>
              </a:ext>
            </a:extLst>
          </p:cNvPr>
          <p:cNvSpPr>
            <a:spLocks/>
          </p:cNvSpPr>
          <p:nvPr/>
        </p:nvSpPr>
        <p:spPr bwMode="auto">
          <a:xfrm>
            <a:off x="3187433" y="3972565"/>
            <a:ext cx="1579563" cy="283385"/>
          </a:xfrm>
          <a:custGeom>
            <a:avLst/>
            <a:gdLst>
              <a:gd name="T0" fmla="*/ 2147483647 w 1123"/>
              <a:gd name="T1" fmla="*/ 0 h 235"/>
              <a:gd name="T2" fmla="*/ 0 w 1123"/>
              <a:gd name="T3" fmla="*/ 0 h 235"/>
              <a:gd name="T4" fmla="*/ 0 w 1123"/>
              <a:gd name="T5" fmla="*/ 2147483647 h 235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1123" h="235">
                <a:moveTo>
                  <a:pt x="1123" y="0"/>
                </a:moveTo>
                <a:lnTo>
                  <a:pt x="0" y="0"/>
                </a:lnTo>
                <a:lnTo>
                  <a:pt x="0" y="235"/>
                </a:lnTo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143" name="Text Box 74">
            <a:extLst>
              <a:ext uri="{FF2B5EF4-FFF2-40B4-BE49-F238E27FC236}">
                <a16:creationId xmlns:a16="http://schemas.microsoft.com/office/drawing/2014/main" id="{13B5B3BA-5D9C-1441-872F-9C0A9CC44E7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35196" y="2905517"/>
            <a:ext cx="889987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rPr>
              <a:t>SYN(x)</a:t>
            </a:r>
          </a:p>
        </p:txBody>
      </p:sp>
      <p:sp>
        <p:nvSpPr>
          <p:cNvPr id="144" name="Line 75">
            <a:extLst>
              <a:ext uri="{FF2B5EF4-FFF2-40B4-BE49-F238E27FC236}">
                <a16:creationId xmlns:a16="http://schemas.microsoft.com/office/drawing/2014/main" id="{094959C2-07B8-5E48-B332-E495535C378D}"/>
              </a:ext>
            </a:extLst>
          </p:cNvPr>
          <p:cNvSpPr>
            <a:spLocks noChangeShapeType="1"/>
          </p:cNvSpPr>
          <p:nvPr/>
        </p:nvSpPr>
        <p:spPr bwMode="auto">
          <a:xfrm>
            <a:off x="2138008" y="3267740"/>
            <a:ext cx="1965325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charset="0"/>
              <a:ea typeface="ＭＳ Ｐゴシック" charset="0"/>
              <a:cs typeface="+mn-cs"/>
            </a:endParaRPr>
          </a:p>
        </p:txBody>
      </p:sp>
      <p:sp>
        <p:nvSpPr>
          <p:cNvPr id="145" name="Text Box 76">
            <a:extLst>
              <a:ext uri="{FF2B5EF4-FFF2-40B4-BE49-F238E27FC236}">
                <a16:creationId xmlns:a16="http://schemas.microsoft.com/office/drawing/2014/main" id="{180303F6-C422-7741-9E0C-1BD5BC56162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12394" y="3064442"/>
            <a:ext cx="3442821" cy="94025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charset="0"/>
              <a:ea typeface="ＭＳ Ｐゴシック" charset="0"/>
              <a:cs typeface="+mn-cs"/>
            </a:endParaRPr>
          </a:p>
          <a:p>
            <a:pPr marL="0" marR="0" lvl="0" indent="0" algn="ctr" defTabSz="914400" rtl="0" eaLnBrk="0" fontAlgn="base" latinLnBrk="0" hangingPunct="0">
              <a:lnSpc>
                <a:spcPct val="90000"/>
              </a:lnSpc>
              <a:spcBef>
                <a:spcPts val="3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rPr>
              <a:t>SYNACK(seq=</a:t>
            </a:r>
            <a:r>
              <a:rPr kumimoji="0" lang="en-US" sz="16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rPr>
              <a:t>y,ACKnum</a:t>
            </a:r>
            <a:r>
              <a: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rPr>
              <a:t>=x+1)</a:t>
            </a:r>
          </a:p>
          <a:p>
            <a:pPr marL="0" marR="0" lvl="0" indent="0" algn="ctr" defTabSz="914400" rtl="0" eaLnBrk="0" fontAlgn="base" latinLnBrk="0" hangingPunct="0">
              <a:lnSpc>
                <a:spcPct val="9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rPr>
              <a:t>create new socket for communication back to client</a:t>
            </a:r>
          </a:p>
        </p:txBody>
      </p:sp>
      <p:sp>
        <p:nvSpPr>
          <p:cNvPr id="146" name="Freeform 77">
            <a:extLst>
              <a:ext uri="{FF2B5EF4-FFF2-40B4-BE49-F238E27FC236}">
                <a16:creationId xmlns:a16="http://schemas.microsoft.com/office/drawing/2014/main" id="{4B99D110-9770-ED45-9518-558D2EB47C3E}"/>
              </a:ext>
            </a:extLst>
          </p:cNvPr>
          <p:cNvSpPr>
            <a:spLocks/>
          </p:cNvSpPr>
          <p:nvPr/>
        </p:nvSpPr>
        <p:spPr bwMode="auto">
          <a:xfrm flipV="1">
            <a:off x="3187433" y="5174744"/>
            <a:ext cx="1656682" cy="212901"/>
          </a:xfrm>
          <a:custGeom>
            <a:avLst/>
            <a:gdLst>
              <a:gd name="T0" fmla="*/ 2147483647 w 1123"/>
              <a:gd name="T1" fmla="*/ 0 h 235"/>
              <a:gd name="T2" fmla="*/ 0 w 1123"/>
              <a:gd name="T3" fmla="*/ 0 h 235"/>
              <a:gd name="T4" fmla="*/ 0 w 1123"/>
              <a:gd name="T5" fmla="*/ 2147483647 h 235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1123" h="235">
                <a:moveTo>
                  <a:pt x="1123" y="0"/>
                </a:moveTo>
                <a:lnTo>
                  <a:pt x="0" y="0"/>
                </a:lnTo>
                <a:lnTo>
                  <a:pt x="0" y="235"/>
                </a:lnTo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triangl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147" name="Freeform 78">
            <a:extLst>
              <a:ext uri="{FF2B5EF4-FFF2-40B4-BE49-F238E27FC236}">
                <a16:creationId xmlns:a16="http://schemas.microsoft.com/office/drawing/2014/main" id="{DB5EA16C-A12D-C044-A72D-B0210756DC58}"/>
              </a:ext>
            </a:extLst>
          </p:cNvPr>
          <p:cNvSpPr>
            <a:spLocks/>
          </p:cNvSpPr>
          <p:nvPr/>
        </p:nvSpPr>
        <p:spPr bwMode="auto">
          <a:xfrm flipH="1" flipV="1">
            <a:off x="5831540" y="5032047"/>
            <a:ext cx="947738" cy="373062"/>
          </a:xfrm>
          <a:custGeom>
            <a:avLst/>
            <a:gdLst>
              <a:gd name="T0" fmla="*/ 2147483647 w 1123"/>
              <a:gd name="T1" fmla="*/ 0 h 235"/>
              <a:gd name="T2" fmla="*/ 0 w 1123"/>
              <a:gd name="T3" fmla="*/ 0 h 235"/>
              <a:gd name="T4" fmla="*/ 0 w 1123"/>
              <a:gd name="T5" fmla="*/ 2147483647 h 235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1123" h="235">
                <a:moveTo>
                  <a:pt x="1123" y="0"/>
                </a:moveTo>
                <a:lnTo>
                  <a:pt x="0" y="0"/>
                </a:lnTo>
                <a:lnTo>
                  <a:pt x="0" y="235"/>
                </a:lnTo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triangl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B57B1028-921D-4746-B3B2-6DDD7CA83040}"/>
              </a:ext>
            </a:extLst>
          </p:cNvPr>
          <p:cNvGrpSpPr/>
          <p:nvPr/>
        </p:nvGrpSpPr>
        <p:grpSpPr>
          <a:xfrm>
            <a:off x="6804625" y="4883585"/>
            <a:ext cx="3334567" cy="1077738"/>
            <a:chOff x="7127280" y="4908222"/>
            <a:chExt cx="3334567" cy="1077738"/>
          </a:xfrm>
        </p:grpSpPr>
        <p:sp>
          <p:nvSpPr>
            <p:cNvPr id="148" name="Text Box 79">
              <a:extLst>
                <a:ext uri="{FF2B5EF4-FFF2-40B4-BE49-F238E27FC236}">
                  <a16:creationId xmlns:a16="http://schemas.microsoft.com/office/drawing/2014/main" id="{C3EE0DDD-B70D-5E4A-8927-9657C73467C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127280" y="4908222"/>
              <a:ext cx="3334567" cy="76020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8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  <a:p>
              <a:pPr marL="0" marR="0" lvl="0" indent="0" algn="ctr" defTabSz="914400" rtl="0" eaLnBrk="0" fontAlgn="base" latinLnBrk="0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rPr>
                <a:t>SYNACK(seq=</a:t>
              </a:r>
              <a:r>
                <a:rPr kumimoji="0" lang="en-US" sz="1800" b="0" i="0" u="none" strike="noStrike" kern="0" cap="none" spc="0" normalizeH="0" baseline="0" noProof="0" dirty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rPr>
                <a:t>y,ACKnum</a:t>
              </a:r>
              <a:r>
                <a: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rPr>
                <a:t>=x+1)</a:t>
              </a:r>
            </a:p>
            <a:p>
              <a:pPr marL="0" marR="0" lvl="0" indent="0" algn="ctr" defTabSz="914400" rtl="0" eaLnBrk="0" fontAlgn="base" latinLnBrk="0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149" name="Line 80">
              <a:extLst>
                <a:ext uri="{FF2B5EF4-FFF2-40B4-BE49-F238E27FC236}">
                  <a16:creationId xmlns:a16="http://schemas.microsoft.com/office/drawing/2014/main" id="{257BF084-311A-1543-BE3E-DCB26E6C80E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272381" y="5430091"/>
              <a:ext cx="2528888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150" name="Text Box 81">
              <a:extLst>
                <a:ext uri="{FF2B5EF4-FFF2-40B4-BE49-F238E27FC236}">
                  <a16:creationId xmlns:a16="http://schemas.microsoft.com/office/drawing/2014/main" id="{BD67B0E7-150E-F54B-9546-874563D011C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144177" y="5225752"/>
              <a:ext cx="2214068" cy="76020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8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  <a:p>
              <a:pPr marL="0" marR="0" lvl="0" indent="0" algn="ctr" defTabSz="914400" rtl="0" eaLnBrk="0" fontAlgn="base" latinLnBrk="0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rPr>
                <a:t>ACK(</a:t>
              </a:r>
              <a:r>
                <a:rPr kumimoji="0" lang="en-US" sz="1800" b="0" i="0" u="none" strike="noStrike" kern="0" cap="none" spc="0" normalizeH="0" baseline="0" noProof="0" dirty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rPr>
                <a:t>ACKnum</a:t>
              </a:r>
              <a:r>
                <a: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rPr>
                <a:t>=y+1)</a:t>
              </a:r>
            </a:p>
            <a:p>
              <a:pPr marL="0" marR="0" lvl="0" indent="0" algn="ctr" defTabSz="914400" rtl="0" eaLnBrk="0" fontAlgn="base" latinLnBrk="0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</p:grpSp>
      <p:grpSp>
        <p:nvGrpSpPr>
          <p:cNvPr id="4" name="Group 3">
            <a:extLst>
              <a:ext uri="{FF2B5EF4-FFF2-40B4-BE49-F238E27FC236}">
                <a16:creationId xmlns:a16="http://schemas.microsoft.com/office/drawing/2014/main" id="{A0A27D72-6843-7F44-83D3-693897AF0C2B}"/>
              </a:ext>
            </a:extLst>
          </p:cNvPr>
          <p:cNvGrpSpPr/>
          <p:nvPr/>
        </p:nvGrpSpPr>
        <p:grpSpPr>
          <a:xfrm>
            <a:off x="2515129" y="5328824"/>
            <a:ext cx="2214068" cy="798513"/>
            <a:chOff x="1893200" y="5293984"/>
            <a:chExt cx="2214068" cy="798513"/>
          </a:xfrm>
        </p:grpSpPr>
        <p:sp>
          <p:nvSpPr>
            <p:cNvPr id="151" name="Line 82">
              <a:extLst>
                <a:ext uri="{FF2B5EF4-FFF2-40B4-BE49-F238E27FC236}">
                  <a16:creationId xmlns:a16="http://schemas.microsoft.com/office/drawing/2014/main" id="{08C24CBB-D78B-2D4E-9B44-BE4E1CB0E67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067578" y="5760709"/>
              <a:ext cx="1965325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152" name="Text Box 83">
              <a:extLst>
                <a:ext uri="{FF2B5EF4-FFF2-40B4-BE49-F238E27FC236}">
                  <a16:creationId xmlns:a16="http://schemas.microsoft.com/office/drawing/2014/main" id="{E2FCB0E5-7633-2449-BCDB-555323A3B80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893200" y="5293984"/>
              <a:ext cx="2214068" cy="70788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8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  <a:p>
              <a:pPr marL="0" marR="0" lvl="0" indent="0" algn="ctr" defTabSz="914400" rtl="0" eaLnBrk="0" fontAlgn="base" latinLnBrk="0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rPr>
                <a:t>ACK(</a:t>
              </a:r>
              <a:r>
                <a:rPr kumimoji="0" lang="en-US" sz="1800" b="0" i="0" u="none" strike="noStrike" kern="0" cap="none" spc="0" normalizeH="0" baseline="0" noProof="0" dirty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rPr>
                <a:t>ACKnum</a:t>
              </a:r>
              <a:r>
                <a: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rPr>
                <a:t>=y+1)</a:t>
              </a:r>
            </a:p>
            <a:p>
              <a:pPr marL="0" marR="0" lvl="0" indent="0" algn="ctr" defTabSz="914400" rtl="0" eaLnBrk="0" fontAlgn="base" latinLnBrk="0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153" name="Text Box 84">
              <a:extLst>
                <a:ext uri="{FF2B5EF4-FFF2-40B4-BE49-F238E27FC236}">
                  <a16:creationId xmlns:a16="http://schemas.microsoft.com/office/drawing/2014/main" id="{D889C564-1E93-3C48-97E5-D7F1314E3F0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778778" y="5725784"/>
              <a:ext cx="341312" cy="36671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ymbol" charset="0"/>
                  <a:ea typeface="ＭＳ Ｐゴシック" charset="0"/>
                  <a:cs typeface="+mn-cs"/>
                </a:rPr>
                <a:t>L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79985252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4499F6A-4C1F-1146-A51E-D80D1CD6524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r>
              <a:rPr lang="en-US"/>
              <a:t>Transport Layer: 3-</a:t>
            </a:r>
            <a:fld id="{C4204591-24BD-A542-B9D5-F8D8A88D2FEE}" type="slidenum">
              <a:rPr lang="en-US" smtClean="0"/>
              <a:pPr/>
              <a:t>60</a:t>
            </a:fld>
            <a:endParaRPr lang="en-US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404E6585-2A18-1F4F-9394-FF8BABB0B2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Closing a TCP connection</a:t>
            </a:r>
          </a:p>
        </p:txBody>
      </p:sp>
      <p:sp>
        <p:nvSpPr>
          <p:cNvPr id="95" name="Line 4">
            <a:extLst>
              <a:ext uri="{FF2B5EF4-FFF2-40B4-BE49-F238E27FC236}">
                <a16:creationId xmlns:a16="http://schemas.microsoft.com/office/drawing/2014/main" id="{ED3C9E53-E917-264F-9AE5-C80DF14340C5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5341004" y="2059231"/>
            <a:ext cx="1587" cy="3948112"/>
          </a:xfrm>
          <a:prstGeom prst="line">
            <a:avLst/>
          </a:prstGeom>
          <a:noFill/>
          <a:ln w="9525">
            <a:solidFill>
              <a:srgbClr val="777777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lang="en-US" sz="1600">
              <a:solidFill>
                <a:srgbClr val="000000"/>
              </a:solidFill>
              <a:latin typeface="Tahoma" charset="0"/>
              <a:ea typeface="ＭＳ Ｐゴシック" charset="0"/>
            </a:endParaRPr>
          </a:p>
        </p:txBody>
      </p:sp>
      <p:sp>
        <p:nvSpPr>
          <p:cNvPr id="96" name="Line 10">
            <a:extLst>
              <a:ext uri="{FF2B5EF4-FFF2-40B4-BE49-F238E27FC236}">
                <a16:creationId xmlns:a16="http://schemas.microsoft.com/office/drawing/2014/main" id="{B19F0AE6-F0E1-CF46-BE1E-BC4A7C0DE8E2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7930216" y="2129081"/>
            <a:ext cx="1588" cy="3417887"/>
          </a:xfrm>
          <a:prstGeom prst="line">
            <a:avLst/>
          </a:prstGeom>
          <a:noFill/>
          <a:ln w="9525">
            <a:solidFill>
              <a:srgbClr val="777777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lang="en-US" sz="1600">
              <a:solidFill>
                <a:srgbClr val="000000"/>
              </a:solidFill>
              <a:latin typeface="Tahoma" charset="0"/>
              <a:ea typeface="ＭＳ Ｐゴシック" charset="0"/>
            </a:endParaRPr>
          </a:p>
        </p:txBody>
      </p:sp>
      <p:grpSp>
        <p:nvGrpSpPr>
          <p:cNvPr id="97" name="Group 74">
            <a:extLst>
              <a:ext uri="{FF2B5EF4-FFF2-40B4-BE49-F238E27FC236}">
                <a16:creationId xmlns:a16="http://schemas.microsoft.com/office/drawing/2014/main" id="{18F6BCAD-8E7F-C444-9307-8440033F1A57}"/>
              </a:ext>
            </a:extLst>
          </p:cNvPr>
          <p:cNvGrpSpPr>
            <a:grpSpLocks/>
          </p:cNvGrpSpPr>
          <p:nvPr/>
        </p:nvGrpSpPr>
        <p:grpSpPr bwMode="auto">
          <a:xfrm>
            <a:off x="2413654" y="2740268"/>
            <a:ext cx="1335087" cy="854075"/>
            <a:chOff x="343" y="1740"/>
            <a:chExt cx="841" cy="538"/>
          </a:xfrm>
        </p:grpSpPr>
        <p:sp>
          <p:nvSpPr>
            <p:cNvPr id="98" name="Text Box 34">
              <a:extLst>
                <a:ext uri="{FF2B5EF4-FFF2-40B4-BE49-F238E27FC236}">
                  <a16:creationId xmlns:a16="http://schemas.microsoft.com/office/drawing/2014/main" id="{63E607F0-3252-5F49-BC54-E2F33A2A93F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43" y="2066"/>
              <a:ext cx="841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9pPr>
            </a:lstStyle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</a:rPr>
                <a:t>FIN_WAIT_2</a:t>
              </a:r>
            </a:p>
          </p:txBody>
        </p:sp>
        <p:sp>
          <p:nvSpPr>
            <p:cNvPr id="99" name="Line 35">
              <a:extLst>
                <a:ext uri="{FF2B5EF4-FFF2-40B4-BE49-F238E27FC236}">
                  <a16:creationId xmlns:a16="http://schemas.microsoft.com/office/drawing/2014/main" id="{856CD725-F171-5441-A0D7-4C298AFE6D6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34" y="1740"/>
              <a:ext cx="0" cy="356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</a:endParaRPr>
            </a:p>
          </p:txBody>
        </p:sp>
      </p:grpSp>
      <p:grpSp>
        <p:nvGrpSpPr>
          <p:cNvPr id="100" name="Group 73">
            <a:extLst>
              <a:ext uri="{FF2B5EF4-FFF2-40B4-BE49-F238E27FC236}">
                <a16:creationId xmlns:a16="http://schemas.microsoft.com/office/drawing/2014/main" id="{CA9AB373-D7FB-104F-823D-FB453AEBA6E0}"/>
              </a:ext>
            </a:extLst>
          </p:cNvPr>
          <p:cNvGrpSpPr>
            <a:grpSpLocks/>
          </p:cNvGrpSpPr>
          <p:nvPr/>
        </p:nvGrpSpPr>
        <p:grpSpPr bwMode="auto">
          <a:xfrm>
            <a:off x="9044641" y="2079868"/>
            <a:ext cx="1390650" cy="960438"/>
            <a:chOff x="4520" y="1324"/>
            <a:chExt cx="876" cy="605"/>
          </a:xfrm>
        </p:grpSpPr>
        <p:sp>
          <p:nvSpPr>
            <p:cNvPr id="101" name="Text Box 37">
              <a:extLst>
                <a:ext uri="{FF2B5EF4-FFF2-40B4-BE49-F238E27FC236}">
                  <a16:creationId xmlns:a16="http://schemas.microsoft.com/office/drawing/2014/main" id="{AFAA3F88-36B1-1C46-9B7D-4BDF5717135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520" y="1717"/>
              <a:ext cx="876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9pPr>
            </a:lstStyle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</a:rPr>
                <a:t>CLOSE_WAIT</a:t>
              </a:r>
            </a:p>
          </p:txBody>
        </p:sp>
        <p:sp>
          <p:nvSpPr>
            <p:cNvPr id="102" name="Line 38">
              <a:extLst>
                <a:ext uri="{FF2B5EF4-FFF2-40B4-BE49-F238E27FC236}">
                  <a16:creationId xmlns:a16="http://schemas.microsoft.com/office/drawing/2014/main" id="{CC0AE442-13D5-954F-9CCE-3D44EBC5B97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171" y="1324"/>
              <a:ext cx="0" cy="415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</a:endParaRPr>
            </a:p>
          </p:txBody>
        </p:sp>
      </p:grpSp>
      <p:grpSp>
        <p:nvGrpSpPr>
          <p:cNvPr id="103" name="Group 75">
            <a:extLst>
              <a:ext uri="{FF2B5EF4-FFF2-40B4-BE49-F238E27FC236}">
                <a16:creationId xmlns:a16="http://schemas.microsoft.com/office/drawing/2014/main" id="{76946121-D548-F74C-A1D3-59BD06B7A682}"/>
              </a:ext>
            </a:extLst>
          </p:cNvPr>
          <p:cNvGrpSpPr>
            <a:grpSpLocks/>
          </p:cNvGrpSpPr>
          <p:nvPr/>
        </p:nvGrpSpPr>
        <p:grpSpPr bwMode="auto">
          <a:xfrm>
            <a:off x="5382279" y="3848343"/>
            <a:ext cx="2495550" cy="579438"/>
            <a:chOff x="2213" y="2438"/>
            <a:chExt cx="1572" cy="365"/>
          </a:xfrm>
        </p:grpSpPr>
        <p:sp>
          <p:nvSpPr>
            <p:cNvPr id="104" name="Line 41">
              <a:extLst>
                <a:ext uri="{FF2B5EF4-FFF2-40B4-BE49-F238E27FC236}">
                  <a16:creationId xmlns:a16="http://schemas.microsoft.com/office/drawing/2014/main" id="{98F4F276-7614-C14A-9C9D-EC8645AE6E58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213" y="2483"/>
              <a:ext cx="1572" cy="320"/>
            </a:xfrm>
            <a:prstGeom prst="line">
              <a:avLst/>
            </a:prstGeom>
            <a:noFill/>
            <a:ln w="28575">
              <a:solidFill>
                <a:srgbClr val="000099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</a:endParaRPr>
            </a:p>
          </p:txBody>
        </p:sp>
        <p:sp>
          <p:nvSpPr>
            <p:cNvPr id="105" name="Rectangle 42">
              <a:extLst>
                <a:ext uri="{FF2B5EF4-FFF2-40B4-BE49-F238E27FC236}">
                  <a16:creationId xmlns:a16="http://schemas.microsoft.com/office/drawing/2014/main" id="{2C2B84BB-C6E7-E945-988B-EF1EC7990CC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69" y="2438"/>
              <a:ext cx="590" cy="363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</a:endParaRPr>
            </a:p>
          </p:txBody>
        </p:sp>
        <p:sp>
          <p:nvSpPr>
            <p:cNvPr id="106" name="Text Box 43">
              <a:extLst>
                <a:ext uri="{FF2B5EF4-FFF2-40B4-BE49-F238E27FC236}">
                  <a16:creationId xmlns:a16="http://schemas.microsoft.com/office/drawing/2014/main" id="{7660FDEF-659D-A144-BC1C-74CB0FE43F5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455" y="2562"/>
              <a:ext cx="1052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9pPr>
            </a:lstStyle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</a:rPr>
                <a:t>FINbit=1, seq=y</a:t>
              </a:r>
            </a:p>
          </p:txBody>
        </p:sp>
      </p:grpSp>
      <p:grpSp>
        <p:nvGrpSpPr>
          <p:cNvPr id="107" name="Group 80">
            <a:extLst>
              <a:ext uri="{FF2B5EF4-FFF2-40B4-BE49-F238E27FC236}">
                <a16:creationId xmlns:a16="http://schemas.microsoft.com/office/drawing/2014/main" id="{3C6E9517-228F-F646-BE97-B0F42F01CF2F}"/>
              </a:ext>
            </a:extLst>
          </p:cNvPr>
          <p:cNvGrpSpPr>
            <a:grpSpLocks/>
          </p:cNvGrpSpPr>
          <p:nvPr/>
        </p:nvGrpSpPr>
        <p:grpSpPr bwMode="auto">
          <a:xfrm>
            <a:off x="5412441" y="4556368"/>
            <a:ext cx="2508250" cy="582613"/>
            <a:chOff x="2232" y="2884"/>
            <a:chExt cx="1580" cy="367"/>
          </a:xfrm>
        </p:grpSpPr>
        <p:sp>
          <p:nvSpPr>
            <p:cNvPr id="108" name="Line 44">
              <a:extLst>
                <a:ext uri="{FF2B5EF4-FFF2-40B4-BE49-F238E27FC236}">
                  <a16:creationId xmlns:a16="http://schemas.microsoft.com/office/drawing/2014/main" id="{B2E325DC-266A-E04B-99CF-3336AA0B28D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232" y="2884"/>
              <a:ext cx="1580" cy="367"/>
            </a:xfrm>
            <a:prstGeom prst="line">
              <a:avLst/>
            </a:prstGeom>
            <a:noFill/>
            <a:ln w="28575">
              <a:solidFill>
                <a:srgbClr val="000099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</a:endParaRPr>
            </a:p>
          </p:txBody>
        </p:sp>
        <p:sp>
          <p:nvSpPr>
            <p:cNvPr id="109" name="Rectangle 46">
              <a:extLst>
                <a:ext uri="{FF2B5EF4-FFF2-40B4-BE49-F238E27FC236}">
                  <a16:creationId xmlns:a16="http://schemas.microsoft.com/office/drawing/2014/main" id="{675FC7AA-5181-014C-8F25-2AA59FE9187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53" y="2995"/>
              <a:ext cx="896" cy="20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</a:endParaRPr>
            </a:p>
          </p:txBody>
        </p:sp>
        <p:sp>
          <p:nvSpPr>
            <p:cNvPr id="110" name="Text Box 47">
              <a:extLst>
                <a:ext uri="{FF2B5EF4-FFF2-40B4-BE49-F238E27FC236}">
                  <a16:creationId xmlns:a16="http://schemas.microsoft.com/office/drawing/2014/main" id="{AF123A9D-4677-1E46-9BD3-FF95D1D7A9E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246" y="2958"/>
              <a:ext cx="1534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9pPr>
            </a:lstStyle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</a:rPr>
                <a:t>ACKbit=1; ACKnum=y+1</a:t>
              </a:r>
            </a:p>
          </p:txBody>
        </p:sp>
      </p:grpSp>
      <p:grpSp>
        <p:nvGrpSpPr>
          <p:cNvPr id="111" name="Group 72">
            <a:extLst>
              <a:ext uri="{FF2B5EF4-FFF2-40B4-BE49-F238E27FC236}">
                <a16:creationId xmlns:a16="http://schemas.microsoft.com/office/drawing/2014/main" id="{F8C975AA-022F-9047-AE41-32435BEC092D}"/>
              </a:ext>
            </a:extLst>
          </p:cNvPr>
          <p:cNvGrpSpPr>
            <a:grpSpLocks/>
          </p:cNvGrpSpPr>
          <p:nvPr/>
        </p:nvGrpSpPr>
        <p:grpSpPr bwMode="auto">
          <a:xfrm>
            <a:off x="3959879" y="2879968"/>
            <a:ext cx="4930775" cy="854075"/>
            <a:chOff x="1317" y="1828"/>
            <a:chExt cx="3106" cy="538"/>
          </a:xfrm>
        </p:grpSpPr>
        <p:sp>
          <p:nvSpPr>
            <p:cNvPr id="112" name="Line 13">
              <a:extLst>
                <a:ext uri="{FF2B5EF4-FFF2-40B4-BE49-F238E27FC236}">
                  <a16:creationId xmlns:a16="http://schemas.microsoft.com/office/drawing/2014/main" id="{1134B78B-9B76-184C-B906-5A54448AE2F6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186" y="1828"/>
              <a:ext cx="1580" cy="367"/>
            </a:xfrm>
            <a:prstGeom prst="line">
              <a:avLst/>
            </a:prstGeom>
            <a:noFill/>
            <a:ln w="28575">
              <a:solidFill>
                <a:srgbClr val="000099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</a:endParaRPr>
            </a:p>
          </p:txBody>
        </p:sp>
        <p:sp>
          <p:nvSpPr>
            <p:cNvPr id="113" name="Rectangle 14">
              <a:extLst>
                <a:ext uri="{FF2B5EF4-FFF2-40B4-BE49-F238E27FC236}">
                  <a16:creationId xmlns:a16="http://schemas.microsoft.com/office/drawing/2014/main" id="{18D2E5DB-705F-434F-8D6A-A975176465B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07" y="1912"/>
              <a:ext cx="896" cy="20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</a:endParaRPr>
            </a:p>
          </p:txBody>
        </p:sp>
        <p:sp>
          <p:nvSpPr>
            <p:cNvPr id="114" name="Text Box 15">
              <a:extLst>
                <a:ext uri="{FF2B5EF4-FFF2-40B4-BE49-F238E27FC236}">
                  <a16:creationId xmlns:a16="http://schemas.microsoft.com/office/drawing/2014/main" id="{C5FC1E37-42AF-CC47-A252-1B970EBE90B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200" y="1875"/>
              <a:ext cx="1534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9pPr>
            </a:lstStyle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</a:rPr>
                <a:t>ACKbit=1; ACKnum=x+1</a:t>
              </a:r>
            </a:p>
          </p:txBody>
        </p:sp>
        <p:sp>
          <p:nvSpPr>
            <p:cNvPr id="115" name="Text Box 21">
              <a:extLst>
                <a:ext uri="{FF2B5EF4-FFF2-40B4-BE49-F238E27FC236}">
                  <a16:creationId xmlns:a16="http://schemas.microsoft.com/office/drawing/2014/main" id="{4E1E3839-0226-DB4F-BA6B-2B28CD0433C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317" y="2066"/>
              <a:ext cx="867" cy="3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9pPr>
            </a:lstStyle>
            <a:p>
              <a:pPr marL="0" marR="0" lvl="0" indent="0" algn="r" defTabSz="914400" eaLnBrk="0" fontAlgn="base" latinLnBrk="0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</a:rPr>
                <a:t> wait for server</a:t>
              </a:r>
            </a:p>
            <a:p>
              <a:pPr marL="0" marR="0" lvl="0" indent="0" algn="r" defTabSz="914400" eaLnBrk="0" fontAlgn="base" latinLnBrk="0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</a:rPr>
                <a:t>close</a:t>
              </a:r>
            </a:p>
          </p:txBody>
        </p:sp>
        <p:sp>
          <p:nvSpPr>
            <p:cNvPr id="116" name="Text Box 49">
              <a:extLst>
                <a:ext uri="{FF2B5EF4-FFF2-40B4-BE49-F238E27FC236}">
                  <a16:creationId xmlns:a16="http://schemas.microsoft.com/office/drawing/2014/main" id="{2C38B3FD-F2AD-DA41-8270-C22350C73FF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822" y="1979"/>
              <a:ext cx="601" cy="3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9pPr>
            </a:lstStyle>
            <a:p>
              <a:pPr marL="0" marR="0" lvl="0" indent="0" defTabSz="914400" eaLnBrk="0" fontAlgn="base" latinLnBrk="0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</a:rPr>
                <a:t>can still</a:t>
              </a:r>
            </a:p>
            <a:p>
              <a:pPr marL="0" marR="0" lvl="0" indent="0" defTabSz="914400" eaLnBrk="0" fontAlgn="base" latinLnBrk="0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</a:rPr>
                <a:t>send data</a:t>
              </a:r>
            </a:p>
          </p:txBody>
        </p:sp>
      </p:grpSp>
      <p:grpSp>
        <p:nvGrpSpPr>
          <p:cNvPr id="117" name="Group 78">
            <a:extLst>
              <a:ext uri="{FF2B5EF4-FFF2-40B4-BE49-F238E27FC236}">
                <a16:creationId xmlns:a16="http://schemas.microsoft.com/office/drawing/2014/main" id="{C429420B-FA26-2A45-A360-CF2204C79D45}"/>
              </a:ext>
            </a:extLst>
          </p:cNvPr>
          <p:cNvGrpSpPr>
            <a:grpSpLocks/>
          </p:cNvGrpSpPr>
          <p:nvPr/>
        </p:nvGrpSpPr>
        <p:grpSpPr bwMode="auto">
          <a:xfrm>
            <a:off x="7928629" y="3010143"/>
            <a:ext cx="2501900" cy="1735138"/>
            <a:chOff x="3817" y="1910"/>
            <a:chExt cx="1576" cy="1093"/>
          </a:xfrm>
        </p:grpSpPr>
        <p:sp>
          <p:nvSpPr>
            <p:cNvPr id="118" name="Text Box 50">
              <a:extLst>
                <a:ext uri="{FF2B5EF4-FFF2-40B4-BE49-F238E27FC236}">
                  <a16:creationId xmlns:a16="http://schemas.microsoft.com/office/drawing/2014/main" id="{33070F1D-9B90-A144-ADA9-C922455212B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817" y="2703"/>
              <a:ext cx="792" cy="3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9pPr>
            </a:lstStyle>
            <a:p>
              <a:pPr marL="0" marR="0" lvl="0" indent="0" defTabSz="914400" eaLnBrk="0" fontAlgn="base" latinLnBrk="0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</a:rPr>
                <a:t>can no longer</a:t>
              </a:r>
            </a:p>
            <a:p>
              <a:pPr marL="0" marR="0" lvl="0" indent="0" defTabSz="914400" eaLnBrk="0" fontAlgn="base" latinLnBrk="0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</a:rPr>
                <a:t>send data</a:t>
              </a:r>
            </a:p>
          </p:txBody>
        </p:sp>
        <p:grpSp>
          <p:nvGrpSpPr>
            <p:cNvPr id="119" name="Group 76">
              <a:extLst>
                <a:ext uri="{FF2B5EF4-FFF2-40B4-BE49-F238E27FC236}">
                  <a16:creationId xmlns:a16="http://schemas.microsoft.com/office/drawing/2014/main" id="{7CD8625C-1E94-DA47-B16D-490417EA4806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691" y="1910"/>
              <a:ext cx="702" cy="723"/>
              <a:chOff x="4691" y="1910"/>
              <a:chExt cx="702" cy="723"/>
            </a:xfrm>
          </p:grpSpPr>
          <p:sp>
            <p:nvSpPr>
              <p:cNvPr id="120" name="Line 39">
                <a:extLst>
                  <a:ext uri="{FF2B5EF4-FFF2-40B4-BE49-F238E27FC236}">
                    <a16:creationId xmlns:a16="http://schemas.microsoft.com/office/drawing/2014/main" id="{3B72D76C-ECA7-8046-8DFA-EBE982AEBB7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5167" y="1910"/>
                <a:ext cx="0" cy="562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pPr marL="0" marR="0" lvl="0" indent="0" algn="ctr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</a:endParaRPr>
              </a:p>
            </p:txBody>
          </p:sp>
          <p:sp>
            <p:nvSpPr>
              <p:cNvPr id="121" name="Text Box 55">
                <a:extLst>
                  <a:ext uri="{FF2B5EF4-FFF2-40B4-BE49-F238E27FC236}">
                    <a16:creationId xmlns:a16="http://schemas.microsoft.com/office/drawing/2014/main" id="{39D84C53-723C-A14C-A0EA-D38B2DEE863B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691" y="2421"/>
                <a:ext cx="702" cy="21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1pPr>
                <a:lvl2pPr marL="742950" indent="-285750"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2pPr>
                <a:lvl3pPr marL="1143000" indent="-228600"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3pPr>
                <a:lvl4pPr marL="1600200" indent="-228600"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4pPr>
                <a:lvl5pPr marL="2057400" indent="-228600"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9pPr>
              </a:lstStyle>
              <a:p>
                <a:pPr marL="0" marR="0" lvl="0" indent="0" algn="ctr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6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ahoma" charset="0"/>
                    <a:ea typeface="ＭＳ Ｐゴシック" charset="0"/>
                  </a:rPr>
                  <a:t>LAST_ACK</a:t>
                </a:r>
              </a:p>
            </p:txBody>
          </p:sp>
        </p:grpSp>
      </p:grpSp>
      <p:grpSp>
        <p:nvGrpSpPr>
          <p:cNvPr id="122" name="Group 82">
            <a:extLst>
              <a:ext uri="{FF2B5EF4-FFF2-40B4-BE49-F238E27FC236}">
                <a16:creationId xmlns:a16="http://schemas.microsoft.com/office/drawing/2014/main" id="{98672237-A933-5840-AAEB-35E99A43D4FC}"/>
              </a:ext>
            </a:extLst>
          </p:cNvPr>
          <p:cNvGrpSpPr>
            <a:grpSpLocks/>
          </p:cNvGrpSpPr>
          <p:nvPr/>
        </p:nvGrpSpPr>
        <p:grpSpPr bwMode="auto">
          <a:xfrm>
            <a:off x="9511366" y="4191243"/>
            <a:ext cx="917575" cy="1223963"/>
            <a:chOff x="4814" y="2654"/>
            <a:chExt cx="578" cy="771"/>
          </a:xfrm>
        </p:grpSpPr>
        <p:sp>
          <p:nvSpPr>
            <p:cNvPr id="123" name="Text Box 11">
              <a:extLst>
                <a:ext uri="{FF2B5EF4-FFF2-40B4-BE49-F238E27FC236}">
                  <a16:creationId xmlns:a16="http://schemas.microsoft.com/office/drawing/2014/main" id="{CC03DA72-98EF-4C40-AAF9-6404AAB4140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814" y="3213"/>
              <a:ext cx="578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9pPr>
            </a:lstStyle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</a:rPr>
                <a:t>CLOSED</a:t>
              </a:r>
            </a:p>
          </p:txBody>
        </p:sp>
        <p:sp>
          <p:nvSpPr>
            <p:cNvPr id="124" name="Line 57">
              <a:extLst>
                <a:ext uri="{FF2B5EF4-FFF2-40B4-BE49-F238E27FC236}">
                  <a16:creationId xmlns:a16="http://schemas.microsoft.com/office/drawing/2014/main" id="{2DAF6242-FCE3-CA4F-8E94-5C600901D79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173" y="2654"/>
              <a:ext cx="0" cy="576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</a:endParaRPr>
            </a:p>
          </p:txBody>
        </p:sp>
      </p:grpSp>
      <p:grpSp>
        <p:nvGrpSpPr>
          <p:cNvPr id="125" name="Group 77">
            <a:extLst>
              <a:ext uri="{FF2B5EF4-FFF2-40B4-BE49-F238E27FC236}">
                <a16:creationId xmlns:a16="http://schemas.microsoft.com/office/drawing/2014/main" id="{8716FBC7-F7B2-3E4B-A8DC-911681C33879}"/>
              </a:ext>
            </a:extLst>
          </p:cNvPr>
          <p:cNvGrpSpPr>
            <a:grpSpLocks/>
          </p:cNvGrpSpPr>
          <p:nvPr/>
        </p:nvGrpSpPr>
        <p:grpSpPr bwMode="auto">
          <a:xfrm>
            <a:off x="2454929" y="3583231"/>
            <a:ext cx="1400175" cy="1044575"/>
            <a:chOff x="369" y="2271"/>
            <a:chExt cx="882" cy="658"/>
          </a:xfrm>
        </p:grpSpPr>
        <p:sp>
          <p:nvSpPr>
            <p:cNvPr id="126" name="Text Box 58">
              <a:extLst>
                <a:ext uri="{FF2B5EF4-FFF2-40B4-BE49-F238E27FC236}">
                  <a16:creationId xmlns:a16="http://schemas.microsoft.com/office/drawing/2014/main" id="{0370EE93-EE28-CB41-9A79-44CD5FCB09C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69" y="2717"/>
              <a:ext cx="882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9pPr>
            </a:lstStyle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</a:rPr>
                <a:t>TIMED_WAIT</a:t>
              </a:r>
            </a:p>
          </p:txBody>
        </p:sp>
        <p:sp>
          <p:nvSpPr>
            <p:cNvPr id="127" name="Line 60">
              <a:extLst>
                <a:ext uri="{FF2B5EF4-FFF2-40B4-BE49-F238E27FC236}">
                  <a16:creationId xmlns:a16="http://schemas.microsoft.com/office/drawing/2014/main" id="{3B48B9FB-9708-0540-92A3-506581BA541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38" y="2271"/>
              <a:ext cx="0" cy="483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</a:endParaRPr>
            </a:p>
          </p:txBody>
        </p:sp>
      </p:grpSp>
      <p:grpSp>
        <p:nvGrpSpPr>
          <p:cNvPr id="128" name="Group 81">
            <a:extLst>
              <a:ext uri="{FF2B5EF4-FFF2-40B4-BE49-F238E27FC236}">
                <a16:creationId xmlns:a16="http://schemas.microsoft.com/office/drawing/2014/main" id="{297F5A45-3767-914B-A848-9F3DBE9E8973}"/>
              </a:ext>
            </a:extLst>
          </p:cNvPr>
          <p:cNvGrpSpPr>
            <a:grpSpLocks/>
          </p:cNvGrpSpPr>
          <p:nvPr/>
        </p:nvGrpSpPr>
        <p:grpSpPr bwMode="auto">
          <a:xfrm>
            <a:off x="2543829" y="4464293"/>
            <a:ext cx="2743200" cy="1768475"/>
            <a:chOff x="425" y="2826"/>
            <a:chExt cx="1728" cy="1114"/>
          </a:xfrm>
        </p:grpSpPr>
        <p:sp>
          <p:nvSpPr>
            <p:cNvPr id="129" name="Line 52">
              <a:extLst>
                <a:ext uri="{FF2B5EF4-FFF2-40B4-BE49-F238E27FC236}">
                  <a16:creationId xmlns:a16="http://schemas.microsoft.com/office/drawing/2014/main" id="{1A425BE1-7027-F44C-9194-05C89CAF482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820" y="2833"/>
              <a:ext cx="7" cy="1059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</a:endParaRPr>
            </a:p>
          </p:txBody>
        </p:sp>
        <p:sp>
          <p:nvSpPr>
            <p:cNvPr id="130" name="Text Box 51">
              <a:extLst>
                <a:ext uri="{FF2B5EF4-FFF2-40B4-BE49-F238E27FC236}">
                  <a16:creationId xmlns:a16="http://schemas.microsoft.com/office/drawing/2014/main" id="{B9DE3C9B-20ED-E544-82B3-6C57D83B714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216" y="3093"/>
              <a:ext cx="937" cy="421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9pPr>
            </a:lstStyle>
            <a:p>
              <a:pPr marL="0" marR="0" lvl="0" indent="0" algn="r" defTabSz="914400" eaLnBrk="0" fontAlgn="base" latinLnBrk="0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</a:rPr>
                <a:t> timed wait </a:t>
              </a:r>
            </a:p>
            <a:p>
              <a:pPr marL="0" marR="0" lvl="0" indent="0" algn="r" defTabSz="914400" eaLnBrk="0" fontAlgn="base" latinLnBrk="0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</a:rPr>
                <a:t>for 2*max </a:t>
              </a:r>
            </a:p>
            <a:p>
              <a:pPr marL="0" marR="0" lvl="0" indent="0" algn="r" defTabSz="914400" eaLnBrk="0" fontAlgn="base" latinLnBrk="0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</a:rPr>
                <a:t>segment lifetime</a:t>
              </a:r>
            </a:p>
          </p:txBody>
        </p:sp>
        <p:sp>
          <p:nvSpPr>
            <p:cNvPr id="131" name="Line 53">
              <a:extLst>
                <a:ext uri="{FF2B5EF4-FFF2-40B4-BE49-F238E27FC236}">
                  <a16:creationId xmlns:a16="http://schemas.microsoft.com/office/drawing/2014/main" id="{58D5E89D-DF4E-4A46-B48C-C5652B9EF31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742" y="2826"/>
              <a:ext cx="142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</a:endParaRPr>
            </a:p>
          </p:txBody>
        </p:sp>
        <p:sp>
          <p:nvSpPr>
            <p:cNvPr id="132" name="Line 54">
              <a:extLst>
                <a:ext uri="{FF2B5EF4-FFF2-40B4-BE49-F238E27FC236}">
                  <a16:creationId xmlns:a16="http://schemas.microsoft.com/office/drawing/2014/main" id="{686D6997-8DDA-0743-A8AD-E9968F7CA51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759" y="3889"/>
              <a:ext cx="142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</a:endParaRPr>
            </a:p>
          </p:txBody>
        </p:sp>
        <p:sp>
          <p:nvSpPr>
            <p:cNvPr id="133" name="Text Box 59">
              <a:extLst>
                <a:ext uri="{FF2B5EF4-FFF2-40B4-BE49-F238E27FC236}">
                  <a16:creationId xmlns:a16="http://schemas.microsoft.com/office/drawing/2014/main" id="{7CE5D92F-DD8C-9F4B-8EAB-8C454B58999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25" y="3728"/>
              <a:ext cx="578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9pPr>
            </a:lstStyle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</a:rPr>
                <a:t>CLOSED</a:t>
              </a:r>
            </a:p>
          </p:txBody>
        </p:sp>
        <p:sp>
          <p:nvSpPr>
            <p:cNvPr id="134" name="Line 61">
              <a:extLst>
                <a:ext uri="{FF2B5EF4-FFF2-40B4-BE49-F238E27FC236}">
                  <a16:creationId xmlns:a16="http://schemas.microsoft.com/office/drawing/2014/main" id="{A6E76601-86C1-6B4E-986E-53F4D8B2F32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31" y="2918"/>
              <a:ext cx="0" cy="839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</a:endParaRPr>
            </a:p>
          </p:txBody>
        </p:sp>
      </p:grpSp>
      <p:grpSp>
        <p:nvGrpSpPr>
          <p:cNvPr id="135" name="Group 71">
            <a:extLst>
              <a:ext uri="{FF2B5EF4-FFF2-40B4-BE49-F238E27FC236}">
                <a16:creationId xmlns:a16="http://schemas.microsoft.com/office/drawing/2014/main" id="{856F911C-0662-FC4D-8D88-E4796EB8EB50}"/>
              </a:ext>
            </a:extLst>
          </p:cNvPr>
          <p:cNvGrpSpPr>
            <a:grpSpLocks/>
          </p:cNvGrpSpPr>
          <p:nvPr/>
        </p:nvGrpSpPr>
        <p:grpSpPr bwMode="auto">
          <a:xfrm>
            <a:off x="2420004" y="2024306"/>
            <a:ext cx="1335087" cy="700087"/>
            <a:chOff x="347" y="1289"/>
            <a:chExt cx="841" cy="441"/>
          </a:xfrm>
        </p:grpSpPr>
        <p:sp>
          <p:nvSpPr>
            <p:cNvPr id="136" name="Text Box 31">
              <a:extLst>
                <a:ext uri="{FF2B5EF4-FFF2-40B4-BE49-F238E27FC236}">
                  <a16:creationId xmlns:a16="http://schemas.microsoft.com/office/drawing/2014/main" id="{7C6B5CE0-27BC-EA41-AE44-47F87323EAB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47" y="1518"/>
              <a:ext cx="841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9pPr>
            </a:lstStyle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</a:rPr>
                <a:t>FIN_WAIT_1</a:t>
              </a:r>
            </a:p>
          </p:txBody>
        </p:sp>
        <p:sp>
          <p:nvSpPr>
            <p:cNvPr id="137" name="Line 32">
              <a:extLst>
                <a:ext uri="{FF2B5EF4-FFF2-40B4-BE49-F238E27FC236}">
                  <a16:creationId xmlns:a16="http://schemas.microsoft.com/office/drawing/2014/main" id="{68F9AC03-ACD1-8148-B2AA-D99567B0220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30" y="1289"/>
              <a:ext cx="0" cy="277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</a:endParaRPr>
            </a:p>
          </p:txBody>
        </p:sp>
      </p:grpSp>
      <p:grpSp>
        <p:nvGrpSpPr>
          <p:cNvPr id="138" name="Group 70">
            <a:extLst>
              <a:ext uri="{FF2B5EF4-FFF2-40B4-BE49-F238E27FC236}">
                <a16:creationId xmlns:a16="http://schemas.microsoft.com/office/drawing/2014/main" id="{2AC3B819-5CDB-E34D-A991-B4A5AEE2742D}"/>
              </a:ext>
            </a:extLst>
          </p:cNvPr>
          <p:cNvGrpSpPr>
            <a:grpSpLocks/>
          </p:cNvGrpSpPr>
          <p:nvPr/>
        </p:nvGrpSpPr>
        <p:grpSpPr bwMode="auto">
          <a:xfrm>
            <a:off x="3074054" y="2078281"/>
            <a:ext cx="4775200" cy="1014412"/>
            <a:chOff x="759" y="1323"/>
            <a:chExt cx="3008" cy="639"/>
          </a:xfrm>
        </p:grpSpPr>
        <p:sp>
          <p:nvSpPr>
            <p:cNvPr id="139" name="Line 6">
              <a:extLst>
                <a:ext uri="{FF2B5EF4-FFF2-40B4-BE49-F238E27FC236}">
                  <a16:creationId xmlns:a16="http://schemas.microsoft.com/office/drawing/2014/main" id="{8563C9BC-E8BF-4B4B-B9E5-BA16D70411A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195" y="1442"/>
              <a:ext cx="1572" cy="320"/>
            </a:xfrm>
            <a:prstGeom prst="line">
              <a:avLst/>
            </a:prstGeom>
            <a:noFill/>
            <a:ln w="28575">
              <a:solidFill>
                <a:srgbClr val="000099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</a:endParaRPr>
            </a:p>
          </p:txBody>
        </p:sp>
        <p:sp>
          <p:nvSpPr>
            <p:cNvPr id="140" name="Rectangle 7">
              <a:extLst>
                <a:ext uri="{FF2B5EF4-FFF2-40B4-BE49-F238E27FC236}">
                  <a16:creationId xmlns:a16="http://schemas.microsoft.com/office/drawing/2014/main" id="{93164DA6-D19F-EC4A-8FED-DFEAF03BFCA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44" y="1369"/>
              <a:ext cx="590" cy="363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</a:endParaRPr>
            </a:p>
          </p:txBody>
        </p:sp>
        <p:sp>
          <p:nvSpPr>
            <p:cNvPr id="141" name="Text Box 8">
              <a:extLst>
                <a:ext uri="{FF2B5EF4-FFF2-40B4-BE49-F238E27FC236}">
                  <a16:creationId xmlns:a16="http://schemas.microsoft.com/office/drawing/2014/main" id="{9FBC4446-D43E-8446-97FA-47F23591FA0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430" y="1493"/>
              <a:ext cx="1052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9pPr>
            </a:lstStyle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</a:rPr>
                <a:t>FINbit=1, seq=x</a:t>
              </a:r>
            </a:p>
          </p:txBody>
        </p:sp>
        <p:sp>
          <p:nvSpPr>
            <p:cNvPr id="142" name="Text Box 9">
              <a:extLst>
                <a:ext uri="{FF2B5EF4-FFF2-40B4-BE49-F238E27FC236}">
                  <a16:creationId xmlns:a16="http://schemas.microsoft.com/office/drawing/2014/main" id="{2A7A1B57-CBE3-0F48-81AB-C0824B5F9ED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209" y="1541"/>
              <a:ext cx="913" cy="42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9pPr>
            </a:lstStyle>
            <a:p>
              <a:pPr marL="0" marR="0" lvl="0" indent="0" algn="r" defTabSz="914400" eaLnBrk="0" fontAlgn="base" latinLnBrk="0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</a:rPr>
                <a:t>can no longer</a:t>
              </a:r>
            </a:p>
            <a:p>
              <a:pPr marL="0" marR="0" lvl="0" indent="0" algn="r" defTabSz="914400" eaLnBrk="0" fontAlgn="base" latinLnBrk="0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</a:rPr>
                <a:t>send but can</a:t>
              </a:r>
            </a:p>
            <a:p>
              <a:pPr marL="0" marR="0" lvl="0" indent="0" algn="r" defTabSz="914400" eaLnBrk="0" fontAlgn="base" latinLnBrk="0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</a:rPr>
                <a:t> receive data</a:t>
              </a:r>
            </a:p>
          </p:txBody>
        </p:sp>
        <p:sp>
          <p:nvSpPr>
            <p:cNvPr id="143" name="Text Box 67">
              <a:extLst>
                <a:ext uri="{FF2B5EF4-FFF2-40B4-BE49-F238E27FC236}">
                  <a16:creationId xmlns:a16="http://schemas.microsoft.com/office/drawing/2014/main" id="{D4F5F93C-0287-514F-885A-7080F2E25FB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59" y="1323"/>
              <a:ext cx="1456" cy="1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9pPr>
            </a:lstStyle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charset="0"/>
                  <a:ea typeface="ＭＳ Ｐゴシック" charset="0"/>
                </a:rPr>
                <a:t>clientSocket.close()</a:t>
              </a:r>
            </a:p>
          </p:txBody>
        </p:sp>
      </p:grpSp>
      <p:sp>
        <p:nvSpPr>
          <p:cNvPr id="144" name="Text Box 84">
            <a:extLst>
              <a:ext uri="{FF2B5EF4-FFF2-40B4-BE49-F238E27FC236}">
                <a16:creationId xmlns:a16="http://schemas.microsoft.com/office/drawing/2014/main" id="{B621F2BC-8FED-FF42-89D9-83E23CEFDC4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05830" y="1346443"/>
            <a:ext cx="1422249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pPr marL="0" marR="0" lvl="0" indent="0" algn="r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u="none" strike="noStrike" kern="0" cap="none" spc="0" normalizeH="0" baseline="0" noProof="0" dirty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Tahoma" charset="0"/>
                <a:ea typeface="ＭＳ Ｐゴシック" charset="0"/>
              </a:rPr>
              <a:t>client state</a:t>
            </a:r>
          </a:p>
          <a:p>
            <a:pPr marL="0" marR="0" lvl="0" indent="0" algn="r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1" u="none" strike="noStrike" kern="0" cap="none" spc="0" normalizeH="0" baseline="0" noProof="0" dirty="0">
              <a:ln>
                <a:noFill/>
              </a:ln>
              <a:solidFill>
                <a:srgbClr val="000099"/>
              </a:solidFill>
              <a:effectLst/>
              <a:uLnTx/>
              <a:uFillTx/>
              <a:latin typeface="Tahoma" charset="0"/>
              <a:ea typeface="ＭＳ Ｐゴシック" charset="0"/>
            </a:endParaRPr>
          </a:p>
        </p:txBody>
      </p:sp>
      <p:sp>
        <p:nvSpPr>
          <p:cNvPr id="145" name="Text Box 85">
            <a:extLst>
              <a:ext uri="{FF2B5EF4-FFF2-40B4-BE49-F238E27FC236}">
                <a16:creationId xmlns:a16="http://schemas.microsoft.com/office/drawing/2014/main" id="{0843F073-CC98-6143-B1B4-660BDAFE923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942262" y="1363906"/>
            <a:ext cx="1518429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pPr marL="0" marR="0" lvl="0" indent="0" algn="r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u="none" strike="noStrike" kern="0" cap="none" spc="0" normalizeH="0" baseline="0" noProof="0" dirty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Tahoma" charset="0"/>
                <a:ea typeface="ＭＳ Ｐゴシック" charset="0"/>
              </a:rPr>
              <a:t>server state</a:t>
            </a:r>
          </a:p>
          <a:p>
            <a:pPr marL="0" marR="0" lvl="0" indent="0" algn="r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1" u="none" strike="noStrike" kern="0" cap="none" spc="0" normalizeH="0" baseline="0" noProof="0" dirty="0">
              <a:ln>
                <a:noFill/>
              </a:ln>
              <a:solidFill>
                <a:srgbClr val="000099"/>
              </a:solidFill>
              <a:effectLst/>
              <a:uLnTx/>
              <a:uFillTx/>
              <a:latin typeface="Tahoma" charset="0"/>
              <a:ea typeface="ＭＳ Ｐゴシック" charset="0"/>
            </a:endParaRPr>
          </a:p>
        </p:txBody>
      </p:sp>
      <p:sp>
        <p:nvSpPr>
          <p:cNvPr id="146" name="Text Box 86">
            <a:extLst>
              <a:ext uri="{FF2B5EF4-FFF2-40B4-BE49-F238E27FC236}">
                <a16:creationId xmlns:a16="http://schemas.microsoft.com/office/drawing/2014/main" id="{91EC5BFE-B9C5-4940-AAAB-3E540DBF7AB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638366" y="1746493"/>
            <a:ext cx="771525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pPr marL="0" marR="0" lvl="0" indent="0" algn="ctr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</a:rPr>
              <a:t>ESTAB</a:t>
            </a:r>
          </a:p>
        </p:txBody>
      </p:sp>
      <p:sp>
        <p:nvSpPr>
          <p:cNvPr id="147" name="Text Box 87">
            <a:extLst>
              <a:ext uri="{FF2B5EF4-FFF2-40B4-BE49-F238E27FC236}">
                <a16:creationId xmlns:a16="http://schemas.microsoft.com/office/drawing/2014/main" id="{6F88DE4C-F26E-1E42-AEF7-44D88A3978D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02541" y="1729031"/>
            <a:ext cx="771525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pPr marL="0" marR="0" lvl="0" indent="0" algn="ctr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</a:rPr>
              <a:t>ESTAB</a:t>
            </a:r>
          </a:p>
        </p:txBody>
      </p:sp>
      <p:grpSp>
        <p:nvGrpSpPr>
          <p:cNvPr id="148" name="Group 88">
            <a:extLst>
              <a:ext uri="{FF2B5EF4-FFF2-40B4-BE49-F238E27FC236}">
                <a16:creationId xmlns:a16="http://schemas.microsoft.com/office/drawing/2014/main" id="{9F01B6CB-2602-AB4B-8407-E1DECA6D341A}"/>
              </a:ext>
            </a:extLst>
          </p:cNvPr>
          <p:cNvGrpSpPr>
            <a:grpSpLocks/>
          </p:cNvGrpSpPr>
          <p:nvPr/>
        </p:nvGrpSpPr>
        <p:grpSpPr bwMode="auto">
          <a:xfrm>
            <a:off x="5009216" y="1421056"/>
            <a:ext cx="642938" cy="600075"/>
            <a:chOff x="-44" y="1473"/>
            <a:chExt cx="981" cy="1105"/>
          </a:xfrm>
        </p:grpSpPr>
        <p:pic>
          <p:nvPicPr>
            <p:cNvPr id="149" name="Picture 89" descr="desktop_computer_stylized_medium">
              <a:extLst>
                <a:ext uri="{FF2B5EF4-FFF2-40B4-BE49-F238E27FC236}">
                  <a16:creationId xmlns:a16="http://schemas.microsoft.com/office/drawing/2014/main" id="{CB87D519-6188-8E48-BD3A-21D1B3CD1632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50" name="Freeform 90">
              <a:extLst>
                <a:ext uri="{FF2B5EF4-FFF2-40B4-BE49-F238E27FC236}">
                  <a16:creationId xmlns:a16="http://schemas.microsoft.com/office/drawing/2014/main" id="{03222848-711E-FA45-B8D9-62F3C310430E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5595 w 356"/>
                <a:gd name="T3" fmla="*/ 341 h 368"/>
                <a:gd name="T4" fmla="*/ 6638 w 356"/>
                <a:gd name="T5" fmla="*/ 7113 h 368"/>
                <a:gd name="T6" fmla="*/ 1463 w 356"/>
                <a:gd name="T7" fmla="*/ 8895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 cmpd="sng">
                  <a:solidFill>
                    <a:schemeClr val="tx1"/>
                  </a:solidFill>
                  <a:prstDash val="solid"/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</a:endParaRPr>
            </a:p>
          </p:txBody>
        </p:sp>
      </p:grpSp>
      <p:grpSp>
        <p:nvGrpSpPr>
          <p:cNvPr id="151" name="Group 91">
            <a:extLst>
              <a:ext uri="{FF2B5EF4-FFF2-40B4-BE49-F238E27FC236}">
                <a16:creationId xmlns:a16="http://schemas.microsoft.com/office/drawing/2014/main" id="{BF9B722E-CD29-D14E-A50A-6EFE18D73FAA}"/>
              </a:ext>
            </a:extLst>
          </p:cNvPr>
          <p:cNvGrpSpPr>
            <a:grpSpLocks/>
          </p:cNvGrpSpPr>
          <p:nvPr/>
        </p:nvGrpSpPr>
        <p:grpSpPr bwMode="auto">
          <a:xfrm>
            <a:off x="7641291" y="1424231"/>
            <a:ext cx="336550" cy="512762"/>
            <a:chOff x="4140" y="429"/>
            <a:chExt cx="1425" cy="2396"/>
          </a:xfrm>
        </p:grpSpPr>
        <p:sp>
          <p:nvSpPr>
            <p:cNvPr id="152" name="Freeform 92">
              <a:extLst>
                <a:ext uri="{FF2B5EF4-FFF2-40B4-BE49-F238E27FC236}">
                  <a16:creationId xmlns:a16="http://schemas.microsoft.com/office/drawing/2014/main" id="{04FC7BF7-A2B2-C94B-9A70-9E4F05E4B203}"/>
                </a:ext>
              </a:extLst>
            </p:cNvPr>
            <p:cNvSpPr>
              <a:spLocks/>
            </p:cNvSpPr>
            <p:nvPr/>
          </p:nvSpPr>
          <p:spPr bwMode="auto">
            <a:xfrm>
              <a:off x="5268" y="433"/>
              <a:ext cx="283" cy="2286"/>
            </a:xfrm>
            <a:custGeom>
              <a:avLst/>
              <a:gdLst>
                <a:gd name="T0" fmla="*/ 7 w 354"/>
                <a:gd name="T1" fmla="*/ 0 h 2742"/>
                <a:gd name="T2" fmla="*/ 38 w 354"/>
                <a:gd name="T3" fmla="*/ 55 h 2742"/>
                <a:gd name="T4" fmla="*/ 37 w 354"/>
                <a:gd name="T5" fmla="*/ 425 h 2742"/>
                <a:gd name="T6" fmla="*/ 0 w 354"/>
                <a:gd name="T7" fmla="*/ 445 h 2742"/>
                <a:gd name="T8" fmla="*/ 7 w 354"/>
                <a:gd name="T9" fmla="*/ 0 h 274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4" h="2742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 rotWithShape="1"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</a:endParaRPr>
            </a:p>
          </p:txBody>
        </p:sp>
        <p:sp>
          <p:nvSpPr>
            <p:cNvPr id="153" name="Rectangle 93">
              <a:extLst>
                <a:ext uri="{FF2B5EF4-FFF2-40B4-BE49-F238E27FC236}">
                  <a16:creationId xmlns:a16="http://schemas.microsoft.com/office/drawing/2014/main" id="{BBF24070-7587-6240-82D0-9DA6BE7BB18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07" y="429"/>
              <a:ext cx="1049" cy="2285"/>
            </a:xfrm>
            <a:prstGeom prst="rect">
              <a:avLst/>
            </a:pr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</a:endParaRPr>
            </a:p>
          </p:txBody>
        </p:sp>
        <p:sp>
          <p:nvSpPr>
            <p:cNvPr id="154" name="Freeform 94">
              <a:extLst>
                <a:ext uri="{FF2B5EF4-FFF2-40B4-BE49-F238E27FC236}">
                  <a16:creationId xmlns:a16="http://schemas.microsoft.com/office/drawing/2014/main" id="{C913A1C5-5EFA-DA46-95BE-855E56697F8B}"/>
                </a:ext>
              </a:extLst>
            </p:cNvPr>
            <p:cNvSpPr>
              <a:spLocks/>
            </p:cNvSpPr>
            <p:nvPr/>
          </p:nvSpPr>
          <p:spPr bwMode="auto">
            <a:xfrm>
              <a:off x="5321" y="570"/>
              <a:ext cx="169" cy="2115"/>
            </a:xfrm>
            <a:custGeom>
              <a:avLst/>
              <a:gdLst>
                <a:gd name="T0" fmla="*/ 2 w 211"/>
                <a:gd name="T1" fmla="*/ 0 h 2537"/>
                <a:gd name="T2" fmla="*/ 23 w 211"/>
                <a:gd name="T3" fmla="*/ 36 h 2537"/>
                <a:gd name="T4" fmla="*/ 2 w 211"/>
                <a:gd name="T5" fmla="*/ 405 h 2537"/>
                <a:gd name="T6" fmla="*/ 2 w 211"/>
                <a:gd name="T7" fmla="*/ 0 h 2537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11" h="2537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 rotWithShape="1"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</a:endParaRPr>
            </a:p>
          </p:txBody>
        </p:sp>
        <p:sp>
          <p:nvSpPr>
            <p:cNvPr id="155" name="Freeform 95">
              <a:extLst>
                <a:ext uri="{FF2B5EF4-FFF2-40B4-BE49-F238E27FC236}">
                  <a16:creationId xmlns:a16="http://schemas.microsoft.com/office/drawing/2014/main" id="{30F7DF2C-5849-1D4B-8FD7-8CEB19A50FC1}"/>
                </a:ext>
              </a:extLst>
            </p:cNvPr>
            <p:cNvSpPr>
              <a:spLocks/>
            </p:cNvSpPr>
            <p:nvPr/>
          </p:nvSpPr>
          <p:spPr bwMode="auto">
            <a:xfrm>
              <a:off x="5284" y="1640"/>
              <a:ext cx="263" cy="189"/>
            </a:xfrm>
            <a:custGeom>
              <a:avLst/>
              <a:gdLst>
                <a:gd name="T0" fmla="*/ 2 w 328"/>
                <a:gd name="T1" fmla="*/ 0 h 226"/>
                <a:gd name="T2" fmla="*/ 36 w 328"/>
                <a:gd name="T3" fmla="*/ 21 h 226"/>
                <a:gd name="T4" fmla="*/ 36 w 328"/>
                <a:gd name="T5" fmla="*/ 38 h 226"/>
                <a:gd name="T6" fmla="*/ 0 w 328"/>
                <a:gd name="T7" fmla="*/ 16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</a:endParaRPr>
            </a:p>
          </p:txBody>
        </p:sp>
        <p:sp>
          <p:nvSpPr>
            <p:cNvPr id="156" name="Rectangle 96">
              <a:extLst>
                <a:ext uri="{FF2B5EF4-FFF2-40B4-BE49-F238E27FC236}">
                  <a16:creationId xmlns:a16="http://schemas.microsoft.com/office/drawing/2014/main" id="{928B54EE-1D33-184C-8985-247C7BD59B8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14" y="696"/>
              <a:ext cx="592" cy="45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</a:endParaRPr>
            </a:p>
          </p:txBody>
        </p:sp>
        <p:grpSp>
          <p:nvGrpSpPr>
            <p:cNvPr id="157" name="Group 97">
              <a:extLst>
                <a:ext uri="{FF2B5EF4-FFF2-40B4-BE49-F238E27FC236}">
                  <a16:creationId xmlns:a16="http://schemas.microsoft.com/office/drawing/2014/main" id="{F6DD7133-721F-BD41-8783-A9EAB109850D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49" y="668"/>
              <a:ext cx="581" cy="145"/>
              <a:chOff x="614" y="2568"/>
              <a:chExt cx="725" cy="139"/>
            </a:xfrm>
          </p:grpSpPr>
          <p:sp>
            <p:nvSpPr>
              <p:cNvPr id="182" name="AutoShape 98">
                <a:extLst>
                  <a:ext uri="{FF2B5EF4-FFF2-40B4-BE49-F238E27FC236}">
                    <a16:creationId xmlns:a16="http://schemas.microsoft.com/office/drawing/2014/main" id="{46425D84-36DE-2C4E-AE70-5E0DC3CDD67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7" y="2566"/>
                <a:ext cx="721" cy="142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</a:endParaRPr>
              </a:p>
            </p:txBody>
          </p:sp>
          <p:sp>
            <p:nvSpPr>
              <p:cNvPr id="183" name="AutoShape 99">
                <a:extLst>
                  <a:ext uri="{FF2B5EF4-FFF2-40B4-BE49-F238E27FC236}">
                    <a16:creationId xmlns:a16="http://schemas.microsoft.com/office/drawing/2014/main" id="{CFFAEB71-14B6-FE46-9C1C-0896E120008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34" y="2581"/>
                <a:ext cx="688" cy="114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</a:endParaRPr>
              </a:p>
            </p:txBody>
          </p:sp>
        </p:grpSp>
        <p:sp>
          <p:nvSpPr>
            <p:cNvPr id="158" name="Rectangle 100">
              <a:extLst>
                <a:ext uri="{FF2B5EF4-FFF2-40B4-BE49-F238E27FC236}">
                  <a16:creationId xmlns:a16="http://schemas.microsoft.com/office/drawing/2014/main" id="{85BA9E49-BCCD-AD46-90D6-0B2B10EE9CC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21" y="1022"/>
              <a:ext cx="598" cy="45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</a:endParaRPr>
            </a:p>
          </p:txBody>
        </p:sp>
        <p:grpSp>
          <p:nvGrpSpPr>
            <p:cNvPr id="159" name="Group 101">
              <a:extLst>
                <a:ext uri="{FF2B5EF4-FFF2-40B4-BE49-F238E27FC236}">
                  <a16:creationId xmlns:a16="http://schemas.microsoft.com/office/drawing/2014/main" id="{9EE85CC6-1160-464D-B373-66F588DA89DD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47" y="994"/>
              <a:ext cx="581" cy="134"/>
              <a:chOff x="614" y="2568"/>
              <a:chExt cx="725" cy="139"/>
            </a:xfrm>
          </p:grpSpPr>
          <p:sp>
            <p:nvSpPr>
              <p:cNvPr id="180" name="AutoShape 102">
                <a:extLst>
                  <a:ext uri="{FF2B5EF4-FFF2-40B4-BE49-F238E27FC236}">
                    <a16:creationId xmlns:a16="http://schemas.microsoft.com/office/drawing/2014/main" id="{8A13BF1A-B268-2443-B220-C847E9ABB30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1" y="2567"/>
                <a:ext cx="730" cy="139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</a:endParaRPr>
              </a:p>
            </p:txBody>
          </p:sp>
          <p:sp>
            <p:nvSpPr>
              <p:cNvPr id="181" name="AutoShape 103">
                <a:extLst>
                  <a:ext uri="{FF2B5EF4-FFF2-40B4-BE49-F238E27FC236}">
                    <a16:creationId xmlns:a16="http://schemas.microsoft.com/office/drawing/2014/main" id="{37F11CFE-1C0C-0E44-BDE7-87E93FDD4C4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8" y="2582"/>
                <a:ext cx="696" cy="108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</a:endParaRPr>
              </a:p>
            </p:txBody>
          </p:sp>
        </p:grpSp>
        <p:sp>
          <p:nvSpPr>
            <p:cNvPr id="160" name="Rectangle 104">
              <a:extLst>
                <a:ext uri="{FF2B5EF4-FFF2-40B4-BE49-F238E27FC236}">
                  <a16:creationId xmlns:a16="http://schemas.microsoft.com/office/drawing/2014/main" id="{2E0AE940-5E21-AB42-A881-5E0E7C86B44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14" y="1356"/>
              <a:ext cx="598" cy="45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</a:endParaRPr>
            </a:p>
          </p:txBody>
        </p:sp>
        <p:sp>
          <p:nvSpPr>
            <p:cNvPr id="161" name="Rectangle 105">
              <a:extLst>
                <a:ext uri="{FF2B5EF4-FFF2-40B4-BE49-F238E27FC236}">
                  <a16:creationId xmlns:a16="http://schemas.microsoft.com/office/drawing/2014/main" id="{3B10FEB7-24A1-E940-B454-FEA4D9D8198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27" y="1653"/>
              <a:ext cx="598" cy="52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</a:endParaRPr>
            </a:p>
          </p:txBody>
        </p:sp>
        <p:grpSp>
          <p:nvGrpSpPr>
            <p:cNvPr id="162" name="Group 106">
              <a:extLst>
                <a:ext uri="{FF2B5EF4-FFF2-40B4-BE49-F238E27FC236}">
                  <a16:creationId xmlns:a16="http://schemas.microsoft.com/office/drawing/2014/main" id="{E763CBF1-E022-4B43-827D-B2C0C13CF95C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35" y="1627"/>
              <a:ext cx="582" cy="151"/>
              <a:chOff x="614" y="2568"/>
              <a:chExt cx="725" cy="139"/>
            </a:xfrm>
          </p:grpSpPr>
          <p:sp>
            <p:nvSpPr>
              <p:cNvPr id="178" name="AutoShape 107">
                <a:extLst>
                  <a:ext uri="{FF2B5EF4-FFF2-40B4-BE49-F238E27FC236}">
                    <a16:creationId xmlns:a16="http://schemas.microsoft.com/office/drawing/2014/main" id="{6A86ADF6-C912-6A4B-9D15-97DBB6D53B1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8" y="2571"/>
                <a:ext cx="720" cy="137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</a:endParaRPr>
              </a:p>
            </p:txBody>
          </p:sp>
          <p:sp>
            <p:nvSpPr>
              <p:cNvPr id="179" name="AutoShape 108">
                <a:extLst>
                  <a:ext uri="{FF2B5EF4-FFF2-40B4-BE49-F238E27FC236}">
                    <a16:creationId xmlns:a16="http://schemas.microsoft.com/office/drawing/2014/main" id="{9F558EE2-1D9D-5644-8991-61EC538A21A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35" y="2585"/>
                <a:ext cx="687" cy="109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</a:endParaRPr>
              </a:p>
            </p:txBody>
          </p:sp>
        </p:grpSp>
        <p:sp>
          <p:nvSpPr>
            <p:cNvPr id="163" name="Freeform 109">
              <a:extLst>
                <a:ext uri="{FF2B5EF4-FFF2-40B4-BE49-F238E27FC236}">
                  <a16:creationId xmlns:a16="http://schemas.microsoft.com/office/drawing/2014/main" id="{7EB03A64-481D-DE4A-A95E-29908EF86F6D}"/>
                </a:ext>
              </a:extLst>
            </p:cNvPr>
            <p:cNvSpPr>
              <a:spLocks/>
            </p:cNvSpPr>
            <p:nvPr/>
          </p:nvSpPr>
          <p:spPr bwMode="auto">
            <a:xfrm>
              <a:off x="5288" y="1354"/>
              <a:ext cx="263" cy="188"/>
            </a:xfrm>
            <a:custGeom>
              <a:avLst/>
              <a:gdLst>
                <a:gd name="T0" fmla="*/ 2 w 328"/>
                <a:gd name="T1" fmla="*/ 0 h 226"/>
                <a:gd name="T2" fmla="*/ 36 w 328"/>
                <a:gd name="T3" fmla="*/ 20 h 226"/>
                <a:gd name="T4" fmla="*/ 36 w 328"/>
                <a:gd name="T5" fmla="*/ 36 h 226"/>
                <a:gd name="T6" fmla="*/ 0 w 328"/>
                <a:gd name="T7" fmla="*/ 15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</a:endParaRPr>
            </a:p>
          </p:txBody>
        </p:sp>
        <p:grpSp>
          <p:nvGrpSpPr>
            <p:cNvPr id="164" name="Group 110">
              <a:extLst>
                <a:ext uri="{FF2B5EF4-FFF2-40B4-BE49-F238E27FC236}">
                  <a16:creationId xmlns:a16="http://schemas.microsoft.com/office/drawing/2014/main" id="{30F9ABF4-0850-ED4F-BB3C-A8016A36A617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39" y="1327"/>
              <a:ext cx="582" cy="139"/>
              <a:chOff x="614" y="2568"/>
              <a:chExt cx="725" cy="139"/>
            </a:xfrm>
          </p:grpSpPr>
          <p:sp>
            <p:nvSpPr>
              <p:cNvPr id="176" name="AutoShape 111">
                <a:extLst>
                  <a:ext uri="{FF2B5EF4-FFF2-40B4-BE49-F238E27FC236}">
                    <a16:creationId xmlns:a16="http://schemas.microsoft.com/office/drawing/2014/main" id="{543C3183-8EC0-C848-8570-3BACB56BCF0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3" y="2568"/>
                <a:ext cx="728" cy="141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</a:endParaRPr>
              </a:p>
            </p:txBody>
          </p:sp>
          <p:sp>
            <p:nvSpPr>
              <p:cNvPr id="177" name="AutoShape 112">
                <a:extLst>
                  <a:ext uri="{FF2B5EF4-FFF2-40B4-BE49-F238E27FC236}">
                    <a16:creationId xmlns:a16="http://schemas.microsoft.com/office/drawing/2014/main" id="{767EDCBA-5B46-F144-AB01-761AF560880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30" y="2582"/>
                <a:ext cx="695" cy="111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</a:endParaRPr>
              </a:p>
            </p:txBody>
          </p:sp>
        </p:grpSp>
        <p:sp>
          <p:nvSpPr>
            <p:cNvPr id="165" name="Rectangle 113">
              <a:extLst>
                <a:ext uri="{FF2B5EF4-FFF2-40B4-BE49-F238E27FC236}">
                  <a16:creationId xmlns:a16="http://schemas.microsoft.com/office/drawing/2014/main" id="{130A4B81-B52B-E54C-8326-57BD5D6A408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49" y="429"/>
              <a:ext cx="67" cy="2292"/>
            </a:xfrm>
            <a:prstGeom prst="rect">
              <a:avLst/>
            </a:prstGeom>
            <a:gradFill rotWithShape="1"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</a:endParaRPr>
            </a:p>
          </p:txBody>
        </p:sp>
        <p:sp>
          <p:nvSpPr>
            <p:cNvPr id="166" name="Freeform 114">
              <a:extLst>
                <a:ext uri="{FF2B5EF4-FFF2-40B4-BE49-F238E27FC236}">
                  <a16:creationId xmlns:a16="http://schemas.microsoft.com/office/drawing/2014/main" id="{68AA2015-E01C-BF4F-9978-89DD65919BB6}"/>
                </a:ext>
              </a:extLst>
            </p:cNvPr>
            <p:cNvSpPr>
              <a:spLocks/>
            </p:cNvSpPr>
            <p:nvPr/>
          </p:nvSpPr>
          <p:spPr bwMode="auto">
            <a:xfrm>
              <a:off x="5312" y="1007"/>
              <a:ext cx="237" cy="213"/>
            </a:xfrm>
            <a:custGeom>
              <a:avLst/>
              <a:gdLst>
                <a:gd name="T0" fmla="*/ 2 w 296"/>
                <a:gd name="T1" fmla="*/ 0 h 256"/>
                <a:gd name="T2" fmla="*/ 32 w 296"/>
                <a:gd name="T3" fmla="*/ 22 h 256"/>
                <a:gd name="T4" fmla="*/ 32 w 296"/>
                <a:gd name="T5" fmla="*/ 41 h 256"/>
                <a:gd name="T6" fmla="*/ 0 w 296"/>
                <a:gd name="T7" fmla="*/ 15 h 256"/>
                <a:gd name="T8" fmla="*/ 2 w 296"/>
                <a:gd name="T9" fmla="*/ 0 h 25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96" h="25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</a:endParaRPr>
            </a:p>
          </p:txBody>
        </p:sp>
        <p:sp>
          <p:nvSpPr>
            <p:cNvPr id="167" name="Freeform 115">
              <a:extLst>
                <a:ext uri="{FF2B5EF4-FFF2-40B4-BE49-F238E27FC236}">
                  <a16:creationId xmlns:a16="http://schemas.microsoft.com/office/drawing/2014/main" id="{3A8A7E70-AC93-6749-976E-82AF7C439845}"/>
                </a:ext>
              </a:extLst>
            </p:cNvPr>
            <p:cNvSpPr>
              <a:spLocks/>
            </p:cNvSpPr>
            <p:nvPr/>
          </p:nvSpPr>
          <p:spPr bwMode="auto">
            <a:xfrm>
              <a:off x="5315" y="680"/>
              <a:ext cx="244" cy="240"/>
            </a:xfrm>
            <a:custGeom>
              <a:avLst/>
              <a:gdLst>
                <a:gd name="T0" fmla="*/ 0 w 304"/>
                <a:gd name="T1" fmla="*/ 0 h 288"/>
                <a:gd name="T2" fmla="*/ 34 w 304"/>
                <a:gd name="T3" fmla="*/ 27 h 288"/>
                <a:gd name="T4" fmla="*/ 31 w 304"/>
                <a:gd name="T5" fmla="*/ 48 h 288"/>
                <a:gd name="T6" fmla="*/ 2 w 304"/>
                <a:gd name="T7" fmla="*/ 20 h 288"/>
                <a:gd name="T8" fmla="*/ 0 w 304"/>
                <a:gd name="T9" fmla="*/ 0 h 28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04" h="288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</a:endParaRPr>
            </a:p>
          </p:txBody>
        </p:sp>
        <p:sp>
          <p:nvSpPr>
            <p:cNvPr id="168" name="Oval 116">
              <a:extLst>
                <a:ext uri="{FF2B5EF4-FFF2-40B4-BE49-F238E27FC236}">
                  <a16:creationId xmlns:a16="http://schemas.microsoft.com/office/drawing/2014/main" id="{76160967-D20F-2A4D-BA52-84E62E548A1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18" y="2610"/>
              <a:ext cx="47" cy="96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</a:endParaRPr>
            </a:p>
          </p:txBody>
        </p:sp>
        <p:sp>
          <p:nvSpPr>
            <p:cNvPr id="169" name="Freeform 117">
              <a:extLst>
                <a:ext uri="{FF2B5EF4-FFF2-40B4-BE49-F238E27FC236}">
                  <a16:creationId xmlns:a16="http://schemas.microsoft.com/office/drawing/2014/main" id="{3682C100-D7BB-DA44-8E1B-43E3CBCBDBF9}"/>
                </a:ext>
              </a:extLst>
            </p:cNvPr>
            <p:cNvSpPr>
              <a:spLocks/>
            </p:cNvSpPr>
            <p:nvPr/>
          </p:nvSpPr>
          <p:spPr bwMode="auto">
            <a:xfrm>
              <a:off x="5302" y="2614"/>
              <a:ext cx="245" cy="200"/>
            </a:xfrm>
            <a:custGeom>
              <a:avLst/>
              <a:gdLst>
                <a:gd name="T0" fmla="*/ 0 w 306"/>
                <a:gd name="T1" fmla="*/ 18 h 240"/>
                <a:gd name="T2" fmla="*/ 2 w 306"/>
                <a:gd name="T3" fmla="*/ 40 h 240"/>
                <a:gd name="T4" fmla="*/ 34 w 306"/>
                <a:gd name="T5" fmla="*/ 18 h 240"/>
                <a:gd name="T6" fmla="*/ 32 w 306"/>
                <a:gd name="T7" fmla="*/ 0 h 240"/>
                <a:gd name="T8" fmla="*/ 0 w 306"/>
                <a:gd name="T9" fmla="*/ 18 h 24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06" h="240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</a:endParaRPr>
            </a:p>
          </p:txBody>
        </p:sp>
        <p:sp>
          <p:nvSpPr>
            <p:cNvPr id="170" name="AutoShape 118">
              <a:extLst>
                <a:ext uri="{FF2B5EF4-FFF2-40B4-BE49-F238E27FC236}">
                  <a16:creationId xmlns:a16="http://schemas.microsoft.com/office/drawing/2014/main" id="{F44F726E-6022-9A48-B676-C96461093E7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40" y="2677"/>
              <a:ext cx="1196" cy="148"/>
            </a:xfrm>
            <a:prstGeom prst="roundRect">
              <a:avLst>
                <a:gd name="adj" fmla="val 50000"/>
              </a:avLst>
            </a:prstGeom>
            <a:solidFill>
              <a:srgbClr val="DDDDDD"/>
            </a:solidFill>
            <a:ln w="9525">
              <a:solidFill>
                <a:srgbClr val="00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</a:endParaRPr>
            </a:p>
          </p:txBody>
        </p:sp>
        <p:sp>
          <p:nvSpPr>
            <p:cNvPr id="171" name="AutoShape 119">
              <a:extLst>
                <a:ext uri="{FF2B5EF4-FFF2-40B4-BE49-F238E27FC236}">
                  <a16:creationId xmlns:a16="http://schemas.microsoft.com/office/drawing/2014/main" id="{F08529B7-AF84-334A-922B-D600D4D2650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07" y="2714"/>
              <a:ext cx="1069" cy="82"/>
            </a:xfrm>
            <a:prstGeom prst="roundRect">
              <a:avLst>
                <a:gd name="adj" fmla="val 50000"/>
              </a:avLst>
            </a:prstGeom>
            <a:gradFill rotWithShape="1">
              <a:gsLst>
                <a:gs pos="0">
                  <a:srgbClr val="000000"/>
                </a:gs>
                <a:gs pos="100000">
                  <a:srgbClr val="808080"/>
                </a:gs>
              </a:gsLst>
              <a:lin ang="0" scaled="1"/>
            </a:gradFill>
            <a:ln w="9525">
              <a:solidFill>
                <a:srgbClr val="00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</a:endParaRPr>
            </a:p>
          </p:txBody>
        </p:sp>
        <p:sp>
          <p:nvSpPr>
            <p:cNvPr id="172" name="Oval 120">
              <a:extLst>
                <a:ext uri="{FF2B5EF4-FFF2-40B4-BE49-F238E27FC236}">
                  <a16:creationId xmlns:a16="http://schemas.microsoft.com/office/drawing/2014/main" id="{13555F12-BA78-474F-BFFC-2AF0C141024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08" y="2380"/>
              <a:ext cx="155" cy="148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</a:endParaRPr>
            </a:p>
          </p:txBody>
        </p:sp>
        <p:sp>
          <p:nvSpPr>
            <p:cNvPr id="173" name="Oval 121">
              <a:extLst>
                <a:ext uri="{FF2B5EF4-FFF2-40B4-BE49-F238E27FC236}">
                  <a16:creationId xmlns:a16="http://schemas.microsoft.com/office/drawing/2014/main" id="{36F2967C-35DE-D340-AE31-7DAEDAFA023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83" y="2387"/>
              <a:ext cx="161" cy="141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Arial" charset="0"/>
              </a:endParaRPr>
            </a:p>
          </p:txBody>
        </p:sp>
        <p:sp>
          <p:nvSpPr>
            <p:cNvPr id="174" name="Oval 122">
              <a:extLst>
                <a:ext uri="{FF2B5EF4-FFF2-40B4-BE49-F238E27FC236}">
                  <a16:creationId xmlns:a16="http://schemas.microsoft.com/office/drawing/2014/main" id="{2A0ABCA8-E99B-D14D-80A1-B0810D7BF65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64" y="2380"/>
              <a:ext cx="155" cy="141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</a:endParaRPr>
            </a:p>
          </p:txBody>
        </p:sp>
        <p:sp>
          <p:nvSpPr>
            <p:cNvPr id="175" name="Rectangle 123">
              <a:extLst>
                <a:ext uri="{FF2B5EF4-FFF2-40B4-BE49-F238E27FC236}">
                  <a16:creationId xmlns:a16="http://schemas.microsoft.com/office/drawing/2014/main" id="{AAA7624E-6F49-1844-930E-036F04A6248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61" y="1838"/>
              <a:ext cx="87" cy="757"/>
            </a:xfrm>
            <a:prstGeom prst="rect">
              <a:avLst/>
            </a:prstGeom>
            <a:solidFill>
              <a:srgbClr val="292929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4160729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" dur="500"/>
                                        <p:tgtEl>
                                          <p:spTgt spid="1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" dur="500"/>
                                        <p:tgtEl>
                                          <p:spTgt spid="1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8" dur="500"/>
                                        <p:tgtEl>
                                          <p:spTgt spid="1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1" dur="500"/>
                                        <p:tgtEl>
                                          <p:spTgt spid="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6" dur="500"/>
                                        <p:tgtEl>
                                          <p:spTgt spid="1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9" dur="500"/>
                                        <p:tgtEl>
                                          <p:spTgt spid="1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2" dur="500"/>
                                        <p:tgtEl>
                                          <p:spTgt spid="1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0" dur="500"/>
                                        <p:tgtEl>
                                          <p:spTgt spid="1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3" dur="500"/>
                                        <p:tgtEl>
                                          <p:spTgt spid="1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8CD900-19EC-824C-BF74-AADFBF5A17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8690" y="276953"/>
            <a:ext cx="11393310" cy="894622"/>
          </a:xfrm>
        </p:spPr>
        <p:txBody>
          <a:bodyPr>
            <a:normAutofit/>
          </a:bodyPr>
          <a:lstStyle/>
          <a:p>
            <a:r>
              <a:rPr lang="en-US" sz="4800" dirty="0"/>
              <a:t>TCP throughput</a:t>
            </a:r>
            <a:endParaRPr lang="en-US" sz="4400" b="0" dirty="0"/>
          </a:p>
        </p:txBody>
      </p:sp>
      <p:sp>
        <p:nvSpPr>
          <p:cNvPr id="110" name="Rectangle 3">
            <a:extLst>
              <a:ext uri="{FF2B5EF4-FFF2-40B4-BE49-F238E27FC236}">
                <a16:creationId xmlns:a16="http://schemas.microsoft.com/office/drawing/2014/main" id="{2AE4693F-64D3-B14E-9E64-AAA80AA8953E}"/>
              </a:ext>
            </a:extLst>
          </p:cNvPr>
          <p:cNvSpPr txBox="1">
            <a:spLocks noChangeArrowheads="1"/>
          </p:cNvSpPr>
          <p:nvPr/>
        </p:nvSpPr>
        <p:spPr>
          <a:xfrm>
            <a:off x="1143000" y="1235075"/>
            <a:ext cx="10680700" cy="4648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52425" marR="0" lvl="0" indent="-22225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pitchFamily="2" charset="2"/>
              <a:buChar char="§"/>
              <a:tabLst/>
              <a:defRPr/>
            </a:pP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avg. TCP </a:t>
            </a:r>
            <a:r>
              <a:rPr kumimoji="0" lang="en-US" altLang="en-US" sz="2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thruput</a:t>
            </a: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 as function of window size, RTT?</a:t>
            </a:r>
          </a:p>
          <a:p>
            <a:pPr marL="695325" marR="0" lvl="1" indent="-231775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ignore slow start, assume there is always data to send</a:t>
            </a:r>
          </a:p>
          <a:p>
            <a:pPr marL="352425" marR="0" lvl="0" indent="-22225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pitchFamily="2" charset="2"/>
              <a:buChar char="§"/>
              <a:tabLst/>
              <a:defRPr/>
            </a:pP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W: window size </a:t>
            </a:r>
            <a:r>
              <a:rPr kumimoji="0" lang="en-US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(measured in bytes)</a:t>
            </a: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 where loss occurs</a:t>
            </a:r>
          </a:p>
          <a:p>
            <a:pPr marL="695325" marR="0" lvl="1" indent="-231775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avg. window size (# in-flight bytes) is ¾ W</a:t>
            </a:r>
          </a:p>
          <a:p>
            <a:pPr marL="695325" marR="0" lvl="1" indent="-231775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avg. </a:t>
            </a:r>
            <a:r>
              <a:rPr kumimoji="0" lang="en-US" altLang="en-US" sz="2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thruput</a:t>
            </a: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 is 3/4W per RTT</a:t>
            </a:r>
          </a:p>
        </p:txBody>
      </p:sp>
      <p:grpSp>
        <p:nvGrpSpPr>
          <p:cNvPr id="111" name="Group 35">
            <a:extLst>
              <a:ext uri="{FF2B5EF4-FFF2-40B4-BE49-F238E27FC236}">
                <a16:creationId xmlns:a16="http://schemas.microsoft.com/office/drawing/2014/main" id="{2479703A-FA6A-E84F-A637-14C1FE031DFD}"/>
              </a:ext>
            </a:extLst>
          </p:cNvPr>
          <p:cNvGrpSpPr>
            <a:grpSpLocks/>
          </p:cNvGrpSpPr>
          <p:nvPr/>
        </p:nvGrpSpPr>
        <p:grpSpPr bwMode="auto">
          <a:xfrm>
            <a:off x="2360613" y="4173538"/>
            <a:ext cx="4873625" cy="1998662"/>
            <a:chOff x="279" y="2432"/>
            <a:chExt cx="3070" cy="1259"/>
          </a:xfrm>
        </p:grpSpPr>
        <p:sp>
          <p:nvSpPr>
            <p:cNvPr id="112" name="Freeform 26">
              <a:extLst>
                <a:ext uri="{FF2B5EF4-FFF2-40B4-BE49-F238E27FC236}">
                  <a16:creationId xmlns:a16="http://schemas.microsoft.com/office/drawing/2014/main" id="{87BE4853-1141-6346-AB76-7F109427DE7E}"/>
                </a:ext>
              </a:extLst>
            </p:cNvPr>
            <p:cNvSpPr>
              <a:spLocks/>
            </p:cNvSpPr>
            <p:nvPr/>
          </p:nvSpPr>
          <p:spPr bwMode="auto">
            <a:xfrm>
              <a:off x="678" y="2556"/>
              <a:ext cx="2481" cy="579"/>
            </a:xfrm>
            <a:custGeom>
              <a:avLst/>
              <a:gdLst>
                <a:gd name="T0" fmla="*/ 0 w 2481"/>
                <a:gd name="T1" fmla="*/ 573 h 579"/>
                <a:gd name="T2" fmla="*/ 414 w 2481"/>
                <a:gd name="T3" fmla="*/ 18 h 579"/>
                <a:gd name="T4" fmla="*/ 414 w 2481"/>
                <a:gd name="T5" fmla="*/ 579 h 579"/>
                <a:gd name="T6" fmla="*/ 819 w 2481"/>
                <a:gd name="T7" fmla="*/ 18 h 579"/>
                <a:gd name="T8" fmla="*/ 825 w 2481"/>
                <a:gd name="T9" fmla="*/ 579 h 579"/>
                <a:gd name="T10" fmla="*/ 1245 w 2481"/>
                <a:gd name="T11" fmla="*/ 15 h 579"/>
                <a:gd name="T12" fmla="*/ 1245 w 2481"/>
                <a:gd name="T13" fmla="*/ 576 h 579"/>
                <a:gd name="T14" fmla="*/ 1647 w 2481"/>
                <a:gd name="T15" fmla="*/ 6 h 579"/>
                <a:gd name="T16" fmla="*/ 1647 w 2481"/>
                <a:gd name="T17" fmla="*/ 570 h 579"/>
                <a:gd name="T18" fmla="*/ 2064 w 2481"/>
                <a:gd name="T19" fmla="*/ 6 h 579"/>
                <a:gd name="T20" fmla="*/ 2064 w 2481"/>
                <a:gd name="T21" fmla="*/ 564 h 579"/>
                <a:gd name="T22" fmla="*/ 2481 w 2481"/>
                <a:gd name="T23" fmla="*/ 0 h 579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0" t="0" r="r" b="b"/>
              <a:pathLst>
                <a:path w="2481" h="579">
                  <a:moveTo>
                    <a:pt x="0" y="573"/>
                  </a:moveTo>
                  <a:lnTo>
                    <a:pt x="414" y="18"/>
                  </a:lnTo>
                  <a:lnTo>
                    <a:pt x="414" y="579"/>
                  </a:lnTo>
                  <a:lnTo>
                    <a:pt x="819" y="18"/>
                  </a:lnTo>
                  <a:lnTo>
                    <a:pt x="825" y="579"/>
                  </a:lnTo>
                  <a:lnTo>
                    <a:pt x="1245" y="15"/>
                  </a:lnTo>
                  <a:lnTo>
                    <a:pt x="1245" y="576"/>
                  </a:lnTo>
                  <a:lnTo>
                    <a:pt x="1647" y="6"/>
                  </a:lnTo>
                  <a:lnTo>
                    <a:pt x="1647" y="570"/>
                  </a:lnTo>
                  <a:lnTo>
                    <a:pt x="2064" y="6"/>
                  </a:lnTo>
                  <a:lnTo>
                    <a:pt x="2064" y="564"/>
                  </a:lnTo>
                  <a:lnTo>
                    <a:pt x="2481" y="0"/>
                  </a:lnTo>
                </a:path>
              </a:pathLst>
            </a:custGeom>
            <a:noFill/>
            <a:ln w="28575" cap="flat" cmpd="sng">
              <a:solidFill>
                <a:srgbClr val="CC0000"/>
              </a:solidFill>
              <a:prstDash val="solid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13" name="Line 28">
              <a:extLst>
                <a:ext uri="{FF2B5EF4-FFF2-40B4-BE49-F238E27FC236}">
                  <a16:creationId xmlns:a16="http://schemas.microsoft.com/office/drawing/2014/main" id="{EC26311E-99BB-1542-99FB-E558D040D98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75" y="3685"/>
              <a:ext cx="2674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114" name="Line 29">
              <a:extLst>
                <a:ext uri="{FF2B5EF4-FFF2-40B4-BE49-F238E27FC236}">
                  <a16:creationId xmlns:a16="http://schemas.microsoft.com/office/drawing/2014/main" id="{FE2B50C7-7D72-3942-9A3E-8BA7DFA0DA2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82" y="2432"/>
              <a:ext cx="0" cy="1259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115" name="Line 31">
              <a:extLst>
                <a:ext uri="{FF2B5EF4-FFF2-40B4-BE49-F238E27FC236}">
                  <a16:creationId xmlns:a16="http://schemas.microsoft.com/office/drawing/2014/main" id="{D7188C24-3E4F-7041-920C-19DDFB19B36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06" y="2571"/>
              <a:ext cx="72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116" name="Line 32">
              <a:extLst>
                <a:ext uri="{FF2B5EF4-FFF2-40B4-BE49-F238E27FC236}">
                  <a16:creationId xmlns:a16="http://schemas.microsoft.com/office/drawing/2014/main" id="{DAE1910D-F0E1-B146-A3C4-50DBFA7AD12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06" y="3117"/>
              <a:ext cx="72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117" name="Text Box 33">
              <a:extLst>
                <a:ext uri="{FF2B5EF4-FFF2-40B4-BE49-F238E27FC236}">
                  <a16:creationId xmlns:a16="http://schemas.microsoft.com/office/drawing/2014/main" id="{DF448B5C-FD99-294E-BBAD-2F62F67BC92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80" y="2453"/>
              <a:ext cx="231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rPr>
                <a:t>W</a:t>
              </a:r>
            </a:p>
          </p:txBody>
        </p:sp>
        <p:sp>
          <p:nvSpPr>
            <p:cNvPr id="118" name="Text Box 34">
              <a:extLst>
                <a:ext uri="{FF2B5EF4-FFF2-40B4-BE49-F238E27FC236}">
                  <a16:creationId xmlns:a16="http://schemas.microsoft.com/office/drawing/2014/main" id="{534147C9-A806-C44A-BFF0-BF16B2C1BCC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79" y="3008"/>
              <a:ext cx="350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rPr>
                <a:t>W/2</a:t>
              </a:r>
            </a:p>
          </p:txBody>
        </p:sp>
      </p:grpSp>
      <p:grpSp>
        <p:nvGrpSpPr>
          <p:cNvPr id="119" name="Group 45">
            <a:extLst>
              <a:ext uri="{FF2B5EF4-FFF2-40B4-BE49-F238E27FC236}">
                <a16:creationId xmlns:a16="http://schemas.microsoft.com/office/drawing/2014/main" id="{5ABBAFA2-06B8-9741-9298-800D1B732926}"/>
              </a:ext>
            </a:extLst>
          </p:cNvPr>
          <p:cNvGrpSpPr>
            <a:grpSpLocks/>
          </p:cNvGrpSpPr>
          <p:nvPr/>
        </p:nvGrpSpPr>
        <p:grpSpPr bwMode="auto">
          <a:xfrm>
            <a:off x="3136901" y="3552826"/>
            <a:ext cx="3795713" cy="620712"/>
            <a:chOff x="1722" y="2139"/>
            <a:chExt cx="2391" cy="391"/>
          </a:xfrm>
        </p:grpSpPr>
        <p:sp>
          <p:nvSpPr>
            <p:cNvPr id="226" name="Text Box 36">
              <a:extLst>
                <a:ext uri="{FF2B5EF4-FFF2-40B4-BE49-F238E27FC236}">
                  <a16:creationId xmlns:a16="http://schemas.microsoft.com/office/drawing/2014/main" id="{DDD56DFE-EB09-104F-A413-BED7F3530A4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722" y="2219"/>
              <a:ext cx="1346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rPr>
                <a:t>avg TCP </a:t>
              </a:r>
              <a:r>
                <a:rPr kumimoji="0" lang="en-US" sz="18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rPr>
                <a:t>thruput</a:t>
              </a: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rPr>
                <a:t> = </a:t>
              </a:r>
            </a:p>
          </p:txBody>
        </p:sp>
        <p:grpSp>
          <p:nvGrpSpPr>
            <p:cNvPr id="227" name="Group 44">
              <a:extLst>
                <a:ext uri="{FF2B5EF4-FFF2-40B4-BE49-F238E27FC236}">
                  <a16:creationId xmlns:a16="http://schemas.microsoft.com/office/drawing/2014/main" id="{7F3C094F-37E8-BF4F-A2D1-A321E6F77E5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986" y="2139"/>
              <a:ext cx="1127" cy="391"/>
              <a:chOff x="3498" y="2153"/>
              <a:chExt cx="1127" cy="391"/>
            </a:xfrm>
          </p:grpSpPr>
          <p:sp>
            <p:nvSpPr>
              <p:cNvPr id="228" name="Text Box 37">
                <a:extLst>
                  <a:ext uri="{FF2B5EF4-FFF2-40B4-BE49-F238E27FC236}">
                    <a16:creationId xmlns:a16="http://schemas.microsoft.com/office/drawing/2014/main" id="{2E24271A-6DDD-1648-B2F8-10D2A963FF50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501" y="2153"/>
                <a:ext cx="195" cy="23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1pPr>
                <a:lvl2pPr marL="742950" indent="-285750"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2pPr>
                <a:lvl3pPr marL="1143000" indent="-228600"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3pPr>
                <a:lvl4pPr marL="1600200" indent="-228600"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4pPr>
                <a:lvl5pPr marL="2057400" indent="-228600"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ahoma" charset="0"/>
                    <a:ea typeface="ＭＳ Ｐゴシック" charset="0"/>
                    <a:cs typeface="+mn-cs"/>
                  </a:rPr>
                  <a:t>3</a:t>
                </a:r>
              </a:p>
            </p:txBody>
          </p:sp>
          <p:sp>
            <p:nvSpPr>
              <p:cNvPr id="229" name="Text Box 38">
                <a:extLst>
                  <a:ext uri="{FF2B5EF4-FFF2-40B4-BE49-F238E27FC236}">
                    <a16:creationId xmlns:a16="http://schemas.microsoft.com/office/drawing/2014/main" id="{FB2746A8-19CD-4E42-BB7E-2744F8CAFB22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498" y="2313"/>
                <a:ext cx="195" cy="23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1pPr>
                <a:lvl2pPr marL="742950" indent="-285750"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2pPr>
                <a:lvl3pPr marL="1143000" indent="-228600"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3pPr>
                <a:lvl4pPr marL="1600200" indent="-228600"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4pPr>
                <a:lvl5pPr marL="2057400" indent="-228600"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ahoma" charset="0"/>
                    <a:ea typeface="ＭＳ Ｐゴシック" charset="0"/>
                    <a:cs typeface="+mn-cs"/>
                  </a:rPr>
                  <a:t>4</a:t>
                </a:r>
              </a:p>
            </p:txBody>
          </p:sp>
          <p:sp>
            <p:nvSpPr>
              <p:cNvPr id="230" name="Line 39">
                <a:extLst>
                  <a:ext uri="{FF2B5EF4-FFF2-40B4-BE49-F238E27FC236}">
                    <a16:creationId xmlns:a16="http://schemas.microsoft.com/office/drawing/2014/main" id="{8AD172DC-C99E-2844-BA6A-609B98EAD2E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550" y="2352"/>
                <a:ext cx="88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endParaRPr>
              </a:p>
            </p:txBody>
          </p:sp>
          <p:sp>
            <p:nvSpPr>
              <p:cNvPr id="231" name="Text Box 40">
                <a:extLst>
                  <a:ext uri="{FF2B5EF4-FFF2-40B4-BE49-F238E27FC236}">
                    <a16:creationId xmlns:a16="http://schemas.microsoft.com/office/drawing/2014/main" id="{DD4B149A-D947-844C-BA9A-30A9A4EC2FC5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702" y="2157"/>
                <a:ext cx="246" cy="23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1pPr>
                <a:lvl2pPr marL="742950" indent="-285750"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2pPr>
                <a:lvl3pPr marL="1143000" indent="-228600"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3pPr>
                <a:lvl4pPr marL="1600200" indent="-228600"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4pPr>
                <a:lvl5pPr marL="2057400" indent="-228600"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ahoma" charset="0"/>
                    <a:ea typeface="ＭＳ Ｐゴシック" charset="0"/>
                    <a:cs typeface="+mn-cs"/>
                  </a:rPr>
                  <a:t>W</a:t>
                </a:r>
              </a:p>
            </p:txBody>
          </p:sp>
          <p:sp>
            <p:nvSpPr>
              <p:cNvPr id="232" name="Text Box 41">
                <a:extLst>
                  <a:ext uri="{FF2B5EF4-FFF2-40B4-BE49-F238E27FC236}">
                    <a16:creationId xmlns:a16="http://schemas.microsoft.com/office/drawing/2014/main" id="{949B8463-ABEF-E142-BF66-78767BC6FD23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658" y="2309"/>
                <a:ext cx="373" cy="23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1pPr>
                <a:lvl2pPr marL="742950" indent="-285750"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2pPr>
                <a:lvl3pPr marL="1143000" indent="-228600"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3pPr>
                <a:lvl4pPr marL="1600200" indent="-228600"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4pPr>
                <a:lvl5pPr marL="2057400" indent="-228600"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ahoma" charset="0"/>
                    <a:ea typeface="ＭＳ Ｐゴシック" charset="0"/>
                    <a:cs typeface="+mn-cs"/>
                  </a:rPr>
                  <a:t>RTT</a:t>
                </a:r>
              </a:p>
            </p:txBody>
          </p:sp>
          <p:sp>
            <p:nvSpPr>
              <p:cNvPr id="233" name="Line 42">
                <a:extLst>
                  <a:ext uri="{FF2B5EF4-FFF2-40B4-BE49-F238E27FC236}">
                    <a16:creationId xmlns:a16="http://schemas.microsoft.com/office/drawing/2014/main" id="{107225BD-E940-704B-9784-A6356D11EE9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726" y="2352"/>
                <a:ext cx="210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endParaRPr>
              </a:p>
            </p:txBody>
          </p:sp>
          <p:sp>
            <p:nvSpPr>
              <p:cNvPr id="234" name="Text Box 43">
                <a:extLst>
                  <a:ext uri="{FF2B5EF4-FFF2-40B4-BE49-F238E27FC236}">
                    <a16:creationId xmlns:a16="http://schemas.microsoft.com/office/drawing/2014/main" id="{C0D4944B-72B7-EC40-8E2B-25FE3FCEDF1C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975" y="2243"/>
                <a:ext cx="650" cy="21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1pPr>
                <a:lvl2pPr marL="742950" indent="-285750"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2pPr>
                <a:lvl3pPr marL="1143000" indent="-228600"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3pPr>
                <a:lvl4pPr marL="1600200" indent="-228600"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4pPr>
                <a:lvl5pPr marL="2057400" indent="-228600"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6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ahoma" charset="0"/>
                    <a:ea typeface="ＭＳ Ｐゴシック" charset="0"/>
                    <a:cs typeface="+mn-cs"/>
                  </a:rPr>
                  <a:t>bytes/sec</a:t>
                </a: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473639575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8CD900-19EC-824C-BF74-AADFBF5A17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8690" y="278541"/>
            <a:ext cx="11393310" cy="894622"/>
          </a:xfrm>
        </p:spPr>
        <p:txBody>
          <a:bodyPr>
            <a:normAutofit/>
          </a:bodyPr>
          <a:lstStyle/>
          <a:p>
            <a:r>
              <a:rPr lang="en-US" altLang="en-US" sz="4800" dirty="0">
                <a:ea typeface="ＭＳ Ｐゴシック" panose="020B0600070205080204" pitchFamily="34" charset="-128"/>
              </a:rPr>
              <a:t>TCP over “</a:t>
            </a:r>
            <a:r>
              <a:rPr lang="en-US" altLang="ja-JP" sz="4800" dirty="0">
                <a:ea typeface="ＭＳ Ｐゴシック" panose="020B0600070205080204" pitchFamily="34" charset="-128"/>
              </a:rPr>
              <a:t>long, fat pipes”</a:t>
            </a:r>
            <a:endParaRPr lang="en-US" sz="4400" b="0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07E4337-A925-084B-B48F-23146A4A73A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r>
              <a:rPr lang="en-US" dirty="0"/>
              <a:t>Transport Layer: 3-</a:t>
            </a:r>
            <a:fld id="{C4204591-24BD-A542-B9D5-F8D8A88D2FEE}" type="slidenum">
              <a:rPr lang="en-US" smtClean="0"/>
              <a:pPr/>
              <a:t>62</a:t>
            </a:fld>
            <a:endParaRPr lang="en-US" dirty="0"/>
          </a:p>
        </p:txBody>
      </p:sp>
      <p:sp>
        <p:nvSpPr>
          <p:cNvPr id="23" name="Rectangle 3">
            <a:extLst>
              <a:ext uri="{FF2B5EF4-FFF2-40B4-BE49-F238E27FC236}">
                <a16:creationId xmlns:a16="http://schemas.microsoft.com/office/drawing/2014/main" id="{696F0B06-BB54-2C48-A80B-900AA14FDD2F}"/>
              </a:ext>
            </a:extLst>
          </p:cNvPr>
          <p:cNvSpPr txBox="1">
            <a:spLocks noChangeArrowheads="1"/>
          </p:cNvSpPr>
          <p:nvPr/>
        </p:nvSpPr>
        <p:spPr>
          <a:xfrm>
            <a:off x="798690" y="1322387"/>
            <a:ext cx="11049000" cy="4648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en-US" dirty="0">
                <a:ea typeface="ＭＳ Ｐゴシック" panose="020B0600070205080204" pitchFamily="34" charset="-128"/>
              </a:rPr>
              <a:t>example: 1500 byte segments, 100ms RTT, want 10 Gbps throughput</a:t>
            </a:r>
          </a:p>
          <a:p>
            <a:r>
              <a:rPr lang="en-US" altLang="en-US" dirty="0">
                <a:ea typeface="ＭＳ Ｐゴシック" panose="020B0600070205080204" pitchFamily="34" charset="-128"/>
              </a:rPr>
              <a:t>requires W = 83,333 in-flight segments</a:t>
            </a:r>
          </a:p>
          <a:p>
            <a:r>
              <a:rPr lang="en-US" altLang="en-US" dirty="0">
                <a:ea typeface="ＭＳ Ｐゴシック" panose="020B0600070205080204" pitchFamily="34" charset="-128"/>
              </a:rPr>
              <a:t>throughput in terms of segment loss probability, L </a:t>
            </a:r>
            <a:r>
              <a:rPr lang="en-US" altLang="en-US" sz="2000" dirty="0">
                <a:ea typeface="ＭＳ Ｐゴシック" panose="020B0600070205080204" pitchFamily="34" charset="-128"/>
              </a:rPr>
              <a:t>[Mathis 1997]:</a:t>
            </a:r>
            <a:br>
              <a:rPr lang="en-US" altLang="en-US" dirty="0">
                <a:ea typeface="ＭＳ Ｐゴシック" panose="020B0600070205080204" pitchFamily="34" charset="-128"/>
              </a:rPr>
            </a:br>
            <a:br>
              <a:rPr lang="en-US" altLang="en-US" dirty="0">
                <a:ea typeface="ＭＳ Ｐゴシック" panose="020B0600070205080204" pitchFamily="34" charset="-128"/>
              </a:rPr>
            </a:br>
            <a:br>
              <a:rPr lang="en-US" altLang="en-US" dirty="0">
                <a:ea typeface="ＭＳ Ｐゴシック" panose="020B0600070205080204" pitchFamily="34" charset="-128"/>
              </a:rPr>
            </a:br>
            <a:endParaRPr lang="en-US" altLang="en-US" dirty="0">
              <a:ea typeface="ＭＳ Ｐゴシック" panose="020B0600070205080204" pitchFamily="34" charset="-128"/>
            </a:endParaRPr>
          </a:p>
          <a:p>
            <a:pPr lvl="1">
              <a:buFont typeface="Wingdings" pitchFamily="2" charset="2"/>
              <a:buNone/>
            </a:pPr>
            <a:r>
              <a:rPr lang="en-US" altLang="en-US" dirty="0">
                <a:latin typeface="MS Mincho" panose="02020609040205080304" pitchFamily="49" charset="-128"/>
                <a:ea typeface="MS Mincho" panose="02020609040205080304" pitchFamily="49" charset="-128"/>
              </a:rPr>
              <a:t>➜ </a:t>
            </a:r>
            <a:r>
              <a:rPr lang="en-US" altLang="en-US" sz="2800" dirty="0">
                <a:ea typeface="MS Mincho" panose="02020609040205080304" pitchFamily="49" charset="-128"/>
              </a:rPr>
              <a:t>to achieve 10 Gbps throughput, need a loss rate of </a:t>
            </a:r>
            <a:r>
              <a:rPr lang="en-US" altLang="en-US" sz="2800" dirty="0">
                <a:ea typeface="ＭＳ Ｐゴシック" panose="020B0600070205080204" pitchFamily="34" charset="-128"/>
              </a:rPr>
              <a:t>L = 2</a:t>
            </a:r>
            <a:r>
              <a:rPr lang="el-GR" altLang="en-US" sz="2800" dirty="0">
                <a:ea typeface="ＭＳ Ｐゴシック" panose="020B0600070205080204" pitchFamily="34" charset="-128"/>
              </a:rPr>
              <a:t>·</a:t>
            </a:r>
            <a:r>
              <a:rPr lang="en-US" altLang="en-US" sz="2800" dirty="0">
                <a:ea typeface="ＭＳ Ｐゴシック" panose="020B0600070205080204" pitchFamily="34" charset="-128"/>
              </a:rPr>
              <a:t>10</a:t>
            </a:r>
            <a:r>
              <a:rPr lang="en-US" altLang="en-US" sz="2800" baseline="30000" dirty="0">
                <a:ea typeface="ＭＳ Ｐゴシック" panose="020B0600070205080204" pitchFamily="34" charset="-128"/>
              </a:rPr>
              <a:t>-10  </a:t>
            </a:r>
            <a:r>
              <a:rPr lang="en-US" altLang="en-US" sz="2800" i="1" dirty="0">
                <a:solidFill>
                  <a:srgbClr val="FF0000"/>
                </a:solidFill>
                <a:ea typeface="ＭＳ Ｐゴシック" panose="020B0600070205080204" pitchFamily="34" charset="-128"/>
              </a:rPr>
              <a:t> </a:t>
            </a:r>
            <a:r>
              <a:rPr lang="en-US" altLang="en-US" sz="2800" i="1" dirty="0">
                <a:solidFill>
                  <a:srgbClr val="C00000"/>
                </a:solidFill>
                <a:ea typeface="ＭＳ Ｐゴシック" panose="020B0600070205080204" pitchFamily="34" charset="-128"/>
              </a:rPr>
              <a:t>– a very small loss rate!</a:t>
            </a:r>
            <a:endParaRPr lang="en-US" altLang="en-US" i="1" dirty="0">
              <a:solidFill>
                <a:srgbClr val="C00000"/>
              </a:solidFill>
              <a:ea typeface="ＭＳ Ｐゴシック" panose="020B0600070205080204" pitchFamily="34" charset="-128"/>
            </a:endParaRPr>
          </a:p>
          <a:p>
            <a:r>
              <a:rPr lang="en-US" altLang="en-US" dirty="0">
                <a:ea typeface="ＭＳ Ｐゴシック" panose="020B0600070205080204" pitchFamily="34" charset="-128"/>
              </a:rPr>
              <a:t>versions of TCP for long, high-speed scenarios</a:t>
            </a:r>
            <a:endParaRPr lang="en-US" altLang="en-US" baseline="30000" dirty="0">
              <a:ea typeface="ＭＳ Ｐゴシック" panose="020B0600070205080204" pitchFamily="34" charset="-128"/>
            </a:endParaRPr>
          </a:p>
          <a:p>
            <a:endParaRPr lang="en-US" altLang="en-US" dirty="0">
              <a:ea typeface="ＭＳ Ｐゴシック" panose="020B0600070205080204" pitchFamily="34" charset="-128"/>
            </a:endParaRPr>
          </a:p>
        </p:txBody>
      </p:sp>
      <p:grpSp>
        <p:nvGrpSpPr>
          <p:cNvPr id="24" name="Group 16">
            <a:extLst>
              <a:ext uri="{FF2B5EF4-FFF2-40B4-BE49-F238E27FC236}">
                <a16:creationId xmlns:a16="http://schemas.microsoft.com/office/drawing/2014/main" id="{5F8EFB79-FA01-AB4F-8D0E-E8B63FD2E993}"/>
              </a:ext>
            </a:extLst>
          </p:cNvPr>
          <p:cNvGrpSpPr>
            <a:grpSpLocks/>
          </p:cNvGrpSpPr>
          <p:nvPr/>
        </p:nvGrpSpPr>
        <p:grpSpPr bwMode="auto">
          <a:xfrm>
            <a:off x="3700463" y="2947987"/>
            <a:ext cx="4160837" cy="962025"/>
            <a:chOff x="422" y="3400"/>
            <a:chExt cx="2621" cy="606"/>
          </a:xfrm>
        </p:grpSpPr>
        <p:sp>
          <p:nvSpPr>
            <p:cNvPr id="25" name="Text Box 6">
              <a:extLst>
                <a:ext uri="{FF2B5EF4-FFF2-40B4-BE49-F238E27FC236}">
                  <a16:creationId xmlns:a16="http://schemas.microsoft.com/office/drawing/2014/main" id="{0BBFDC36-5F58-EF4F-9C97-88D263D0ED3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22" y="3566"/>
              <a:ext cx="1690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9pPr>
            </a:lstStyle>
            <a:p>
              <a:pPr>
                <a:defRPr/>
              </a:pPr>
              <a:r>
                <a:rPr lang="en-US" sz="2400" dirty="0">
                  <a:latin typeface="Arial" charset="0"/>
                </a:rPr>
                <a:t>TCP throughput = </a:t>
              </a:r>
            </a:p>
          </p:txBody>
        </p:sp>
        <p:sp>
          <p:nvSpPr>
            <p:cNvPr id="26" name="Text Box 7">
              <a:extLst>
                <a:ext uri="{FF2B5EF4-FFF2-40B4-BE49-F238E27FC236}">
                  <a16:creationId xmlns:a16="http://schemas.microsoft.com/office/drawing/2014/main" id="{859F51A4-20C5-BC47-AE4C-8134EB4A145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010" y="3470"/>
              <a:ext cx="490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9pPr>
            </a:lstStyle>
            <a:p>
              <a:pPr>
                <a:defRPr/>
              </a:pPr>
              <a:r>
                <a:rPr lang="en-US" sz="2400">
                  <a:latin typeface="Arial" charset="0"/>
                </a:rPr>
                <a:t>1.22</a:t>
              </a:r>
            </a:p>
          </p:txBody>
        </p:sp>
        <p:grpSp>
          <p:nvGrpSpPr>
            <p:cNvPr id="27" name="Group 15">
              <a:extLst>
                <a:ext uri="{FF2B5EF4-FFF2-40B4-BE49-F238E27FC236}">
                  <a16:creationId xmlns:a16="http://schemas.microsoft.com/office/drawing/2014/main" id="{AFBC9AEB-12BE-1143-8222-2D8D817FE3F4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092" y="3400"/>
              <a:ext cx="951" cy="606"/>
              <a:chOff x="2092" y="3400"/>
              <a:chExt cx="951" cy="606"/>
            </a:xfrm>
          </p:grpSpPr>
          <p:sp>
            <p:nvSpPr>
              <p:cNvPr id="28" name="Text Box 8">
                <a:extLst>
                  <a:ext uri="{FF2B5EF4-FFF2-40B4-BE49-F238E27FC236}">
                    <a16:creationId xmlns:a16="http://schemas.microsoft.com/office/drawing/2014/main" id="{4EB4F3E6-4EFA-134A-9A5F-567B93B9FE08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423" y="3400"/>
                <a:ext cx="169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1pPr>
                <a:lvl2pPr marL="742950" indent="-285750"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2pPr>
                <a:lvl3pPr marL="1143000" indent="-228600"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3pPr>
                <a:lvl4pPr marL="1600200" indent="-228600"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4pPr>
                <a:lvl5pPr marL="2057400" indent="-228600"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9pPr>
              </a:lstStyle>
              <a:p>
                <a:pPr>
                  <a:defRPr/>
                </a:pPr>
                <a:r>
                  <a:rPr lang="en-US" sz="2400" b="1">
                    <a:latin typeface="Arial" charset="0"/>
                  </a:rPr>
                  <a:t>.</a:t>
                </a:r>
              </a:p>
            </p:txBody>
          </p:sp>
          <p:sp>
            <p:nvSpPr>
              <p:cNvPr id="29" name="Text Box 9">
                <a:extLst>
                  <a:ext uri="{FF2B5EF4-FFF2-40B4-BE49-F238E27FC236}">
                    <a16:creationId xmlns:a16="http://schemas.microsoft.com/office/drawing/2014/main" id="{CEE1A4A6-9422-C443-8FA5-15305579DADC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511" y="3472"/>
                <a:ext cx="532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1pPr>
                <a:lvl2pPr marL="742950" indent="-285750"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2pPr>
                <a:lvl3pPr marL="1143000" indent="-228600"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3pPr>
                <a:lvl4pPr marL="1600200" indent="-228600"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4pPr>
                <a:lvl5pPr marL="2057400" indent="-228600"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9pPr>
              </a:lstStyle>
              <a:p>
                <a:pPr>
                  <a:defRPr/>
                </a:pPr>
                <a:r>
                  <a:rPr lang="en-US" sz="2400">
                    <a:latin typeface="Arial" charset="0"/>
                  </a:rPr>
                  <a:t>MSS</a:t>
                </a:r>
              </a:p>
            </p:txBody>
          </p:sp>
          <p:sp>
            <p:nvSpPr>
              <p:cNvPr id="30" name="Line 10">
                <a:extLst>
                  <a:ext uri="{FF2B5EF4-FFF2-40B4-BE49-F238E27FC236}">
                    <a16:creationId xmlns:a16="http://schemas.microsoft.com/office/drawing/2014/main" id="{A124A8A7-FD8A-824C-9635-231A146F332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092" y="3720"/>
                <a:ext cx="873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pPr>
                  <a:defRPr/>
                </a:pPr>
                <a:endParaRPr lang="en-US">
                  <a:latin typeface="Tahoma" charset="0"/>
                  <a:ea typeface="ＭＳ Ｐゴシック" charset="0"/>
                </a:endParaRPr>
              </a:p>
            </p:txBody>
          </p:sp>
          <p:sp>
            <p:nvSpPr>
              <p:cNvPr id="31" name="Text Box 11">
                <a:extLst>
                  <a:ext uri="{FF2B5EF4-FFF2-40B4-BE49-F238E27FC236}">
                    <a16:creationId xmlns:a16="http://schemas.microsoft.com/office/drawing/2014/main" id="{812E9A9A-25F8-DD4E-B921-13BD0E7491EB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133" y="3696"/>
                <a:ext cx="489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1pPr>
                <a:lvl2pPr marL="742950" indent="-285750"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2pPr>
                <a:lvl3pPr marL="1143000" indent="-228600"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3pPr>
                <a:lvl4pPr marL="1600200" indent="-228600"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4pPr>
                <a:lvl5pPr marL="2057400" indent="-228600"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9pPr>
              </a:lstStyle>
              <a:p>
                <a:pPr>
                  <a:defRPr/>
                </a:pPr>
                <a:r>
                  <a:rPr lang="en-US" sz="2400">
                    <a:latin typeface="Arial" charset="0"/>
                  </a:rPr>
                  <a:t>RTT</a:t>
                </a:r>
              </a:p>
            </p:txBody>
          </p:sp>
          <p:sp>
            <p:nvSpPr>
              <p:cNvPr id="32" name="Freeform 13">
                <a:extLst>
                  <a:ext uri="{FF2B5EF4-FFF2-40B4-BE49-F238E27FC236}">
                    <a16:creationId xmlns:a16="http://schemas.microsoft.com/office/drawing/2014/main" id="{EDEE7E5A-D012-CB4E-9DD0-30EEF091ECB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607" y="3740"/>
                <a:ext cx="294" cy="220"/>
              </a:xfrm>
              <a:custGeom>
                <a:avLst/>
                <a:gdLst>
                  <a:gd name="T0" fmla="*/ 0 w 294"/>
                  <a:gd name="T1" fmla="*/ 158 h 220"/>
                  <a:gd name="T2" fmla="*/ 32 w 294"/>
                  <a:gd name="T3" fmla="*/ 140 h 220"/>
                  <a:gd name="T4" fmla="*/ 72 w 294"/>
                  <a:gd name="T5" fmla="*/ 220 h 220"/>
                  <a:gd name="T6" fmla="*/ 132 w 294"/>
                  <a:gd name="T7" fmla="*/ 0 h 220"/>
                  <a:gd name="T8" fmla="*/ 294 w 294"/>
                  <a:gd name="T9" fmla="*/ 0 h 22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294" h="220">
                    <a:moveTo>
                      <a:pt x="0" y="158"/>
                    </a:moveTo>
                    <a:lnTo>
                      <a:pt x="32" y="140"/>
                    </a:lnTo>
                    <a:lnTo>
                      <a:pt x="72" y="220"/>
                    </a:lnTo>
                    <a:lnTo>
                      <a:pt x="132" y="0"/>
                    </a:lnTo>
                    <a:lnTo>
                      <a:pt x="294" y="0"/>
                    </a:lnTo>
                  </a:path>
                </a:pathLst>
              </a:custGeom>
              <a:noFill/>
              <a:ln w="28575" cap="flat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en-US"/>
              </a:p>
            </p:txBody>
          </p:sp>
          <p:sp>
            <p:nvSpPr>
              <p:cNvPr id="33" name="Text Box 14">
                <a:extLst>
                  <a:ext uri="{FF2B5EF4-FFF2-40B4-BE49-F238E27FC236}">
                    <a16:creationId xmlns:a16="http://schemas.microsoft.com/office/drawing/2014/main" id="{67AAFBC5-F6E4-C744-9728-50875F8E98FE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704" y="3718"/>
                <a:ext cx="223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1pPr>
                <a:lvl2pPr marL="742950" indent="-285750"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2pPr>
                <a:lvl3pPr marL="1143000" indent="-228600"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3pPr>
                <a:lvl4pPr marL="1600200" indent="-228600"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4pPr>
                <a:lvl5pPr marL="2057400" indent="-228600"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9pPr>
              </a:lstStyle>
              <a:p>
                <a:pPr>
                  <a:defRPr/>
                </a:pPr>
                <a:r>
                  <a:rPr lang="en-US" sz="2400">
                    <a:latin typeface="Arial" charset="0"/>
                  </a:rPr>
                  <a:t>L</a:t>
                </a: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218404451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9025</TotalTime>
  <Words>6724</Words>
  <Application>Microsoft Office PowerPoint</Application>
  <PresentationFormat>Widescreen</PresentationFormat>
  <Paragraphs>1336</Paragraphs>
  <Slides>62</Slides>
  <Notes>62</Notes>
  <HiddenSlides>0</HiddenSlides>
  <MMClips>0</MMClips>
  <ScaleCrop>false</ScaleCrop>
  <HeadingPairs>
    <vt:vector size="6" baseType="variant">
      <vt:variant>
        <vt:lpstr>Fonts Used</vt:lpstr>
      </vt:variant>
      <vt:variant>
        <vt:i4>14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62</vt:i4>
      </vt:variant>
    </vt:vector>
  </HeadingPairs>
  <TitlesOfParts>
    <vt:vector size="77" baseType="lpstr">
      <vt:lpstr>MS Mincho</vt:lpstr>
      <vt:lpstr>ＭＳ Ｐゴシック</vt:lpstr>
      <vt:lpstr>Arial</vt:lpstr>
      <vt:lpstr>Calibri</vt:lpstr>
      <vt:lpstr>Comic Sans MS</vt:lpstr>
      <vt:lpstr>Courier</vt:lpstr>
      <vt:lpstr>Courier New</vt:lpstr>
      <vt:lpstr>Courier Std</vt:lpstr>
      <vt:lpstr>Gill Sans MT</vt:lpstr>
      <vt:lpstr>Symbol</vt:lpstr>
      <vt:lpstr>Tahoma</vt:lpstr>
      <vt:lpstr>Times New Roman</vt:lpstr>
      <vt:lpstr>Wingdings</vt:lpstr>
      <vt:lpstr>Wingdings 3</vt:lpstr>
      <vt:lpstr>Office Theme</vt:lpstr>
      <vt:lpstr>PowerPoint Presentation</vt:lpstr>
      <vt:lpstr>Chapter 3: roadmap</vt:lpstr>
      <vt:lpstr>TCP flow control</vt:lpstr>
      <vt:lpstr>TCP flow control</vt:lpstr>
      <vt:lpstr>TCP flow control</vt:lpstr>
      <vt:lpstr>TCP flow control</vt:lpstr>
      <vt:lpstr>TCP flow control</vt:lpstr>
      <vt:lpstr>TCP flow control</vt:lpstr>
      <vt:lpstr>TCP connection management</vt:lpstr>
      <vt:lpstr>Agreeing to establish a connection</vt:lpstr>
      <vt:lpstr>2-way handshake scenarios</vt:lpstr>
      <vt:lpstr>2-way handshake scenarios</vt:lpstr>
      <vt:lpstr>2-way handshake scenarios</vt:lpstr>
      <vt:lpstr>TCP 3-way handshake</vt:lpstr>
      <vt:lpstr>A human 3-way handshake protocol</vt:lpstr>
      <vt:lpstr>Closing a TCP connection</vt:lpstr>
      <vt:lpstr>Chapter 3: roadmap</vt:lpstr>
      <vt:lpstr>Principles of congestion control</vt:lpstr>
      <vt:lpstr>Causes/costs of congestion: scenario 1 </vt:lpstr>
      <vt:lpstr>Causes/costs of congestion: scenario 2</vt:lpstr>
      <vt:lpstr>Causes/costs of congestion: scenario 2</vt:lpstr>
      <vt:lpstr>Causes/costs of congestion: scenario 2</vt:lpstr>
      <vt:lpstr>Causes/costs of congestion: scenario 2</vt:lpstr>
      <vt:lpstr>Causes/costs of congestion: scenario 2</vt:lpstr>
      <vt:lpstr>Causes/costs of congestion: scenario 2</vt:lpstr>
      <vt:lpstr>Causes/costs of congestion: scenario 3</vt:lpstr>
      <vt:lpstr>Causes/costs of congestion: scenario 3</vt:lpstr>
      <vt:lpstr>Causes/costs of congestion: insights</vt:lpstr>
      <vt:lpstr>Approaches towards congestion control</vt:lpstr>
      <vt:lpstr>Approaches towards congestion control</vt:lpstr>
      <vt:lpstr>Chapter 3: roadmap</vt:lpstr>
      <vt:lpstr>TCP congestion control: AIMD</vt:lpstr>
      <vt:lpstr>TCP AIMD: more</vt:lpstr>
      <vt:lpstr>TCP congestion control: details</vt:lpstr>
      <vt:lpstr>TCP slow start </vt:lpstr>
      <vt:lpstr>TCP: from slow start to congestion avoidance</vt:lpstr>
      <vt:lpstr>Summary: TCP congestion control</vt:lpstr>
      <vt:lpstr>TCP CUBIC</vt:lpstr>
      <vt:lpstr>TCP CUBIC</vt:lpstr>
      <vt:lpstr>TCP and the congested “bottleneck link”</vt:lpstr>
      <vt:lpstr>TCP and the congested “bottleneck link”</vt:lpstr>
      <vt:lpstr>Delay-based TCP congestion control</vt:lpstr>
      <vt:lpstr>Delay-based TCP congestion control</vt:lpstr>
      <vt:lpstr>Explicit congestion notification (ECN)</vt:lpstr>
      <vt:lpstr>TCP fairness</vt:lpstr>
      <vt:lpstr>Q: is TCP Fair?</vt:lpstr>
      <vt:lpstr>Fairness: must all network apps be “fair”?</vt:lpstr>
      <vt:lpstr>Transport layer: roadmap</vt:lpstr>
      <vt:lpstr>Evolving transport-layer functionality</vt:lpstr>
      <vt:lpstr>QUIC: Quick UDP Internet Connections</vt:lpstr>
      <vt:lpstr>QUIC: Quick UDP Internet Connections</vt:lpstr>
      <vt:lpstr>QUIC: Connection establishment</vt:lpstr>
      <vt:lpstr>QUIC: streams: parallelism, no HOL blocking</vt:lpstr>
      <vt:lpstr>Chapter 3: summary</vt:lpstr>
      <vt:lpstr>Additional Chapter 3 slides</vt:lpstr>
      <vt:lpstr>Go-Back-N: sender extended FSM</vt:lpstr>
      <vt:lpstr>Go-Back-N: receiver extended FSM</vt:lpstr>
      <vt:lpstr>TCP sender (simplified)</vt:lpstr>
      <vt:lpstr>TCP 3-way handshake FSM</vt:lpstr>
      <vt:lpstr>Closing a TCP connection</vt:lpstr>
      <vt:lpstr>TCP throughput</vt:lpstr>
      <vt:lpstr>TCP over “long, fat pipes”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James Kurose</dc:creator>
  <cp:lastModifiedBy>Danish Shehzad</cp:lastModifiedBy>
  <cp:revision>407</cp:revision>
  <dcterms:created xsi:type="dcterms:W3CDTF">2020-01-18T07:24:59Z</dcterms:created>
  <dcterms:modified xsi:type="dcterms:W3CDTF">2024-10-18T05:49:02Z</dcterms:modified>
</cp:coreProperties>
</file>