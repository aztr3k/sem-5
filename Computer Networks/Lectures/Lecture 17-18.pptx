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960" r:id="rId2"/>
    <p:sldId id="1129" r:id="rId3"/>
    <p:sldId id="964" r:id="rId4"/>
    <p:sldId id="1047" r:id="rId5"/>
    <p:sldId id="1048" r:id="rId6"/>
    <p:sldId id="1049" r:id="rId7"/>
    <p:sldId id="1051" r:id="rId8"/>
    <p:sldId id="1050" r:id="rId9"/>
    <p:sldId id="1052" r:id="rId10"/>
    <p:sldId id="1196" r:id="rId11"/>
    <p:sldId id="1197" r:id="rId12"/>
    <p:sldId id="1198" r:id="rId13"/>
    <p:sldId id="1054" r:id="rId14"/>
    <p:sldId id="1055" r:id="rId15"/>
    <p:sldId id="1057" r:id="rId16"/>
    <p:sldId id="1058" r:id="rId17"/>
    <p:sldId id="1195" r:id="rId18"/>
    <p:sldId id="1199" r:id="rId19"/>
    <p:sldId id="1200" r:id="rId20"/>
    <p:sldId id="1201" r:id="rId21"/>
    <p:sldId id="1202" r:id="rId22"/>
    <p:sldId id="1061" r:id="rId23"/>
    <p:sldId id="1066" r:id="rId24"/>
    <p:sldId id="1062" r:id="rId25"/>
    <p:sldId id="1063" r:id="rId26"/>
    <p:sldId id="1064" r:id="rId27"/>
    <p:sldId id="1203" r:id="rId28"/>
    <p:sldId id="1067" r:id="rId29"/>
    <p:sldId id="1068" r:id="rId30"/>
    <p:sldId id="1069" r:id="rId31"/>
    <p:sldId id="1070" r:id="rId32"/>
    <p:sldId id="1071" r:id="rId33"/>
    <p:sldId id="1072" r:id="rId34"/>
    <p:sldId id="1204" r:id="rId35"/>
    <p:sldId id="1073" r:id="rId36"/>
    <p:sldId id="1074" r:id="rId37"/>
    <p:sldId id="1205" r:id="rId38"/>
    <p:sldId id="1076" r:id="rId39"/>
    <p:sldId id="1077" r:id="rId40"/>
    <p:sldId id="107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440" userDrawn="1">
          <p15:clr>
            <a:srgbClr val="A4A3A4"/>
          </p15:clr>
        </p15:guide>
        <p15:guide id="3" orient="horz" pos="35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F90"/>
    <a:srgbClr val="0000A8"/>
    <a:srgbClr val="B5E7FF"/>
    <a:srgbClr val="A2C1FF"/>
    <a:srgbClr val="8FAADC"/>
    <a:srgbClr val="E40000"/>
    <a:srgbClr val="FFB3D3"/>
    <a:srgbClr val="0000A3"/>
    <a:srgbClr val="9CE0FA"/>
    <a:srgbClr val="3C6C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5" autoAdjust="0"/>
    <p:restoredTop sz="90182" autoAdjust="0"/>
  </p:normalViewPr>
  <p:slideViewPr>
    <p:cSldViewPr snapToGrid="0" snapToObjects="1">
      <p:cViewPr varScale="1">
        <p:scale>
          <a:sx n="85" d="100"/>
          <a:sy n="85" d="100"/>
        </p:scale>
        <p:origin x="197" y="48"/>
      </p:cViewPr>
      <p:guideLst>
        <p:guide pos="1440"/>
        <p:guide orient="horz" pos="3528"/>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10/31/2024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(May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middleboxes (and Internet arch), Net neutrality, buffering …</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a:p>
        </p:txBody>
      </p:sp>
    </p:spTree>
    <p:extLst>
      <p:ext uri="{BB962C8B-B14F-4D97-AF65-F5344CB8AC3E}">
        <p14:creationId xmlns:p14="http://schemas.microsoft.com/office/powerpoint/2010/main" val="2074525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a:p>
        </p:txBody>
      </p:sp>
    </p:spTree>
    <p:extLst>
      <p:ext uri="{BB962C8B-B14F-4D97-AF65-F5344CB8AC3E}">
        <p14:creationId xmlns:p14="http://schemas.microsoft.com/office/powerpoint/2010/main" val="387659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05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62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61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908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3374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034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29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13</a:t>
            </a:fld>
            <a:endParaRPr lang="en-US"/>
          </a:p>
        </p:txBody>
      </p:sp>
    </p:spTree>
    <p:extLst>
      <p:ext uri="{BB962C8B-B14F-4D97-AF65-F5344CB8AC3E}">
        <p14:creationId xmlns:p14="http://schemas.microsoft.com/office/powerpoint/2010/main" val="282130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672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1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858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599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643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405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720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53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1226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5194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3169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043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674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6773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14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336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541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8885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might think that more buffering is a good thing.  Buffering is a bit like salt—just the right amount of salt makes food better, but too much makes it inedible!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314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71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932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188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6719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117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38</a:t>
            </a:fld>
            <a:endParaRPr lang="en-US"/>
          </a:p>
        </p:txBody>
      </p:sp>
    </p:spTree>
    <p:extLst>
      <p:ext uri="{BB962C8B-B14F-4D97-AF65-F5344CB8AC3E}">
        <p14:creationId xmlns:p14="http://schemas.microsoft.com/office/powerpoint/2010/main" val="29103623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850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94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4.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8" Type="http://schemas.openxmlformats.org/officeDocument/2006/relationships/image" Target="../media/image8.png" /><Relationship Id="rId13" Type="http://schemas.openxmlformats.org/officeDocument/2006/relationships/image" Target="../media/image13.png" /><Relationship Id="rId18" Type="http://schemas.openxmlformats.org/officeDocument/2006/relationships/image" Target="../media/image18.png" /><Relationship Id="rId3" Type="http://schemas.openxmlformats.org/officeDocument/2006/relationships/image" Target="../media/image3.png" /><Relationship Id="rId21" Type="http://schemas.openxmlformats.org/officeDocument/2006/relationships/image" Target="../media/image21.png" /><Relationship Id="rId7" Type="http://schemas.openxmlformats.org/officeDocument/2006/relationships/image" Target="../media/image7.png" /><Relationship Id="rId12" Type="http://schemas.openxmlformats.org/officeDocument/2006/relationships/image" Target="../media/image12.png" /><Relationship Id="rId17" Type="http://schemas.openxmlformats.org/officeDocument/2006/relationships/image" Target="../media/image17.png" /><Relationship Id="rId2" Type="http://schemas.openxmlformats.org/officeDocument/2006/relationships/notesSlide" Target="../notesSlides/notesSlide4.xml" /><Relationship Id="rId16" Type="http://schemas.openxmlformats.org/officeDocument/2006/relationships/image" Target="../media/image16.png" /><Relationship Id="rId20" Type="http://schemas.openxmlformats.org/officeDocument/2006/relationships/image" Target="../media/image20.png" /><Relationship Id="rId1" Type="http://schemas.openxmlformats.org/officeDocument/2006/relationships/slideLayout" Target="../slideLayouts/slideLayout3.xml" /><Relationship Id="rId6" Type="http://schemas.openxmlformats.org/officeDocument/2006/relationships/image" Target="../media/image6.png" /><Relationship Id="rId11" Type="http://schemas.openxmlformats.org/officeDocument/2006/relationships/image" Target="../media/image11.png" /><Relationship Id="rId5" Type="http://schemas.openxmlformats.org/officeDocument/2006/relationships/image" Target="../media/image5.png" /><Relationship Id="rId15" Type="http://schemas.openxmlformats.org/officeDocument/2006/relationships/image" Target="../media/image15.png" /><Relationship Id="rId23" Type="http://schemas.openxmlformats.org/officeDocument/2006/relationships/image" Target="../media/image23.png" /><Relationship Id="rId10" Type="http://schemas.openxmlformats.org/officeDocument/2006/relationships/image" Target="../media/image10.png" /><Relationship Id="rId19" Type="http://schemas.openxmlformats.org/officeDocument/2006/relationships/image" Target="../media/image19.png" /><Relationship Id="rId4" Type="http://schemas.openxmlformats.org/officeDocument/2006/relationships/image" Target="../media/image4.png" /><Relationship Id="rId9" Type="http://schemas.openxmlformats.org/officeDocument/2006/relationships/image" Target="../media/image9.png" /><Relationship Id="rId14" Type="http://schemas.openxmlformats.org/officeDocument/2006/relationships/image" Target="../media/image14.png" /><Relationship Id="rId22" Type="http://schemas.openxmlformats.org/officeDocument/2006/relationships/image" Target="../media/image22.png" /></Relationships>
</file>

<file path=ppt/slides/_rels/slide5.xml.rels><?xml version="1.0" encoding="UTF-8" standalone="yes"?>
<Relationships xmlns="http://schemas.openxmlformats.org/package/2006/relationships"><Relationship Id="rId3" Type="http://schemas.openxmlformats.org/officeDocument/2006/relationships/image" Target="../media/image24.jpeg" /><Relationship Id="rId2" Type="http://schemas.openxmlformats.org/officeDocument/2006/relationships/notesSlide" Target="../notesSlides/notesSlide5.xml" /><Relationship Id="rId1" Type="http://schemas.openxmlformats.org/officeDocument/2006/relationships/slideLayout" Target="../slideLayouts/slideLayout3.xml" /><Relationship Id="rId4" Type="http://schemas.openxmlformats.org/officeDocument/2006/relationships/image" Target="../media/image25.png"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7.xml" /><Relationship Id="rId1" Type="http://schemas.openxmlformats.org/officeDocument/2006/relationships/slideLayout" Target="../slideLayouts/slideLayout4.xml" /><Relationship Id="rId4" Type="http://schemas.openxmlformats.org/officeDocument/2006/relationships/image" Target="../media/image27.emf"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17.xml" /><Relationship Id="rId1" Type="http://schemas.openxmlformats.org/officeDocument/2006/relationships/slideLayout" Target="../slideLayouts/slideLayout3.xml" /><Relationship Id="rId5" Type="http://schemas.openxmlformats.org/officeDocument/2006/relationships/image" Target="../media/image30.png" /><Relationship Id="rId4" Type="http://schemas.openxmlformats.org/officeDocument/2006/relationships/image" Target="../media/image29.png"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38.xml" /><Relationship Id="rId1" Type="http://schemas.openxmlformats.org/officeDocument/2006/relationships/slideLayout" Target="../slideLayouts/slideLayout3.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4" y="561975"/>
            <a:ext cx="5127523" cy="193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4</a:t>
            </a:r>
            <a:br>
              <a:rPr lang="en-US" altLang="en-US" sz="6000" b="1" dirty="0">
                <a:solidFill>
                  <a:srgbClr val="000099"/>
                </a:solidFill>
                <a:latin typeface="+mj-lt"/>
              </a:rPr>
            </a:br>
            <a:r>
              <a:rPr lang="en-US" altLang="en-US" sz="5400" b="1" dirty="0">
                <a:solidFill>
                  <a:srgbClr val="000099"/>
                </a:solidFill>
                <a:latin typeface="+mj-lt"/>
              </a:rPr>
              <a:t>Network Layer:</a:t>
            </a:r>
          </a:p>
          <a:p>
            <a:pPr eaLnBrk="1" hangingPunct="1">
              <a:lnSpc>
                <a:spcPct val="85000"/>
              </a:lnSpc>
            </a:pPr>
            <a:r>
              <a:rPr lang="en-US" altLang="en-US" sz="5400" b="1" dirty="0">
                <a:solidFill>
                  <a:srgbClr val="000099"/>
                </a:solidFill>
                <a:latin typeface="+mj-lt"/>
              </a:rPr>
              <a:t>Data Plane</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6FC3-7DD0-8D48-A73C-1EC08DB3BAF6}"/>
              </a:ext>
            </a:extLst>
          </p:cNvPr>
          <p:cNvSpPr>
            <a:spLocks noGrp="1"/>
          </p:cNvSpPr>
          <p:nvPr>
            <p:ph type="title"/>
          </p:nvPr>
        </p:nvSpPr>
        <p:spPr/>
        <p:txBody>
          <a:bodyPr/>
          <a:lstStyle/>
          <a:p>
            <a:r>
              <a:rPr lang="en-US" altLang="en-US" dirty="0">
                <a:cs typeface="Calibri" panose="020F0502020204030204" pitchFamily="34" charset="0"/>
              </a:rPr>
              <a:t>Network layer: our goals</a:t>
            </a:r>
            <a:endParaRPr lang="en-US" dirty="0"/>
          </a:p>
        </p:txBody>
      </p:sp>
      <p:sp>
        <p:nvSpPr>
          <p:cNvPr id="3" name="Content Placeholder 2">
            <a:extLst>
              <a:ext uri="{FF2B5EF4-FFF2-40B4-BE49-F238E27FC236}">
                <a16:creationId xmlns:a16="http://schemas.microsoft.com/office/drawing/2014/main" id="{99183EDA-C355-9A48-9A7B-13CAE9D049C3}"/>
              </a:ext>
            </a:extLst>
          </p:cNvPr>
          <p:cNvSpPr>
            <a:spLocks noGrp="1"/>
          </p:cNvSpPr>
          <p:nvPr>
            <p:ph sz="half" idx="1"/>
          </p:nvPr>
        </p:nvSpPr>
        <p:spPr>
          <a:xfrm>
            <a:off x="838200" y="1572572"/>
            <a:ext cx="5181600" cy="4698465"/>
          </a:xfrm>
        </p:spPr>
        <p:txBody>
          <a:bodyPr>
            <a:normAutofit/>
          </a:bodyPr>
          <a:lstStyle/>
          <a:p>
            <a:pPr marL="342900" indent="-212725">
              <a:buFont typeface="Wingdings" charset="2"/>
              <a:buChar char="§"/>
              <a:defRPr/>
            </a:pPr>
            <a:r>
              <a:rPr lang="en-US" sz="3200" dirty="0"/>
              <a:t>understand principles behind network layer services, focusing on data plane:</a:t>
            </a:r>
          </a:p>
          <a:p>
            <a:pPr lvl="1">
              <a:buFont typeface="Arial"/>
              <a:buChar char="•"/>
              <a:defRPr/>
            </a:pPr>
            <a:r>
              <a:rPr lang="en-US" sz="2800" dirty="0"/>
              <a:t>network layer service models</a:t>
            </a:r>
          </a:p>
          <a:p>
            <a:pPr lvl="1">
              <a:buFont typeface="Arial"/>
              <a:buChar char="•"/>
              <a:defRPr/>
            </a:pPr>
            <a:r>
              <a:rPr lang="en-US" sz="2800" dirty="0"/>
              <a:t>forwarding versus routing</a:t>
            </a:r>
          </a:p>
          <a:p>
            <a:pPr lvl="1">
              <a:buFont typeface="Arial"/>
              <a:buChar char="•"/>
              <a:defRPr/>
            </a:pPr>
            <a:r>
              <a:rPr lang="en-US" sz="2800" dirty="0"/>
              <a:t>how a router works</a:t>
            </a:r>
          </a:p>
          <a:p>
            <a:pPr lvl="1">
              <a:buFont typeface="Arial"/>
              <a:buChar char="•"/>
              <a:defRPr/>
            </a:pPr>
            <a:r>
              <a:rPr lang="en-US" sz="2800" dirty="0"/>
              <a:t>addressing</a:t>
            </a:r>
          </a:p>
          <a:p>
            <a:pPr lvl="1">
              <a:buFont typeface="Arial"/>
              <a:buChar char="•"/>
              <a:defRPr/>
            </a:pPr>
            <a:r>
              <a:rPr lang="en-US" sz="2800" dirty="0"/>
              <a:t>generalized forwarding</a:t>
            </a:r>
          </a:p>
          <a:p>
            <a:pPr lvl="1">
              <a:buFont typeface="Arial"/>
              <a:buChar char="•"/>
              <a:defRPr/>
            </a:pPr>
            <a:r>
              <a:rPr lang="en-US" sz="2800" dirty="0"/>
              <a:t>Internet architecture</a:t>
            </a:r>
          </a:p>
          <a:p>
            <a:pPr marL="130175" indent="0">
              <a:buNone/>
            </a:pPr>
            <a:endParaRPr lang="en-US" dirty="0"/>
          </a:p>
        </p:txBody>
      </p:sp>
      <p:sp>
        <p:nvSpPr>
          <p:cNvPr id="4" name="Content Placeholder 3">
            <a:extLst>
              <a:ext uri="{FF2B5EF4-FFF2-40B4-BE49-F238E27FC236}">
                <a16:creationId xmlns:a16="http://schemas.microsoft.com/office/drawing/2014/main" id="{9B6A4EEF-90EE-424B-9F5F-D32E647EF1B0}"/>
              </a:ext>
            </a:extLst>
          </p:cNvPr>
          <p:cNvSpPr>
            <a:spLocks noGrp="1"/>
          </p:cNvSpPr>
          <p:nvPr>
            <p:ph sz="half" idx="2"/>
          </p:nvPr>
        </p:nvSpPr>
        <p:spPr>
          <a:xfrm>
            <a:off x="6172199" y="1572573"/>
            <a:ext cx="5584371" cy="4351338"/>
          </a:xfrm>
        </p:spPr>
        <p:txBody>
          <a:bodyPr>
            <a:normAutofit/>
          </a:bodyPr>
          <a:lstStyle/>
          <a:p>
            <a:pPr marL="407988" indent="-277813"/>
            <a:r>
              <a:rPr lang="en-US" sz="3200" dirty="0"/>
              <a:t>instantiation, implementation in the Internet</a:t>
            </a:r>
          </a:p>
          <a:p>
            <a:pPr lvl="1"/>
            <a:r>
              <a:rPr lang="en-US" sz="2800" dirty="0"/>
              <a:t>IP protocol</a:t>
            </a:r>
          </a:p>
          <a:p>
            <a:pPr lvl="1"/>
            <a:r>
              <a:rPr lang="en-US" sz="2800" dirty="0"/>
              <a:t>NAT, </a:t>
            </a:r>
            <a:r>
              <a:rPr lang="en-US" sz="2800" dirty="0" err="1"/>
              <a:t>middleboxes</a:t>
            </a:r>
            <a:endParaRPr lang="en-US" sz="2800" dirty="0"/>
          </a:p>
        </p:txBody>
      </p:sp>
      <p:sp>
        <p:nvSpPr>
          <p:cNvPr id="5" name="Slide Number Placeholder 4">
            <a:extLst>
              <a:ext uri="{FF2B5EF4-FFF2-40B4-BE49-F238E27FC236}">
                <a16:creationId xmlns:a16="http://schemas.microsoft.com/office/drawing/2014/main" id="{AF90DE33-80BA-7C4C-A2DC-16FEA33E295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a:t>
            </a:fld>
            <a:endParaRPr lang="en-US" dirty="0"/>
          </a:p>
        </p:txBody>
      </p:sp>
    </p:spTree>
    <p:extLst>
      <p:ext uri="{BB962C8B-B14F-4D97-AF65-F5344CB8AC3E}">
        <p14:creationId xmlns:p14="http://schemas.microsoft.com/office/powerpoint/2010/main" val="410028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pPr>
            <a:r>
              <a:rPr lang="en-US" altLang="en-US" sz="3200" dirty="0">
                <a:solidFill>
                  <a:srgbClr val="CC0000"/>
                </a:solidFill>
                <a:ea typeface="ＭＳ Ｐゴシック" panose="020B0600070205080204" pitchFamily="34" charset="-128"/>
                <a:cs typeface="Arial" panose="020B0604020202020204" pitchFamily="34" charset="0"/>
              </a:rPr>
              <a:t>Network layer: overview</a:t>
            </a:r>
          </a:p>
          <a:p>
            <a:pPr lvl="1">
              <a:spcBef>
                <a:spcPts val="0"/>
              </a:spcBef>
            </a:pPr>
            <a:r>
              <a:rPr lang="en-US" altLang="en-US" sz="2800" dirty="0">
                <a:solidFill>
                  <a:srgbClr val="CC0000"/>
                </a:solidFill>
                <a:ea typeface="ＭＳ Ｐゴシック" panose="020B0600070205080204" pitchFamily="34" charset="-128"/>
                <a:cs typeface="Arial" panose="020B0604020202020204" pitchFamily="34" charset="0"/>
              </a:rPr>
              <a:t>data plane</a:t>
            </a:r>
          </a:p>
          <a:p>
            <a:pPr lvl="1">
              <a:spcBef>
                <a:spcPts val="0"/>
              </a:spcBef>
            </a:pPr>
            <a:r>
              <a:rPr lang="en-US" altLang="en-US" sz="2800" dirty="0">
                <a:solidFill>
                  <a:srgbClr val="CC0000"/>
                </a:solidFill>
                <a:ea typeface="ＭＳ Ｐゴシック" panose="020B0600070205080204" pitchFamily="34" charset="-128"/>
                <a:cs typeface="Arial" panose="020B0604020202020204" pitchFamily="34" charset="0"/>
              </a:rPr>
              <a:t>control plane</a:t>
            </a: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8" name="Slide Number Placeholder 4">
            <a:extLst>
              <a:ext uri="{FF2B5EF4-FFF2-40B4-BE49-F238E27FC236}">
                <a16:creationId xmlns:a16="http://schemas.microsoft.com/office/drawing/2014/main" id="{F4D04E88-D653-0249-9F2C-45CB993BCE4C}"/>
              </a:ext>
            </a:extLst>
          </p:cNvPr>
          <p:cNvSpPr>
            <a:spLocks noGrp="1"/>
          </p:cNvSpPr>
          <p:nvPr>
            <p:ph type="sldNum" sz="quarter" idx="4"/>
          </p:nvPr>
        </p:nvSpPr>
        <p:spPr>
          <a:xfrm>
            <a:off x="9219616" y="6465391"/>
            <a:ext cx="2743200" cy="365125"/>
          </a:xfrm>
        </p:spPr>
        <p:txBody>
          <a:bodyPr/>
          <a:lstStyle/>
          <a:p>
            <a:r>
              <a:rPr lang="en-US" dirty="0"/>
              <a:t>Network Layer: 4-</a:t>
            </a:r>
            <a:fld id="{C4204591-24BD-A542-B9D5-F8D8A88D2FEE}" type="slidenum">
              <a:rPr lang="en-US" smtClean="0"/>
              <a:pPr/>
              <a:t>3</a:t>
            </a:fld>
            <a:endParaRPr lang="en-US" dirty="0"/>
          </a:p>
        </p:txBody>
      </p:sp>
      <p:sp>
        <p:nvSpPr>
          <p:cNvPr id="10" name="Rectangle 4">
            <a:extLst>
              <a:ext uri="{FF2B5EF4-FFF2-40B4-BE49-F238E27FC236}">
                <a16:creationId xmlns:a16="http://schemas.microsoft.com/office/drawing/2014/main" id="{2935D8EE-730D-3846-8ED3-CF147CA4A373}"/>
              </a:ext>
            </a:extLst>
          </p:cNvPr>
          <p:cNvSpPr txBox="1">
            <a:spLocks noChangeArrowheads="1"/>
          </p:cNvSpPr>
          <p:nvPr/>
        </p:nvSpPr>
        <p:spPr>
          <a:xfrm>
            <a:off x="563462" y="2806957"/>
            <a:ext cx="6618109" cy="3461321"/>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spcBef>
                <a:spcPts val="600"/>
              </a:spcBef>
            </a:pPr>
            <a:r>
              <a:rPr lang="en-US" altLang="en-US" sz="3200" dirty="0">
                <a:ea typeface="ＭＳ Ｐゴシック" panose="020B0600070205080204" pitchFamily="34" charset="-128"/>
                <a:cs typeface="Arial" panose="020B0604020202020204" pitchFamily="34" charset="0"/>
              </a:rPr>
              <a:t>What</a:t>
            </a:r>
            <a:r>
              <a:rPr lang="en-US" altLang="ja-JP" sz="3200" dirty="0">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 ports, switching, output ports</a:t>
            </a:r>
          </a:p>
          <a:p>
            <a:pPr lvl="1">
              <a:spcBef>
                <a:spcPts val="0"/>
              </a:spcBef>
            </a:pPr>
            <a:r>
              <a:rPr lang="en-US" altLang="ja-JP" sz="2800" dirty="0">
                <a:ea typeface="ＭＳ Ｐゴシック" panose="020B0600070205080204" pitchFamily="34" charset="-128"/>
                <a:cs typeface="Arial" panose="020B0604020202020204" pitchFamily="34" charset="0"/>
              </a:rPr>
              <a:t>buffer management, scheduling</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IP: the Internet Protocol</a:t>
            </a:r>
          </a:p>
          <a:p>
            <a:pPr lvl="1">
              <a:spcBef>
                <a:spcPts val="0"/>
              </a:spcBef>
            </a:pPr>
            <a:r>
              <a:rPr lang="en-US" altLang="en-US" sz="2800" dirty="0">
                <a:ea typeface="ＭＳ Ｐゴシック" panose="020B0600070205080204" pitchFamily="34" charset="-128"/>
                <a:cs typeface="Arial" panose="020B0604020202020204" pitchFamily="34" charset="0"/>
              </a:rPr>
              <a:t>datagram format</a:t>
            </a:r>
          </a:p>
          <a:p>
            <a:pPr lvl="1">
              <a:spcBef>
                <a:spcPts val="0"/>
              </a:spcBef>
            </a:pPr>
            <a:r>
              <a:rPr lang="en-US" altLang="en-US" sz="2800" dirty="0">
                <a:ea typeface="ＭＳ Ｐゴシック" panose="020B0600070205080204" pitchFamily="34" charset="-128"/>
                <a:cs typeface="Arial" panose="020B0604020202020204" pitchFamily="34" charset="0"/>
              </a:rPr>
              <a:t>addressing</a:t>
            </a:r>
          </a:p>
          <a:p>
            <a:pPr lvl="1">
              <a:spcBef>
                <a:spcPts val="0"/>
              </a:spcBef>
            </a:pPr>
            <a:r>
              <a:rPr lang="en-US" altLang="en-US" sz="2800" dirty="0">
                <a:ea typeface="ＭＳ Ｐゴシック" panose="020B0600070205080204" pitchFamily="34" charset="-128"/>
                <a:cs typeface="Arial" panose="020B0604020202020204" pitchFamily="34" charset="0"/>
              </a:rPr>
              <a:t>network address translation</a:t>
            </a:r>
          </a:p>
          <a:p>
            <a:pPr lvl="1">
              <a:spcBef>
                <a:spcPts val="0"/>
              </a:spcBef>
            </a:pPr>
            <a:r>
              <a:rPr lang="en-US" altLang="en-US" sz="2800" dirty="0">
                <a:ea typeface="ＭＳ Ｐゴシック" panose="020B0600070205080204" pitchFamily="34" charset="-128"/>
                <a:cs typeface="Arial" panose="020B0604020202020204" pitchFamily="34" charset="0"/>
              </a:rPr>
              <a:t>IPv6</a:t>
            </a:r>
          </a:p>
        </p:txBody>
      </p:sp>
    </p:spTree>
    <p:extLst>
      <p:ext uri="{BB962C8B-B14F-4D97-AF65-F5344CB8AC3E}">
        <p14:creationId xmlns:p14="http://schemas.microsoft.com/office/powerpoint/2010/main" val="385107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ssolve">
                                      <p:cBhvr>
                                        <p:cTn id="10" dur="500"/>
                                        <p:tgtEl>
                                          <p:spTgt spid="10">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ssolve">
                                      <p:cBhvr>
                                        <p:cTn id="13" dur="500"/>
                                        <p:tgtEl>
                                          <p:spTgt spid="1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dissolve">
                                      <p:cBhvr>
                                        <p:cTn id="18" dur="500"/>
                                        <p:tgtEl>
                                          <p:spTgt spid="10">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dissolve">
                                      <p:cBhvr>
                                        <p:cTn id="21" dur="500"/>
                                        <p:tgtEl>
                                          <p:spTgt spid="1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dissolve">
                                      <p:cBhvr>
                                        <p:cTn id="24" dur="500"/>
                                        <p:tgtEl>
                                          <p:spTgt spid="1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dissolve">
                                      <p:cBhvr>
                                        <p:cTn id="27" dur="500"/>
                                        <p:tgtEl>
                                          <p:spTgt spid="1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dissolve">
                                      <p:cBhvr>
                                        <p:cTn id="30"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network layer protocols in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every Internet device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routers</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a16="http://schemas.microsoft.com/office/drawing/2014/main"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a16="http://schemas.microsoft.com/office/drawing/2014/main"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a16="http://schemas.microsoft.com/office/drawing/2014/main"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a16="http://schemas.microsoft.com/office/drawing/2014/main"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a16="http://schemas.microsoft.com/office/drawing/2014/main"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a16="http://schemas.microsoft.com/office/drawing/2014/main"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a16="http://schemas.microsoft.com/office/drawing/2014/main"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a16="http://schemas.microsoft.com/office/drawing/2014/main"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a16="http://schemas.microsoft.com/office/drawing/2014/main"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a16="http://schemas.microsoft.com/office/drawing/2014/main"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a16="http://schemas.microsoft.com/office/drawing/2014/main"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a16="http://schemas.microsoft.com/office/drawing/2014/main"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a16="http://schemas.microsoft.com/office/drawing/2014/main"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a16="http://schemas.microsoft.com/office/drawing/2014/main"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a16="http://schemas.microsoft.com/office/drawing/2014/main"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a16="http://schemas.microsoft.com/office/drawing/2014/main"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a16="http://schemas.microsoft.com/office/drawing/2014/main"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a16="http://schemas.microsoft.com/office/drawing/2014/main"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a16="http://schemas.microsoft.com/office/drawing/2014/main"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a16="http://schemas.microsoft.com/office/drawing/2014/main"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a16="http://schemas.microsoft.com/office/drawing/2014/main"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a16="http://schemas.microsoft.com/office/drawing/2014/main"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a16="http://schemas.microsoft.com/office/drawing/2014/main"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a16="http://schemas.microsoft.com/office/drawing/2014/main"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a16="http://schemas.microsoft.com/office/drawing/2014/main"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a16="http://schemas.microsoft.com/office/drawing/2014/main"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a16="http://schemas.microsoft.com/office/drawing/2014/main"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a16="http://schemas.microsoft.com/office/drawing/2014/main"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a16="http://schemas.microsoft.com/office/drawing/2014/main"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a16="http://schemas.microsoft.com/office/drawing/2014/main"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a16="http://schemas.microsoft.com/office/drawing/2014/main"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a16="http://schemas.microsoft.com/office/drawing/2014/main"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a16="http://schemas.microsoft.com/office/drawing/2014/main"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a16="http://schemas.microsoft.com/office/drawing/2014/main"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a16="http://schemas.microsoft.com/office/drawing/2014/main"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a16="http://schemas.microsoft.com/office/drawing/2014/main"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a16="http://schemas.microsoft.com/office/drawing/2014/main"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a16="http://schemas.microsoft.com/office/drawing/2014/main"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a16="http://schemas.microsoft.com/office/drawing/2014/main"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a16="http://schemas.microsoft.com/office/drawing/2014/main"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a16="http://schemas.microsoft.com/office/drawing/2014/main"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a16="http://schemas.microsoft.com/office/drawing/2014/main"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a16="http://schemas.microsoft.com/office/drawing/2014/main"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a16="http://schemas.microsoft.com/office/drawing/2014/main"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a16="http://schemas.microsoft.com/office/drawing/2014/main"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a16="http://schemas.microsoft.com/office/drawing/2014/main"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a16="http://schemas.microsoft.com/office/drawing/2014/main"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a16="http://schemas.microsoft.com/office/drawing/2014/main"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a16="http://schemas.microsoft.com/office/drawing/2014/main"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a16="http://schemas.microsoft.com/office/drawing/2014/main"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a16="http://schemas.microsoft.com/office/drawing/2014/main"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a16="http://schemas.microsoft.com/office/drawing/2014/main" id="{78A6B799-8B01-D64E-9924-2C0FA4115D5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a:t>
            </a:fld>
            <a:endParaRPr lang="en-US" dirty="0"/>
          </a:p>
        </p:txBody>
      </p:sp>
    </p:spTree>
    <p:extLst>
      <p:ext uri="{BB962C8B-B14F-4D97-AF65-F5344CB8AC3E}">
        <p14:creationId xmlns:p14="http://schemas.microsoft.com/office/powerpoint/2010/main" val="277286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Two key network-layer functions</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877956" y="1666601"/>
            <a:ext cx="5181600" cy="1890791"/>
          </a:xfrm>
        </p:spPr>
        <p:txBody>
          <a:bodyPr/>
          <a:lstStyle/>
          <a:p>
            <a:pPr marL="0" indent="0">
              <a:spcBef>
                <a:spcPts val="600"/>
              </a:spcBef>
              <a:buNone/>
            </a:pPr>
            <a:r>
              <a:rPr lang="en-US" altLang="en-US" sz="3200" dirty="0">
                <a:solidFill>
                  <a:srgbClr val="CC0000"/>
                </a:solidFill>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i="1" dirty="0">
                <a:solidFill>
                  <a:srgbClr val="000099"/>
                </a:solidFill>
                <a:ea typeface="ＭＳ Ｐゴシック" panose="020B0600070205080204" pitchFamily="34" charset="-128"/>
                <a:cs typeface="ＭＳ Ｐゴシック" panose="020B0600070205080204" pitchFamily="34" charset="-128"/>
              </a:rPr>
              <a:t>forwarding:</a:t>
            </a:r>
            <a:r>
              <a:rPr lang="en-US" altLang="en-US" dirty="0">
                <a:ea typeface="ＭＳ Ｐゴシック" panose="020B0600070205080204" pitchFamily="34" charset="-128"/>
                <a:cs typeface="ＭＳ Ｐゴシック" panose="020B0600070205080204" pitchFamily="34" charset="-128"/>
              </a:rPr>
              <a:t> move packets from a router’</a:t>
            </a:r>
            <a:r>
              <a:rPr lang="en-US" altLang="ja-JP" dirty="0">
                <a:ea typeface="ＭＳ Ｐゴシック" panose="020B0600070205080204" pitchFamily="34" charset="-128"/>
                <a:cs typeface="ＭＳ Ｐゴシック" panose="020B0600070205080204" pitchFamily="34" charset="-128"/>
              </a:rPr>
              <a:t>s input link to appropriate router output link</a:t>
            </a:r>
          </a:p>
          <a:p>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172200" y="1693105"/>
            <a:ext cx="5181600" cy="4351338"/>
          </a:xfrm>
        </p:spPr>
        <p:txBody>
          <a:bodyPr/>
          <a:lstStyle/>
          <a:p>
            <a:pPr marL="342900" indent="-342900">
              <a:lnSpc>
                <a:spcPct val="85000"/>
              </a:lnSpc>
              <a:spcBef>
                <a:spcPts val="600"/>
              </a:spcBef>
              <a:buClr>
                <a:srgbClr val="000099"/>
              </a:buClr>
              <a:buSzPct val="65000"/>
              <a:buFont typeface="Wingdings" charset="0"/>
              <a:buNone/>
              <a:defRPr/>
            </a:pPr>
            <a:r>
              <a:rPr lang="en-US" sz="3200" dirty="0">
                <a:solidFill>
                  <a:srgbClr val="CC0000"/>
                </a:solidFill>
                <a:ea typeface="ＭＳ Ｐゴシック" charset="0"/>
                <a:cs typeface="ＭＳ Ｐゴシック" charset="0"/>
              </a:rPr>
              <a:t>analogy: taking a trip</a:t>
            </a:r>
          </a:p>
          <a:p>
            <a:pPr indent="-234950">
              <a:lnSpc>
                <a:spcPct val="85000"/>
              </a:lnSpc>
              <a:spcBef>
                <a:spcPts val="600"/>
              </a:spcBef>
              <a:buClr>
                <a:srgbClr val="000099"/>
              </a:buClr>
              <a:buSzPct val="100000"/>
              <a:buFont typeface="Wingdings" charset="2"/>
              <a:buChar char="§"/>
              <a:defRPr/>
            </a:pPr>
            <a:r>
              <a:rPr lang="en-US" i="1" dirty="0">
                <a:solidFill>
                  <a:srgbClr val="000099"/>
                </a:solidFill>
                <a:ea typeface="ＭＳ Ｐゴシック" charset="0"/>
                <a:cs typeface="ＭＳ Ｐゴシック" charset="0"/>
              </a:rPr>
              <a:t>forwarding</a:t>
            </a:r>
            <a:r>
              <a:rPr lang="en-US" i="1" dirty="0">
                <a:solidFill>
                  <a:schemeClr val="accent2"/>
                </a:solidFill>
                <a:ea typeface="ＭＳ Ｐゴシック" charset="0"/>
                <a:cs typeface="ＭＳ Ｐゴシック" charset="0"/>
              </a:rPr>
              <a:t>:</a:t>
            </a:r>
            <a:r>
              <a:rPr lang="en-US" dirty="0">
                <a:ea typeface="ＭＳ Ｐゴシック" charset="0"/>
                <a:cs typeface="ＭＳ Ｐゴシック" charset="0"/>
              </a:rPr>
              <a:t> process of getting through single interchange</a:t>
            </a:r>
          </a:p>
          <a:p>
            <a:pPr marL="130175" indent="0">
              <a:buNone/>
            </a:pPr>
            <a:endParaRPr lang="en-US" dirty="0"/>
          </a:p>
        </p:txBody>
      </p:sp>
      <p:grpSp>
        <p:nvGrpSpPr>
          <p:cNvPr id="12" name="Group 11">
            <a:extLst>
              <a:ext uri="{FF2B5EF4-FFF2-40B4-BE49-F238E27FC236}">
                <a16:creationId xmlns:a16="http://schemas.microsoft.com/office/drawing/2014/main" id="{68371013-A5FC-6449-8EBD-FFD24F88C1EA}"/>
              </a:ext>
            </a:extLst>
          </p:cNvPr>
          <p:cNvGrpSpPr/>
          <p:nvPr/>
        </p:nvGrpSpPr>
        <p:grpSpPr>
          <a:xfrm>
            <a:off x="6519334" y="4075932"/>
            <a:ext cx="2227101" cy="1745933"/>
            <a:chOff x="6519334" y="4075932"/>
            <a:chExt cx="2227101" cy="1745933"/>
          </a:xfrm>
        </p:grpSpPr>
        <p:pic>
          <p:nvPicPr>
            <p:cNvPr id="7" name="Picture 4" descr="Why traffic apps make congestion worse | Berkeley News">
              <a:extLst>
                <a:ext uri="{FF2B5EF4-FFF2-40B4-BE49-F238E27FC236}">
                  <a16:creationId xmlns:a16="http://schemas.microsoft.com/office/drawing/2014/main"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96BA12-D229-844C-A5E1-61D8CC428F53}"/>
                </a:ext>
              </a:extLst>
            </p:cNvPr>
            <p:cNvSpPr txBox="1"/>
            <p:nvPr/>
          </p:nvSpPr>
          <p:spPr>
            <a:xfrm>
              <a:off x="6519334" y="5452533"/>
              <a:ext cx="1209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forwarding</a:t>
              </a:r>
            </a:p>
          </p:txBody>
        </p:sp>
      </p:grpSp>
      <p:grpSp>
        <p:nvGrpSpPr>
          <p:cNvPr id="13" name="Group 12">
            <a:extLst>
              <a:ext uri="{FF2B5EF4-FFF2-40B4-BE49-F238E27FC236}">
                <a16:creationId xmlns:a16="http://schemas.microsoft.com/office/drawing/2014/main" id="{88DBC121-CDA2-B741-8F45-B80ACE3E69DE}"/>
              </a:ext>
            </a:extLst>
          </p:cNvPr>
          <p:cNvGrpSpPr/>
          <p:nvPr/>
        </p:nvGrpSpPr>
        <p:grpSpPr>
          <a:xfrm>
            <a:off x="8314267" y="4706696"/>
            <a:ext cx="2953118" cy="1640102"/>
            <a:chOff x="8314267" y="4706696"/>
            <a:chExt cx="2953118" cy="1640102"/>
          </a:xfrm>
        </p:grpSpPr>
        <p:pic>
          <p:nvPicPr>
            <p:cNvPr id="9" name="Picture 8">
              <a:extLst>
                <a:ext uri="{FF2B5EF4-FFF2-40B4-BE49-F238E27FC236}">
                  <a16:creationId xmlns:a16="http://schemas.microsoft.com/office/drawing/2014/main" id="{7884099A-DDCA-7547-BE60-5A9CFCE7F631}"/>
                </a:ext>
              </a:extLst>
            </p:cNvPr>
            <p:cNvPicPr>
              <a:picLocks noChangeAspect="1"/>
            </p:cNvPicPr>
            <p:nvPr/>
          </p:nvPicPr>
          <p:blipFill>
            <a:blip r:embed="rId4"/>
            <a:stretch>
              <a:fillRect/>
            </a:stretch>
          </p:blipFill>
          <p:spPr>
            <a:xfrm>
              <a:off x="8415131" y="4706696"/>
              <a:ext cx="2852254" cy="1323319"/>
            </a:xfrm>
            <a:prstGeom prst="rect">
              <a:avLst/>
            </a:prstGeom>
          </p:spPr>
        </p:pic>
        <p:sp>
          <p:nvSpPr>
            <p:cNvPr id="10" name="TextBox 9">
              <a:extLst>
                <a:ext uri="{FF2B5EF4-FFF2-40B4-BE49-F238E27FC236}">
                  <a16:creationId xmlns:a16="http://schemas.microsoft.com/office/drawing/2014/main" id="{781A4B5F-43BE-FB43-AF10-E92F839A199B}"/>
                </a:ext>
              </a:extLst>
            </p:cNvPr>
            <p:cNvSpPr txBox="1"/>
            <p:nvPr/>
          </p:nvSpPr>
          <p:spPr>
            <a:xfrm>
              <a:off x="8314267" y="5977466"/>
              <a:ext cx="8654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grpSp>
      <p:sp>
        <p:nvSpPr>
          <p:cNvPr id="11" name="Content Placeholder 3">
            <a:extLst>
              <a:ext uri="{FF2B5EF4-FFF2-40B4-BE49-F238E27FC236}">
                <a16:creationId xmlns:a16="http://schemas.microsoft.com/office/drawing/2014/main" id="{D007BA21-27F4-4642-B902-0EF872DFA1E0}"/>
              </a:ext>
            </a:extLst>
          </p:cNvPr>
          <p:cNvSpPr txBox="1">
            <a:spLocks/>
          </p:cNvSpPr>
          <p:nvPr/>
        </p:nvSpPr>
        <p:spPr>
          <a:xfrm>
            <a:off x="6183682" y="3026965"/>
            <a:ext cx="5181600" cy="8792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routing:</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 process of planning trip from source to destination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Content Placeholder 2">
            <a:extLst>
              <a:ext uri="{FF2B5EF4-FFF2-40B4-BE49-F238E27FC236}">
                <a16:creationId xmlns:a16="http://schemas.microsoft.com/office/drawing/2014/main"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routing: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algorithms</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lide Number Placeholder 4">
            <a:extLst>
              <a:ext uri="{FF2B5EF4-FFF2-40B4-BE49-F238E27FC236}">
                <a16:creationId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5</a:t>
            </a:fld>
            <a:endParaRPr lang="en-US" dirty="0"/>
          </a:p>
        </p:txBody>
      </p:sp>
    </p:spTree>
    <p:extLst>
      <p:ext uri="{BB962C8B-B14F-4D97-AF65-F5344CB8AC3E}">
        <p14:creationId xmlns:p14="http://schemas.microsoft.com/office/powerpoint/2010/main" val="91225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par>
                                <p:cTn id="21" presetID="9"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Network layer: data plane, control plane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771938" y="1534078"/>
            <a:ext cx="4621697" cy="4351338"/>
          </a:xfrm>
        </p:spPr>
        <p:txBody>
          <a:bodyPr>
            <a:normAutofit/>
          </a:bodyPr>
          <a:lstStyle/>
          <a:p>
            <a:pPr marL="0" indent="0">
              <a:buFont typeface="Wingdings" charset="2"/>
              <a:buNone/>
              <a:defRPr/>
            </a:pPr>
            <a:r>
              <a:rPr lang="en-US" sz="3200" dirty="0">
                <a:solidFill>
                  <a:srgbClr val="CC0000"/>
                </a:solidFill>
              </a:rPr>
              <a:t>Data plane:</a:t>
            </a:r>
          </a:p>
          <a:p>
            <a:pPr marL="292100" indent="-292100">
              <a:spcBef>
                <a:spcPts val="600"/>
              </a:spcBef>
              <a:buFont typeface="Wingdings" charset="2"/>
              <a:buChar char="§"/>
              <a:defRPr/>
            </a:pPr>
            <a:r>
              <a:rPr lang="en-US" i="1" dirty="0">
                <a:solidFill>
                  <a:srgbClr val="0000A3"/>
                </a:solidFill>
              </a:rPr>
              <a:t>local</a:t>
            </a:r>
            <a:r>
              <a:rPr lang="en-US" dirty="0"/>
              <a:t>, per-router function</a:t>
            </a:r>
          </a:p>
          <a:p>
            <a:pPr marL="292100" indent="-292100">
              <a:spcBef>
                <a:spcPts val="600"/>
              </a:spcBef>
              <a:buFont typeface="Wingdings" charset="2"/>
              <a:buChar char="§"/>
              <a:defRPr/>
            </a:pPr>
            <a:r>
              <a:rPr lang="en-US" dirty="0"/>
              <a:t>determines how datagram arriving on router input port is forwarded to router output port</a:t>
            </a:r>
          </a:p>
          <a:p>
            <a:pPr marL="130175" indent="0">
              <a:buNone/>
            </a:pPr>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sz="3200" dirty="0">
                <a:solidFill>
                  <a:srgbClr val="CC0000"/>
                </a:solidFill>
              </a:rPr>
              <a:t>Control plane</a:t>
            </a:r>
          </a:p>
          <a:p>
            <a:pPr marL="228600" indent="-228600">
              <a:spcBef>
                <a:spcPts val="600"/>
              </a:spcBef>
              <a:defRPr/>
            </a:pPr>
            <a:r>
              <a:rPr lang="en-US" i="1" dirty="0">
                <a:solidFill>
                  <a:srgbClr val="0000A3"/>
                </a:solidFill>
              </a:rPr>
              <a:t>network-wide</a:t>
            </a:r>
            <a:r>
              <a:rPr lang="en-US" dirty="0"/>
              <a:t> logic</a:t>
            </a:r>
          </a:p>
          <a:p>
            <a:pPr marL="228600" indent="-228600">
              <a:spcBef>
                <a:spcPts val="600"/>
              </a:spcBef>
              <a:defRPr/>
            </a:pPr>
            <a:r>
              <a:rPr lang="en-US" dirty="0"/>
              <a:t>determines how datagram is routed among routers along end-end path from source host to destination host</a:t>
            </a:r>
          </a:p>
          <a:p>
            <a:endParaRPr lang="en-US" dirty="0"/>
          </a:p>
        </p:txBody>
      </p:sp>
      <p:grpSp>
        <p:nvGrpSpPr>
          <p:cNvPr id="34" name="Group 8">
            <a:extLst>
              <a:ext uri="{FF2B5EF4-FFF2-40B4-BE49-F238E27FC236}">
                <a16:creationId xmlns:a16="http://schemas.microsoft.com/office/drawing/2014/main"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a16="http://schemas.microsoft.com/office/drawing/2014/main"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ＭＳ Ｐゴシック" charset="0"/>
              </a:endParaRPr>
            </a:p>
          </p:txBody>
        </p:sp>
        <p:cxnSp>
          <p:nvCxnSpPr>
            <p:cNvPr id="36" name="Straight Connector 35">
              <a:extLst>
                <a:ext uri="{FF2B5EF4-FFF2-40B4-BE49-F238E27FC236}">
                  <a16:creationId xmlns:a16="http://schemas.microsoft.com/office/drawing/2014/main"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a16="http://schemas.microsoft.com/office/drawing/2014/main"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a16="http://schemas.microsoft.com/office/drawing/2014/main"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a16="http://schemas.microsoft.com/office/drawing/2014/main"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a16="http://schemas.microsoft.com/office/drawing/2014/main" id="{4BD8D488-F9B4-5D47-8E0A-48546209837D}"/>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1" name="TextBox 281">
              <a:extLst>
                <a:ext uri="{FF2B5EF4-FFF2-40B4-BE49-F238E27FC236}">
                  <a16:creationId xmlns:a16="http://schemas.microsoft.com/office/drawing/2014/main" id="{AD5D47CA-82AD-DC4E-A2CC-F6555ADBB73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42" name="TextBox 282">
              <a:extLst>
                <a:ext uri="{FF2B5EF4-FFF2-40B4-BE49-F238E27FC236}">
                  <a16:creationId xmlns:a16="http://schemas.microsoft.com/office/drawing/2014/main" id="{755C7E60-8A5C-5B4E-BCD3-83EC372268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43" name="Group 5">
              <a:extLst>
                <a:ext uri="{FF2B5EF4-FFF2-40B4-BE49-F238E27FC236}">
                  <a16:creationId xmlns:a16="http://schemas.microsoft.com/office/drawing/2014/main" id="{DA838191-9D78-6E40-B146-38B5229893F5}"/>
                </a:ext>
              </a:extLst>
            </p:cNvPr>
            <p:cNvGrpSpPr>
              <a:grpSpLocks/>
            </p:cNvGrpSpPr>
            <p:nvPr/>
          </p:nvGrpSpPr>
          <p:grpSpPr bwMode="auto">
            <a:xfrm>
              <a:off x="938213" y="5237163"/>
              <a:ext cx="1616075" cy="487362"/>
              <a:chOff x="-4079003" y="2717403"/>
              <a:chExt cx="1616718" cy="488475"/>
            </a:xfrm>
          </p:grpSpPr>
          <p:sp>
            <p:nvSpPr>
              <p:cNvPr id="56" name="Rectangle 97">
                <a:extLst>
                  <a:ext uri="{FF2B5EF4-FFF2-40B4-BE49-F238E27FC236}">
                    <a16:creationId xmlns:a16="http://schemas.microsoft.com/office/drawing/2014/main"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98">
                <a:extLst>
                  <a:ext uri="{FF2B5EF4-FFF2-40B4-BE49-F238E27FC236}">
                    <a16:creationId xmlns:a16="http://schemas.microsoft.com/office/drawing/2014/main"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99">
                <a:extLst>
                  <a:ext uri="{FF2B5EF4-FFF2-40B4-BE49-F238E27FC236}">
                    <a16:creationId xmlns:a16="http://schemas.microsoft.com/office/drawing/2014/main"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Rectangle 104">
                <a:extLst>
                  <a:ext uri="{FF2B5EF4-FFF2-40B4-BE49-F238E27FC236}">
                    <a16:creationId xmlns:a16="http://schemas.microsoft.com/office/drawing/2014/main"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 Box 105">
                <a:extLst>
                  <a:ext uri="{FF2B5EF4-FFF2-40B4-BE49-F238E27FC236}">
                    <a16:creationId xmlns:a16="http://schemas.microsoft.com/office/drawing/2014/main" id="{1BBEBC69-F691-7B4E-AA1F-3F1CFFF5C6D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1" name="Line 119">
                <a:extLst>
                  <a:ext uri="{FF2B5EF4-FFF2-40B4-BE49-F238E27FC236}">
                    <a16:creationId xmlns:a16="http://schemas.microsoft.com/office/drawing/2014/main"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 name="TextBox 6">
              <a:extLst>
                <a:ext uri="{FF2B5EF4-FFF2-40B4-BE49-F238E27FC236}">
                  <a16:creationId xmlns:a16="http://schemas.microsoft.com/office/drawing/2014/main" id="{E04647EA-CE57-8E43-979A-6EBC3F213DDC}"/>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 name="Group 357">
              <a:extLst>
                <a:ext uri="{FF2B5EF4-FFF2-40B4-BE49-F238E27FC236}">
                  <a16:creationId xmlns:a16="http://schemas.microsoft.com/office/drawing/2014/main"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a16="http://schemas.microsoft.com/office/drawing/2014/main"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8" name="Rectangle 47">
                <a:extLst>
                  <a:ext uri="{FF2B5EF4-FFF2-40B4-BE49-F238E27FC236}">
                    <a16:creationId xmlns:a16="http://schemas.microsoft.com/office/drawing/2014/main"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 name="Oval 48">
                <a:extLst>
                  <a:ext uri="{FF2B5EF4-FFF2-40B4-BE49-F238E27FC236}">
                    <a16:creationId xmlns:a16="http://schemas.microsoft.com/office/drawing/2014/main"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50" name="Freeform 49">
                <a:extLst>
                  <a:ext uri="{FF2B5EF4-FFF2-40B4-BE49-F238E27FC236}">
                    <a16:creationId xmlns:a16="http://schemas.microsoft.com/office/drawing/2014/main"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 name="Freeform 50">
                <a:extLst>
                  <a:ext uri="{FF2B5EF4-FFF2-40B4-BE49-F238E27FC236}">
                    <a16:creationId xmlns:a16="http://schemas.microsoft.com/office/drawing/2014/main"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Freeform 51">
                <a:extLst>
                  <a:ext uri="{FF2B5EF4-FFF2-40B4-BE49-F238E27FC236}">
                    <a16:creationId xmlns:a16="http://schemas.microsoft.com/office/drawing/2014/main"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Freeform 52">
                <a:extLst>
                  <a:ext uri="{FF2B5EF4-FFF2-40B4-BE49-F238E27FC236}">
                    <a16:creationId xmlns:a16="http://schemas.microsoft.com/office/drawing/2014/main"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4" name="Straight Connector 53">
                <a:extLst>
                  <a:ext uri="{FF2B5EF4-FFF2-40B4-BE49-F238E27FC236}">
                    <a16:creationId xmlns:a16="http://schemas.microsoft.com/office/drawing/2014/main"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a16="http://schemas.microsoft.com/office/drawing/2014/main"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2" name="Content Placeholder 3">
            <a:extLst>
              <a:ext uri="{FF2B5EF4-FFF2-40B4-BE49-F238E27FC236}">
                <a16:creationId xmlns:a16="http://schemas.microsoft.com/office/drawing/2014/main" id="{A06F5D4D-83A2-064D-AF5B-6B67A6A12AB8}"/>
              </a:ext>
            </a:extLst>
          </p:cNvPr>
          <p:cNvSpPr txBox="1">
            <a:spLocks/>
          </p:cNvSpPr>
          <p:nvPr/>
        </p:nvSpPr>
        <p:spPr>
          <a:xfrm>
            <a:off x="6255252" y="4142307"/>
            <a:ext cx="5502965"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traditional routing algorithms: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software-defined networking (SDN)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lide Number Placeholder 4">
            <a:extLst>
              <a:ext uri="{FF2B5EF4-FFF2-40B4-BE49-F238E27FC236}">
                <a16:creationId xmlns:a16="http://schemas.microsoft.com/office/drawing/2014/main" id="{E1DA7C3D-A185-DD42-9D1C-17140F6215E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6</a:t>
            </a:fld>
            <a:endParaRPr lang="en-US" dirty="0"/>
          </a:p>
        </p:txBody>
      </p:sp>
    </p:spTree>
    <p:extLst>
      <p:ext uri="{BB962C8B-B14F-4D97-AF65-F5344CB8AC3E}">
        <p14:creationId xmlns:p14="http://schemas.microsoft.com/office/powerpoint/2010/main" val="8045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780773" y="1101105"/>
            <a:ext cx="1098715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Individual routing algorithm components </a:t>
            </a:r>
            <a:r>
              <a:rPr kumimoji="0" lang="en-US" altLang="en-US" sz="3200" b="0" i="1" u="none" strike="noStrike" kern="1200" cap="none" spc="0" normalizeH="0" baseline="0" noProof="0" dirty="0">
                <a:ln>
                  <a:noFill/>
                </a:ln>
                <a:solidFill>
                  <a:srgbClr val="000090"/>
                </a:solidFill>
                <a:effectLst/>
                <a:uLnTx/>
                <a:uFillTx/>
                <a:latin typeface="Calibri" panose="020F0502020204030204"/>
                <a:ea typeface="ＭＳ Ｐゴシック" panose="020B0600070205080204" pitchFamily="34" charset="-128"/>
                <a:cs typeface="+mn-cs"/>
              </a:rPr>
              <a:t>in each and every router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236" name="Slide Number Placeholder 4">
            <a:extLst>
              <a:ext uri="{FF2B5EF4-FFF2-40B4-BE49-F238E27FC236}">
                <a16:creationId xmlns:a16="http://schemas.microsoft.com/office/drawing/2014/main" id="{ED6517D9-F18B-5447-8ABE-90D9847B304D}"/>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7</a:t>
            </a:fld>
            <a:endParaRPr lang="en-US" dirty="0"/>
          </a:p>
        </p:txBody>
      </p:sp>
    </p:spTree>
    <p:extLst>
      <p:ext uri="{BB962C8B-B14F-4D97-AF65-F5344CB8AC3E}">
        <p14:creationId xmlns:p14="http://schemas.microsoft.com/office/powerpoint/2010/main" val="90495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417576" y="261255"/>
            <a:ext cx="11213592" cy="894622"/>
          </a:xfrm>
        </p:spPr>
        <p:txBody>
          <a:bodyPr>
            <a:normAutofit fontScale="90000"/>
          </a:bodyPr>
          <a:lstStyle/>
          <a:p>
            <a:r>
              <a:rPr lang="en-US" sz="4800" dirty="0"/>
              <a:t>Software-Defined Networking (SDN)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292609" y="1064529"/>
            <a:ext cx="113107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Remote controller computes, installs forwarding tables in routers</a:t>
            </a:r>
          </a:p>
        </p:txBody>
      </p:sp>
      <p:grpSp>
        <p:nvGrpSpPr>
          <p:cNvPr id="817" name="Group 816">
            <a:extLst>
              <a:ext uri="{FF2B5EF4-FFF2-40B4-BE49-F238E27FC236}">
                <a16:creationId xmlns:a16="http://schemas.microsoft.com/office/drawing/2014/main" id="{0035B262-335A-2042-8F0A-4D25C5CCAA4C}"/>
              </a:ext>
            </a:extLst>
          </p:cNvPr>
          <p:cNvGrpSpPr>
            <a:grpSpLocks/>
          </p:cNvGrpSpPr>
          <p:nvPr/>
        </p:nvGrpSpPr>
        <p:grpSpPr bwMode="auto">
          <a:xfrm>
            <a:off x="3203430" y="1967880"/>
            <a:ext cx="6027738" cy="1439862"/>
            <a:chOff x="1492879" y="2061336"/>
            <a:chExt cx="6027737" cy="1440135"/>
          </a:xfrm>
        </p:grpSpPr>
        <p:sp>
          <p:nvSpPr>
            <p:cNvPr id="818" name="Rectangle 817">
              <a:extLst>
                <a:ext uri="{FF2B5EF4-FFF2-40B4-BE49-F238E27FC236}">
                  <a16:creationId xmlns:a16="http://schemas.microsoft.com/office/drawing/2014/main" id="{2911F90D-6E6D-8D44-A029-2BB47782B47E}"/>
                </a:ext>
              </a:extLst>
            </p:cNvPr>
            <p:cNvSpPr/>
            <p:nvPr/>
          </p:nvSpPr>
          <p:spPr bwMode="auto">
            <a:xfrm>
              <a:off x="1929442" y="2064512"/>
              <a:ext cx="5043486" cy="1017780"/>
            </a:xfrm>
            <a:prstGeom prst="rect">
              <a:avLst/>
            </a:prstGeom>
            <a:solidFill>
              <a:srgbClr val="2D2DB9">
                <a:lumMod val="20000"/>
                <a:lumOff val="80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19" name="Freeform 818">
              <a:extLst>
                <a:ext uri="{FF2B5EF4-FFF2-40B4-BE49-F238E27FC236}">
                  <a16:creationId xmlns:a16="http://schemas.microsoft.com/office/drawing/2014/main" id="{24B8DF14-13D1-7B4D-AA8E-6D4B866768A6}"/>
                </a:ext>
              </a:extLst>
            </p:cNvPr>
            <p:cNvSpPr/>
            <p:nvPr/>
          </p:nvSpPr>
          <p:spPr bwMode="auto">
            <a:xfrm>
              <a:off x="1740529" y="2067687"/>
              <a:ext cx="198438" cy="1386150"/>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55" h="1385496">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rotWithShape="1">
              <a:gsLst>
                <a:gs pos="0">
                  <a:srgbClr val="FFFFFF">
                    <a:lumMod val="95000"/>
                  </a:srgbClr>
                </a:gs>
                <a:gs pos="100000">
                  <a:srgbClr val="2D2DB9">
                    <a:lumMod val="20000"/>
                    <a:lumOff val="80000"/>
                  </a:srgbClr>
                </a:gs>
              </a:gsLst>
              <a:lin ang="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a16="http://schemas.microsoft.com/office/drawing/2014/main" id="{B3477997-2171-D144-8F62-1363F13885FD}"/>
                </a:ext>
              </a:extLst>
            </p:cNvPr>
            <p:cNvSpPr/>
            <p:nvPr/>
          </p:nvSpPr>
          <p:spPr bwMode="auto">
            <a:xfrm flipH="1">
              <a:off x="6969753" y="2061336"/>
              <a:ext cx="219075" cy="1370272"/>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 name="connsiteX0" fmla="*/ 0 w 219519"/>
                <a:gd name="connsiteY0" fmla="*/ 730359 h 1370199"/>
                <a:gd name="connsiteX1" fmla="*/ 219401 w 219519"/>
                <a:gd name="connsiteY1" fmla="*/ 0 h 1370199"/>
                <a:gd name="connsiteX2" fmla="*/ 199855 w 219519"/>
                <a:gd name="connsiteY2" fmla="*/ 1012572 h 1370199"/>
                <a:gd name="connsiteX3" fmla="*/ 4471 w 219519"/>
                <a:gd name="connsiteY3" fmla="*/ 1370199 h 1370199"/>
                <a:gd name="connsiteX4" fmla="*/ 0 w 219519"/>
                <a:gd name="connsiteY4" fmla="*/ 730359 h 1370199"/>
                <a:gd name="connsiteX0" fmla="*/ 0 w 219602"/>
                <a:gd name="connsiteY0" fmla="*/ 730359 h 1370199"/>
                <a:gd name="connsiteX1" fmla="*/ 219401 w 219602"/>
                <a:gd name="connsiteY1" fmla="*/ 0 h 1370199"/>
                <a:gd name="connsiteX2" fmla="*/ 210047 w 219602"/>
                <a:gd name="connsiteY2" fmla="*/ 1007473 h 1370199"/>
                <a:gd name="connsiteX3" fmla="*/ 4471 w 219602"/>
                <a:gd name="connsiteY3" fmla="*/ 1370199 h 1370199"/>
                <a:gd name="connsiteX4" fmla="*/ 0 w 219602"/>
                <a:gd name="connsiteY4" fmla="*/ 730359 h 1370199"/>
                <a:gd name="connsiteX0" fmla="*/ 0 w 220239"/>
                <a:gd name="connsiteY0" fmla="*/ 730359 h 1370199"/>
                <a:gd name="connsiteX1" fmla="*/ 219401 w 220239"/>
                <a:gd name="connsiteY1" fmla="*/ 0 h 1370199"/>
                <a:gd name="connsiteX2" fmla="*/ 220239 w 220239"/>
                <a:gd name="connsiteY2" fmla="*/ 1007473 h 1370199"/>
                <a:gd name="connsiteX3" fmla="*/ 4471 w 220239"/>
                <a:gd name="connsiteY3" fmla="*/ 1370199 h 1370199"/>
                <a:gd name="connsiteX4" fmla="*/ 0 w 220239"/>
                <a:gd name="connsiteY4" fmla="*/ 730359 h 1370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39" h="137019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rotWithShape="1">
              <a:gsLst>
                <a:gs pos="0">
                  <a:srgbClr val="2D2DB9">
                    <a:lumMod val="20000"/>
                    <a:lumOff val="80000"/>
                  </a:srgbClr>
                </a:gs>
                <a:gs pos="100000">
                  <a:srgbClr val="FFFFFF"/>
                </a:gs>
              </a:gsLst>
              <a:lin ang="108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821" name="Group 950">
              <a:extLst>
                <a:ext uri="{FF2B5EF4-FFF2-40B4-BE49-F238E27FC236}">
                  <a16:creationId xmlns:a16="http://schemas.microsoft.com/office/drawing/2014/main" id="{DB6AE1A4-24E9-664C-A51D-C17F6021B3EC}"/>
                </a:ext>
              </a:extLst>
            </p:cNvPr>
            <p:cNvGrpSpPr>
              <a:grpSpLocks/>
            </p:cNvGrpSpPr>
            <p:nvPr/>
          </p:nvGrpSpPr>
          <p:grpSpPr bwMode="auto">
            <a:xfrm>
              <a:off x="1492879" y="2820676"/>
              <a:ext cx="338137" cy="653816"/>
              <a:chOff x="4140" y="429"/>
              <a:chExt cx="1425" cy="2396"/>
            </a:xfrm>
          </p:grpSpPr>
          <p:sp>
            <p:nvSpPr>
              <p:cNvPr id="855" name="Freeform 951">
                <a:extLst>
                  <a:ext uri="{FF2B5EF4-FFF2-40B4-BE49-F238E27FC236}">
                    <a16:creationId xmlns:a16="http://schemas.microsoft.com/office/drawing/2014/main" id="{BFB37BD8-4427-2A47-AE85-B992137B4E8C}"/>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6" name="Rectangle 952">
                <a:extLst>
                  <a:ext uri="{FF2B5EF4-FFF2-40B4-BE49-F238E27FC236}">
                    <a16:creationId xmlns:a16="http://schemas.microsoft.com/office/drawing/2014/main" id="{D33ED3AE-893B-0641-B3D0-6332B98270D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7" name="Freeform 953">
                <a:extLst>
                  <a:ext uri="{FF2B5EF4-FFF2-40B4-BE49-F238E27FC236}">
                    <a16:creationId xmlns:a16="http://schemas.microsoft.com/office/drawing/2014/main" id="{7F8B5734-537E-2D40-ABC5-1153CA76F023}"/>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8" name="Freeform 954">
                <a:extLst>
                  <a:ext uri="{FF2B5EF4-FFF2-40B4-BE49-F238E27FC236}">
                    <a16:creationId xmlns:a16="http://schemas.microsoft.com/office/drawing/2014/main" id="{A27CC3E2-8472-FE49-B22C-8BAD36D3F1D7}"/>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9" name="Rectangle 955">
                <a:extLst>
                  <a:ext uri="{FF2B5EF4-FFF2-40B4-BE49-F238E27FC236}">
                    <a16:creationId xmlns:a16="http://schemas.microsoft.com/office/drawing/2014/main" id="{11CD015D-401B-EC42-A713-37F4F580649A}"/>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0" name="Group 956">
                <a:extLst>
                  <a:ext uri="{FF2B5EF4-FFF2-40B4-BE49-F238E27FC236}">
                    <a16:creationId xmlns:a16="http://schemas.microsoft.com/office/drawing/2014/main" id="{A208DF6A-EF9F-044D-8302-1B9476D1841A}"/>
                  </a:ext>
                </a:extLst>
              </p:cNvPr>
              <p:cNvGrpSpPr>
                <a:grpSpLocks/>
              </p:cNvGrpSpPr>
              <p:nvPr/>
            </p:nvGrpSpPr>
            <p:grpSpPr bwMode="auto">
              <a:xfrm>
                <a:off x="4749" y="668"/>
                <a:ext cx="581" cy="145"/>
                <a:chOff x="614" y="2568"/>
                <a:chExt cx="725" cy="139"/>
              </a:xfrm>
            </p:grpSpPr>
            <p:sp>
              <p:nvSpPr>
                <p:cNvPr id="885" name="AutoShape 957">
                  <a:extLst>
                    <a:ext uri="{FF2B5EF4-FFF2-40B4-BE49-F238E27FC236}">
                      <a16:creationId xmlns:a16="http://schemas.microsoft.com/office/drawing/2014/main" id="{FCC50AD6-31B9-FD4A-9D12-E293AC79E312}"/>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6" name="AutoShape 958">
                  <a:extLst>
                    <a:ext uri="{FF2B5EF4-FFF2-40B4-BE49-F238E27FC236}">
                      <a16:creationId xmlns:a16="http://schemas.microsoft.com/office/drawing/2014/main" id="{9515A907-A38B-AC46-9351-9821F9262FD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1" name="Rectangle 959">
                <a:extLst>
                  <a:ext uri="{FF2B5EF4-FFF2-40B4-BE49-F238E27FC236}">
                    <a16:creationId xmlns:a16="http://schemas.microsoft.com/office/drawing/2014/main" id="{DA74175D-E323-954D-B321-A525406F9D7F}"/>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2" name="Group 960">
                <a:extLst>
                  <a:ext uri="{FF2B5EF4-FFF2-40B4-BE49-F238E27FC236}">
                    <a16:creationId xmlns:a16="http://schemas.microsoft.com/office/drawing/2014/main" id="{28DE356C-C6F7-BA40-87C6-C5B5BE6C2BFE}"/>
                  </a:ext>
                </a:extLst>
              </p:cNvPr>
              <p:cNvGrpSpPr>
                <a:grpSpLocks/>
              </p:cNvGrpSpPr>
              <p:nvPr/>
            </p:nvGrpSpPr>
            <p:grpSpPr bwMode="auto">
              <a:xfrm>
                <a:off x="4747" y="994"/>
                <a:ext cx="581" cy="134"/>
                <a:chOff x="614" y="2568"/>
                <a:chExt cx="725" cy="139"/>
              </a:xfrm>
            </p:grpSpPr>
            <p:sp>
              <p:nvSpPr>
                <p:cNvPr id="883" name="AutoShape 961">
                  <a:extLst>
                    <a:ext uri="{FF2B5EF4-FFF2-40B4-BE49-F238E27FC236}">
                      <a16:creationId xmlns:a16="http://schemas.microsoft.com/office/drawing/2014/main" id="{9643844A-45E6-7443-A468-4BC3D1762A71}"/>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4" name="AutoShape 962">
                  <a:extLst>
                    <a:ext uri="{FF2B5EF4-FFF2-40B4-BE49-F238E27FC236}">
                      <a16:creationId xmlns:a16="http://schemas.microsoft.com/office/drawing/2014/main" id="{60C84F35-0A59-8349-91F6-D5FECFED742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3" name="Rectangle 963">
                <a:extLst>
                  <a:ext uri="{FF2B5EF4-FFF2-40B4-BE49-F238E27FC236}">
                    <a16:creationId xmlns:a16="http://schemas.microsoft.com/office/drawing/2014/main" id="{92014399-9751-FC4F-9035-A395245BCD44}"/>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4" name="Rectangle 964">
                <a:extLst>
                  <a:ext uri="{FF2B5EF4-FFF2-40B4-BE49-F238E27FC236}">
                    <a16:creationId xmlns:a16="http://schemas.microsoft.com/office/drawing/2014/main" id="{9B818A3E-FD1D-F04D-8158-62E78EE4B0DC}"/>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5" name="Group 965">
                <a:extLst>
                  <a:ext uri="{FF2B5EF4-FFF2-40B4-BE49-F238E27FC236}">
                    <a16:creationId xmlns:a16="http://schemas.microsoft.com/office/drawing/2014/main" id="{4CE95AA0-C88F-3D48-98E7-F3E038739D8B}"/>
                  </a:ext>
                </a:extLst>
              </p:cNvPr>
              <p:cNvGrpSpPr>
                <a:grpSpLocks/>
              </p:cNvGrpSpPr>
              <p:nvPr/>
            </p:nvGrpSpPr>
            <p:grpSpPr bwMode="auto">
              <a:xfrm>
                <a:off x="4735" y="1627"/>
                <a:ext cx="582" cy="151"/>
                <a:chOff x="614" y="2568"/>
                <a:chExt cx="725" cy="139"/>
              </a:xfrm>
            </p:grpSpPr>
            <p:sp>
              <p:nvSpPr>
                <p:cNvPr id="881" name="AutoShape 966">
                  <a:extLst>
                    <a:ext uri="{FF2B5EF4-FFF2-40B4-BE49-F238E27FC236}">
                      <a16:creationId xmlns:a16="http://schemas.microsoft.com/office/drawing/2014/main" id="{5B978760-D630-664D-941B-E0517C2034E6}"/>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2" name="AutoShape 967">
                  <a:extLst>
                    <a:ext uri="{FF2B5EF4-FFF2-40B4-BE49-F238E27FC236}">
                      <a16:creationId xmlns:a16="http://schemas.microsoft.com/office/drawing/2014/main" id="{66581CC6-E163-4349-98BB-7B8F11B5842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6" name="Freeform 968">
                <a:extLst>
                  <a:ext uri="{FF2B5EF4-FFF2-40B4-BE49-F238E27FC236}">
                    <a16:creationId xmlns:a16="http://schemas.microsoft.com/office/drawing/2014/main" id="{0C578B43-7341-984A-8E2E-758C1FE627B0}"/>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7" name="Group 969">
                <a:extLst>
                  <a:ext uri="{FF2B5EF4-FFF2-40B4-BE49-F238E27FC236}">
                    <a16:creationId xmlns:a16="http://schemas.microsoft.com/office/drawing/2014/main" id="{00F4A952-5D56-894B-BE04-57FD8D9A8FC1}"/>
                  </a:ext>
                </a:extLst>
              </p:cNvPr>
              <p:cNvGrpSpPr>
                <a:grpSpLocks/>
              </p:cNvGrpSpPr>
              <p:nvPr/>
            </p:nvGrpSpPr>
            <p:grpSpPr bwMode="auto">
              <a:xfrm>
                <a:off x="4739" y="1327"/>
                <a:ext cx="582" cy="139"/>
                <a:chOff x="614" y="2568"/>
                <a:chExt cx="725" cy="139"/>
              </a:xfrm>
            </p:grpSpPr>
            <p:sp>
              <p:nvSpPr>
                <p:cNvPr id="879" name="AutoShape 970">
                  <a:extLst>
                    <a:ext uri="{FF2B5EF4-FFF2-40B4-BE49-F238E27FC236}">
                      <a16:creationId xmlns:a16="http://schemas.microsoft.com/office/drawing/2014/main" id="{C6D2E1F8-9BE6-1340-A97F-25C96F4EA328}"/>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 name="AutoShape 971">
                  <a:extLst>
                    <a:ext uri="{FF2B5EF4-FFF2-40B4-BE49-F238E27FC236}">
                      <a16:creationId xmlns:a16="http://schemas.microsoft.com/office/drawing/2014/main" id="{076B7F4B-58FD-394A-A7D1-825421A0DDC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8" name="Rectangle 972">
                <a:extLst>
                  <a:ext uri="{FF2B5EF4-FFF2-40B4-BE49-F238E27FC236}">
                    <a16:creationId xmlns:a16="http://schemas.microsoft.com/office/drawing/2014/main" id="{9CF6079F-A485-B34F-BAE1-E461B27BC0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9" name="Freeform 973">
                <a:extLst>
                  <a:ext uri="{FF2B5EF4-FFF2-40B4-BE49-F238E27FC236}">
                    <a16:creationId xmlns:a16="http://schemas.microsoft.com/office/drawing/2014/main" id="{4D22F667-50F0-554D-A2A3-06E318F9206C}"/>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0" name="Freeform 974">
                <a:extLst>
                  <a:ext uri="{FF2B5EF4-FFF2-40B4-BE49-F238E27FC236}">
                    <a16:creationId xmlns:a16="http://schemas.microsoft.com/office/drawing/2014/main" id="{FEA6AA77-7341-EC44-9A1C-8FF6D3429B9A}"/>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1" name="Oval 975">
                <a:extLst>
                  <a:ext uri="{FF2B5EF4-FFF2-40B4-BE49-F238E27FC236}">
                    <a16:creationId xmlns:a16="http://schemas.microsoft.com/office/drawing/2014/main" id="{A02843C6-28FA-9945-9CEB-7717E68BC3D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2" name="Freeform 976">
                <a:extLst>
                  <a:ext uri="{FF2B5EF4-FFF2-40B4-BE49-F238E27FC236}">
                    <a16:creationId xmlns:a16="http://schemas.microsoft.com/office/drawing/2014/main" id="{B41467ED-71ED-774D-B5B1-0E498264B3FE}"/>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3" name="AutoShape 977">
                <a:extLst>
                  <a:ext uri="{FF2B5EF4-FFF2-40B4-BE49-F238E27FC236}">
                    <a16:creationId xmlns:a16="http://schemas.microsoft.com/office/drawing/2014/main" id="{9B5749F0-C743-D247-9288-DD5C4B670C67}"/>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4" name="AutoShape 978">
                <a:extLst>
                  <a:ext uri="{FF2B5EF4-FFF2-40B4-BE49-F238E27FC236}">
                    <a16:creationId xmlns:a16="http://schemas.microsoft.com/office/drawing/2014/main" id="{990B835A-E601-8B4A-913C-86C2C6F75DF1}"/>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5" name="Oval 979">
                <a:extLst>
                  <a:ext uri="{FF2B5EF4-FFF2-40B4-BE49-F238E27FC236}">
                    <a16:creationId xmlns:a16="http://schemas.microsoft.com/office/drawing/2014/main" id="{54D6634C-D1A9-6142-9854-19C444BA4C3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6" name="Oval 980">
                <a:extLst>
                  <a:ext uri="{FF2B5EF4-FFF2-40B4-BE49-F238E27FC236}">
                    <a16:creationId xmlns:a16="http://schemas.microsoft.com/office/drawing/2014/main" id="{4B663C71-DBAC-684F-AC10-C3062136DE5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77" name="Oval 981">
                <a:extLst>
                  <a:ext uri="{FF2B5EF4-FFF2-40B4-BE49-F238E27FC236}">
                    <a16:creationId xmlns:a16="http://schemas.microsoft.com/office/drawing/2014/main" id="{89DA651A-7990-3046-B6A9-BDF3A76B185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8" name="Rectangle 982">
                <a:extLst>
                  <a:ext uri="{FF2B5EF4-FFF2-40B4-BE49-F238E27FC236}">
                    <a16:creationId xmlns:a16="http://schemas.microsoft.com/office/drawing/2014/main" id="{97BCC976-FD19-5C44-A0F3-970A14677F1F}"/>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2" name="Group 950">
              <a:extLst>
                <a:ext uri="{FF2B5EF4-FFF2-40B4-BE49-F238E27FC236}">
                  <a16:creationId xmlns:a16="http://schemas.microsoft.com/office/drawing/2014/main" id="{408FB985-1A5F-F147-891F-C6EE203F1727}"/>
                </a:ext>
              </a:extLst>
            </p:cNvPr>
            <p:cNvGrpSpPr>
              <a:grpSpLocks/>
            </p:cNvGrpSpPr>
            <p:nvPr/>
          </p:nvGrpSpPr>
          <p:grpSpPr bwMode="auto">
            <a:xfrm>
              <a:off x="7182479" y="2847655"/>
              <a:ext cx="338137" cy="653816"/>
              <a:chOff x="4140" y="429"/>
              <a:chExt cx="1425" cy="2396"/>
            </a:xfrm>
          </p:grpSpPr>
          <p:sp>
            <p:nvSpPr>
              <p:cNvPr id="823" name="Freeform 951">
                <a:extLst>
                  <a:ext uri="{FF2B5EF4-FFF2-40B4-BE49-F238E27FC236}">
                    <a16:creationId xmlns:a16="http://schemas.microsoft.com/office/drawing/2014/main" id="{E5433180-28F2-BE4A-AA7C-A7B21A6324C8}"/>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4" name="Rectangle 952">
                <a:extLst>
                  <a:ext uri="{FF2B5EF4-FFF2-40B4-BE49-F238E27FC236}">
                    <a16:creationId xmlns:a16="http://schemas.microsoft.com/office/drawing/2014/main" id="{8C5BD778-66FD-3945-B836-91E6ED4A0B33}"/>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5" name="Freeform 953">
                <a:extLst>
                  <a:ext uri="{FF2B5EF4-FFF2-40B4-BE49-F238E27FC236}">
                    <a16:creationId xmlns:a16="http://schemas.microsoft.com/office/drawing/2014/main" id="{2A91ACBD-8D41-DD4C-A2B1-048B348B9E49}"/>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6" name="Freeform 954">
                <a:extLst>
                  <a:ext uri="{FF2B5EF4-FFF2-40B4-BE49-F238E27FC236}">
                    <a16:creationId xmlns:a16="http://schemas.microsoft.com/office/drawing/2014/main" id="{FD9AFB84-DB6D-6046-8467-AD372F41387B}"/>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7" name="Rectangle 955">
                <a:extLst>
                  <a:ext uri="{FF2B5EF4-FFF2-40B4-BE49-F238E27FC236}">
                    <a16:creationId xmlns:a16="http://schemas.microsoft.com/office/drawing/2014/main" id="{77DBE4BA-8D67-5B43-8297-B9D264FE9BE2}"/>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28" name="Group 956">
                <a:extLst>
                  <a:ext uri="{FF2B5EF4-FFF2-40B4-BE49-F238E27FC236}">
                    <a16:creationId xmlns:a16="http://schemas.microsoft.com/office/drawing/2014/main" id="{F3DA3736-9C54-FD40-9182-376547A2AE83}"/>
                  </a:ext>
                </a:extLst>
              </p:cNvPr>
              <p:cNvGrpSpPr>
                <a:grpSpLocks/>
              </p:cNvGrpSpPr>
              <p:nvPr/>
            </p:nvGrpSpPr>
            <p:grpSpPr bwMode="auto">
              <a:xfrm>
                <a:off x="4749" y="668"/>
                <a:ext cx="581" cy="145"/>
                <a:chOff x="614" y="2568"/>
                <a:chExt cx="725" cy="139"/>
              </a:xfrm>
            </p:grpSpPr>
            <p:sp>
              <p:nvSpPr>
                <p:cNvPr id="853" name="AutoShape 957">
                  <a:extLst>
                    <a:ext uri="{FF2B5EF4-FFF2-40B4-BE49-F238E27FC236}">
                      <a16:creationId xmlns:a16="http://schemas.microsoft.com/office/drawing/2014/main" id="{AF6DA2C1-3BA8-9F42-8082-1828FAC4EDA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4" name="AutoShape 958">
                  <a:extLst>
                    <a:ext uri="{FF2B5EF4-FFF2-40B4-BE49-F238E27FC236}">
                      <a16:creationId xmlns:a16="http://schemas.microsoft.com/office/drawing/2014/main" id="{7E65A1C9-4BD5-C648-BDA4-FE7A4B1268D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29" name="Rectangle 959">
                <a:extLst>
                  <a:ext uri="{FF2B5EF4-FFF2-40B4-BE49-F238E27FC236}">
                    <a16:creationId xmlns:a16="http://schemas.microsoft.com/office/drawing/2014/main" id="{EC0E4CD1-FF46-4441-8D14-832711884C57}"/>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0" name="Group 960">
                <a:extLst>
                  <a:ext uri="{FF2B5EF4-FFF2-40B4-BE49-F238E27FC236}">
                    <a16:creationId xmlns:a16="http://schemas.microsoft.com/office/drawing/2014/main" id="{E64F3582-6063-6041-8631-63DD7426A470}"/>
                  </a:ext>
                </a:extLst>
              </p:cNvPr>
              <p:cNvGrpSpPr>
                <a:grpSpLocks/>
              </p:cNvGrpSpPr>
              <p:nvPr/>
            </p:nvGrpSpPr>
            <p:grpSpPr bwMode="auto">
              <a:xfrm>
                <a:off x="4747" y="994"/>
                <a:ext cx="581" cy="134"/>
                <a:chOff x="614" y="2568"/>
                <a:chExt cx="725" cy="139"/>
              </a:xfrm>
            </p:grpSpPr>
            <p:sp>
              <p:nvSpPr>
                <p:cNvPr id="851" name="AutoShape 961">
                  <a:extLst>
                    <a:ext uri="{FF2B5EF4-FFF2-40B4-BE49-F238E27FC236}">
                      <a16:creationId xmlns:a16="http://schemas.microsoft.com/office/drawing/2014/main" id="{C34EAECD-E1EF-8646-9F61-922B7F0EA0BF}"/>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2" name="AutoShape 962">
                  <a:extLst>
                    <a:ext uri="{FF2B5EF4-FFF2-40B4-BE49-F238E27FC236}">
                      <a16:creationId xmlns:a16="http://schemas.microsoft.com/office/drawing/2014/main" id="{9D855FB6-3F8B-4F48-BB63-40E93ACB20A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1" name="Rectangle 963">
                <a:extLst>
                  <a:ext uri="{FF2B5EF4-FFF2-40B4-BE49-F238E27FC236}">
                    <a16:creationId xmlns:a16="http://schemas.microsoft.com/office/drawing/2014/main" id="{F062D5F9-755C-724B-955A-7A2BDC06D58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2" name="Rectangle 964">
                <a:extLst>
                  <a:ext uri="{FF2B5EF4-FFF2-40B4-BE49-F238E27FC236}">
                    <a16:creationId xmlns:a16="http://schemas.microsoft.com/office/drawing/2014/main" id="{177A8ED0-5EFF-1249-9487-CD3CEB431A85}"/>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3" name="Group 965">
                <a:extLst>
                  <a:ext uri="{FF2B5EF4-FFF2-40B4-BE49-F238E27FC236}">
                    <a16:creationId xmlns:a16="http://schemas.microsoft.com/office/drawing/2014/main" id="{A1DF88D1-CA38-D94A-B614-BF080EB38912}"/>
                  </a:ext>
                </a:extLst>
              </p:cNvPr>
              <p:cNvGrpSpPr>
                <a:grpSpLocks/>
              </p:cNvGrpSpPr>
              <p:nvPr/>
            </p:nvGrpSpPr>
            <p:grpSpPr bwMode="auto">
              <a:xfrm>
                <a:off x="4735" y="1627"/>
                <a:ext cx="582" cy="151"/>
                <a:chOff x="614" y="2568"/>
                <a:chExt cx="725" cy="139"/>
              </a:xfrm>
            </p:grpSpPr>
            <p:sp>
              <p:nvSpPr>
                <p:cNvPr id="849" name="AutoShape 966">
                  <a:extLst>
                    <a:ext uri="{FF2B5EF4-FFF2-40B4-BE49-F238E27FC236}">
                      <a16:creationId xmlns:a16="http://schemas.microsoft.com/office/drawing/2014/main" id="{F38F11ED-A8CE-5249-99B7-BC200E46CAC5}"/>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0" name="AutoShape 967">
                  <a:extLst>
                    <a:ext uri="{FF2B5EF4-FFF2-40B4-BE49-F238E27FC236}">
                      <a16:creationId xmlns:a16="http://schemas.microsoft.com/office/drawing/2014/main" id="{BE8854EE-7F90-844A-B45E-E7DD53A00DD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4" name="Freeform 968">
                <a:extLst>
                  <a:ext uri="{FF2B5EF4-FFF2-40B4-BE49-F238E27FC236}">
                    <a16:creationId xmlns:a16="http://schemas.microsoft.com/office/drawing/2014/main" id="{C685DB2D-2CAC-9042-82A0-DF8A8A5C76FB}"/>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5" name="Group 969">
                <a:extLst>
                  <a:ext uri="{FF2B5EF4-FFF2-40B4-BE49-F238E27FC236}">
                    <a16:creationId xmlns:a16="http://schemas.microsoft.com/office/drawing/2014/main" id="{17E8E7C0-53DA-9845-A7EC-5C2E647C9876}"/>
                  </a:ext>
                </a:extLst>
              </p:cNvPr>
              <p:cNvGrpSpPr>
                <a:grpSpLocks/>
              </p:cNvGrpSpPr>
              <p:nvPr/>
            </p:nvGrpSpPr>
            <p:grpSpPr bwMode="auto">
              <a:xfrm>
                <a:off x="4739" y="1327"/>
                <a:ext cx="582" cy="139"/>
                <a:chOff x="614" y="2568"/>
                <a:chExt cx="725" cy="139"/>
              </a:xfrm>
            </p:grpSpPr>
            <p:sp>
              <p:nvSpPr>
                <p:cNvPr id="847" name="AutoShape 970">
                  <a:extLst>
                    <a:ext uri="{FF2B5EF4-FFF2-40B4-BE49-F238E27FC236}">
                      <a16:creationId xmlns:a16="http://schemas.microsoft.com/office/drawing/2014/main" id="{B5CA9A5E-F11C-004B-9937-AD191292AEAD}"/>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8" name="AutoShape 971">
                  <a:extLst>
                    <a:ext uri="{FF2B5EF4-FFF2-40B4-BE49-F238E27FC236}">
                      <a16:creationId xmlns:a16="http://schemas.microsoft.com/office/drawing/2014/main" id="{96386543-71E7-1D42-9624-7949180883C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6" name="Rectangle 972">
                <a:extLst>
                  <a:ext uri="{FF2B5EF4-FFF2-40B4-BE49-F238E27FC236}">
                    <a16:creationId xmlns:a16="http://schemas.microsoft.com/office/drawing/2014/main" id="{C1AF9949-5911-9240-A6AD-91975A73F01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7" name="Freeform 973">
                <a:extLst>
                  <a:ext uri="{FF2B5EF4-FFF2-40B4-BE49-F238E27FC236}">
                    <a16:creationId xmlns:a16="http://schemas.microsoft.com/office/drawing/2014/main" id="{27BBB8ED-9D76-4E4F-BF4D-5A7FF5643591}"/>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8" name="Freeform 974">
                <a:extLst>
                  <a:ext uri="{FF2B5EF4-FFF2-40B4-BE49-F238E27FC236}">
                    <a16:creationId xmlns:a16="http://schemas.microsoft.com/office/drawing/2014/main" id="{02E9A54F-05AA-404E-91E8-11085F7EBD45}"/>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9" name="Oval 975">
                <a:extLst>
                  <a:ext uri="{FF2B5EF4-FFF2-40B4-BE49-F238E27FC236}">
                    <a16:creationId xmlns:a16="http://schemas.microsoft.com/office/drawing/2014/main" id="{9AC3BA29-CFE0-7A41-866E-F884B95B87E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0" name="Freeform 976">
                <a:extLst>
                  <a:ext uri="{FF2B5EF4-FFF2-40B4-BE49-F238E27FC236}">
                    <a16:creationId xmlns:a16="http://schemas.microsoft.com/office/drawing/2014/main" id="{E7FFF245-8A0A-2749-A793-25B6F30E9636}"/>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1" name="AutoShape 977">
                <a:extLst>
                  <a:ext uri="{FF2B5EF4-FFF2-40B4-BE49-F238E27FC236}">
                    <a16:creationId xmlns:a16="http://schemas.microsoft.com/office/drawing/2014/main" id="{774C1F7E-EF61-9041-A67B-B2D38BDB148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2" name="AutoShape 978">
                <a:extLst>
                  <a:ext uri="{FF2B5EF4-FFF2-40B4-BE49-F238E27FC236}">
                    <a16:creationId xmlns:a16="http://schemas.microsoft.com/office/drawing/2014/main" id="{8321AD11-FD38-2140-803F-0861F460D9A8}"/>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3" name="Oval 979">
                <a:extLst>
                  <a:ext uri="{FF2B5EF4-FFF2-40B4-BE49-F238E27FC236}">
                    <a16:creationId xmlns:a16="http://schemas.microsoft.com/office/drawing/2014/main" id="{3B03DD16-3989-194B-BD6E-9FAE3F6CDAA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4" name="Oval 980">
                <a:extLst>
                  <a:ext uri="{FF2B5EF4-FFF2-40B4-BE49-F238E27FC236}">
                    <a16:creationId xmlns:a16="http://schemas.microsoft.com/office/drawing/2014/main" id="{FB43C4D6-3355-2049-A335-F477077CE12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45" name="Oval 981">
                <a:extLst>
                  <a:ext uri="{FF2B5EF4-FFF2-40B4-BE49-F238E27FC236}">
                    <a16:creationId xmlns:a16="http://schemas.microsoft.com/office/drawing/2014/main" id="{8045FE53-47F3-754E-922B-AF14C036060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6" name="Rectangle 982">
                <a:extLst>
                  <a:ext uri="{FF2B5EF4-FFF2-40B4-BE49-F238E27FC236}">
                    <a16:creationId xmlns:a16="http://schemas.microsoft.com/office/drawing/2014/main" id="{970F4A74-CE34-AE4C-A565-ABAC41470B99}"/>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887" name="Freeform 2">
            <a:extLst>
              <a:ext uri="{FF2B5EF4-FFF2-40B4-BE49-F238E27FC236}">
                <a16:creationId xmlns:a16="http://schemas.microsoft.com/office/drawing/2014/main" id="{73B896A4-C009-EC47-9EB3-507C0C7CCB88}"/>
              </a:ext>
            </a:extLst>
          </p:cNvPr>
          <p:cNvSpPr>
            <a:spLocks/>
          </p:cNvSpPr>
          <p:nvPr/>
        </p:nvSpPr>
        <p:spPr bwMode="auto">
          <a:xfrm>
            <a:off x="4341668" y="5696917"/>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88" name="Straight Connector 887">
            <a:extLst>
              <a:ext uri="{FF2B5EF4-FFF2-40B4-BE49-F238E27FC236}">
                <a16:creationId xmlns:a16="http://schemas.microsoft.com/office/drawing/2014/main" id="{BFDE916B-AF97-DB4F-88E3-3211F74E07F5}"/>
              </a:ext>
            </a:extLst>
          </p:cNvPr>
          <p:cNvCxnSpPr/>
          <p:nvPr/>
        </p:nvCxnSpPr>
        <p:spPr>
          <a:xfrm flipV="1">
            <a:off x="5011593" y="5847730"/>
            <a:ext cx="1316037" cy="131762"/>
          </a:xfrm>
          <a:prstGeom prst="line">
            <a:avLst/>
          </a:prstGeom>
          <a:noFill/>
          <a:ln w="12700" cap="flat" cmpd="sng" algn="ctr">
            <a:solidFill>
              <a:srgbClr val="000000"/>
            </a:solidFill>
            <a:prstDash val="solid"/>
          </a:ln>
          <a:effectLst/>
        </p:spPr>
      </p:cxnSp>
      <p:cxnSp>
        <p:nvCxnSpPr>
          <p:cNvPr id="889" name="Straight Connector 888">
            <a:extLst>
              <a:ext uri="{FF2B5EF4-FFF2-40B4-BE49-F238E27FC236}">
                <a16:creationId xmlns:a16="http://schemas.microsoft.com/office/drawing/2014/main" id="{11A6A20F-5B1F-E34C-A889-7D7216BC52A6}"/>
              </a:ext>
            </a:extLst>
          </p:cNvPr>
          <p:cNvCxnSpPr/>
          <p:nvPr/>
        </p:nvCxnSpPr>
        <p:spPr>
          <a:xfrm>
            <a:off x="4900468" y="6035055"/>
            <a:ext cx="2259012" cy="298450"/>
          </a:xfrm>
          <a:prstGeom prst="line">
            <a:avLst/>
          </a:prstGeom>
          <a:noFill/>
          <a:ln w="12700" cap="flat" cmpd="sng" algn="ctr">
            <a:solidFill>
              <a:srgbClr val="000000"/>
            </a:solidFill>
            <a:prstDash val="solid"/>
          </a:ln>
          <a:effectLst/>
        </p:spPr>
      </p:cxnSp>
      <p:cxnSp>
        <p:nvCxnSpPr>
          <p:cNvPr id="890" name="Straight Connector 889">
            <a:extLst>
              <a:ext uri="{FF2B5EF4-FFF2-40B4-BE49-F238E27FC236}">
                <a16:creationId xmlns:a16="http://schemas.microsoft.com/office/drawing/2014/main" id="{EC3A188E-9403-584D-9DE4-BD063B6A9984}"/>
              </a:ext>
            </a:extLst>
          </p:cNvPr>
          <p:cNvCxnSpPr/>
          <p:nvPr/>
        </p:nvCxnSpPr>
        <p:spPr>
          <a:xfrm>
            <a:off x="4913168" y="6139830"/>
            <a:ext cx="714375" cy="276225"/>
          </a:xfrm>
          <a:prstGeom prst="line">
            <a:avLst/>
          </a:prstGeom>
          <a:noFill/>
          <a:ln w="12700" cap="flat" cmpd="sng" algn="ctr">
            <a:solidFill>
              <a:srgbClr val="000000"/>
            </a:solidFill>
            <a:prstDash val="solid"/>
          </a:ln>
          <a:effectLst/>
        </p:spPr>
      </p:cxnSp>
      <p:cxnSp>
        <p:nvCxnSpPr>
          <p:cNvPr id="891" name="Straight Connector 890">
            <a:extLst>
              <a:ext uri="{FF2B5EF4-FFF2-40B4-BE49-F238E27FC236}">
                <a16:creationId xmlns:a16="http://schemas.microsoft.com/office/drawing/2014/main" id="{CA8EFEA7-A8AA-F945-BA1D-4ACB721622E5}"/>
              </a:ext>
            </a:extLst>
          </p:cNvPr>
          <p:cNvCxnSpPr/>
          <p:nvPr/>
        </p:nvCxnSpPr>
        <p:spPr>
          <a:xfrm flipV="1">
            <a:off x="5930755" y="6333505"/>
            <a:ext cx="1247775" cy="82550"/>
          </a:xfrm>
          <a:prstGeom prst="line">
            <a:avLst/>
          </a:prstGeom>
          <a:noFill/>
          <a:ln w="12700" cap="flat" cmpd="sng" algn="ctr">
            <a:solidFill>
              <a:srgbClr val="000000"/>
            </a:solidFill>
            <a:prstDash val="solid"/>
          </a:ln>
          <a:effectLst/>
        </p:spPr>
      </p:cxnSp>
      <p:cxnSp>
        <p:nvCxnSpPr>
          <p:cNvPr id="892" name="Straight Connector 891">
            <a:extLst>
              <a:ext uri="{FF2B5EF4-FFF2-40B4-BE49-F238E27FC236}">
                <a16:creationId xmlns:a16="http://schemas.microsoft.com/office/drawing/2014/main" id="{B2D0340F-062D-4B43-ADB5-74954D542D1B}"/>
              </a:ext>
            </a:extLst>
          </p:cNvPr>
          <p:cNvCxnSpPr/>
          <p:nvPr/>
        </p:nvCxnSpPr>
        <p:spPr>
          <a:xfrm>
            <a:off x="6591155" y="5881067"/>
            <a:ext cx="1057275" cy="123825"/>
          </a:xfrm>
          <a:prstGeom prst="line">
            <a:avLst/>
          </a:prstGeom>
          <a:noFill/>
          <a:ln w="12700" cap="flat" cmpd="sng" algn="ctr">
            <a:solidFill>
              <a:srgbClr val="000000"/>
            </a:solidFill>
            <a:prstDash val="solid"/>
          </a:ln>
          <a:effectLst/>
        </p:spPr>
      </p:cxnSp>
      <p:cxnSp>
        <p:nvCxnSpPr>
          <p:cNvPr id="893" name="Straight Connector 892">
            <a:extLst>
              <a:ext uri="{FF2B5EF4-FFF2-40B4-BE49-F238E27FC236}">
                <a16:creationId xmlns:a16="http://schemas.microsoft.com/office/drawing/2014/main" id="{694966F7-E79E-AC42-A981-710223649ACC}"/>
              </a:ext>
            </a:extLst>
          </p:cNvPr>
          <p:cNvCxnSpPr/>
          <p:nvPr/>
        </p:nvCxnSpPr>
        <p:spPr>
          <a:xfrm flipV="1">
            <a:off x="5875193" y="6035055"/>
            <a:ext cx="1790700" cy="298450"/>
          </a:xfrm>
          <a:prstGeom prst="line">
            <a:avLst/>
          </a:prstGeom>
          <a:noFill/>
          <a:ln w="12700" cap="flat" cmpd="sng" algn="ctr">
            <a:solidFill>
              <a:srgbClr val="000000"/>
            </a:solidFill>
            <a:prstDash val="solid"/>
          </a:ln>
          <a:effectLst/>
        </p:spPr>
      </p:cxnSp>
      <p:cxnSp>
        <p:nvCxnSpPr>
          <p:cNvPr id="894" name="Straight Connector 893">
            <a:extLst>
              <a:ext uri="{FF2B5EF4-FFF2-40B4-BE49-F238E27FC236}">
                <a16:creationId xmlns:a16="http://schemas.microsoft.com/office/drawing/2014/main" id="{E084439A-562F-9047-916D-8BFA8D983C78}"/>
              </a:ext>
            </a:extLst>
          </p:cNvPr>
          <p:cNvCxnSpPr/>
          <p:nvPr/>
        </p:nvCxnSpPr>
        <p:spPr>
          <a:xfrm flipV="1">
            <a:off x="7202343" y="6063630"/>
            <a:ext cx="588962" cy="269875"/>
          </a:xfrm>
          <a:prstGeom prst="line">
            <a:avLst/>
          </a:prstGeom>
          <a:noFill/>
          <a:ln w="12700" cap="flat" cmpd="sng" algn="ctr">
            <a:solidFill>
              <a:srgbClr val="000000"/>
            </a:solidFill>
            <a:prstDash val="solid"/>
          </a:ln>
          <a:effectLst/>
        </p:spPr>
      </p:cxnSp>
      <p:cxnSp>
        <p:nvCxnSpPr>
          <p:cNvPr id="895" name="Straight Connector 894">
            <a:extLst>
              <a:ext uri="{FF2B5EF4-FFF2-40B4-BE49-F238E27FC236}">
                <a16:creationId xmlns:a16="http://schemas.microsoft.com/office/drawing/2014/main" id="{B834EF84-01CE-DB43-AA3A-31C4F6601F10}"/>
              </a:ext>
            </a:extLst>
          </p:cNvPr>
          <p:cNvCxnSpPr/>
          <p:nvPr/>
        </p:nvCxnSpPr>
        <p:spPr>
          <a:xfrm>
            <a:off x="6345093" y="5847730"/>
            <a:ext cx="814387" cy="401637"/>
          </a:xfrm>
          <a:prstGeom prst="line">
            <a:avLst/>
          </a:prstGeom>
          <a:noFill/>
          <a:ln w="12700" cap="flat" cmpd="sng" algn="ctr">
            <a:solidFill>
              <a:srgbClr val="000000"/>
            </a:solidFill>
            <a:prstDash val="solid"/>
          </a:ln>
          <a:effectLst/>
        </p:spPr>
      </p:cxnSp>
      <p:grpSp>
        <p:nvGrpSpPr>
          <p:cNvPr id="896" name="Group 895">
            <a:extLst>
              <a:ext uri="{FF2B5EF4-FFF2-40B4-BE49-F238E27FC236}">
                <a16:creationId xmlns:a16="http://schemas.microsoft.com/office/drawing/2014/main" id="{711F93EB-336F-294F-9B30-EC65C9DC0F9C}"/>
              </a:ext>
            </a:extLst>
          </p:cNvPr>
          <p:cNvGrpSpPr>
            <a:grpSpLocks/>
          </p:cNvGrpSpPr>
          <p:nvPr/>
        </p:nvGrpSpPr>
        <p:grpSpPr bwMode="auto">
          <a:xfrm>
            <a:off x="3274868" y="2950542"/>
            <a:ext cx="6978650" cy="1096963"/>
            <a:chOff x="1526216" y="3003498"/>
            <a:chExt cx="6978041" cy="1096962"/>
          </a:xfrm>
        </p:grpSpPr>
        <p:sp>
          <p:nvSpPr>
            <p:cNvPr id="897" name="TextBox 399">
              <a:extLst>
                <a:ext uri="{FF2B5EF4-FFF2-40B4-BE49-F238E27FC236}">
                  <a16:creationId xmlns:a16="http://schemas.microsoft.com/office/drawing/2014/main" id="{02C371D3-2C1E-5244-9747-22984982BA7B}"/>
                </a:ext>
              </a:extLst>
            </p:cNvPr>
            <p:cNvSpPr txBox="1">
              <a:spLocks noChangeArrowheads="1"/>
            </p:cNvSpPr>
            <p:nvPr/>
          </p:nvSpPr>
          <p:spPr bwMode="auto">
            <a:xfrm>
              <a:off x="7714291" y="3628973"/>
              <a:ext cx="59531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898" name="TextBox 400">
              <a:extLst>
                <a:ext uri="{FF2B5EF4-FFF2-40B4-BE49-F238E27FC236}">
                  <a16:creationId xmlns:a16="http://schemas.microsoft.com/office/drawing/2014/main" id="{E9FCEA42-739D-C647-B0B2-29DF6799176C}"/>
                </a:ext>
              </a:extLst>
            </p:cNvPr>
            <p:cNvSpPr txBox="1">
              <a:spLocks noChangeArrowheads="1"/>
            </p:cNvSpPr>
            <p:nvPr/>
          </p:nvSpPr>
          <p:spPr bwMode="auto">
            <a:xfrm>
              <a:off x="7728579" y="3003498"/>
              <a:ext cx="70961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899" name="Straight Connector 898">
              <a:extLst>
                <a:ext uri="{FF2B5EF4-FFF2-40B4-BE49-F238E27FC236}">
                  <a16:creationId xmlns:a16="http://schemas.microsoft.com/office/drawing/2014/main" id="{B4D02647-EB69-3549-8B8C-C214B4362D0C}"/>
                </a:ext>
              </a:extLst>
            </p:cNvPr>
            <p:cNvCxnSpPr/>
            <p:nvPr/>
          </p:nvCxnSpPr>
          <p:spPr bwMode="auto">
            <a:xfrm flipV="1">
              <a:off x="1526216" y="3579760"/>
              <a:ext cx="6978041" cy="11112"/>
            </a:xfrm>
            <a:prstGeom prst="line">
              <a:avLst/>
            </a:prstGeom>
            <a:noFill/>
            <a:ln w="25400" cap="flat" cmpd="sng" algn="ctr">
              <a:solidFill>
                <a:srgbClr val="000000"/>
              </a:solidFill>
              <a:prstDash val="dash"/>
            </a:ln>
            <a:effectLst/>
          </p:spPr>
        </p:cxnSp>
      </p:grpSp>
      <p:grpSp>
        <p:nvGrpSpPr>
          <p:cNvPr id="900" name="Group 899">
            <a:extLst>
              <a:ext uri="{FF2B5EF4-FFF2-40B4-BE49-F238E27FC236}">
                <a16:creationId xmlns:a16="http://schemas.microsoft.com/office/drawing/2014/main" id="{D1C980A1-7A81-E64E-86E7-AE4ADB468ED3}"/>
              </a:ext>
            </a:extLst>
          </p:cNvPr>
          <p:cNvGrpSpPr>
            <a:grpSpLocks/>
          </p:cNvGrpSpPr>
          <p:nvPr/>
        </p:nvGrpSpPr>
        <p:grpSpPr bwMode="auto">
          <a:xfrm>
            <a:off x="4186093" y="2682255"/>
            <a:ext cx="4295775" cy="320675"/>
            <a:chOff x="2433511" y="2792111"/>
            <a:chExt cx="4296530" cy="320561"/>
          </a:xfrm>
        </p:grpSpPr>
        <p:grpSp>
          <p:nvGrpSpPr>
            <p:cNvPr id="901" name="Group 401">
              <a:extLst>
                <a:ext uri="{FF2B5EF4-FFF2-40B4-BE49-F238E27FC236}">
                  <a16:creationId xmlns:a16="http://schemas.microsoft.com/office/drawing/2014/main" id="{0C7ACA51-7903-9B4D-A9BA-79FE11C0D1D4}"/>
                </a:ext>
              </a:extLst>
            </p:cNvPr>
            <p:cNvGrpSpPr>
              <a:grpSpLocks/>
            </p:cNvGrpSpPr>
            <p:nvPr/>
          </p:nvGrpSpPr>
          <p:grpSpPr bwMode="auto">
            <a:xfrm>
              <a:off x="2433511" y="2794083"/>
              <a:ext cx="349250" cy="317387"/>
              <a:chOff x="2931664" y="3912603"/>
              <a:chExt cx="430450" cy="329314"/>
            </a:xfrm>
          </p:grpSpPr>
          <p:sp>
            <p:nvSpPr>
              <p:cNvPr id="922" name="Rectangle 921">
                <a:extLst>
                  <a:ext uri="{FF2B5EF4-FFF2-40B4-BE49-F238E27FC236}">
                    <a16:creationId xmlns:a16="http://schemas.microsoft.com/office/drawing/2014/main" id="{4D33FA09-AAF7-044A-A5A8-F3F23C68AF3C}"/>
                  </a:ext>
                </a:extLst>
              </p:cNvPr>
              <p:cNvSpPr/>
              <p:nvPr/>
            </p:nvSpPr>
            <p:spPr>
              <a:xfrm>
                <a:off x="2937534" y="39122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3" name="Straight Connector 922">
                <a:extLst>
                  <a:ext uri="{FF2B5EF4-FFF2-40B4-BE49-F238E27FC236}">
                    <a16:creationId xmlns:a16="http://schemas.microsoft.com/office/drawing/2014/main" id="{C201AD05-8A56-4949-B304-A2A9AB5DD587}"/>
                  </a:ext>
                </a:extLst>
              </p:cNvPr>
              <p:cNvCxnSpPr/>
              <p:nvPr/>
            </p:nvCxnSpPr>
            <p:spPr>
              <a:xfrm>
                <a:off x="2931664" y="4004411"/>
                <a:ext cx="424654" cy="0"/>
              </a:xfrm>
              <a:prstGeom prst="line">
                <a:avLst/>
              </a:prstGeom>
              <a:noFill/>
              <a:ln w="3175" cap="flat" cmpd="sng" algn="ctr">
                <a:solidFill>
                  <a:srgbClr val="CC0000"/>
                </a:solidFill>
                <a:prstDash val="solid"/>
              </a:ln>
              <a:effectLst/>
            </p:spPr>
          </p:cxnSp>
          <p:cxnSp>
            <p:nvCxnSpPr>
              <p:cNvPr id="924" name="Straight Connector 923">
                <a:extLst>
                  <a:ext uri="{FF2B5EF4-FFF2-40B4-BE49-F238E27FC236}">
                    <a16:creationId xmlns:a16="http://schemas.microsoft.com/office/drawing/2014/main" id="{ED7C9AD7-08A8-D942-BF3A-F53E94AF4B95}"/>
                  </a:ext>
                </a:extLst>
              </p:cNvPr>
              <p:cNvCxnSpPr/>
              <p:nvPr/>
            </p:nvCxnSpPr>
            <p:spPr>
              <a:xfrm>
                <a:off x="2931664" y="4066980"/>
                <a:ext cx="424654" cy="0"/>
              </a:xfrm>
              <a:prstGeom prst="line">
                <a:avLst/>
              </a:prstGeom>
              <a:noFill/>
              <a:ln w="3175" cap="flat" cmpd="sng" algn="ctr">
                <a:solidFill>
                  <a:srgbClr val="CC0000"/>
                </a:solidFill>
                <a:prstDash val="solid"/>
              </a:ln>
              <a:effectLst/>
            </p:spPr>
          </p:cxnSp>
          <p:cxnSp>
            <p:nvCxnSpPr>
              <p:cNvPr id="925" name="Straight Connector 924">
                <a:extLst>
                  <a:ext uri="{FF2B5EF4-FFF2-40B4-BE49-F238E27FC236}">
                    <a16:creationId xmlns:a16="http://schemas.microsoft.com/office/drawing/2014/main" id="{143A10B8-06CC-D647-AEF7-2670CD772003}"/>
                  </a:ext>
                </a:extLst>
              </p:cNvPr>
              <p:cNvCxnSpPr>
                <a:stCxn id="922" idx="2"/>
              </p:cNvCxnSpPr>
              <p:nvPr/>
            </p:nvCxnSpPr>
            <p:spPr>
              <a:xfrm flipH="1" flipV="1">
                <a:off x="3148883" y="4004411"/>
                <a:ext cx="0" cy="237106"/>
              </a:xfrm>
              <a:prstGeom prst="line">
                <a:avLst/>
              </a:prstGeom>
              <a:noFill/>
              <a:ln w="3175" cap="flat" cmpd="sng" algn="ctr">
                <a:solidFill>
                  <a:srgbClr val="CC0000"/>
                </a:solidFill>
                <a:prstDash val="solid"/>
              </a:ln>
              <a:effectLst/>
            </p:spPr>
          </p:cxnSp>
        </p:grpSp>
        <p:grpSp>
          <p:nvGrpSpPr>
            <p:cNvPr id="902" name="Group 406">
              <a:extLst>
                <a:ext uri="{FF2B5EF4-FFF2-40B4-BE49-F238E27FC236}">
                  <a16:creationId xmlns:a16="http://schemas.microsoft.com/office/drawing/2014/main" id="{508A07A5-EEA9-904C-A972-4C4DADB52684}"/>
                </a:ext>
              </a:extLst>
            </p:cNvPr>
            <p:cNvGrpSpPr>
              <a:grpSpLocks/>
            </p:cNvGrpSpPr>
            <p:nvPr/>
          </p:nvGrpSpPr>
          <p:grpSpPr bwMode="auto">
            <a:xfrm>
              <a:off x="3348666" y="2792111"/>
              <a:ext cx="350838" cy="317387"/>
              <a:chOff x="2931664" y="3912603"/>
              <a:chExt cx="430450" cy="329314"/>
            </a:xfrm>
          </p:grpSpPr>
          <p:sp>
            <p:nvSpPr>
              <p:cNvPr id="918" name="Rectangle 917">
                <a:extLst>
                  <a:ext uri="{FF2B5EF4-FFF2-40B4-BE49-F238E27FC236}">
                    <a16:creationId xmlns:a16="http://schemas.microsoft.com/office/drawing/2014/main" id="{3F286581-2453-1F47-8CC7-5657614015DB}"/>
                  </a:ext>
                </a:extLst>
              </p:cNvPr>
              <p:cNvSpPr/>
              <p:nvPr/>
            </p:nvSpPr>
            <p:spPr>
              <a:xfrm>
                <a:off x="2936779" y="3912603"/>
                <a:ext cx="424681"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9" name="Straight Connector 918">
                <a:extLst>
                  <a:ext uri="{FF2B5EF4-FFF2-40B4-BE49-F238E27FC236}">
                    <a16:creationId xmlns:a16="http://schemas.microsoft.com/office/drawing/2014/main" id="{30F55D65-689B-184E-A7EE-17D45743B000}"/>
                  </a:ext>
                </a:extLst>
              </p:cNvPr>
              <p:cNvCxnSpPr/>
              <p:nvPr/>
            </p:nvCxnSpPr>
            <p:spPr>
              <a:xfrm>
                <a:off x="2930935" y="4004811"/>
                <a:ext cx="424681" cy="0"/>
              </a:xfrm>
              <a:prstGeom prst="line">
                <a:avLst/>
              </a:prstGeom>
              <a:noFill/>
              <a:ln w="3175" cap="flat" cmpd="sng" algn="ctr">
                <a:solidFill>
                  <a:srgbClr val="CC0000"/>
                </a:solidFill>
                <a:prstDash val="solid"/>
              </a:ln>
              <a:effectLst/>
            </p:spPr>
          </p:cxnSp>
          <p:cxnSp>
            <p:nvCxnSpPr>
              <p:cNvPr id="920" name="Straight Connector 919">
                <a:extLst>
                  <a:ext uri="{FF2B5EF4-FFF2-40B4-BE49-F238E27FC236}">
                    <a16:creationId xmlns:a16="http://schemas.microsoft.com/office/drawing/2014/main" id="{076ADE22-2AEF-5040-9FA3-121B2C370E3A}"/>
                  </a:ext>
                </a:extLst>
              </p:cNvPr>
              <p:cNvCxnSpPr/>
              <p:nvPr/>
            </p:nvCxnSpPr>
            <p:spPr>
              <a:xfrm>
                <a:off x="2930935" y="4067381"/>
                <a:ext cx="424681" cy="0"/>
              </a:xfrm>
              <a:prstGeom prst="line">
                <a:avLst/>
              </a:prstGeom>
              <a:noFill/>
              <a:ln w="3175" cap="flat" cmpd="sng" algn="ctr">
                <a:solidFill>
                  <a:srgbClr val="CC0000"/>
                </a:solidFill>
                <a:prstDash val="solid"/>
              </a:ln>
              <a:effectLst/>
            </p:spPr>
          </p:cxnSp>
          <p:cxnSp>
            <p:nvCxnSpPr>
              <p:cNvPr id="921" name="Straight Connector 920">
                <a:extLst>
                  <a:ext uri="{FF2B5EF4-FFF2-40B4-BE49-F238E27FC236}">
                    <a16:creationId xmlns:a16="http://schemas.microsoft.com/office/drawing/2014/main" id="{F2B6C973-6DE4-2349-9A6A-64B1F7541845}"/>
                  </a:ext>
                </a:extLst>
              </p:cNvPr>
              <p:cNvCxnSpPr>
                <a:stCxn id="918" idx="2"/>
              </p:cNvCxnSpPr>
              <p:nvPr/>
            </p:nvCxnSpPr>
            <p:spPr>
              <a:xfrm flipH="1" flipV="1">
                <a:off x="3147171" y="4004811"/>
                <a:ext cx="1949" cy="237106"/>
              </a:xfrm>
              <a:prstGeom prst="line">
                <a:avLst/>
              </a:prstGeom>
              <a:noFill/>
              <a:ln w="3175" cap="flat" cmpd="sng" algn="ctr">
                <a:solidFill>
                  <a:srgbClr val="CC0000"/>
                </a:solidFill>
                <a:prstDash val="solid"/>
              </a:ln>
              <a:effectLst/>
            </p:spPr>
          </p:cxnSp>
        </p:grpSp>
        <p:grpSp>
          <p:nvGrpSpPr>
            <p:cNvPr id="903" name="Group 411">
              <a:extLst>
                <a:ext uri="{FF2B5EF4-FFF2-40B4-BE49-F238E27FC236}">
                  <a16:creationId xmlns:a16="http://schemas.microsoft.com/office/drawing/2014/main" id="{AB449866-D0BC-6B4F-801B-0FA210DD8325}"/>
                </a:ext>
              </a:extLst>
            </p:cNvPr>
            <p:cNvGrpSpPr>
              <a:grpSpLocks/>
            </p:cNvGrpSpPr>
            <p:nvPr/>
          </p:nvGrpSpPr>
          <p:grpSpPr bwMode="auto">
            <a:xfrm>
              <a:off x="4182104" y="2792111"/>
              <a:ext cx="350837" cy="317387"/>
              <a:chOff x="2931664" y="3912603"/>
              <a:chExt cx="430450" cy="329314"/>
            </a:xfrm>
          </p:grpSpPr>
          <p:sp>
            <p:nvSpPr>
              <p:cNvPr id="914" name="Rectangle 913">
                <a:extLst>
                  <a:ext uri="{FF2B5EF4-FFF2-40B4-BE49-F238E27FC236}">
                    <a16:creationId xmlns:a16="http://schemas.microsoft.com/office/drawing/2014/main" id="{4E4F9BC1-F5BE-B344-A249-E838C680C739}"/>
                  </a:ext>
                </a:extLst>
              </p:cNvPr>
              <p:cNvSpPr/>
              <p:nvPr/>
            </p:nvSpPr>
            <p:spPr>
              <a:xfrm>
                <a:off x="2936958"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5" name="Straight Connector 914">
                <a:extLst>
                  <a:ext uri="{FF2B5EF4-FFF2-40B4-BE49-F238E27FC236}">
                    <a16:creationId xmlns:a16="http://schemas.microsoft.com/office/drawing/2014/main" id="{DB20F410-274B-C043-A0B4-75FDB2F514FF}"/>
                  </a:ext>
                </a:extLst>
              </p:cNvPr>
              <p:cNvCxnSpPr/>
              <p:nvPr/>
            </p:nvCxnSpPr>
            <p:spPr>
              <a:xfrm>
                <a:off x="2931113" y="4004811"/>
                <a:ext cx="424682" cy="0"/>
              </a:xfrm>
              <a:prstGeom prst="line">
                <a:avLst/>
              </a:prstGeom>
              <a:noFill/>
              <a:ln w="3175" cap="flat" cmpd="sng" algn="ctr">
                <a:solidFill>
                  <a:srgbClr val="CC0000"/>
                </a:solidFill>
                <a:prstDash val="solid"/>
              </a:ln>
              <a:effectLst/>
            </p:spPr>
          </p:cxnSp>
          <p:cxnSp>
            <p:nvCxnSpPr>
              <p:cNvPr id="916" name="Straight Connector 915">
                <a:extLst>
                  <a:ext uri="{FF2B5EF4-FFF2-40B4-BE49-F238E27FC236}">
                    <a16:creationId xmlns:a16="http://schemas.microsoft.com/office/drawing/2014/main" id="{7E028785-0101-4B45-BBD3-8308680B4792}"/>
                  </a:ext>
                </a:extLst>
              </p:cNvPr>
              <p:cNvCxnSpPr/>
              <p:nvPr/>
            </p:nvCxnSpPr>
            <p:spPr>
              <a:xfrm>
                <a:off x="2931113" y="4067381"/>
                <a:ext cx="424682" cy="0"/>
              </a:xfrm>
              <a:prstGeom prst="line">
                <a:avLst/>
              </a:prstGeom>
              <a:noFill/>
              <a:ln w="3175" cap="flat" cmpd="sng" algn="ctr">
                <a:solidFill>
                  <a:srgbClr val="CC0000"/>
                </a:solidFill>
                <a:prstDash val="solid"/>
              </a:ln>
              <a:effectLst/>
            </p:spPr>
          </p:cxnSp>
          <p:cxnSp>
            <p:nvCxnSpPr>
              <p:cNvPr id="917" name="Straight Connector 916">
                <a:extLst>
                  <a:ext uri="{FF2B5EF4-FFF2-40B4-BE49-F238E27FC236}">
                    <a16:creationId xmlns:a16="http://schemas.microsoft.com/office/drawing/2014/main" id="{A47B9AA0-7155-B643-A937-D99E939A959D}"/>
                  </a:ext>
                </a:extLst>
              </p:cNvPr>
              <p:cNvCxnSpPr>
                <a:stCxn id="914" idx="2"/>
              </p:cNvCxnSpPr>
              <p:nvPr/>
            </p:nvCxnSpPr>
            <p:spPr>
              <a:xfrm flipH="1" flipV="1">
                <a:off x="3147351" y="4004811"/>
                <a:ext cx="1947" cy="237106"/>
              </a:xfrm>
              <a:prstGeom prst="line">
                <a:avLst/>
              </a:prstGeom>
              <a:noFill/>
              <a:ln w="3175" cap="flat" cmpd="sng" algn="ctr">
                <a:solidFill>
                  <a:srgbClr val="CC0000"/>
                </a:solidFill>
                <a:prstDash val="solid"/>
              </a:ln>
              <a:effectLst/>
            </p:spPr>
          </p:cxnSp>
        </p:grpSp>
        <p:grpSp>
          <p:nvGrpSpPr>
            <p:cNvPr id="904" name="Group 416">
              <a:extLst>
                <a:ext uri="{FF2B5EF4-FFF2-40B4-BE49-F238E27FC236}">
                  <a16:creationId xmlns:a16="http://schemas.microsoft.com/office/drawing/2014/main" id="{6CFC219B-7363-534F-BBB9-2940C18F6DDC}"/>
                </a:ext>
              </a:extLst>
            </p:cNvPr>
            <p:cNvGrpSpPr>
              <a:grpSpLocks/>
            </p:cNvGrpSpPr>
            <p:nvPr/>
          </p:nvGrpSpPr>
          <p:grpSpPr bwMode="auto">
            <a:xfrm>
              <a:off x="5374316" y="2795285"/>
              <a:ext cx="349250" cy="317387"/>
              <a:chOff x="2931664" y="3912603"/>
              <a:chExt cx="430450" cy="329314"/>
            </a:xfrm>
          </p:grpSpPr>
          <p:sp>
            <p:nvSpPr>
              <p:cNvPr id="910" name="Rectangle 909">
                <a:extLst>
                  <a:ext uri="{FF2B5EF4-FFF2-40B4-BE49-F238E27FC236}">
                    <a16:creationId xmlns:a16="http://schemas.microsoft.com/office/drawing/2014/main" id="{A90F17FE-7DC7-C744-AC85-74012E165AB3}"/>
                  </a:ext>
                </a:extLst>
              </p:cNvPr>
              <p:cNvSpPr/>
              <p:nvPr/>
            </p:nvSpPr>
            <p:spPr>
              <a:xfrm>
                <a:off x="2937241" y="39126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1" name="Straight Connector 910">
                <a:extLst>
                  <a:ext uri="{FF2B5EF4-FFF2-40B4-BE49-F238E27FC236}">
                    <a16:creationId xmlns:a16="http://schemas.microsoft.com/office/drawing/2014/main" id="{493DE14E-A2F1-A249-AD60-B96754D395E1}"/>
                  </a:ext>
                </a:extLst>
              </p:cNvPr>
              <p:cNvCxnSpPr/>
              <p:nvPr/>
            </p:nvCxnSpPr>
            <p:spPr>
              <a:xfrm>
                <a:off x="2931371" y="4004811"/>
                <a:ext cx="424654" cy="0"/>
              </a:xfrm>
              <a:prstGeom prst="line">
                <a:avLst/>
              </a:prstGeom>
              <a:noFill/>
              <a:ln w="3175" cap="flat" cmpd="sng" algn="ctr">
                <a:solidFill>
                  <a:srgbClr val="CC0000"/>
                </a:solidFill>
                <a:prstDash val="solid"/>
              </a:ln>
              <a:effectLst/>
            </p:spPr>
          </p:cxnSp>
          <p:cxnSp>
            <p:nvCxnSpPr>
              <p:cNvPr id="912" name="Straight Connector 911">
                <a:extLst>
                  <a:ext uri="{FF2B5EF4-FFF2-40B4-BE49-F238E27FC236}">
                    <a16:creationId xmlns:a16="http://schemas.microsoft.com/office/drawing/2014/main" id="{8DFE02DA-2A86-4844-B164-F4DC02A4123A}"/>
                  </a:ext>
                </a:extLst>
              </p:cNvPr>
              <p:cNvCxnSpPr/>
              <p:nvPr/>
            </p:nvCxnSpPr>
            <p:spPr>
              <a:xfrm>
                <a:off x="2931371" y="4067381"/>
                <a:ext cx="424654" cy="0"/>
              </a:xfrm>
              <a:prstGeom prst="line">
                <a:avLst/>
              </a:prstGeom>
              <a:noFill/>
              <a:ln w="3175" cap="flat" cmpd="sng" algn="ctr">
                <a:solidFill>
                  <a:srgbClr val="CC0000"/>
                </a:solidFill>
                <a:prstDash val="solid"/>
              </a:ln>
              <a:effectLst/>
            </p:spPr>
          </p:cxnSp>
          <p:cxnSp>
            <p:nvCxnSpPr>
              <p:cNvPr id="913" name="Straight Connector 912">
                <a:extLst>
                  <a:ext uri="{FF2B5EF4-FFF2-40B4-BE49-F238E27FC236}">
                    <a16:creationId xmlns:a16="http://schemas.microsoft.com/office/drawing/2014/main" id="{C4AA7EE7-5C2E-8D48-989F-F7194666A353}"/>
                  </a:ext>
                </a:extLst>
              </p:cNvPr>
              <p:cNvCxnSpPr>
                <a:stCxn id="910" idx="2"/>
              </p:cNvCxnSpPr>
              <p:nvPr/>
            </p:nvCxnSpPr>
            <p:spPr>
              <a:xfrm flipH="1" flipV="1">
                <a:off x="3148590" y="4004811"/>
                <a:ext cx="0" cy="237106"/>
              </a:xfrm>
              <a:prstGeom prst="line">
                <a:avLst/>
              </a:prstGeom>
              <a:noFill/>
              <a:ln w="3175" cap="flat" cmpd="sng" algn="ctr">
                <a:solidFill>
                  <a:srgbClr val="CC0000"/>
                </a:solidFill>
                <a:prstDash val="solid"/>
              </a:ln>
              <a:effectLst/>
            </p:spPr>
          </p:cxnSp>
        </p:grpSp>
        <p:grpSp>
          <p:nvGrpSpPr>
            <p:cNvPr id="905" name="Group 421">
              <a:extLst>
                <a:ext uri="{FF2B5EF4-FFF2-40B4-BE49-F238E27FC236}">
                  <a16:creationId xmlns:a16="http://schemas.microsoft.com/office/drawing/2014/main" id="{1FA36B18-95B0-CB4E-95BE-59E9718161E7}"/>
                </a:ext>
              </a:extLst>
            </p:cNvPr>
            <p:cNvGrpSpPr>
              <a:grpSpLocks/>
            </p:cNvGrpSpPr>
            <p:nvPr/>
          </p:nvGrpSpPr>
          <p:grpSpPr bwMode="auto">
            <a:xfrm>
              <a:off x="6379204" y="2792111"/>
              <a:ext cx="350837" cy="317387"/>
              <a:chOff x="2931664" y="3912603"/>
              <a:chExt cx="430450" cy="329314"/>
            </a:xfrm>
          </p:grpSpPr>
          <p:sp>
            <p:nvSpPr>
              <p:cNvPr id="906" name="Rectangle 905">
                <a:extLst>
                  <a:ext uri="{FF2B5EF4-FFF2-40B4-BE49-F238E27FC236}">
                    <a16:creationId xmlns:a16="http://schemas.microsoft.com/office/drawing/2014/main" id="{EE684161-8E76-E041-95F6-E692F09DB739}"/>
                  </a:ext>
                </a:extLst>
              </p:cNvPr>
              <p:cNvSpPr/>
              <p:nvPr/>
            </p:nvSpPr>
            <p:spPr>
              <a:xfrm>
                <a:off x="2937432"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07" name="Straight Connector 906">
                <a:extLst>
                  <a:ext uri="{FF2B5EF4-FFF2-40B4-BE49-F238E27FC236}">
                    <a16:creationId xmlns:a16="http://schemas.microsoft.com/office/drawing/2014/main" id="{7927B3EE-2CC2-B44C-94F1-B69CA0A815A2}"/>
                  </a:ext>
                </a:extLst>
              </p:cNvPr>
              <p:cNvCxnSpPr/>
              <p:nvPr/>
            </p:nvCxnSpPr>
            <p:spPr>
              <a:xfrm>
                <a:off x="2931587" y="4004811"/>
                <a:ext cx="424682" cy="0"/>
              </a:xfrm>
              <a:prstGeom prst="line">
                <a:avLst/>
              </a:prstGeom>
              <a:noFill/>
              <a:ln w="3175" cap="flat" cmpd="sng" algn="ctr">
                <a:solidFill>
                  <a:srgbClr val="CC0000"/>
                </a:solidFill>
                <a:prstDash val="solid"/>
              </a:ln>
              <a:effectLst/>
            </p:spPr>
          </p:cxnSp>
          <p:cxnSp>
            <p:nvCxnSpPr>
              <p:cNvPr id="908" name="Straight Connector 907">
                <a:extLst>
                  <a:ext uri="{FF2B5EF4-FFF2-40B4-BE49-F238E27FC236}">
                    <a16:creationId xmlns:a16="http://schemas.microsoft.com/office/drawing/2014/main" id="{89B6595F-CFF0-3B40-B47C-ADB86E974281}"/>
                  </a:ext>
                </a:extLst>
              </p:cNvPr>
              <p:cNvCxnSpPr/>
              <p:nvPr/>
            </p:nvCxnSpPr>
            <p:spPr>
              <a:xfrm>
                <a:off x="2931587" y="4067381"/>
                <a:ext cx="424682" cy="0"/>
              </a:xfrm>
              <a:prstGeom prst="line">
                <a:avLst/>
              </a:prstGeom>
              <a:noFill/>
              <a:ln w="3175" cap="flat" cmpd="sng" algn="ctr">
                <a:solidFill>
                  <a:srgbClr val="CC0000"/>
                </a:solidFill>
                <a:prstDash val="solid"/>
              </a:ln>
              <a:effectLst/>
            </p:spPr>
          </p:cxnSp>
          <p:cxnSp>
            <p:nvCxnSpPr>
              <p:cNvPr id="909" name="Straight Connector 908">
                <a:extLst>
                  <a:ext uri="{FF2B5EF4-FFF2-40B4-BE49-F238E27FC236}">
                    <a16:creationId xmlns:a16="http://schemas.microsoft.com/office/drawing/2014/main" id="{C551D2B6-035F-CE4D-A43A-5FFB5AFCEED5}"/>
                  </a:ext>
                </a:extLst>
              </p:cNvPr>
              <p:cNvCxnSpPr>
                <a:stCxn id="906" idx="2"/>
              </p:cNvCxnSpPr>
              <p:nvPr/>
            </p:nvCxnSpPr>
            <p:spPr>
              <a:xfrm flipH="1" flipV="1">
                <a:off x="3147825" y="4004811"/>
                <a:ext cx="1947" cy="237106"/>
              </a:xfrm>
              <a:prstGeom prst="line">
                <a:avLst/>
              </a:prstGeom>
              <a:noFill/>
              <a:ln w="3175" cap="flat" cmpd="sng" algn="ctr">
                <a:solidFill>
                  <a:srgbClr val="CC0000"/>
                </a:solidFill>
                <a:prstDash val="solid"/>
              </a:ln>
              <a:effectLst/>
            </p:spPr>
          </p:cxnSp>
        </p:grpSp>
      </p:grpSp>
      <p:grpSp>
        <p:nvGrpSpPr>
          <p:cNvPr id="926" name="Group 925">
            <a:extLst>
              <a:ext uri="{FF2B5EF4-FFF2-40B4-BE49-F238E27FC236}">
                <a16:creationId xmlns:a16="http://schemas.microsoft.com/office/drawing/2014/main" id="{A988FEAF-222E-2C4B-8C38-8B6C17D4D63D}"/>
              </a:ext>
            </a:extLst>
          </p:cNvPr>
          <p:cNvGrpSpPr>
            <a:grpSpLocks/>
          </p:cNvGrpSpPr>
          <p:nvPr/>
        </p:nvGrpSpPr>
        <p:grpSpPr bwMode="auto">
          <a:xfrm>
            <a:off x="3605068" y="3656980"/>
            <a:ext cx="5211762" cy="2740025"/>
            <a:chOff x="1856416" y="3709935"/>
            <a:chExt cx="5211763" cy="2739614"/>
          </a:xfrm>
        </p:grpSpPr>
        <p:sp>
          <p:nvSpPr>
            <p:cNvPr id="927" name="Freeform 926">
              <a:extLst>
                <a:ext uri="{FF2B5EF4-FFF2-40B4-BE49-F238E27FC236}">
                  <a16:creationId xmlns:a16="http://schemas.microsoft.com/office/drawing/2014/main" id="{875BCAC4-B573-D54B-BF32-094096F89D98}"/>
                </a:ext>
              </a:extLst>
            </p:cNvPr>
            <p:cNvSpPr/>
            <p:nvPr/>
          </p:nvSpPr>
          <p:spPr>
            <a:xfrm>
              <a:off x="1877053" y="5330529"/>
              <a:ext cx="1281113" cy="758711"/>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8" name="Freeform 927">
              <a:extLst>
                <a:ext uri="{FF2B5EF4-FFF2-40B4-BE49-F238E27FC236}">
                  <a16:creationId xmlns:a16="http://schemas.microsoft.com/office/drawing/2014/main" id="{0D857BEA-FC6F-1449-A5C0-C21CC8BC5CED}"/>
                </a:ext>
              </a:extLst>
            </p:cNvPr>
            <p:cNvSpPr/>
            <p:nvPr/>
          </p:nvSpPr>
          <p:spPr>
            <a:xfrm>
              <a:off x="6202992" y="5428939"/>
              <a:ext cx="865187" cy="553955"/>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Freeform 928">
              <a:extLst>
                <a:ext uri="{FF2B5EF4-FFF2-40B4-BE49-F238E27FC236}">
                  <a16:creationId xmlns:a16="http://schemas.microsoft.com/office/drawing/2014/main" id="{218DF382-E11C-A94A-ABF5-F93EB0534196}"/>
                </a:ext>
              </a:extLst>
            </p:cNvPr>
            <p:cNvSpPr/>
            <p:nvPr/>
          </p:nvSpPr>
          <p:spPr>
            <a:xfrm>
              <a:off x="5377492" y="5449574"/>
              <a:ext cx="676275" cy="89680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896577">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0" name="Freeform 929">
              <a:extLst>
                <a:ext uri="{FF2B5EF4-FFF2-40B4-BE49-F238E27FC236}">
                  <a16:creationId xmlns:a16="http://schemas.microsoft.com/office/drawing/2014/main" id="{BD4E8E8A-5281-2546-8825-0786245B15DA}"/>
                </a:ext>
              </a:extLst>
            </p:cNvPr>
            <p:cNvSpPr/>
            <p:nvPr/>
          </p:nvSpPr>
          <p:spPr>
            <a:xfrm>
              <a:off x="4340853" y="5470208"/>
              <a:ext cx="514350" cy="40157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02193">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a16="http://schemas.microsoft.com/office/drawing/2014/main" id="{E78920D8-D684-1642-B41B-2CC538B9202E}"/>
                </a:ext>
              </a:extLst>
            </p:cNvPr>
            <p:cNvSpPr/>
            <p:nvPr/>
          </p:nvSpPr>
          <p:spPr>
            <a:xfrm>
              <a:off x="3561391" y="5433701"/>
              <a:ext cx="573087" cy="101584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5244">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932" name="Group 28">
              <a:extLst>
                <a:ext uri="{FF2B5EF4-FFF2-40B4-BE49-F238E27FC236}">
                  <a16:creationId xmlns:a16="http://schemas.microsoft.com/office/drawing/2014/main" id="{088ACE2A-7A5D-4F42-921C-CF157C288095}"/>
                </a:ext>
              </a:extLst>
            </p:cNvPr>
            <p:cNvGrpSpPr>
              <a:grpSpLocks/>
            </p:cNvGrpSpPr>
            <p:nvPr/>
          </p:nvGrpSpPr>
          <p:grpSpPr bwMode="auto">
            <a:xfrm>
              <a:off x="1856416" y="3709935"/>
              <a:ext cx="1049338" cy="1739900"/>
              <a:chOff x="1856416" y="3709935"/>
              <a:chExt cx="1049338" cy="1739900"/>
            </a:xfrm>
          </p:grpSpPr>
          <p:sp>
            <p:nvSpPr>
              <p:cNvPr id="1017" name="Rectangle 1016">
                <a:extLst>
                  <a:ext uri="{FF2B5EF4-FFF2-40B4-BE49-F238E27FC236}">
                    <a16:creationId xmlns:a16="http://schemas.microsoft.com/office/drawing/2014/main" id="{F031C840-E404-B943-9DD7-6487F36B8BC7}"/>
                  </a:ext>
                </a:extLst>
              </p:cNvPr>
              <p:cNvSpPr/>
              <p:nvPr/>
            </p:nvSpPr>
            <p:spPr bwMode="auto">
              <a:xfrm rot="10800000">
                <a:off x="1867528" y="3957548"/>
                <a:ext cx="1027113" cy="61109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1018" name="Group 498">
                <a:extLst>
                  <a:ext uri="{FF2B5EF4-FFF2-40B4-BE49-F238E27FC236}">
                    <a16:creationId xmlns:a16="http://schemas.microsoft.com/office/drawing/2014/main" id="{11E4B476-A94C-6141-A48C-F22AAD7C573A}"/>
                  </a:ext>
                </a:extLst>
              </p:cNvPr>
              <p:cNvGrpSpPr>
                <a:grpSpLocks/>
              </p:cNvGrpSpPr>
              <p:nvPr/>
            </p:nvGrpSpPr>
            <p:grpSpPr bwMode="auto">
              <a:xfrm>
                <a:off x="1858805" y="5088863"/>
                <a:ext cx="1035373" cy="360972"/>
                <a:chOff x="4128636" y="3606589"/>
                <a:chExt cx="568145" cy="338667"/>
              </a:xfrm>
            </p:grpSpPr>
            <p:sp>
              <p:nvSpPr>
                <p:cNvPr id="1032" name="Oval 1031">
                  <a:extLst>
                    <a:ext uri="{FF2B5EF4-FFF2-40B4-BE49-F238E27FC236}">
                      <a16:creationId xmlns:a16="http://schemas.microsoft.com/office/drawing/2014/main" id="{6285E922-4389-6747-873A-ED742F93B7B8}"/>
                    </a:ext>
                  </a:extLst>
                </p:cNvPr>
                <p:cNvSpPr/>
                <p:nvPr/>
              </p:nvSpPr>
              <p:spPr>
                <a:xfrm>
                  <a:off x="4129067" y="3720144"/>
                  <a:ext cx="567968"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3" name="Rectangle 1032">
                  <a:extLst>
                    <a:ext uri="{FF2B5EF4-FFF2-40B4-BE49-F238E27FC236}">
                      <a16:creationId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4" name="Oval 1033">
                  <a:extLst>
                    <a:ext uri="{FF2B5EF4-FFF2-40B4-BE49-F238E27FC236}">
                      <a16:creationId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35" name="Straight Connector 1034">
                  <a:extLst>
                    <a:ext uri="{FF2B5EF4-FFF2-40B4-BE49-F238E27FC236}">
                      <a16:creationId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036" name="Straight Connector 1035">
                  <a:extLst>
                    <a:ext uri="{FF2B5EF4-FFF2-40B4-BE49-F238E27FC236}">
                      <a16:creationId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019" name="Rectangle 1018">
                <a:extLst>
                  <a:ext uri="{FF2B5EF4-FFF2-40B4-BE49-F238E27FC236}">
                    <a16:creationId xmlns:a16="http://schemas.microsoft.com/office/drawing/2014/main" id="{511198B5-F79E-C74D-B56E-01ADB1EAA4C1}"/>
                  </a:ext>
                </a:extLst>
              </p:cNvPr>
              <p:cNvSpPr/>
              <p:nvPr/>
            </p:nvSpPr>
            <p:spPr bwMode="auto">
              <a:xfrm>
                <a:off x="1877053" y="4705148"/>
                <a:ext cx="1028700" cy="522210"/>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0" name="Straight Connector 1019">
                <a:extLst>
                  <a:ext uri="{FF2B5EF4-FFF2-40B4-BE49-F238E27FC236}">
                    <a16:creationId xmlns:a16="http://schemas.microsoft.com/office/drawing/2014/main" id="{D3ADC60A-D45A-1346-84AC-B4714AE1CB27}"/>
                  </a:ext>
                </a:extLst>
              </p:cNvPr>
              <p:cNvCxnSpPr/>
              <p:nvPr/>
            </p:nvCxnSpPr>
            <p:spPr bwMode="auto">
              <a:xfrm>
                <a:off x="1861178" y="3981356"/>
                <a:ext cx="17463" cy="1301555"/>
              </a:xfrm>
              <a:prstGeom prst="line">
                <a:avLst/>
              </a:prstGeom>
              <a:noFill/>
              <a:ln w="3175" cap="flat" cmpd="sng" algn="ctr">
                <a:solidFill>
                  <a:srgbClr val="000000"/>
                </a:solidFill>
                <a:prstDash val="sysDash"/>
              </a:ln>
              <a:effectLst/>
            </p:spPr>
          </p:cxnSp>
          <p:cxnSp>
            <p:nvCxnSpPr>
              <p:cNvPr id="1021" name="Straight Connector 1020">
                <a:extLst>
                  <a:ext uri="{FF2B5EF4-FFF2-40B4-BE49-F238E27FC236}">
                    <a16:creationId xmlns:a16="http://schemas.microsoft.com/office/drawing/2014/main" id="{8C732665-0AF3-514A-8491-058D584AA66C}"/>
                  </a:ext>
                </a:extLst>
              </p:cNvPr>
              <p:cNvCxnSpPr/>
              <p:nvPr/>
            </p:nvCxnSpPr>
            <p:spPr bwMode="auto">
              <a:xfrm flipH="1">
                <a:off x="2894641" y="3971833"/>
                <a:ext cx="6350" cy="1269810"/>
              </a:xfrm>
              <a:prstGeom prst="line">
                <a:avLst/>
              </a:prstGeom>
              <a:noFill/>
              <a:ln w="3175" cap="flat" cmpd="sng" algn="ctr">
                <a:solidFill>
                  <a:srgbClr val="000000"/>
                </a:solidFill>
                <a:prstDash val="sysDash"/>
              </a:ln>
              <a:effectLst/>
            </p:spPr>
          </p:cxnSp>
          <p:grpSp>
            <p:nvGrpSpPr>
              <p:cNvPr id="1022" name="Group 504">
                <a:extLst>
                  <a:ext uri="{FF2B5EF4-FFF2-40B4-BE49-F238E27FC236}">
                    <a16:creationId xmlns:a16="http://schemas.microsoft.com/office/drawing/2014/main" id="{87E38306-3DC6-B044-991D-BEE6F6FD2E77}"/>
                  </a:ext>
                </a:extLst>
              </p:cNvPr>
              <p:cNvGrpSpPr>
                <a:grpSpLocks/>
              </p:cNvGrpSpPr>
              <p:nvPr/>
            </p:nvGrpSpPr>
            <p:grpSpPr bwMode="auto">
              <a:xfrm>
                <a:off x="1856416" y="3709935"/>
                <a:ext cx="1044712" cy="399063"/>
                <a:chOff x="2183302" y="1574638"/>
                <a:chExt cx="1200154" cy="430218"/>
              </a:xfrm>
            </p:grpSpPr>
            <p:sp>
              <p:nvSpPr>
                <p:cNvPr id="1023" name="Oval 1022">
                  <a:extLst>
                    <a:ext uri="{FF2B5EF4-FFF2-40B4-BE49-F238E27FC236}">
                      <a16:creationId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24" name="Rectangle 1023">
                  <a:extLst>
                    <a:ext uri="{FF2B5EF4-FFF2-40B4-BE49-F238E27FC236}">
                      <a16:creationId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5" name="Oval 1024">
                  <a:extLst>
                    <a:ext uri="{FF2B5EF4-FFF2-40B4-BE49-F238E27FC236}">
                      <a16:creationId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26" name="Freeform 1025">
                  <a:extLst>
                    <a:ext uri="{FF2B5EF4-FFF2-40B4-BE49-F238E27FC236}">
                      <a16:creationId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7" name="Freeform 1026">
                  <a:extLst>
                    <a:ext uri="{FF2B5EF4-FFF2-40B4-BE49-F238E27FC236}">
                      <a16:creationId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8" name="Freeform 1027">
                  <a:extLst>
                    <a:ext uri="{FF2B5EF4-FFF2-40B4-BE49-F238E27FC236}">
                      <a16:creationId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9" name="Freeform 1028">
                  <a:extLst>
                    <a:ext uri="{FF2B5EF4-FFF2-40B4-BE49-F238E27FC236}">
                      <a16:creationId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30" name="Straight Connector 1029">
                  <a:extLst>
                    <a:ext uri="{FF2B5EF4-FFF2-40B4-BE49-F238E27FC236}">
                      <a16:creationId xmlns:a16="http://schemas.microsoft.com/office/drawing/2014/main" id="{60701F8E-3F5A-734C-A498-AA55BCD5CFE1}"/>
                    </a:ext>
                  </a:extLst>
                </p:cNvPr>
                <p:cNvCxnSpPr>
                  <a:cxnSpLocks noChangeShapeType="1"/>
                  <a:endCxn id="1025"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31" name="Straight Connector 1030">
                  <a:extLst>
                    <a:ext uri="{FF2B5EF4-FFF2-40B4-BE49-F238E27FC236}">
                      <a16:creationId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3" name="Group 29">
              <a:extLst>
                <a:ext uri="{FF2B5EF4-FFF2-40B4-BE49-F238E27FC236}">
                  <a16:creationId xmlns:a16="http://schemas.microsoft.com/office/drawing/2014/main" id="{BE1E7CEF-FBEC-2040-A3E0-0EBB60746AF9}"/>
                </a:ext>
              </a:extLst>
            </p:cNvPr>
            <p:cNvGrpSpPr>
              <a:grpSpLocks/>
            </p:cNvGrpSpPr>
            <p:nvPr/>
          </p:nvGrpSpPr>
          <p:grpSpPr bwMode="auto">
            <a:xfrm>
              <a:off x="3566154" y="3862335"/>
              <a:ext cx="514350" cy="1670050"/>
              <a:chOff x="3566154" y="3862335"/>
              <a:chExt cx="514350" cy="1670050"/>
            </a:xfrm>
          </p:grpSpPr>
          <p:sp>
            <p:nvSpPr>
              <p:cNvPr id="997" name="Rectangle 996">
                <a:extLst>
                  <a:ext uri="{FF2B5EF4-FFF2-40B4-BE49-F238E27FC236}">
                    <a16:creationId xmlns:a16="http://schemas.microsoft.com/office/drawing/2014/main" id="{7F242236-8B77-9144-8038-81B9BCAB1509}"/>
                  </a:ext>
                </a:extLst>
              </p:cNvPr>
              <p:cNvSpPr/>
              <p:nvPr/>
            </p:nvSpPr>
            <p:spPr bwMode="auto">
              <a:xfrm rot="10800000">
                <a:off x="3569201" y="39460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8" name="Straight Connector 997">
                <a:extLst>
                  <a:ext uri="{FF2B5EF4-FFF2-40B4-BE49-F238E27FC236}">
                    <a16:creationId xmlns:a16="http://schemas.microsoft.com/office/drawing/2014/main" id="{855E433C-9E28-D243-A7F8-5DC166631717}"/>
                  </a:ext>
                </a:extLst>
              </p:cNvPr>
              <p:cNvCxnSpPr/>
              <p:nvPr/>
            </p:nvCxnSpPr>
            <p:spPr bwMode="auto">
              <a:xfrm flipH="1">
                <a:off x="4078916" y="4019450"/>
                <a:ext cx="1587" cy="1365045"/>
              </a:xfrm>
              <a:prstGeom prst="line">
                <a:avLst/>
              </a:prstGeom>
              <a:noFill/>
              <a:ln w="3175" cap="flat" cmpd="sng" algn="ctr">
                <a:solidFill>
                  <a:srgbClr val="000000"/>
                </a:solidFill>
                <a:prstDash val="sysDash"/>
              </a:ln>
              <a:effectLst/>
            </p:spPr>
          </p:cxnSp>
          <p:grpSp>
            <p:nvGrpSpPr>
              <p:cNvPr id="999" name="Group 552">
                <a:extLst>
                  <a:ext uri="{FF2B5EF4-FFF2-40B4-BE49-F238E27FC236}">
                    <a16:creationId xmlns:a16="http://schemas.microsoft.com/office/drawing/2014/main" id="{2095E3B0-B1DF-9747-A4B6-739AFCB17CA7}"/>
                  </a:ext>
                </a:extLst>
              </p:cNvPr>
              <p:cNvGrpSpPr>
                <a:grpSpLocks/>
              </p:cNvGrpSpPr>
              <p:nvPr/>
            </p:nvGrpSpPr>
            <p:grpSpPr bwMode="auto">
              <a:xfrm>
                <a:off x="3571302" y="5310688"/>
                <a:ext cx="507588" cy="221697"/>
                <a:chOff x="4128636" y="3606589"/>
                <a:chExt cx="568145" cy="338667"/>
              </a:xfrm>
            </p:grpSpPr>
            <p:sp>
              <p:nvSpPr>
                <p:cNvPr id="1012" name="Oval 1011">
                  <a:extLst>
                    <a:ext uri="{FF2B5EF4-FFF2-40B4-BE49-F238E27FC236}">
                      <a16:creationId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3" name="Rectangle 1012">
                  <a:extLst>
                    <a:ext uri="{FF2B5EF4-FFF2-40B4-BE49-F238E27FC236}">
                      <a16:creationId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4" name="Oval 1013">
                  <a:extLst>
                    <a:ext uri="{FF2B5EF4-FFF2-40B4-BE49-F238E27FC236}">
                      <a16:creationId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5" name="Straight Connector 1014">
                  <a:extLst>
                    <a:ext uri="{FF2B5EF4-FFF2-40B4-BE49-F238E27FC236}">
                      <a16:creationId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016" name="Straight Connector 1015">
                  <a:extLst>
                    <a:ext uri="{FF2B5EF4-FFF2-40B4-BE49-F238E27FC236}">
                      <a16:creationId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000" name="Rectangle 999">
                <a:extLst>
                  <a:ext uri="{FF2B5EF4-FFF2-40B4-BE49-F238E27FC236}">
                    <a16:creationId xmlns:a16="http://schemas.microsoft.com/office/drawing/2014/main" id="{1CD2ADDF-DE6E-274D-9173-D493921DFE9F}"/>
                  </a:ext>
                </a:extLst>
              </p:cNvPr>
              <p:cNvSpPr/>
              <p:nvPr/>
            </p:nvSpPr>
            <p:spPr bwMode="auto">
              <a:xfrm>
                <a:off x="3572503" y="4574992"/>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01" name="Straight Connector 1000">
                <a:extLst>
                  <a:ext uri="{FF2B5EF4-FFF2-40B4-BE49-F238E27FC236}">
                    <a16:creationId xmlns:a16="http://schemas.microsoft.com/office/drawing/2014/main" id="{3926DE25-E9FB-D540-98B7-27C7DBB56A43}"/>
                  </a:ext>
                </a:extLst>
              </p:cNvPr>
              <p:cNvCxnSpPr/>
              <p:nvPr/>
            </p:nvCxnSpPr>
            <p:spPr bwMode="auto">
              <a:xfrm flipH="1">
                <a:off x="3566153" y="4027387"/>
                <a:ext cx="3175" cy="1450757"/>
              </a:xfrm>
              <a:prstGeom prst="line">
                <a:avLst/>
              </a:prstGeom>
              <a:noFill/>
              <a:ln w="3175" cap="flat" cmpd="sng" algn="ctr">
                <a:solidFill>
                  <a:srgbClr val="000000"/>
                </a:solidFill>
                <a:prstDash val="sysDash"/>
              </a:ln>
              <a:effectLst/>
            </p:spPr>
          </p:cxnSp>
          <p:grpSp>
            <p:nvGrpSpPr>
              <p:cNvPr id="1002" name="Group 538">
                <a:extLst>
                  <a:ext uri="{FF2B5EF4-FFF2-40B4-BE49-F238E27FC236}">
                    <a16:creationId xmlns:a16="http://schemas.microsoft.com/office/drawing/2014/main" id="{FA32E138-3569-9943-8F38-8BFBBEE94E0D}"/>
                  </a:ext>
                </a:extLst>
              </p:cNvPr>
              <p:cNvGrpSpPr>
                <a:grpSpLocks/>
              </p:cNvGrpSpPr>
              <p:nvPr/>
            </p:nvGrpSpPr>
            <p:grpSpPr bwMode="auto">
              <a:xfrm>
                <a:off x="3568667" y="3862335"/>
                <a:ext cx="503828" cy="248249"/>
                <a:chOff x="2183302" y="1564542"/>
                <a:chExt cx="1200154" cy="440314"/>
              </a:xfrm>
            </p:grpSpPr>
            <p:sp>
              <p:nvSpPr>
                <p:cNvPr id="1003" name="Oval 1002">
                  <a:extLst>
                    <a:ext uri="{FF2B5EF4-FFF2-40B4-BE49-F238E27FC236}">
                      <a16:creationId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04" name="Rectangle 1003">
                  <a:extLst>
                    <a:ext uri="{FF2B5EF4-FFF2-40B4-BE49-F238E27FC236}">
                      <a16:creationId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5" name="Oval 1004">
                  <a:extLst>
                    <a:ext uri="{FF2B5EF4-FFF2-40B4-BE49-F238E27FC236}">
                      <a16:creationId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06" name="Freeform 1005">
                  <a:extLst>
                    <a:ext uri="{FF2B5EF4-FFF2-40B4-BE49-F238E27FC236}">
                      <a16:creationId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Freeform 1006">
                  <a:extLst>
                    <a:ext uri="{FF2B5EF4-FFF2-40B4-BE49-F238E27FC236}">
                      <a16:creationId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8" name="Freeform 1007">
                  <a:extLst>
                    <a:ext uri="{FF2B5EF4-FFF2-40B4-BE49-F238E27FC236}">
                      <a16:creationId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9" name="Freeform 1008">
                  <a:extLst>
                    <a:ext uri="{FF2B5EF4-FFF2-40B4-BE49-F238E27FC236}">
                      <a16:creationId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10" name="Straight Connector 1009">
                  <a:extLst>
                    <a:ext uri="{FF2B5EF4-FFF2-40B4-BE49-F238E27FC236}">
                      <a16:creationId xmlns:a16="http://schemas.microsoft.com/office/drawing/2014/main" id="{6D72BFF1-097B-E940-AAD0-E8A2E1D2A096}"/>
                    </a:ext>
                  </a:extLst>
                </p:cNvPr>
                <p:cNvCxnSpPr>
                  <a:cxnSpLocks noChangeShapeType="1"/>
                  <a:endCxn id="1005"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11" name="Straight Connector 1010">
                  <a:extLst>
                    <a:ext uri="{FF2B5EF4-FFF2-40B4-BE49-F238E27FC236}">
                      <a16:creationId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4" name="Group 30">
              <a:extLst>
                <a:ext uri="{FF2B5EF4-FFF2-40B4-BE49-F238E27FC236}">
                  <a16:creationId xmlns:a16="http://schemas.microsoft.com/office/drawing/2014/main" id="{B108AACE-03DC-254D-AC34-727FF075B859}"/>
                </a:ext>
              </a:extLst>
            </p:cNvPr>
            <p:cNvGrpSpPr>
              <a:grpSpLocks/>
            </p:cNvGrpSpPr>
            <p:nvPr/>
          </p:nvGrpSpPr>
          <p:grpSpPr bwMode="auto">
            <a:xfrm>
              <a:off x="4348791" y="3867098"/>
              <a:ext cx="514350" cy="1670050"/>
              <a:chOff x="4348791" y="3867098"/>
              <a:chExt cx="514350" cy="1670050"/>
            </a:xfrm>
          </p:grpSpPr>
          <p:sp>
            <p:nvSpPr>
              <p:cNvPr id="977" name="Rectangle 976">
                <a:extLst>
                  <a:ext uri="{FF2B5EF4-FFF2-40B4-BE49-F238E27FC236}">
                    <a16:creationId xmlns:a16="http://schemas.microsoft.com/office/drawing/2014/main" id="{B0F9C3E9-A467-3F42-B81A-4399A9B977B8}"/>
                  </a:ext>
                </a:extLst>
              </p:cNvPr>
              <p:cNvSpPr/>
              <p:nvPr/>
            </p:nvSpPr>
            <p:spPr bwMode="auto">
              <a:xfrm rot="10800000">
                <a:off x="4351838" y="3950855"/>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8" name="Straight Connector 977">
                <a:extLst>
                  <a:ext uri="{FF2B5EF4-FFF2-40B4-BE49-F238E27FC236}">
                    <a16:creationId xmlns:a16="http://schemas.microsoft.com/office/drawing/2014/main" id="{20B4E373-A127-2049-BBD2-5D8AFBDD7F00}"/>
                  </a:ext>
                </a:extLst>
              </p:cNvPr>
              <p:cNvCxnSpPr/>
              <p:nvPr/>
            </p:nvCxnSpPr>
            <p:spPr bwMode="auto">
              <a:xfrm flipH="1">
                <a:off x="4861553" y="4024212"/>
                <a:ext cx="1588" cy="1365045"/>
              </a:xfrm>
              <a:prstGeom prst="line">
                <a:avLst/>
              </a:prstGeom>
              <a:noFill/>
              <a:ln w="3175" cap="flat" cmpd="sng" algn="ctr">
                <a:solidFill>
                  <a:srgbClr val="000000"/>
                </a:solidFill>
                <a:prstDash val="sysDash"/>
              </a:ln>
              <a:effectLst/>
            </p:spPr>
          </p:cxnSp>
          <p:grpSp>
            <p:nvGrpSpPr>
              <p:cNvPr id="979" name="Group 580">
                <a:extLst>
                  <a:ext uri="{FF2B5EF4-FFF2-40B4-BE49-F238E27FC236}">
                    <a16:creationId xmlns:a16="http://schemas.microsoft.com/office/drawing/2014/main" id="{3A9D8F64-E0EA-B742-94C4-1BEB4135EA82}"/>
                  </a:ext>
                </a:extLst>
              </p:cNvPr>
              <p:cNvGrpSpPr>
                <a:grpSpLocks/>
              </p:cNvGrpSpPr>
              <p:nvPr/>
            </p:nvGrpSpPr>
            <p:grpSpPr bwMode="auto">
              <a:xfrm>
                <a:off x="4353939" y="5315451"/>
                <a:ext cx="507588" cy="221697"/>
                <a:chOff x="4128636" y="3606589"/>
                <a:chExt cx="568145" cy="338667"/>
              </a:xfrm>
            </p:grpSpPr>
            <p:sp>
              <p:nvSpPr>
                <p:cNvPr id="992" name="Oval 991">
                  <a:extLst>
                    <a:ext uri="{FF2B5EF4-FFF2-40B4-BE49-F238E27FC236}">
                      <a16:creationId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3" name="Rectangle 992">
                  <a:extLst>
                    <a:ext uri="{FF2B5EF4-FFF2-40B4-BE49-F238E27FC236}">
                      <a16:creationId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5" name="Straight Connector 994">
                  <a:extLst>
                    <a:ext uri="{FF2B5EF4-FFF2-40B4-BE49-F238E27FC236}">
                      <a16:creationId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996" name="Straight Connector 995">
                  <a:extLst>
                    <a:ext uri="{FF2B5EF4-FFF2-40B4-BE49-F238E27FC236}">
                      <a16:creationId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980" name="Rectangle 979">
                <a:extLst>
                  <a:ext uri="{FF2B5EF4-FFF2-40B4-BE49-F238E27FC236}">
                    <a16:creationId xmlns:a16="http://schemas.microsoft.com/office/drawing/2014/main" id="{F00ED881-B944-FC48-9E88-0D81D2145925}"/>
                  </a:ext>
                </a:extLst>
              </p:cNvPr>
              <p:cNvSpPr/>
              <p:nvPr/>
            </p:nvSpPr>
            <p:spPr bwMode="auto">
              <a:xfrm>
                <a:off x="4355141" y="457975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1" name="Straight Connector 980">
                <a:extLst>
                  <a:ext uri="{FF2B5EF4-FFF2-40B4-BE49-F238E27FC236}">
                    <a16:creationId xmlns:a16="http://schemas.microsoft.com/office/drawing/2014/main" id="{7CCAB184-9AE2-7B4C-80D2-9640964D0371}"/>
                  </a:ext>
                </a:extLst>
              </p:cNvPr>
              <p:cNvCxnSpPr/>
              <p:nvPr/>
            </p:nvCxnSpPr>
            <p:spPr bwMode="auto">
              <a:xfrm flipH="1">
                <a:off x="4348791" y="4032148"/>
                <a:ext cx="3175" cy="1450757"/>
              </a:xfrm>
              <a:prstGeom prst="line">
                <a:avLst/>
              </a:prstGeom>
              <a:noFill/>
              <a:ln w="3175" cap="flat" cmpd="sng" algn="ctr">
                <a:solidFill>
                  <a:srgbClr val="000000"/>
                </a:solidFill>
                <a:prstDash val="sysDash"/>
              </a:ln>
              <a:effectLst/>
            </p:spPr>
          </p:cxnSp>
          <p:grpSp>
            <p:nvGrpSpPr>
              <p:cNvPr id="982" name="Group 568">
                <a:extLst>
                  <a:ext uri="{FF2B5EF4-FFF2-40B4-BE49-F238E27FC236}">
                    <a16:creationId xmlns:a16="http://schemas.microsoft.com/office/drawing/2014/main" id="{2939B129-2D0A-934E-82CE-DFAE38C58EB2}"/>
                  </a:ext>
                </a:extLst>
              </p:cNvPr>
              <p:cNvGrpSpPr>
                <a:grpSpLocks/>
              </p:cNvGrpSpPr>
              <p:nvPr/>
            </p:nvGrpSpPr>
            <p:grpSpPr bwMode="auto">
              <a:xfrm>
                <a:off x="4351304" y="3867098"/>
                <a:ext cx="503828" cy="248249"/>
                <a:chOff x="2183302" y="1564542"/>
                <a:chExt cx="1200154" cy="440314"/>
              </a:xfrm>
            </p:grpSpPr>
            <p:sp>
              <p:nvSpPr>
                <p:cNvPr id="983" name="Oval 982">
                  <a:extLst>
                    <a:ext uri="{FF2B5EF4-FFF2-40B4-BE49-F238E27FC236}">
                      <a16:creationId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84" name="Rectangle 983">
                  <a:extLst>
                    <a:ext uri="{FF2B5EF4-FFF2-40B4-BE49-F238E27FC236}">
                      <a16:creationId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Oval 984">
                  <a:extLst>
                    <a:ext uri="{FF2B5EF4-FFF2-40B4-BE49-F238E27FC236}">
                      <a16:creationId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86" name="Freeform 985">
                  <a:extLst>
                    <a:ext uri="{FF2B5EF4-FFF2-40B4-BE49-F238E27FC236}">
                      <a16:creationId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7" name="Freeform 986">
                  <a:extLst>
                    <a:ext uri="{FF2B5EF4-FFF2-40B4-BE49-F238E27FC236}">
                      <a16:creationId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8" name="Freeform 987">
                  <a:extLst>
                    <a:ext uri="{FF2B5EF4-FFF2-40B4-BE49-F238E27FC236}">
                      <a16:creationId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9" name="Freeform 988">
                  <a:extLst>
                    <a:ext uri="{FF2B5EF4-FFF2-40B4-BE49-F238E27FC236}">
                      <a16:creationId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90" name="Straight Connector 989">
                  <a:extLst>
                    <a:ext uri="{FF2B5EF4-FFF2-40B4-BE49-F238E27FC236}">
                      <a16:creationId xmlns:a16="http://schemas.microsoft.com/office/drawing/2014/main" id="{C0FC5468-8C4C-AB42-AC33-6B20FED82305}"/>
                    </a:ext>
                  </a:extLst>
                </p:cNvPr>
                <p:cNvCxnSpPr>
                  <a:cxnSpLocks noChangeShapeType="1"/>
                  <a:endCxn id="98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91" name="Straight Connector 990">
                  <a:extLst>
                    <a:ext uri="{FF2B5EF4-FFF2-40B4-BE49-F238E27FC236}">
                      <a16:creationId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5" name="Group 48257">
              <a:extLst>
                <a:ext uri="{FF2B5EF4-FFF2-40B4-BE49-F238E27FC236}">
                  <a16:creationId xmlns:a16="http://schemas.microsoft.com/office/drawing/2014/main" id="{DFD8AD38-F69C-AE4E-A7C6-58BC92264C2E}"/>
                </a:ext>
              </a:extLst>
            </p:cNvPr>
            <p:cNvGrpSpPr>
              <a:grpSpLocks/>
            </p:cNvGrpSpPr>
            <p:nvPr/>
          </p:nvGrpSpPr>
          <p:grpSpPr bwMode="auto">
            <a:xfrm>
              <a:off x="5552116" y="3849635"/>
              <a:ext cx="514350" cy="1670050"/>
              <a:chOff x="5552116" y="3849635"/>
              <a:chExt cx="514350" cy="1670050"/>
            </a:xfrm>
          </p:grpSpPr>
          <p:sp>
            <p:nvSpPr>
              <p:cNvPr id="957" name="Rectangle 956">
                <a:extLst>
                  <a:ext uri="{FF2B5EF4-FFF2-40B4-BE49-F238E27FC236}">
                    <a16:creationId xmlns:a16="http://schemas.microsoft.com/office/drawing/2014/main" id="{B13372F6-7422-A24B-A223-1174A9270D3C}"/>
                  </a:ext>
                </a:extLst>
              </p:cNvPr>
              <p:cNvSpPr/>
              <p:nvPr/>
            </p:nvSpPr>
            <p:spPr bwMode="auto">
              <a:xfrm rot="10800000">
                <a:off x="5555163" y="39333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8" name="Straight Connector 957">
                <a:extLst>
                  <a:ext uri="{FF2B5EF4-FFF2-40B4-BE49-F238E27FC236}">
                    <a16:creationId xmlns:a16="http://schemas.microsoft.com/office/drawing/2014/main" id="{E33D11D1-8D4D-F14F-B9FC-6D2FB093890B}"/>
                  </a:ext>
                </a:extLst>
              </p:cNvPr>
              <p:cNvCxnSpPr/>
              <p:nvPr/>
            </p:nvCxnSpPr>
            <p:spPr bwMode="auto">
              <a:xfrm flipH="1">
                <a:off x="6064879" y="4006752"/>
                <a:ext cx="1588" cy="1365045"/>
              </a:xfrm>
              <a:prstGeom prst="line">
                <a:avLst/>
              </a:prstGeom>
              <a:noFill/>
              <a:ln w="3175" cap="flat" cmpd="sng" algn="ctr">
                <a:solidFill>
                  <a:srgbClr val="000000"/>
                </a:solidFill>
                <a:prstDash val="sysDash"/>
              </a:ln>
              <a:effectLst/>
            </p:spPr>
          </p:cxnSp>
          <p:grpSp>
            <p:nvGrpSpPr>
              <p:cNvPr id="959" name="Group 607">
                <a:extLst>
                  <a:ext uri="{FF2B5EF4-FFF2-40B4-BE49-F238E27FC236}">
                    <a16:creationId xmlns:a16="http://schemas.microsoft.com/office/drawing/2014/main" id="{12AC3864-6986-E84A-85C7-6895574A8804}"/>
                  </a:ext>
                </a:extLst>
              </p:cNvPr>
              <p:cNvGrpSpPr>
                <a:grpSpLocks/>
              </p:cNvGrpSpPr>
              <p:nvPr/>
            </p:nvGrpSpPr>
            <p:grpSpPr bwMode="auto">
              <a:xfrm>
                <a:off x="5557264" y="5297988"/>
                <a:ext cx="507588" cy="221697"/>
                <a:chOff x="4128636" y="3606589"/>
                <a:chExt cx="568145" cy="338667"/>
              </a:xfrm>
            </p:grpSpPr>
            <p:sp>
              <p:nvSpPr>
                <p:cNvPr id="972" name="Oval 971">
                  <a:extLst>
                    <a:ext uri="{FF2B5EF4-FFF2-40B4-BE49-F238E27FC236}">
                      <a16:creationId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3" name="Rectangle 972">
                  <a:extLst>
                    <a:ext uri="{FF2B5EF4-FFF2-40B4-BE49-F238E27FC236}">
                      <a16:creationId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4" name="Oval 973">
                  <a:extLst>
                    <a:ext uri="{FF2B5EF4-FFF2-40B4-BE49-F238E27FC236}">
                      <a16:creationId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5" name="Straight Connector 974">
                  <a:extLst>
                    <a:ext uri="{FF2B5EF4-FFF2-40B4-BE49-F238E27FC236}">
                      <a16:creationId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976" name="Straight Connector 975">
                  <a:extLst>
                    <a:ext uri="{FF2B5EF4-FFF2-40B4-BE49-F238E27FC236}">
                      <a16:creationId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960" name="Rectangle 959">
                <a:extLst>
                  <a:ext uri="{FF2B5EF4-FFF2-40B4-BE49-F238E27FC236}">
                    <a16:creationId xmlns:a16="http://schemas.microsoft.com/office/drawing/2014/main" id="{67DB7B11-56CE-334A-ADC8-5DC41B2B2B31}"/>
                  </a:ext>
                </a:extLst>
              </p:cNvPr>
              <p:cNvSpPr/>
              <p:nvPr/>
            </p:nvSpPr>
            <p:spPr bwMode="auto">
              <a:xfrm>
                <a:off x="5558467" y="456229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1" name="Straight Connector 960">
                <a:extLst>
                  <a:ext uri="{FF2B5EF4-FFF2-40B4-BE49-F238E27FC236}">
                    <a16:creationId xmlns:a16="http://schemas.microsoft.com/office/drawing/2014/main" id="{A04F27FE-A553-BA4D-8784-D3F9D239406C}"/>
                  </a:ext>
                </a:extLst>
              </p:cNvPr>
              <p:cNvCxnSpPr/>
              <p:nvPr/>
            </p:nvCxnSpPr>
            <p:spPr bwMode="auto">
              <a:xfrm flipH="1">
                <a:off x="5552117" y="4014689"/>
                <a:ext cx="3175" cy="1450757"/>
              </a:xfrm>
              <a:prstGeom prst="line">
                <a:avLst/>
              </a:prstGeom>
              <a:noFill/>
              <a:ln w="3175" cap="flat" cmpd="sng" algn="ctr">
                <a:solidFill>
                  <a:srgbClr val="000000"/>
                </a:solidFill>
                <a:prstDash val="sysDash"/>
              </a:ln>
              <a:effectLst/>
            </p:spPr>
          </p:cxnSp>
          <p:grpSp>
            <p:nvGrpSpPr>
              <p:cNvPr id="962" name="Group 595">
                <a:extLst>
                  <a:ext uri="{FF2B5EF4-FFF2-40B4-BE49-F238E27FC236}">
                    <a16:creationId xmlns:a16="http://schemas.microsoft.com/office/drawing/2014/main" id="{7A9DFB75-AD21-E042-816D-12C833D0B14E}"/>
                  </a:ext>
                </a:extLst>
              </p:cNvPr>
              <p:cNvGrpSpPr>
                <a:grpSpLocks/>
              </p:cNvGrpSpPr>
              <p:nvPr/>
            </p:nvGrpSpPr>
            <p:grpSpPr bwMode="auto">
              <a:xfrm>
                <a:off x="5554629" y="3849635"/>
                <a:ext cx="503828" cy="248249"/>
                <a:chOff x="2183302" y="1564542"/>
                <a:chExt cx="1200154" cy="440314"/>
              </a:xfrm>
            </p:grpSpPr>
            <p:sp>
              <p:nvSpPr>
                <p:cNvPr id="963" name="Oval 962">
                  <a:extLst>
                    <a:ext uri="{FF2B5EF4-FFF2-40B4-BE49-F238E27FC236}">
                      <a16:creationId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64" name="Rectangle 963">
                  <a:extLst>
                    <a:ext uri="{FF2B5EF4-FFF2-40B4-BE49-F238E27FC236}">
                      <a16:creationId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5" name="Oval 964">
                  <a:extLst>
                    <a:ext uri="{FF2B5EF4-FFF2-40B4-BE49-F238E27FC236}">
                      <a16:creationId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66" name="Freeform 965">
                  <a:extLst>
                    <a:ext uri="{FF2B5EF4-FFF2-40B4-BE49-F238E27FC236}">
                      <a16:creationId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7" name="Freeform 966">
                  <a:extLst>
                    <a:ext uri="{FF2B5EF4-FFF2-40B4-BE49-F238E27FC236}">
                      <a16:creationId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8" name="Freeform 967">
                  <a:extLst>
                    <a:ext uri="{FF2B5EF4-FFF2-40B4-BE49-F238E27FC236}">
                      <a16:creationId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9" name="Freeform 968">
                  <a:extLst>
                    <a:ext uri="{FF2B5EF4-FFF2-40B4-BE49-F238E27FC236}">
                      <a16:creationId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70" name="Straight Connector 969">
                  <a:extLst>
                    <a:ext uri="{FF2B5EF4-FFF2-40B4-BE49-F238E27FC236}">
                      <a16:creationId xmlns:a16="http://schemas.microsoft.com/office/drawing/2014/main" id="{D7BA177F-687A-5349-B8D9-E812C7AD3962}"/>
                    </a:ext>
                  </a:extLst>
                </p:cNvPr>
                <p:cNvCxnSpPr>
                  <a:cxnSpLocks noChangeShapeType="1"/>
                  <a:endCxn id="965"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71" name="Straight Connector 970">
                  <a:extLst>
                    <a:ext uri="{FF2B5EF4-FFF2-40B4-BE49-F238E27FC236}">
                      <a16:creationId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6" name="Group 48258">
              <a:extLst>
                <a:ext uri="{FF2B5EF4-FFF2-40B4-BE49-F238E27FC236}">
                  <a16:creationId xmlns:a16="http://schemas.microsoft.com/office/drawing/2014/main" id="{47B32372-CF84-404F-9FD0-9ACFAC4EE60D}"/>
                </a:ext>
              </a:extLst>
            </p:cNvPr>
            <p:cNvGrpSpPr>
              <a:grpSpLocks/>
            </p:cNvGrpSpPr>
            <p:nvPr/>
          </p:nvGrpSpPr>
          <p:grpSpPr bwMode="auto">
            <a:xfrm>
              <a:off x="6547479" y="3836935"/>
              <a:ext cx="514350" cy="1671638"/>
              <a:chOff x="6547479" y="3836935"/>
              <a:chExt cx="514350" cy="1671638"/>
            </a:xfrm>
          </p:grpSpPr>
          <p:sp>
            <p:nvSpPr>
              <p:cNvPr id="937" name="Rectangle 936">
                <a:extLst>
                  <a:ext uri="{FF2B5EF4-FFF2-40B4-BE49-F238E27FC236}">
                    <a16:creationId xmlns:a16="http://schemas.microsoft.com/office/drawing/2014/main" id="{73DDF967-9AF3-2A4F-AE8E-6BE3B9FF2E91}"/>
                  </a:ext>
                </a:extLst>
              </p:cNvPr>
              <p:cNvSpPr/>
              <p:nvPr/>
            </p:nvSpPr>
            <p:spPr bwMode="auto">
              <a:xfrm rot="10800000">
                <a:off x="6550526" y="3920772"/>
                <a:ext cx="498084" cy="62924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8" name="Straight Connector 937">
                <a:extLst>
                  <a:ext uri="{FF2B5EF4-FFF2-40B4-BE49-F238E27FC236}">
                    <a16:creationId xmlns:a16="http://schemas.microsoft.com/office/drawing/2014/main" id="{4E2A68FE-149D-DD45-B62C-268C2B480787}"/>
                  </a:ext>
                </a:extLst>
              </p:cNvPr>
              <p:cNvCxnSpPr/>
              <p:nvPr/>
            </p:nvCxnSpPr>
            <p:spPr bwMode="auto">
              <a:xfrm flipH="1">
                <a:off x="7060242" y="3994054"/>
                <a:ext cx="1587" cy="1366633"/>
              </a:xfrm>
              <a:prstGeom prst="line">
                <a:avLst/>
              </a:prstGeom>
              <a:noFill/>
              <a:ln w="3175" cap="flat" cmpd="sng" algn="ctr">
                <a:solidFill>
                  <a:srgbClr val="000000"/>
                </a:solidFill>
                <a:prstDash val="sysDash"/>
              </a:ln>
              <a:effectLst/>
            </p:spPr>
          </p:cxnSp>
          <p:grpSp>
            <p:nvGrpSpPr>
              <p:cNvPr id="939" name="Group 634">
                <a:extLst>
                  <a:ext uri="{FF2B5EF4-FFF2-40B4-BE49-F238E27FC236}">
                    <a16:creationId xmlns:a16="http://schemas.microsoft.com/office/drawing/2014/main" id="{EA89FBDD-115D-B744-8C40-278D9ECECBF6}"/>
                  </a:ext>
                </a:extLst>
              </p:cNvPr>
              <p:cNvGrpSpPr>
                <a:grpSpLocks/>
              </p:cNvGrpSpPr>
              <p:nvPr/>
            </p:nvGrpSpPr>
            <p:grpSpPr bwMode="auto">
              <a:xfrm>
                <a:off x="6552627" y="5286665"/>
                <a:ext cx="507588" cy="221908"/>
                <a:chOff x="4128636" y="3606589"/>
                <a:chExt cx="568145" cy="338667"/>
              </a:xfrm>
            </p:grpSpPr>
            <p:sp>
              <p:nvSpPr>
                <p:cNvPr id="952" name="Oval 951">
                  <a:extLst>
                    <a:ext uri="{FF2B5EF4-FFF2-40B4-BE49-F238E27FC236}">
                      <a16:creationId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3" name="Rectangle 952">
                  <a:extLst>
                    <a:ext uri="{FF2B5EF4-FFF2-40B4-BE49-F238E27FC236}">
                      <a16:creationId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4" name="Oval 953">
                  <a:extLst>
                    <a:ext uri="{FF2B5EF4-FFF2-40B4-BE49-F238E27FC236}">
                      <a16:creationId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5" name="Straight Connector 954">
                  <a:extLst>
                    <a:ext uri="{FF2B5EF4-FFF2-40B4-BE49-F238E27FC236}">
                      <a16:creationId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956" name="Straight Connector 955">
                  <a:extLst>
                    <a:ext uri="{FF2B5EF4-FFF2-40B4-BE49-F238E27FC236}">
                      <a16:creationId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40" name="Rectangle 939">
                <a:extLst>
                  <a:ext uri="{FF2B5EF4-FFF2-40B4-BE49-F238E27FC236}">
                    <a16:creationId xmlns:a16="http://schemas.microsoft.com/office/drawing/2014/main" id="{8A75ED0D-201E-C349-9238-A2D94F02D3E1}"/>
                  </a:ext>
                </a:extLst>
              </p:cNvPr>
              <p:cNvSpPr/>
              <p:nvPr/>
            </p:nvSpPr>
            <p:spPr bwMode="auto">
              <a:xfrm>
                <a:off x="6553829" y="4551184"/>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1" name="Straight Connector 940">
                <a:extLst>
                  <a:ext uri="{FF2B5EF4-FFF2-40B4-BE49-F238E27FC236}">
                    <a16:creationId xmlns:a16="http://schemas.microsoft.com/office/drawing/2014/main" id="{690B7076-D7BF-A64B-A741-7A1AB99BC7BD}"/>
                  </a:ext>
                </a:extLst>
              </p:cNvPr>
              <p:cNvCxnSpPr/>
              <p:nvPr/>
            </p:nvCxnSpPr>
            <p:spPr bwMode="auto">
              <a:xfrm flipH="1">
                <a:off x="6547479" y="4001991"/>
                <a:ext cx="3175" cy="1452344"/>
              </a:xfrm>
              <a:prstGeom prst="line">
                <a:avLst/>
              </a:prstGeom>
              <a:noFill/>
              <a:ln w="3175" cap="flat" cmpd="sng" algn="ctr">
                <a:solidFill>
                  <a:srgbClr val="000000"/>
                </a:solidFill>
                <a:prstDash val="sysDash"/>
              </a:ln>
              <a:effectLst/>
            </p:spPr>
          </p:cxnSp>
          <p:grpSp>
            <p:nvGrpSpPr>
              <p:cNvPr id="942" name="Group 622">
                <a:extLst>
                  <a:ext uri="{FF2B5EF4-FFF2-40B4-BE49-F238E27FC236}">
                    <a16:creationId xmlns:a16="http://schemas.microsoft.com/office/drawing/2014/main" id="{536C1E87-C19D-B549-A398-BDAA53318FF3}"/>
                  </a:ext>
                </a:extLst>
              </p:cNvPr>
              <p:cNvGrpSpPr>
                <a:grpSpLocks/>
              </p:cNvGrpSpPr>
              <p:nvPr/>
            </p:nvGrpSpPr>
            <p:grpSpPr bwMode="auto">
              <a:xfrm>
                <a:off x="6549992" y="3836935"/>
                <a:ext cx="503828" cy="248485"/>
                <a:chOff x="2183302" y="1564542"/>
                <a:chExt cx="1200154" cy="440314"/>
              </a:xfrm>
            </p:grpSpPr>
            <p:sp>
              <p:nvSpPr>
                <p:cNvPr id="943" name="Oval 942">
                  <a:extLst>
                    <a:ext uri="{FF2B5EF4-FFF2-40B4-BE49-F238E27FC236}">
                      <a16:creationId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44" name="Rectangle 943">
                  <a:extLst>
                    <a:ext uri="{FF2B5EF4-FFF2-40B4-BE49-F238E27FC236}">
                      <a16:creationId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Oval 944">
                  <a:extLst>
                    <a:ext uri="{FF2B5EF4-FFF2-40B4-BE49-F238E27FC236}">
                      <a16:creationId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46" name="Freeform 945">
                  <a:extLst>
                    <a:ext uri="{FF2B5EF4-FFF2-40B4-BE49-F238E27FC236}">
                      <a16:creationId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7" name="Freeform 946">
                  <a:extLst>
                    <a:ext uri="{FF2B5EF4-FFF2-40B4-BE49-F238E27FC236}">
                      <a16:creationId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8" name="Freeform 947">
                  <a:extLst>
                    <a:ext uri="{FF2B5EF4-FFF2-40B4-BE49-F238E27FC236}">
                      <a16:creationId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9" name="Freeform 948">
                  <a:extLst>
                    <a:ext uri="{FF2B5EF4-FFF2-40B4-BE49-F238E27FC236}">
                      <a16:creationId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50" name="Straight Connector 949">
                  <a:extLst>
                    <a:ext uri="{FF2B5EF4-FFF2-40B4-BE49-F238E27FC236}">
                      <a16:creationId xmlns:a16="http://schemas.microsoft.com/office/drawing/2014/main" id="{4BDF3FD2-413B-0D4C-9A59-50D44FBEA121}"/>
                    </a:ext>
                  </a:extLst>
                </p:cNvPr>
                <p:cNvCxnSpPr>
                  <a:cxnSpLocks noChangeShapeType="1"/>
                  <a:endCxn id="945"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1" name="Straight Connector 950">
                  <a:extLst>
                    <a:ext uri="{FF2B5EF4-FFF2-40B4-BE49-F238E27FC236}">
                      <a16:creationId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1037" name="Group 1036">
            <a:extLst>
              <a:ext uri="{FF2B5EF4-FFF2-40B4-BE49-F238E27FC236}">
                <a16:creationId xmlns:a16="http://schemas.microsoft.com/office/drawing/2014/main" id="{B91F629B-CF25-F443-9115-62469DD7E55B}"/>
              </a:ext>
            </a:extLst>
          </p:cNvPr>
          <p:cNvGrpSpPr>
            <a:grpSpLocks/>
          </p:cNvGrpSpPr>
          <p:nvPr/>
        </p:nvGrpSpPr>
        <p:grpSpPr bwMode="auto">
          <a:xfrm>
            <a:off x="4130530" y="2423492"/>
            <a:ext cx="4416425" cy="2314575"/>
            <a:chOff x="2381956" y="2435173"/>
            <a:chExt cx="4415330" cy="2315048"/>
          </a:xfrm>
        </p:grpSpPr>
        <p:sp>
          <p:nvSpPr>
            <p:cNvPr id="1038" name="Freeform 1037">
              <a:extLst>
                <a:ext uri="{FF2B5EF4-FFF2-40B4-BE49-F238E27FC236}">
                  <a16:creationId xmlns:a16="http://schemas.microsoft.com/office/drawing/2014/main" id="{9766E8B3-28C0-B742-8340-745064581E4E}"/>
                </a:ext>
              </a:extLst>
            </p:cNvPr>
            <p:cNvSpPr/>
            <p:nvPr/>
          </p:nvSpPr>
          <p:spPr>
            <a:xfrm>
              <a:off x="2381956" y="2439937"/>
              <a:ext cx="296789" cy="1743431"/>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015941"/>
                <a:gd name="connsiteX1" fmla="*/ 0 w 307275"/>
                <a:gd name="connsiteY1" fmla="*/ 0 h 2015941"/>
                <a:gd name="connsiteX2" fmla="*/ 0 w 307275"/>
                <a:gd name="connsiteY2" fmla="*/ 2015941 h 2015941"/>
                <a:gd name="connsiteX0" fmla="*/ 228538 w 228538"/>
                <a:gd name="connsiteY0" fmla="*/ 0 h 2022548"/>
                <a:gd name="connsiteX1" fmla="*/ 0 w 228538"/>
                <a:gd name="connsiteY1" fmla="*/ 6607 h 2022548"/>
                <a:gd name="connsiteX2" fmla="*/ 0 w 228538"/>
                <a:gd name="connsiteY2" fmla="*/ 2022548 h 2022548"/>
              </a:gdLst>
              <a:ahLst/>
              <a:cxnLst>
                <a:cxn ang="0">
                  <a:pos x="connsiteX0" y="connsiteY0"/>
                </a:cxn>
                <a:cxn ang="0">
                  <a:pos x="connsiteX1" y="connsiteY1"/>
                </a:cxn>
                <a:cxn ang="0">
                  <a:pos x="connsiteX2" y="connsiteY2"/>
                </a:cxn>
              </a:cxnLst>
              <a:rect l="l" t="t" r="r" b="b"/>
              <a:pathLst>
                <a:path w="228538" h="2022548">
                  <a:moveTo>
                    <a:pt x="228538" y="0"/>
                  </a:moveTo>
                  <a:lnTo>
                    <a:pt x="0" y="6607"/>
                  </a:lnTo>
                  <a:lnTo>
                    <a:pt x="0" y="2022548"/>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latin typeface="Gill Sans MT"/>
                <a:ea typeface="+mn-ea"/>
                <a:cs typeface="+mn-cs"/>
              </a:endParaRPr>
            </a:p>
          </p:txBody>
        </p:sp>
        <p:sp>
          <p:nvSpPr>
            <p:cNvPr id="1039" name="Freeform 1038">
              <a:extLst>
                <a:ext uri="{FF2B5EF4-FFF2-40B4-BE49-F238E27FC236}">
                  <a16:creationId xmlns:a16="http://schemas.microsoft.com/office/drawing/2014/main" id="{CDF62C6F-3C23-F349-9A9F-804273D0BA51}"/>
                </a:ext>
              </a:extLst>
            </p:cNvPr>
            <p:cNvSpPr/>
            <p:nvPr/>
          </p:nvSpPr>
          <p:spPr>
            <a:xfrm flipH="1">
              <a:off x="6411620" y="2435173"/>
              <a:ext cx="385666" cy="2300758"/>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117725"/>
                <a:gd name="connsiteX1" fmla="*/ 0 w 307275"/>
                <a:gd name="connsiteY1" fmla="*/ 0 h 2117725"/>
                <a:gd name="connsiteX2" fmla="*/ 0 w 307275"/>
                <a:gd name="connsiteY2" fmla="*/ 2117725 h 2117725"/>
              </a:gdLst>
              <a:ahLst/>
              <a:cxnLst>
                <a:cxn ang="0">
                  <a:pos x="connsiteX0" y="connsiteY0"/>
                </a:cxn>
                <a:cxn ang="0">
                  <a:pos x="connsiteX1" y="connsiteY1"/>
                </a:cxn>
                <a:cxn ang="0">
                  <a:pos x="connsiteX2" y="connsiteY2"/>
                </a:cxn>
              </a:cxnLst>
              <a:rect l="l" t="t" r="r" b="b"/>
              <a:pathLst>
                <a:path w="307275" h="2117725">
                  <a:moveTo>
                    <a:pt x="307275" y="0"/>
                  </a:moveTo>
                  <a:lnTo>
                    <a:pt x="0" y="0"/>
                  </a:lnTo>
                  <a:lnTo>
                    <a:pt x="0" y="2117725"/>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MT"/>
                <a:ea typeface="+mn-ea"/>
                <a:cs typeface="+mn-cs"/>
              </a:endParaRPr>
            </a:p>
          </p:txBody>
        </p:sp>
        <p:cxnSp>
          <p:nvCxnSpPr>
            <p:cNvPr id="1040" name="Straight Arrow Connector 1039">
              <a:extLst>
                <a:ext uri="{FF2B5EF4-FFF2-40B4-BE49-F238E27FC236}">
                  <a16:creationId xmlns:a16="http://schemas.microsoft.com/office/drawing/2014/main" id="{497E72DF-A12C-4044-A2D6-B881FE41D269}"/>
                </a:ext>
              </a:extLst>
            </p:cNvPr>
            <p:cNvCxnSpPr/>
            <p:nvPr/>
          </p:nvCxnSpPr>
          <p:spPr>
            <a:xfrm flipV="1">
              <a:off x="5791061" y="2687638"/>
              <a:ext cx="7936" cy="2062583"/>
            </a:xfrm>
            <a:prstGeom prst="straightConnector1">
              <a:avLst/>
            </a:prstGeom>
            <a:noFill/>
            <a:ln w="31750" cap="flat" cmpd="sng" algn="ctr">
              <a:solidFill>
                <a:srgbClr val="CC0000"/>
              </a:solidFill>
              <a:prstDash val="solid"/>
              <a:headEnd type="triangle"/>
              <a:tailEnd type="triangle"/>
            </a:ln>
            <a:effectLst/>
          </p:spPr>
        </p:cxnSp>
        <p:cxnSp>
          <p:nvCxnSpPr>
            <p:cNvPr id="1041" name="Straight Arrow Connector 1040">
              <a:extLst>
                <a:ext uri="{FF2B5EF4-FFF2-40B4-BE49-F238E27FC236}">
                  <a16:creationId xmlns:a16="http://schemas.microsoft.com/office/drawing/2014/main" id="{EF8C79E1-BE27-8F43-B34B-79F8C5338E4E}"/>
                </a:ext>
              </a:extLst>
            </p:cNvPr>
            <p:cNvCxnSpPr/>
            <p:nvPr/>
          </p:nvCxnSpPr>
          <p:spPr>
            <a:xfrm flipV="1">
              <a:off x="4599144" y="2708279"/>
              <a:ext cx="17458" cy="2037179"/>
            </a:xfrm>
            <a:prstGeom prst="straightConnector1">
              <a:avLst/>
            </a:prstGeom>
            <a:noFill/>
            <a:ln w="31750" cap="flat" cmpd="sng" algn="ctr">
              <a:solidFill>
                <a:srgbClr val="CC0000"/>
              </a:solidFill>
              <a:prstDash val="solid"/>
              <a:headEnd type="triangle"/>
              <a:tailEnd type="triangle"/>
            </a:ln>
            <a:effectLst/>
          </p:spPr>
        </p:cxnSp>
        <p:cxnSp>
          <p:nvCxnSpPr>
            <p:cNvPr id="1042" name="Straight Arrow Connector 1041">
              <a:extLst>
                <a:ext uri="{FF2B5EF4-FFF2-40B4-BE49-F238E27FC236}">
                  <a16:creationId xmlns:a16="http://schemas.microsoft.com/office/drawing/2014/main" id="{4B55563F-765E-CC4D-92B4-D17FBE1B08A6}"/>
                </a:ext>
              </a:extLst>
            </p:cNvPr>
            <p:cNvCxnSpPr/>
            <p:nvPr/>
          </p:nvCxnSpPr>
          <p:spPr>
            <a:xfrm flipH="1" flipV="1">
              <a:off x="3807178" y="2762265"/>
              <a:ext cx="9523" cy="1983193"/>
            </a:xfrm>
            <a:prstGeom prst="straightConnector1">
              <a:avLst/>
            </a:prstGeom>
            <a:noFill/>
            <a:ln w="31750" cap="flat" cmpd="sng" algn="ctr">
              <a:solidFill>
                <a:srgbClr val="CC0000"/>
              </a:solidFill>
              <a:prstDash val="solid"/>
              <a:headEnd type="triangle"/>
              <a:tailEnd type="triangle"/>
            </a:ln>
            <a:effectLst/>
          </p:spPr>
        </p:cxnSp>
      </p:grpSp>
      <p:grpSp>
        <p:nvGrpSpPr>
          <p:cNvPr id="1043" name="Group 1042">
            <a:extLst>
              <a:ext uri="{FF2B5EF4-FFF2-40B4-BE49-F238E27FC236}">
                <a16:creationId xmlns:a16="http://schemas.microsoft.com/office/drawing/2014/main" id="{B5756541-DE04-D343-ADA3-E578917497B6}"/>
              </a:ext>
            </a:extLst>
          </p:cNvPr>
          <p:cNvGrpSpPr>
            <a:grpSpLocks/>
          </p:cNvGrpSpPr>
          <p:nvPr/>
        </p:nvGrpSpPr>
        <p:grpSpPr bwMode="auto">
          <a:xfrm>
            <a:off x="3805093" y="4634880"/>
            <a:ext cx="4957762" cy="693737"/>
            <a:chOff x="2055070" y="4690247"/>
            <a:chExt cx="4956877" cy="694339"/>
          </a:xfrm>
        </p:grpSpPr>
        <p:grpSp>
          <p:nvGrpSpPr>
            <p:cNvPr id="1044" name="Group 554">
              <a:extLst>
                <a:ext uri="{FF2B5EF4-FFF2-40B4-BE49-F238E27FC236}">
                  <a16:creationId xmlns:a16="http://schemas.microsoft.com/office/drawing/2014/main" id="{368CBAA7-B3CD-B447-8953-FE800957AF6D}"/>
                </a:ext>
              </a:extLst>
            </p:cNvPr>
            <p:cNvGrpSpPr>
              <a:grpSpLocks/>
            </p:cNvGrpSpPr>
            <p:nvPr/>
          </p:nvGrpSpPr>
          <p:grpSpPr bwMode="auto">
            <a:xfrm>
              <a:off x="3605320" y="5055434"/>
              <a:ext cx="430131" cy="329152"/>
              <a:chOff x="2931664" y="3912603"/>
              <a:chExt cx="430450" cy="329314"/>
            </a:xfrm>
          </p:grpSpPr>
          <p:sp>
            <p:nvSpPr>
              <p:cNvPr id="1065" name="Rectangle 1064">
                <a:extLst>
                  <a:ext uri="{FF2B5EF4-FFF2-40B4-BE49-F238E27FC236}">
                    <a16:creationId xmlns:a16="http://schemas.microsoft.com/office/drawing/2014/main" id="{C71DD82B-ED54-9D40-848F-40B6802EC749}"/>
                  </a:ext>
                </a:extLst>
              </p:cNvPr>
              <p:cNvSpPr/>
              <p:nvPr/>
            </p:nvSpPr>
            <p:spPr>
              <a:xfrm>
                <a:off x="2936890" y="3912858"/>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6" name="Straight Connector 1065">
                <a:extLst>
                  <a:ext uri="{FF2B5EF4-FFF2-40B4-BE49-F238E27FC236}">
                    <a16:creationId xmlns:a16="http://schemas.microsoft.com/office/drawing/2014/main" id="{5A2CCD06-A52B-594C-895E-DE5616109835}"/>
                  </a:ext>
                </a:extLst>
              </p:cNvPr>
              <p:cNvCxnSpPr/>
              <p:nvPr/>
            </p:nvCxnSpPr>
            <p:spPr>
              <a:xfrm>
                <a:off x="2932124" y="4005058"/>
                <a:ext cx="425689" cy="0"/>
              </a:xfrm>
              <a:prstGeom prst="line">
                <a:avLst/>
              </a:prstGeom>
              <a:noFill/>
              <a:ln w="3175" cap="flat" cmpd="sng" algn="ctr">
                <a:solidFill>
                  <a:srgbClr val="CC0000"/>
                </a:solidFill>
                <a:prstDash val="solid"/>
              </a:ln>
              <a:effectLst/>
            </p:spPr>
          </p:cxnSp>
          <p:cxnSp>
            <p:nvCxnSpPr>
              <p:cNvPr id="1067" name="Straight Connector 1066">
                <a:extLst>
                  <a:ext uri="{FF2B5EF4-FFF2-40B4-BE49-F238E27FC236}">
                    <a16:creationId xmlns:a16="http://schemas.microsoft.com/office/drawing/2014/main" id="{CAE78986-A47E-684D-AC0D-81B0C9B79A88}"/>
                  </a:ext>
                </a:extLst>
              </p:cNvPr>
              <p:cNvCxnSpPr/>
              <p:nvPr/>
            </p:nvCxnSpPr>
            <p:spPr>
              <a:xfrm>
                <a:off x="2932124" y="4068645"/>
                <a:ext cx="425689" cy="0"/>
              </a:xfrm>
              <a:prstGeom prst="line">
                <a:avLst/>
              </a:prstGeom>
              <a:noFill/>
              <a:ln w="3175" cap="flat" cmpd="sng" algn="ctr">
                <a:solidFill>
                  <a:srgbClr val="CC0000"/>
                </a:solidFill>
                <a:prstDash val="solid"/>
              </a:ln>
              <a:effectLst/>
            </p:spPr>
          </p:cxnSp>
          <p:cxnSp>
            <p:nvCxnSpPr>
              <p:cNvPr id="1068" name="Straight Connector 1067">
                <a:extLst>
                  <a:ext uri="{FF2B5EF4-FFF2-40B4-BE49-F238E27FC236}">
                    <a16:creationId xmlns:a16="http://schemas.microsoft.com/office/drawing/2014/main" id="{CEA4CB24-3526-B94F-BDC2-D6FC123FF46E}"/>
                  </a:ext>
                </a:extLst>
              </p:cNvPr>
              <p:cNvCxnSpPr>
                <a:stCxn id="1065" idx="2"/>
              </p:cNvCxnSpPr>
              <p:nvPr/>
            </p:nvCxnSpPr>
            <p:spPr>
              <a:xfrm flipH="1" flipV="1">
                <a:off x="3148146" y="4005058"/>
                <a:ext cx="1589" cy="236859"/>
              </a:xfrm>
              <a:prstGeom prst="line">
                <a:avLst/>
              </a:prstGeom>
              <a:noFill/>
              <a:ln w="3175" cap="flat" cmpd="sng" algn="ctr">
                <a:solidFill>
                  <a:srgbClr val="CC0000"/>
                </a:solidFill>
                <a:prstDash val="solid"/>
              </a:ln>
              <a:effectLst/>
            </p:spPr>
          </p:cxnSp>
        </p:grpSp>
        <p:grpSp>
          <p:nvGrpSpPr>
            <p:cNvPr id="1045" name="Group 582">
              <a:extLst>
                <a:ext uri="{FF2B5EF4-FFF2-40B4-BE49-F238E27FC236}">
                  <a16:creationId xmlns:a16="http://schemas.microsoft.com/office/drawing/2014/main" id="{813A6CA3-90B1-754D-8C2A-B486DE6440EC}"/>
                </a:ext>
              </a:extLst>
            </p:cNvPr>
            <p:cNvGrpSpPr>
              <a:grpSpLocks/>
            </p:cNvGrpSpPr>
            <p:nvPr/>
          </p:nvGrpSpPr>
          <p:grpSpPr bwMode="auto">
            <a:xfrm>
              <a:off x="4387957" y="5055368"/>
              <a:ext cx="430131" cy="329152"/>
              <a:chOff x="2931664" y="3912603"/>
              <a:chExt cx="430450" cy="329314"/>
            </a:xfrm>
          </p:grpSpPr>
          <p:sp>
            <p:nvSpPr>
              <p:cNvPr id="1061" name="Rectangle 1060">
                <a:extLst>
                  <a:ext uri="{FF2B5EF4-FFF2-40B4-BE49-F238E27FC236}">
                    <a16:creationId xmlns:a16="http://schemas.microsoft.com/office/drawing/2014/main" id="{CDA497B5-1F53-4B4A-B52C-8AF25ACDEA7D}"/>
                  </a:ext>
                </a:extLst>
              </p:cNvPr>
              <p:cNvSpPr/>
              <p:nvPr/>
            </p:nvSpPr>
            <p:spPr>
              <a:xfrm>
                <a:off x="2936750" y="3912924"/>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2" name="Straight Connector 1061">
                <a:extLst>
                  <a:ext uri="{FF2B5EF4-FFF2-40B4-BE49-F238E27FC236}">
                    <a16:creationId xmlns:a16="http://schemas.microsoft.com/office/drawing/2014/main" id="{1FEFA7AF-47D6-9044-B6BA-FCC567BC9B9F}"/>
                  </a:ext>
                </a:extLst>
              </p:cNvPr>
              <p:cNvCxnSpPr/>
              <p:nvPr/>
            </p:nvCxnSpPr>
            <p:spPr>
              <a:xfrm>
                <a:off x="2931985" y="4005125"/>
                <a:ext cx="425689" cy="0"/>
              </a:xfrm>
              <a:prstGeom prst="line">
                <a:avLst/>
              </a:prstGeom>
              <a:noFill/>
              <a:ln w="3175" cap="flat" cmpd="sng" algn="ctr">
                <a:solidFill>
                  <a:srgbClr val="CC0000"/>
                </a:solidFill>
                <a:prstDash val="solid"/>
              </a:ln>
              <a:effectLst/>
            </p:spPr>
          </p:cxnSp>
          <p:cxnSp>
            <p:nvCxnSpPr>
              <p:cNvPr id="1063" name="Straight Connector 1062">
                <a:extLst>
                  <a:ext uri="{FF2B5EF4-FFF2-40B4-BE49-F238E27FC236}">
                    <a16:creationId xmlns:a16="http://schemas.microsoft.com/office/drawing/2014/main" id="{F2F3585A-E53E-A040-84F7-9123881B9F28}"/>
                  </a:ext>
                </a:extLst>
              </p:cNvPr>
              <p:cNvCxnSpPr/>
              <p:nvPr/>
            </p:nvCxnSpPr>
            <p:spPr>
              <a:xfrm>
                <a:off x="2931985" y="4068711"/>
                <a:ext cx="425689" cy="0"/>
              </a:xfrm>
              <a:prstGeom prst="line">
                <a:avLst/>
              </a:prstGeom>
              <a:noFill/>
              <a:ln w="3175" cap="flat" cmpd="sng" algn="ctr">
                <a:solidFill>
                  <a:srgbClr val="CC0000"/>
                </a:solidFill>
                <a:prstDash val="solid"/>
              </a:ln>
              <a:effectLst/>
            </p:spPr>
          </p:cxnSp>
          <p:cxnSp>
            <p:nvCxnSpPr>
              <p:cNvPr id="1064" name="Straight Connector 1063">
                <a:extLst>
                  <a:ext uri="{FF2B5EF4-FFF2-40B4-BE49-F238E27FC236}">
                    <a16:creationId xmlns:a16="http://schemas.microsoft.com/office/drawing/2014/main" id="{F72283CD-AFD3-8E4E-9857-F6D589080734}"/>
                  </a:ext>
                </a:extLst>
              </p:cNvPr>
              <p:cNvCxnSpPr>
                <a:stCxn id="1061" idx="2"/>
              </p:cNvCxnSpPr>
              <p:nvPr/>
            </p:nvCxnSpPr>
            <p:spPr>
              <a:xfrm flipH="1" flipV="1">
                <a:off x="3148007" y="4005125"/>
                <a:ext cx="1588" cy="236859"/>
              </a:xfrm>
              <a:prstGeom prst="line">
                <a:avLst/>
              </a:prstGeom>
              <a:noFill/>
              <a:ln w="3175" cap="flat" cmpd="sng" algn="ctr">
                <a:solidFill>
                  <a:srgbClr val="CC0000"/>
                </a:solidFill>
                <a:prstDash val="solid"/>
              </a:ln>
              <a:effectLst/>
            </p:spPr>
          </p:cxnSp>
        </p:grpSp>
        <p:grpSp>
          <p:nvGrpSpPr>
            <p:cNvPr id="1046" name="Group 609">
              <a:extLst>
                <a:ext uri="{FF2B5EF4-FFF2-40B4-BE49-F238E27FC236}">
                  <a16:creationId xmlns:a16="http://schemas.microsoft.com/office/drawing/2014/main" id="{89D38A41-C0E7-004E-889C-35371BDB4904}"/>
                </a:ext>
              </a:extLst>
            </p:cNvPr>
            <p:cNvGrpSpPr>
              <a:grpSpLocks/>
            </p:cNvGrpSpPr>
            <p:nvPr/>
          </p:nvGrpSpPr>
          <p:grpSpPr bwMode="auto">
            <a:xfrm>
              <a:off x="5591804" y="5053093"/>
              <a:ext cx="430212" cy="328614"/>
              <a:chOff x="2932186" y="3913304"/>
              <a:chExt cx="430531" cy="328775"/>
            </a:xfrm>
          </p:grpSpPr>
          <p:sp>
            <p:nvSpPr>
              <p:cNvPr id="1057" name="Rectangle 1056">
                <a:extLst>
                  <a:ext uri="{FF2B5EF4-FFF2-40B4-BE49-F238E27FC236}">
                    <a16:creationId xmlns:a16="http://schemas.microsoft.com/office/drawing/2014/main" id="{7E038D77-DD73-D34F-AE34-D667F6E9B9F0}"/>
                  </a:ext>
                </a:extLst>
              </p:cNvPr>
              <p:cNvSpPr/>
              <p:nvPr/>
            </p:nvSpPr>
            <p:spPr>
              <a:xfrm>
                <a:off x="2936535" y="3912722"/>
                <a:ext cx="425689" cy="329058"/>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8" name="Straight Connector 1057">
                <a:extLst>
                  <a:ext uri="{FF2B5EF4-FFF2-40B4-BE49-F238E27FC236}">
                    <a16:creationId xmlns:a16="http://schemas.microsoft.com/office/drawing/2014/main" id="{D2968903-9149-5948-9F49-8F05AE95D6F0}"/>
                  </a:ext>
                </a:extLst>
              </p:cNvPr>
              <p:cNvCxnSpPr/>
              <p:nvPr/>
            </p:nvCxnSpPr>
            <p:spPr>
              <a:xfrm>
                <a:off x="2931771" y="4004922"/>
                <a:ext cx="425689" cy="0"/>
              </a:xfrm>
              <a:prstGeom prst="line">
                <a:avLst/>
              </a:prstGeom>
              <a:noFill/>
              <a:ln w="3175" cap="flat" cmpd="sng" algn="ctr">
                <a:solidFill>
                  <a:srgbClr val="CC0000"/>
                </a:solidFill>
                <a:prstDash val="solid"/>
              </a:ln>
              <a:effectLst/>
            </p:spPr>
          </p:cxnSp>
          <p:cxnSp>
            <p:nvCxnSpPr>
              <p:cNvPr id="1059" name="Straight Connector 1058">
                <a:extLst>
                  <a:ext uri="{FF2B5EF4-FFF2-40B4-BE49-F238E27FC236}">
                    <a16:creationId xmlns:a16="http://schemas.microsoft.com/office/drawing/2014/main" id="{6B45A1AF-6B67-DD42-AEDE-F73D064563E4}"/>
                  </a:ext>
                </a:extLst>
              </p:cNvPr>
              <p:cNvCxnSpPr/>
              <p:nvPr/>
            </p:nvCxnSpPr>
            <p:spPr>
              <a:xfrm>
                <a:off x="2931771" y="4068509"/>
                <a:ext cx="425689" cy="0"/>
              </a:xfrm>
              <a:prstGeom prst="line">
                <a:avLst/>
              </a:prstGeom>
              <a:noFill/>
              <a:ln w="3175" cap="flat" cmpd="sng" algn="ctr">
                <a:solidFill>
                  <a:srgbClr val="CC0000"/>
                </a:solidFill>
                <a:prstDash val="solid"/>
              </a:ln>
              <a:effectLst/>
            </p:spPr>
          </p:cxnSp>
          <p:cxnSp>
            <p:nvCxnSpPr>
              <p:cNvPr id="1060" name="Straight Connector 1059">
                <a:extLst>
                  <a:ext uri="{FF2B5EF4-FFF2-40B4-BE49-F238E27FC236}">
                    <a16:creationId xmlns:a16="http://schemas.microsoft.com/office/drawing/2014/main" id="{0FF66FC3-DA6A-CB44-8117-4648AAEC93ED}"/>
                  </a:ext>
                </a:extLst>
              </p:cNvPr>
              <p:cNvCxnSpPr>
                <a:stCxn id="1057" idx="2"/>
              </p:cNvCxnSpPr>
              <p:nvPr/>
            </p:nvCxnSpPr>
            <p:spPr>
              <a:xfrm flipH="1" flipV="1">
                <a:off x="3147792" y="4004922"/>
                <a:ext cx="1588" cy="236858"/>
              </a:xfrm>
              <a:prstGeom prst="line">
                <a:avLst/>
              </a:prstGeom>
              <a:noFill/>
              <a:ln w="3175" cap="flat" cmpd="sng" algn="ctr">
                <a:solidFill>
                  <a:srgbClr val="CC0000"/>
                </a:solidFill>
                <a:prstDash val="solid"/>
              </a:ln>
              <a:effectLst/>
            </p:spPr>
          </p:cxnSp>
        </p:grpSp>
        <p:grpSp>
          <p:nvGrpSpPr>
            <p:cNvPr id="1047" name="Group 636">
              <a:extLst>
                <a:ext uri="{FF2B5EF4-FFF2-40B4-BE49-F238E27FC236}">
                  <a16:creationId xmlns:a16="http://schemas.microsoft.com/office/drawing/2014/main" id="{6DF58C37-21E3-AF4F-B080-530FD985E91D}"/>
                </a:ext>
              </a:extLst>
            </p:cNvPr>
            <p:cNvGrpSpPr>
              <a:grpSpLocks/>
            </p:cNvGrpSpPr>
            <p:nvPr/>
          </p:nvGrpSpPr>
          <p:grpSpPr bwMode="auto">
            <a:xfrm>
              <a:off x="6581816" y="5045656"/>
              <a:ext cx="430131" cy="329465"/>
              <a:chOff x="2931664" y="3912603"/>
              <a:chExt cx="430450" cy="329314"/>
            </a:xfrm>
          </p:grpSpPr>
          <p:sp>
            <p:nvSpPr>
              <p:cNvPr id="1053" name="Rectangle 1052">
                <a:extLst>
                  <a:ext uri="{FF2B5EF4-FFF2-40B4-BE49-F238E27FC236}">
                    <a16:creationId xmlns:a16="http://schemas.microsoft.com/office/drawing/2014/main" id="{F4182402-0285-CD46-9828-6534BE97D257}"/>
                  </a:ext>
                </a:extLst>
              </p:cNvPr>
              <p:cNvSpPr/>
              <p:nvPr/>
            </p:nvSpPr>
            <p:spPr>
              <a:xfrm>
                <a:off x="2936425" y="3913102"/>
                <a:ext cx="425689" cy="328747"/>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4" name="Straight Connector 1053">
                <a:extLst>
                  <a:ext uri="{FF2B5EF4-FFF2-40B4-BE49-F238E27FC236}">
                    <a16:creationId xmlns:a16="http://schemas.microsoft.com/office/drawing/2014/main" id="{D14A7BEB-C638-0A47-B8DE-352AFA82413E}"/>
                  </a:ext>
                </a:extLst>
              </p:cNvPr>
              <p:cNvCxnSpPr/>
              <p:nvPr/>
            </p:nvCxnSpPr>
            <p:spPr>
              <a:xfrm>
                <a:off x="2931660" y="4005215"/>
                <a:ext cx="425689" cy="0"/>
              </a:xfrm>
              <a:prstGeom prst="line">
                <a:avLst/>
              </a:prstGeom>
              <a:noFill/>
              <a:ln w="3175" cap="flat" cmpd="sng" algn="ctr">
                <a:solidFill>
                  <a:srgbClr val="CC0000"/>
                </a:solidFill>
                <a:prstDash val="solid"/>
              </a:ln>
              <a:effectLst/>
            </p:spPr>
          </p:cxnSp>
          <p:cxnSp>
            <p:nvCxnSpPr>
              <p:cNvPr id="1055" name="Straight Connector 1054">
                <a:extLst>
                  <a:ext uri="{FF2B5EF4-FFF2-40B4-BE49-F238E27FC236}">
                    <a16:creationId xmlns:a16="http://schemas.microsoft.com/office/drawing/2014/main" id="{F02DD2C2-E65E-7E4C-B479-635D130D51D4}"/>
                  </a:ext>
                </a:extLst>
              </p:cNvPr>
              <p:cNvCxnSpPr/>
              <p:nvPr/>
            </p:nvCxnSpPr>
            <p:spPr>
              <a:xfrm>
                <a:off x="2931660" y="4067152"/>
                <a:ext cx="425689" cy="0"/>
              </a:xfrm>
              <a:prstGeom prst="line">
                <a:avLst/>
              </a:prstGeom>
              <a:noFill/>
              <a:ln w="3175" cap="flat" cmpd="sng" algn="ctr">
                <a:solidFill>
                  <a:srgbClr val="CC0000"/>
                </a:solidFill>
                <a:prstDash val="solid"/>
              </a:ln>
              <a:effectLst/>
            </p:spPr>
          </p:cxnSp>
          <p:cxnSp>
            <p:nvCxnSpPr>
              <p:cNvPr id="1056" name="Straight Connector 1055">
                <a:extLst>
                  <a:ext uri="{FF2B5EF4-FFF2-40B4-BE49-F238E27FC236}">
                    <a16:creationId xmlns:a16="http://schemas.microsoft.com/office/drawing/2014/main" id="{01A054F6-D6ED-F249-8703-213FDF32A722}"/>
                  </a:ext>
                </a:extLst>
              </p:cNvPr>
              <p:cNvCxnSpPr>
                <a:stCxn id="1053" idx="2"/>
              </p:cNvCxnSpPr>
              <p:nvPr/>
            </p:nvCxnSpPr>
            <p:spPr>
              <a:xfrm flipH="1" flipV="1">
                <a:off x="3147681" y="4005215"/>
                <a:ext cx="1588" cy="236634"/>
              </a:xfrm>
              <a:prstGeom prst="line">
                <a:avLst/>
              </a:prstGeom>
              <a:noFill/>
              <a:ln w="3175" cap="flat" cmpd="sng" algn="ctr">
                <a:solidFill>
                  <a:srgbClr val="CC0000"/>
                </a:solidFill>
                <a:prstDash val="solid"/>
              </a:ln>
              <a:effectLst/>
            </p:spPr>
          </p:cxnSp>
        </p:grpSp>
        <p:grpSp>
          <p:nvGrpSpPr>
            <p:cNvPr id="1048" name="Group 554">
              <a:extLst>
                <a:ext uri="{FF2B5EF4-FFF2-40B4-BE49-F238E27FC236}">
                  <a16:creationId xmlns:a16="http://schemas.microsoft.com/office/drawing/2014/main" id="{BAA5C424-578C-0343-914E-B5BD57101FDC}"/>
                </a:ext>
              </a:extLst>
            </p:cNvPr>
            <p:cNvGrpSpPr>
              <a:grpSpLocks/>
            </p:cNvGrpSpPr>
            <p:nvPr/>
          </p:nvGrpSpPr>
          <p:grpSpPr bwMode="auto">
            <a:xfrm>
              <a:off x="2055070" y="4690247"/>
              <a:ext cx="675320" cy="521222"/>
              <a:chOff x="2931664" y="3912603"/>
              <a:chExt cx="430450" cy="329314"/>
            </a:xfrm>
          </p:grpSpPr>
          <p:sp>
            <p:nvSpPr>
              <p:cNvPr id="1049" name="Rectangle 1048">
                <a:extLst>
                  <a:ext uri="{FF2B5EF4-FFF2-40B4-BE49-F238E27FC236}">
                    <a16:creationId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1051" name="Straight Connector 1050">
                <a:extLst>
                  <a:ext uri="{FF2B5EF4-FFF2-40B4-BE49-F238E27FC236}">
                    <a16:creationId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1052" name="Straight Connector 1051">
                <a:extLst>
                  <a:ext uri="{FF2B5EF4-FFF2-40B4-BE49-F238E27FC236}">
                    <a16:creationId xmlns:a16="http://schemas.microsoft.com/office/drawing/2014/main" id="{BA1C7D13-CACA-DE42-A4BD-9DF0691F3FA5}"/>
                  </a:ext>
                </a:extLst>
              </p:cNvPr>
              <p:cNvCxnSpPr>
                <a:stCxn id="1049"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grpSp>
        <p:nvGrpSpPr>
          <p:cNvPr id="1069" name="Group 347">
            <a:extLst>
              <a:ext uri="{FF2B5EF4-FFF2-40B4-BE49-F238E27FC236}">
                <a16:creationId xmlns:a16="http://schemas.microsoft.com/office/drawing/2014/main" id="{4D6C1728-73DE-F748-A0E0-11321B8F7571}"/>
              </a:ext>
            </a:extLst>
          </p:cNvPr>
          <p:cNvGrpSpPr>
            <a:grpSpLocks/>
          </p:cNvGrpSpPr>
          <p:nvPr/>
        </p:nvGrpSpPr>
        <p:grpSpPr bwMode="auto">
          <a:xfrm>
            <a:off x="7605568" y="5890592"/>
            <a:ext cx="588962" cy="242888"/>
            <a:chOff x="1871277" y="1576300"/>
            <a:chExt cx="1128371" cy="437861"/>
          </a:xfrm>
        </p:grpSpPr>
        <p:sp>
          <p:nvSpPr>
            <p:cNvPr id="1070" name="Oval 1069">
              <a:extLst>
                <a:ext uri="{FF2B5EF4-FFF2-40B4-BE49-F238E27FC236}">
                  <a16:creationId xmlns:a16="http://schemas.microsoft.com/office/drawing/2014/main" id="{BD0DE6BC-801F-2349-B339-2073DD002B17}"/>
                </a:ext>
              </a:extLst>
            </p:cNvPr>
            <p:cNvSpPr>
              <a:spLocks noChangeArrowheads="1"/>
            </p:cNvSpPr>
            <p:nvPr/>
          </p:nvSpPr>
          <p:spPr bwMode="auto">
            <a:xfrm flipV="1">
              <a:off x="1874317" y="1693636"/>
              <a:ext cx="1125331" cy="320525"/>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1" name="Rectangle 1070">
              <a:extLst>
                <a:ext uri="{FF2B5EF4-FFF2-40B4-BE49-F238E27FC236}">
                  <a16:creationId xmlns:a16="http://schemas.microsoft.com/office/drawing/2014/main" id="{8006CA96-E3FA-9945-9B82-02259999272B}"/>
                </a:ext>
              </a:extLst>
            </p:cNvPr>
            <p:cNvSpPr/>
            <p:nvPr/>
          </p:nvSpPr>
          <p:spPr bwMode="auto">
            <a:xfrm>
              <a:off x="1871277" y="1739425"/>
              <a:ext cx="1128371" cy="11733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2" name="Oval 1071">
              <a:extLst>
                <a:ext uri="{FF2B5EF4-FFF2-40B4-BE49-F238E27FC236}">
                  <a16:creationId xmlns:a16="http://schemas.microsoft.com/office/drawing/2014/main" id="{AC968267-A70E-0B48-9B2B-F3F7549B2DF9}"/>
                </a:ext>
              </a:extLst>
            </p:cNvPr>
            <p:cNvSpPr>
              <a:spLocks noChangeArrowheads="1"/>
            </p:cNvSpPr>
            <p:nvPr/>
          </p:nvSpPr>
          <p:spPr bwMode="auto">
            <a:xfrm flipV="1">
              <a:off x="1871277" y="1576300"/>
              <a:ext cx="1125331" cy="320525"/>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3" name="Freeform 1072">
              <a:extLst>
                <a:ext uri="{FF2B5EF4-FFF2-40B4-BE49-F238E27FC236}">
                  <a16:creationId xmlns:a16="http://schemas.microsoft.com/office/drawing/2014/main" id="{3543F393-921B-2544-AAF2-81DE265DCA01}"/>
                </a:ext>
              </a:extLst>
            </p:cNvPr>
            <p:cNvSpPr/>
            <p:nvPr/>
          </p:nvSpPr>
          <p:spPr bwMode="auto">
            <a:xfrm>
              <a:off x="2160212" y="1673602"/>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a16="http://schemas.microsoft.com/office/drawing/2014/main" id="{36A99124-4AE5-ED4F-A834-C0222885AECB}"/>
                </a:ext>
              </a:extLst>
            </p:cNvPr>
            <p:cNvSpPr>
              <a:spLocks/>
            </p:cNvSpPr>
            <p:nvPr/>
          </p:nvSpPr>
          <p:spPr bwMode="auto">
            <a:xfrm>
              <a:off x="2102426" y="1633537"/>
              <a:ext cx="663033" cy="111612"/>
            </a:xfrm>
            <a:custGeom>
              <a:avLst/>
              <a:gdLst>
                <a:gd name="T0" fmla="*/ 0 w 3723451"/>
                <a:gd name="T1" fmla="*/ 27306 h 932950"/>
                <a:gd name="T2" fmla="*/ 116665 w 3723451"/>
                <a:gd name="T3" fmla="*/ 322 h 932950"/>
                <a:gd name="T4" fmla="*/ 330457 w 3723451"/>
                <a:gd name="T5" fmla="*/ 62277 h 932950"/>
                <a:gd name="T6" fmla="*/ 534418 w 3723451"/>
                <a:gd name="T7" fmla="*/ 0 h 932950"/>
                <a:gd name="T8" fmla="*/ 663033 w 3723451"/>
                <a:gd name="T9" fmla="*/ 24782 h 932950"/>
                <a:gd name="T10" fmla="*/ 567343 w 3723451"/>
                <a:gd name="T11" fmla="*/ 55256 h 932950"/>
                <a:gd name="T12" fmla="*/ 536535 w 3723451"/>
                <a:gd name="T13" fmla="*/ 47040 h 932950"/>
                <a:gd name="T14" fmla="*/ 334214 w 3723451"/>
                <a:gd name="T15" fmla="*/ 111612 h 932950"/>
                <a:gd name="T16" fmla="*/ 126717 w 3723451"/>
                <a:gd name="T17" fmla="*/ 49415 h 932950"/>
                <a:gd name="T18" fmla="*/ 93168 w 3723451"/>
                <a:gd name="T19" fmla="*/ 56128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5" name="Freeform 1074">
              <a:extLst>
                <a:ext uri="{FF2B5EF4-FFF2-40B4-BE49-F238E27FC236}">
                  <a16:creationId xmlns:a16="http://schemas.microsoft.com/office/drawing/2014/main" id="{9CE3F7E2-B553-1E45-88FC-E2E1EC32F46A}"/>
                </a:ext>
              </a:extLst>
            </p:cNvPr>
            <p:cNvSpPr>
              <a:spLocks/>
            </p:cNvSpPr>
            <p:nvPr/>
          </p:nvSpPr>
          <p:spPr bwMode="auto">
            <a:xfrm>
              <a:off x="2537350" y="1727978"/>
              <a:ext cx="243315" cy="97302"/>
            </a:xfrm>
            <a:custGeom>
              <a:avLst/>
              <a:gdLst>
                <a:gd name="T0" fmla="*/ 0 w 1366596"/>
                <a:gd name="T1" fmla="*/ 0 h 809868"/>
                <a:gd name="T2" fmla="*/ 243315 w 1366596"/>
                <a:gd name="T3" fmla="*/ 75188 h 809868"/>
                <a:gd name="T4" fmla="*/ 154017 w 1366596"/>
                <a:gd name="T5" fmla="*/ 97302 h 809868"/>
                <a:gd name="T6" fmla="*/ 819 w 1366596"/>
                <a:gd name="T7" fmla="*/ 5141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6" name="Freeform 1075">
              <a:extLst>
                <a:ext uri="{FF2B5EF4-FFF2-40B4-BE49-F238E27FC236}">
                  <a16:creationId xmlns:a16="http://schemas.microsoft.com/office/drawing/2014/main" id="{D7BB9DED-4899-7649-AEBA-749DA452790C}"/>
                </a:ext>
              </a:extLst>
            </p:cNvPr>
            <p:cNvSpPr>
              <a:spLocks/>
            </p:cNvSpPr>
            <p:nvPr/>
          </p:nvSpPr>
          <p:spPr bwMode="auto">
            <a:xfrm>
              <a:off x="2090260" y="1730839"/>
              <a:ext cx="240272" cy="97302"/>
            </a:xfrm>
            <a:custGeom>
              <a:avLst/>
              <a:gdLst>
                <a:gd name="T0" fmla="*/ 236992 w 1348191"/>
                <a:gd name="T1" fmla="*/ 0 h 791462"/>
                <a:gd name="T2" fmla="*/ 240272 w 1348191"/>
                <a:gd name="T3" fmla="*/ 46954 h 791462"/>
                <a:gd name="T4" fmla="*/ 86924 w 1348191"/>
                <a:gd name="T5" fmla="*/ 97302 h 791462"/>
                <a:gd name="T6" fmla="*/ 0 w 1348191"/>
                <a:gd name="T7" fmla="*/ 75239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77" name="Straight Connector 1076">
              <a:extLst>
                <a:ext uri="{FF2B5EF4-FFF2-40B4-BE49-F238E27FC236}">
                  <a16:creationId xmlns:a16="http://schemas.microsoft.com/office/drawing/2014/main" id="{E8965662-2E9A-0244-946F-4423CC691CFA}"/>
                </a:ext>
              </a:extLst>
            </p:cNvPr>
            <p:cNvCxnSpPr>
              <a:cxnSpLocks noChangeShapeType="1"/>
              <a:endCxn id="1072" idx="2"/>
            </p:cNvCxnSpPr>
            <p:nvPr/>
          </p:nvCxnSpPr>
          <p:spPr bwMode="auto">
            <a:xfrm flipH="1" flipV="1">
              <a:off x="1871277" y="1736563"/>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78" name="Straight Connector 1077">
              <a:extLst>
                <a:ext uri="{FF2B5EF4-FFF2-40B4-BE49-F238E27FC236}">
                  <a16:creationId xmlns:a16="http://schemas.microsoft.com/office/drawing/2014/main" id="{857BA7A2-209C-0B4F-9F2F-F5D9E12C5791}"/>
                </a:ext>
              </a:extLst>
            </p:cNvPr>
            <p:cNvCxnSpPr>
              <a:cxnSpLocks noChangeShapeType="1"/>
            </p:cNvCxnSpPr>
            <p:nvPr/>
          </p:nvCxnSpPr>
          <p:spPr bwMode="auto">
            <a:xfrm flipH="1" flipV="1">
              <a:off x="2996608" y="1733702"/>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79" name="Group 347">
            <a:extLst>
              <a:ext uri="{FF2B5EF4-FFF2-40B4-BE49-F238E27FC236}">
                <a16:creationId xmlns:a16="http://schemas.microsoft.com/office/drawing/2014/main" id="{23A5395A-73E4-9545-9CCB-0643AECEF709}"/>
              </a:ext>
            </a:extLst>
          </p:cNvPr>
          <p:cNvGrpSpPr>
            <a:grpSpLocks/>
          </p:cNvGrpSpPr>
          <p:nvPr/>
        </p:nvGrpSpPr>
        <p:grpSpPr bwMode="auto">
          <a:xfrm>
            <a:off x="6124430" y="5749305"/>
            <a:ext cx="588963" cy="242887"/>
            <a:chOff x="1871277" y="1576300"/>
            <a:chExt cx="1128371" cy="437861"/>
          </a:xfrm>
        </p:grpSpPr>
        <p:sp>
          <p:nvSpPr>
            <p:cNvPr id="1080" name="Oval 1079">
              <a:extLst>
                <a:ext uri="{FF2B5EF4-FFF2-40B4-BE49-F238E27FC236}">
                  <a16:creationId xmlns:a16="http://schemas.microsoft.com/office/drawing/2014/main" id="{DF4469B4-1A62-884E-B93E-2088628FCF9A}"/>
                </a:ext>
              </a:extLst>
            </p:cNvPr>
            <p:cNvSpPr>
              <a:spLocks noChangeArrowheads="1"/>
            </p:cNvSpPr>
            <p:nvPr/>
          </p:nvSpPr>
          <p:spPr bwMode="auto">
            <a:xfrm flipV="1">
              <a:off x="1874319" y="1693635"/>
              <a:ext cx="1125329"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1" name="Rectangle 1080">
              <a:extLst>
                <a:ext uri="{FF2B5EF4-FFF2-40B4-BE49-F238E27FC236}">
                  <a16:creationId xmlns:a16="http://schemas.microsoft.com/office/drawing/2014/main" id="{CEED749C-6638-6040-A523-CBE05E8011F2}"/>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2" name="Oval 1081">
              <a:extLst>
                <a:ext uri="{FF2B5EF4-FFF2-40B4-BE49-F238E27FC236}">
                  <a16:creationId xmlns:a16="http://schemas.microsoft.com/office/drawing/2014/main" id="{E82E8A3A-0CDF-0142-A8D4-2A7F88E464C9}"/>
                </a:ext>
              </a:extLst>
            </p:cNvPr>
            <p:cNvSpPr>
              <a:spLocks noChangeArrowheads="1"/>
            </p:cNvSpPr>
            <p:nvPr/>
          </p:nvSpPr>
          <p:spPr bwMode="auto">
            <a:xfrm flipV="1">
              <a:off x="1871277" y="1576300"/>
              <a:ext cx="1125329"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3" name="Freeform 1082">
              <a:extLst>
                <a:ext uri="{FF2B5EF4-FFF2-40B4-BE49-F238E27FC236}">
                  <a16:creationId xmlns:a16="http://schemas.microsoft.com/office/drawing/2014/main" id="{20B0C69D-2EFF-CC4C-91E3-DE028EA90E90}"/>
                </a:ext>
              </a:extLst>
            </p:cNvPr>
            <p:cNvSpPr/>
            <p:nvPr/>
          </p:nvSpPr>
          <p:spPr bwMode="auto">
            <a:xfrm>
              <a:off x="2160214" y="1673603"/>
              <a:ext cx="547457"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Freeform 1083">
              <a:extLst>
                <a:ext uri="{FF2B5EF4-FFF2-40B4-BE49-F238E27FC236}">
                  <a16:creationId xmlns:a16="http://schemas.microsoft.com/office/drawing/2014/main" id="{8F166C83-2DE4-AA4C-934F-358B1ABBD003}"/>
                </a:ext>
              </a:extLst>
            </p:cNvPr>
            <p:cNvSpPr>
              <a:spLocks/>
            </p:cNvSpPr>
            <p:nvPr/>
          </p:nvSpPr>
          <p:spPr bwMode="auto">
            <a:xfrm>
              <a:off x="2102426" y="1633537"/>
              <a:ext cx="663031" cy="111611"/>
            </a:xfrm>
            <a:custGeom>
              <a:avLst/>
              <a:gdLst>
                <a:gd name="T0" fmla="*/ 0 w 3723451"/>
                <a:gd name="T1" fmla="*/ 27306 h 932950"/>
                <a:gd name="T2" fmla="*/ 116665 w 3723451"/>
                <a:gd name="T3" fmla="*/ 322 h 932950"/>
                <a:gd name="T4" fmla="*/ 330456 w 3723451"/>
                <a:gd name="T5" fmla="*/ 62276 h 932950"/>
                <a:gd name="T6" fmla="*/ 534416 w 3723451"/>
                <a:gd name="T7" fmla="*/ 0 h 932950"/>
                <a:gd name="T8" fmla="*/ 663031 w 3723451"/>
                <a:gd name="T9" fmla="*/ 24782 h 932950"/>
                <a:gd name="T10" fmla="*/ 567342 w 3723451"/>
                <a:gd name="T11" fmla="*/ 55255 h 932950"/>
                <a:gd name="T12" fmla="*/ 536534 w 3723451"/>
                <a:gd name="T13" fmla="*/ 47039 h 932950"/>
                <a:gd name="T14" fmla="*/ 334213 w 3723451"/>
                <a:gd name="T15" fmla="*/ 111611 h 932950"/>
                <a:gd name="T16" fmla="*/ 126716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5" name="Freeform 1084">
              <a:extLst>
                <a:ext uri="{FF2B5EF4-FFF2-40B4-BE49-F238E27FC236}">
                  <a16:creationId xmlns:a16="http://schemas.microsoft.com/office/drawing/2014/main" id="{64120D6F-CF36-7A4B-868D-9522C1F79454}"/>
                </a:ext>
              </a:extLst>
            </p:cNvPr>
            <p:cNvSpPr>
              <a:spLocks/>
            </p:cNvSpPr>
            <p:nvPr/>
          </p:nvSpPr>
          <p:spPr bwMode="auto">
            <a:xfrm>
              <a:off x="2537351" y="1727977"/>
              <a:ext cx="243314" cy="97303"/>
            </a:xfrm>
            <a:custGeom>
              <a:avLst/>
              <a:gdLst>
                <a:gd name="T0" fmla="*/ 0 w 1366596"/>
                <a:gd name="T1" fmla="*/ 0 h 809868"/>
                <a:gd name="T2" fmla="*/ 243314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6" name="Freeform 1085">
              <a:extLst>
                <a:ext uri="{FF2B5EF4-FFF2-40B4-BE49-F238E27FC236}">
                  <a16:creationId xmlns:a16="http://schemas.microsoft.com/office/drawing/2014/main" id="{8477E0BD-F61A-594C-8419-6BA64D7DFCE7}"/>
                </a:ext>
              </a:extLst>
            </p:cNvPr>
            <p:cNvSpPr>
              <a:spLocks/>
            </p:cNvSpPr>
            <p:nvPr/>
          </p:nvSpPr>
          <p:spPr bwMode="auto">
            <a:xfrm>
              <a:off x="2090260" y="1730839"/>
              <a:ext cx="240274" cy="97303"/>
            </a:xfrm>
            <a:custGeom>
              <a:avLst/>
              <a:gdLst>
                <a:gd name="T0" fmla="*/ 236994 w 1348191"/>
                <a:gd name="T1" fmla="*/ 0 h 791462"/>
                <a:gd name="T2" fmla="*/ 240274 w 1348191"/>
                <a:gd name="T3" fmla="*/ 46954 h 791462"/>
                <a:gd name="T4" fmla="*/ 86925 w 1348191"/>
                <a:gd name="T5" fmla="*/ 97303 h 791462"/>
                <a:gd name="T6" fmla="*/ 0 w 1348191"/>
                <a:gd name="T7" fmla="*/ 75240 h 791462"/>
                <a:gd name="T8" fmla="*/ 23699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87" name="Straight Connector 1086">
              <a:extLst>
                <a:ext uri="{FF2B5EF4-FFF2-40B4-BE49-F238E27FC236}">
                  <a16:creationId xmlns:a16="http://schemas.microsoft.com/office/drawing/2014/main" id="{53F7848D-82FC-7641-AC58-517C9B2FB854}"/>
                </a:ext>
              </a:extLst>
            </p:cNvPr>
            <p:cNvCxnSpPr>
              <a:cxnSpLocks noChangeShapeType="1"/>
              <a:endCxn id="1082" idx="2"/>
            </p:cNvCxnSpPr>
            <p:nvPr/>
          </p:nvCxnSpPr>
          <p:spPr bwMode="auto">
            <a:xfrm flipH="1" flipV="1">
              <a:off x="1871277" y="1736563"/>
              <a:ext cx="3042"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8" name="Straight Connector 1087">
              <a:extLst>
                <a:ext uri="{FF2B5EF4-FFF2-40B4-BE49-F238E27FC236}">
                  <a16:creationId xmlns:a16="http://schemas.microsoft.com/office/drawing/2014/main" id="{EA830BBF-D185-DB42-96F5-34C5273F4B6F}"/>
                </a:ext>
              </a:extLst>
            </p:cNvPr>
            <p:cNvCxnSpPr>
              <a:cxnSpLocks noChangeShapeType="1"/>
            </p:cNvCxnSpPr>
            <p:nvPr/>
          </p:nvCxnSpPr>
          <p:spPr bwMode="auto">
            <a:xfrm flipH="1" flipV="1">
              <a:off x="2996606" y="1733700"/>
              <a:ext cx="3042"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89" name="Group 347">
            <a:extLst>
              <a:ext uri="{FF2B5EF4-FFF2-40B4-BE49-F238E27FC236}">
                <a16:creationId xmlns:a16="http://schemas.microsoft.com/office/drawing/2014/main" id="{B6A937C7-17A9-A648-A780-A8D67F2249E6}"/>
              </a:ext>
            </a:extLst>
          </p:cNvPr>
          <p:cNvGrpSpPr>
            <a:grpSpLocks/>
          </p:cNvGrpSpPr>
          <p:nvPr/>
        </p:nvGrpSpPr>
        <p:grpSpPr bwMode="auto">
          <a:xfrm>
            <a:off x="6916593" y="6209680"/>
            <a:ext cx="588962" cy="242887"/>
            <a:chOff x="1871277" y="1576300"/>
            <a:chExt cx="1128371" cy="437861"/>
          </a:xfrm>
        </p:grpSpPr>
        <p:sp>
          <p:nvSpPr>
            <p:cNvPr id="1090" name="Oval 1089">
              <a:extLst>
                <a:ext uri="{FF2B5EF4-FFF2-40B4-BE49-F238E27FC236}">
                  <a16:creationId xmlns:a16="http://schemas.microsoft.com/office/drawing/2014/main" id="{21A30E2F-9F7B-DC47-908B-38849C8FE198}"/>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1" name="Rectangle 1090">
              <a:extLst>
                <a:ext uri="{FF2B5EF4-FFF2-40B4-BE49-F238E27FC236}">
                  <a16:creationId xmlns:a16="http://schemas.microsoft.com/office/drawing/2014/main" id="{368E56E7-1038-F843-8824-9F2406D135D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2" name="Oval 1091">
              <a:extLst>
                <a:ext uri="{FF2B5EF4-FFF2-40B4-BE49-F238E27FC236}">
                  <a16:creationId xmlns:a16="http://schemas.microsoft.com/office/drawing/2014/main" id="{5E09C5D1-4489-9245-906B-AB737B65B939}"/>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3" name="Freeform 1092">
              <a:extLst>
                <a:ext uri="{FF2B5EF4-FFF2-40B4-BE49-F238E27FC236}">
                  <a16:creationId xmlns:a16="http://schemas.microsoft.com/office/drawing/2014/main" id="{60675A58-4EA5-F645-8293-8D562D37C4A7}"/>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4" name="Freeform 1093">
              <a:extLst>
                <a:ext uri="{FF2B5EF4-FFF2-40B4-BE49-F238E27FC236}">
                  <a16:creationId xmlns:a16="http://schemas.microsoft.com/office/drawing/2014/main" id="{936A0061-F839-A048-9329-4BA74387A85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5" name="Freeform 1094">
              <a:extLst>
                <a:ext uri="{FF2B5EF4-FFF2-40B4-BE49-F238E27FC236}">
                  <a16:creationId xmlns:a16="http://schemas.microsoft.com/office/drawing/2014/main" id="{5010EAA9-D9FE-B348-B497-E58DC4A70242}"/>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6" name="Freeform 1095">
              <a:extLst>
                <a:ext uri="{FF2B5EF4-FFF2-40B4-BE49-F238E27FC236}">
                  <a16:creationId xmlns:a16="http://schemas.microsoft.com/office/drawing/2014/main" id="{E2301F16-3352-1848-BBB4-2365D15D0F69}"/>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97" name="Straight Connector 1096">
              <a:extLst>
                <a:ext uri="{FF2B5EF4-FFF2-40B4-BE49-F238E27FC236}">
                  <a16:creationId xmlns:a16="http://schemas.microsoft.com/office/drawing/2014/main" id="{D853D2D6-514A-9847-BBC3-2AE928C8DAFB}"/>
                </a:ext>
              </a:extLst>
            </p:cNvPr>
            <p:cNvCxnSpPr>
              <a:cxnSpLocks noChangeShapeType="1"/>
              <a:endCxn id="109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097">
              <a:extLst>
                <a:ext uri="{FF2B5EF4-FFF2-40B4-BE49-F238E27FC236}">
                  <a16:creationId xmlns:a16="http://schemas.microsoft.com/office/drawing/2014/main" id="{0F7465E9-0BFE-964B-AB98-F93DD82101C2}"/>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99" name="Group 347">
            <a:extLst>
              <a:ext uri="{FF2B5EF4-FFF2-40B4-BE49-F238E27FC236}">
                <a16:creationId xmlns:a16="http://schemas.microsoft.com/office/drawing/2014/main" id="{B1B48B52-0F33-0442-B024-9A681DC9E147}"/>
              </a:ext>
            </a:extLst>
          </p:cNvPr>
          <p:cNvGrpSpPr>
            <a:grpSpLocks/>
          </p:cNvGrpSpPr>
          <p:nvPr/>
        </p:nvGrpSpPr>
        <p:grpSpPr bwMode="auto">
          <a:xfrm>
            <a:off x="5452918" y="6301755"/>
            <a:ext cx="588962" cy="242887"/>
            <a:chOff x="1871277" y="1576300"/>
            <a:chExt cx="1128371" cy="437861"/>
          </a:xfrm>
        </p:grpSpPr>
        <p:sp>
          <p:nvSpPr>
            <p:cNvPr id="1100" name="Oval 1099">
              <a:extLst>
                <a:ext uri="{FF2B5EF4-FFF2-40B4-BE49-F238E27FC236}">
                  <a16:creationId xmlns:a16="http://schemas.microsoft.com/office/drawing/2014/main" id="{B2DB57CB-08BD-2F4D-A7ED-38936BBFA3D4}"/>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1" name="Rectangle 1100">
              <a:extLst>
                <a:ext uri="{FF2B5EF4-FFF2-40B4-BE49-F238E27FC236}">
                  <a16:creationId xmlns:a16="http://schemas.microsoft.com/office/drawing/2014/main" id="{C5A9C96D-A2BA-754F-A882-52122EB391B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2" name="Oval 1101">
              <a:extLst>
                <a:ext uri="{FF2B5EF4-FFF2-40B4-BE49-F238E27FC236}">
                  <a16:creationId xmlns:a16="http://schemas.microsoft.com/office/drawing/2014/main" id="{83C4800F-B303-9446-B339-EF2E78D32E45}"/>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3" name="Freeform 1102">
              <a:extLst>
                <a:ext uri="{FF2B5EF4-FFF2-40B4-BE49-F238E27FC236}">
                  <a16:creationId xmlns:a16="http://schemas.microsoft.com/office/drawing/2014/main" id="{8248D620-997C-1B4D-A023-5CD8220FC4D0}"/>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4" name="Freeform 1103">
              <a:extLst>
                <a:ext uri="{FF2B5EF4-FFF2-40B4-BE49-F238E27FC236}">
                  <a16:creationId xmlns:a16="http://schemas.microsoft.com/office/drawing/2014/main" id="{906FE13D-AC05-AA42-853B-9FAC9CA2507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5" name="Freeform 1104">
              <a:extLst>
                <a:ext uri="{FF2B5EF4-FFF2-40B4-BE49-F238E27FC236}">
                  <a16:creationId xmlns:a16="http://schemas.microsoft.com/office/drawing/2014/main" id="{DE4AB67E-E389-E747-AA8A-F557E3BDBA61}"/>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6" name="Freeform 1105">
              <a:extLst>
                <a:ext uri="{FF2B5EF4-FFF2-40B4-BE49-F238E27FC236}">
                  <a16:creationId xmlns:a16="http://schemas.microsoft.com/office/drawing/2014/main" id="{A18C8CAC-63E9-E248-8397-1346071AD6EE}"/>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07" name="Straight Connector 1106">
              <a:extLst>
                <a:ext uri="{FF2B5EF4-FFF2-40B4-BE49-F238E27FC236}">
                  <a16:creationId xmlns:a16="http://schemas.microsoft.com/office/drawing/2014/main" id="{73BEE8CD-92EF-AB4A-9223-19BD5734C8CF}"/>
                </a:ext>
              </a:extLst>
            </p:cNvPr>
            <p:cNvCxnSpPr>
              <a:cxnSpLocks noChangeShapeType="1"/>
              <a:endCxn id="110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8" name="Straight Connector 1107">
              <a:extLst>
                <a:ext uri="{FF2B5EF4-FFF2-40B4-BE49-F238E27FC236}">
                  <a16:creationId xmlns:a16="http://schemas.microsoft.com/office/drawing/2014/main" id="{5BC61A72-737C-4F4F-802A-7DAAF663B43B}"/>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110" name="Group 11">
            <a:extLst>
              <a:ext uri="{FF2B5EF4-FFF2-40B4-BE49-F238E27FC236}">
                <a16:creationId xmlns:a16="http://schemas.microsoft.com/office/drawing/2014/main" id="{E5217315-CB03-2542-94D5-3FA12A407609}"/>
              </a:ext>
            </a:extLst>
          </p:cNvPr>
          <p:cNvGrpSpPr>
            <a:grpSpLocks/>
          </p:cNvGrpSpPr>
          <p:nvPr/>
        </p:nvGrpSpPr>
        <p:grpSpPr bwMode="auto">
          <a:xfrm>
            <a:off x="4494536" y="2167905"/>
            <a:ext cx="3597875" cy="493470"/>
            <a:chOff x="2705100" y="2011398"/>
            <a:chExt cx="3597533" cy="493677"/>
          </a:xfrm>
        </p:grpSpPr>
        <p:sp>
          <p:nvSpPr>
            <p:cNvPr id="1135" name="Oval 1134">
              <a:extLst>
                <a:ext uri="{FF2B5EF4-FFF2-40B4-BE49-F238E27FC236}">
                  <a16:creationId xmlns:a16="http://schemas.microsoft.com/office/drawing/2014/main" id="{57A6E143-0094-5D49-8A05-004EA3A97A71}"/>
                </a:ext>
              </a:extLst>
            </p:cNvPr>
            <p:cNvSpPr/>
            <p:nvPr/>
          </p:nvSpPr>
          <p:spPr bwMode="auto">
            <a:xfrm>
              <a:off x="2722092" y="2011398"/>
              <a:ext cx="3581060" cy="492331"/>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6" name="Oval 1135">
              <a:extLst>
                <a:ext uri="{FF2B5EF4-FFF2-40B4-BE49-F238E27FC236}">
                  <a16:creationId xmlns:a16="http://schemas.microsoft.com/office/drawing/2014/main" id="{431997AA-2888-D042-A558-B6DE0F737D3F}"/>
                </a:ext>
              </a:extLst>
            </p:cNvPr>
            <p:cNvSpPr/>
            <p:nvPr/>
          </p:nvSpPr>
          <p:spPr bwMode="auto">
            <a:xfrm>
              <a:off x="2704632" y="2012986"/>
              <a:ext cx="3581060" cy="49233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7" name="TextBox 389">
              <a:extLst>
                <a:ext uri="{FF2B5EF4-FFF2-40B4-BE49-F238E27FC236}">
                  <a16:creationId xmlns:a16="http://schemas.microsoft.com/office/drawing/2014/main" id="{D0AF8FB3-4D5B-7B4A-8B82-CF15E8A6F1F0}"/>
                </a:ext>
              </a:extLst>
            </p:cNvPr>
            <p:cNvSpPr txBox="1">
              <a:spLocks noChangeArrowheads="1"/>
            </p:cNvSpPr>
            <p:nvPr/>
          </p:nvSpPr>
          <p:spPr bwMode="auto">
            <a:xfrm>
              <a:off x="3452664" y="2127167"/>
              <a:ext cx="2057700"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Remote Controller</a:t>
              </a:r>
            </a:p>
          </p:txBody>
        </p:sp>
      </p:grpSp>
      <p:grpSp>
        <p:nvGrpSpPr>
          <p:cNvPr id="3" name="Group 2">
            <a:extLst>
              <a:ext uri="{FF2B5EF4-FFF2-40B4-BE49-F238E27FC236}">
                <a16:creationId xmlns:a16="http://schemas.microsoft.com/office/drawing/2014/main" id="{370F660B-2991-C94D-80D9-F1429AC36768}"/>
              </a:ext>
            </a:extLst>
          </p:cNvPr>
          <p:cNvGrpSpPr/>
          <p:nvPr/>
        </p:nvGrpSpPr>
        <p:grpSpPr>
          <a:xfrm>
            <a:off x="3674918" y="4177613"/>
            <a:ext cx="5095875" cy="822392"/>
            <a:chOff x="3674918" y="4177613"/>
            <a:chExt cx="5095875" cy="822392"/>
          </a:xfrm>
        </p:grpSpPr>
        <p:grpSp>
          <p:nvGrpSpPr>
            <p:cNvPr id="1111" name="Group 441">
              <a:extLst>
                <a:ext uri="{FF2B5EF4-FFF2-40B4-BE49-F238E27FC236}">
                  <a16:creationId xmlns:a16="http://schemas.microsoft.com/office/drawing/2014/main" id="{0C03A32C-FA65-214B-B936-B6E1B2C384AE}"/>
                </a:ext>
              </a:extLst>
            </p:cNvPr>
            <p:cNvGrpSpPr>
              <a:grpSpLocks/>
            </p:cNvGrpSpPr>
            <p:nvPr/>
          </p:nvGrpSpPr>
          <p:grpSpPr bwMode="auto">
            <a:xfrm>
              <a:off x="3674918" y="4177613"/>
              <a:ext cx="923628" cy="405783"/>
              <a:chOff x="2705100" y="2011398"/>
              <a:chExt cx="3597533" cy="493677"/>
            </a:xfrm>
          </p:grpSpPr>
          <p:sp>
            <p:nvSpPr>
              <p:cNvPr id="1132" name="Oval 1131">
                <a:extLst>
                  <a:ext uri="{FF2B5EF4-FFF2-40B4-BE49-F238E27FC236}">
                    <a16:creationId xmlns:a16="http://schemas.microsoft.com/office/drawing/2014/main" id="{F74AE388-0960-CF47-B1A1-1ABEEB3A9CAF}"/>
                  </a:ext>
                </a:extLst>
              </p:cNvPr>
              <p:cNvSpPr/>
              <p:nvPr/>
            </p:nvSpPr>
            <p:spPr bwMode="auto">
              <a:xfrm>
                <a:off x="2723648" y="2011480"/>
                <a:ext cx="3580142" cy="492496"/>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3" name="Oval 1132">
                <a:extLst>
                  <a:ext uri="{FF2B5EF4-FFF2-40B4-BE49-F238E27FC236}">
                    <a16:creationId xmlns:a16="http://schemas.microsoft.com/office/drawing/2014/main" id="{1181AFDF-673F-BE48-B342-3AE78D0EFECC}"/>
                  </a:ext>
                </a:extLst>
              </p:cNvPr>
              <p:cNvSpPr/>
              <p:nvPr/>
            </p:nvSpPr>
            <p:spPr bwMode="auto">
              <a:xfrm>
                <a:off x="2705100" y="2013410"/>
                <a:ext cx="3580138" cy="492497"/>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4" name="TextBox 389">
                <a:extLst>
                  <a:ext uri="{FF2B5EF4-FFF2-40B4-BE49-F238E27FC236}">
                    <a16:creationId xmlns:a16="http://schemas.microsoft.com/office/drawing/2014/main" id="{F3932BCA-D430-FC40-B54E-015140A71EFE}"/>
                  </a:ext>
                </a:extLst>
              </p:cNvPr>
              <p:cNvSpPr txBox="1">
                <a:spLocks noChangeArrowheads="1"/>
              </p:cNvSpPr>
              <p:nvPr/>
            </p:nvSpPr>
            <p:spPr bwMode="auto">
              <a:xfrm>
                <a:off x="3901810" y="2127167"/>
                <a:ext cx="1159411"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p>
            </p:txBody>
          </p:sp>
        </p:grpSp>
        <p:grpSp>
          <p:nvGrpSpPr>
            <p:cNvPr id="1112" name="Group 16">
              <a:extLst>
                <a:ext uri="{FF2B5EF4-FFF2-40B4-BE49-F238E27FC236}">
                  <a16:creationId xmlns:a16="http://schemas.microsoft.com/office/drawing/2014/main" id="{C3F9499B-4024-2B4E-8994-25AA993B23C7}"/>
                </a:ext>
              </a:extLst>
            </p:cNvPr>
            <p:cNvGrpSpPr>
              <a:grpSpLocks/>
            </p:cNvGrpSpPr>
            <p:nvPr/>
          </p:nvGrpSpPr>
          <p:grpSpPr bwMode="auto">
            <a:xfrm>
              <a:off x="5338708" y="4714256"/>
              <a:ext cx="463612" cy="285749"/>
              <a:chOff x="3558850" y="4573304"/>
              <a:chExt cx="463568" cy="285869"/>
            </a:xfrm>
          </p:grpSpPr>
          <p:grpSp>
            <p:nvGrpSpPr>
              <p:cNvPr id="1128" name="Group 12">
                <a:extLst>
                  <a:ext uri="{FF2B5EF4-FFF2-40B4-BE49-F238E27FC236}">
                    <a16:creationId xmlns:a16="http://schemas.microsoft.com/office/drawing/2014/main" id="{643660C7-BD5F-8243-BB52-5E41566520BE}"/>
                  </a:ext>
                </a:extLst>
              </p:cNvPr>
              <p:cNvGrpSpPr>
                <a:grpSpLocks/>
              </p:cNvGrpSpPr>
              <p:nvPr/>
            </p:nvGrpSpPr>
            <p:grpSpPr bwMode="auto">
              <a:xfrm>
                <a:off x="3558850" y="4577634"/>
                <a:ext cx="463568" cy="262710"/>
                <a:chOff x="3558850" y="4577634"/>
                <a:chExt cx="463568" cy="262710"/>
              </a:xfrm>
            </p:grpSpPr>
            <p:sp>
              <p:nvSpPr>
                <p:cNvPr id="1130" name="Oval 1129">
                  <a:extLst>
                    <a:ext uri="{FF2B5EF4-FFF2-40B4-BE49-F238E27FC236}">
                      <a16:creationId xmlns:a16="http://schemas.microsoft.com/office/drawing/2014/main" id="{EB6F94A5-07EA-824D-BCE4-E412F1D275A9}"/>
                    </a:ext>
                  </a:extLst>
                </p:cNvPr>
                <p:cNvSpPr/>
                <p:nvPr/>
              </p:nvSpPr>
              <p:spPr bwMode="auto">
                <a:xfrm>
                  <a:off x="3573046" y="4578067"/>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1" name="Oval 1130">
                  <a:extLst>
                    <a:ext uri="{FF2B5EF4-FFF2-40B4-BE49-F238E27FC236}">
                      <a16:creationId xmlns:a16="http://schemas.microsoft.com/office/drawing/2014/main" id="{3AFA8449-4699-DE4E-AD4F-2F50FF91F472}"/>
                    </a:ext>
                  </a:extLst>
                </p:cNvPr>
                <p:cNvSpPr/>
                <p:nvPr/>
              </p:nvSpPr>
              <p:spPr bwMode="auto">
                <a:xfrm>
                  <a:off x="3558760" y="4587596"/>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9" name="TextBox 389">
                <a:extLst>
                  <a:ext uri="{FF2B5EF4-FFF2-40B4-BE49-F238E27FC236}">
                    <a16:creationId xmlns:a16="http://schemas.microsoft.com/office/drawing/2014/main" id="{64D840F2-5A70-9E44-A243-269898185070}"/>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3" name="Group 450">
              <a:extLst>
                <a:ext uri="{FF2B5EF4-FFF2-40B4-BE49-F238E27FC236}">
                  <a16:creationId xmlns:a16="http://schemas.microsoft.com/office/drawing/2014/main" id="{AADDBF22-BF75-E042-B015-F1D30A1937CF}"/>
                </a:ext>
              </a:extLst>
            </p:cNvPr>
            <p:cNvGrpSpPr>
              <a:grpSpLocks/>
            </p:cNvGrpSpPr>
            <p:nvPr/>
          </p:nvGrpSpPr>
          <p:grpSpPr bwMode="auto">
            <a:xfrm>
              <a:off x="6118930" y="4712138"/>
              <a:ext cx="463612" cy="285749"/>
              <a:chOff x="3558850" y="4573304"/>
              <a:chExt cx="463568" cy="285869"/>
            </a:xfrm>
          </p:grpSpPr>
          <p:grpSp>
            <p:nvGrpSpPr>
              <p:cNvPr id="1124" name="Group 451">
                <a:extLst>
                  <a:ext uri="{FF2B5EF4-FFF2-40B4-BE49-F238E27FC236}">
                    <a16:creationId xmlns:a16="http://schemas.microsoft.com/office/drawing/2014/main" id="{BD64AF44-6F7F-1747-8E26-3E6D0EDDA010}"/>
                  </a:ext>
                </a:extLst>
              </p:cNvPr>
              <p:cNvGrpSpPr>
                <a:grpSpLocks/>
              </p:cNvGrpSpPr>
              <p:nvPr/>
            </p:nvGrpSpPr>
            <p:grpSpPr bwMode="auto">
              <a:xfrm>
                <a:off x="3558850" y="4577634"/>
                <a:ext cx="463568" cy="262710"/>
                <a:chOff x="3558850" y="4577634"/>
                <a:chExt cx="463568" cy="262710"/>
              </a:xfrm>
            </p:grpSpPr>
            <p:sp>
              <p:nvSpPr>
                <p:cNvPr id="1126" name="Oval 1125">
                  <a:extLst>
                    <a:ext uri="{FF2B5EF4-FFF2-40B4-BE49-F238E27FC236}">
                      <a16:creationId xmlns:a16="http://schemas.microsoft.com/office/drawing/2014/main" id="{B13E6B0A-9B22-874D-A5BB-CAB7052B0E58}"/>
                    </a:ext>
                  </a:extLst>
                </p:cNvPr>
                <p:cNvSpPr/>
                <p:nvPr/>
              </p:nvSpPr>
              <p:spPr bwMode="auto">
                <a:xfrm>
                  <a:off x="3573874" y="4581775"/>
                  <a:ext cx="439696" cy="257283"/>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7" name="Oval 1126">
                  <a:extLst>
                    <a:ext uri="{FF2B5EF4-FFF2-40B4-BE49-F238E27FC236}">
                      <a16:creationId xmlns:a16="http://schemas.microsoft.com/office/drawing/2014/main" id="{88C69275-D6D4-D64E-9433-86A12EE44DC2}"/>
                    </a:ext>
                  </a:extLst>
                </p:cNvPr>
                <p:cNvSpPr/>
                <p:nvPr/>
              </p:nvSpPr>
              <p:spPr bwMode="auto">
                <a:xfrm>
                  <a:off x="3559588" y="4591304"/>
                  <a:ext cx="463506" cy="24934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5" name="TextBox 389">
                <a:extLst>
                  <a:ext uri="{FF2B5EF4-FFF2-40B4-BE49-F238E27FC236}">
                    <a16:creationId xmlns:a16="http://schemas.microsoft.com/office/drawing/2014/main" id="{137E9DC6-E808-9244-BE10-49D98EA5A17A}"/>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4" name="Group 455">
              <a:extLst>
                <a:ext uri="{FF2B5EF4-FFF2-40B4-BE49-F238E27FC236}">
                  <a16:creationId xmlns:a16="http://schemas.microsoft.com/office/drawing/2014/main" id="{F9EC1EDD-92AD-2245-AE89-053A0D1F0A45}"/>
                </a:ext>
              </a:extLst>
            </p:cNvPr>
            <p:cNvGrpSpPr>
              <a:grpSpLocks/>
            </p:cNvGrpSpPr>
            <p:nvPr/>
          </p:nvGrpSpPr>
          <p:grpSpPr bwMode="auto">
            <a:xfrm>
              <a:off x="7319300" y="4710021"/>
              <a:ext cx="463612" cy="285749"/>
              <a:chOff x="3558850" y="4573304"/>
              <a:chExt cx="463568" cy="285869"/>
            </a:xfrm>
          </p:grpSpPr>
          <p:grpSp>
            <p:nvGrpSpPr>
              <p:cNvPr id="1120" name="Group 456">
                <a:extLst>
                  <a:ext uri="{FF2B5EF4-FFF2-40B4-BE49-F238E27FC236}">
                    <a16:creationId xmlns:a16="http://schemas.microsoft.com/office/drawing/2014/main" id="{CB1EA6B7-79F6-7C4E-B31B-F6338BD15A28}"/>
                  </a:ext>
                </a:extLst>
              </p:cNvPr>
              <p:cNvGrpSpPr>
                <a:grpSpLocks/>
              </p:cNvGrpSpPr>
              <p:nvPr/>
            </p:nvGrpSpPr>
            <p:grpSpPr bwMode="auto">
              <a:xfrm>
                <a:off x="3558850" y="4577634"/>
                <a:ext cx="463568" cy="262710"/>
                <a:chOff x="3558850" y="4577634"/>
                <a:chExt cx="463568" cy="262710"/>
              </a:xfrm>
            </p:grpSpPr>
            <p:sp>
              <p:nvSpPr>
                <p:cNvPr id="1122" name="Oval 1121">
                  <a:extLst>
                    <a:ext uri="{FF2B5EF4-FFF2-40B4-BE49-F238E27FC236}">
                      <a16:creationId xmlns:a16="http://schemas.microsoft.com/office/drawing/2014/main" id="{9BF9A7D0-3676-5B44-9F92-551F82BA815A}"/>
                    </a:ext>
                  </a:extLst>
                </p:cNvPr>
                <p:cNvSpPr/>
                <p:nvPr/>
              </p:nvSpPr>
              <p:spPr bwMode="auto">
                <a:xfrm>
                  <a:off x="3573654" y="4577540"/>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3" name="Oval 1122">
                  <a:extLst>
                    <a:ext uri="{FF2B5EF4-FFF2-40B4-BE49-F238E27FC236}">
                      <a16:creationId xmlns:a16="http://schemas.microsoft.com/office/drawing/2014/main" id="{F3145DFC-AFCD-7043-8580-05CA0BB4CB0F}"/>
                    </a:ext>
                  </a:extLst>
                </p:cNvPr>
                <p:cNvSpPr/>
                <p:nvPr/>
              </p:nvSpPr>
              <p:spPr bwMode="auto">
                <a:xfrm>
                  <a:off x="3559368" y="4587069"/>
                  <a:ext cx="463506" cy="252518"/>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1" name="TextBox 389">
                <a:extLst>
                  <a:ext uri="{FF2B5EF4-FFF2-40B4-BE49-F238E27FC236}">
                    <a16:creationId xmlns:a16="http://schemas.microsoft.com/office/drawing/2014/main" id="{F248CEB0-87E6-A44A-A50F-5C3EC5372B52}"/>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5" name="Group 460">
              <a:extLst>
                <a:ext uri="{FF2B5EF4-FFF2-40B4-BE49-F238E27FC236}">
                  <a16:creationId xmlns:a16="http://schemas.microsoft.com/office/drawing/2014/main" id="{4F7BA808-3479-484C-BAF0-5CC1FD0331EB}"/>
                </a:ext>
              </a:extLst>
            </p:cNvPr>
            <p:cNvGrpSpPr>
              <a:grpSpLocks/>
            </p:cNvGrpSpPr>
            <p:nvPr/>
          </p:nvGrpSpPr>
          <p:grpSpPr bwMode="auto">
            <a:xfrm>
              <a:off x="8307181" y="4707904"/>
              <a:ext cx="463612" cy="285749"/>
              <a:chOff x="3558850" y="4573304"/>
              <a:chExt cx="463568" cy="285869"/>
            </a:xfrm>
          </p:grpSpPr>
          <p:grpSp>
            <p:nvGrpSpPr>
              <p:cNvPr id="1116" name="Group 461">
                <a:extLst>
                  <a:ext uri="{FF2B5EF4-FFF2-40B4-BE49-F238E27FC236}">
                    <a16:creationId xmlns:a16="http://schemas.microsoft.com/office/drawing/2014/main" id="{933FA7BC-47D5-ED48-85E7-B486D7CBCA91}"/>
                  </a:ext>
                </a:extLst>
              </p:cNvPr>
              <p:cNvGrpSpPr>
                <a:grpSpLocks/>
              </p:cNvGrpSpPr>
              <p:nvPr/>
            </p:nvGrpSpPr>
            <p:grpSpPr bwMode="auto">
              <a:xfrm>
                <a:off x="3558850" y="4577634"/>
                <a:ext cx="463568" cy="262710"/>
                <a:chOff x="3558850" y="4577634"/>
                <a:chExt cx="463568" cy="262710"/>
              </a:xfrm>
            </p:grpSpPr>
            <p:sp>
              <p:nvSpPr>
                <p:cNvPr id="1118" name="Oval 1117">
                  <a:extLst>
                    <a:ext uri="{FF2B5EF4-FFF2-40B4-BE49-F238E27FC236}">
                      <a16:creationId xmlns:a16="http://schemas.microsoft.com/office/drawing/2014/main" id="{BFFF1AA5-D313-234B-BDA6-40E287FD081F}"/>
                    </a:ext>
                  </a:extLst>
                </p:cNvPr>
                <p:cNvSpPr/>
                <p:nvPr/>
              </p:nvSpPr>
              <p:spPr bwMode="auto">
                <a:xfrm>
                  <a:off x="3573198" y="4578069"/>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9" name="Oval 1118">
                  <a:extLst>
                    <a:ext uri="{FF2B5EF4-FFF2-40B4-BE49-F238E27FC236}">
                      <a16:creationId xmlns:a16="http://schemas.microsoft.com/office/drawing/2014/main" id="{08D261B5-FBF3-B541-B8CA-B63F648BEF5C}"/>
                    </a:ext>
                  </a:extLst>
                </p:cNvPr>
                <p:cNvSpPr/>
                <p:nvPr/>
              </p:nvSpPr>
              <p:spPr bwMode="auto">
                <a:xfrm>
                  <a:off x="3558912" y="4587598"/>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17" name="TextBox 389">
                <a:extLst>
                  <a:ext uri="{FF2B5EF4-FFF2-40B4-BE49-F238E27FC236}">
                    <a16:creationId xmlns:a16="http://schemas.microsoft.com/office/drawing/2014/main" id="{8386C9B3-5C0B-0443-98EF-8CDB1312E97F}"/>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39" name="Group 1">
            <a:extLst>
              <a:ext uri="{FF2B5EF4-FFF2-40B4-BE49-F238E27FC236}">
                <a16:creationId xmlns:a16="http://schemas.microsoft.com/office/drawing/2014/main" id="{A228ACC2-6157-BF41-88C3-0A086417268A}"/>
              </a:ext>
            </a:extLst>
          </p:cNvPr>
          <p:cNvGrpSpPr>
            <a:grpSpLocks/>
          </p:cNvGrpSpPr>
          <p:nvPr/>
        </p:nvGrpSpPr>
        <p:grpSpPr bwMode="auto">
          <a:xfrm>
            <a:off x="2687493" y="5474667"/>
            <a:ext cx="2698750" cy="903288"/>
            <a:chOff x="938213" y="5237163"/>
            <a:chExt cx="2698750" cy="903287"/>
          </a:xfrm>
        </p:grpSpPr>
        <p:cxnSp>
          <p:nvCxnSpPr>
            <p:cNvPr id="1140" name="Straight Connector 1139">
              <a:extLst>
                <a:ext uri="{FF2B5EF4-FFF2-40B4-BE49-F238E27FC236}">
                  <a16:creationId xmlns:a16="http://schemas.microsoft.com/office/drawing/2014/main" id="{CB924182-B4D8-0F43-97E1-646C4E72A083}"/>
                </a:ext>
              </a:extLst>
            </p:cNvPr>
            <p:cNvCxnSpPr/>
            <p:nvPr/>
          </p:nvCxnSpPr>
          <p:spPr>
            <a:xfrm flipH="1">
              <a:off x="1282700" y="5802312"/>
              <a:ext cx="1508125" cy="1588"/>
            </a:xfrm>
            <a:prstGeom prst="line">
              <a:avLst/>
            </a:prstGeom>
            <a:noFill/>
            <a:ln w="9525" cap="flat" cmpd="sng" algn="ctr">
              <a:solidFill>
                <a:srgbClr val="000000"/>
              </a:solidFill>
              <a:prstDash val="solid"/>
            </a:ln>
            <a:effectLst/>
          </p:spPr>
        </p:cxnSp>
        <p:sp>
          <p:nvSpPr>
            <p:cNvPr id="1141" name="TextBox 265">
              <a:extLst>
                <a:ext uri="{FF2B5EF4-FFF2-40B4-BE49-F238E27FC236}">
                  <a16:creationId xmlns:a16="http://schemas.microsoft.com/office/drawing/2014/main" id="{CFD0B0F1-D70C-5245-B37A-C9A4ABCBEF39}"/>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1142" name="TextBox 281">
              <a:extLst>
                <a:ext uri="{FF2B5EF4-FFF2-40B4-BE49-F238E27FC236}">
                  <a16:creationId xmlns:a16="http://schemas.microsoft.com/office/drawing/2014/main" id="{6C507E5B-C87D-FA46-A331-4ABAB6B8A245}"/>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1143" name="Group 5">
              <a:extLst>
                <a:ext uri="{FF2B5EF4-FFF2-40B4-BE49-F238E27FC236}">
                  <a16:creationId xmlns:a16="http://schemas.microsoft.com/office/drawing/2014/main" id="{1A707F03-E0B2-FF48-9597-B751067AD9A3}"/>
                </a:ext>
              </a:extLst>
            </p:cNvPr>
            <p:cNvGrpSpPr>
              <a:grpSpLocks/>
            </p:cNvGrpSpPr>
            <p:nvPr/>
          </p:nvGrpSpPr>
          <p:grpSpPr bwMode="auto">
            <a:xfrm>
              <a:off x="938213" y="5237163"/>
              <a:ext cx="1616075" cy="487362"/>
              <a:chOff x="-4079003" y="2717403"/>
              <a:chExt cx="1616718" cy="488475"/>
            </a:xfrm>
          </p:grpSpPr>
          <p:sp>
            <p:nvSpPr>
              <p:cNvPr id="1157" name="Rectangle 98">
                <a:extLst>
                  <a:ext uri="{FF2B5EF4-FFF2-40B4-BE49-F238E27FC236}">
                    <a16:creationId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8" name="Line 99">
                <a:extLst>
                  <a:ext uri="{FF2B5EF4-FFF2-40B4-BE49-F238E27FC236}">
                    <a16:creationId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9" name="Rectangle 104">
                <a:extLst>
                  <a:ext uri="{FF2B5EF4-FFF2-40B4-BE49-F238E27FC236}">
                    <a16:creationId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0" name="Text Box 105">
                <a:extLst>
                  <a:ext uri="{FF2B5EF4-FFF2-40B4-BE49-F238E27FC236}">
                    <a16:creationId xmlns:a16="http://schemas.microsoft.com/office/drawing/2014/main" id="{2AE0900E-8A8F-4A4D-BB87-414DFE5E1CA9}"/>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1161" name="Line 119">
                <a:extLst>
                  <a:ext uri="{FF2B5EF4-FFF2-40B4-BE49-F238E27FC236}">
                    <a16:creationId xmlns:a16="http://schemas.microsoft.com/office/drawing/2014/main" id="{5B21AE9C-8AC8-434E-B3D3-DDFB36C485E3}"/>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44" name="Freeform 120">
              <a:extLst>
                <a:ext uri="{FF2B5EF4-FFF2-40B4-BE49-F238E27FC236}">
                  <a16:creationId xmlns:a16="http://schemas.microsoft.com/office/drawing/2014/main" id="{7959F5AF-96CF-CD42-95A7-B320D466FA0B}"/>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45" name="Group 357">
              <a:extLst>
                <a:ext uri="{FF2B5EF4-FFF2-40B4-BE49-F238E27FC236}">
                  <a16:creationId xmlns:a16="http://schemas.microsoft.com/office/drawing/2014/main" id="{4D59E87F-CE51-5F46-B516-9F402F558557}"/>
                </a:ext>
              </a:extLst>
            </p:cNvPr>
            <p:cNvGrpSpPr>
              <a:grpSpLocks/>
            </p:cNvGrpSpPr>
            <p:nvPr/>
          </p:nvGrpSpPr>
          <p:grpSpPr bwMode="auto">
            <a:xfrm>
              <a:off x="2714625" y="5659438"/>
              <a:ext cx="565150" cy="293687"/>
              <a:chOff x="1871277" y="1576300"/>
              <a:chExt cx="1128371" cy="437861"/>
            </a:xfrm>
          </p:grpSpPr>
          <p:sp>
            <p:nvSpPr>
              <p:cNvPr id="1147" name="Oval 1146">
                <a:extLst>
                  <a:ext uri="{FF2B5EF4-FFF2-40B4-BE49-F238E27FC236}">
                    <a16:creationId xmlns:a16="http://schemas.microsoft.com/office/drawing/2014/main" id="{47BEE802-D705-FB42-955E-D825A1B513F5}"/>
                  </a:ext>
                </a:extLst>
              </p:cNvPr>
              <p:cNvSpPr>
                <a:spLocks noChangeArrowheads="1"/>
              </p:cNvSpPr>
              <p:nvPr/>
            </p:nvSpPr>
            <p:spPr bwMode="auto">
              <a:xfrm flipV="1">
                <a:off x="1874448" y="1694641"/>
                <a:ext cx="1125200" cy="31952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48" name="Rectangle 1147">
                <a:extLst>
                  <a:ext uri="{FF2B5EF4-FFF2-40B4-BE49-F238E27FC236}">
                    <a16:creationId xmlns:a16="http://schemas.microsoft.com/office/drawing/2014/main" id="{A0A9F0A0-D85B-BC44-809E-0D44746B1886}"/>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49" name="Oval 1148">
                <a:extLst>
                  <a:ext uri="{FF2B5EF4-FFF2-40B4-BE49-F238E27FC236}">
                    <a16:creationId xmlns:a16="http://schemas.microsoft.com/office/drawing/2014/main" id="{E6E2E4DB-C182-5947-9544-5CA42AF8D004}"/>
                  </a:ext>
                </a:extLst>
              </p:cNvPr>
              <p:cNvSpPr>
                <a:spLocks noChangeArrowheads="1"/>
              </p:cNvSpPr>
              <p:nvPr/>
            </p:nvSpPr>
            <p:spPr bwMode="auto">
              <a:xfrm flipV="1">
                <a:off x="1871277" y="1576300"/>
                <a:ext cx="1125202" cy="31952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50" name="Freeform 1149">
                <a:extLst>
                  <a:ext uri="{FF2B5EF4-FFF2-40B4-BE49-F238E27FC236}">
                    <a16:creationId xmlns:a16="http://schemas.microsoft.com/office/drawing/2014/main" id="{826516FA-D90F-FF4F-86C3-EABFADEC3BBB}"/>
                  </a:ext>
                </a:extLst>
              </p:cNvPr>
              <p:cNvSpPr/>
              <p:nvPr/>
            </p:nvSpPr>
            <p:spPr bwMode="auto">
              <a:xfrm>
                <a:off x="2159710" y="1673340"/>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51" name="Freeform 1150">
                <a:extLst>
                  <a:ext uri="{FF2B5EF4-FFF2-40B4-BE49-F238E27FC236}">
                    <a16:creationId xmlns:a16="http://schemas.microsoft.com/office/drawing/2014/main" id="{8B23C2D3-E371-5547-9057-B35E626ABDC4}"/>
                  </a:ext>
                </a:extLst>
              </p:cNvPr>
              <p:cNvSpPr>
                <a:spLocks/>
              </p:cNvSpPr>
              <p:nvPr/>
            </p:nvSpPr>
            <p:spPr bwMode="auto">
              <a:xfrm>
                <a:off x="2102657" y="1633104"/>
                <a:ext cx="662442" cy="111241"/>
              </a:xfrm>
              <a:custGeom>
                <a:avLst/>
                <a:gdLst>
                  <a:gd name="T0" fmla="*/ 0 w 3723451"/>
                  <a:gd name="T1" fmla="*/ 27215 h 932950"/>
                  <a:gd name="T2" fmla="*/ 116561 w 3723451"/>
                  <a:gd name="T3" fmla="*/ 321 h 932950"/>
                  <a:gd name="T4" fmla="*/ 330163 w 3723451"/>
                  <a:gd name="T5" fmla="*/ 62070 h 932950"/>
                  <a:gd name="T6" fmla="*/ 533941 w 3723451"/>
                  <a:gd name="T7" fmla="*/ 0 h 932950"/>
                  <a:gd name="T8" fmla="*/ 662442 w 3723451"/>
                  <a:gd name="T9" fmla="*/ 24700 h 932950"/>
                  <a:gd name="T10" fmla="*/ 566838 w 3723451"/>
                  <a:gd name="T11" fmla="*/ 55072 h 932950"/>
                  <a:gd name="T12" fmla="*/ 536057 w 3723451"/>
                  <a:gd name="T13" fmla="*/ 46883 h 932950"/>
                  <a:gd name="T14" fmla="*/ 333916 w 3723451"/>
                  <a:gd name="T15" fmla="*/ 111241 h 932950"/>
                  <a:gd name="T16" fmla="*/ 126604 w 3723451"/>
                  <a:gd name="T17" fmla="*/ 49251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2" name="Freeform 1151">
                <a:extLst>
                  <a:ext uri="{FF2B5EF4-FFF2-40B4-BE49-F238E27FC236}">
                    <a16:creationId xmlns:a16="http://schemas.microsoft.com/office/drawing/2014/main" id="{2DEA8715-4603-7449-BB4D-351CFEF75CDD}"/>
                  </a:ext>
                </a:extLst>
              </p:cNvPr>
              <p:cNvSpPr>
                <a:spLocks/>
              </p:cNvSpPr>
              <p:nvPr/>
            </p:nvSpPr>
            <p:spPr bwMode="auto">
              <a:xfrm>
                <a:off x="2536889" y="1727776"/>
                <a:ext cx="244059" cy="97040"/>
              </a:xfrm>
              <a:custGeom>
                <a:avLst/>
                <a:gdLst>
                  <a:gd name="T0" fmla="*/ 0 w 1366596"/>
                  <a:gd name="T1" fmla="*/ 0 h 809868"/>
                  <a:gd name="T2" fmla="*/ 244059 w 1366596"/>
                  <a:gd name="T3" fmla="*/ 74985 h 809868"/>
                  <a:gd name="T4" fmla="*/ 154488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3" name="Freeform 1152">
                <a:extLst>
                  <a:ext uri="{FF2B5EF4-FFF2-40B4-BE49-F238E27FC236}">
                    <a16:creationId xmlns:a16="http://schemas.microsoft.com/office/drawing/2014/main" id="{72F5390F-6421-6840-94BC-D15B70623EF8}"/>
                  </a:ext>
                </a:extLst>
              </p:cNvPr>
              <p:cNvSpPr>
                <a:spLocks/>
              </p:cNvSpPr>
              <p:nvPr/>
            </p:nvSpPr>
            <p:spPr bwMode="auto">
              <a:xfrm>
                <a:off x="2089979"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54" name="Straight Connector 1153">
                <a:extLst>
                  <a:ext uri="{FF2B5EF4-FFF2-40B4-BE49-F238E27FC236}">
                    <a16:creationId xmlns:a16="http://schemas.microsoft.com/office/drawing/2014/main" id="{34E68527-C12C-5248-A62C-D72D4BEC928A}"/>
                  </a:ext>
                </a:extLst>
              </p:cNvPr>
              <p:cNvCxnSpPr>
                <a:cxnSpLocks noChangeShapeType="1"/>
                <a:endCxn id="1149"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55" name="Straight Connector 1154">
                <a:extLst>
                  <a:ext uri="{FF2B5EF4-FFF2-40B4-BE49-F238E27FC236}">
                    <a16:creationId xmlns:a16="http://schemas.microsoft.com/office/drawing/2014/main" id="{475CE0A8-F910-FF45-A479-96A5E48ACF2E}"/>
                  </a:ext>
                </a:extLst>
              </p:cNvPr>
              <p:cNvCxnSpPr>
                <a:cxnSpLocks noChangeShapeType="1"/>
              </p:cNvCxnSpPr>
              <p:nvPr/>
            </p:nvCxnSpPr>
            <p:spPr bwMode="auto">
              <a:xfrm flipH="1" flipV="1">
                <a:off x="2996479" y="1734878"/>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46" name="TextBox 282">
              <a:extLst>
                <a:ext uri="{FF2B5EF4-FFF2-40B4-BE49-F238E27FC236}">
                  <a16:creationId xmlns:a16="http://schemas.microsoft.com/office/drawing/2014/main" id="{4B460814-1FB2-5F46-A167-2E252688DD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sp>
        <p:nvSpPr>
          <p:cNvPr id="1162" name="TextBox 6">
            <a:extLst>
              <a:ext uri="{FF2B5EF4-FFF2-40B4-BE49-F238E27FC236}">
                <a16:creationId xmlns:a16="http://schemas.microsoft.com/office/drawing/2014/main" id="{21D1826E-E3E7-E445-9FFB-A565D9A2AD31}"/>
              </a:ext>
            </a:extLst>
          </p:cNvPr>
          <p:cNvSpPr txBox="1">
            <a:spLocks noChangeArrowheads="1"/>
          </p:cNvSpPr>
          <p:nvPr/>
        </p:nvSpPr>
        <p:spPr bwMode="auto">
          <a:xfrm>
            <a:off x="1946130" y="4850780"/>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63" name="Group 1162">
            <a:extLst>
              <a:ext uri="{FF2B5EF4-FFF2-40B4-BE49-F238E27FC236}">
                <a16:creationId xmlns:a16="http://schemas.microsoft.com/office/drawing/2014/main" id="{F8C15A5A-1645-0849-B8DE-390745B8EBA4}"/>
              </a:ext>
            </a:extLst>
          </p:cNvPr>
          <p:cNvGrpSpPr>
            <a:grpSpLocks/>
          </p:cNvGrpSpPr>
          <p:nvPr/>
        </p:nvGrpSpPr>
        <p:grpSpPr bwMode="auto">
          <a:xfrm>
            <a:off x="4390906" y="2898842"/>
            <a:ext cx="4051268" cy="2367063"/>
            <a:chOff x="-3855475" y="3644638"/>
            <a:chExt cx="4051268" cy="2367866"/>
          </a:xfrm>
        </p:grpSpPr>
        <p:cxnSp>
          <p:nvCxnSpPr>
            <p:cNvPr id="1164" name="Straight Arrow Connector 1163">
              <a:extLst>
                <a:ext uri="{FF2B5EF4-FFF2-40B4-BE49-F238E27FC236}">
                  <a16:creationId xmlns:a16="http://schemas.microsoft.com/office/drawing/2014/main" id="{D6CE7F18-1D47-9C49-BB85-76C5894DE532}"/>
                </a:ext>
              </a:extLst>
            </p:cNvPr>
            <p:cNvCxnSpPr>
              <a:cxnSpLocks/>
            </p:cNvCxnSpPr>
            <p:nvPr/>
          </p:nvCxnSpPr>
          <p:spPr bwMode="auto">
            <a:xfrm>
              <a:off x="-3855475" y="3664699"/>
              <a:ext cx="0" cy="2094800"/>
            </a:xfrm>
            <a:prstGeom prst="straightConnector1">
              <a:avLst/>
            </a:prstGeom>
            <a:noFill/>
            <a:ln w="12700" cap="flat" cmpd="sng" algn="ctr">
              <a:solidFill>
                <a:srgbClr val="CC0000"/>
              </a:solidFill>
              <a:prstDash val="solid"/>
              <a:tailEnd type="triangle"/>
            </a:ln>
            <a:effectLst/>
          </p:spPr>
        </p:cxnSp>
        <p:cxnSp>
          <p:nvCxnSpPr>
            <p:cNvPr id="1165" name="Straight Arrow Connector 1164">
              <a:extLst>
                <a:ext uri="{FF2B5EF4-FFF2-40B4-BE49-F238E27FC236}">
                  <a16:creationId xmlns:a16="http://schemas.microsoft.com/office/drawing/2014/main" id="{1C7BE6B4-EA67-FB4B-B50B-7E72D52ED7D1}"/>
                </a:ext>
              </a:extLst>
            </p:cNvPr>
            <p:cNvCxnSpPr>
              <a:cxnSpLocks noChangeShapeType="1"/>
            </p:cNvCxnSpPr>
            <p:nvPr/>
          </p:nvCxnSpPr>
          <p:spPr bwMode="auto">
            <a:xfrm>
              <a:off x="-2818087" y="3658010"/>
              <a:ext cx="0" cy="235449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6" name="Straight Arrow Connector 1165">
              <a:extLst>
                <a:ext uri="{FF2B5EF4-FFF2-40B4-BE49-F238E27FC236}">
                  <a16:creationId xmlns:a16="http://schemas.microsoft.com/office/drawing/2014/main" id="{57774C27-8FF6-9F4F-A17E-D2F743FE22FC}"/>
                </a:ext>
              </a:extLst>
            </p:cNvPr>
            <p:cNvCxnSpPr>
              <a:cxnSpLocks noChangeShapeType="1"/>
            </p:cNvCxnSpPr>
            <p:nvPr/>
          </p:nvCxnSpPr>
          <p:spPr bwMode="auto">
            <a:xfrm>
              <a:off x="-2006679" y="3655204"/>
              <a:ext cx="31396" cy="2331351"/>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7" name="Straight Arrow Connector 1166">
              <a:extLst>
                <a:ext uri="{FF2B5EF4-FFF2-40B4-BE49-F238E27FC236}">
                  <a16:creationId xmlns:a16="http://schemas.microsoft.com/office/drawing/2014/main" id="{1F481D65-016C-9E4F-A167-D6343A313652}"/>
                </a:ext>
              </a:extLst>
            </p:cNvPr>
            <p:cNvCxnSpPr>
              <a:cxnSpLocks noChangeShapeType="1"/>
            </p:cNvCxnSpPr>
            <p:nvPr/>
          </p:nvCxnSpPr>
          <p:spPr bwMode="auto">
            <a:xfrm>
              <a:off x="-817641" y="3644638"/>
              <a:ext cx="0" cy="236462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8" name="Straight Arrow Connector 1167">
              <a:extLst>
                <a:ext uri="{FF2B5EF4-FFF2-40B4-BE49-F238E27FC236}">
                  <a16:creationId xmlns:a16="http://schemas.microsoft.com/office/drawing/2014/main" id="{8D76033E-EA4A-B441-99A6-CFC1521E6CB2}"/>
                </a:ext>
              </a:extLst>
            </p:cNvPr>
            <p:cNvCxnSpPr>
              <a:cxnSpLocks noChangeShapeType="1"/>
            </p:cNvCxnSpPr>
            <p:nvPr/>
          </p:nvCxnSpPr>
          <p:spPr bwMode="auto">
            <a:xfrm>
              <a:off x="195792" y="3690049"/>
              <a:ext cx="1" cy="2311566"/>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354" name="Slide Number Placeholder 4">
            <a:extLst>
              <a:ext uri="{FF2B5EF4-FFF2-40B4-BE49-F238E27FC236}">
                <a16:creationId xmlns:a16="http://schemas.microsoft.com/office/drawing/2014/main" id="{EB6E2EBA-F897-A249-9C0A-5C6AC0D91124}"/>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8</a:t>
            </a:fld>
            <a:endParaRPr lang="en-US" dirty="0"/>
          </a:p>
        </p:txBody>
      </p:sp>
    </p:spTree>
    <p:extLst>
      <p:ext uri="{BB962C8B-B14F-4D97-AF65-F5344CB8AC3E}">
        <p14:creationId xmlns:p14="http://schemas.microsoft.com/office/powerpoint/2010/main" val="16251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wipe(down)">
                                      <p:cBhvr>
                                        <p:cTn id="7" dur="5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7"/>
                                        </p:tgtEl>
                                        <p:attrNameLst>
                                          <p:attrName>style.visibility</p:attrName>
                                        </p:attrNameLst>
                                      </p:cBhvr>
                                      <p:to>
                                        <p:strVal val="visible"/>
                                      </p:to>
                                    </p:set>
                                    <p:animEffect transition="in" filter="dissolve">
                                      <p:cBhvr>
                                        <p:cTn id="12" dur="500"/>
                                        <p:tgtEl>
                                          <p:spTgt spid="817"/>
                                        </p:tgtEl>
                                      </p:cBhvr>
                                    </p:animEffect>
                                  </p:childTnLst>
                                </p:cTn>
                              </p:par>
                              <p:par>
                                <p:cTn id="13" presetID="9" presetClass="entr" presetSubtype="0" fill="hold" nodeType="withEffect">
                                  <p:stCondLst>
                                    <p:cond delay="0"/>
                                  </p:stCondLst>
                                  <p:childTnLst>
                                    <p:set>
                                      <p:cBhvr>
                                        <p:cTn id="14" dur="1" fill="hold">
                                          <p:stCondLst>
                                            <p:cond delay="0"/>
                                          </p:stCondLst>
                                        </p:cTn>
                                        <p:tgtEl>
                                          <p:spTgt spid="1110"/>
                                        </p:tgtEl>
                                        <p:attrNameLst>
                                          <p:attrName>style.visibility</p:attrName>
                                        </p:attrNameLst>
                                      </p:cBhvr>
                                      <p:to>
                                        <p:strVal val="visible"/>
                                      </p:to>
                                    </p:set>
                                    <p:animEffect transition="in" filter="dissolve">
                                      <p:cBhvr>
                                        <p:cTn id="15" dur="500"/>
                                        <p:tgtEl>
                                          <p:spTgt spid="111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00"/>
                                        </p:tgtEl>
                                        <p:attrNameLst>
                                          <p:attrName>style.visibility</p:attrName>
                                        </p:attrNameLst>
                                      </p:cBhvr>
                                      <p:to>
                                        <p:strVal val="visible"/>
                                      </p:to>
                                    </p:set>
                                    <p:animEffect transition="in" filter="dissolve">
                                      <p:cBhvr>
                                        <p:cTn id="20" dur="500"/>
                                        <p:tgtEl>
                                          <p:spTgt spid="9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163"/>
                                        </p:tgtEl>
                                        <p:attrNameLst>
                                          <p:attrName>style.visibility</p:attrName>
                                        </p:attrNameLst>
                                      </p:cBhvr>
                                      <p:to>
                                        <p:strVal val="visible"/>
                                      </p:to>
                                    </p:set>
                                    <p:animEffect transition="in" filter="wipe(up)">
                                      <p:cBhvr>
                                        <p:cTn id="25" dur="500"/>
                                        <p:tgtEl>
                                          <p:spTgt spid="1163"/>
                                        </p:tgtEl>
                                      </p:cBhvr>
                                    </p:animEffect>
                                  </p:childTnLst>
                                </p:cTn>
                              </p:par>
                              <p:par>
                                <p:cTn id="26" presetID="9" presetClass="entr" presetSubtype="0" fill="hold" nodeType="withEffect">
                                  <p:stCondLst>
                                    <p:cond delay="0"/>
                                  </p:stCondLst>
                                  <p:childTnLst>
                                    <p:set>
                                      <p:cBhvr>
                                        <p:cTn id="27" dur="1" fill="hold">
                                          <p:stCondLst>
                                            <p:cond delay="0"/>
                                          </p:stCondLst>
                                        </p:cTn>
                                        <p:tgtEl>
                                          <p:spTgt spid="1037"/>
                                        </p:tgtEl>
                                        <p:attrNameLst>
                                          <p:attrName>style.visibility</p:attrName>
                                        </p:attrNameLst>
                                      </p:cBhvr>
                                      <p:to>
                                        <p:strVal val="visible"/>
                                      </p:to>
                                    </p:set>
                                    <p:animEffect transition="in" filter="dissolve">
                                      <p:cBhvr>
                                        <p:cTn id="28" dur="500"/>
                                        <p:tgtEl>
                                          <p:spTgt spid="1037"/>
                                        </p:tgtEl>
                                      </p:cBhvr>
                                    </p:animEffect>
                                  </p:childTnLst>
                                </p:cTn>
                              </p:par>
                              <p:par>
                                <p:cTn id="29" presetID="9"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dissolve">
                                      <p:cBhvr>
                                        <p:cTn id="31" dur="500"/>
                                        <p:tgtEl>
                                          <p:spTgt spid="3"/>
                                        </p:tgtEl>
                                      </p:cBhvr>
                                    </p:animEffect>
                                  </p:childTnLst>
                                </p:cTn>
                              </p:par>
                            </p:childTnLst>
                          </p:cTn>
                        </p:par>
                        <p:par>
                          <p:cTn id="32" fill="hold">
                            <p:stCondLst>
                              <p:cond delay="500"/>
                            </p:stCondLst>
                            <p:childTnLst>
                              <p:par>
                                <p:cTn id="33" presetID="9" presetClass="entr" presetSubtype="0" fill="hold" nodeType="afterEffect">
                                  <p:stCondLst>
                                    <p:cond delay="500"/>
                                  </p:stCondLst>
                                  <p:childTnLst>
                                    <p:set>
                                      <p:cBhvr>
                                        <p:cTn id="34" dur="1" fill="hold">
                                          <p:stCondLst>
                                            <p:cond delay="0"/>
                                          </p:stCondLst>
                                        </p:cTn>
                                        <p:tgtEl>
                                          <p:spTgt spid="1043"/>
                                        </p:tgtEl>
                                        <p:attrNameLst>
                                          <p:attrName>style.visibility</p:attrName>
                                        </p:attrNameLst>
                                      </p:cBhvr>
                                      <p:to>
                                        <p:strVal val="visible"/>
                                      </p:to>
                                    </p:set>
                                    <p:animEffect transition="in" filter="dissolve">
                                      <p:cBhvr>
                                        <p:cTn id="35" dur="2000"/>
                                        <p:tgtEl>
                                          <p:spTgt spid="104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896"/>
                                        </p:tgtEl>
                                        <p:attrNameLst>
                                          <p:attrName>style.visibility</p:attrName>
                                        </p:attrNameLst>
                                      </p:cBhvr>
                                      <p:to>
                                        <p:strVal val="visible"/>
                                      </p:to>
                                    </p:set>
                                    <p:animEffect transition="in" filter="dissolve">
                                      <p:cBhvr>
                                        <p:cTn id="40" dur="500"/>
                                        <p:tgtEl>
                                          <p:spTgt spid="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 service model</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1050233" y="2623931"/>
            <a:ext cx="4621697" cy="3208477"/>
          </a:xfrm>
        </p:spPr>
        <p:txBody>
          <a:bodyPr>
            <a:normAutofit/>
          </a:bodyPr>
          <a:lstStyle/>
          <a:p>
            <a:pPr>
              <a:buFont typeface="Wingdings" charset="0"/>
              <a:buNone/>
              <a:defRPr/>
            </a:pPr>
            <a:r>
              <a:rPr lang="en-US" sz="3200" dirty="0">
                <a:solidFill>
                  <a:srgbClr val="C00000"/>
                </a:solidFill>
              </a:rPr>
              <a:t>example services for </a:t>
            </a:r>
            <a:r>
              <a:rPr lang="en-US" sz="3200" i="1" dirty="0">
                <a:solidFill>
                  <a:srgbClr val="C00000"/>
                </a:solidFill>
              </a:rPr>
              <a:t>individual</a:t>
            </a:r>
            <a:r>
              <a:rPr lang="en-US" sz="3200" dirty="0">
                <a:solidFill>
                  <a:srgbClr val="C00000"/>
                </a:solidFill>
              </a:rPr>
              <a:t> datagrams</a:t>
            </a:r>
            <a:r>
              <a:rPr lang="en-US" sz="3200" dirty="0">
                <a:solidFill>
                  <a:srgbClr val="CC0000"/>
                </a:solidFill>
              </a:rPr>
              <a:t>:</a:t>
            </a:r>
          </a:p>
          <a:p>
            <a:pPr>
              <a:buFont typeface="Wingdings" charset="2"/>
              <a:buChar char="§"/>
              <a:defRPr/>
            </a:pPr>
            <a:r>
              <a:rPr lang="en-US" dirty="0"/>
              <a:t>guaranteed delivery</a:t>
            </a:r>
          </a:p>
          <a:p>
            <a:pPr>
              <a:buFont typeface="Wingdings" charset="2"/>
              <a:buChar char="§"/>
              <a:defRPr/>
            </a:pPr>
            <a:r>
              <a:rPr lang="en-US" dirty="0"/>
              <a:t>guaranteed delivery with less than 40 </a:t>
            </a:r>
            <a:r>
              <a:rPr lang="en-US" dirty="0" err="1"/>
              <a:t>msec</a:t>
            </a:r>
            <a:r>
              <a:rPr lang="en-US" dirty="0"/>
              <a:t> delay</a:t>
            </a:r>
          </a:p>
          <a:p>
            <a:pPr marL="130175" indent="0">
              <a:buNone/>
            </a:pPr>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2597426"/>
            <a:ext cx="5502965" cy="3564837"/>
          </a:xfrm>
        </p:spPr>
        <p:txBody>
          <a:bodyPr>
            <a:normAutofit/>
          </a:bodyPr>
          <a:lstStyle/>
          <a:p>
            <a:pPr>
              <a:buNone/>
            </a:pPr>
            <a:r>
              <a:rPr lang="en-US" altLang="en-US" sz="3200" dirty="0">
                <a:solidFill>
                  <a:srgbClr val="CC0000"/>
                </a:solidFill>
                <a:ea typeface="ＭＳ Ｐゴシック" panose="020B0600070205080204" pitchFamily="34" charset="-128"/>
                <a:cs typeface="ＭＳ Ｐゴシック" panose="020B0600070205080204" pitchFamily="34" charset="-128"/>
              </a:rPr>
              <a:t>example services for a </a:t>
            </a:r>
            <a:r>
              <a:rPr lang="en-US" altLang="en-US" sz="3200" i="1" dirty="0">
                <a:solidFill>
                  <a:srgbClr val="CC0000"/>
                </a:solidFill>
                <a:ea typeface="ＭＳ Ｐゴシック" panose="020B0600070205080204" pitchFamily="34" charset="-128"/>
                <a:cs typeface="ＭＳ Ｐゴシック" panose="020B0600070205080204" pitchFamily="34" charset="-128"/>
              </a:rPr>
              <a:t>flow</a:t>
            </a:r>
            <a:r>
              <a:rPr lang="en-US" altLang="en-US" sz="3200" dirty="0">
                <a:solidFill>
                  <a:srgbClr val="CC0000"/>
                </a:solidFill>
                <a:ea typeface="ＭＳ Ｐゴシック" panose="020B0600070205080204" pitchFamily="34" charset="-128"/>
                <a:cs typeface="ＭＳ Ｐゴシック" panose="020B0600070205080204" pitchFamily="34" charset="-128"/>
              </a:rPr>
              <a:t> of datagrams:</a:t>
            </a:r>
          </a:p>
          <a:p>
            <a:r>
              <a:rPr lang="en-US" altLang="en-US" dirty="0">
                <a:ea typeface="ＭＳ Ｐゴシック" panose="020B0600070205080204" pitchFamily="34" charset="-128"/>
                <a:cs typeface="ＭＳ Ｐゴシック" panose="020B0600070205080204" pitchFamily="34" charset="-128"/>
              </a:rPr>
              <a:t>in-order datagram delivery</a:t>
            </a:r>
          </a:p>
          <a:p>
            <a:r>
              <a:rPr lang="en-US" altLang="en-US" dirty="0">
                <a:ea typeface="ＭＳ Ｐゴシック" panose="020B0600070205080204" pitchFamily="34" charset="-128"/>
                <a:cs typeface="ＭＳ Ｐゴシック" panose="020B0600070205080204" pitchFamily="34" charset="-128"/>
              </a:rPr>
              <a:t>guaranteed minimum bandwidth to flow</a:t>
            </a:r>
          </a:p>
          <a:p>
            <a:r>
              <a:rPr lang="en-US" altLang="en-US" dirty="0">
                <a:ea typeface="ＭＳ Ｐゴシック" panose="020B0600070205080204" pitchFamily="34" charset="-128"/>
                <a:cs typeface="ＭＳ Ｐゴシック" panose="020B0600070205080204" pitchFamily="34" charset="-128"/>
              </a:rPr>
              <a:t>restrictions on changes in inter-packet spacing</a:t>
            </a:r>
          </a:p>
          <a:p>
            <a:endParaRPr lang="en-US"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1033668" y="1403834"/>
            <a:ext cx="107872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ED7D31"/>
              </a:buClr>
              <a:buSzPct val="85000"/>
              <a:buFont typeface="ZapfDingbats"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What </a:t>
            </a:r>
            <a:r>
              <a:rPr kumimoji="0" lang="en-US" altLang="en-US" sz="32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service model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for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channel” transporting datagrams from sender to receiver?</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Slide Number Placeholder 4">
            <a:extLst>
              <a:ext uri="{FF2B5EF4-FFF2-40B4-BE49-F238E27FC236}">
                <a16:creationId xmlns:a16="http://schemas.microsoft.com/office/drawing/2014/main" id="{BCE52C15-0B00-9649-90D9-D506878A4BC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35770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Intserv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Diffserv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76539A4-4744-8842-8ED2-36EF0B5DAA55}"/>
              </a:ext>
            </a:extLst>
          </p:cNvPr>
          <p:cNvSpPr/>
          <p:nvPr/>
        </p:nvSpPr>
        <p:spPr>
          <a:xfrm>
            <a:off x="821410" y="3093349"/>
            <a:ext cx="10120393" cy="29044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Line 16">
            <a:extLst>
              <a:ext uri="{FF2B5EF4-FFF2-40B4-BE49-F238E27FC236}">
                <a16:creationId xmlns:a16="http://schemas.microsoft.com/office/drawing/2014/main" id="{B1FE5F6C-026F-0544-9F5F-295E95B4FC3A}"/>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B777822C-9D57-814F-877A-2273D1202ED7}"/>
              </a:ext>
            </a:extLst>
          </p:cNvPr>
          <p:cNvGrpSpPr/>
          <p:nvPr/>
        </p:nvGrpSpPr>
        <p:grpSpPr>
          <a:xfrm>
            <a:off x="1859797" y="3440624"/>
            <a:ext cx="8105613" cy="2557221"/>
            <a:chOff x="852407" y="3270142"/>
            <a:chExt cx="8105613" cy="2557221"/>
          </a:xfrm>
        </p:grpSpPr>
        <p:sp>
          <p:nvSpPr>
            <p:cNvPr id="28" name="TextBox 27">
              <a:extLst>
                <a:ext uri="{FF2B5EF4-FFF2-40B4-BE49-F238E27FC236}">
                  <a16:creationId xmlns:a16="http://schemas.microsoft.com/office/drawing/2014/main" id="{828EFD12-C61D-5143-AE81-9D893932CA81}"/>
                </a:ext>
              </a:extLst>
            </p:cNvPr>
            <p:cNvSpPr txBox="1"/>
            <p:nvPr/>
          </p:nvSpPr>
          <p:spPr>
            <a:xfrm>
              <a:off x="1175287" y="3794500"/>
              <a:ext cx="751616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0013A3"/>
                  </a:solidFill>
                  <a:effectLst/>
                  <a:uLnTx/>
                  <a:uFillTx/>
                  <a:latin typeface="Calibri" panose="020F0502020204030204"/>
                  <a:ea typeface="+mn-ea"/>
                  <a:cs typeface="+mn-cs"/>
                </a:rPr>
                <a:t>No</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guarantees on</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successful</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datagram delivery to destination</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timing or order of delivery</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bandwidth available to end-end flow</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11B64E3-F240-2E4A-9BB4-1C9FDFBB21EA}"/>
                </a:ext>
              </a:extLst>
            </p:cNvPr>
            <p:cNvSpPr txBox="1"/>
            <p:nvPr/>
          </p:nvSpPr>
          <p:spPr>
            <a:xfrm>
              <a:off x="1100380" y="3270142"/>
              <a:ext cx="5474191"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Internet  “best effort” service model</a:t>
              </a:r>
            </a:p>
          </p:txBody>
        </p:sp>
      </p:grpSp>
      <p:sp>
        <p:nvSpPr>
          <p:cNvPr id="29" name="Text Box 15">
            <a:extLst>
              <a:ext uri="{FF2B5EF4-FFF2-40B4-BE49-F238E27FC236}">
                <a16:creationId xmlns:a16="http://schemas.microsoft.com/office/drawing/2014/main" id="{9BD70DA9-3274-304C-A354-2FF885CD2536}"/>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t>
            </a: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ality</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1" name="Slide Number Placeholder 4">
            <a:extLst>
              <a:ext uri="{FF2B5EF4-FFF2-40B4-BE49-F238E27FC236}">
                <a16:creationId xmlns:a16="http://schemas.microsoft.com/office/drawing/2014/main" id="{CC41D844-4BFF-004B-B364-1106DEFC8A1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78934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Intserv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Diffserv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6" name="Text Box 15">
            <a:extLst>
              <a:ext uri="{FF2B5EF4-FFF2-40B4-BE49-F238E27FC236}">
                <a16:creationId xmlns:a16="http://schemas.microsoft.com/office/drawing/2014/main" id="{479EAFF1-C146-F24F-9503-6BE4EF35EFE9}"/>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t>
            </a: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ality</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7" name="Line 16">
            <a:extLst>
              <a:ext uri="{FF2B5EF4-FFF2-40B4-BE49-F238E27FC236}">
                <a16:creationId xmlns:a16="http://schemas.microsoft.com/office/drawing/2014/main" id="{A7360785-A1D9-E240-8C62-5B61E714BE89}"/>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lide Number Placeholder 4">
            <a:extLst>
              <a:ext uri="{FF2B5EF4-FFF2-40B4-BE49-F238E27FC236}">
                <a16:creationId xmlns:a16="http://schemas.microsoft.com/office/drawing/2014/main" id="{34A31A66-AE43-4140-AE73-7F9488AFC11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11</a:t>
            </a:fld>
            <a:endParaRPr lang="en-US" dirty="0"/>
          </a:p>
        </p:txBody>
      </p:sp>
    </p:spTree>
    <p:extLst>
      <p:ext uri="{BB962C8B-B14F-4D97-AF65-F5344CB8AC3E}">
        <p14:creationId xmlns:p14="http://schemas.microsoft.com/office/powerpoint/2010/main" val="295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Reflections on best-effort  service: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848755" y="1399565"/>
            <a:ext cx="10836967" cy="4691268"/>
          </a:xfrm>
        </p:spPr>
        <p:txBody>
          <a:bodyPr>
            <a:normAutofit/>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130175" indent="0">
              <a:buNone/>
            </a:pPr>
            <a:endParaRPr lang="en-US" dirty="0"/>
          </a:p>
        </p:txBody>
      </p:sp>
      <p:sp>
        <p:nvSpPr>
          <p:cNvPr id="7" name="TextBox 6">
            <a:extLst>
              <a:ext uri="{FF2B5EF4-FFF2-40B4-BE49-F238E27FC236}">
                <a16:creationId xmlns:a16="http://schemas.microsoft.com/office/drawing/2014/main" id="{A62B6DB3-9428-AA4F-A9F0-FA024E48D16D}"/>
              </a:ext>
            </a:extLst>
          </p:cNvPr>
          <p:cNvSpPr txBox="1"/>
          <p:nvPr/>
        </p:nvSpPr>
        <p:spPr>
          <a:xfrm flipH="1">
            <a:off x="1131375" y="5749871"/>
            <a:ext cx="1010489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It’s hard to argue with success of best-effort service model </a:t>
            </a:r>
          </a:p>
        </p:txBody>
      </p:sp>
      <p:sp>
        <p:nvSpPr>
          <p:cNvPr id="5" name="Slide Number Placeholder 4">
            <a:extLst>
              <a:ext uri="{FF2B5EF4-FFF2-40B4-BE49-F238E27FC236}">
                <a16:creationId xmlns:a16="http://schemas.microsoft.com/office/drawing/2014/main" id="{F7F6B907-925A-7C4B-8121-37A5FA8A6BE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46218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What</a:t>
            </a:r>
            <a:r>
              <a:rPr lang="en-US" altLang="ja-JP" sz="3200" dirty="0">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 ports, switching, output ports</a:t>
            </a:r>
          </a:p>
          <a:p>
            <a:pPr lvl="1">
              <a:spcBef>
                <a:spcPts val="0"/>
              </a:spcBef>
            </a:pPr>
            <a:r>
              <a:rPr lang="en-US" altLang="ja-JP" sz="2800" dirty="0">
                <a:ea typeface="ＭＳ Ｐゴシック" panose="020B0600070205080204" pitchFamily="34" charset="-128"/>
                <a:cs typeface="Arial" panose="020B0604020202020204" pitchFamily="34" charset="0"/>
              </a:rPr>
              <a:t>buffer management, scheduling</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IP: the Internet Protocol</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datagram format</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addressing</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network address translation</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IPv6</a:t>
            </a: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8" name="Slide Number Placeholder 4">
            <a:extLst>
              <a:ext uri="{FF2B5EF4-FFF2-40B4-BE49-F238E27FC236}">
                <a16:creationId xmlns:a16="http://schemas.microsoft.com/office/drawing/2014/main"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80155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Router architecture overview</a:t>
            </a:r>
            <a:endParaRPr lang="en-US" sz="4800"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874641" y="1443590"/>
            <a:ext cx="107872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ＭＳ Ｐゴシック" panose="020B0600070205080204" pitchFamily="34" charset="-128"/>
              </a:rPr>
              <a:t>high-level view of generic router architecture:</a:t>
            </a:r>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4324902"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a16="http://schemas.microsoft.com/office/drawing/2014/main" id="{ACA66ED2-9041-9540-A174-B6BE809E0111}"/>
              </a:ext>
            </a:extLst>
          </p:cNvPr>
          <p:cNvGrpSpPr>
            <a:grpSpLocks/>
          </p:cNvGrpSpPr>
          <p:nvPr/>
        </p:nvGrpSpPr>
        <p:grpSpPr bwMode="auto">
          <a:xfrm>
            <a:off x="2281790" y="3480560"/>
            <a:ext cx="2033587" cy="566737"/>
            <a:chOff x="930" y="1989"/>
            <a:chExt cx="1482" cy="357"/>
          </a:xfrm>
        </p:grpSpPr>
        <p:sp>
          <p:nvSpPr>
            <p:cNvPr id="18" name="Rectangle 9">
              <a:extLst>
                <a:ext uri="{FF2B5EF4-FFF2-40B4-BE49-F238E27FC236}">
                  <a16:creationId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a16="http://schemas.microsoft.com/office/drawing/2014/main" id="{A6176FD2-28E4-634E-B138-CE64958CCB93}"/>
              </a:ext>
            </a:extLst>
          </p:cNvPr>
          <p:cNvGrpSpPr>
            <a:grpSpLocks/>
          </p:cNvGrpSpPr>
          <p:nvPr/>
        </p:nvGrpSpPr>
        <p:grpSpPr bwMode="auto">
          <a:xfrm>
            <a:off x="2270677" y="5218872"/>
            <a:ext cx="2058988" cy="566738"/>
            <a:chOff x="930" y="1989"/>
            <a:chExt cx="1482" cy="357"/>
          </a:xfrm>
        </p:grpSpPr>
        <p:sp>
          <p:nvSpPr>
            <p:cNvPr id="24" name="Rectangle 19">
              <a:extLst>
                <a:ext uri="{FF2B5EF4-FFF2-40B4-BE49-F238E27FC236}">
                  <a16:creationId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2177015"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6201327"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a:endCxn id="27" idx="0"/>
          </p:cNvCxnSpPr>
          <p:nvPr/>
        </p:nvCxnSpPr>
        <p:spPr bwMode="auto">
          <a:xfrm rot="5400000">
            <a:off x="2752483"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60" name="Slide Number Placeholder 4">
            <a:extLst>
              <a:ext uri="{FF2B5EF4-FFF2-40B4-BE49-F238E27FC236}">
                <a16:creationId xmlns:a16="http://schemas.microsoft.com/office/drawing/2014/main" id="{31F0B563-E3B7-434E-9C41-6F0D5BC32A12}"/>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14</a:t>
            </a:fld>
            <a:endParaRPr lang="en-US" dirty="0"/>
          </a:p>
        </p:txBody>
      </p:sp>
    </p:spTree>
    <p:extLst>
      <p:ext uri="{BB962C8B-B14F-4D97-AF65-F5344CB8AC3E}">
        <p14:creationId xmlns:p14="http://schemas.microsoft.com/office/powerpoint/2010/main" val="243776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3" name="Group 2">
            <a:extLst>
              <a:ext uri="{FF2B5EF4-FFF2-40B4-BE49-F238E27FC236}">
                <a16:creationId xmlns:a16="http://schemas.microsoft.com/office/drawing/2014/main"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4" name="Group 3">
              <a:extLst>
                <a:ext uri="{FF2B5EF4-FFF2-40B4-BE49-F238E27FC236}">
                  <a16:creationId xmlns:a16="http://schemas.microsoft.com/office/drawing/2014/main"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Text Box 6">
                <a:extLst>
                  <a:ext uri="{FF2B5EF4-FFF2-40B4-BE49-F238E27FC236}">
                    <a16:creationId xmlns:a16="http://schemas.microsoft.com/office/drawing/2014/main"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7" name="Line 59">
                <a:extLst>
                  <a:ext uri="{FF2B5EF4-FFF2-40B4-BE49-F238E27FC236}">
                    <a16:creationId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8" name="Group 7">
            <a:extLst>
              <a:ext uri="{FF2B5EF4-FFF2-40B4-BE49-F238E27FC236}">
                <a16:creationId xmlns:a16="http://schemas.microsoft.com/office/drawing/2014/main"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input port queuing: </a:t>
                </a: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6" name="Slide Number Placeholder 4">
            <a:extLst>
              <a:ext uri="{FF2B5EF4-FFF2-40B4-BE49-F238E27FC236}">
                <a16:creationId xmlns:a16="http://schemas.microsoft.com/office/drawing/2014/main" id="{B127B8A7-EB35-9F48-B1F3-0905B5BFF21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15</a:t>
            </a:fld>
            <a:endParaRPr lang="en-US" dirty="0"/>
          </a:p>
        </p:txBody>
      </p:sp>
    </p:spTree>
    <p:extLst>
      <p:ext uri="{BB962C8B-B14F-4D97-AF65-F5344CB8AC3E}">
        <p14:creationId xmlns:p14="http://schemas.microsoft.com/office/powerpoint/2010/main" val="108037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destination-based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generalized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31">
            <a:extLst>
              <a:ext uri="{FF2B5EF4-FFF2-40B4-BE49-F238E27FC236}">
                <a16:creationId xmlns:a16="http://schemas.microsoft.com/office/drawing/2014/main"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34" name="Group 33">
              <a:extLst>
                <a:ext uri="{FF2B5EF4-FFF2-40B4-BE49-F238E27FC236}">
                  <a16:creationId xmlns:a16="http://schemas.microsoft.com/office/drawing/2014/main"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Line 30">
                <a:extLst>
                  <a:ext uri="{FF2B5EF4-FFF2-40B4-BE49-F238E27FC236}">
                    <a16:creationId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 Box 6">
                <a:extLst>
                  <a:ext uri="{FF2B5EF4-FFF2-40B4-BE49-F238E27FC236}">
                    <a16:creationId xmlns:a16="http://schemas.microsoft.com/office/drawing/2014/main"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 name="Line 59">
                <a:extLst>
                  <a:ext uri="{FF2B5EF4-FFF2-40B4-BE49-F238E27FC236}">
                    <a16:creationId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9" name="Slide Number Placeholder 4">
            <a:extLst>
              <a:ext uri="{FF2B5EF4-FFF2-40B4-BE49-F238E27FC236}">
                <a16:creationId xmlns:a16="http://schemas.microsoft.com/office/drawing/2014/main" id="{EA359BDC-8294-2A40-B5BE-B5E215B7EE4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16</a:t>
            </a:fld>
            <a:endParaRPr lang="en-US" dirty="0"/>
          </a:p>
        </p:txBody>
      </p:sp>
    </p:spTree>
    <p:extLst>
      <p:ext uri="{BB962C8B-B14F-4D97-AF65-F5344CB8AC3E}">
        <p14:creationId xmlns:p14="http://schemas.microsoft.com/office/powerpoint/2010/main" val="827209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a16="http://schemas.microsoft.com/office/drawing/2014/main" id="{39713235-40E8-FD43-A0F7-09AF038C8856}"/>
              </a:ext>
            </a:extLst>
          </p:cNvPr>
          <p:cNvSpPr txBox="1">
            <a:spLocks noChangeArrowheads="1"/>
          </p:cNvSpPr>
          <p:nvPr/>
        </p:nvSpPr>
        <p:spPr bwMode="auto">
          <a:xfrm>
            <a:off x="1188002" y="6033604"/>
            <a:ext cx="73207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but what happens if ranges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divide up so nicely? </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7" name="Picture 26">
            <a:extLst>
              <a:ext uri="{FF2B5EF4-FFF2-40B4-BE49-F238E27FC236}">
                <a16:creationId xmlns:a16="http://schemas.microsoft.com/office/drawing/2014/main" id="{26C911F9-D713-DF44-9F74-E50D01F6C43A}"/>
              </a:ext>
            </a:extLst>
          </p:cNvPr>
          <p:cNvPicPr>
            <a:picLocks noChangeAspect="1"/>
          </p:cNvPicPr>
          <p:nvPr/>
        </p:nvPicPr>
        <p:blipFill>
          <a:blip r:embed="rId3"/>
          <a:stretch>
            <a:fillRect/>
          </a:stretch>
        </p:blipFill>
        <p:spPr>
          <a:xfrm>
            <a:off x="1056411" y="3154505"/>
            <a:ext cx="9375866" cy="2779571"/>
          </a:xfrm>
          <a:prstGeom prst="rect">
            <a:avLst/>
          </a:prstGeom>
        </p:spPr>
      </p:pic>
      <p:grpSp>
        <p:nvGrpSpPr>
          <p:cNvPr id="7" name="Group 6">
            <a:extLst>
              <a:ext uri="{FF2B5EF4-FFF2-40B4-BE49-F238E27FC236}">
                <a16:creationId xmlns:a16="http://schemas.microsoft.com/office/drawing/2014/main" id="{625C7E65-E330-D54C-9458-A2526E45EE84}"/>
              </a:ext>
            </a:extLst>
          </p:cNvPr>
          <p:cNvGrpSpPr/>
          <p:nvPr/>
        </p:nvGrpSpPr>
        <p:grpSpPr>
          <a:xfrm>
            <a:off x="898734" y="1108364"/>
            <a:ext cx="9699993" cy="2044580"/>
            <a:chOff x="898734" y="1108364"/>
            <a:chExt cx="9699993" cy="2044580"/>
          </a:xfrm>
        </p:grpSpPr>
        <p:pic>
          <p:nvPicPr>
            <p:cNvPr id="28" name="Picture 27">
              <a:extLst>
                <a:ext uri="{FF2B5EF4-FFF2-40B4-BE49-F238E27FC236}">
                  <a16:creationId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Destination-based forwarding</a:t>
            </a:r>
          </a:p>
        </p:txBody>
      </p:sp>
      <p:grpSp>
        <p:nvGrpSpPr>
          <p:cNvPr id="9" name="Group 8">
            <a:extLst>
              <a:ext uri="{FF2B5EF4-FFF2-40B4-BE49-F238E27FC236}">
                <a16:creationId xmlns:a16="http://schemas.microsoft.com/office/drawing/2014/main" id="{BDFBC640-7D8A-6C4E-A73D-113F295A0D69}"/>
              </a:ext>
            </a:extLst>
          </p:cNvPr>
          <p:cNvGrpSpPr/>
          <p:nvPr/>
        </p:nvGrpSpPr>
        <p:grpSpPr>
          <a:xfrm>
            <a:off x="1038514" y="2679128"/>
            <a:ext cx="9093336" cy="1283278"/>
            <a:chOff x="1038514" y="2679128"/>
            <a:chExt cx="9093336" cy="1283278"/>
          </a:xfrm>
        </p:grpSpPr>
        <p:pic>
          <p:nvPicPr>
            <p:cNvPr id="29" name="Picture 28">
              <a:extLst>
                <a:ext uri="{FF2B5EF4-FFF2-40B4-BE49-F238E27FC236}">
                  <a16:creationId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id="{9EF59FBD-8B2C-9141-A4D8-C536B3311F8A}"/>
                </a:ext>
              </a:extLst>
            </p:cNvPr>
            <p:cNvSpPr txBox="1"/>
            <p:nvPr/>
          </p:nvSpPr>
          <p:spPr>
            <a:xfrm>
              <a:off x="8451272" y="3131128"/>
              <a:ext cx="886691" cy="43088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sp>
        <p:nvSpPr>
          <p:cNvPr id="11" name="Slide Number Placeholder 4">
            <a:extLst>
              <a:ext uri="{FF2B5EF4-FFF2-40B4-BE49-F238E27FC236}">
                <a16:creationId xmlns:a16="http://schemas.microsoft.com/office/drawing/2014/main" id="{81C74D07-6178-E24A-9413-942CDFCE346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17</a:t>
            </a:fld>
            <a:endParaRPr lang="en-US" dirty="0"/>
          </a:p>
        </p:txBody>
      </p:sp>
    </p:spTree>
    <p:extLst>
      <p:ext uri="{BB962C8B-B14F-4D97-AF65-F5344CB8AC3E}">
        <p14:creationId xmlns:p14="http://schemas.microsoft.com/office/powerpoint/2010/main" val="36579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grpSp>
        <p:nvGrpSpPr>
          <p:cNvPr id="3" name="Group 2">
            <a:extLst>
              <a:ext uri="{FF2B5EF4-FFF2-40B4-BE49-F238E27FC236}">
                <a16:creationId xmlns:a16="http://schemas.microsoft.com/office/drawing/2014/main" id="{03D13401-BB00-AB4B-8905-3EDC38C55E44}"/>
              </a:ext>
            </a:extLst>
          </p:cNvPr>
          <p:cNvGrpSpPr/>
          <p:nvPr/>
        </p:nvGrpSpPr>
        <p:grpSpPr>
          <a:xfrm>
            <a:off x="2674601" y="3416024"/>
            <a:ext cx="7479325" cy="2180038"/>
            <a:chOff x="2674601" y="3416024"/>
            <a:chExt cx="7479325" cy="2180038"/>
          </a:xfrm>
        </p:grpSpPr>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a16="http://schemas.microsoft.com/office/drawing/2014/main" id="{F655AE30-180F-9548-B5CE-B9911AA53A47}"/>
              </a:ext>
            </a:extLst>
          </p:cNvPr>
          <p:cNvGrpSpPr/>
          <p:nvPr/>
        </p:nvGrpSpPr>
        <p:grpSpPr>
          <a:xfrm>
            <a:off x="789703" y="5747609"/>
            <a:ext cx="9305341" cy="903606"/>
            <a:chOff x="789703" y="5747609"/>
            <a:chExt cx="9305341" cy="903606"/>
          </a:xfrm>
        </p:grpSpPr>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sp>
        <p:nvSpPr>
          <p:cNvPr id="31" name="Slide Number Placeholder 4">
            <a:extLst>
              <a:ext uri="{FF2B5EF4-FFF2-40B4-BE49-F238E27FC236}">
                <a16:creationId xmlns:a16="http://schemas.microsoft.com/office/drawing/2014/main" id="{EC760D1C-B9BF-9F46-BBE7-A444C5F6877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18</a:t>
            </a:fld>
            <a:endParaRPr lang="en-US" dirty="0"/>
          </a:p>
        </p:txBody>
      </p:sp>
    </p:spTree>
    <p:extLst>
      <p:ext uri="{BB962C8B-B14F-4D97-AF65-F5344CB8AC3E}">
        <p14:creationId xmlns:p14="http://schemas.microsoft.com/office/powerpoint/2010/main" val="142118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03563" y="3297382"/>
            <a:ext cx="9670473" cy="3560618"/>
            <a:chOff x="803563" y="3297382"/>
            <a:chExt cx="9670473" cy="3560618"/>
          </a:xfrm>
        </p:grpSpPr>
        <p:sp>
          <p:nvSpPr>
            <p:cNvPr id="7" name="Freeform 6">
              <a:extLst>
                <a:ext uri="{FF2B5EF4-FFF2-40B4-BE49-F238E27FC236}">
                  <a16:creationId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3972790"/>
            <a:ext cx="3505199" cy="2150919"/>
            <a:chOff x="2701636" y="3972790"/>
            <a:chExt cx="3505199" cy="2150919"/>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4738255"/>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0AD153D5-F6CB-0E4F-AE80-7E6404A6B28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19</a:t>
            </a:fld>
            <a:endParaRPr lang="en-US" dirty="0"/>
          </a:p>
        </p:txBody>
      </p:sp>
    </p:spTree>
    <p:extLst>
      <p:ext uri="{BB962C8B-B14F-4D97-AF65-F5344CB8AC3E}">
        <p14:creationId xmlns:p14="http://schemas.microsoft.com/office/powerpoint/2010/main" val="42341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2" y="3297383"/>
            <a:ext cx="9628910" cy="3560617"/>
            <a:chOff x="858982" y="3297383"/>
            <a:chExt cx="9628910" cy="3560617"/>
          </a:xfrm>
        </p:grpSpPr>
        <p:sp>
          <p:nvSpPr>
            <p:cNvPr id="7" name="Freeform 6">
              <a:extLst>
                <a:ext uri="{FF2B5EF4-FFF2-40B4-BE49-F238E27FC236}">
                  <a16:creationId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4804081"/>
            <a:ext cx="3505199" cy="1804550"/>
            <a:chOff x="2701636" y="4319159"/>
            <a:chExt cx="3505199" cy="1804550"/>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502920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1B73FEC-A96A-8347-A60F-5E87D5B24CA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20</a:t>
            </a:fld>
            <a:endParaRPr lang="en-US" dirty="0"/>
          </a:p>
        </p:txBody>
      </p:sp>
    </p:spTree>
    <p:extLst>
      <p:ext uri="{BB962C8B-B14F-4D97-AF65-F5344CB8AC3E}">
        <p14:creationId xmlns:p14="http://schemas.microsoft.com/office/powerpoint/2010/main" val="220453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1" y="3297382"/>
            <a:ext cx="9615055" cy="3560618"/>
            <a:chOff x="858981" y="3297382"/>
            <a:chExt cx="9615055" cy="3560618"/>
          </a:xfrm>
        </p:grpSpPr>
        <p:sp>
          <p:nvSpPr>
            <p:cNvPr id="7" name="Freeform 6">
              <a:extLst>
                <a:ext uri="{FF2B5EF4-FFF2-40B4-BE49-F238E27FC236}">
                  <a16:creationId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5" y="4388439"/>
            <a:ext cx="3934692" cy="2261743"/>
            <a:chOff x="2701635" y="3903517"/>
            <a:chExt cx="3934692" cy="2261743"/>
          </a:xfrm>
        </p:grpSpPr>
        <p:sp>
          <p:nvSpPr>
            <p:cNvPr id="3" name="Rectangle 2">
              <a:extLst>
                <a:ext uri="{FF2B5EF4-FFF2-40B4-BE49-F238E27FC236}">
                  <a16:creationId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45528" y="480753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48BDD4C-3288-5747-9BB3-0F1BB4D2595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21</a:t>
            </a:fld>
            <a:endParaRPr lang="en-US" dirty="0"/>
          </a:p>
        </p:txBody>
      </p:sp>
    </p:spTree>
    <p:extLst>
      <p:ext uri="{BB962C8B-B14F-4D97-AF65-F5344CB8AC3E}">
        <p14:creationId xmlns:p14="http://schemas.microsoft.com/office/powerpoint/2010/main" val="361532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p:txBody>
          <a:bodyPr/>
          <a:lstStyle/>
          <a:p>
            <a:pPr indent="-287338"/>
            <a:r>
              <a:rPr lang="en-US" altLang="en-US" sz="3200" dirty="0">
                <a:ea typeface="ＭＳ Ｐゴシック" panose="020B0600070205080204" pitchFamily="34" charset="-128"/>
                <a:cs typeface="ＭＳ Ｐゴシック" panose="020B0600070205080204" pitchFamily="34" charset="-128"/>
              </a:rPr>
              <a:t>we’ll see</a:t>
            </a:r>
            <a:r>
              <a:rPr lang="en-US" altLang="en-US" sz="3200" i="1" dirty="0">
                <a:solidFill>
                  <a:srgbClr val="000090"/>
                </a:solidFill>
                <a:ea typeface="ＭＳ Ｐゴシック" panose="020B0600070205080204" pitchFamily="34" charset="-128"/>
                <a:cs typeface="ＭＳ Ｐゴシック" panose="020B0600070205080204" pitchFamily="34" charset="-128"/>
              </a:rPr>
              <a:t> why </a:t>
            </a:r>
            <a:r>
              <a:rPr lang="en-US" altLang="en-US" sz="3200" dirty="0">
                <a:ea typeface="ＭＳ Ｐゴシック" panose="020B0600070205080204" pitchFamily="34" charset="-128"/>
                <a:cs typeface="ＭＳ Ｐゴシック" panose="020B0600070205080204" pitchFamily="34" charset="-128"/>
              </a:rPr>
              <a:t>longest prefix matching is used shortly, when we study addressing</a:t>
            </a:r>
          </a:p>
          <a:p>
            <a:pPr indent="-287338"/>
            <a:r>
              <a:rPr lang="en-US" altLang="en-US" sz="3200" dirty="0">
                <a:ea typeface="ＭＳ Ｐゴシック" panose="020B0600070205080204" pitchFamily="34" charset="-128"/>
                <a:cs typeface="ＭＳ Ｐゴシック" panose="020B0600070205080204" pitchFamily="34" charset="-128"/>
              </a:rPr>
              <a:t>longest prefix matching: often performed using ternary content addressable memories (TCAMs)</a:t>
            </a:r>
          </a:p>
          <a:p>
            <a:pPr lvl="1"/>
            <a:r>
              <a:rPr lang="en-US" altLang="en-US" sz="2800" i="1" dirty="0">
                <a:solidFill>
                  <a:srgbClr val="CC0000"/>
                </a:solidFill>
                <a:ea typeface="ＭＳ Ｐゴシック" panose="020B0600070205080204" pitchFamily="34" charset="-128"/>
              </a:rPr>
              <a:t>content addressable: </a:t>
            </a:r>
            <a:r>
              <a:rPr lang="en-US" altLang="en-US" sz="2800" dirty="0">
                <a:ea typeface="ＭＳ Ｐゴシック" panose="020B0600070205080204" pitchFamily="34" charset="-128"/>
              </a:rPr>
              <a:t>present address to TCAM: retrieve address in one clock cycle, regardless of table size</a:t>
            </a:r>
          </a:p>
          <a:p>
            <a:pPr lvl="1"/>
            <a:r>
              <a:rPr lang="en-US" altLang="en-US" sz="2800" dirty="0">
                <a:ea typeface="ＭＳ Ｐゴシック" panose="020B0600070205080204" pitchFamily="34" charset="-128"/>
              </a:rPr>
              <a:t>Cisco Catalyst:  ~1M routing table entries in TCAM</a:t>
            </a:r>
          </a:p>
          <a:p>
            <a:endParaRPr lang="en-US" dirty="0"/>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Longest prefix matching</a:t>
            </a:r>
          </a:p>
        </p:txBody>
      </p:sp>
      <p:sp>
        <p:nvSpPr>
          <p:cNvPr id="4" name="Slide Number Placeholder 4">
            <a:extLst>
              <a:ext uri="{FF2B5EF4-FFF2-40B4-BE49-F238E27FC236}">
                <a16:creationId xmlns:a16="http://schemas.microsoft.com/office/drawing/2014/main" id="{3FF29919-E30C-C848-A2A0-2376EB62D48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22</a:t>
            </a:fld>
            <a:endParaRPr lang="en-US" dirty="0"/>
          </a:p>
        </p:txBody>
      </p:sp>
    </p:spTree>
    <p:extLst>
      <p:ext uri="{BB962C8B-B14F-4D97-AF65-F5344CB8AC3E}">
        <p14:creationId xmlns:p14="http://schemas.microsoft.com/office/powerpoint/2010/main" val="3253087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140" name="Group 60">
            <a:extLst>
              <a:ext uri="{FF2B5EF4-FFF2-40B4-BE49-F238E27FC236}">
                <a16:creationId xmlns:a16="http://schemas.microsoft.com/office/drawing/2014/main" id="{E16CE5B6-2BB1-8843-9C94-E2F2D5BE7F75}"/>
              </a:ext>
            </a:extLst>
          </p:cNvPr>
          <p:cNvGrpSpPr>
            <a:grpSpLocks/>
          </p:cNvGrpSpPr>
          <p:nvPr/>
        </p:nvGrpSpPr>
        <p:grpSpPr bwMode="auto">
          <a:xfrm>
            <a:off x="4510432" y="3943350"/>
            <a:ext cx="1609725" cy="2343150"/>
            <a:chOff x="2418" y="1882"/>
            <a:chExt cx="1014" cy="1476"/>
          </a:xfrm>
          <a:effectLst>
            <a:outerShdw blurRad="50800" dist="38100" dir="2700000" algn="tl" rotWithShape="0">
              <a:prstClr val="black">
                <a:alpha val="40000"/>
              </a:prstClr>
            </a:outerShdw>
          </a:effectLst>
        </p:grpSpPr>
        <p:sp>
          <p:nvSpPr>
            <p:cNvPr id="141" name="Rectangle 45">
              <a:extLst>
                <a:ext uri="{FF2B5EF4-FFF2-40B4-BE49-F238E27FC236}">
                  <a16:creationId xmlns:a16="http://schemas.microsoft.com/office/drawing/2014/main" id="{F26101B5-1F43-6C44-B633-4C17C2A3D1C0}"/>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42" name="Text Box 48">
              <a:extLst>
                <a:ext uri="{FF2B5EF4-FFF2-40B4-BE49-F238E27FC236}">
                  <a16:creationId xmlns:a16="http://schemas.microsoft.com/office/drawing/2014/main" id="{1E1E4579-D30C-D245-B0D4-E5A2AEC25247}"/>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sp>
        <p:nvSpPr>
          <p:cNvPr id="160" name="Text Box 57">
            <a:extLst>
              <a:ext uri="{FF2B5EF4-FFF2-40B4-BE49-F238E27FC236}">
                <a16:creationId xmlns:a16="http://schemas.microsoft.com/office/drawing/2014/main" id="{F1679189-37C6-6D40-A05F-4B13D87DE33B}"/>
              </a:ext>
            </a:extLst>
          </p:cNvPr>
          <p:cNvSpPr txBox="1">
            <a:spLocks noChangeArrowheads="1"/>
          </p:cNvSpPr>
          <p:nvPr/>
        </p:nvSpPr>
        <p:spPr bwMode="auto">
          <a:xfrm>
            <a:off x="2216772" y="4857819"/>
            <a:ext cx="1492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input ports</a:t>
            </a:r>
          </a:p>
        </p:txBody>
      </p:sp>
      <p:grpSp>
        <p:nvGrpSpPr>
          <p:cNvPr id="168" name="Group 38">
            <a:extLst>
              <a:ext uri="{FF2B5EF4-FFF2-40B4-BE49-F238E27FC236}">
                <a16:creationId xmlns:a16="http://schemas.microsoft.com/office/drawing/2014/main" id="{8AC17FBD-D822-CD43-929D-2CC812BF0667}"/>
              </a:ext>
            </a:extLst>
          </p:cNvPr>
          <p:cNvGrpSpPr>
            <a:grpSpLocks/>
          </p:cNvGrpSpPr>
          <p:nvPr/>
        </p:nvGrpSpPr>
        <p:grpSpPr bwMode="auto">
          <a:xfrm>
            <a:off x="6149007" y="5709203"/>
            <a:ext cx="1472095" cy="386798"/>
            <a:chOff x="-51" y="2454"/>
            <a:chExt cx="1482" cy="357"/>
          </a:xfrm>
        </p:grpSpPr>
        <p:grpSp>
          <p:nvGrpSpPr>
            <p:cNvPr id="169" name="Group 39">
              <a:extLst>
                <a:ext uri="{FF2B5EF4-FFF2-40B4-BE49-F238E27FC236}">
                  <a16:creationId xmlns:a16="http://schemas.microsoft.com/office/drawing/2014/main" id="{0892708C-B62F-1443-A450-88C550BC04BC}"/>
                </a:ext>
              </a:extLst>
            </p:cNvPr>
            <p:cNvGrpSpPr>
              <a:grpSpLocks/>
            </p:cNvGrpSpPr>
            <p:nvPr/>
          </p:nvGrpSpPr>
          <p:grpSpPr bwMode="auto">
            <a:xfrm flipH="1">
              <a:off x="171" y="2454"/>
              <a:ext cx="1086" cy="357"/>
              <a:chOff x="171" y="2454"/>
              <a:chExt cx="1086" cy="357"/>
            </a:xfrm>
          </p:grpSpPr>
          <p:sp>
            <p:nvSpPr>
              <p:cNvPr id="171" name="Rectangle 40">
                <a:extLst>
                  <a:ext uri="{FF2B5EF4-FFF2-40B4-BE49-F238E27FC236}">
                    <a16:creationId xmlns:a16="http://schemas.microsoft.com/office/drawing/2014/main" id="{646AD0B4-3035-904E-BC08-F1F7B9E664EF}"/>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2" name="Rectangle 41">
                <a:extLst>
                  <a:ext uri="{FF2B5EF4-FFF2-40B4-BE49-F238E27FC236}">
                    <a16:creationId xmlns:a16="http://schemas.microsoft.com/office/drawing/2014/main" id="{C11D294C-080E-E146-92DD-4E0970AA192D}"/>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3" name="Rectangle 42">
                <a:extLst>
                  <a:ext uri="{FF2B5EF4-FFF2-40B4-BE49-F238E27FC236}">
                    <a16:creationId xmlns:a16="http://schemas.microsoft.com/office/drawing/2014/main" id="{AEC771A2-E626-8246-BD5D-885A3F23221F}"/>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43">
                <a:extLst>
                  <a:ext uri="{FF2B5EF4-FFF2-40B4-BE49-F238E27FC236}">
                    <a16:creationId xmlns:a16="http://schemas.microsoft.com/office/drawing/2014/main" id="{D9ACADB5-CB99-0C44-953C-36D248E856BC}"/>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70" name="Line 44">
              <a:extLst>
                <a:ext uri="{FF2B5EF4-FFF2-40B4-BE49-F238E27FC236}">
                  <a16:creationId xmlns:a16="http://schemas.microsoft.com/office/drawing/2014/main" id="{0B5CB4ED-80BB-FD4A-8E51-691C12DA6F5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Text Box 57">
            <a:extLst>
              <a:ext uri="{FF2B5EF4-FFF2-40B4-BE49-F238E27FC236}">
                <a16:creationId xmlns:a16="http://schemas.microsoft.com/office/drawing/2014/main" id="{7B04503A-E5E8-3F47-B2CA-2C4493C5596F}"/>
              </a:ext>
            </a:extLst>
          </p:cNvPr>
          <p:cNvSpPr txBox="1">
            <a:spLocks noChangeArrowheads="1"/>
          </p:cNvSpPr>
          <p:nvPr/>
        </p:nvSpPr>
        <p:spPr bwMode="auto">
          <a:xfrm>
            <a:off x="6689378" y="4864446"/>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output ports</a:t>
            </a:r>
          </a:p>
        </p:txBody>
      </p:sp>
      <p:grpSp>
        <p:nvGrpSpPr>
          <p:cNvPr id="182" name="Group 38">
            <a:extLst>
              <a:ext uri="{FF2B5EF4-FFF2-40B4-BE49-F238E27FC236}">
                <a16:creationId xmlns:a16="http://schemas.microsoft.com/office/drawing/2014/main" id="{0D66BD80-759C-4845-8712-8D0B4AF84EF1}"/>
              </a:ext>
            </a:extLst>
          </p:cNvPr>
          <p:cNvGrpSpPr>
            <a:grpSpLocks/>
          </p:cNvGrpSpPr>
          <p:nvPr/>
        </p:nvGrpSpPr>
        <p:grpSpPr bwMode="auto">
          <a:xfrm>
            <a:off x="6155633" y="4072559"/>
            <a:ext cx="1472095" cy="386798"/>
            <a:chOff x="-51" y="2454"/>
            <a:chExt cx="1482" cy="357"/>
          </a:xfrm>
        </p:grpSpPr>
        <p:grpSp>
          <p:nvGrpSpPr>
            <p:cNvPr id="183" name="Group 39">
              <a:extLst>
                <a:ext uri="{FF2B5EF4-FFF2-40B4-BE49-F238E27FC236}">
                  <a16:creationId xmlns:a16="http://schemas.microsoft.com/office/drawing/2014/main" id="{5C936A85-45B9-074E-B843-773AFF5135C9}"/>
                </a:ext>
              </a:extLst>
            </p:cNvPr>
            <p:cNvGrpSpPr>
              <a:grpSpLocks/>
            </p:cNvGrpSpPr>
            <p:nvPr/>
          </p:nvGrpSpPr>
          <p:grpSpPr bwMode="auto">
            <a:xfrm flipH="1">
              <a:off x="171" y="2454"/>
              <a:ext cx="1086" cy="357"/>
              <a:chOff x="171" y="2454"/>
              <a:chExt cx="1086" cy="357"/>
            </a:xfrm>
          </p:grpSpPr>
          <p:sp>
            <p:nvSpPr>
              <p:cNvPr id="185" name="Rectangle 40">
                <a:extLst>
                  <a:ext uri="{FF2B5EF4-FFF2-40B4-BE49-F238E27FC236}">
                    <a16:creationId xmlns:a16="http://schemas.microsoft.com/office/drawing/2014/main" id="{B622FEB5-7929-1240-B7D5-15643E719FB3}"/>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6" name="Rectangle 41">
                <a:extLst>
                  <a:ext uri="{FF2B5EF4-FFF2-40B4-BE49-F238E27FC236}">
                    <a16:creationId xmlns:a16="http://schemas.microsoft.com/office/drawing/2014/main" id="{9EC76602-1084-F84D-AD9A-D96EB15A89EB}"/>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2">
                <a:extLst>
                  <a:ext uri="{FF2B5EF4-FFF2-40B4-BE49-F238E27FC236}">
                    <a16:creationId xmlns:a16="http://schemas.microsoft.com/office/drawing/2014/main" id="{DD155316-70EC-7F4D-B61B-21231E854AF0}"/>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8" name="Rectangle 43">
                <a:extLst>
                  <a:ext uri="{FF2B5EF4-FFF2-40B4-BE49-F238E27FC236}">
                    <a16:creationId xmlns:a16="http://schemas.microsoft.com/office/drawing/2014/main" id="{BFE2402A-9D06-854F-8BB0-978456C98DC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84" name="Line 44">
              <a:extLst>
                <a:ext uri="{FF2B5EF4-FFF2-40B4-BE49-F238E27FC236}">
                  <a16:creationId xmlns:a16="http://schemas.microsoft.com/office/drawing/2014/main" id="{D7FF759B-D504-9D47-8A31-C0C49E47A70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F67B67A3-971A-E044-9E63-6007998B6291}"/>
              </a:ext>
            </a:extLst>
          </p:cNvPr>
          <p:cNvSpPr txBox="1"/>
          <p:nvPr/>
        </p:nvSpPr>
        <p:spPr>
          <a:xfrm rot="5400000">
            <a:off x="6248400" y="4708389"/>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sp>
        <p:nvSpPr>
          <p:cNvPr id="190" name="TextBox 189">
            <a:extLst>
              <a:ext uri="{FF2B5EF4-FFF2-40B4-BE49-F238E27FC236}">
                <a16:creationId xmlns:a16="http://schemas.microsoft.com/office/drawing/2014/main" id="{90C8DE0E-9EEF-204C-9448-24E1458DC419}"/>
              </a:ext>
            </a:extLst>
          </p:cNvPr>
          <p:cNvSpPr txBox="1"/>
          <p:nvPr/>
        </p:nvSpPr>
        <p:spPr>
          <a:xfrm rot="5400000">
            <a:off x="3472070" y="4715016"/>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grpSp>
        <p:nvGrpSpPr>
          <p:cNvPr id="192" name="Group 39">
            <a:extLst>
              <a:ext uri="{FF2B5EF4-FFF2-40B4-BE49-F238E27FC236}">
                <a16:creationId xmlns:a16="http://schemas.microsoft.com/office/drawing/2014/main" id="{43EE5875-DB50-8F42-9E84-EBF455D6C7E5}"/>
              </a:ext>
            </a:extLst>
          </p:cNvPr>
          <p:cNvGrpSpPr>
            <a:grpSpLocks/>
          </p:cNvGrpSpPr>
          <p:nvPr/>
        </p:nvGrpSpPr>
        <p:grpSpPr bwMode="auto">
          <a:xfrm rot="10800000" flipH="1">
            <a:off x="3242010" y="4065933"/>
            <a:ext cx="1078742" cy="386798"/>
            <a:chOff x="171" y="2454"/>
            <a:chExt cx="1086" cy="357"/>
          </a:xfrm>
        </p:grpSpPr>
        <p:sp>
          <p:nvSpPr>
            <p:cNvPr id="194" name="Rectangle 40">
              <a:extLst>
                <a:ext uri="{FF2B5EF4-FFF2-40B4-BE49-F238E27FC236}">
                  <a16:creationId xmlns:a16="http://schemas.microsoft.com/office/drawing/2014/main" id="{906CC695-2DD1-2E42-A750-72D29415134B}"/>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5" name="Rectangle 41">
              <a:extLst>
                <a:ext uri="{FF2B5EF4-FFF2-40B4-BE49-F238E27FC236}">
                  <a16:creationId xmlns:a16="http://schemas.microsoft.com/office/drawing/2014/main" id="{99D0D5A4-1E5B-0B43-A1B7-FD7BC835DCFE}"/>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6" name="Rectangle 42">
              <a:extLst>
                <a:ext uri="{FF2B5EF4-FFF2-40B4-BE49-F238E27FC236}">
                  <a16:creationId xmlns:a16="http://schemas.microsoft.com/office/drawing/2014/main" id="{6140224D-DBC1-EB40-AFE8-D6D0132B57D2}"/>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7" name="Rectangle 43">
              <a:extLst>
                <a:ext uri="{FF2B5EF4-FFF2-40B4-BE49-F238E27FC236}">
                  <a16:creationId xmlns:a16="http://schemas.microsoft.com/office/drawing/2014/main" id="{0A00DDFA-F665-324F-A415-D0B5E35A5F4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93" name="Line 44">
            <a:extLst>
              <a:ext uri="{FF2B5EF4-FFF2-40B4-BE49-F238E27FC236}">
                <a16:creationId xmlns:a16="http://schemas.microsoft.com/office/drawing/2014/main" id="{A888E476-EAD9-6C4A-A7A3-DDB9C8C3A0C3}"/>
              </a:ext>
            </a:extLst>
          </p:cNvPr>
          <p:cNvSpPr>
            <a:spLocks noChangeShapeType="1"/>
          </p:cNvSpPr>
          <p:nvPr/>
        </p:nvSpPr>
        <p:spPr bwMode="auto">
          <a:xfrm>
            <a:off x="3021494" y="4260957"/>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9" name="Group 39">
            <a:extLst>
              <a:ext uri="{FF2B5EF4-FFF2-40B4-BE49-F238E27FC236}">
                <a16:creationId xmlns:a16="http://schemas.microsoft.com/office/drawing/2014/main" id="{861F8D20-AD91-3246-9499-A09CBEB79CED}"/>
              </a:ext>
            </a:extLst>
          </p:cNvPr>
          <p:cNvGrpSpPr>
            <a:grpSpLocks/>
          </p:cNvGrpSpPr>
          <p:nvPr/>
        </p:nvGrpSpPr>
        <p:grpSpPr bwMode="auto">
          <a:xfrm rot="10800000" flipH="1">
            <a:off x="3248636" y="5729080"/>
            <a:ext cx="1078742" cy="386798"/>
            <a:chOff x="171" y="2454"/>
            <a:chExt cx="1086" cy="357"/>
          </a:xfrm>
        </p:grpSpPr>
        <p:sp>
          <p:nvSpPr>
            <p:cNvPr id="201" name="Rectangle 40">
              <a:extLst>
                <a:ext uri="{FF2B5EF4-FFF2-40B4-BE49-F238E27FC236}">
                  <a16:creationId xmlns:a16="http://schemas.microsoft.com/office/drawing/2014/main" id="{C04E48EB-4A34-004B-84AD-61BC56BA591D}"/>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41">
              <a:extLst>
                <a:ext uri="{FF2B5EF4-FFF2-40B4-BE49-F238E27FC236}">
                  <a16:creationId xmlns:a16="http://schemas.microsoft.com/office/drawing/2014/main" id="{D0C6BD53-6130-A748-BC48-3FA6588875D2}"/>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42">
              <a:extLst>
                <a:ext uri="{FF2B5EF4-FFF2-40B4-BE49-F238E27FC236}">
                  <a16:creationId xmlns:a16="http://schemas.microsoft.com/office/drawing/2014/main" id="{19984A44-E408-0A4C-A437-40EAEAA848A3}"/>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4" name="Rectangle 43">
              <a:extLst>
                <a:ext uri="{FF2B5EF4-FFF2-40B4-BE49-F238E27FC236}">
                  <a16:creationId xmlns:a16="http://schemas.microsoft.com/office/drawing/2014/main" id="{30660A84-3620-0541-9A93-C5E1D76F117E}"/>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200" name="Line 44">
            <a:extLst>
              <a:ext uri="{FF2B5EF4-FFF2-40B4-BE49-F238E27FC236}">
                <a16:creationId xmlns:a16="http://schemas.microsoft.com/office/drawing/2014/main" id="{975E947C-3697-5947-8DC9-3EF33B31BD2E}"/>
              </a:ext>
            </a:extLst>
          </p:cNvPr>
          <p:cNvSpPr>
            <a:spLocks noChangeShapeType="1"/>
          </p:cNvSpPr>
          <p:nvPr/>
        </p:nvSpPr>
        <p:spPr bwMode="auto">
          <a:xfrm>
            <a:off x="3028120" y="5924104"/>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Content Placeholder 2">
            <a:extLst>
              <a:ext uri="{FF2B5EF4-FFF2-40B4-BE49-F238E27FC236}">
                <a16:creationId xmlns:a16="http://schemas.microsoft.com/office/drawing/2014/main" id="{DC2E6EA4-0C86-5F4C-BB3E-C92E5B769FC5}"/>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9" name="TextBox 8">
            <a:extLst>
              <a:ext uri="{FF2B5EF4-FFF2-40B4-BE49-F238E27FC236}">
                <a16:creationId xmlns:a16="http://schemas.microsoft.com/office/drawing/2014/main" id="{01E77334-DD7E-1B48-8BC7-370BDB02F09A}"/>
              </a:ext>
            </a:extLst>
          </p:cNvPr>
          <p:cNvSpPr txBox="1"/>
          <p:nvPr/>
        </p:nvSpPr>
        <p:spPr>
          <a:xfrm>
            <a:off x="2756452" y="4081670"/>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09" name="TextBox 208">
            <a:extLst>
              <a:ext uri="{FF2B5EF4-FFF2-40B4-BE49-F238E27FC236}">
                <a16:creationId xmlns:a16="http://schemas.microsoft.com/office/drawing/2014/main" id="{38F21D3F-8391-534C-9242-3758758C301A}"/>
              </a:ext>
            </a:extLst>
          </p:cNvPr>
          <p:cNvSpPr txBox="1"/>
          <p:nvPr/>
        </p:nvSpPr>
        <p:spPr>
          <a:xfrm>
            <a:off x="2749826" y="5718314"/>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0" name="TextBox 209">
            <a:extLst>
              <a:ext uri="{FF2B5EF4-FFF2-40B4-BE49-F238E27FC236}">
                <a16:creationId xmlns:a16="http://schemas.microsoft.com/office/drawing/2014/main" id="{58A4E43E-89E0-E547-8C85-19EA30836952}"/>
              </a:ext>
            </a:extLst>
          </p:cNvPr>
          <p:cNvSpPr txBox="1"/>
          <p:nvPr/>
        </p:nvSpPr>
        <p:spPr>
          <a:xfrm>
            <a:off x="7593495" y="4081671"/>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1" name="TextBox 210">
            <a:extLst>
              <a:ext uri="{FF2B5EF4-FFF2-40B4-BE49-F238E27FC236}">
                <a16:creationId xmlns:a16="http://schemas.microsoft.com/office/drawing/2014/main" id="{394AA5E3-B3F2-B445-8CEF-84D33DC4565C}"/>
              </a:ext>
            </a:extLst>
          </p:cNvPr>
          <p:cNvSpPr txBox="1"/>
          <p:nvPr/>
        </p:nvSpPr>
        <p:spPr>
          <a:xfrm>
            <a:off x="7586868" y="5718315"/>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0" name="TextBox 9">
            <a:extLst>
              <a:ext uri="{FF2B5EF4-FFF2-40B4-BE49-F238E27FC236}">
                <a16:creationId xmlns:a16="http://schemas.microsoft.com/office/drawing/2014/main" id="{A8D02FF0-F045-2443-B110-8EA634D57D8A}"/>
              </a:ext>
            </a:extLst>
          </p:cNvPr>
          <p:cNvSpPr txBox="1"/>
          <p:nvPr/>
        </p:nvSpPr>
        <p:spPr>
          <a:xfrm>
            <a:off x="4611758" y="4094922"/>
            <a:ext cx="133118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(rate: NR, ideally)</a:t>
            </a:r>
          </a:p>
        </p:txBody>
      </p:sp>
      <p:sp>
        <p:nvSpPr>
          <p:cNvPr id="43" name="Slide Number Placeholder 4">
            <a:extLst>
              <a:ext uri="{FF2B5EF4-FFF2-40B4-BE49-F238E27FC236}">
                <a16:creationId xmlns:a16="http://schemas.microsoft.com/office/drawing/2014/main" id="{1006AEB9-8E30-BF47-8218-D88E2916ACE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23</a:t>
            </a:fld>
            <a:endParaRPr lang="en-US" dirty="0"/>
          </a:p>
        </p:txBody>
      </p:sp>
    </p:spTree>
    <p:extLst>
      <p:ext uri="{BB962C8B-B14F-4D97-AF65-F5344CB8AC3E}">
        <p14:creationId xmlns:p14="http://schemas.microsoft.com/office/powerpoint/2010/main" val="27061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dissolve">
                                      <p:cBhvr>
                                        <p:cTn id="7" dur="500"/>
                                        <p:tgtEl>
                                          <p:spTgt spid="2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311" name="Group 80">
            <a:extLst>
              <a:ext uri="{FF2B5EF4-FFF2-40B4-BE49-F238E27FC236}">
                <a16:creationId xmlns:a16="http://schemas.microsoft.com/office/drawing/2014/main" id="{3ECBEF50-5AB0-494A-8A71-7779C83BEB48}"/>
              </a:ext>
            </a:extLst>
          </p:cNvPr>
          <p:cNvGrpSpPr>
            <a:grpSpLocks/>
          </p:cNvGrpSpPr>
          <p:nvPr/>
        </p:nvGrpSpPr>
        <p:grpSpPr bwMode="auto">
          <a:xfrm>
            <a:off x="4769281" y="4484392"/>
            <a:ext cx="1093120" cy="215900"/>
            <a:chOff x="876" y="2800"/>
            <a:chExt cx="788" cy="175"/>
          </a:xfrm>
        </p:grpSpPr>
        <p:sp>
          <p:nvSpPr>
            <p:cNvPr id="312" name="Rectangle 81">
              <a:extLst>
                <a:ext uri="{FF2B5EF4-FFF2-40B4-BE49-F238E27FC236}">
                  <a16:creationId xmlns:a16="http://schemas.microsoft.com/office/drawing/2014/main" id="{37D52850-F316-4144-A0B4-19C304D6843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Rectangle 82">
              <a:extLst>
                <a:ext uri="{FF2B5EF4-FFF2-40B4-BE49-F238E27FC236}">
                  <a16:creationId xmlns:a16="http://schemas.microsoft.com/office/drawing/2014/main" id="{69439B26-261D-744E-9369-27374726E0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Rectangle 83">
              <a:extLst>
                <a:ext uri="{FF2B5EF4-FFF2-40B4-BE49-F238E27FC236}">
                  <a16:creationId xmlns:a16="http://schemas.microsoft.com/office/drawing/2014/main" id="{1B510572-6B31-7748-A75A-BF9B27F84964}"/>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Rectangle 84">
              <a:extLst>
                <a:ext uri="{FF2B5EF4-FFF2-40B4-BE49-F238E27FC236}">
                  <a16:creationId xmlns:a16="http://schemas.microsoft.com/office/drawing/2014/main" id="{09923AAC-D18D-164E-B81F-A06E6E34C8F3}"/>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Line 85">
              <a:extLst>
                <a:ext uri="{FF2B5EF4-FFF2-40B4-BE49-F238E27FC236}">
                  <a16:creationId xmlns:a16="http://schemas.microsoft.com/office/drawing/2014/main" id="{7260ED2A-03CA-CD4D-ADAC-6C8DFBED0D6A}"/>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7" name="Group 86">
            <a:extLst>
              <a:ext uri="{FF2B5EF4-FFF2-40B4-BE49-F238E27FC236}">
                <a16:creationId xmlns:a16="http://schemas.microsoft.com/office/drawing/2014/main" id="{BE86221D-4C38-2645-B32F-F1F6D4B5168D}"/>
              </a:ext>
            </a:extLst>
          </p:cNvPr>
          <p:cNvGrpSpPr>
            <a:grpSpLocks/>
          </p:cNvGrpSpPr>
          <p:nvPr/>
        </p:nvGrpSpPr>
        <p:grpSpPr bwMode="auto">
          <a:xfrm>
            <a:off x="4767694" y="4879680"/>
            <a:ext cx="1094506" cy="215900"/>
            <a:chOff x="876" y="2800"/>
            <a:chExt cx="789" cy="175"/>
          </a:xfrm>
        </p:grpSpPr>
        <p:sp>
          <p:nvSpPr>
            <p:cNvPr id="318" name="Rectangle 87">
              <a:extLst>
                <a:ext uri="{FF2B5EF4-FFF2-40B4-BE49-F238E27FC236}">
                  <a16:creationId xmlns:a16="http://schemas.microsoft.com/office/drawing/2014/main" id="{996C6DCD-B0C9-FD49-B834-5736A5B7DAA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88">
              <a:extLst>
                <a:ext uri="{FF2B5EF4-FFF2-40B4-BE49-F238E27FC236}">
                  <a16:creationId xmlns:a16="http://schemas.microsoft.com/office/drawing/2014/main" id="{4C49FD79-8AA8-374F-9E0F-16366ADC47D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89">
              <a:extLst>
                <a:ext uri="{FF2B5EF4-FFF2-40B4-BE49-F238E27FC236}">
                  <a16:creationId xmlns:a16="http://schemas.microsoft.com/office/drawing/2014/main" id="{30AA73C6-743D-744D-8076-CEB84412F666}"/>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90">
              <a:extLst>
                <a:ext uri="{FF2B5EF4-FFF2-40B4-BE49-F238E27FC236}">
                  <a16:creationId xmlns:a16="http://schemas.microsoft.com/office/drawing/2014/main" id="{4090BF92-DB22-2543-BF40-68E82A14D80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Line 91">
              <a:extLst>
                <a:ext uri="{FF2B5EF4-FFF2-40B4-BE49-F238E27FC236}">
                  <a16:creationId xmlns:a16="http://schemas.microsoft.com/office/drawing/2014/main" id="{A9CC5C11-4FA7-CD4B-974B-BE7F20975D5E}"/>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3" name="Group 92">
            <a:extLst>
              <a:ext uri="{FF2B5EF4-FFF2-40B4-BE49-F238E27FC236}">
                <a16:creationId xmlns:a16="http://schemas.microsoft.com/office/drawing/2014/main" id="{7F0C30F0-93C0-7B41-A148-F2583C432712}"/>
              </a:ext>
            </a:extLst>
          </p:cNvPr>
          <p:cNvGrpSpPr>
            <a:grpSpLocks/>
          </p:cNvGrpSpPr>
          <p:nvPr/>
        </p:nvGrpSpPr>
        <p:grpSpPr bwMode="auto">
          <a:xfrm>
            <a:off x="4762932" y="5306717"/>
            <a:ext cx="1079248" cy="215900"/>
            <a:chOff x="876" y="2800"/>
            <a:chExt cx="778" cy="175"/>
          </a:xfrm>
        </p:grpSpPr>
        <p:sp>
          <p:nvSpPr>
            <p:cNvPr id="324" name="Rectangle 93">
              <a:extLst>
                <a:ext uri="{FF2B5EF4-FFF2-40B4-BE49-F238E27FC236}">
                  <a16:creationId xmlns:a16="http://schemas.microsoft.com/office/drawing/2014/main" id="{FE2D31CC-2899-6644-8262-069C836FEE9E}"/>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94">
              <a:extLst>
                <a:ext uri="{FF2B5EF4-FFF2-40B4-BE49-F238E27FC236}">
                  <a16:creationId xmlns:a16="http://schemas.microsoft.com/office/drawing/2014/main" id="{E084BCAF-AF68-F044-95BA-E9DD3AB8AE4C}"/>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95">
              <a:extLst>
                <a:ext uri="{FF2B5EF4-FFF2-40B4-BE49-F238E27FC236}">
                  <a16:creationId xmlns:a16="http://schemas.microsoft.com/office/drawing/2014/main" id="{21E8CE31-B88B-E249-802C-CD6E7DB9056F}"/>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Rectangle 96">
              <a:extLst>
                <a:ext uri="{FF2B5EF4-FFF2-40B4-BE49-F238E27FC236}">
                  <a16:creationId xmlns:a16="http://schemas.microsoft.com/office/drawing/2014/main" id="{1D496C77-4D8A-4B49-BD5B-56233FC90DF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Line 97">
              <a:extLst>
                <a:ext uri="{FF2B5EF4-FFF2-40B4-BE49-F238E27FC236}">
                  <a16:creationId xmlns:a16="http://schemas.microsoft.com/office/drawing/2014/main" id="{A04C69F2-C1EE-854B-B285-27D90EB90A40}"/>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29" name="Line 98">
            <a:extLst>
              <a:ext uri="{FF2B5EF4-FFF2-40B4-BE49-F238E27FC236}">
                <a16:creationId xmlns:a16="http://schemas.microsoft.com/office/drawing/2014/main" id="{C1BD91B1-20FC-3B4C-8D6A-F8B58DCC0D0C}"/>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0" name="Group 99">
            <a:extLst>
              <a:ext uri="{FF2B5EF4-FFF2-40B4-BE49-F238E27FC236}">
                <a16:creationId xmlns:a16="http://schemas.microsoft.com/office/drawing/2014/main" id="{81F4A5FC-EF4D-2A48-8784-1750FC54BE25}"/>
              </a:ext>
            </a:extLst>
          </p:cNvPr>
          <p:cNvGrpSpPr>
            <a:grpSpLocks/>
          </p:cNvGrpSpPr>
          <p:nvPr/>
        </p:nvGrpSpPr>
        <p:grpSpPr bwMode="auto">
          <a:xfrm>
            <a:off x="5956300" y="4501349"/>
            <a:ext cx="1030288" cy="215900"/>
            <a:chOff x="367" y="3463"/>
            <a:chExt cx="649" cy="136"/>
          </a:xfrm>
        </p:grpSpPr>
        <p:sp>
          <p:nvSpPr>
            <p:cNvPr id="331" name="Rectangle 100">
              <a:extLst>
                <a:ext uri="{FF2B5EF4-FFF2-40B4-BE49-F238E27FC236}">
                  <a16:creationId xmlns:a16="http://schemas.microsoft.com/office/drawing/2014/main" id="{2FA335FE-AECE-F547-B1ED-C257408CFF60}"/>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01">
              <a:extLst>
                <a:ext uri="{FF2B5EF4-FFF2-40B4-BE49-F238E27FC236}">
                  <a16:creationId xmlns:a16="http://schemas.microsoft.com/office/drawing/2014/main" id="{5F80436E-3841-8349-8966-AB341E01A6B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02">
              <a:extLst>
                <a:ext uri="{FF2B5EF4-FFF2-40B4-BE49-F238E27FC236}">
                  <a16:creationId xmlns:a16="http://schemas.microsoft.com/office/drawing/2014/main" id="{36262B26-2B10-664E-B485-2B0BF6B95705}"/>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4" name="Rectangle 103">
              <a:extLst>
                <a:ext uri="{FF2B5EF4-FFF2-40B4-BE49-F238E27FC236}">
                  <a16:creationId xmlns:a16="http://schemas.microsoft.com/office/drawing/2014/main" id="{B2511842-B5CE-E242-9E79-819A629F7DC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5" name="Line 104">
              <a:extLst>
                <a:ext uri="{FF2B5EF4-FFF2-40B4-BE49-F238E27FC236}">
                  <a16:creationId xmlns:a16="http://schemas.microsoft.com/office/drawing/2014/main" id="{CAAFBF8F-0301-0F4D-9DF5-B3DD1EC8C778}"/>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6" name="Group 105">
            <a:extLst>
              <a:ext uri="{FF2B5EF4-FFF2-40B4-BE49-F238E27FC236}">
                <a16:creationId xmlns:a16="http://schemas.microsoft.com/office/drawing/2014/main" id="{7BFAB449-E2DA-3147-849E-09A6366B098F}"/>
              </a:ext>
            </a:extLst>
          </p:cNvPr>
          <p:cNvGrpSpPr>
            <a:grpSpLocks/>
          </p:cNvGrpSpPr>
          <p:nvPr/>
        </p:nvGrpSpPr>
        <p:grpSpPr bwMode="auto">
          <a:xfrm>
            <a:off x="5946775" y="4893462"/>
            <a:ext cx="1044574" cy="215900"/>
            <a:chOff x="358" y="3463"/>
            <a:chExt cx="658" cy="136"/>
          </a:xfrm>
        </p:grpSpPr>
        <p:sp>
          <p:nvSpPr>
            <p:cNvPr id="337" name="Rectangle 106">
              <a:extLst>
                <a:ext uri="{FF2B5EF4-FFF2-40B4-BE49-F238E27FC236}">
                  <a16:creationId xmlns:a16="http://schemas.microsoft.com/office/drawing/2014/main" id="{9C435B71-B7F9-FB4C-83FD-6F3745D78BFE}"/>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07">
              <a:extLst>
                <a:ext uri="{FF2B5EF4-FFF2-40B4-BE49-F238E27FC236}">
                  <a16:creationId xmlns:a16="http://schemas.microsoft.com/office/drawing/2014/main" id="{09CF7D3E-B128-CD40-817F-B76520EE2A6C}"/>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Rectangle 108">
              <a:extLst>
                <a:ext uri="{FF2B5EF4-FFF2-40B4-BE49-F238E27FC236}">
                  <a16:creationId xmlns:a16="http://schemas.microsoft.com/office/drawing/2014/main" id="{86FC5905-2FC0-E848-B8C8-C68F4ACE3C5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0" name="Rectangle 109">
              <a:extLst>
                <a:ext uri="{FF2B5EF4-FFF2-40B4-BE49-F238E27FC236}">
                  <a16:creationId xmlns:a16="http://schemas.microsoft.com/office/drawing/2014/main" id="{D25B9F48-5027-6E4E-BF5B-3A43EB20480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1" name="Line 110">
              <a:extLst>
                <a:ext uri="{FF2B5EF4-FFF2-40B4-BE49-F238E27FC236}">
                  <a16:creationId xmlns:a16="http://schemas.microsoft.com/office/drawing/2014/main" id="{9C3B50DE-BC7E-DC41-A996-2C8F99ABF59C}"/>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2" name="Group 111">
            <a:extLst>
              <a:ext uri="{FF2B5EF4-FFF2-40B4-BE49-F238E27FC236}">
                <a16:creationId xmlns:a16="http://schemas.microsoft.com/office/drawing/2014/main" id="{7DF99D71-DDE6-BB4A-B28F-8F67E7B81B51}"/>
              </a:ext>
            </a:extLst>
          </p:cNvPr>
          <p:cNvGrpSpPr>
            <a:grpSpLocks/>
          </p:cNvGrpSpPr>
          <p:nvPr/>
        </p:nvGrpSpPr>
        <p:grpSpPr bwMode="auto">
          <a:xfrm>
            <a:off x="5945368" y="5315556"/>
            <a:ext cx="1046163" cy="215900"/>
            <a:chOff x="357" y="3463"/>
            <a:chExt cx="659" cy="136"/>
          </a:xfrm>
        </p:grpSpPr>
        <p:sp>
          <p:nvSpPr>
            <p:cNvPr id="343" name="Rectangle 112">
              <a:extLst>
                <a:ext uri="{FF2B5EF4-FFF2-40B4-BE49-F238E27FC236}">
                  <a16:creationId xmlns:a16="http://schemas.microsoft.com/office/drawing/2014/main" id="{DADCADDA-AA8E-4A44-881D-9DC07838042A}"/>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Rectangle 113">
              <a:extLst>
                <a:ext uri="{FF2B5EF4-FFF2-40B4-BE49-F238E27FC236}">
                  <a16:creationId xmlns:a16="http://schemas.microsoft.com/office/drawing/2014/main" id="{7B071F8D-7A94-0545-B654-6656D361736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Rectangle 114">
              <a:extLst>
                <a:ext uri="{FF2B5EF4-FFF2-40B4-BE49-F238E27FC236}">
                  <a16:creationId xmlns:a16="http://schemas.microsoft.com/office/drawing/2014/main" id="{030036A2-20DE-2444-AEBC-ED30EF2E2069}"/>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Rectangle 115">
              <a:extLst>
                <a:ext uri="{FF2B5EF4-FFF2-40B4-BE49-F238E27FC236}">
                  <a16:creationId xmlns:a16="http://schemas.microsoft.com/office/drawing/2014/main" id="{618626AC-F6A7-144F-9ECD-C4110EE9DEA2}"/>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Line 116">
              <a:extLst>
                <a:ext uri="{FF2B5EF4-FFF2-40B4-BE49-F238E27FC236}">
                  <a16:creationId xmlns:a16="http://schemas.microsoft.com/office/drawing/2014/main" id="{75B1015E-550F-F445-8AAB-4865BC07F6DA}"/>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8" name="Text Box 117">
            <a:extLst>
              <a:ext uri="{FF2B5EF4-FFF2-40B4-BE49-F238E27FC236}">
                <a16:creationId xmlns:a16="http://schemas.microsoft.com/office/drawing/2014/main" id="{65D98CB2-870D-B84B-9B0C-A2C174F40D4D}"/>
              </a:ext>
            </a:extLst>
          </p:cNvPr>
          <p:cNvSpPr txBox="1">
            <a:spLocks noChangeArrowheads="1"/>
          </p:cNvSpPr>
          <p:nvPr/>
        </p:nvSpPr>
        <p:spPr bwMode="auto">
          <a:xfrm>
            <a:off x="5664477" y="5835029"/>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bus</a:t>
            </a:r>
          </a:p>
        </p:txBody>
      </p:sp>
      <p:grpSp>
        <p:nvGrpSpPr>
          <p:cNvPr id="4" name="Group 3">
            <a:extLst>
              <a:ext uri="{FF2B5EF4-FFF2-40B4-BE49-F238E27FC236}">
                <a16:creationId xmlns:a16="http://schemas.microsoft.com/office/drawing/2014/main" id="{DD7B28A1-7CC4-EC46-9F15-0A766D5FA67A}"/>
              </a:ext>
            </a:extLst>
          </p:cNvPr>
          <p:cNvGrpSpPr/>
          <p:nvPr/>
        </p:nvGrpSpPr>
        <p:grpSpPr>
          <a:xfrm>
            <a:off x="1186899" y="4439064"/>
            <a:ext cx="2798763" cy="1752600"/>
            <a:chOff x="1968777" y="4452316"/>
            <a:chExt cx="2798763" cy="1752600"/>
          </a:xfrm>
        </p:grpSpPr>
        <p:grpSp>
          <p:nvGrpSpPr>
            <p:cNvPr id="272" name="Group 30">
              <a:extLst>
                <a:ext uri="{FF2B5EF4-FFF2-40B4-BE49-F238E27FC236}">
                  <a16:creationId xmlns:a16="http://schemas.microsoft.com/office/drawing/2014/main" id="{3C7C2E39-B8FC-2E4E-8EA7-9980DBE0894E}"/>
                </a:ext>
              </a:extLst>
            </p:cNvPr>
            <p:cNvGrpSpPr>
              <a:grpSpLocks/>
            </p:cNvGrpSpPr>
            <p:nvPr/>
          </p:nvGrpSpPr>
          <p:grpSpPr bwMode="auto">
            <a:xfrm>
              <a:off x="2121177" y="4534866"/>
              <a:ext cx="890588" cy="215900"/>
              <a:chOff x="876" y="2800"/>
              <a:chExt cx="642" cy="175"/>
            </a:xfrm>
          </p:grpSpPr>
          <p:sp>
            <p:nvSpPr>
              <p:cNvPr id="273" name="Rectangle 7">
                <a:extLst>
                  <a:ext uri="{FF2B5EF4-FFF2-40B4-BE49-F238E27FC236}">
                    <a16:creationId xmlns:a16="http://schemas.microsoft.com/office/drawing/2014/main" id="{1C7F0720-4AD3-7241-A18F-1322594DDDD8}"/>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Rectangle 8">
                <a:extLst>
                  <a:ext uri="{FF2B5EF4-FFF2-40B4-BE49-F238E27FC236}">
                    <a16:creationId xmlns:a16="http://schemas.microsoft.com/office/drawing/2014/main" id="{6355CF5C-E1D3-BA4C-9C14-531EDEA373AD}"/>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5" name="Rectangle 9">
                <a:extLst>
                  <a:ext uri="{FF2B5EF4-FFF2-40B4-BE49-F238E27FC236}">
                    <a16:creationId xmlns:a16="http://schemas.microsoft.com/office/drawing/2014/main" id="{41497BCF-AE4C-5744-A422-5C5FDE760F0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6" name="Rectangle 10">
                <a:extLst>
                  <a:ext uri="{FF2B5EF4-FFF2-40B4-BE49-F238E27FC236}">
                    <a16:creationId xmlns:a16="http://schemas.microsoft.com/office/drawing/2014/main" id="{BC5034A8-3C30-BA4E-9BC2-0F43C7DAE03E}"/>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Line 11">
                <a:extLst>
                  <a:ext uri="{FF2B5EF4-FFF2-40B4-BE49-F238E27FC236}">
                    <a16:creationId xmlns:a16="http://schemas.microsoft.com/office/drawing/2014/main" id="{B5DB05AA-F635-D242-8616-F8A3AA12323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8" name="Group 45">
              <a:extLst>
                <a:ext uri="{FF2B5EF4-FFF2-40B4-BE49-F238E27FC236}">
                  <a16:creationId xmlns:a16="http://schemas.microsoft.com/office/drawing/2014/main" id="{8F35E416-2B65-1B4A-A2ED-DF0FCBEF8372}"/>
                </a:ext>
              </a:extLst>
            </p:cNvPr>
            <p:cNvGrpSpPr>
              <a:grpSpLocks/>
            </p:cNvGrpSpPr>
            <p:nvPr/>
          </p:nvGrpSpPr>
          <p:grpSpPr bwMode="auto">
            <a:xfrm>
              <a:off x="2097365" y="4930154"/>
              <a:ext cx="890587" cy="215900"/>
              <a:chOff x="876" y="2800"/>
              <a:chExt cx="642" cy="175"/>
            </a:xfrm>
          </p:grpSpPr>
          <p:sp>
            <p:nvSpPr>
              <p:cNvPr id="279" name="Rectangle 46">
                <a:extLst>
                  <a:ext uri="{FF2B5EF4-FFF2-40B4-BE49-F238E27FC236}">
                    <a16:creationId xmlns:a16="http://schemas.microsoft.com/office/drawing/2014/main" id="{38918ABB-CEF1-BE45-AEE3-24901AE8397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47">
                <a:extLst>
                  <a:ext uri="{FF2B5EF4-FFF2-40B4-BE49-F238E27FC236}">
                    <a16:creationId xmlns:a16="http://schemas.microsoft.com/office/drawing/2014/main" id="{FA6EFB7D-6BC0-FB42-BB60-753DA2C2FA82}"/>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Rectangle 48">
                <a:extLst>
                  <a:ext uri="{FF2B5EF4-FFF2-40B4-BE49-F238E27FC236}">
                    <a16:creationId xmlns:a16="http://schemas.microsoft.com/office/drawing/2014/main" id="{E6160B5F-9E39-C440-A991-AFCD9768C28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Rectangle 49">
                <a:extLst>
                  <a:ext uri="{FF2B5EF4-FFF2-40B4-BE49-F238E27FC236}">
                    <a16:creationId xmlns:a16="http://schemas.microsoft.com/office/drawing/2014/main" id="{732D2AFE-3597-644A-97A1-28DD2F90A43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Line 50">
                <a:extLst>
                  <a:ext uri="{FF2B5EF4-FFF2-40B4-BE49-F238E27FC236}">
                    <a16:creationId xmlns:a16="http://schemas.microsoft.com/office/drawing/2014/main" id="{F3A2C82B-D735-2341-9B29-100DEE8F8C5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4" name="Group 51">
              <a:extLst>
                <a:ext uri="{FF2B5EF4-FFF2-40B4-BE49-F238E27FC236}">
                  <a16:creationId xmlns:a16="http://schemas.microsoft.com/office/drawing/2014/main" id="{6BA36712-4E6B-3D4E-ABC4-0CE286CF569C}"/>
                </a:ext>
              </a:extLst>
            </p:cNvPr>
            <p:cNvGrpSpPr>
              <a:grpSpLocks/>
            </p:cNvGrpSpPr>
            <p:nvPr/>
          </p:nvGrpSpPr>
          <p:grpSpPr bwMode="auto">
            <a:xfrm>
              <a:off x="2092602" y="5357191"/>
              <a:ext cx="890588" cy="215900"/>
              <a:chOff x="876" y="2800"/>
              <a:chExt cx="642" cy="175"/>
            </a:xfrm>
          </p:grpSpPr>
          <p:sp>
            <p:nvSpPr>
              <p:cNvPr id="285" name="Rectangle 52">
                <a:extLst>
                  <a:ext uri="{FF2B5EF4-FFF2-40B4-BE49-F238E27FC236}">
                    <a16:creationId xmlns:a16="http://schemas.microsoft.com/office/drawing/2014/main" id="{129DC514-3311-A645-A11D-4FF6C0B87A75}"/>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53">
                <a:extLst>
                  <a:ext uri="{FF2B5EF4-FFF2-40B4-BE49-F238E27FC236}">
                    <a16:creationId xmlns:a16="http://schemas.microsoft.com/office/drawing/2014/main" id="{E067EF7E-DADF-0B4B-A13F-44B8E34072B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54">
                <a:extLst>
                  <a:ext uri="{FF2B5EF4-FFF2-40B4-BE49-F238E27FC236}">
                    <a16:creationId xmlns:a16="http://schemas.microsoft.com/office/drawing/2014/main" id="{9301E58F-0697-8D42-8D86-7240128C545D}"/>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55">
                <a:extLst>
                  <a:ext uri="{FF2B5EF4-FFF2-40B4-BE49-F238E27FC236}">
                    <a16:creationId xmlns:a16="http://schemas.microsoft.com/office/drawing/2014/main" id="{91AC650D-8A42-5745-8F86-B02FF0476B8B}"/>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Line 56">
                <a:extLst>
                  <a:ext uri="{FF2B5EF4-FFF2-40B4-BE49-F238E27FC236}">
                    <a16:creationId xmlns:a16="http://schemas.microsoft.com/office/drawing/2014/main" id="{F9808253-1247-4A4E-96D0-B5614778EF5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0" name="Rectangle 57">
              <a:extLst>
                <a:ext uri="{FF2B5EF4-FFF2-40B4-BE49-F238E27FC236}">
                  <a16:creationId xmlns:a16="http://schemas.microsoft.com/office/drawing/2014/main" id="{41269D84-F7BD-3F4B-9EE9-23A8785FCBB4}"/>
                </a:ext>
              </a:extLst>
            </p:cNvPr>
            <p:cNvSpPr>
              <a:spLocks noChangeArrowheads="1"/>
            </p:cNvSpPr>
            <p:nvPr/>
          </p:nvSpPr>
          <p:spPr bwMode="auto">
            <a:xfrm>
              <a:off x="2980015" y="4452316"/>
              <a:ext cx="704850" cy="1176338"/>
            </a:xfrm>
            <a:prstGeom prst="rect">
              <a:avLst/>
            </a:prstGeom>
            <a:solidFill>
              <a:srgbClr val="FFFFFF"/>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1" name="Group 64">
              <a:extLst>
                <a:ext uri="{FF2B5EF4-FFF2-40B4-BE49-F238E27FC236}">
                  <a16:creationId xmlns:a16="http://schemas.microsoft.com/office/drawing/2014/main" id="{F48BF83F-9F4E-FD44-89AF-AD40F44A1B03}"/>
                </a:ext>
              </a:extLst>
            </p:cNvPr>
            <p:cNvGrpSpPr>
              <a:grpSpLocks/>
            </p:cNvGrpSpPr>
            <p:nvPr/>
          </p:nvGrpSpPr>
          <p:grpSpPr bwMode="auto">
            <a:xfrm>
              <a:off x="3689627" y="4533279"/>
              <a:ext cx="890588" cy="215900"/>
              <a:chOff x="455" y="3463"/>
              <a:chExt cx="561" cy="136"/>
            </a:xfrm>
          </p:grpSpPr>
          <p:sp>
            <p:nvSpPr>
              <p:cNvPr id="292" name="Rectangle 59">
                <a:extLst>
                  <a:ext uri="{FF2B5EF4-FFF2-40B4-BE49-F238E27FC236}">
                    <a16:creationId xmlns:a16="http://schemas.microsoft.com/office/drawing/2014/main" id="{4E120DDC-4D03-F842-94AF-27555EDB5CF7}"/>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Rectangle 60">
                <a:extLst>
                  <a:ext uri="{FF2B5EF4-FFF2-40B4-BE49-F238E27FC236}">
                    <a16:creationId xmlns:a16="http://schemas.microsoft.com/office/drawing/2014/main" id="{3E424F24-DEF2-7747-8B32-D2D41DCCB1C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61">
                <a:extLst>
                  <a:ext uri="{FF2B5EF4-FFF2-40B4-BE49-F238E27FC236}">
                    <a16:creationId xmlns:a16="http://schemas.microsoft.com/office/drawing/2014/main" id="{FCB1CF36-46B1-EA41-94AF-564D1A453693}"/>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Rectangle 62">
                <a:extLst>
                  <a:ext uri="{FF2B5EF4-FFF2-40B4-BE49-F238E27FC236}">
                    <a16:creationId xmlns:a16="http://schemas.microsoft.com/office/drawing/2014/main" id="{1B49B267-612F-D84F-B02E-C419C0367BE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Line 63">
                <a:extLst>
                  <a:ext uri="{FF2B5EF4-FFF2-40B4-BE49-F238E27FC236}">
                    <a16:creationId xmlns:a16="http://schemas.microsoft.com/office/drawing/2014/main" id="{DCB1F4FA-6E22-F34F-B286-A108C325D330}"/>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97" name="Group 65">
              <a:extLst>
                <a:ext uri="{FF2B5EF4-FFF2-40B4-BE49-F238E27FC236}">
                  <a16:creationId xmlns:a16="http://schemas.microsoft.com/office/drawing/2014/main" id="{719D39D4-FB51-7642-A36C-2BA36F16985A}"/>
                </a:ext>
              </a:extLst>
            </p:cNvPr>
            <p:cNvGrpSpPr>
              <a:grpSpLocks/>
            </p:cNvGrpSpPr>
            <p:nvPr/>
          </p:nvGrpSpPr>
          <p:grpSpPr bwMode="auto">
            <a:xfrm>
              <a:off x="3694390" y="4925391"/>
              <a:ext cx="890587" cy="215900"/>
              <a:chOff x="455" y="3463"/>
              <a:chExt cx="561" cy="136"/>
            </a:xfrm>
          </p:grpSpPr>
          <p:sp>
            <p:nvSpPr>
              <p:cNvPr id="298" name="Rectangle 66">
                <a:extLst>
                  <a:ext uri="{FF2B5EF4-FFF2-40B4-BE49-F238E27FC236}">
                    <a16:creationId xmlns:a16="http://schemas.microsoft.com/office/drawing/2014/main" id="{95FB090C-CEEB-C642-B6E3-796C33946BBF}"/>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Rectangle 67">
                <a:extLst>
                  <a:ext uri="{FF2B5EF4-FFF2-40B4-BE49-F238E27FC236}">
                    <a16:creationId xmlns:a16="http://schemas.microsoft.com/office/drawing/2014/main" id="{90EE24D2-2A23-8A4B-AA6C-77A540AF262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0" name="Rectangle 68">
                <a:extLst>
                  <a:ext uri="{FF2B5EF4-FFF2-40B4-BE49-F238E27FC236}">
                    <a16:creationId xmlns:a16="http://schemas.microsoft.com/office/drawing/2014/main" id="{0EE5C8FE-A545-1047-B033-D000FCC810C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1" name="Rectangle 69">
                <a:extLst>
                  <a:ext uri="{FF2B5EF4-FFF2-40B4-BE49-F238E27FC236}">
                    <a16:creationId xmlns:a16="http://schemas.microsoft.com/office/drawing/2014/main" id="{4875E736-57B1-E048-9DED-51F8EBE441B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Line 70">
                <a:extLst>
                  <a:ext uri="{FF2B5EF4-FFF2-40B4-BE49-F238E27FC236}">
                    <a16:creationId xmlns:a16="http://schemas.microsoft.com/office/drawing/2014/main" id="{F1131A5F-4FDC-6741-B569-1128DD469CB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3" name="Group 71">
              <a:extLst>
                <a:ext uri="{FF2B5EF4-FFF2-40B4-BE49-F238E27FC236}">
                  <a16:creationId xmlns:a16="http://schemas.microsoft.com/office/drawing/2014/main" id="{563249F4-CC55-FB4F-A620-0484EEFEF155}"/>
                </a:ext>
              </a:extLst>
            </p:cNvPr>
            <p:cNvGrpSpPr>
              <a:grpSpLocks/>
            </p:cNvGrpSpPr>
            <p:nvPr/>
          </p:nvGrpSpPr>
          <p:grpSpPr bwMode="auto">
            <a:xfrm>
              <a:off x="3689627" y="5352429"/>
              <a:ext cx="890588" cy="215900"/>
              <a:chOff x="455" y="3463"/>
              <a:chExt cx="561" cy="136"/>
            </a:xfrm>
          </p:grpSpPr>
          <p:sp>
            <p:nvSpPr>
              <p:cNvPr id="304" name="Rectangle 72">
                <a:extLst>
                  <a:ext uri="{FF2B5EF4-FFF2-40B4-BE49-F238E27FC236}">
                    <a16:creationId xmlns:a16="http://schemas.microsoft.com/office/drawing/2014/main" id="{C3C1DBA4-7D91-0449-AD0B-AD923E348603}"/>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73">
                <a:extLst>
                  <a:ext uri="{FF2B5EF4-FFF2-40B4-BE49-F238E27FC236}">
                    <a16:creationId xmlns:a16="http://schemas.microsoft.com/office/drawing/2014/main" id="{0745B999-1569-3C4A-B569-9ACA7563333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6" name="Rectangle 74">
                <a:extLst>
                  <a:ext uri="{FF2B5EF4-FFF2-40B4-BE49-F238E27FC236}">
                    <a16:creationId xmlns:a16="http://schemas.microsoft.com/office/drawing/2014/main" id="{521FB59F-393E-8043-969B-F3359100624A}"/>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Rectangle 75">
                <a:extLst>
                  <a:ext uri="{FF2B5EF4-FFF2-40B4-BE49-F238E27FC236}">
                    <a16:creationId xmlns:a16="http://schemas.microsoft.com/office/drawing/2014/main" id="{8BDC1A78-9913-4044-AD8A-150F0412665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Line 76">
                <a:extLst>
                  <a:ext uri="{FF2B5EF4-FFF2-40B4-BE49-F238E27FC236}">
                    <a16:creationId xmlns:a16="http://schemas.microsoft.com/office/drawing/2014/main" id="{7CD69A6B-8BD5-4A41-B066-4747BB61C49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Text Box 78">
              <a:extLst>
                <a:ext uri="{FF2B5EF4-FFF2-40B4-BE49-F238E27FC236}">
                  <a16:creationId xmlns:a16="http://schemas.microsoft.com/office/drawing/2014/main" id="{DA6CCE94-715B-FE44-98B3-B5292404E1CD}"/>
                </a:ext>
              </a:extLst>
            </p:cNvPr>
            <p:cNvSpPr txBox="1">
              <a:spLocks noChangeArrowheads="1"/>
            </p:cNvSpPr>
            <p:nvPr/>
          </p:nvSpPr>
          <p:spPr bwMode="auto">
            <a:xfrm>
              <a:off x="2813327" y="5838204"/>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310" name="Text Box 79">
              <a:extLst>
                <a:ext uri="{FF2B5EF4-FFF2-40B4-BE49-F238E27FC236}">
                  <a16:creationId xmlns:a16="http://schemas.microsoft.com/office/drawing/2014/main" id="{021CED6C-C2DB-174F-9D8D-6ABDA5614120}"/>
                </a:ext>
              </a:extLst>
            </p:cNvPr>
            <p:cNvSpPr txBox="1">
              <a:spLocks noChangeArrowheads="1"/>
            </p:cNvSpPr>
            <p:nvPr/>
          </p:nvSpPr>
          <p:spPr bwMode="auto">
            <a:xfrm>
              <a:off x="2911752" y="4769816"/>
              <a:ext cx="823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402" name="Freeform 171">
              <a:extLst>
                <a:ext uri="{FF2B5EF4-FFF2-40B4-BE49-F238E27FC236}">
                  <a16:creationId xmlns:a16="http://schemas.microsoft.com/office/drawing/2014/main" id="{7EB6C5B2-8711-C447-BA49-C9D20140FF62}"/>
                </a:ext>
              </a:extLst>
            </p:cNvPr>
            <p:cNvSpPr>
              <a:spLocks/>
            </p:cNvSpPr>
            <p:nvPr/>
          </p:nvSpPr>
          <p:spPr bwMode="auto">
            <a:xfrm>
              <a:off x="1968777" y="4577729"/>
              <a:ext cx="2798763"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Freeform 172">
            <a:extLst>
              <a:ext uri="{FF2B5EF4-FFF2-40B4-BE49-F238E27FC236}">
                <a16:creationId xmlns:a16="http://schemas.microsoft.com/office/drawing/2014/main" id="{FCB8CAB7-7CE5-7648-B2F4-FF9B29F4C17A}"/>
              </a:ext>
            </a:extLst>
          </p:cNvPr>
          <p:cNvSpPr>
            <a:spLocks/>
          </p:cNvSpPr>
          <p:nvPr/>
        </p:nvSpPr>
        <p:spPr bwMode="auto">
          <a:xfrm>
            <a:off x="5019952" y="4547566"/>
            <a:ext cx="2006600"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404">
            <a:extLst>
              <a:ext uri="{FF2B5EF4-FFF2-40B4-BE49-F238E27FC236}">
                <a16:creationId xmlns:a16="http://schemas.microsoft.com/office/drawing/2014/main" id="{1E24DDED-AAB8-1742-BEAA-647483FFA1F1}"/>
              </a:ext>
            </a:extLst>
          </p:cNvPr>
          <p:cNvGrpSpPr/>
          <p:nvPr/>
        </p:nvGrpSpPr>
        <p:grpSpPr>
          <a:xfrm>
            <a:off x="7258217" y="4512159"/>
            <a:ext cx="2854919" cy="2066925"/>
            <a:chOff x="6675121" y="4485654"/>
            <a:chExt cx="2854919" cy="2066925"/>
          </a:xfrm>
        </p:grpSpPr>
        <p:grpSp>
          <p:nvGrpSpPr>
            <p:cNvPr id="349" name="Group 118">
              <a:extLst>
                <a:ext uri="{FF2B5EF4-FFF2-40B4-BE49-F238E27FC236}">
                  <a16:creationId xmlns:a16="http://schemas.microsoft.com/office/drawing/2014/main" id="{2404D93A-580B-0343-A0B1-94D96A2957A1}"/>
                </a:ext>
              </a:extLst>
            </p:cNvPr>
            <p:cNvGrpSpPr>
              <a:grpSpLocks/>
            </p:cNvGrpSpPr>
            <p:nvPr/>
          </p:nvGrpSpPr>
          <p:grpSpPr bwMode="auto">
            <a:xfrm>
              <a:off x="7469465" y="4485654"/>
              <a:ext cx="890587" cy="215900"/>
              <a:chOff x="876" y="2800"/>
              <a:chExt cx="642" cy="175"/>
            </a:xfrm>
          </p:grpSpPr>
          <p:sp>
            <p:nvSpPr>
              <p:cNvPr id="350" name="Rectangle 119">
                <a:extLst>
                  <a:ext uri="{FF2B5EF4-FFF2-40B4-BE49-F238E27FC236}">
                    <a16:creationId xmlns:a16="http://schemas.microsoft.com/office/drawing/2014/main" id="{DEAD9689-A93F-3A40-A1F0-D7AE2D9E4800}"/>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Rectangle 120">
                <a:extLst>
                  <a:ext uri="{FF2B5EF4-FFF2-40B4-BE49-F238E27FC236}">
                    <a16:creationId xmlns:a16="http://schemas.microsoft.com/office/drawing/2014/main" id="{B3FFEF5C-2CF8-3F48-AA70-FCA4463DD740}"/>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21">
                <a:extLst>
                  <a:ext uri="{FF2B5EF4-FFF2-40B4-BE49-F238E27FC236}">
                    <a16:creationId xmlns:a16="http://schemas.microsoft.com/office/drawing/2014/main" id="{6DA8F41A-C8D0-E84A-BE1E-E5D24606E51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3" name="Rectangle 122">
                <a:extLst>
                  <a:ext uri="{FF2B5EF4-FFF2-40B4-BE49-F238E27FC236}">
                    <a16:creationId xmlns:a16="http://schemas.microsoft.com/office/drawing/2014/main" id="{71D1CE81-6E07-EF41-B20A-E71DD542761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Line 123">
                <a:extLst>
                  <a:ext uri="{FF2B5EF4-FFF2-40B4-BE49-F238E27FC236}">
                    <a16:creationId xmlns:a16="http://schemas.microsoft.com/office/drawing/2014/main" id="{FDFD10E9-723C-CD4E-9B1E-C974437C04F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5" name="Group 124">
              <a:extLst>
                <a:ext uri="{FF2B5EF4-FFF2-40B4-BE49-F238E27FC236}">
                  <a16:creationId xmlns:a16="http://schemas.microsoft.com/office/drawing/2014/main" id="{531A9996-A8C0-EB41-BF87-89DBD438FC81}"/>
                </a:ext>
              </a:extLst>
            </p:cNvPr>
            <p:cNvGrpSpPr>
              <a:grpSpLocks/>
            </p:cNvGrpSpPr>
            <p:nvPr/>
          </p:nvGrpSpPr>
          <p:grpSpPr bwMode="auto">
            <a:xfrm>
              <a:off x="7445652" y="4880941"/>
              <a:ext cx="890588" cy="215900"/>
              <a:chOff x="876" y="2800"/>
              <a:chExt cx="642" cy="175"/>
            </a:xfrm>
          </p:grpSpPr>
          <p:sp>
            <p:nvSpPr>
              <p:cNvPr id="356" name="Rectangle 125">
                <a:extLst>
                  <a:ext uri="{FF2B5EF4-FFF2-40B4-BE49-F238E27FC236}">
                    <a16:creationId xmlns:a16="http://schemas.microsoft.com/office/drawing/2014/main" id="{2467BB19-E02A-7B43-9CA4-9F0EB6D87A5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7" name="Rectangle 126">
                <a:extLst>
                  <a:ext uri="{FF2B5EF4-FFF2-40B4-BE49-F238E27FC236}">
                    <a16:creationId xmlns:a16="http://schemas.microsoft.com/office/drawing/2014/main" id="{962D332A-F4A3-2648-892A-BD845A64A7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Rectangle 127">
                <a:extLst>
                  <a:ext uri="{FF2B5EF4-FFF2-40B4-BE49-F238E27FC236}">
                    <a16:creationId xmlns:a16="http://schemas.microsoft.com/office/drawing/2014/main" id="{72283283-9F77-C548-B1DC-7BED275E1B8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9" name="Rectangle 128">
                <a:extLst>
                  <a:ext uri="{FF2B5EF4-FFF2-40B4-BE49-F238E27FC236}">
                    <a16:creationId xmlns:a16="http://schemas.microsoft.com/office/drawing/2014/main" id="{97305BF1-8C59-FD41-8C7C-DBF2671DCB74}"/>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Line 129">
                <a:extLst>
                  <a:ext uri="{FF2B5EF4-FFF2-40B4-BE49-F238E27FC236}">
                    <a16:creationId xmlns:a16="http://schemas.microsoft.com/office/drawing/2014/main" id="{EDA7687B-3958-E947-B115-E7E60D7772D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130">
              <a:extLst>
                <a:ext uri="{FF2B5EF4-FFF2-40B4-BE49-F238E27FC236}">
                  <a16:creationId xmlns:a16="http://schemas.microsoft.com/office/drawing/2014/main" id="{1D80AFC0-343E-BE4A-A3A1-7940B6D336B9}"/>
                </a:ext>
              </a:extLst>
            </p:cNvPr>
            <p:cNvGrpSpPr>
              <a:grpSpLocks/>
            </p:cNvGrpSpPr>
            <p:nvPr/>
          </p:nvGrpSpPr>
          <p:grpSpPr bwMode="auto">
            <a:xfrm>
              <a:off x="7440890" y="5307979"/>
              <a:ext cx="890587" cy="215900"/>
              <a:chOff x="876" y="2800"/>
              <a:chExt cx="642" cy="175"/>
            </a:xfrm>
          </p:grpSpPr>
          <p:sp>
            <p:nvSpPr>
              <p:cNvPr id="362" name="Rectangle 131">
                <a:extLst>
                  <a:ext uri="{FF2B5EF4-FFF2-40B4-BE49-F238E27FC236}">
                    <a16:creationId xmlns:a16="http://schemas.microsoft.com/office/drawing/2014/main" id="{41CC58A8-B68E-884F-BD23-08890CD10FD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132">
                <a:extLst>
                  <a:ext uri="{FF2B5EF4-FFF2-40B4-BE49-F238E27FC236}">
                    <a16:creationId xmlns:a16="http://schemas.microsoft.com/office/drawing/2014/main" id="{328A28BC-2B66-004E-8A4C-0C3533209AF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Rectangle 133">
                <a:extLst>
                  <a:ext uri="{FF2B5EF4-FFF2-40B4-BE49-F238E27FC236}">
                    <a16:creationId xmlns:a16="http://schemas.microsoft.com/office/drawing/2014/main" id="{D3427F60-4900-B545-B8F2-23A9D4F79890}"/>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Rectangle 134">
                <a:extLst>
                  <a:ext uri="{FF2B5EF4-FFF2-40B4-BE49-F238E27FC236}">
                    <a16:creationId xmlns:a16="http://schemas.microsoft.com/office/drawing/2014/main" id="{808AFD0A-2342-6644-842D-FE9FD6D74F4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Line 135">
                <a:extLst>
                  <a:ext uri="{FF2B5EF4-FFF2-40B4-BE49-F238E27FC236}">
                    <a16:creationId xmlns:a16="http://schemas.microsoft.com/office/drawing/2014/main" id="{AA67B89E-6553-F34F-9540-BB2888CF458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7" name="Group 154">
              <a:extLst>
                <a:ext uri="{FF2B5EF4-FFF2-40B4-BE49-F238E27FC236}">
                  <a16:creationId xmlns:a16="http://schemas.microsoft.com/office/drawing/2014/main" id="{FCB38C9C-3886-1647-B1BB-77C45B97E5F0}"/>
                </a:ext>
              </a:extLst>
            </p:cNvPr>
            <p:cNvGrpSpPr>
              <a:grpSpLocks/>
            </p:cNvGrpSpPr>
            <p:nvPr/>
          </p:nvGrpSpPr>
          <p:grpSpPr bwMode="auto">
            <a:xfrm rot="5400000">
              <a:off x="8564840" y="5504829"/>
              <a:ext cx="895350" cy="1035050"/>
              <a:chOff x="2954" y="2776"/>
              <a:chExt cx="564" cy="652"/>
            </a:xfrm>
          </p:grpSpPr>
          <p:grpSp>
            <p:nvGrpSpPr>
              <p:cNvPr id="368" name="Group 136">
                <a:extLst>
                  <a:ext uri="{FF2B5EF4-FFF2-40B4-BE49-F238E27FC236}">
                    <a16:creationId xmlns:a16="http://schemas.microsoft.com/office/drawing/2014/main" id="{EC3B7F3C-2CB6-0642-A702-4D975C6E9658}"/>
                  </a:ext>
                </a:extLst>
              </p:cNvPr>
              <p:cNvGrpSpPr>
                <a:grpSpLocks/>
              </p:cNvGrpSpPr>
              <p:nvPr/>
            </p:nvGrpSpPr>
            <p:grpSpPr bwMode="auto">
              <a:xfrm>
                <a:off x="2954" y="2776"/>
                <a:ext cx="561" cy="136"/>
                <a:chOff x="455" y="3463"/>
                <a:chExt cx="561" cy="136"/>
              </a:xfrm>
            </p:grpSpPr>
            <p:sp>
              <p:nvSpPr>
                <p:cNvPr id="381" name="Rectangle 137">
                  <a:extLst>
                    <a:ext uri="{FF2B5EF4-FFF2-40B4-BE49-F238E27FC236}">
                      <a16:creationId xmlns:a16="http://schemas.microsoft.com/office/drawing/2014/main" id="{333322CF-B6EA-B147-806E-4AA261E4300B}"/>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Rectangle 138">
                  <a:extLst>
                    <a:ext uri="{FF2B5EF4-FFF2-40B4-BE49-F238E27FC236}">
                      <a16:creationId xmlns:a16="http://schemas.microsoft.com/office/drawing/2014/main" id="{884DB2A1-6022-954E-B68C-90C304DB2F8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Rectangle 139">
                  <a:extLst>
                    <a:ext uri="{FF2B5EF4-FFF2-40B4-BE49-F238E27FC236}">
                      <a16:creationId xmlns:a16="http://schemas.microsoft.com/office/drawing/2014/main" id="{39F0096A-6580-4B46-9B00-336282120F4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4" name="Rectangle 140">
                  <a:extLst>
                    <a:ext uri="{FF2B5EF4-FFF2-40B4-BE49-F238E27FC236}">
                      <a16:creationId xmlns:a16="http://schemas.microsoft.com/office/drawing/2014/main" id="{A02D0A4D-FA88-0445-B282-F1BA4FAC99CA}"/>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Line 141">
                  <a:extLst>
                    <a:ext uri="{FF2B5EF4-FFF2-40B4-BE49-F238E27FC236}">
                      <a16:creationId xmlns:a16="http://schemas.microsoft.com/office/drawing/2014/main" id="{89AD7EED-2D5A-5F4B-82F9-B59964C7DA25}"/>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9" name="Group 142">
                <a:extLst>
                  <a:ext uri="{FF2B5EF4-FFF2-40B4-BE49-F238E27FC236}">
                    <a16:creationId xmlns:a16="http://schemas.microsoft.com/office/drawing/2014/main" id="{971C6EFA-672B-694C-8BB8-27DE8BB10C8E}"/>
                  </a:ext>
                </a:extLst>
              </p:cNvPr>
              <p:cNvGrpSpPr>
                <a:grpSpLocks/>
              </p:cNvGrpSpPr>
              <p:nvPr/>
            </p:nvGrpSpPr>
            <p:grpSpPr bwMode="auto">
              <a:xfrm>
                <a:off x="2957" y="3023"/>
                <a:ext cx="561" cy="136"/>
                <a:chOff x="455" y="3463"/>
                <a:chExt cx="561" cy="136"/>
              </a:xfrm>
            </p:grpSpPr>
            <p:sp>
              <p:nvSpPr>
                <p:cNvPr id="376" name="Rectangle 143">
                  <a:extLst>
                    <a:ext uri="{FF2B5EF4-FFF2-40B4-BE49-F238E27FC236}">
                      <a16:creationId xmlns:a16="http://schemas.microsoft.com/office/drawing/2014/main" id="{E55A46DF-72A8-7647-876D-A80F15CE885A}"/>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Rectangle 144">
                  <a:extLst>
                    <a:ext uri="{FF2B5EF4-FFF2-40B4-BE49-F238E27FC236}">
                      <a16:creationId xmlns:a16="http://schemas.microsoft.com/office/drawing/2014/main" id="{D24335F7-9D53-044A-AB88-2B9DF89C150F}"/>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Rectangle 145">
                  <a:extLst>
                    <a:ext uri="{FF2B5EF4-FFF2-40B4-BE49-F238E27FC236}">
                      <a16:creationId xmlns:a16="http://schemas.microsoft.com/office/drawing/2014/main" id="{6AEA3435-AA43-9F49-9087-3A3338DAFA3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Rectangle 146">
                  <a:extLst>
                    <a:ext uri="{FF2B5EF4-FFF2-40B4-BE49-F238E27FC236}">
                      <a16:creationId xmlns:a16="http://schemas.microsoft.com/office/drawing/2014/main" id="{177A053B-0BAE-0640-AB44-0E043F06D9F4}"/>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Line 147">
                  <a:extLst>
                    <a:ext uri="{FF2B5EF4-FFF2-40B4-BE49-F238E27FC236}">
                      <a16:creationId xmlns:a16="http://schemas.microsoft.com/office/drawing/2014/main" id="{8AEFB38B-7DDC-9F44-A516-7DAA76A7E04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0" name="Group 148">
                <a:extLst>
                  <a:ext uri="{FF2B5EF4-FFF2-40B4-BE49-F238E27FC236}">
                    <a16:creationId xmlns:a16="http://schemas.microsoft.com/office/drawing/2014/main" id="{FD714310-89A4-394D-B783-5EC2CA17AEC5}"/>
                  </a:ext>
                </a:extLst>
              </p:cNvPr>
              <p:cNvGrpSpPr>
                <a:grpSpLocks/>
              </p:cNvGrpSpPr>
              <p:nvPr/>
            </p:nvGrpSpPr>
            <p:grpSpPr bwMode="auto">
              <a:xfrm>
                <a:off x="2954" y="3292"/>
                <a:ext cx="561" cy="136"/>
                <a:chOff x="455" y="3463"/>
                <a:chExt cx="561" cy="136"/>
              </a:xfrm>
            </p:grpSpPr>
            <p:sp>
              <p:nvSpPr>
                <p:cNvPr id="371" name="Rectangle 149">
                  <a:extLst>
                    <a:ext uri="{FF2B5EF4-FFF2-40B4-BE49-F238E27FC236}">
                      <a16:creationId xmlns:a16="http://schemas.microsoft.com/office/drawing/2014/main" id="{ADDE511B-C129-9D4B-A35E-5B67168684B2}"/>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Rectangle 150">
                  <a:extLst>
                    <a:ext uri="{FF2B5EF4-FFF2-40B4-BE49-F238E27FC236}">
                      <a16:creationId xmlns:a16="http://schemas.microsoft.com/office/drawing/2014/main" id="{1926829B-5C2B-7B46-AAD2-DCC04D10C24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3" name="Rectangle 151">
                  <a:extLst>
                    <a:ext uri="{FF2B5EF4-FFF2-40B4-BE49-F238E27FC236}">
                      <a16:creationId xmlns:a16="http://schemas.microsoft.com/office/drawing/2014/main" id="{5166BAC0-36EC-054B-AEAE-4083E2973B9D}"/>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4" name="Rectangle 152">
                  <a:extLst>
                    <a:ext uri="{FF2B5EF4-FFF2-40B4-BE49-F238E27FC236}">
                      <a16:creationId xmlns:a16="http://schemas.microsoft.com/office/drawing/2014/main" id="{B8D687ED-21A3-5844-8144-FC4568CCB84C}"/>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5" name="Line 153">
                  <a:extLst>
                    <a:ext uri="{FF2B5EF4-FFF2-40B4-BE49-F238E27FC236}">
                      <a16:creationId xmlns:a16="http://schemas.microsoft.com/office/drawing/2014/main" id="{B0B99B84-F7F0-474D-9C17-F45572185CA1}"/>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86" name="Line 155">
              <a:extLst>
                <a:ext uri="{FF2B5EF4-FFF2-40B4-BE49-F238E27FC236}">
                  <a16:creationId xmlns:a16="http://schemas.microsoft.com/office/drawing/2014/main" id="{03C8D9EA-BBBC-B346-8BF2-359A0A507706}"/>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Line 156">
              <a:extLst>
                <a:ext uri="{FF2B5EF4-FFF2-40B4-BE49-F238E27FC236}">
                  <a16:creationId xmlns:a16="http://schemas.microsoft.com/office/drawing/2014/main" id="{A11B99D5-398C-2B4F-8426-2A7897D2674E}"/>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8" name="Line 157">
              <a:extLst>
                <a:ext uri="{FF2B5EF4-FFF2-40B4-BE49-F238E27FC236}">
                  <a16:creationId xmlns:a16="http://schemas.microsoft.com/office/drawing/2014/main" id="{E19B9C74-C0F9-9C48-96BC-5083BFA42607}"/>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Line 158">
              <a:extLst>
                <a:ext uri="{FF2B5EF4-FFF2-40B4-BE49-F238E27FC236}">
                  <a16:creationId xmlns:a16="http://schemas.microsoft.com/office/drawing/2014/main" id="{972BC1ED-3C65-0D48-80B7-F3828BC10B96}"/>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0" name="Line 159">
              <a:extLst>
                <a:ext uri="{FF2B5EF4-FFF2-40B4-BE49-F238E27FC236}">
                  <a16:creationId xmlns:a16="http://schemas.microsoft.com/office/drawing/2014/main" id="{C423A751-C773-8948-92DB-5C00303B0053}"/>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Line 160">
              <a:extLst>
                <a:ext uri="{FF2B5EF4-FFF2-40B4-BE49-F238E27FC236}">
                  <a16:creationId xmlns:a16="http://schemas.microsoft.com/office/drawing/2014/main" id="{2109E4A3-3D73-694A-B332-08F4B9DB2B2E}"/>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Oval 161">
              <a:extLst>
                <a:ext uri="{FF2B5EF4-FFF2-40B4-BE49-F238E27FC236}">
                  <a16:creationId xmlns:a16="http://schemas.microsoft.com/office/drawing/2014/main" id="{560F0CCD-566F-2848-BC28-48AB5BC46834}"/>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Oval 162">
              <a:extLst>
                <a:ext uri="{FF2B5EF4-FFF2-40B4-BE49-F238E27FC236}">
                  <a16:creationId xmlns:a16="http://schemas.microsoft.com/office/drawing/2014/main" id="{6B545151-450A-F94D-A4C6-78382BC89362}"/>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4" name="Oval 163">
              <a:extLst>
                <a:ext uri="{FF2B5EF4-FFF2-40B4-BE49-F238E27FC236}">
                  <a16:creationId xmlns:a16="http://schemas.microsoft.com/office/drawing/2014/main" id="{EA145C17-3847-3E48-8C50-06E7F086C3EA}"/>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5" name="Oval 164">
              <a:extLst>
                <a:ext uri="{FF2B5EF4-FFF2-40B4-BE49-F238E27FC236}">
                  <a16:creationId xmlns:a16="http://schemas.microsoft.com/office/drawing/2014/main" id="{D583174B-E718-A249-BE75-33AB9B1F693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Oval 165">
              <a:extLst>
                <a:ext uri="{FF2B5EF4-FFF2-40B4-BE49-F238E27FC236}">
                  <a16:creationId xmlns:a16="http://schemas.microsoft.com/office/drawing/2014/main" id="{FC9B88BE-9FFF-DE40-8BFE-380354604C84}"/>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Oval 166">
              <a:extLst>
                <a:ext uri="{FF2B5EF4-FFF2-40B4-BE49-F238E27FC236}">
                  <a16:creationId xmlns:a16="http://schemas.microsoft.com/office/drawing/2014/main" id="{6F896AF1-2C34-3149-8329-09390CA6B75A}"/>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Oval 167">
              <a:extLst>
                <a:ext uri="{FF2B5EF4-FFF2-40B4-BE49-F238E27FC236}">
                  <a16:creationId xmlns:a16="http://schemas.microsoft.com/office/drawing/2014/main" id="{54294AED-0555-D244-94AB-1E755BFB4E3F}"/>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Oval 168">
              <a:extLst>
                <a:ext uri="{FF2B5EF4-FFF2-40B4-BE49-F238E27FC236}">
                  <a16:creationId xmlns:a16="http://schemas.microsoft.com/office/drawing/2014/main" id="{89BB0930-936E-2C4A-B203-3AF50935C686}"/>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0" name="Oval 169">
              <a:extLst>
                <a:ext uri="{FF2B5EF4-FFF2-40B4-BE49-F238E27FC236}">
                  <a16:creationId xmlns:a16="http://schemas.microsoft.com/office/drawing/2014/main" id="{54A896D0-B039-1C43-B23B-699A69438397}"/>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1" name="Text Box 170">
              <a:extLst>
                <a:ext uri="{FF2B5EF4-FFF2-40B4-BE49-F238E27FC236}">
                  <a16:creationId xmlns:a16="http://schemas.microsoft.com/office/drawing/2014/main" id="{D7A7FAC4-A795-2344-B8A6-A06C12033377}"/>
                </a:ext>
              </a:extLst>
            </p:cNvPr>
            <p:cNvSpPr txBox="1">
              <a:spLocks noChangeArrowheads="1"/>
            </p:cNvSpPr>
            <p:nvPr/>
          </p:nvSpPr>
          <p:spPr bwMode="auto">
            <a:xfrm>
              <a:off x="6675121" y="5767934"/>
              <a:ext cx="17491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interconnection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network</a:t>
              </a:r>
            </a:p>
          </p:txBody>
        </p:sp>
        <p:sp>
          <p:nvSpPr>
            <p:cNvPr id="404" name="Freeform 173">
              <a:extLst>
                <a:ext uri="{FF2B5EF4-FFF2-40B4-BE49-F238E27FC236}">
                  <a16:creationId xmlns:a16="http://schemas.microsoft.com/office/drawing/2014/main" id="{7731649A-7A0C-FF4B-AE01-BDFE9F59024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Content Placeholder 2">
            <a:extLst>
              <a:ext uri="{FF2B5EF4-FFF2-40B4-BE49-F238E27FC236}">
                <a16:creationId xmlns:a16="http://schemas.microsoft.com/office/drawing/2014/main" id="{2B7122AF-D615-5F41-945E-7E1D8CD01EF3}"/>
              </a:ext>
            </a:extLst>
          </p:cNvPr>
          <p:cNvSpPr txBox="1">
            <a:spLocks/>
          </p:cNvSpPr>
          <p:nvPr/>
        </p:nvSpPr>
        <p:spPr>
          <a:xfrm>
            <a:off x="818322" y="3691974"/>
            <a:ext cx="11035748" cy="6547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three major types of switching fabrics:</a:t>
            </a:r>
          </a:p>
        </p:txBody>
      </p:sp>
      <p:sp>
        <p:nvSpPr>
          <p:cNvPr id="412" name="Content Placeholder 2">
            <a:extLst>
              <a:ext uri="{FF2B5EF4-FFF2-40B4-BE49-F238E27FC236}">
                <a16:creationId xmlns:a16="http://schemas.microsoft.com/office/drawing/2014/main" id="{B6082DFD-51BE-9044-ABA0-EB366AEB63D5}"/>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413" name="Content Placeholder 2">
            <a:extLst>
              <a:ext uri="{FF2B5EF4-FFF2-40B4-BE49-F238E27FC236}">
                <a16:creationId xmlns:a16="http://schemas.microsoft.com/office/drawing/2014/main" id="{A6F34ABD-FD08-FA48-8F01-C889297B0D8A}"/>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141" name="Slide Number Placeholder 4">
            <a:extLst>
              <a:ext uri="{FF2B5EF4-FFF2-40B4-BE49-F238E27FC236}">
                <a16:creationId xmlns:a16="http://schemas.microsoft.com/office/drawing/2014/main" id="{82EC96B9-9A8B-1444-8EB6-680BED473AB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24</a:t>
            </a:fld>
            <a:endParaRPr lang="en-US" dirty="0"/>
          </a:p>
        </p:txBody>
      </p:sp>
    </p:spTree>
    <p:extLst>
      <p:ext uri="{BB962C8B-B14F-4D97-AF65-F5344CB8AC3E}">
        <p14:creationId xmlns:p14="http://schemas.microsoft.com/office/powerpoint/2010/main" val="206912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811695" y="1472236"/>
            <a:ext cx="11287539" cy="2768460"/>
          </a:xfrm>
        </p:spPr>
        <p:txBody>
          <a:bodyPr>
            <a:normAutofit/>
          </a:bodyPr>
          <a:lstStyle/>
          <a:p>
            <a:pPr marL="234950" indent="-23495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first generation routers:</a:t>
            </a:r>
          </a:p>
          <a:p>
            <a:pPr marL="404813" indent="-287338"/>
            <a:r>
              <a:rPr lang="en-US" altLang="en-US" dirty="0">
                <a:ea typeface="ＭＳ Ｐゴシック" panose="020B0600070205080204" pitchFamily="34" charset="-128"/>
                <a:cs typeface="ＭＳ Ｐゴシック" panose="020B0600070205080204" pitchFamily="34" charset="-128"/>
              </a:rPr>
              <a:t>traditional computers with switching under direct control of CPU</a:t>
            </a:r>
          </a:p>
          <a:p>
            <a:pPr marL="404813" indent="-287338"/>
            <a:r>
              <a:rPr lang="en-US" altLang="en-US" dirty="0">
                <a:ea typeface="ＭＳ Ｐゴシック" panose="020B0600070205080204" pitchFamily="34" charset="-128"/>
                <a:cs typeface="ＭＳ Ｐゴシック" panose="020B0600070205080204" pitchFamily="34" charset="-128"/>
              </a:rPr>
              <a:t>packet copied to system’</a:t>
            </a:r>
            <a:r>
              <a:rPr lang="en-US" altLang="ja-JP" dirty="0">
                <a:ea typeface="ＭＳ Ｐゴシック" panose="020B0600070205080204" pitchFamily="34" charset="-128"/>
                <a:cs typeface="ＭＳ Ｐゴシック" panose="020B0600070205080204" pitchFamily="34" charset="-128"/>
              </a:rPr>
              <a:t>s memory</a:t>
            </a:r>
          </a:p>
          <a:p>
            <a:pPr marL="404813" indent="-287338"/>
            <a:r>
              <a:rPr lang="en-US" altLang="en-US" dirty="0">
                <a:ea typeface="ＭＳ Ｐゴシック" panose="020B0600070205080204" pitchFamily="34" charset="-128"/>
                <a:cs typeface="ＭＳ Ｐゴシック" panose="020B0600070205080204" pitchFamily="34" charset="-128"/>
              </a:rPr>
              <a:t>speed limited by memory bandwidth (2 bus crossings per datagram)</a:t>
            </a:r>
            <a:endParaRPr lang="en-US" altLang="en-US" sz="2000" dirty="0">
              <a:ea typeface="ＭＳ Ｐゴシック" panose="020B0600070205080204" pitchFamily="34" charset="-128"/>
              <a:cs typeface="ＭＳ Ｐゴシック" panose="020B0600070205080204" pitchFamily="34" charset="-128"/>
            </a:endParaRP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memory</a:t>
            </a:r>
            <a:endParaRPr lang="en-US" sz="4800" dirty="0"/>
          </a:p>
        </p:txBody>
      </p:sp>
      <p:grpSp>
        <p:nvGrpSpPr>
          <p:cNvPr id="172" name="Group 42">
            <a:extLst>
              <a:ext uri="{FF2B5EF4-FFF2-40B4-BE49-F238E27FC236}">
                <a16:creationId xmlns:a16="http://schemas.microsoft.com/office/drawing/2014/main" id="{F2B5464E-F88B-A642-84D4-5094AFD5B16B}"/>
              </a:ext>
            </a:extLst>
          </p:cNvPr>
          <p:cNvGrpSpPr>
            <a:grpSpLocks/>
          </p:cNvGrpSpPr>
          <p:nvPr/>
        </p:nvGrpSpPr>
        <p:grpSpPr bwMode="auto">
          <a:xfrm>
            <a:off x="2991749" y="4058753"/>
            <a:ext cx="6611937" cy="1787525"/>
            <a:chOff x="983" y="2540"/>
            <a:chExt cx="4165" cy="1126"/>
          </a:xfrm>
        </p:grpSpPr>
        <p:sp>
          <p:nvSpPr>
            <p:cNvPr id="173" name="Rectangle 30">
              <a:extLst>
                <a:ext uri="{FF2B5EF4-FFF2-40B4-BE49-F238E27FC236}">
                  <a16:creationId xmlns:a16="http://schemas.microsoft.com/office/drawing/2014/main" id="{45BBBE01-E2E8-274B-8035-4961E1D9E91A}"/>
                </a:ext>
              </a:extLst>
            </p:cNvPr>
            <p:cNvSpPr>
              <a:spLocks noChangeArrowheads="1"/>
            </p:cNvSpPr>
            <p:nvPr/>
          </p:nvSpPr>
          <p:spPr bwMode="auto">
            <a:xfrm>
              <a:off x="983" y="2542"/>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Text Box 31">
              <a:extLst>
                <a:ext uri="{FF2B5EF4-FFF2-40B4-BE49-F238E27FC236}">
                  <a16:creationId xmlns:a16="http://schemas.microsoft.com/office/drawing/2014/main" id="{FFED6ECD-74D4-9944-B695-F1E1E045E39E}"/>
                </a:ext>
              </a:extLst>
            </p:cNvPr>
            <p:cNvSpPr txBox="1">
              <a:spLocks noChangeArrowheads="1"/>
            </p:cNvSpPr>
            <p:nvPr/>
          </p:nvSpPr>
          <p:spPr bwMode="auto">
            <a:xfrm>
              <a:off x="991" y="2557"/>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5" name="Text Box 32">
              <a:extLst>
                <a:ext uri="{FF2B5EF4-FFF2-40B4-BE49-F238E27FC236}">
                  <a16:creationId xmlns:a16="http://schemas.microsoft.com/office/drawing/2014/main" id="{20392B0C-5AA1-5D4A-8C31-19BC5047BD55}"/>
                </a:ext>
              </a:extLst>
            </p:cNvPr>
            <p:cNvSpPr txBox="1">
              <a:spLocks noChangeArrowheads="1"/>
            </p:cNvSpPr>
            <p:nvPr/>
          </p:nvSpPr>
          <p:spPr bwMode="auto">
            <a:xfrm>
              <a:off x="2324" y="2773"/>
              <a:ext cx="63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176" name="Rectangle 34">
              <a:extLst>
                <a:ext uri="{FF2B5EF4-FFF2-40B4-BE49-F238E27FC236}">
                  <a16:creationId xmlns:a16="http://schemas.microsoft.com/office/drawing/2014/main" id="{EA86606E-2DCD-924C-A723-41E2CA4CDA0D}"/>
                </a:ext>
              </a:extLst>
            </p:cNvPr>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Rectangle 35">
              <a:extLst>
                <a:ext uri="{FF2B5EF4-FFF2-40B4-BE49-F238E27FC236}">
                  <a16:creationId xmlns:a16="http://schemas.microsoft.com/office/drawing/2014/main" id="{24885012-DDCB-5048-A51F-1CDF934C29D4}"/>
                </a:ext>
              </a:extLst>
            </p:cNvPr>
            <p:cNvSpPr>
              <a:spLocks noChangeArrowheads="1"/>
            </p:cNvSpPr>
            <p:nvPr/>
          </p:nvSpPr>
          <p:spPr bwMode="auto">
            <a:xfrm>
              <a:off x="3557" y="2540"/>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Text Box 36">
              <a:extLst>
                <a:ext uri="{FF2B5EF4-FFF2-40B4-BE49-F238E27FC236}">
                  <a16:creationId xmlns:a16="http://schemas.microsoft.com/office/drawing/2014/main" id="{14386179-C33A-9940-94C2-AA092DA42295}"/>
                </a:ext>
              </a:extLst>
            </p:cNvPr>
            <p:cNvSpPr txBox="1">
              <a:spLocks noChangeArrowheads="1"/>
            </p:cNvSpPr>
            <p:nvPr/>
          </p:nvSpPr>
          <p:spPr bwMode="auto">
            <a:xfrm>
              <a:off x="3565" y="2555"/>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output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9" name="Line 37">
              <a:extLst>
                <a:ext uri="{FF2B5EF4-FFF2-40B4-BE49-F238E27FC236}">
                  <a16:creationId xmlns:a16="http://schemas.microsoft.com/office/drawing/2014/main" id="{65666B6A-D931-D542-B3CE-2E1BC9433DC1}"/>
                </a:ext>
              </a:extLst>
            </p:cNvPr>
            <p:cNvSpPr>
              <a:spLocks noChangeShapeType="1"/>
            </p:cNvSpPr>
            <p:nvPr/>
          </p:nvSpPr>
          <p:spPr bwMode="auto">
            <a:xfrm>
              <a:off x="983" y="3561"/>
              <a:ext cx="3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0" name="Line 38">
              <a:extLst>
                <a:ext uri="{FF2B5EF4-FFF2-40B4-BE49-F238E27FC236}">
                  <a16:creationId xmlns:a16="http://schemas.microsoft.com/office/drawing/2014/main" id="{60D852FF-88FA-2B42-8C46-DCE293525165}"/>
                </a:ext>
              </a:extLst>
            </p:cNvPr>
            <p:cNvSpPr>
              <a:spLocks noChangeShapeType="1"/>
            </p:cNvSpPr>
            <p:nvPr/>
          </p:nvSpPr>
          <p:spPr bwMode="auto">
            <a:xfrm>
              <a:off x="1370" y="325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1" name="Line 39">
              <a:extLst>
                <a:ext uri="{FF2B5EF4-FFF2-40B4-BE49-F238E27FC236}">
                  <a16:creationId xmlns:a16="http://schemas.microsoft.com/office/drawing/2014/main" id="{6E64FFE5-A2FF-0849-879D-A0AA8D0578BD}"/>
                </a:ext>
              </a:extLst>
            </p:cNvPr>
            <p:cNvSpPr>
              <a:spLocks noChangeShapeType="1"/>
            </p:cNvSpPr>
            <p:nvPr/>
          </p:nvSpPr>
          <p:spPr bwMode="auto">
            <a:xfrm>
              <a:off x="3939" y="324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40">
              <a:extLst>
                <a:ext uri="{FF2B5EF4-FFF2-40B4-BE49-F238E27FC236}">
                  <a16:creationId xmlns:a16="http://schemas.microsoft.com/office/drawing/2014/main" id="{CA89C20C-F9FF-C845-B7D8-9DEA22C142FB}"/>
                </a:ext>
              </a:extLst>
            </p:cNvPr>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Text Box 41">
              <a:extLst>
                <a:ext uri="{FF2B5EF4-FFF2-40B4-BE49-F238E27FC236}">
                  <a16:creationId xmlns:a16="http://schemas.microsoft.com/office/drawing/2014/main" id="{2EA1FDDA-9659-AC45-86D4-9A50513453AF}"/>
                </a:ext>
              </a:extLst>
            </p:cNvPr>
            <p:cNvSpPr txBox="1">
              <a:spLocks noChangeArrowheads="1"/>
            </p:cNvSpPr>
            <p:nvPr/>
          </p:nvSpPr>
          <p:spPr bwMode="auto">
            <a:xfrm>
              <a:off x="4304" y="3435"/>
              <a:ext cx="8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system bus</a:t>
              </a:r>
            </a:p>
          </p:txBody>
        </p:sp>
      </p:grpSp>
      <p:pic>
        <p:nvPicPr>
          <p:cNvPr id="184" name="Picture 43">
            <a:extLst>
              <a:ext uri="{FF2B5EF4-FFF2-40B4-BE49-F238E27FC236}">
                <a16:creationId xmlns:a16="http://schemas.microsoft.com/office/drawing/2014/main" id="{934DBF87-BC52-A04F-9252-6C0BA3F16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774" y="4252428"/>
            <a:ext cx="533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 name="Picture 44">
            <a:extLst>
              <a:ext uri="{FF2B5EF4-FFF2-40B4-BE49-F238E27FC236}">
                <a16:creationId xmlns:a16="http://schemas.microsoft.com/office/drawing/2014/main" id="{F4E5056C-1E65-BD48-BC26-3C48FF565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574" y="4215916"/>
            <a:ext cx="5334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Rectangle 45">
            <a:extLst>
              <a:ext uri="{FF2B5EF4-FFF2-40B4-BE49-F238E27FC236}">
                <a16:creationId xmlns:a16="http://schemas.microsoft.com/office/drawing/2014/main" id="{8A994D05-53E3-B047-9E60-A9448B35FAA0}"/>
              </a:ext>
            </a:extLst>
          </p:cNvPr>
          <p:cNvSpPr>
            <a:spLocks noChangeArrowheads="1"/>
          </p:cNvSpPr>
          <p:nvPr/>
        </p:nvSpPr>
        <p:spPr bwMode="auto">
          <a:xfrm>
            <a:off x="1809061" y="4487378"/>
            <a:ext cx="434975" cy="222250"/>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6">
            <a:extLst>
              <a:ext uri="{FF2B5EF4-FFF2-40B4-BE49-F238E27FC236}">
                <a16:creationId xmlns:a16="http://schemas.microsoft.com/office/drawing/2014/main" id="{14B41E01-8B4F-2643-84CF-7D3D707C7DA0}"/>
              </a:ext>
            </a:extLst>
          </p:cNvPr>
          <p:cNvSpPr>
            <a:spLocks noChangeArrowheads="1"/>
          </p:cNvSpPr>
          <p:nvPr/>
        </p:nvSpPr>
        <p:spPr bwMode="auto">
          <a:xfrm>
            <a:off x="1821761" y="4496903"/>
            <a:ext cx="446088" cy="2127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Slide Number Placeholder 4">
            <a:extLst>
              <a:ext uri="{FF2B5EF4-FFF2-40B4-BE49-F238E27FC236}">
                <a16:creationId xmlns:a16="http://schemas.microsoft.com/office/drawing/2014/main" id="{E873C787-12AC-6546-8188-86FCEB09ABB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25</a:t>
            </a:fld>
            <a:endParaRPr lang="en-US" dirty="0"/>
          </a:p>
        </p:txBody>
      </p:sp>
    </p:spTree>
    <p:extLst>
      <p:ext uri="{BB962C8B-B14F-4D97-AF65-F5344CB8AC3E}">
        <p14:creationId xmlns:p14="http://schemas.microsoft.com/office/powerpoint/2010/main" val="24009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21 -0.00162 L 0.11159 -0.00162 L 0.11497 0.13334 L 0.26849 0.13334 L 0.26849 0.03912 " pathEditMode="relative" rAng="0" ptsTypes="AAAAA">
                                      <p:cBhvr>
                                        <p:cTn id="6" dur="2000" fill="hold"/>
                                        <p:tgtEl>
                                          <p:spTgt spid="186"/>
                                        </p:tgtEl>
                                        <p:attrNameLst>
                                          <p:attrName>ppt_x</p:attrName>
                                          <p:attrName>ppt_y</p:attrName>
                                        </p:attrNameLst>
                                      </p:cBhvr>
                                      <p:rCtr x="13529" y="6736"/>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187"/>
                                        </p:tgtEl>
                                        <p:attrNameLst>
                                          <p:attrName>style.visibility</p:attrName>
                                        </p:attrNameLst>
                                      </p:cBhvr>
                                      <p:to>
                                        <p:strVal val="visible"/>
                                      </p:to>
                                    </p:set>
                                    <p:animEffect transition="in" filter="dissolve">
                                      <p:cBhvr>
                                        <p:cTn id="10" dur="500"/>
                                        <p:tgtEl>
                                          <p:spTgt spid="187"/>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1.66667E-6 3.7037E-6 L 0.1487 3.7037E-6 L 0.15195 0.13819 L 0.31055 0.13588 L 0.30924 0.03842 " pathEditMode="relative" rAng="0" ptsTypes="AAAAA">
                                      <p:cBhvr>
                                        <p:cTn id="13" dur="2000" fill="hold"/>
                                        <p:tgtEl>
                                          <p:spTgt spid="187"/>
                                        </p:tgtEl>
                                        <p:attrNameLst>
                                          <p:attrName>ppt_x</p:attrName>
                                          <p:attrName>ppt_y</p:attrName>
                                        </p:attrNameLst>
                                      </p:cBhvr>
                                      <p:rCtr x="15521" y="6898"/>
                                    </p:animMotion>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1" nodeType="clickEffect">
                                  <p:stCondLst>
                                    <p:cond delay="0"/>
                                  </p:stCondLst>
                                  <p:childTnLst>
                                    <p:animMotion origin="layout" path="M 0.26849 0.03912 L 0.28151 0.03912 L 0.28151 0.12685 L 0.44622 0.12199 L 0.44713 -0.00324 L 0.58046 -0.00324 " pathEditMode="relative" rAng="0" ptsTypes="AAAAAA">
                                      <p:cBhvr>
                                        <p:cTn id="17" dur="2000" fill="hold"/>
                                        <p:tgtEl>
                                          <p:spTgt spid="186"/>
                                        </p:tgtEl>
                                        <p:attrNameLst>
                                          <p:attrName>ppt_x</p:attrName>
                                          <p:attrName>ppt_y</p:attrName>
                                        </p:attrNameLst>
                                      </p:cBhvr>
                                      <p:rCtr x="15599" y="2269"/>
                                    </p:animMotion>
                                  </p:childTnLst>
                                </p:cTn>
                              </p:par>
                            </p:childTnLst>
                          </p:cTn>
                        </p:par>
                        <p:par>
                          <p:cTn id="18" fill="hold">
                            <p:stCondLst>
                              <p:cond delay="2000"/>
                            </p:stCondLst>
                            <p:childTnLst>
                              <p:par>
                                <p:cTn id="19" presetID="9" presetClass="exit" presetSubtype="0" fill="hold" grpId="2" nodeType="afterEffect">
                                  <p:stCondLst>
                                    <p:cond delay="0"/>
                                  </p:stCondLst>
                                  <p:childTnLst>
                                    <p:animEffect transition="out" filter="dissolve">
                                      <p:cBhvr>
                                        <p:cTn id="20" dur="500"/>
                                        <p:tgtEl>
                                          <p:spTgt spid="186"/>
                                        </p:tgtEl>
                                      </p:cBhvr>
                                    </p:animEffect>
                                    <p:set>
                                      <p:cBhvr>
                                        <p:cTn id="21" dur="1" fill="hold">
                                          <p:stCondLst>
                                            <p:cond delay="499"/>
                                          </p:stCondLst>
                                        </p:cTn>
                                        <p:tgtEl>
                                          <p:spTgt spid="1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86" grpId="2" animBg="1"/>
      <p:bldP spid="187" grpId="0" animBg="1"/>
      <p:bldP spid="18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771940" y="1405975"/>
            <a:ext cx="10574934" cy="2768460"/>
          </a:xfrm>
        </p:spPr>
        <p:txBody>
          <a:bodyPr>
            <a:normAutofit/>
          </a:bodyPr>
          <a:lstStyle/>
          <a:p>
            <a:pPr>
              <a:buFont typeface="Wingdings" charset="2"/>
              <a:buChar char="§"/>
              <a:defRPr/>
            </a:pPr>
            <a:r>
              <a:rPr lang="en-US" sz="3200" dirty="0"/>
              <a:t>datagram from input port memory to output port memory via a shared bus</a:t>
            </a:r>
          </a:p>
          <a:p>
            <a:pPr>
              <a:buFont typeface="Wingdings" charset="2"/>
              <a:buChar char="§"/>
              <a:defRPr/>
            </a:pPr>
            <a:r>
              <a:rPr lang="en-US" sz="3200" i="1" dirty="0">
                <a:solidFill>
                  <a:srgbClr val="CC0000"/>
                </a:solidFill>
              </a:rPr>
              <a:t>bus contention:</a:t>
            </a:r>
            <a:r>
              <a:rPr lang="en-US" sz="3200" dirty="0"/>
              <a:t>  switching speed limited by bus bandwidth</a:t>
            </a:r>
          </a:p>
          <a:p>
            <a:pPr>
              <a:buFont typeface="Wingdings" charset="2"/>
              <a:buChar char="§"/>
              <a:defRPr/>
            </a:pPr>
            <a:r>
              <a:rPr lang="en-US" sz="3200" dirty="0"/>
              <a:t>32 Gbps bus, Cisco 5600: sufficient speed for access routers</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a bus</a:t>
            </a:r>
            <a:endParaRPr lang="en-US" sz="4800" dirty="0"/>
          </a:p>
        </p:txBody>
      </p:sp>
      <p:grpSp>
        <p:nvGrpSpPr>
          <p:cNvPr id="4" name="Group 3">
            <a:extLst>
              <a:ext uri="{FF2B5EF4-FFF2-40B4-BE49-F238E27FC236}">
                <a16:creationId xmlns:a16="http://schemas.microsoft.com/office/drawing/2014/main" id="{9B8CD304-8CB5-AA4B-A0E8-C0ADE3BF0764}"/>
              </a:ext>
            </a:extLst>
          </p:cNvPr>
          <p:cNvGrpSpPr/>
          <p:nvPr/>
        </p:nvGrpSpPr>
        <p:grpSpPr>
          <a:xfrm>
            <a:off x="4078698" y="4298863"/>
            <a:ext cx="5296665" cy="1766337"/>
            <a:chOff x="4336991" y="4484392"/>
            <a:chExt cx="2903568" cy="1047064"/>
          </a:xfrm>
        </p:grpSpPr>
        <p:grpSp>
          <p:nvGrpSpPr>
            <p:cNvPr id="21" name="Group 80">
              <a:extLst>
                <a:ext uri="{FF2B5EF4-FFF2-40B4-BE49-F238E27FC236}">
                  <a16:creationId xmlns:a16="http://schemas.microsoft.com/office/drawing/2014/main" id="{6528F6A7-EDEC-9C4B-9732-5C83E48F24B4}"/>
                </a:ext>
              </a:extLst>
            </p:cNvPr>
            <p:cNvGrpSpPr>
              <a:grpSpLocks/>
            </p:cNvGrpSpPr>
            <p:nvPr/>
          </p:nvGrpSpPr>
          <p:grpSpPr bwMode="auto">
            <a:xfrm>
              <a:off x="4769281" y="4484392"/>
              <a:ext cx="1093120" cy="215900"/>
              <a:chOff x="876" y="2800"/>
              <a:chExt cx="788" cy="175"/>
            </a:xfrm>
          </p:grpSpPr>
          <p:sp>
            <p:nvSpPr>
              <p:cNvPr id="22" name="Rectangle 81">
                <a:extLst>
                  <a:ext uri="{FF2B5EF4-FFF2-40B4-BE49-F238E27FC236}">
                    <a16:creationId xmlns:a16="http://schemas.microsoft.com/office/drawing/2014/main" id="{DFDBF7BA-06E4-494D-8F9D-FFA33A3BF9B1}"/>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Rectangle 82">
                <a:extLst>
                  <a:ext uri="{FF2B5EF4-FFF2-40B4-BE49-F238E27FC236}">
                    <a16:creationId xmlns:a16="http://schemas.microsoft.com/office/drawing/2014/main" id="{2C9A0A09-54EF-D24E-84A4-0E4BF0FA6A9A}"/>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Rectangle 83">
                <a:extLst>
                  <a:ext uri="{FF2B5EF4-FFF2-40B4-BE49-F238E27FC236}">
                    <a16:creationId xmlns:a16="http://schemas.microsoft.com/office/drawing/2014/main" id="{AF1F9C4D-1234-2343-9758-A7BC801F60D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 name="Rectangle 84">
                <a:extLst>
                  <a:ext uri="{FF2B5EF4-FFF2-40B4-BE49-F238E27FC236}">
                    <a16:creationId xmlns:a16="http://schemas.microsoft.com/office/drawing/2014/main" id="{FFA1C2EC-B4A7-7945-BE6D-F41404063626}"/>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 name="Line 85">
                <a:extLst>
                  <a:ext uri="{FF2B5EF4-FFF2-40B4-BE49-F238E27FC236}">
                    <a16:creationId xmlns:a16="http://schemas.microsoft.com/office/drawing/2014/main" id="{BB9C01BB-870F-9B4A-8484-B8328825B5D3}"/>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86">
              <a:extLst>
                <a:ext uri="{FF2B5EF4-FFF2-40B4-BE49-F238E27FC236}">
                  <a16:creationId xmlns:a16="http://schemas.microsoft.com/office/drawing/2014/main" id="{0507AB92-4047-F447-8DD5-6B9DDD71376B}"/>
                </a:ext>
              </a:extLst>
            </p:cNvPr>
            <p:cNvGrpSpPr>
              <a:grpSpLocks/>
            </p:cNvGrpSpPr>
            <p:nvPr/>
          </p:nvGrpSpPr>
          <p:grpSpPr bwMode="auto">
            <a:xfrm>
              <a:off x="4767694" y="4879680"/>
              <a:ext cx="1094506" cy="215900"/>
              <a:chOff x="876" y="2800"/>
              <a:chExt cx="789" cy="175"/>
            </a:xfrm>
          </p:grpSpPr>
          <p:sp>
            <p:nvSpPr>
              <p:cNvPr id="28" name="Rectangle 87">
                <a:extLst>
                  <a:ext uri="{FF2B5EF4-FFF2-40B4-BE49-F238E27FC236}">
                    <a16:creationId xmlns:a16="http://schemas.microsoft.com/office/drawing/2014/main" id="{1F3E0863-B0C8-C846-9E3A-94CA2AB7D17A}"/>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Rectangle 88">
                <a:extLst>
                  <a:ext uri="{FF2B5EF4-FFF2-40B4-BE49-F238E27FC236}">
                    <a16:creationId xmlns:a16="http://schemas.microsoft.com/office/drawing/2014/main" id="{E1208338-3967-594A-A93C-06C80B2EF0C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AD425D1B-FA67-5D49-809C-40473A85332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90">
                <a:extLst>
                  <a:ext uri="{FF2B5EF4-FFF2-40B4-BE49-F238E27FC236}">
                    <a16:creationId xmlns:a16="http://schemas.microsoft.com/office/drawing/2014/main" id="{C12121D2-ED33-1E48-B66D-BB7E335548F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Line 91">
                <a:extLst>
                  <a:ext uri="{FF2B5EF4-FFF2-40B4-BE49-F238E27FC236}">
                    <a16:creationId xmlns:a16="http://schemas.microsoft.com/office/drawing/2014/main" id="{29B1EBEE-9DC3-F248-883E-3C7EBBC5D9E2}"/>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 name="Group 92">
              <a:extLst>
                <a:ext uri="{FF2B5EF4-FFF2-40B4-BE49-F238E27FC236}">
                  <a16:creationId xmlns:a16="http://schemas.microsoft.com/office/drawing/2014/main" id="{15849422-916A-D541-89DB-EDF9C76CA030}"/>
                </a:ext>
              </a:extLst>
            </p:cNvPr>
            <p:cNvGrpSpPr>
              <a:grpSpLocks/>
            </p:cNvGrpSpPr>
            <p:nvPr/>
          </p:nvGrpSpPr>
          <p:grpSpPr bwMode="auto">
            <a:xfrm>
              <a:off x="4762932" y="5306717"/>
              <a:ext cx="1079248" cy="215900"/>
              <a:chOff x="876" y="2800"/>
              <a:chExt cx="778" cy="175"/>
            </a:xfrm>
          </p:grpSpPr>
          <p:sp>
            <p:nvSpPr>
              <p:cNvPr id="34" name="Rectangle 93">
                <a:extLst>
                  <a:ext uri="{FF2B5EF4-FFF2-40B4-BE49-F238E27FC236}">
                    <a16:creationId xmlns:a16="http://schemas.microsoft.com/office/drawing/2014/main" id="{6837A002-1AB6-B746-AB5C-86F943C2EABE}"/>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94">
                <a:extLst>
                  <a:ext uri="{FF2B5EF4-FFF2-40B4-BE49-F238E27FC236}">
                    <a16:creationId xmlns:a16="http://schemas.microsoft.com/office/drawing/2014/main" id="{3B8F334D-4C97-7143-9AC3-AC7B3FE5FFA5}"/>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95">
                <a:extLst>
                  <a:ext uri="{FF2B5EF4-FFF2-40B4-BE49-F238E27FC236}">
                    <a16:creationId xmlns:a16="http://schemas.microsoft.com/office/drawing/2014/main" id="{4D921AF2-17CB-8E49-8671-3EAA4877DC1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96">
                <a:extLst>
                  <a:ext uri="{FF2B5EF4-FFF2-40B4-BE49-F238E27FC236}">
                    <a16:creationId xmlns:a16="http://schemas.microsoft.com/office/drawing/2014/main" id="{B87CC2E9-EF90-8543-8B83-B8D8ADCE2C1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Line 97">
                <a:extLst>
                  <a:ext uri="{FF2B5EF4-FFF2-40B4-BE49-F238E27FC236}">
                    <a16:creationId xmlns:a16="http://schemas.microsoft.com/office/drawing/2014/main" id="{B30FD0D3-0C14-504C-BBDC-CDFB3AC0566D}"/>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9" name="Line 98">
              <a:extLst>
                <a:ext uri="{FF2B5EF4-FFF2-40B4-BE49-F238E27FC236}">
                  <a16:creationId xmlns:a16="http://schemas.microsoft.com/office/drawing/2014/main" id="{DE23C0B3-C20C-6E4B-83D9-8205BD88B571}"/>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 name="Group 99">
              <a:extLst>
                <a:ext uri="{FF2B5EF4-FFF2-40B4-BE49-F238E27FC236}">
                  <a16:creationId xmlns:a16="http://schemas.microsoft.com/office/drawing/2014/main" id="{B057B153-5339-C940-9B95-E3A19199C219}"/>
                </a:ext>
              </a:extLst>
            </p:cNvPr>
            <p:cNvGrpSpPr>
              <a:grpSpLocks/>
            </p:cNvGrpSpPr>
            <p:nvPr/>
          </p:nvGrpSpPr>
          <p:grpSpPr bwMode="auto">
            <a:xfrm>
              <a:off x="5956300" y="4501349"/>
              <a:ext cx="1030288" cy="215900"/>
              <a:chOff x="367" y="3463"/>
              <a:chExt cx="649" cy="136"/>
            </a:xfrm>
          </p:grpSpPr>
          <p:sp>
            <p:nvSpPr>
              <p:cNvPr id="41" name="Rectangle 100">
                <a:extLst>
                  <a:ext uri="{FF2B5EF4-FFF2-40B4-BE49-F238E27FC236}">
                    <a16:creationId xmlns:a16="http://schemas.microsoft.com/office/drawing/2014/main" id="{8DEBF029-6DFE-F347-BF75-F0FE46DE483A}"/>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Rectangle 101">
                <a:extLst>
                  <a:ext uri="{FF2B5EF4-FFF2-40B4-BE49-F238E27FC236}">
                    <a16:creationId xmlns:a16="http://schemas.microsoft.com/office/drawing/2014/main" id="{30E34A5E-46CF-1448-8180-33029F58502D}"/>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Rectangle 102">
                <a:extLst>
                  <a:ext uri="{FF2B5EF4-FFF2-40B4-BE49-F238E27FC236}">
                    <a16:creationId xmlns:a16="http://schemas.microsoft.com/office/drawing/2014/main" id="{644A9EC6-2179-E746-B3EC-49E5DC46F58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Rectangle 103">
                <a:extLst>
                  <a:ext uri="{FF2B5EF4-FFF2-40B4-BE49-F238E27FC236}">
                    <a16:creationId xmlns:a16="http://schemas.microsoft.com/office/drawing/2014/main" id="{ADA4A993-AB6B-9847-94AF-6B5ABC32A51A}"/>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104">
                <a:extLst>
                  <a:ext uri="{FF2B5EF4-FFF2-40B4-BE49-F238E27FC236}">
                    <a16:creationId xmlns:a16="http://schemas.microsoft.com/office/drawing/2014/main" id="{7F7B93B6-8CCC-4246-80FD-A0BC1C0DE72F}"/>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6" name="Group 105">
              <a:extLst>
                <a:ext uri="{FF2B5EF4-FFF2-40B4-BE49-F238E27FC236}">
                  <a16:creationId xmlns:a16="http://schemas.microsoft.com/office/drawing/2014/main" id="{253A7FA6-AF01-EE46-AEBD-180DFBBE2B36}"/>
                </a:ext>
              </a:extLst>
            </p:cNvPr>
            <p:cNvGrpSpPr>
              <a:grpSpLocks/>
            </p:cNvGrpSpPr>
            <p:nvPr/>
          </p:nvGrpSpPr>
          <p:grpSpPr bwMode="auto">
            <a:xfrm>
              <a:off x="5946775" y="4893462"/>
              <a:ext cx="1044574" cy="215900"/>
              <a:chOff x="358" y="3463"/>
              <a:chExt cx="658" cy="136"/>
            </a:xfrm>
          </p:grpSpPr>
          <p:sp>
            <p:nvSpPr>
              <p:cNvPr id="47" name="Rectangle 106">
                <a:extLst>
                  <a:ext uri="{FF2B5EF4-FFF2-40B4-BE49-F238E27FC236}">
                    <a16:creationId xmlns:a16="http://schemas.microsoft.com/office/drawing/2014/main" id="{4CB26F35-0AB7-6C45-9E02-E33340F14495}"/>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Rectangle 107">
                <a:extLst>
                  <a:ext uri="{FF2B5EF4-FFF2-40B4-BE49-F238E27FC236}">
                    <a16:creationId xmlns:a16="http://schemas.microsoft.com/office/drawing/2014/main" id="{67BE3DEA-07EB-2B43-8B04-C28F8282171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 name="Rectangle 108">
                <a:extLst>
                  <a:ext uri="{FF2B5EF4-FFF2-40B4-BE49-F238E27FC236}">
                    <a16:creationId xmlns:a16="http://schemas.microsoft.com/office/drawing/2014/main" id="{B51ABD53-CAD7-F74A-89E0-FCB3F00BF291}"/>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109">
                <a:extLst>
                  <a:ext uri="{FF2B5EF4-FFF2-40B4-BE49-F238E27FC236}">
                    <a16:creationId xmlns:a16="http://schemas.microsoft.com/office/drawing/2014/main" id="{3F2D9755-73A8-9948-95A4-E712A4BDFCC9}"/>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110">
                <a:extLst>
                  <a:ext uri="{FF2B5EF4-FFF2-40B4-BE49-F238E27FC236}">
                    <a16:creationId xmlns:a16="http://schemas.microsoft.com/office/drawing/2014/main" id="{D7F71280-BF9B-274A-A19D-8AD6340BC197}"/>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 name="Group 111">
              <a:extLst>
                <a:ext uri="{FF2B5EF4-FFF2-40B4-BE49-F238E27FC236}">
                  <a16:creationId xmlns:a16="http://schemas.microsoft.com/office/drawing/2014/main" id="{AEA606A1-09BC-9842-A76E-4118C48EBEE3}"/>
                </a:ext>
              </a:extLst>
            </p:cNvPr>
            <p:cNvGrpSpPr>
              <a:grpSpLocks/>
            </p:cNvGrpSpPr>
            <p:nvPr/>
          </p:nvGrpSpPr>
          <p:grpSpPr bwMode="auto">
            <a:xfrm>
              <a:off x="5945368" y="5315556"/>
              <a:ext cx="1046163" cy="215900"/>
              <a:chOff x="357" y="3463"/>
              <a:chExt cx="659" cy="136"/>
            </a:xfrm>
          </p:grpSpPr>
          <p:sp>
            <p:nvSpPr>
              <p:cNvPr id="53" name="Rectangle 112">
                <a:extLst>
                  <a:ext uri="{FF2B5EF4-FFF2-40B4-BE49-F238E27FC236}">
                    <a16:creationId xmlns:a16="http://schemas.microsoft.com/office/drawing/2014/main" id="{0AEBF59D-138D-7B49-A052-A32BEC687741}"/>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Rectangle 113">
                <a:extLst>
                  <a:ext uri="{FF2B5EF4-FFF2-40B4-BE49-F238E27FC236}">
                    <a16:creationId xmlns:a16="http://schemas.microsoft.com/office/drawing/2014/main" id="{3A86422E-A2BC-1241-A314-C1DCEDCA5761}"/>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Rectangle 114">
                <a:extLst>
                  <a:ext uri="{FF2B5EF4-FFF2-40B4-BE49-F238E27FC236}">
                    <a16:creationId xmlns:a16="http://schemas.microsoft.com/office/drawing/2014/main" id="{2BDFF28F-4422-D64B-8B07-E2807D44A23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Rectangle 115">
                <a:extLst>
                  <a:ext uri="{FF2B5EF4-FFF2-40B4-BE49-F238E27FC236}">
                    <a16:creationId xmlns:a16="http://schemas.microsoft.com/office/drawing/2014/main" id="{0A511C67-6757-134F-8367-4F223A21195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116">
                <a:extLst>
                  <a:ext uri="{FF2B5EF4-FFF2-40B4-BE49-F238E27FC236}">
                    <a16:creationId xmlns:a16="http://schemas.microsoft.com/office/drawing/2014/main" id="{761AAC06-8D58-1442-B04E-57C0C45D512D}"/>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9" name="Freeform 172">
              <a:extLst>
                <a:ext uri="{FF2B5EF4-FFF2-40B4-BE49-F238E27FC236}">
                  <a16:creationId xmlns:a16="http://schemas.microsoft.com/office/drawing/2014/main" id="{B11B5CDC-2A64-4848-B87A-BC58BA35ABBA}"/>
                </a:ext>
              </a:extLst>
            </p:cNvPr>
            <p:cNvSpPr>
              <a:spLocks/>
            </p:cNvSpPr>
            <p:nvPr/>
          </p:nvSpPr>
          <p:spPr bwMode="auto">
            <a:xfrm>
              <a:off x="4336991" y="4553666"/>
              <a:ext cx="2903568" cy="39659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 name="connsiteX0" fmla="*/ 0 w 12819"/>
                <a:gd name="connsiteY0" fmla="*/ 155 h 10000"/>
                <a:gd name="connsiteX1" fmla="*/ 7740 w 12819"/>
                <a:gd name="connsiteY1" fmla="*/ 0 h 10000"/>
                <a:gd name="connsiteX2" fmla="*/ 7692 w 12819"/>
                <a:gd name="connsiteY2" fmla="*/ 9762 h 10000"/>
                <a:gd name="connsiteX3" fmla="*/ 12819 w 12819"/>
                <a:gd name="connsiteY3" fmla="*/ 10000 h 10000"/>
                <a:gd name="connsiteX0" fmla="*/ 0 w 12819"/>
                <a:gd name="connsiteY0" fmla="*/ 155 h 10000"/>
                <a:gd name="connsiteX1" fmla="*/ 7740 w 12819"/>
                <a:gd name="connsiteY1" fmla="*/ 0 h 10000"/>
                <a:gd name="connsiteX2" fmla="*/ 7773 w 12819"/>
                <a:gd name="connsiteY2" fmla="*/ 9838 h 10000"/>
                <a:gd name="connsiteX3" fmla="*/ 12819 w 12819"/>
                <a:gd name="connsiteY3" fmla="*/ 10000 h 10000"/>
                <a:gd name="connsiteX0" fmla="*/ 0 w 13839"/>
                <a:gd name="connsiteY0" fmla="*/ 155 h 9838"/>
                <a:gd name="connsiteX1" fmla="*/ 7740 w 13839"/>
                <a:gd name="connsiteY1" fmla="*/ 0 h 9838"/>
                <a:gd name="connsiteX2" fmla="*/ 7773 w 13839"/>
                <a:gd name="connsiteY2" fmla="*/ 9838 h 9838"/>
                <a:gd name="connsiteX3" fmla="*/ 13839 w 13839"/>
                <a:gd name="connsiteY3" fmla="*/ 9696 h 9838"/>
                <a:gd name="connsiteX0" fmla="*/ 0 w 10000"/>
                <a:gd name="connsiteY0" fmla="*/ 158 h 10077"/>
                <a:gd name="connsiteX1" fmla="*/ 5593 w 10000"/>
                <a:gd name="connsiteY1" fmla="*/ 0 h 10077"/>
                <a:gd name="connsiteX2" fmla="*/ 5375 w 10000"/>
                <a:gd name="connsiteY2" fmla="*/ 10077 h 10077"/>
                <a:gd name="connsiteX3" fmla="*/ 10000 w 10000"/>
                <a:gd name="connsiteY3" fmla="*/ 9856 h 10077"/>
                <a:gd name="connsiteX0" fmla="*/ 0 w 10000"/>
                <a:gd name="connsiteY0" fmla="*/ 3 h 9922"/>
                <a:gd name="connsiteX1" fmla="*/ 5351 w 10000"/>
                <a:gd name="connsiteY1" fmla="*/ 0 h 9922"/>
                <a:gd name="connsiteX2" fmla="*/ 5375 w 10000"/>
                <a:gd name="connsiteY2" fmla="*/ 9922 h 9922"/>
                <a:gd name="connsiteX3" fmla="*/ 10000 w 10000"/>
                <a:gd name="connsiteY3" fmla="*/ 9701 h 9922"/>
                <a:gd name="connsiteX0" fmla="*/ 0 w 10000"/>
                <a:gd name="connsiteY0" fmla="*/ 3 h 10078"/>
                <a:gd name="connsiteX1" fmla="*/ 5351 w 10000"/>
                <a:gd name="connsiteY1" fmla="*/ 0 h 10078"/>
                <a:gd name="connsiteX2" fmla="*/ 5346 w 10000"/>
                <a:gd name="connsiteY2" fmla="*/ 10078 h 10078"/>
                <a:gd name="connsiteX3" fmla="*/ 10000 w 10000"/>
                <a:gd name="connsiteY3" fmla="*/ 9777 h 10078"/>
                <a:gd name="connsiteX0" fmla="*/ 0 w 10000"/>
                <a:gd name="connsiteY0" fmla="*/ 3 h 10156"/>
                <a:gd name="connsiteX1" fmla="*/ 5351 w 10000"/>
                <a:gd name="connsiteY1" fmla="*/ 0 h 10156"/>
                <a:gd name="connsiteX2" fmla="*/ 5365 w 10000"/>
                <a:gd name="connsiteY2" fmla="*/ 10156 h 10156"/>
                <a:gd name="connsiteX3" fmla="*/ 10000 w 10000"/>
                <a:gd name="connsiteY3" fmla="*/ 9777 h 10156"/>
              </a:gdLst>
              <a:ahLst/>
              <a:cxnLst>
                <a:cxn ang="0">
                  <a:pos x="connsiteX0" y="connsiteY0"/>
                </a:cxn>
                <a:cxn ang="0">
                  <a:pos x="connsiteX1" y="connsiteY1"/>
                </a:cxn>
                <a:cxn ang="0">
                  <a:pos x="connsiteX2" y="connsiteY2"/>
                </a:cxn>
                <a:cxn ang="0">
                  <a:pos x="connsiteX3" y="connsiteY3"/>
                </a:cxn>
              </a:cxnLst>
              <a:rect l="l" t="t" r="r" b="b"/>
              <a:pathLst>
                <a:path w="10000" h="10156">
                  <a:moveTo>
                    <a:pt x="0" y="3"/>
                  </a:moveTo>
                  <a:lnTo>
                    <a:pt x="5351" y="0"/>
                  </a:lnTo>
                  <a:cubicBezTo>
                    <a:pt x="5359" y="3359"/>
                    <a:pt x="5357" y="6797"/>
                    <a:pt x="5365" y="10156"/>
                  </a:cubicBezTo>
                  <a:lnTo>
                    <a:pt x="10000" y="9777"/>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8" name="Slide Number Placeholder 4">
            <a:extLst>
              <a:ext uri="{FF2B5EF4-FFF2-40B4-BE49-F238E27FC236}">
                <a16:creationId xmlns:a16="http://schemas.microsoft.com/office/drawing/2014/main" id="{804CF0B2-B0FB-2D4A-9DE1-13100592031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26</a:t>
            </a:fld>
            <a:endParaRPr lang="en-US" dirty="0"/>
          </a:p>
        </p:txBody>
      </p:sp>
    </p:spTree>
    <p:extLst>
      <p:ext uri="{BB962C8B-B14F-4D97-AF65-F5344CB8AC3E}">
        <p14:creationId xmlns:p14="http://schemas.microsoft.com/office/powerpoint/2010/main" val="616870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771940" y="1405975"/>
            <a:ext cx="6477000" cy="5100842"/>
          </a:xfrm>
        </p:spPr>
        <p:txBody>
          <a:bodyPr>
            <a:normAutofit/>
          </a:bodyPr>
          <a:lstStyle/>
          <a:p>
            <a:pPr indent="-287338">
              <a:buFont typeface="Wingdings" charset="2"/>
              <a:buChar char="§"/>
              <a:defRPr/>
            </a:pPr>
            <a:r>
              <a:rPr lang="en-US" sz="3200" dirty="0"/>
              <a:t>Crossbar, Clos networks, other interconnection nets initially developed to connect processors in multiprocessor</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58" name="Group 57">
            <a:extLst>
              <a:ext uri="{FF2B5EF4-FFF2-40B4-BE49-F238E27FC236}">
                <a16:creationId xmlns:a16="http://schemas.microsoft.com/office/drawing/2014/main" id="{73BC25E0-E8D5-F049-83E9-F0682565AF56}"/>
              </a:ext>
            </a:extLst>
          </p:cNvPr>
          <p:cNvGrpSpPr/>
          <p:nvPr/>
        </p:nvGrpSpPr>
        <p:grpSpPr>
          <a:xfrm>
            <a:off x="8083826" y="1590262"/>
            <a:ext cx="2319130" cy="1855304"/>
            <a:chOff x="7417077" y="4485654"/>
            <a:chExt cx="2112963" cy="2066925"/>
          </a:xfrm>
        </p:grpSpPr>
        <p:grpSp>
          <p:nvGrpSpPr>
            <p:cNvPr id="60" name="Group 118">
              <a:extLst>
                <a:ext uri="{FF2B5EF4-FFF2-40B4-BE49-F238E27FC236}">
                  <a16:creationId xmlns:a16="http://schemas.microsoft.com/office/drawing/2014/main" id="{BDFB8215-3D56-2D42-B36A-269A0DF68C1A}"/>
                </a:ext>
              </a:extLst>
            </p:cNvPr>
            <p:cNvGrpSpPr>
              <a:grpSpLocks/>
            </p:cNvGrpSpPr>
            <p:nvPr/>
          </p:nvGrpSpPr>
          <p:grpSpPr bwMode="auto">
            <a:xfrm>
              <a:off x="7469465" y="4485654"/>
              <a:ext cx="890587" cy="215900"/>
              <a:chOff x="876" y="2800"/>
              <a:chExt cx="642" cy="175"/>
            </a:xfrm>
          </p:grpSpPr>
          <p:sp>
            <p:nvSpPr>
              <p:cNvPr id="109" name="Rectangle 119">
                <a:extLst>
                  <a:ext uri="{FF2B5EF4-FFF2-40B4-BE49-F238E27FC236}">
                    <a16:creationId xmlns:a16="http://schemas.microsoft.com/office/drawing/2014/main" id="{EF4B7892-A69C-B64C-8510-14C1B274D0CF}"/>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Rectangle 120">
                <a:extLst>
                  <a:ext uri="{FF2B5EF4-FFF2-40B4-BE49-F238E27FC236}">
                    <a16:creationId xmlns:a16="http://schemas.microsoft.com/office/drawing/2014/main" id="{FE2EA6C0-E7DC-1842-B380-66BD448F4B1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Rectangle 121">
                <a:extLst>
                  <a:ext uri="{FF2B5EF4-FFF2-40B4-BE49-F238E27FC236}">
                    <a16:creationId xmlns:a16="http://schemas.microsoft.com/office/drawing/2014/main" id="{7E0CFCBF-4656-A846-BB21-6FD14CE46A43}"/>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122">
                <a:extLst>
                  <a:ext uri="{FF2B5EF4-FFF2-40B4-BE49-F238E27FC236}">
                    <a16:creationId xmlns:a16="http://schemas.microsoft.com/office/drawing/2014/main" id="{92F45F15-8114-484B-BB16-CBD68760ADAC}"/>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123">
                <a:extLst>
                  <a:ext uri="{FF2B5EF4-FFF2-40B4-BE49-F238E27FC236}">
                    <a16:creationId xmlns:a16="http://schemas.microsoft.com/office/drawing/2014/main" id="{2D95AFB2-02C8-3D4A-87D0-AE121B456CCA}"/>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1" name="Group 124">
              <a:extLst>
                <a:ext uri="{FF2B5EF4-FFF2-40B4-BE49-F238E27FC236}">
                  <a16:creationId xmlns:a16="http://schemas.microsoft.com/office/drawing/2014/main" id="{93E2D3F6-A7EF-6542-84C8-21B44C9CEED2}"/>
                </a:ext>
              </a:extLst>
            </p:cNvPr>
            <p:cNvGrpSpPr>
              <a:grpSpLocks/>
            </p:cNvGrpSpPr>
            <p:nvPr/>
          </p:nvGrpSpPr>
          <p:grpSpPr bwMode="auto">
            <a:xfrm>
              <a:off x="7445652" y="4880941"/>
              <a:ext cx="890588" cy="215900"/>
              <a:chOff x="876" y="2800"/>
              <a:chExt cx="642" cy="175"/>
            </a:xfrm>
          </p:grpSpPr>
          <p:sp>
            <p:nvSpPr>
              <p:cNvPr id="104" name="Rectangle 125">
                <a:extLst>
                  <a:ext uri="{FF2B5EF4-FFF2-40B4-BE49-F238E27FC236}">
                    <a16:creationId xmlns:a16="http://schemas.microsoft.com/office/drawing/2014/main" id="{41418EC7-91D0-5544-BCA0-2A1CC3DFC9AC}"/>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126">
                <a:extLst>
                  <a:ext uri="{FF2B5EF4-FFF2-40B4-BE49-F238E27FC236}">
                    <a16:creationId xmlns:a16="http://schemas.microsoft.com/office/drawing/2014/main" id="{D8E3B2A9-3D82-AD48-A93B-71583BCE3A5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6" name="Rectangle 127">
                <a:extLst>
                  <a:ext uri="{FF2B5EF4-FFF2-40B4-BE49-F238E27FC236}">
                    <a16:creationId xmlns:a16="http://schemas.microsoft.com/office/drawing/2014/main" id="{C0867EE3-2BC5-874A-814C-A4B0DAF9545B}"/>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Rectangle 128">
                <a:extLst>
                  <a:ext uri="{FF2B5EF4-FFF2-40B4-BE49-F238E27FC236}">
                    <a16:creationId xmlns:a16="http://schemas.microsoft.com/office/drawing/2014/main" id="{75944114-E888-5043-A7C2-56BC12040CC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129">
                <a:extLst>
                  <a:ext uri="{FF2B5EF4-FFF2-40B4-BE49-F238E27FC236}">
                    <a16:creationId xmlns:a16="http://schemas.microsoft.com/office/drawing/2014/main" id="{26320DB4-394D-0A43-A8A6-C99E5CC0BF82}"/>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2" name="Group 130">
              <a:extLst>
                <a:ext uri="{FF2B5EF4-FFF2-40B4-BE49-F238E27FC236}">
                  <a16:creationId xmlns:a16="http://schemas.microsoft.com/office/drawing/2014/main" id="{DD7E937A-F922-3B49-B727-489978FC6398}"/>
                </a:ext>
              </a:extLst>
            </p:cNvPr>
            <p:cNvGrpSpPr>
              <a:grpSpLocks/>
            </p:cNvGrpSpPr>
            <p:nvPr/>
          </p:nvGrpSpPr>
          <p:grpSpPr bwMode="auto">
            <a:xfrm>
              <a:off x="7440890" y="5307979"/>
              <a:ext cx="890587" cy="215900"/>
              <a:chOff x="876" y="2800"/>
              <a:chExt cx="642" cy="175"/>
            </a:xfrm>
          </p:grpSpPr>
          <p:sp>
            <p:nvSpPr>
              <p:cNvPr id="99" name="Rectangle 131">
                <a:extLst>
                  <a:ext uri="{FF2B5EF4-FFF2-40B4-BE49-F238E27FC236}">
                    <a16:creationId xmlns:a16="http://schemas.microsoft.com/office/drawing/2014/main" id="{A0A7DC16-AAF0-0543-B181-2D0657967547}"/>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132">
                <a:extLst>
                  <a:ext uri="{FF2B5EF4-FFF2-40B4-BE49-F238E27FC236}">
                    <a16:creationId xmlns:a16="http://schemas.microsoft.com/office/drawing/2014/main" id="{4888429E-949E-5C46-B8C3-47C65F62A48B}"/>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133">
                <a:extLst>
                  <a:ext uri="{FF2B5EF4-FFF2-40B4-BE49-F238E27FC236}">
                    <a16:creationId xmlns:a16="http://schemas.microsoft.com/office/drawing/2014/main" id="{B17D677C-7F64-6F43-82D8-FCC88D2C0E2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Rectangle 134">
                <a:extLst>
                  <a:ext uri="{FF2B5EF4-FFF2-40B4-BE49-F238E27FC236}">
                    <a16:creationId xmlns:a16="http://schemas.microsoft.com/office/drawing/2014/main" id="{E19D732E-85B6-E34A-9661-7644732E757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Line 135">
                <a:extLst>
                  <a:ext uri="{FF2B5EF4-FFF2-40B4-BE49-F238E27FC236}">
                    <a16:creationId xmlns:a16="http://schemas.microsoft.com/office/drawing/2014/main" id="{9E926801-1D95-B942-965D-EC34909B22F0}"/>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3" name="Group 154">
              <a:extLst>
                <a:ext uri="{FF2B5EF4-FFF2-40B4-BE49-F238E27FC236}">
                  <a16:creationId xmlns:a16="http://schemas.microsoft.com/office/drawing/2014/main" id="{5D801805-22E9-3342-9E61-4013BDBDBF00}"/>
                </a:ext>
              </a:extLst>
            </p:cNvPr>
            <p:cNvGrpSpPr>
              <a:grpSpLocks/>
            </p:cNvGrpSpPr>
            <p:nvPr/>
          </p:nvGrpSpPr>
          <p:grpSpPr bwMode="auto">
            <a:xfrm rot="5400000">
              <a:off x="8564840" y="5504829"/>
              <a:ext cx="895350" cy="1035050"/>
              <a:chOff x="2954" y="2776"/>
              <a:chExt cx="564" cy="652"/>
            </a:xfrm>
          </p:grpSpPr>
          <p:grpSp>
            <p:nvGrpSpPr>
              <p:cNvPr id="81" name="Group 136">
                <a:extLst>
                  <a:ext uri="{FF2B5EF4-FFF2-40B4-BE49-F238E27FC236}">
                    <a16:creationId xmlns:a16="http://schemas.microsoft.com/office/drawing/2014/main" id="{DC4ACDF3-3A37-974C-9F24-96752CB4F955}"/>
                  </a:ext>
                </a:extLst>
              </p:cNvPr>
              <p:cNvGrpSpPr>
                <a:grpSpLocks/>
              </p:cNvGrpSpPr>
              <p:nvPr/>
            </p:nvGrpSpPr>
            <p:grpSpPr bwMode="auto">
              <a:xfrm>
                <a:off x="2954" y="2776"/>
                <a:ext cx="561" cy="136"/>
                <a:chOff x="455" y="3463"/>
                <a:chExt cx="561" cy="136"/>
              </a:xfrm>
            </p:grpSpPr>
            <p:sp>
              <p:nvSpPr>
                <p:cNvPr id="94" name="Rectangle 137">
                  <a:extLst>
                    <a:ext uri="{FF2B5EF4-FFF2-40B4-BE49-F238E27FC236}">
                      <a16:creationId xmlns:a16="http://schemas.microsoft.com/office/drawing/2014/main" id="{5140BCA1-AB6C-7246-9D38-40A1E491AA5C}"/>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38">
                  <a:extLst>
                    <a:ext uri="{FF2B5EF4-FFF2-40B4-BE49-F238E27FC236}">
                      <a16:creationId xmlns:a16="http://schemas.microsoft.com/office/drawing/2014/main" id="{C37AD059-391A-BD44-8F54-18B650B064F0}"/>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39">
                  <a:extLst>
                    <a:ext uri="{FF2B5EF4-FFF2-40B4-BE49-F238E27FC236}">
                      <a16:creationId xmlns:a16="http://schemas.microsoft.com/office/drawing/2014/main" id="{EE27F0FF-5EF9-D843-929A-3953523A9F44}"/>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Rectangle 140">
                  <a:extLst>
                    <a:ext uri="{FF2B5EF4-FFF2-40B4-BE49-F238E27FC236}">
                      <a16:creationId xmlns:a16="http://schemas.microsoft.com/office/drawing/2014/main" id="{09C2F96D-9977-7F48-B003-05EE8C4173AB}"/>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141">
                  <a:extLst>
                    <a:ext uri="{FF2B5EF4-FFF2-40B4-BE49-F238E27FC236}">
                      <a16:creationId xmlns:a16="http://schemas.microsoft.com/office/drawing/2014/main" id="{B0A2C267-A8F8-5343-BBA6-24283D0BE14D}"/>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 name="Group 142">
                <a:extLst>
                  <a:ext uri="{FF2B5EF4-FFF2-40B4-BE49-F238E27FC236}">
                    <a16:creationId xmlns:a16="http://schemas.microsoft.com/office/drawing/2014/main" id="{73020812-FECA-6246-AAD6-7B05930AC00E}"/>
                  </a:ext>
                </a:extLst>
              </p:cNvPr>
              <p:cNvGrpSpPr>
                <a:grpSpLocks/>
              </p:cNvGrpSpPr>
              <p:nvPr/>
            </p:nvGrpSpPr>
            <p:grpSpPr bwMode="auto">
              <a:xfrm>
                <a:off x="2957" y="3023"/>
                <a:ext cx="561" cy="136"/>
                <a:chOff x="455" y="3463"/>
                <a:chExt cx="561" cy="136"/>
              </a:xfrm>
            </p:grpSpPr>
            <p:sp>
              <p:nvSpPr>
                <p:cNvPr id="89" name="Rectangle 143">
                  <a:extLst>
                    <a:ext uri="{FF2B5EF4-FFF2-40B4-BE49-F238E27FC236}">
                      <a16:creationId xmlns:a16="http://schemas.microsoft.com/office/drawing/2014/main" id="{D6FCD1B7-B959-994C-B29E-A9A5B76E36B9}"/>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Rectangle 144">
                  <a:extLst>
                    <a:ext uri="{FF2B5EF4-FFF2-40B4-BE49-F238E27FC236}">
                      <a16:creationId xmlns:a16="http://schemas.microsoft.com/office/drawing/2014/main" id="{593F7969-8E89-2D47-BDE5-5210EAEE609D}"/>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Rectangle 145">
                  <a:extLst>
                    <a:ext uri="{FF2B5EF4-FFF2-40B4-BE49-F238E27FC236}">
                      <a16:creationId xmlns:a16="http://schemas.microsoft.com/office/drawing/2014/main" id="{C1482B84-B84B-7E4B-AF00-6AA2344929CA}"/>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46">
                  <a:extLst>
                    <a:ext uri="{FF2B5EF4-FFF2-40B4-BE49-F238E27FC236}">
                      <a16:creationId xmlns:a16="http://schemas.microsoft.com/office/drawing/2014/main" id="{73FD5F69-21CF-0346-B2CA-EDA9FF6EFD6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Line 147">
                  <a:extLst>
                    <a:ext uri="{FF2B5EF4-FFF2-40B4-BE49-F238E27FC236}">
                      <a16:creationId xmlns:a16="http://schemas.microsoft.com/office/drawing/2014/main" id="{31A2A149-6C13-3640-A322-7E1A5ED0BD0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3" name="Group 148">
                <a:extLst>
                  <a:ext uri="{FF2B5EF4-FFF2-40B4-BE49-F238E27FC236}">
                    <a16:creationId xmlns:a16="http://schemas.microsoft.com/office/drawing/2014/main" id="{6C1D3A5F-381C-864A-88EB-B040498493AD}"/>
                  </a:ext>
                </a:extLst>
              </p:cNvPr>
              <p:cNvGrpSpPr>
                <a:grpSpLocks/>
              </p:cNvGrpSpPr>
              <p:nvPr/>
            </p:nvGrpSpPr>
            <p:grpSpPr bwMode="auto">
              <a:xfrm>
                <a:off x="2954" y="3292"/>
                <a:ext cx="561" cy="136"/>
                <a:chOff x="455" y="3463"/>
                <a:chExt cx="561" cy="136"/>
              </a:xfrm>
            </p:grpSpPr>
            <p:sp>
              <p:nvSpPr>
                <p:cNvPr id="84" name="Rectangle 149">
                  <a:extLst>
                    <a:ext uri="{FF2B5EF4-FFF2-40B4-BE49-F238E27FC236}">
                      <a16:creationId xmlns:a16="http://schemas.microsoft.com/office/drawing/2014/main" id="{14AD2249-2359-6A4A-A176-4000523777BF}"/>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 name="Rectangle 150">
                  <a:extLst>
                    <a:ext uri="{FF2B5EF4-FFF2-40B4-BE49-F238E27FC236}">
                      <a16:creationId xmlns:a16="http://schemas.microsoft.com/office/drawing/2014/main" id="{04B515EF-281D-F94C-AED4-8ED9BEAE757A}"/>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Rectangle 151">
                  <a:extLst>
                    <a:ext uri="{FF2B5EF4-FFF2-40B4-BE49-F238E27FC236}">
                      <a16:creationId xmlns:a16="http://schemas.microsoft.com/office/drawing/2014/main" id="{C272AC2F-2576-1447-A246-09AEE63AFD63}"/>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Rectangle 152">
                  <a:extLst>
                    <a:ext uri="{FF2B5EF4-FFF2-40B4-BE49-F238E27FC236}">
                      <a16:creationId xmlns:a16="http://schemas.microsoft.com/office/drawing/2014/main" id="{7806C0E0-4DAD-EB43-94FA-6C7BFC6D433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 name="Line 153">
                  <a:extLst>
                    <a:ext uri="{FF2B5EF4-FFF2-40B4-BE49-F238E27FC236}">
                      <a16:creationId xmlns:a16="http://schemas.microsoft.com/office/drawing/2014/main" id="{3BF9883C-66A0-5947-BC28-BF02D827A954}"/>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4" name="Line 155">
              <a:extLst>
                <a:ext uri="{FF2B5EF4-FFF2-40B4-BE49-F238E27FC236}">
                  <a16:creationId xmlns:a16="http://schemas.microsoft.com/office/drawing/2014/main" id="{A0B12453-ABAF-784E-9587-2EDADB3CEE4B}"/>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Line 156">
              <a:extLst>
                <a:ext uri="{FF2B5EF4-FFF2-40B4-BE49-F238E27FC236}">
                  <a16:creationId xmlns:a16="http://schemas.microsoft.com/office/drawing/2014/main" id="{3BA7B7A3-5901-8B41-AF4B-8AD856BE213F}"/>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 name="Line 157">
              <a:extLst>
                <a:ext uri="{FF2B5EF4-FFF2-40B4-BE49-F238E27FC236}">
                  <a16:creationId xmlns:a16="http://schemas.microsoft.com/office/drawing/2014/main" id="{F69E1FCD-BBAA-9E43-BED9-EE235364E4F2}"/>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 name="Line 158">
              <a:extLst>
                <a:ext uri="{FF2B5EF4-FFF2-40B4-BE49-F238E27FC236}">
                  <a16:creationId xmlns:a16="http://schemas.microsoft.com/office/drawing/2014/main" id="{4DEB4277-4967-454A-9807-61DFB43FB239}"/>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 name="Line 159">
              <a:extLst>
                <a:ext uri="{FF2B5EF4-FFF2-40B4-BE49-F238E27FC236}">
                  <a16:creationId xmlns:a16="http://schemas.microsoft.com/office/drawing/2014/main" id="{32ED3CA0-6B4A-9940-A7FF-2B4B1FD49405}"/>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9" name="Line 160">
              <a:extLst>
                <a:ext uri="{FF2B5EF4-FFF2-40B4-BE49-F238E27FC236}">
                  <a16:creationId xmlns:a16="http://schemas.microsoft.com/office/drawing/2014/main" id="{D6336297-B3DB-A64E-8187-6A52BB96D572}"/>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Oval 161">
              <a:extLst>
                <a:ext uri="{FF2B5EF4-FFF2-40B4-BE49-F238E27FC236}">
                  <a16:creationId xmlns:a16="http://schemas.microsoft.com/office/drawing/2014/main" id="{14FD0237-6962-7D4D-A26A-99F549DF7C9D}"/>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Oval 162">
              <a:extLst>
                <a:ext uri="{FF2B5EF4-FFF2-40B4-BE49-F238E27FC236}">
                  <a16:creationId xmlns:a16="http://schemas.microsoft.com/office/drawing/2014/main" id="{2384493A-323F-B14C-9F98-CA62184022FA}"/>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2" name="Oval 163">
              <a:extLst>
                <a:ext uri="{FF2B5EF4-FFF2-40B4-BE49-F238E27FC236}">
                  <a16:creationId xmlns:a16="http://schemas.microsoft.com/office/drawing/2014/main" id="{32E7692D-5C12-B442-80FF-C7B249514970}"/>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Oval 164">
              <a:extLst>
                <a:ext uri="{FF2B5EF4-FFF2-40B4-BE49-F238E27FC236}">
                  <a16:creationId xmlns:a16="http://schemas.microsoft.com/office/drawing/2014/main" id="{0DDA2FFE-E5BA-0C4F-8A0B-F1CA4A5E388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Oval 165">
              <a:extLst>
                <a:ext uri="{FF2B5EF4-FFF2-40B4-BE49-F238E27FC236}">
                  <a16:creationId xmlns:a16="http://schemas.microsoft.com/office/drawing/2014/main" id="{9CF681B8-BF04-5441-BEE3-A16AEEDE8CC8}"/>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Oval 166">
              <a:extLst>
                <a:ext uri="{FF2B5EF4-FFF2-40B4-BE49-F238E27FC236}">
                  <a16:creationId xmlns:a16="http://schemas.microsoft.com/office/drawing/2014/main" id="{F756BE03-9919-5149-B8C1-27AA8537629D}"/>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Oval 167">
              <a:extLst>
                <a:ext uri="{FF2B5EF4-FFF2-40B4-BE49-F238E27FC236}">
                  <a16:creationId xmlns:a16="http://schemas.microsoft.com/office/drawing/2014/main" id="{ACBB363A-E96A-164C-982D-673D5C98F32A}"/>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 name="Oval 168">
              <a:extLst>
                <a:ext uri="{FF2B5EF4-FFF2-40B4-BE49-F238E27FC236}">
                  <a16:creationId xmlns:a16="http://schemas.microsoft.com/office/drawing/2014/main" id="{6B3D6E0C-831F-1C4C-A193-5B2FD8811328}"/>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Oval 169">
              <a:extLst>
                <a:ext uri="{FF2B5EF4-FFF2-40B4-BE49-F238E27FC236}">
                  <a16:creationId xmlns:a16="http://schemas.microsoft.com/office/drawing/2014/main" id="{9A7D3398-0377-0B4F-823A-F463BA7F4884}"/>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Freeform 173">
              <a:extLst>
                <a:ext uri="{FF2B5EF4-FFF2-40B4-BE49-F238E27FC236}">
                  <a16:creationId xmlns:a16="http://schemas.microsoft.com/office/drawing/2014/main" id="{030444B6-CE0A-BD47-AC76-37A98FE88F2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9D4BCC10-D7E9-614B-926D-56BBE41D093E}"/>
              </a:ext>
            </a:extLst>
          </p:cNvPr>
          <p:cNvGrpSpPr/>
          <p:nvPr/>
        </p:nvGrpSpPr>
        <p:grpSpPr>
          <a:xfrm>
            <a:off x="8097079" y="4019964"/>
            <a:ext cx="3244414" cy="2535302"/>
            <a:chOff x="8097079" y="4019964"/>
            <a:chExt cx="3244414" cy="2535302"/>
          </a:xfrm>
        </p:grpSpPr>
        <p:grpSp>
          <p:nvGrpSpPr>
            <p:cNvPr id="239" name="Group 238">
              <a:extLst>
                <a:ext uri="{FF2B5EF4-FFF2-40B4-BE49-F238E27FC236}">
                  <a16:creationId xmlns:a16="http://schemas.microsoft.com/office/drawing/2014/main" id="{F8CD2492-ABC8-0B42-8CF0-E5637A87FB48}"/>
                </a:ext>
              </a:extLst>
            </p:cNvPr>
            <p:cNvGrpSpPr/>
            <p:nvPr/>
          </p:nvGrpSpPr>
          <p:grpSpPr>
            <a:xfrm>
              <a:off x="8169965" y="4019964"/>
              <a:ext cx="2682875" cy="1949450"/>
              <a:chOff x="7772400" y="4086225"/>
              <a:chExt cx="2682875" cy="1949450"/>
            </a:xfrm>
          </p:grpSpPr>
          <p:sp>
            <p:nvSpPr>
              <p:cNvPr id="223" name="Freeform 222">
                <a:extLst>
                  <a:ext uri="{FF2B5EF4-FFF2-40B4-BE49-F238E27FC236}">
                    <a16:creationId xmlns:a16="http://schemas.microsoft.com/office/drawing/2014/main" id="{6D34F9C0-29A9-D84A-A418-F4116A1040B0}"/>
                  </a:ext>
                </a:extLst>
              </p:cNvPr>
              <p:cNvSpPr/>
              <p:nvPr/>
            </p:nvSpPr>
            <p:spPr>
              <a:xfrm>
                <a:off x="7778750" y="4194175"/>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00F4ED56-6913-1F47-AFAA-EA8139FE3A6A}"/>
                  </a:ext>
                </a:extLst>
              </p:cNvPr>
              <p:cNvSpPr/>
              <p:nvPr/>
            </p:nvSpPr>
            <p:spPr>
              <a:xfrm flipV="1">
                <a:off x="7775575" y="5454650"/>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Freeform 224">
                <a:extLst>
                  <a:ext uri="{FF2B5EF4-FFF2-40B4-BE49-F238E27FC236}">
                    <a16:creationId xmlns:a16="http://schemas.microsoft.com/office/drawing/2014/main" id="{D040CEC2-BCD9-CC4A-9B8C-BA4CBF9256D1}"/>
                  </a:ext>
                </a:extLst>
              </p:cNvPr>
              <p:cNvSpPr/>
              <p:nvPr/>
            </p:nvSpPr>
            <p:spPr>
              <a:xfrm>
                <a:off x="7781925" y="4699000"/>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6" name="Freeform 225">
                <a:extLst>
                  <a:ext uri="{FF2B5EF4-FFF2-40B4-BE49-F238E27FC236}">
                    <a16:creationId xmlns:a16="http://schemas.microsoft.com/office/drawing/2014/main" id="{1A2CDA45-208E-9946-A2AD-822647EFEDFA}"/>
                  </a:ext>
                </a:extLst>
              </p:cNvPr>
              <p:cNvSpPr/>
              <p:nvPr/>
            </p:nvSpPr>
            <p:spPr>
              <a:xfrm flipV="1">
                <a:off x="7772400" y="5381625"/>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a16="http://schemas.microsoft.com/office/drawing/2014/main" id="{FE54A13B-3416-FF4A-B70D-7C6B5BAF587B}"/>
                  </a:ext>
                </a:extLst>
              </p:cNvPr>
              <p:cNvSpPr/>
              <p:nvPr/>
            </p:nvSpPr>
            <p:spPr>
              <a:xfrm>
                <a:off x="7781925" y="48323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a16="http://schemas.microsoft.com/office/drawing/2014/main" id="{422C6A4B-723B-9F4A-9C0E-546001CFE567}"/>
                  </a:ext>
                </a:extLst>
              </p:cNvPr>
              <p:cNvSpPr/>
              <p:nvPr/>
            </p:nvSpPr>
            <p:spPr>
              <a:xfrm flipV="1">
                <a:off x="7772400" y="48704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Freeform 228">
                <a:extLst>
                  <a:ext uri="{FF2B5EF4-FFF2-40B4-BE49-F238E27FC236}">
                    <a16:creationId xmlns:a16="http://schemas.microsoft.com/office/drawing/2014/main" id="{9E0AF2C1-2620-9E44-97FC-19E9F839C492}"/>
                  </a:ext>
                </a:extLst>
              </p:cNvPr>
              <p:cNvSpPr/>
              <p:nvPr/>
            </p:nvSpPr>
            <p:spPr>
              <a:xfrm>
                <a:off x="7778750" y="4911725"/>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88B69035-8F28-C644-A38A-B94888D6C889}"/>
                  </a:ext>
                </a:extLst>
              </p:cNvPr>
              <p:cNvSpPr/>
              <p:nvPr/>
            </p:nvSpPr>
            <p:spPr>
              <a:xfrm flipV="1">
                <a:off x="7772400" y="4362450"/>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230">
                <a:extLst>
                  <a:ext uri="{FF2B5EF4-FFF2-40B4-BE49-F238E27FC236}">
                    <a16:creationId xmlns:a16="http://schemas.microsoft.com/office/drawing/2014/main" id="{96950FD3-B7F2-234A-A4D7-176DF00FF8F2}"/>
                  </a:ext>
                </a:extLst>
              </p:cNvPr>
              <p:cNvSpPr/>
              <p:nvPr/>
            </p:nvSpPr>
            <p:spPr>
              <a:xfrm>
                <a:off x="7896225" y="46069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231">
                <a:extLst>
                  <a:ext uri="{FF2B5EF4-FFF2-40B4-BE49-F238E27FC236}">
                    <a16:creationId xmlns:a16="http://schemas.microsoft.com/office/drawing/2014/main" id="{668109C4-4800-6341-9708-CD02EDA64090}"/>
                  </a:ext>
                </a:extLst>
              </p:cNvPr>
              <p:cNvSpPr/>
              <p:nvPr/>
            </p:nvSpPr>
            <p:spPr>
              <a:xfrm>
                <a:off x="789305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232">
                <a:extLst>
                  <a:ext uri="{FF2B5EF4-FFF2-40B4-BE49-F238E27FC236}">
                    <a16:creationId xmlns:a16="http://schemas.microsoft.com/office/drawing/2014/main" id="{87252927-5ABB-4143-A0CF-8F27601B552F}"/>
                  </a:ext>
                </a:extLst>
              </p:cNvPr>
              <p:cNvSpPr/>
              <p:nvPr/>
            </p:nvSpPr>
            <p:spPr>
              <a:xfrm>
                <a:off x="8921750" y="40862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 name="Rectangle 233">
                <a:extLst>
                  <a:ext uri="{FF2B5EF4-FFF2-40B4-BE49-F238E27FC236}">
                    <a16:creationId xmlns:a16="http://schemas.microsoft.com/office/drawing/2014/main" id="{6F93DF06-F167-394B-81B1-7291F4CA8475}"/>
                  </a:ext>
                </a:extLst>
              </p:cNvPr>
              <p:cNvSpPr/>
              <p:nvPr/>
            </p:nvSpPr>
            <p:spPr>
              <a:xfrm>
                <a:off x="8912225"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a16="http://schemas.microsoft.com/office/drawing/2014/main" id="{EF079388-6C88-6547-87EC-8A1B75261342}"/>
                  </a:ext>
                </a:extLst>
              </p:cNvPr>
              <p:cNvSpPr/>
              <p:nvPr/>
            </p:nvSpPr>
            <p:spPr>
              <a:xfrm>
                <a:off x="8915400" y="5143500"/>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Rectangle 235">
                <a:extLst>
                  <a:ext uri="{FF2B5EF4-FFF2-40B4-BE49-F238E27FC236}">
                    <a16:creationId xmlns:a16="http://schemas.microsoft.com/office/drawing/2014/main" id="{7D123F75-983B-C64D-8690-6077B5C786EC}"/>
                  </a:ext>
                </a:extLst>
              </p:cNvPr>
              <p:cNvSpPr/>
              <p:nvPr/>
            </p:nvSpPr>
            <p:spPr>
              <a:xfrm>
                <a:off x="8921750" y="56546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7" name="Rectangle 236">
                <a:extLst>
                  <a:ext uri="{FF2B5EF4-FFF2-40B4-BE49-F238E27FC236}">
                    <a16:creationId xmlns:a16="http://schemas.microsoft.com/office/drawing/2014/main" id="{7494C5C3-47A7-E742-A563-34C9D94740D8}"/>
                  </a:ext>
                </a:extLst>
              </p:cNvPr>
              <p:cNvSpPr/>
              <p:nvPr/>
            </p:nvSpPr>
            <p:spPr>
              <a:xfrm>
                <a:off x="994410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Rectangle 237">
                <a:extLst>
                  <a:ext uri="{FF2B5EF4-FFF2-40B4-BE49-F238E27FC236}">
                    <a16:creationId xmlns:a16="http://schemas.microsoft.com/office/drawing/2014/main" id="{00C425D8-A431-8042-B3F0-55970A83C656}"/>
                  </a:ext>
                </a:extLst>
              </p:cNvPr>
              <p:cNvSpPr/>
              <p:nvPr/>
            </p:nvSpPr>
            <p:spPr>
              <a:xfrm>
                <a:off x="9944100"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0" name="TextBox 239">
              <a:extLst>
                <a:ext uri="{FF2B5EF4-FFF2-40B4-BE49-F238E27FC236}">
                  <a16:creationId xmlns:a16="http://schemas.microsoft.com/office/drawing/2014/main" id="{3D9B9457-EBBB-0C43-82B6-87717EDBAAEA}"/>
                </a:ext>
              </a:extLst>
            </p:cNvPr>
            <p:cNvSpPr txBox="1"/>
            <p:nvPr/>
          </p:nvSpPr>
          <p:spPr>
            <a:xfrm>
              <a:off x="8097079" y="5989983"/>
              <a:ext cx="3244414" cy="565283"/>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8x8 multistage switch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from smaller-sized switches</a:t>
              </a:r>
            </a:p>
          </p:txBody>
        </p:sp>
      </p:grpSp>
      <p:sp>
        <p:nvSpPr>
          <p:cNvPr id="241" name="TextBox 240">
            <a:extLst>
              <a:ext uri="{FF2B5EF4-FFF2-40B4-BE49-F238E27FC236}">
                <a16:creationId xmlns:a16="http://schemas.microsoft.com/office/drawing/2014/main" id="{B2396B77-B6FA-2840-BC57-4DD04AF562BD}"/>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79" name="Content Placeholder 2">
            <a:extLst>
              <a:ext uri="{FF2B5EF4-FFF2-40B4-BE49-F238E27FC236}">
                <a16:creationId xmlns:a16="http://schemas.microsoft.com/office/drawing/2014/main" id="{F80CBFA4-4A18-914C-A713-E4A5E18F64DB}"/>
              </a:ext>
            </a:extLst>
          </p:cNvPr>
          <p:cNvSpPr txBox="1">
            <a:spLocks/>
          </p:cNvSpPr>
          <p:nvPr/>
        </p:nvSpPr>
        <p:spPr>
          <a:xfrm>
            <a:off x="788873" y="3242734"/>
            <a:ext cx="6477000" cy="109374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multistage switch: </a:t>
            </a:r>
            <a:r>
              <a:rPr kumimoji="0" lang="en-US" sz="3200" b="0" i="1" u="none" strike="noStrike" kern="1200" cap="none" spc="0" normalizeH="0" baseline="0" noProof="0" dirty="0" err="1">
                <a:ln>
                  <a:noFill/>
                </a:ln>
                <a:solidFill>
                  <a:prstClr val="black"/>
                </a:solidFill>
                <a:effectLst/>
                <a:uLnTx/>
                <a:uFillTx/>
                <a:latin typeface="Calibri" panose="020F0502020204030204"/>
                <a:ea typeface="+mn-ea"/>
                <a:cs typeface="+mn-cs"/>
              </a:rPr>
              <a:t>nxn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switch from multiple stages of smaller switches</a:t>
            </a:r>
          </a:p>
        </p:txBody>
      </p:sp>
      <p:sp>
        <p:nvSpPr>
          <p:cNvPr id="114" name="Content Placeholder 2">
            <a:extLst>
              <a:ext uri="{FF2B5EF4-FFF2-40B4-BE49-F238E27FC236}">
                <a16:creationId xmlns:a16="http://schemas.microsoft.com/office/drawing/2014/main" id="{C44BED26-0F25-A14C-A2DE-9DA48DF09A44}"/>
              </a:ext>
            </a:extLst>
          </p:cNvPr>
          <p:cNvSpPr txBox="1">
            <a:spLocks/>
          </p:cNvSpPr>
          <p:nvPr/>
        </p:nvSpPr>
        <p:spPr>
          <a:xfrm>
            <a:off x="775016" y="4281825"/>
            <a:ext cx="6477000" cy="21189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exploiting parallelism: </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fragment datagram into fixed length cells on entry</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switch cells through the fabric, reassemble datagram at exit</a:t>
            </a:r>
          </a:p>
        </p:txBody>
      </p:sp>
      <p:sp>
        <p:nvSpPr>
          <p:cNvPr id="134" name="TextBox 133">
            <a:extLst>
              <a:ext uri="{FF2B5EF4-FFF2-40B4-BE49-F238E27FC236}">
                <a16:creationId xmlns:a16="http://schemas.microsoft.com/office/drawing/2014/main" id="{2ACE683F-C3E3-E542-87F3-26A8CC51B32B}"/>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135" name="Rectangle 46">
            <a:extLst>
              <a:ext uri="{FF2B5EF4-FFF2-40B4-BE49-F238E27FC236}">
                <a16:creationId xmlns:a16="http://schemas.microsoft.com/office/drawing/2014/main" id="{CADDF9A1-F510-0A48-A5C8-B604DC721314}"/>
              </a:ext>
            </a:extLst>
          </p:cNvPr>
          <p:cNvSpPr>
            <a:spLocks noChangeArrowheads="1"/>
          </p:cNvSpPr>
          <p:nvPr/>
        </p:nvSpPr>
        <p:spPr bwMode="auto">
          <a:xfrm>
            <a:off x="7278457" y="4508938"/>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46">
            <a:extLst>
              <a:ext uri="{FF2B5EF4-FFF2-40B4-BE49-F238E27FC236}">
                <a16:creationId xmlns:a16="http://schemas.microsoft.com/office/drawing/2014/main" id="{EF37199A-A67A-4242-ABE8-2B6C3B2BEA3E}"/>
              </a:ext>
            </a:extLst>
          </p:cNvPr>
          <p:cNvSpPr>
            <a:spLocks noChangeArrowheads="1"/>
          </p:cNvSpPr>
          <p:nvPr/>
        </p:nvSpPr>
        <p:spPr bwMode="auto">
          <a:xfrm>
            <a:off x="7571262"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6">
            <a:extLst>
              <a:ext uri="{FF2B5EF4-FFF2-40B4-BE49-F238E27FC236}">
                <a16:creationId xmlns:a16="http://schemas.microsoft.com/office/drawing/2014/main" id="{2A43E4D0-9761-694D-909E-DDC6673E3480}"/>
              </a:ext>
            </a:extLst>
          </p:cNvPr>
          <p:cNvSpPr>
            <a:spLocks noChangeArrowheads="1"/>
          </p:cNvSpPr>
          <p:nvPr/>
        </p:nvSpPr>
        <p:spPr bwMode="auto">
          <a:xfrm>
            <a:off x="7862810"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Slide Number Placeholder 4">
            <a:extLst>
              <a:ext uri="{FF2B5EF4-FFF2-40B4-BE49-F238E27FC236}">
                <a16:creationId xmlns:a16="http://schemas.microsoft.com/office/drawing/2014/main" id="{4F8C5248-5115-F748-B1EF-FF98DE1ECEF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27</a:t>
            </a:fld>
            <a:endParaRPr lang="en-US" dirty="0"/>
          </a:p>
        </p:txBody>
      </p:sp>
    </p:spTree>
    <p:extLst>
      <p:ext uri="{BB962C8B-B14F-4D97-AF65-F5344CB8AC3E}">
        <p14:creationId xmlns:p14="http://schemas.microsoft.com/office/powerpoint/2010/main" val="304044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dissolve">
                                      <p:cBhvr>
                                        <p:cTn id="20" dur="500"/>
                                        <p:tgtEl>
                                          <p:spTgt spid="13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dissolve">
                                      <p:cBhvr>
                                        <p:cTn id="23" dur="500"/>
                                        <p:tgtEl>
                                          <p:spTgt spid="13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dissolv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8.33333E-7 3.7037E-6 L 0.06537 0.00023 L 0.0974 -0.06899 L 0.14805 -0.06899 C 0.15925 -0.0463 0.17018 -0.02385 0.18164 -0.00093 C 0.19596 -0.00186 0.28151 -0.00047 0.29662 -0.00116 " pathEditMode="relative" rAng="0" ptsTypes="AAAAAA">
                                      <p:cBhvr>
                                        <p:cTn id="30" dur="3000" fill="hold"/>
                                        <p:tgtEl>
                                          <p:spTgt spid="137"/>
                                        </p:tgtEl>
                                        <p:attrNameLst>
                                          <p:attrName>ppt_x</p:attrName>
                                          <p:attrName>ppt_y</p:attrName>
                                        </p:attrNameLst>
                                      </p:cBhvr>
                                      <p:rCtr x="14831" y="-3449"/>
                                    </p:animMotion>
                                  </p:childTnLst>
                                </p:cTn>
                              </p:par>
                              <p:par>
                                <p:cTn id="31" presetID="0" presetClass="path" presetSubtype="0" accel="50000" decel="50000" fill="hold" grpId="1" nodeType="withEffect">
                                  <p:stCondLst>
                                    <p:cond delay="0"/>
                                  </p:stCondLst>
                                  <p:childTnLst>
                                    <p:animMotion origin="layout" path="M -2.5E-6 -0.00024 L 0.06407 0.00069 C 0.06914 0.00949 0.07409 0.01851 0.07904 0.02731 L 0.08867 0.02592 L 0.12214 0.08842 L 0.17136 0.08842 L 0.20482 0.02453 L 0.22982 0.02453 L 0.23477 -0.00116 C 0.25508 -0.00116 0.28073 -0.0007 0.30104 -0.0007 " pathEditMode="relative" rAng="0" ptsTypes="AAAAAAAAAA">
                                      <p:cBhvr>
                                        <p:cTn id="32" dur="3000" fill="hold"/>
                                        <p:tgtEl>
                                          <p:spTgt spid="136"/>
                                        </p:tgtEl>
                                        <p:attrNameLst>
                                          <p:attrName>ppt_x</p:attrName>
                                          <p:attrName>ppt_y</p:attrName>
                                        </p:attrNameLst>
                                      </p:cBhvr>
                                      <p:rCtr x="15052" y="4375"/>
                                    </p:animMotion>
                                  </p:childTnLst>
                                </p:cTn>
                              </p:par>
                              <p:par>
                                <p:cTn id="33" presetID="0" presetClass="path" presetSubtype="0" accel="50000" decel="50000" fill="hold" grpId="1" nodeType="withEffect">
                                  <p:stCondLst>
                                    <p:cond delay="0"/>
                                  </p:stCondLst>
                                  <p:childTnLst>
                                    <p:animMotion origin="layout" path="M 0 0 L 0.08685 0.00139 L 0.10339 0.03912 L 0.11342 0.03842 L 0.14688 0.16365 L 0.19649 0.16296 L 0.23073 0.03634 L 0.25339 0.03564 L 0.26029 -0.00116 L 0.30495 -0.00116 " pathEditMode="relative" ptsTypes="AAAAAAAAAA">
                                      <p:cBhvr>
                                        <p:cTn id="34" dur="3000" fill="hold"/>
                                        <p:tgtEl>
                                          <p:spTgt spid="1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114" grpId="0"/>
      <p:bldP spid="135" grpId="0" animBg="1"/>
      <p:bldP spid="135" grpId="1" animBg="1"/>
      <p:bldP spid="136" grpId="0" animBg="1"/>
      <p:bldP spid="136" grpId="1" animBg="1"/>
      <p:bldP spid="137" grpId="0" animBg="1"/>
      <p:bldP spid="13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924646" y="1287519"/>
            <a:ext cx="10585173" cy="1026189"/>
          </a:xfrm>
        </p:spPr>
        <p:txBody>
          <a:bodyPr>
            <a:normAutofit/>
          </a:bodyPr>
          <a:lstStyle/>
          <a:p>
            <a:pPr indent="-287338">
              <a:buFont typeface="Wingdings" charset="2"/>
              <a:buChar char="§"/>
              <a:defRPr/>
            </a:pPr>
            <a:r>
              <a:rPr lang="en-US" sz="3200" dirty="0"/>
              <a:t>scaling, using multiple switching “planes” in parallel: </a:t>
            </a:r>
          </a:p>
          <a:p>
            <a:pPr lvl="1" indent="-287338">
              <a:buFont typeface="Wingdings" charset="2"/>
              <a:buChar char="§"/>
              <a:defRPr/>
            </a:pPr>
            <a:r>
              <a:rPr lang="en-US" sz="2800" dirty="0"/>
              <a:t>speedup, scaleup via parallelism</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37" name="Group 36">
            <a:extLst>
              <a:ext uri="{FF2B5EF4-FFF2-40B4-BE49-F238E27FC236}">
                <a16:creationId xmlns:a16="http://schemas.microsoft.com/office/drawing/2014/main" id="{34ACF90F-291D-A84B-9EA4-A850C531F102}"/>
              </a:ext>
            </a:extLst>
          </p:cNvPr>
          <p:cNvGrpSpPr/>
          <p:nvPr/>
        </p:nvGrpSpPr>
        <p:grpSpPr>
          <a:xfrm>
            <a:off x="5465885" y="2987580"/>
            <a:ext cx="6504470" cy="2842592"/>
            <a:chOff x="2502527" y="2166731"/>
            <a:chExt cx="6504470" cy="2842592"/>
          </a:xfrm>
        </p:grpSpPr>
        <p:grpSp>
          <p:nvGrpSpPr>
            <p:cNvPr id="334" name="Group 118">
              <a:extLst>
                <a:ext uri="{FF2B5EF4-FFF2-40B4-BE49-F238E27FC236}">
                  <a16:creationId xmlns:a16="http://schemas.microsoft.com/office/drawing/2014/main" id="{AF49CF4D-AE10-6E4A-BE27-3F975761A6F8}"/>
                </a:ext>
              </a:extLst>
            </p:cNvPr>
            <p:cNvGrpSpPr>
              <a:grpSpLocks/>
            </p:cNvGrpSpPr>
            <p:nvPr/>
          </p:nvGrpSpPr>
          <p:grpSpPr bwMode="auto">
            <a:xfrm>
              <a:off x="2661555" y="4446106"/>
              <a:ext cx="977484" cy="193795"/>
              <a:chOff x="876" y="2800"/>
              <a:chExt cx="642" cy="175"/>
            </a:xfrm>
          </p:grpSpPr>
          <p:sp>
            <p:nvSpPr>
              <p:cNvPr id="335" name="Rectangle 119">
                <a:extLst>
                  <a:ext uri="{FF2B5EF4-FFF2-40B4-BE49-F238E27FC236}">
                    <a16:creationId xmlns:a16="http://schemas.microsoft.com/office/drawing/2014/main" id="{4093A69A-1A26-8344-A1EE-EC3CD90B733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6" name="Rectangle 120">
                <a:extLst>
                  <a:ext uri="{FF2B5EF4-FFF2-40B4-BE49-F238E27FC236}">
                    <a16:creationId xmlns:a16="http://schemas.microsoft.com/office/drawing/2014/main" id="{2812FBDC-BDD7-A446-BBAE-BB6C428C79D0}"/>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7" name="Rectangle 121">
                <a:extLst>
                  <a:ext uri="{FF2B5EF4-FFF2-40B4-BE49-F238E27FC236}">
                    <a16:creationId xmlns:a16="http://schemas.microsoft.com/office/drawing/2014/main" id="{F1C83022-DCCD-824D-9EFC-DB58276AFEC8}"/>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22">
                <a:extLst>
                  <a:ext uri="{FF2B5EF4-FFF2-40B4-BE49-F238E27FC236}">
                    <a16:creationId xmlns:a16="http://schemas.microsoft.com/office/drawing/2014/main" id="{7EF3B5CA-CC9D-5D42-9788-BE1DCF3D216C}"/>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Line 123">
                <a:extLst>
                  <a:ext uri="{FF2B5EF4-FFF2-40B4-BE49-F238E27FC236}">
                    <a16:creationId xmlns:a16="http://schemas.microsoft.com/office/drawing/2014/main" id="{888A3CB1-B901-B84C-9FDC-4A75C03255D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18">
              <a:extLst>
                <a:ext uri="{FF2B5EF4-FFF2-40B4-BE49-F238E27FC236}">
                  <a16:creationId xmlns:a16="http://schemas.microsoft.com/office/drawing/2014/main" id="{424B3156-291C-B04F-8BD2-8D13170A3586}"/>
                </a:ext>
              </a:extLst>
            </p:cNvPr>
            <p:cNvGrpSpPr>
              <a:grpSpLocks/>
            </p:cNvGrpSpPr>
            <p:nvPr/>
          </p:nvGrpSpPr>
          <p:grpSpPr bwMode="auto">
            <a:xfrm>
              <a:off x="2575415" y="4611758"/>
              <a:ext cx="977484" cy="193795"/>
              <a:chOff x="876" y="2800"/>
              <a:chExt cx="642" cy="175"/>
            </a:xfrm>
          </p:grpSpPr>
          <p:sp>
            <p:nvSpPr>
              <p:cNvPr id="329" name="Rectangle 119">
                <a:extLst>
                  <a:ext uri="{FF2B5EF4-FFF2-40B4-BE49-F238E27FC236}">
                    <a16:creationId xmlns:a16="http://schemas.microsoft.com/office/drawing/2014/main" id="{B9D5FCED-BF06-4C46-AE44-21C038F8580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20">
                <a:extLst>
                  <a:ext uri="{FF2B5EF4-FFF2-40B4-BE49-F238E27FC236}">
                    <a16:creationId xmlns:a16="http://schemas.microsoft.com/office/drawing/2014/main" id="{51E04347-0FE1-6E45-B8AF-9085B6208DA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Rectangle 121">
                <a:extLst>
                  <a:ext uri="{FF2B5EF4-FFF2-40B4-BE49-F238E27FC236}">
                    <a16:creationId xmlns:a16="http://schemas.microsoft.com/office/drawing/2014/main" id="{4B3FD1AD-66FF-344E-8B85-CE87F954D239}"/>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22">
                <a:extLst>
                  <a:ext uri="{FF2B5EF4-FFF2-40B4-BE49-F238E27FC236}">
                    <a16:creationId xmlns:a16="http://schemas.microsoft.com/office/drawing/2014/main" id="{38C47484-37BF-CC4A-8AFC-5633045A34C9}"/>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Line 123">
                <a:extLst>
                  <a:ext uri="{FF2B5EF4-FFF2-40B4-BE49-F238E27FC236}">
                    <a16:creationId xmlns:a16="http://schemas.microsoft.com/office/drawing/2014/main" id="{E9322185-052D-CF4D-9604-30F5852D0997}"/>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 name="Group 11">
              <a:extLst>
                <a:ext uri="{FF2B5EF4-FFF2-40B4-BE49-F238E27FC236}">
                  <a16:creationId xmlns:a16="http://schemas.microsoft.com/office/drawing/2014/main" id="{420BA766-6DB9-0342-ACF5-6818F39878BC}"/>
                </a:ext>
              </a:extLst>
            </p:cNvPr>
            <p:cNvGrpSpPr/>
            <p:nvPr/>
          </p:nvGrpSpPr>
          <p:grpSpPr>
            <a:xfrm>
              <a:off x="4623758" y="2166731"/>
              <a:ext cx="2290665" cy="2842592"/>
              <a:chOff x="4199689" y="2922105"/>
              <a:chExt cx="2290665" cy="2842592"/>
            </a:xfrm>
          </p:grpSpPr>
          <p:grpSp>
            <p:nvGrpSpPr>
              <p:cNvPr id="122" name="Group 121">
                <a:extLst>
                  <a:ext uri="{FF2B5EF4-FFF2-40B4-BE49-F238E27FC236}">
                    <a16:creationId xmlns:a16="http://schemas.microsoft.com/office/drawing/2014/main" id="{40760763-7D13-D14C-B004-0516855F8019}"/>
                  </a:ext>
                </a:extLst>
              </p:cNvPr>
              <p:cNvGrpSpPr/>
              <p:nvPr/>
            </p:nvGrpSpPr>
            <p:grpSpPr>
              <a:xfrm>
                <a:off x="4802662" y="2922105"/>
                <a:ext cx="1687692" cy="1311965"/>
                <a:chOff x="1416732" y="5221357"/>
                <a:chExt cx="1687692" cy="1311965"/>
              </a:xfrm>
            </p:grpSpPr>
            <p:cxnSp>
              <p:nvCxnSpPr>
                <p:cNvPr id="123" name="Straight Connector 122">
                  <a:extLst>
                    <a:ext uri="{FF2B5EF4-FFF2-40B4-BE49-F238E27FC236}">
                      <a16:creationId xmlns:a16="http://schemas.microsoft.com/office/drawing/2014/main" id="{A4E31C51-93A1-5042-9D84-F246E6733681}"/>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4626BFC-BC91-AE40-9E2F-1CAF813F24B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D5CC8D6-8701-3148-9853-D5C192B7DF31}"/>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FBBFD44-0DFB-B049-98DF-A3EE6FC4071B}"/>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E13D79D-4110-5C48-B252-22BF34D55EEE}"/>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F1ED62F-9B31-4E4D-A9A1-B5604E0F379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2389D36-0494-AF4B-BE1C-E8755716C377}"/>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C930B35-8338-024A-815B-949A85C3DE94}"/>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 130">
                  <a:extLst>
                    <a:ext uri="{FF2B5EF4-FFF2-40B4-BE49-F238E27FC236}">
                      <a16:creationId xmlns:a16="http://schemas.microsoft.com/office/drawing/2014/main" id="{45AFFA33-989B-6A44-AEC9-7FFF15DD3FD7}"/>
                    </a:ext>
                  </a:extLst>
                </p:cNvPr>
                <p:cNvGrpSpPr/>
                <p:nvPr/>
              </p:nvGrpSpPr>
              <p:grpSpPr>
                <a:xfrm>
                  <a:off x="1749287" y="5221357"/>
                  <a:ext cx="1200970" cy="1311965"/>
                  <a:chOff x="4426226" y="4479235"/>
                  <a:chExt cx="1200970" cy="1311965"/>
                </a:xfrm>
              </p:grpSpPr>
              <p:sp>
                <p:nvSpPr>
                  <p:cNvPr id="134" name="Rectangle 133">
                    <a:extLst>
                      <a:ext uri="{FF2B5EF4-FFF2-40B4-BE49-F238E27FC236}">
                        <a16:creationId xmlns:a16="http://schemas.microsoft.com/office/drawing/2014/main" id="{7AAD5D40-EBE5-7A46-BA23-4588D31D97BE}"/>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TextBox 134">
                    <a:extLst>
                      <a:ext uri="{FF2B5EF4-FFF2-40B4-BE49-F238E27FC236}">
                        <a16:creationId xmlns:a16="http://schemas.microsoft.com/office/drawing/2014/main" id="{A09B1F95-9C4A-5041-A4C5-44BBBB463756}"/>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0</a:t>
                    </a:r>
                  </a:p>
                </p:txBody>
              </p:sp>
            </p:grpSp>
            <p:sp>
              <p:nvSpPr>
                <p:cNvPr id="132" name="TextBox 131">
                  <a:extLst>
                    <a:ext uri="{FF2B5EF4-FFF2-40B4-BE49-F238E27FC236}">
                      <a16:creationId xmlns:a16="http://schemas.microsoft.com/office/drawing/2014/main" id="{B61383D0-8600-7145-ABB4-73D8D87E126A}"/>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33" name="TextBox 132">
                  <a:extLst>
                    <a:ext uri="{FF2B5EF4-FFF2-40B4-BE49-F238E27FC236}">
                      <a16:creationId xmlns:a16="http://schemas.microsoft.com/office/drawing/2014/main" id="{C3A565F3-8853-E54F-91C8-30A8A3BB49DE}"/>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36" name="Group 135">
                <a:extLst>
                  <a:ext uri="{FF2B5EF4-FFF2-40B4-BE49-F238E27FC236}">
                    <a16:creationId xmlns:a16="http://schemas.microsoft.com/office/drawing/2014/main" id="{1ECDB28F-7D58-FC47-90E4-A1884B6DED49}"/>
                  </a:ext>
                </a:extLst>
              </p:cNvPr>
              <p:cNvGrpSpPr/>
              <p:nvPr/>
            </p:nvGrpSpPr>
            <p:grpSpPr>
              <a:xfrm>
                <a:off x="4716523" y="3140766"/>
                <a:ext cx="1687692" cy="1311965"/>
                <a:chOff x="1416732" y="5221357"/>
                <a:chExt cx="1687692" cy="1311965"/>
              </a:xfrm>
            </p:grpSpPr>
            <p:cxnSp>
              <p:nvCxnSpPr>
                <p:cNvPr id="137" name="Straight Connector 136">
                  <a:extLst>
                    <a:ext uri="{FF2B5EF4-FFF2-40B4-BE49-F238E27FC236}">
                      <a16:creationId xmlns:a16="http://schemas.microsoft.com/office/drawing/2014/main" id="{22B49291-35C1-F646-9151-8D5CAD91152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E4800AA-0F72-3B48-BF00-140135B900EF}"/>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6A1667E-854A-2D44-8A29-88B7998B7DBC}"/>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7BC52-7519-E74E-82F4-7446D94755B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2DFB66F9-2EEA-4F45-9982-AA0ECE4D0705}"/>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5AE7172-0A61-A943-AF6A-AA3B4966318B}"/>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B86A0CA-2BBD-3241-BDD7-CC2EA169186B}"/>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DB056F78-A09C-F34E-9087-9576AB942378}"/>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6EAD8D3D-6C07-0C47-BC6F-F6E324523699}"/>
                    </a:ext>
                  </a:extLst>
                </p:cNvPr>
                <p:cNvGrpSpPr/>
                <p:nvPr/>
              </p:nvGrpSpPr>
              <p:grpSpPr>
                <a:xfrm>
                  <a:off x="1749287" y="5221357"/>
                  <a:ext cx="1175002" cy="1311965"/>
                  <a:chOff x="4426226" y="4479235"/>
                  <a:chExt cx="1175002" cy="1311965"/>
                </a:xfrm>
              </p:grpSpPr>
              <p:sp>
                <p:nvSpPr>
                  <p:cNvPr id="148" name="Rectangle 147">
                    <a:extLst>
                      <a:ext uri="{FF2B5EF4-FFF2-40B4-BE49-F238E27FC236}">
                        <a16:creationId xmlns:a16="http://schemas.microsoft.com/office/drawing/2014/main" id="{E1A34E00-2B81-5C43-BD96-BAC50603F9AB}"/>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TextBox 148">
                    <a:extLst>
                      <a:ext uri="{FF2B5EF4-FFF2-40B4-BE49-F238E27FC236}">
                        <a16:creationId xmlns:a16="http://schemas.microsoft.com/office/drawing/2014/main" id="{4E8CD73F-1D04-324E-8B5D-52BE9676926D}"/>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1</a:t>
                    </a:r>
                  </a:p>
                </p:txBody>
              </p:sp>
            </p:grpSp>
            <p:sp>
              <p:nvSpPr>
                <p:cNvPr id="146" name="TextBox 145">
                  <a:extLst>
                    <a:ext uri="{FF2B5EF4-FFF2-40B4-BE49-F238E27FC236}">
                      <a16:creationId xmlns:a16="http://schemas.microsoft.com/office/drawing/2014/main" id="{AC67F0E3-96A7-9C40-9453-5DD6D22CDBF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47" name="TextBox 146">
                  <a:extLst>
                    <a:ext uri="{FF2B5EF4-FFF2-40B4-BE49-F238E27FC236}">
                      <a16:creationId xmlns:a16="http://schemas.microsoft.com/office/drawing/2014/main" id="{A1B35328-3A8C-DC49-B311-E8D84E1C839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50" name="Group 149">
                <a:extLst>
                  <a:ext uri="{FF2B5EF4-FFF2-40B4-BE49-F238E27FC236}">
                    <a16:creationId xmlns:a16="http://schemas.microsoft.com/office/drawing/2014/main" id="{763257EE-6514-D14D-BB4B-808C84B0BBED}"/>
                  </a:ext>
                </a:extLst>
              </p:cNvPr>
              <p:cNvGrpSpPr/>
              <p:nvPr/>
            </p:nvGrpSpPr>
            <p:grpSpPr>
              <a:xfrm>
                <a:off x="4630384" y="3359427"/>
                <a:ext cx="1687692" cy="1311965"/>
                <a:chOff x="1416732" y="5221357"/>
                <a:chExt cx="1687692" cy="1311965"/>
              </a:xfrm>
            </p:grpSpPr>
            <p:cxnSp>
              <p:nvCxnSpPr>
                <p:cNvPr id="151" name="Straight Connector 150">
                  <a:extLst>
                    <a:ext uri="{FF2B5EF4-FFF2-40B4-BE49-F238E27FC236}">
                      <a16:creationId xmlns:a16="http://schemas.microsoft.com/office/drawing/2014/main" id="{625BA914-684C-6F4B-A078-484B0935E6E4}"/>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DB5939BD-2E58-F046-B3EB-98CD21C55CF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4550567-087F-7D4A-ABF2-7F3F4FACFA92}"/>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D893FAE-2400-F144-9821-71CAA7E70A3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7B0FF6F9-EC58-C84A-B28F-451E6C448902}"/>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41956C-2DE9-8B42-95DA-9121FCD6BE5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3F88C77F-CF8B-2C4D-AD38-8280A026C0C2}"/>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A7D2E27-F9F1-9C4C-9900-89369B77816F}"/>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F24FFC69-3FC3-EE40-BEED-9120F9E4723F}"/>
                    </a:ext>
                  </a:extLst>
                </p:cNvPr>
                <p:cNvGrpSpPr/>
                <p:nvPr/>
              </p:nvGrpSpPr>
              <p:grpSpPr>
                <a:xfrm>
                  <a:off x="1749287" y="5221357"/>
                  <a:ext cx="1175002" cy="1311965"/>
                  <a:chOff x="4426226" y="4479235"/>
                  <a:chExt cx="1175002" cy="1311965"/>
                </a:xfrm>
              </p:grpSpPr>
              <p:sp>
                <p:nvSpPr>
                  <p:cNvPr id="162" name="Rectangle 161">
                    <a:extLst>
                      <a:ext uri="{FF2B5EF4-FFF2-40B4-BE49-F238E27FC236}">
                        <a16:creationId xmlns:a16="http://schemas.microsoft.com/office/drawing/2014/main" id="{286D436C-A2D4-BF4B-8437-C11986C72671}"/>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TextBox 162">
                    <a:extLst>
                      <a:ext uri="{FF2B5EF4-FFF2-40B4-BE49-F238E27FC236}">
                        <a16:creationId xmlns:a16="http://schemas.microsoft.com/office/drawing/2014/main" id="{88E4113D-A9CA-8949-8F16-E16EBD61CBD4}"/>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2</a:t>
                    </a:r>
                  </a:p>
                </p:txBody>
              </p:sp>
            </p:grpSp>
            <p:sp>
              <p:nvSpPr>
                <p:cNvPr id="160" name="TextBox 159">
                  <a:extLst>
                    <a:ext uri="{FF2B5EF4-FFF2-40B4-BE49-F238E27FC236}">
                      <a16:creationId xmlns:a16="http://schemas.microsoft.com/office/drawing/2014/main" id="{BE7EBCF1-265E-5742-9AD9-4E6EA8AC841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61" name="TextBox 160">
                  <a:extLst>
                    <a:ext uri="{FF2B5EF4-FFF2-40B4-BE49-F238E27FC236}">
                      <a16:creationId xmlns:a16="http://schemas.microsoft.com/office/drawing/2014/main" id="{2A4BCCF5-BAE8-7B49-93B9-352D63E3BADF}"/>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64" name="Group 163">
                <a:extLst>
                  <a:ext uri="{FF2B5EF4-FFF2-40B4-BE49-F238E27FC236}">
                    <a16:creationId xmlns:a16="http://schemas.microsoft.com/office/drawing/2014/main" id="{4DCE3833-0A76-C643-A867-84E6834282A7}"/>
                  </a:ext>
                </a:extLst>
              </p:cNvPr>
              <p:cNvGrpSpPr/>
              <p:nvPr/>
            </p:nvGrpSpPr>
            <p:grpSpPr>
              <a:xfrm>
                <a:off x="4544245" y="3578088"/>
                <a:ext cx="1687692" cy="1311965"/>
                <a:chOff x="1416732" y="5221357"/>
                <a:chExt cx="1687692" cy="1311965"/>
              </a:xfrm>
            </p:grpSpPr>
            <p:cxnSp>
              <p:nvCxnSpPr>
                <p:cNvPr id="165" name="Straight Connector 164">
                  <a:extLst>
                    <a:ext uri="{FF2B5EF4-FFF2-40B4-BE49-F238E27FC236}">
                      <a16:creationId xmlns:a16="http://schemas.microsoft.com/office/drawing/2014/main" id="{47C70EEA-30DB-8C4F-90AC-620FDA2A0138}"/>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FFC5AE1-AA4D-9446-9C71-2CBADB228D1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99BB1B1-8E50-DB42-8699-52C4D6CE4F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EDB77A6-D189-AA46-AEDF-2E616F256A12}"/>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91EBC83D-1513-A14A-B855-971436AA892D}"/>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39B859B-2C00-EC4B-BB9F-FA2A699D633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C304F32-EE17-864A-AE73-180F7283F1C8}"/>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889F01C-0F8B-0B4D-9089-8FA49FB1058C}"/>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8C5D3CC4-DD40-464E-81E7-9C5248FEC8AE}"/>
                    </a:ext>
                  </a:extLst>
                </p:cNvPr>
                <p:cNvGrpSpPr/>
                <p:nvPr/>
              </p:nvGrpSpPr>
              <p:grpSpPr>
                <a:xfrm>
                  <a:off x="1749287" y="5221357"/>
                  <a:ext cx="1175002" cy="1311965"/>
                  <a:chOff x="4426226" y="4479235"/>
                  <a:chExt cx="1175002" cy="1311965"/>
                </a:xfrm>
              </p:grpSpPr>
              <p:sp>
                <p:nvSpPr>
                  <p:cNvPr id="176" name="Rectangle 175">
                    <a:extLst>
                      <a:ext uri="{FF2B5EF4-FFF2-40B4-BE49-F238E27FC236}">
                        <a16:creationId xmlns:a16="http://schemas.microsoft.com/office/drawing/2014/main" id="{5CE93A9B-38A1-BF40-811E-E359099DDBBC}"/>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TextBox 176">
                    <a:extLst>
                      <a:ext uri="{FF2B5EF4-FFF2-40B4-BE49-F238E27FC236}">
                        <a16:creationId xmlns:a16="http://schemas.microsoft.com/office/drawing/2014/main" id="{5B2E5208-A895-B14E-8DCB-4EA25D617FA8}"/>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3</a:t>
                    </a:r>
                  </a:p>
                </p:txBody>
              </p:sp>
            </p:grpSp>
            <p:sp>
              <p:nvSpPr>
                <p:cNvPr id="174" name="TextBox 173">
                  <a:extLst>
                    <a:ext uri="{FF2B5EF4-FFF2-40B4-BE49-F238E27FC236}">
                      <a16:creationId xmlns:a16="http://schemas.microsoft.com/office/drawing/2014/main" id="{2C56D9DF-BEBF-9F41-9334-37C8562CF65B}"/>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75" name="TextBox 174">
                  <a:extLst>
                    <a:ext uri="{FF2B5EF4-FFF2-40B4-BE49-F238E27FC236}">
                      <a16:creationId xmlns:a16="http://schemas.microsoft.com/office/drawing/2014/main" id="{5FB62124-F9A9-B74E-801E-939E6D55F5F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78" name="Group 177">
                <a:extLst>
                  <a:ext uri="{FF2B5EF4-FFF2-40B4-BE49-F238E27FC236}">
                    <a16:creationId xmlns:a16="http://schemas.microsoft.com/office/drawing/2014/main" id="{852B1340-D76B-4E46-856E-F639AB9F1AE8}"/>
                  </a:ext>
                </a:extLst>
              </p:cNvPr>
              <p:cNvGrpSpPr/>
              <p:nvPr/>
            </p:nvGrpSpPr>
            <p:grpSpPr>
              <a:xfrm>
                <a:off x="4458106" y="3796749"/>
                <a:ext cx="1687692" cy="1311965"/>
                <a:chOff x="1416732" y="5221357"/>
                <a:chExt cx="1687692" cy="1311965"/>
              </a:xfrm>
            </p:grpSpPr>
            <p:cxnSp>
              <p:nvCxnSpPr>
                <p:cNvPr id="179" name="Straight Connector 178">
                  <a:extLst>
                    <a:ext uri="{FF2B5EF4-FFF2-40B4-BE49-F238E27FC236}">
                      <a16:creationId xmlns:a16="http://schemas.microsoft.com/office/drawing/2014/main" id="{F59DED08-18FE-834E-9DA0-0FC95C193D97}"/>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FCA4BD1-13EE-CD49-9555-680BF4FBC4C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DE1EB86E-EDA3-A241-9E9D-72B854D1C3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6A935F4-98BE-5444-BD08-78AC8A59CCE5}"/>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B9C75665-BA08-3640-BED8-5DDF21BEBB11}"/>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59C2AFDA-7A15-AB47-A801-28BE8DB6A7A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DA760F63-3FCA-1E48-9694-3000FEDFCC64}"/>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54AEC58-3B5E-C34C-A4BF-C9CABF071051}"/>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7" name="Group 186">
                  <a:extLst>
                    <a:ext uri="{FF2B5EF4-FFF2-40B4-BE49-F238E27FC236}">
                      <a16:creationId xmlns:a16="http://schemas.microsoft.com/office/drawing/2014/main" id="{1170DB51-8293-234B-B9F1-B0B3101F4AF8}"/>
                    </a:ext>
                  </a:extLst>
                </p:cNvPr>
                <p:cNvGrpSpPr/>
                <p:nvPr/>
              </p:nvGrpSpPr>
              <p:grpSpPr>
                <a:xfrm>
                  <a:off x="1749287" y="5221357"/>
                  <a:ext cx="1175002" cy="1311965"/>
                  <a:chOff x="4426226" y="4479235"/>
                  <a:chExt cx="1175002" cy="1311965"/>
                </a:xfrm>
              </p:grpSpPr>
              <p:sp>
                <p:nvSpPr>
                  <p:cNvPr id="190" name="Rectangle 189">
                    <a:extLst>
                      <a:ext uri="{FF2B5EF4-FFF2-40B4-BE49-F238E27FC236}">
                        <a16:creationId xmlns:a16="http://schemas.microsoft.com/office/drawing/2014/main" id="{74C76E3E-68EE-114E-B49D-DCEC2C9B222A}"/>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TextBox 190">
                    <a:extLst>
                      <a:ext uri="{FF2B5EF4-FFF2-40B4-BE49-F238E27FC236}">
                        <a16:creationId xmlns:a16="http://schemas.microsoft.com/office/drawing/2014/main" id="{A87D0399-6E79-5643-89F0-7906B987D4DB}"/>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4</a:t>
                    </a:r>
                  </a:p>
                </p:txBody>
              </p:sp>
            </p:grpSp>
            <p:sp>
              <p:nvSpPr>
                <p:cNvPr id="188" name="TextBox 187">
                  <a:extLst>
                    <a:ext uri="{FF2B5EF4-FFF2-40B4-BE49-F238E27FC236}">
                      <a16:creationId xmlns:a16="http://schemas.microsoft.com/office/drawing/2014/main" id="{A79B0505-1934-F54D-B44C-8780B6463E5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89" name="TextBox 188">
                  <a:extLst>
                    <a:ext uri="{FF2B5EF4-FFF2-40B4-BE49-F238E27FC236}">
                      <a16:creationId xmlns:a16="http://schemas.microsoft.com/office/drawing/2014/main" id="{B0BBB775-1B8E-AF45-9C88-E7B9BFDFBD3A}"/>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92" name="Group 191">
                <a:extLst>
                  <a:ext uri="{FF2B5EF4-FFF2-40B4-BE49-F238E27FC236}">
                    <a16:creationId xmlns:a16="http://schemas.microsoft.com/office/drawing/2014/main" id="{27A16CD3-F266-6F4E-9433-67344A61D1CD}"/>
                  </a:ext>
                </a:extLst>
              </p:cNvPr>
              <p:cNvGrpSpPr/>
              <p:nvPr/>
            </p:nvGrpSpPr>
            <p:grpSpPr>
              <a:xfrm>
                <a:off x="4371967" y="4015410"/>
                <a:ext cx="1687692" cy="1311965"/>
                <a:chOff x="1416732" y="5221357"/>
                <a:chExt cx="1687692" cy="1311965"/>
              </a:xfrm>
            </p:grpSpPr>
            <p:cxnSp>
              <p:nvCxnSpPr>
                <p:cNvPr id="193" name="Straight Connector 192">
                  <a:extLst>
                    <a:ext uri="{FF2B5EF4-FFF2-40B4-BE49-F238E27FC236}">
                      <a16:creationId xmlns:a16="http://schemas.microsoft.com/office/drawing/2014/main" id="{242CBD24-8BFA-4F4B-871C-88474723172A}"/>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B9D3DD4-EFAB-BE46-97AE-6C051DD6997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4300FE2E-5CE0-B442-98C0-BC4D3906A2E8}"/>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A97E0211-B1F2-6149-9BC1-481F09996CD6}"/>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7A3AA3DF-BABF-A94F-856A-2269148C5774}"/>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95EAEAA-4623-7644-9035-CD12D3CEDA0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D777CAA-B533-BD47-8D37-FE2DB83393A3}"/>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884B12-0A7D-744B-B331-BAAC393D6F46}"/>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6450D750-FD73-664B-A24E-E4A6F25DD06A}"/>
                    </a:ext>
                  </a:extLst>
                </p:cNvPr>
                <p:cNvGrpSpPr/>
                <p:nvPr/>
              </p:nvGrpSpPr>
              <p:grpSpPr>
                <a:xfrm>
                  <a:off x="1749287" y="5221357"/>
                  <a:ext cx="1175002" cy="1311965"/>
                  <a:chOff x="4426226" y="4479235"/>
                  <a:chExt cx="1175002" cy="1311965"/>
                </a:xfrm>
              </p:grpSpPr>
              <p:sp>
                <p:nvSpPr>
                  <p:cNvPr id="204" name="Rectangle 203">
                    <a:extLst>
                      <a:ext uri="{FF2B5EF4-FFF2-40B4-BE49-F238E27FC236}">
                        <a16:creationId xmlns:a16="http://schemas.microsoft.com/office/drawing/2014/main" id="{4EB2FFEE-D801-434F-811C-4D932D9FD863}"/>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TextBox 204">
                    <a:extLst>
                      <a:ext uri="{FF2B5EF4-FFF2-40B4-BE49-F238E27FC236}">
                        <a16:creationId xmlns:a16="http://schemas.microsoft.com/office/drawing/2014/main" id="{6338DC98-C356-5F4C-BDDB-19CFA45B2ADF}"/>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5</a:t>
                    </a:r>
                  </a:p>
                </p:txBody>
              </p:sp>
            </p:grpSp>
            <p:sp>
              <p:nvSpPr>
                <p:cNvPr id="202" name="TextBox 201">
                  <a:extLst>
                    <a:ext uri="{FF2B5EF4-FFF2-40B4-BE49-F238E27FC236}">
                      <a16:creationId xmlns:a16="http://schemas.microsoft.com/office/drawing/2014/main" id="{4F03D8B2-18DF-9441-91C6-EDCF41C5DCFE}"/>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03" name="TextBox 202">
                  <a:extLst>
                    <a:ext uri="{FF2B5EF4-FFF2-40B4-BE49-F238E27FC236}">
                      <a16:creationId xmlns:a16="http://schemas.microsoft.com/office/drawing/2014/main" id="{B1680810-053C-1B44-97E5-1DCD007C9E5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06" name="Group 205">
                <a:extLst>
                  <a:ext uri="{FF2B5EF4-FFF2-40B4-BE49-F238E27FC236}">
                    <a16:creationId xmlns:a16="http://schemas.microsoft.com/office/drawing/2014/main" id="{7D56FDB2-A56A-2049-AAEE-5D25D788A270}"/>
                  </a:ext>
                </a:extLst>
              </p:cNvPr>
              <p:cNvGrpSpPr/>
              <p:nvPr/>
            </p:nvGrpSpPr>
            <p:grpSpPr>
              <a:xfrm>
                <a:off x="4285828" y="4234071"/>
                <a:ext cx="1687692" cy="1311965"/>
                <a:chOff x="1416732" y="5221357"/>
                <a:chExt cx="1687692" cy="1311965"/>
              </a:xfrm>
            </p:grpSpPr>
            <p:cxnSp>
              <p:nvCxnSpPr>
                <p:cNvPr id="207" name="Straight Connector 206">
                  <a:extLst>
                    <a:ext uri="{FF2B5EF4-FFF2-40B4-BE49-F238E27FC236}">
                      <a16:creationId xmlns:a16="http://schemas.microsoft.com/office/drawing/2014/main" id="{22EAFDB0-6DE3-0E44-9902-0724F0EAB690}"/>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8C7048B-F714-F84E-B906-722645E7299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E4A0C0A-06FA-5F4D-B2FA-1D4BF01B99CB}"/>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E372A1A-E34B-F942-9893-AA5FB31EFB57}"/>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99CA063-1FE2-EE45-84DD-A3F243F39CBA}"/>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621C27B-0228-544D-966D-4F474D033ED9}"/>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E54809C9-307B-984C-AA4B-37B74EF60940}"/>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534B91EF-1FC6-6947-8ABD-09296A096B07}"/>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A3B5CB2A-7E9D-A740-9A3C-4E1E9C4E860E}"/>
                    </a:ext>
                  </a:extLst>
                </p:cNvPr>
                <p:cNvGrpSpPr/>
                <p:nvPr/>
              </p:nvGrpSpPr>
              <p:grpSpPr>
                <a:xfrm>
                  <a:off x="1749287" y="5221357"/>
                  <a:ext cx="1175002" cy="1311965"/>
                  <a:chOff x="4426226" y="4479235"/>
                  <a:chExt cx="1175002" cy="1311965"/>
                </a:xfrm>
              </p:grpSpPr>
              <p:sp>
                <p:nvSpPr>
                  <p:cNvPr id="218" name="Rectangle 217">
                    <a:extLst>
                      <a:ext uri="{FF2B5EF4-FFF2-40B4-BE49-F238E27FC236}">
                        <a16:creationId xmlns:a16="http://schemas.microsoft.com/office/drawing/2014/main" id="{67652EB3-8E5E-124E-8E46-0E70E5F5EB07}"/>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TextBox 218">
                    <a:extLst>
                      <a:ext uri="{FF2B5EF4-FFF2-40B4-BE49-F238E27FC236}">
                        <a16:creationId xmlns:a16="http://schemas.microsoft.com/office/drawing/2014/main" id="{1C717108-F21C-404D-BC48-34D7D27FDE9C}"/>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6</a:t>
                    </a:r>
                  </a:p>
                </p:txBody>
              </p:sp>
            </p:grpSp>
            <p:sp>
              <p:nvSpPr>
                <p:cNvPr id="216" name="TextBox 215">
                  <a:extLst>
                    <a:ext uri="{FF2B5EF4-FFF2-40B4-BE49-F238E27FC236}">
                      <a16:creationId xmlns:a16="http://schemas.microsoft.com/office/drawing/2014/main" id="{B69D0A55-0506-A841-9161-089AD1E68DB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17" name="TextBox 216">
                  <a:extLst>
                    <a:ext uri="{FF2B5EF4-FFF2-40B4-BE49-F238E27FC236}">
                      <a16:creationId xmlns:a16="http://schemas.microsoft.com/office/drawing/2014/main" id="{A0CCAB8F-FD60-2243-B1B8-FF0A635D71D1}"/>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20" name="Group 219">
                <a:extLst>
                  <a:ext uri="{FF2B5EF4-FFF2-40B4-BE49-F238E27FC236}">
                    <a16:creationId xmlns:a16="http://schemas.microsoft.com/office/drawing/2014/main" id="{EBE05E73-D99E-C147-9716-828223599C40}"/>
                  </a:ext>
                </a:extLst>
              </p:cNvPr>
              <p:cNvGrpSpPr/>
              <p:nvPr/>
            </p:nvGrpSpPr>
            <p:grpSpPr>
              <a:xfrm>
                <a:off x="4199689" y="4452732"/>
                <a:ext cx="1687692" cy="1311965"/>
                <a:chOff x="1416732" y="5221357"/>
                <a:chExt cx="1687692" cy="1311965"/>
              </a:xfrm>
            </p:grpSpPr>
            <p:cxnSp>
              <p:nvCxnSpPr>
                <p:cNvPr id="221" name="Straight Connector 220">
                  <a:extLst>
                    <a:ext uri="{FF2B5EF4-FFF2-40B4-BE49-F238E27FC236}">
                      <a16:creationId xmlns:a16="http://schemas.microsoft.com/office/drawing/2014/main" id="{BD2E3933-9FCB-D54C-9E07-9014FBA4EEC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0DDC4D9-1AE1-124C-B7D3-5CBC537D97AC}"/>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0194CF0-8839-CC4F-99D8-3F3A37783E56}"/>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52B5416-5AAB-2D46-9B0E-CE3CA11D2ED9}"/>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2E2826A0-6585-5742-B3D7-72AC0D8B5703}"/>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85CEE96-F86A-3F45-A843-174A5CE01AE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6F9E714-0E70-3C4B-995B-BA09A4319E0E}"/>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99A2B0DD-2B68-0345-8098-716D1C4E5C05}"/>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a16="http://schemas.microsoft.com/office/drawing/2014/main" id="{E207C60C-2027-014E-ACA1-A8C5FECF1B84}"/>
                    </a:ext>
                  </a:extLst>
                </p:cNvPr>
                <p:cNvGrpSpPr/>
                <p:nvPr/>
              </p:nvGrpSpPr>
              <p:grpSpPr>
                <a:xfrm>
                  <a:off x="1749287" y="5221357"/>
                  <a:ext cx="1200970" cy="1311965"/>
                  <a:chOff x="4426226" y="4479235"/>
                  <a:chExt cx="1200970" cy="1311965"/>
                </a:xfrm>
              </p:grpSpPr>
              <p:sp>
                <p:nvSpPr>
                  <p:cNvPr id="251" name="Rectangle 250">
                    <a:extLst>
                      <a:ext uri="{FF2B5EF4-FFF2-40B4-BE49-F238E27FC236}">
                        <a16:creationId xmlns:a16="http://schemas.microsoft.com/office/drawing/2014/main" id="{08D55DB1-B076-A04E-8054-6804391003C5}"/>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2" name="TextBox 251">
                    <a:extLst>
                      <a:ext uri="{FF2B5EF4-FFF2-40B4-BE49-F238E27FC236}">
                        <a16:creationId xmlns:a16="http://schemas.microsoft.com/office/drawing/2014/main" id="{03F187CE-BFD2-954F-B4CF-08652524520B}"/>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7</a:t>
                    </a:r>
                  </a:p>
                </p:txBody>
              </p:sp>
            </p:grpSp>
            <p:sp>
              <p:nvSpPr>
                <p:cNvPr id="249" name="TextBox 248">
                  <a:extLst>
                    <a:ext uri="{FF2B5EF4-FFF2-40B4-BE49-F238E27FC236}">
                      <a16:creationId xmlns:a16="http://schemas.microsoft.com/office/drawing/2014/main" id="{B8F709DD-A4C9-964E-9369-DC9024B01328}"/>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50" name="TextBox 249">
                  <a:extLst>
                    <a:ext uri="{FF2B5EF4-FFF2-40B4-BE49-F238E27FC236}">
                      <a16:creationId xmlns:a16="http://schemas.microsoft.com/office/drawing/2014/main" id="{0CB27A1C-1B33-8D47-A809-2A64EA9496C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grpSp>
          <p:nvGrpSpPr>
            <p:cNvPr id="276" name="Group 148">
              <a:extLst>
                <a:ext uri="{FF2B5EF4-FFF2-40B4-BE49-F238E27FC236}">
                  <a16:creationId xmlns:a16="http://schemas.microsoft.com/office/drawing/2014/main" id="{2E570F32-B5FE-CB40-B069-AF1FD1544947}"/>
                </a:ext>
              </a:extLst>
            </p:cNvPr>
            <p:cNvGrpSpPr>
              <a:grpSpLocks/>
            </p:cNvGrpSpPr>
            <p:nvPr/>
          </p:nvGrpSpPr>
          <p:grpSpPr bwMode="auto">
            <a:xfrm>
              <a:off x="7458844" y="4535520"/>
              <a:ext cx="799405" cy="236966"/>
              <a:chOff x="453" y="3465"/>
              <a:chExt cx="561" cy="136"/>
            </a:xfrm>
          </p:grpSpPr>
          <p:sp>
            <p:nvSpPr>
              <p:cNvPr id="277" name="Rectangle 149">
                <a:extLst>
                  <a:ext uri="{FF2B5EF4-FFF2-40B4-BE49-F238E27FC236}">
                    <a16:creationId xmlns:a16="http://schemas.microsoft.com/office/drawing/2014/main" id="{FEA32228-96F7-134B-A34B-AB5502318465}"/>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Rectangle 150">
                <a:extLst>
                  <a:ext uri="{FF2B5EF4-FFF2-40B4-BE49-F238E27FC236}">
                    <a16:creationId xmlns:a16="http://schemas.microsoft.com/office/drawing/2014/main" id="{2365A856-1D41-F642-858D-16C20FD01E42}"/>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9" name="Rectangle 151">
                <a:extLst>
                  <a:ext uri="{FF2B5EF4-FFF2-40B4-BE49-F238E27FC236}">
                    <a16:creationId xmlns:a16="http://schemas.microsoft.com/office/drawing/2014/main" id="{0B0BE8CF-B7C0-7947-BE53-3B146B8EC00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152">
                <a:extLst>
                  <a:ext uri="{FF2B5EF4-FFF2-40B4-BE49-F238E27FC236}">
                    <a16:creationId xmlns:a16="http://schemas.microsoft.com/office/drawing/2014/main" id="{868D8C31-ED5A-E24D-8D93-00655F6384B0}"/>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Line 153">
                <a:extLst>
                  <a:ext uri="{FF2B5EF4-FFF2-40B4-BE49-F238E27FC236}">
                    <a16:creationId xmlns:a16="http://schemas.microsoft.com/office/drawing/2014/main" id="{65D89C0F-33F9-8F40-A576-039AE5F2393F}"/>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6" name="Straight Connector 15">
              <a:extLst>
                <a:ext uri="{FF2B5EF4-FFF2-40B4-BE49-F238E27FC236}">
                  <a16:creationId xmlns:a16="http://schemas.microsoft.com/office/drawing/2014/main" id="{AC5C06A7-CC33-B147-8CF7-72174E9EF51C}"/>
                </a:ext>
              </a:extLst>
            </p:cNvPr>
            <p:cNvCxnSpPr>
              <a:cxnSpLocks/>
            </p:cNvCxnSpPr>
            <p:nvPr/>
          </p:nvCxnSpPr>
          <p:spPr>
            <a:xfrm flipH="1">
              <a:off x="4374532" y="2250005"/>
              <a:ext cx="1064231" cy="292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F8E278EB-F529-0245-8909-19F0275C51F3}"/>
                </a:ext>
              </a:extLst>
            </p:cNvPr>
            <p:cNvCxnSpPr>
              <a:cxnSpLocks/>
            </p:cNvCxnSpPr>
            <p:nvPr/>
          </p:nvCxnSpPr>
          <p:spPr>
            <a:xfrm flipH="1">
              <a:off x="4379613" y="2473015"/>
              <a:ext cx="975008" cy="700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B52CBCAC-3051-6E4F-BE6E-0E188B5230EB}"/>
                </a:ext>
              </a:extLst>
            </p:cNvPr>
            <p:cNvCxnSpPr>
              <a:cxnSpLocks/>
            </p:cNvCxnSpPr>
            <p:nvPr/>
          </p:nvCxnSpPr>
          <p:spPr>
            <a:xfrm flipH="1" flipV="1">
              <a:off x="4374532" y="2542460"/>
              <a:ext cx="887706" cy="145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A1AA8BB-3481-5D4C-8AE1-96BF35A11907}"/>
                </a:ext>
              </a:extLst>
            </p:cNvPr>
            <p:cNvCxnSpPr>
              <a:cxnSpLocks/>
            </p:cNvCxnSpPr>
            <p:nvPr/>
          </p:nvCxnSpPr>
          <p:spPr>
            <a:xfrm flipH="1" flipV="1">
              <a:off x="4383143" y="2539506"/>
              <a:ext cx="803404" cy="366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A8EE266F-7F85-D745-9E59-EFAAD06842D2}"/>
                </a:ext>
              </a:extLst>
            </p:cNvPr>
            <p:cNvCxnSpPr>
              <a:cxnSpLocks/>
            </p:cNvCxnSpPr>
            <p:nvPr/>
          </p:nvCxnSpPr>
          <p:spPr>
            <a:xfrm flipH="1" flipV="1">
              <a:off x="4374532" y="2542460"/>
              <a:ext cx="721772" cy="582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DA93283C-0C9E-8543-AF5F-81C9EADB16A9}"/>
                </a:ext>
              </a:extLst>
            </p:cNvPr>
            <p:cNvCxnSpPr>
              <a:cxnSpLocks/>
            </p:cNvCxnSpPr>
            <p:nvPr/>
          </p:nvCxnSpPr>
          <p:spPr>
            <a:xfrm flipH="1" flipV="1">
              <a:off x="4379613" y="2543036"/>
              <a:ext cx="630409" cy="796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AD9651E7-198A-4540-9EAA-6C1B85AACA3E}"/>
                </a:ext>
              </a:extLst>
            </p:cNvPr>
            <p:cNvCxnSpPr>
              <a:cxnSpLocks/>
            </p:cNvCxnSpPr>
            <p:nvPr/>
          </p:nvCxnSpPr>
          <p:spPr>
            <a:xfrm flipH="1" flipV="1">
              <a:off x="4374532" y="2542460"/>
              <a:ext cx="554878" cy="1023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82B32D18-45B7-A544-93F3-482D031376A5}"/>
                </a:ext>
              </a:extLst>
            </p:cNvPr>
            <p:cNvCxnSpPr>
              <a:cxnSpLocks/>
            </p:cNvCxnSpPr>
            <p:nvPr/>
          </p:nvCxnSpPr>
          <p:spPr>
            <a:xfrm flipH="1" flipV="1">
              <a:off x="4374532" y="2542460"/>
              <a:ext cx="463674" cy="1239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60B2CCF9-7FBB-EB49-9BF3-CFE052378DB3}"/>
                </a:ext>
              </a:extLst>
            </p:cNvPr>
            <p:cNvCxnSpPr>
              <a:cxnSpLocks/>
            </p:cNvCxnSpPr>
            <p:nvPr/>
          </p:nvCxnSpPr>
          <p:spPr>
            <a:xfrm flipH="1" flipV="1">
              <a:off x="6814697" y="3196191"/>
              <a:ext cx="643514" cy="1458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F5AB2FF7-2FB7-E24A-9C38-598523278059}"/>
                </a:ext>
              </a:extLst>
            </p:cNvPr>
            <p:cNvCxnSpPr>
              <a:cxnSpLocks/>
              <a:stCxn id="281" idx="0"/>
            </p:cNvCxnSpPr>
            <p:nvPr/>
          </p:nvCxnSpPr>
          <p:spPr>
            <a:xfrm flipH="1" flipV="1">
              <a:off x="6730554" y="3415671"/>
              <a:ext cx="728290" cy="1238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A0880C7-A15A-534A-90E6-FBF859429BDA}"/>
                </a:ext>
              </a:extLst>
            </p:cNvPr>
            <p:cNvCxnSpPr>
              <a:cxnSpLocks/>
              <a:stCxn id="281" idx="0"/>
            </p:cNvCxnSpPr>
            <p:nvPr/>
          </p:nvCxnSpPr>
          <p:spPr>
            <a:xfrm flipH="1" flipV="1">
              <a:off x="6653472" y="3638681"/>
              <a:ext cx="805372" cy="1015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3E017690-EC6F-FB4F-A1FF-CAE71BABDE52}"/>
                </a:ext>
              </a:extLst>
            </p:cNvPr>
            <p:cNvCxnSpPr>
              <a:cxnSpLocks/>
              <a:stCxn id="281" idx="0"/>
            </p:cNvCxnSpPr>
            <p:nvPr/>
          </p:nvCxnSpPr>
          <p:spPr>
            <a:xfrm flipH="1" flipV="1">
              <a:off x="6569330" y="3858161"/>
              <a:ext cx="889514" cy="795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8412F5B1-1BE1-734A-B9C4-7E61DAACE56E}"/>
                </a:ext>
              </a:extLst>
            </p:cNvPr>
            <p:cNvCxnSpPr>
              <a:cxnSpLocks/>
              <a:stCxn id="281" idx="0"/>
            </p:cNvCxnSpPr>
            <p:nvPr/>
          </p:nvCxnSpPr>
          <p:spPr>
            <a:xfrm flipH="1" flipV="1">
              <a:off x="6478128" y="4074111"/>
              <a:ext cx="980716" cy="579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B2D8881F-1594-4149-9DD1-52BC68531279}"/>
                </a:ext>
              </a:extLst>
            </p:cNvPr>
            <p:cNvCxnSpPr>
              <a:cxnSpLocks/>
              <a:stCxn id="281" idx="0"/>
            </p:cNvCxnSpPr>
            <p:nvPr/>
          </p:nvCxnSpPr>
          <p:spPr>
            <a:xfrm flipH="1" flipV="1">
              <a:off x="6390458" y="4290061"/>
              <a:ext cx="1068386" cy="36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B912C47-FFD4-2740-8D44-D2C1F2E1EFA0}"/>
                </a:ext>
              </a:extLst>
            </p:cNvPr>
            <p:cNvCxnSpPr>
              <a:cxnSpLocks/>
              <a:stCxn id="281" idx="0"/>
            </p:cNvCxnSpPr>
            <p:nvPr/>
          </p:nvCxnSpPr>
          <p:spPr>
            <a:xfrm flipH="1" flipV="1">
              <a:off x="6299258" y="4509543"/>
              <a:ext cx="1159586" cy="144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9F4EF984-B0C2-4946-A8C1-37C7146F8BC5}"/>
                </a:ext>
              </a:extLst>
            </p:cNvPr>
            <p:cNvCxnSpPr>
              <a:cxnSpLocks/>
            </p:cNvCxnSpPr>
            <p:nvPr/>
          </p:nvCxnSpPr>
          <p:spPr>
            <a:xfrm flipH="1">
              <a:off x="6218650" y="4657807"/>
              <a:ext cx="1228969" cy="78279"/>
            </a:xfrm>
            <a:prstGeom prst="line">
              <a:avLst/>
            </a:prstGeom>
          </p:spPr>
          <p:style>
            <a:lnRef idx="1">
              <a:schemeClr val="accent1"/>
            </a:lnRef>
            <a:fillRef idx="0">
              <a:schemeClr val="accent1"/>
            </a:fillRef>
            <a:effectRef idx="0">
              <a:schemeClr val="accent1"/>
            </a:effectRef>
            <a:fontRef idx="minor">
              <a:schemeClr val="tx1"/>
            </a:fontRef>
          </p:style>
        </p:cxnSp>
        <p:grpSp>
          <p:nvGrpSpPr>
            <p:cNvPr id="322" name="Group 118">
              <a:extLst>
                <a:ext uri="{FF2B5EF4-FFF2-40B4-BE49-F238E27FC236}">
                  <a16:creationId xmlns:a16="http://schemas.microsoft.com/office/drawing/2014/main" id="{8531BEC6-8E48-1745-9FD6-6DA75DC1C20E}"/>
                </a:ext>
              </a:extLst>
            </p:cNvPr>
            <p:cNvGrpSpPr>
              <a:grpSpLocks/>
            </p:cNvGrpSpPr>
            <p:nvPr/>
          </p:nvGrpSpPr>
          <p:grpSpPr bwMode="auto">
            <a:xfrm>
              <a:off x="2502527" y="4777410"/>
              <a:ext cx="977484" cy="193795"/>
              <a:chOff x="876" y="2800"/>
              <a:chExt cx="642" cy="175"/>
            </a:xfrm>
          </p:grpSpPr>
          <p:sp>
            <p:nvSpPr>
              <p:cNvPr id="323" name="Rectangle 119">
                <a:extLst>
                  <a:ext uri="{FF2B5EF4-FFF2-40B4-BE49-F238E27FC236}">
                    <a16:creationId xmlns:a16="http://schemas.microsoft.com/office/drawing/2014/main" id="{AD85F25B-088A-FF43-8996-713EAF236AE2}"/>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120">
                <a:extLst>
                  <a:ext uri="{FF2B5EF4-FFF2-40B4-BE49-F238E27FC236}">
                    <a16:creationId xmlns:a16="http://schemas.microsoft.com/office/drawing/2014/main" id="{881293D1-125C-CE4E-BDAC-ED5BE197B35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121">
                <a:extLst>
                  <a:ext uri="{FF2B5EF4-FFF2-40B4-BE49-F238E27FC236}">
                    <a16:creationId xmlns:a16="http://schemas.microsoft.com/office/drawing/2014/main" id="{512AFAA5-EC34-A742-993A-F06E45DCEA02}"/>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122">
                <a:extLst>
                  <a:ext uri="{FF2B5EF4-FFF2-40B4-BE49-F238E27FC236}">
                    <a16:creationId xmlns:a16="http://schemas.microsoft.com/office/drawing/2014/main" id="{E5A9B695-D6BC-E646-8F7D-BABEDDBA0EDA}"/>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Line 123">
                <a:extLst>
                  <a:ext uri="{FF2B5EF4-FFF2-40B4-BE49-F238E27FC236}">
                    <a16:creationId xmlns:a16="http://schemas.microsoft.com/office/drawing/2014/main" id="{E65D8F28-EA0F-2244-AA7B-70C137E80EAC}"/>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 name="Group 35">
              <a:extLst>
                <a:ext uri="{FF2B5EF4-FFF2-40B4-BE49-F238E27FC236}">
                  <a16:creationId xmlns:a16="http://schemas.microsoft.com/office/drawing/2014/main" id="{2810B165-77EB-1340-AB6E-272C262E9452}"/>
                </a:ext>
              </a:extLst>
            </p:cNvPr>
            <p:cNvGrpSpPr/>
            <p:nvPr/>
          </p:nvGrpSpPr>
          <p:grpSpPr>
            <a:xfrm>
              <a:off x="3507269" y="2955235"/>
              <a:ext cx="216590" cy="413440"/>
              <a:chOff x="3507269" y="2955235"/>
              <a:chExt cx="216590" cy="413440"/>
            </a:xfrm>
          </p:grpSpPr>
          <p:sp>
            <p:nvSpPr>
              <p:cNvPr id="33" name="Oval 32">
                <a:extLst>
                  <a:ext uri="{FF2B5EF4-FFF2-40B4-BE49-F238E27FC236}">
                    <a16:creationId xmlns:a16="http://schemas.microsoft.com/office/drawing/2014/main" id="{CC1FC9A4-61A1-B14D-939C-A6CF2C62ABA5}"/>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0" name="Oval 339">
                <a:extLst>
                  <a:ext uri="{FF2B5EF4-FFF2-40B4-BE49-F238E27FC236}">
                    <a16:creationId xmlns:a16="http://schemas.microsoft.com/office/drawing/2014/main" id="{AC8158DD-C79C-C24C-AD83-DDBAB99ED80C}"/>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Oval 340">
                <a:extLst>
                  <a:ext uri="{FF2B5EF4-FFF2-40B4-BE49-F238E27FC236}">
                    <a16:creationId xmlns:a16="http://schemas.microsoft.com/office/drawing/2014/main" id="{8FF7AB88-E320-7840-9DA7-5197F446D9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2" name="Group 341">
              <a:extLst>
                <a:ext uri="{FF2B5EF4-FFF2-40B4-BE49-F238E27FC236}">
                  <a16:creationId xmlns:a16="http://schemas.microsoft.com/office/drawing/2014/main" id="{799C3A75-BFC9-2E48-85C8-5B7EC7CCDAB9}"/>
                </a:ext>
              </a:extLst>
            </p:cNvPr>
            <p:cNvGrpSpPr/>
            <p:nvPr/>
          </p:nvGrpSpPr>
          <p:grpSpPr>
            <a:xfrm>
              <a:off x="3177069" y="3850585"/>
              <a:ext cx="216590" cy="413440"/>
              <a:chOff x="3507269" y="2955235"/>
              <a:chExt cx="216590" cy="413440"/>
            </a:xfrm>
          </p:grpSpPr>
          <p:sp>
            <p:nvSpPr>
              <p:cNvPr id="343" name="Oval 342">
                <a:extLst>
                  <a:ext uri="{FF2B5EF4-FFF2-40B4-BE49-F238E27FC236}">
                    <a16:creationId xmlns:a16="http://schemas.microsoft.com/office/drawing/2014/main" id="{72ABB4E7-CCDD-1048-8C9B-331093124F08}"/>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4" name="Oval 343">
                <a:extLst>
                  <a:ext uri="{FF2B5EF4-FFF2-40B4-BE49-F238E27FC236}">
                    <a16:creationId xmlns:a16="http://schemas.microsoft.com/office/drawing/2014/main" id="{788BF5C4-FCBC-234C-A3AA-4A94BEC1962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5" name="Oval 344">
                <a:extLst>
                  <a:ext uri="{FF2B5EF4-FFF2-40B4-BE49-F238E27FC236}">
                    <a16:creationId xmlns:a16="http://schemas.microsoft.com/office/drawing/2014/main" id="{81E03BF8-40AA-A14E-A442-E2FE179942C4}"/>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6" name="Group 118">
              <a:extLst>
                <a:ext uri="{FF2B5EF4-FFF2-40B4-BE49-F238E27FC236}">
                  <a16:creationId xmlns:a16="http://schemas.microsoft.com/office/drawing/2014/main" id="{09A94EFC-0C6E-AB46-BB6D-B8EDD8753E87}"/>
                </a:ext>
              </a:extLst>
            </p:cNvPr>
            <p:cNvGrpSpPr>
              <a:grpSpLocks/>
            </p:cNvGrpSpPr>
            <p:nvPr/>
          </p:nvGrpSpPr>
          <p:grpSpPr bwMode="auto">
            <a:xfrm>
              <a:off x="3399128" y="2453587"/>
              <a:ext cx="977484" cy="193795"/>
              <a:chOff x="876" y="2800"/>
              <a:chExt cx="642" cy="175"/>
            </a:xfrm>
          </p:grpSpPr>
          <p:sp>
            <p:nvSpPr>
              <p:cNvPr id="347" name="Rectangle 119">
                <a:extLst>
                  <a:ext uri="{FF2B5EF4-FFF2-40B4-BE49-F238E27FC236}">
                    <a16:creationId xmlns:a16="http://schemas.microsoft.com/office/drawing/2014/main" id="{95557478-C808-0A49-99F3-AB762999C6D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Rectangle 120">
                <a:extLst>
                  <a:ext uri="{FF2B5EF4-FFF2-40B4-BE49-F238E27FC236}">
                    <a16:creationId xmlns:a16="http://schemas.microsoft.com/office/drawing/2014/main" id="{57DD8E6C-AE44-C246-A617-6D3940612041}"/>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Rectangle 121">
                <a:extLst>
                  <a:ext uri="{FF2B5EF4-FFF2-40B4-BE49-F238E27FC236}">
                    <a16:creationId xmlns:a16="http://schemas.microsoft.com/office/drawing/2014/main" id="{EC25F33B-A2F2-E441-9E7F-31DC2E7A8A2A}"/>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Rectangle 122">
                <a:extLst>
                  <a:ext uri="{FF2B5EF4-FFF2-40B4-BE49-F238E27FC236}">
                    <a16:creationId xmlns:a16="http://schemas.microsoft.com/office/drawing/2014/main" id="{43EDE764-1035-AE47-96B5-71878F878CA1}"/>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Line 123">
                <a:extLst>
                  <a:ext uri="{FF2B5EF4-FFF2-40B4-BE49-F238E27FC236}">
                    <a16:creationId xmlns:a16="http://schemas.microsoft.com/office/drawing/2014/main" id="{6F7EBE29-77D5-1443-A62A-0BCECCF4B62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2" name="Group 351">
              <a:extLst>
                <a:ext uri="{FF2B5EF4-FFF2-40B4-BE49-F238E27FC236}">
                  <a16:creationId xmlns:a16="http://schemas.microsoft.com/office/drawing/2014/main" id="{190EAB13-BC95-254B-8BB7-4ECCA50E13F0}"/>
                </a:ext>
              </a:extLst>
            </p:cNvPr>
            <p:cNvGrpSpPr/>
            <p:nvPr/>
          </p:nvGrpSpPr>
          <p:grpSpPr>
            <a:xfrm>
              <a:off x="8205165" y="3160644"/>
              <a:ext cx="216590" cy="413440"/>
              <a:chOff x="3507269" y="2955235"/>
              <a:chExt cx="216590" cy="413440"/>
            </a:xfrm>
          </p:grpSpPr>
          <p:sp>
            <p:nvSpPr>
              <p:cNvPr id="353" name="Oval 352">
                <a:extLst>
                  <a:ext uri="{FF2B5EF4-FFF2-40B4-BE49-F238E27FC236}">
                    <a16:creationId xmlns:a16="http://schemas.microsoft.com/office/drawing/2014/main" id="{804BF0A2-3072-234A-8050-8FB74487C8DA}"/>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 name="Oval 353">
                <a:extLst>
                  <a:ext uri="{FF2B5EF4-FFF2-40B4-BE49-F238E27FC236}">
                    <a16:creationId xmlns:a16="http://schemas.microsoft.com/office/drawing/2014/main" id="{C413300F-0BEB-F24C-821D-DC72C49D43A3}"/>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xmlns:a16="http://schemas.microsoft.com/office/drawing/2014/main" id="{31EB8237-FBF1-B04A-AB23-73699C8FBA07}"/>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56" name="Group 355">
              <a:extLst>
                <a:ext uri="{FF2B5EF4-FFF2-40B4-BE49-F238E27FC236}">
                  <a16:creationId xmlns:a16="http://schemas.microsoft.com/office/drawing/2014/main" id="{96152ADC-604E-D743-A986-EE1E09F3192C}"/>
                </a:ext>
              </a:extLst>
            </p:cNvPr>
            <p:cNvGrpSpPr/>
            <p:nvPr/>
          </p:nvGrpSpPr>
          <p:grpSpPr>
            <a:xfrm>
              <a:off x="7874965" y="4055994"/>
              <a:ext cx="216590" cy="413440"/>
              <a:chOff x="3507269" y="2955235"/>
              <a:chExt cx="216590" cy="413440"/>
            </a:xfrm>
          </p:grpSpPr>
          <p:sp>
            <p:nvSpPr>
              <p:cNvPr id="357" name="Oval 356">
                <a:extLst>
                  <a:ext uri="{FF2B5EF4-FFF2-40B4-BE49-F238E27FC236}">
                    <a16:creationId xmlns:a16="http://schemas.microsoft.com/office/drawing/2014/main" id="{AD2413A3-D610-3A44-A8C9-D33C8445F06C}"/>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xmlns:a16="http://schemas.microsoft.com/office/drawing/2014/main" id="{A236988D-798F-384E-8DDE-1AC0A77B315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Oval 358">
                <a:extLst>
                  <a:ext uri="{FF2B5EF4-FFF2-40B4-BE49-F238E27FC236}">
                    <a16:creationId xmlns:a16="http://schemas.microsoft.com/office/drawing/2014/main" id="{C4C673DD-75A7-5844-A4F5-64B9BEA27A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66" name="Group 148">
              <a:extLst>
                <a:ext uri="{FF2B5EF4-FFF2-40B4-BE49-F238E27FC236}">
                  <a16:creationId xmlns:a16="http://schemas.microsoft.com/office/drawing/2014/main" id="{F021FAE4-32E0-2144-BFDD-D6EFA8B276AE}"/>
                </a:ext>
              </a:extLst>
            </p:cNvPr>
            <p:cNvGrpSpPr>
              <a:grpSpLocks/>
            </p:cNvGrpSpPr>
            <p:nvPr/>
          </p:nvGrpSpPr>
          <p:grpSpPr bwMode="auto">
            <a:xfrm>
              <a:off x="8207592" y="2673589"/>
              <a:ext cx="799405" cy="236966"/>
              <a:chOff x="453" y="3465"/>
              <a:chExt cx="561" cy="136"/>
            </a:xfrm>
          </p:grpSpPr>
          <p:sp>
            <p:nvSpPr>
              <p:cNvPr id="367" name="Rectangle 149">
                <a:extLst>
                  <a:ext uri="{FF2B5EF4-FFF2-40B4-BE49-F238E27FC236}">
                    <a16:creationId xmlns:a16="http://schemas.microsoft.com/office/drawing/2014/main" id="{93B37654-0763-114F-AA2F-3A9E07388149}"/>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8" name="Rectangle 150">
                <a:extLst>
                  <a:ext uri="{FF2B5EF4-FFF2-40B4-BE49-F238E27FC236}">
                    <a16:creationId xmlns:a16="http://schemas.microsoft.com/office/drawing/2014/main" id="{AABF2D8B-7487-0742-BA35-023E04B67A8C}"/>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9" name="Rectangle 151">
                <a:extLst>
                  <a:ext uri="{FF2B5EF4-FFF2-40B4-BE49-F238E27FC236}">
                    <a16:creationId xmlns:a16="http://schemas.microsoft.com/office/drawing/2014/main" id="{D6D3CB67-9339-734B-AB0F-9E44535D56A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0" name="Rectangle 152">
                <a:extLst>
                  <a:ext uri="{FF2B5EF4-FFF2-40B4-BE49-F238E27FC236}">
                    <a16:creationId xmlns:a16="http://schemas.microsoft.com/office/drawing/2014/main" id="{D8AB43B3-3B77-B646-A401-FABAFFFA1642}"/>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Line 153">
                <a:extLst>
                  <a:ext uri="{FF2B5EF4-FFF2-40B4-BE49-F238E27FC236}">
                    <a16:creationId xmlns:a16="http://schemas.microsoft.com/office/drawing/2014/main" id="{E6B2B676-EED8-CB4D-921C-F264E4A9D76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72" name="Content Placeholder 2">
            <a:extLst>
              <a:ext uri="{FF2B5EF4-FFF2-40B4-BE49-F238E27FC236}">
                <a16:creationId xmlns:a16="http://schemas.microsoft.com/office/drawing/2014/main" id="{79568C0E-EF16-3C4B-8D37-DECD1B4863BB}"/>
              </a:ext>
            </a:extLst>
          </p:cNvPr>
          <p:cNvSpPr txBox="1">
            <a:spLocks/>
          </p:cNvSpPr>
          <p:nvPr/>
        </p:nvSpPr>
        <p:spPr>
          <a:xfrm>
            <a:off x="942537" y="2612461"/>
            <a:ext cx="4009292" cy="35681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Cisco CRS router:</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basic unit: 8 switching planes</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plane: 3-stage interconnection network</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up to 100’s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Tbps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switching capacity</a:t>
            </a:r>
          </a:p>
        </p:txBody>
      </p:sp>
      <p:pic>
        <p:nvPicPr>
          <p:cNvPr id="4" name="Picture 3">
            <a:extLst>
              <a:ext uri="{FF2B5EF4-FFF2-40B4-BE49-F238E27FC236}">
                <a16:creationId xmlns:a16="http://schemas.microsoft.com/office/drawing/2014/main" id="{6FF52103-AEE1-3D43-8707-045D602860C7}"/>
              </a:ext>
            </a:extLst>
          </p:cNvPr>
          <p:cNvPicPr>
            <a:picLocks noChangeAspect="1"/>
          </p:cNvPicPr>
          <p:nvPr/>
        </p:nvPicPr>
        <p:blipFill>
          <a:blip r:embed="rId3"/>
          <a:stretch>
            <a:fillRect/>
          </a:stretch>
        </p:blipFill>
        <p:spPr>
          <a:xfrm>
            <a:off x="8036909" y="4890993"/>
            <a:ext cx="937683" cy="733606"/>
          </a:xfrm>
          <a:prstGeom prst="rect">
            <a:avLst/>
          </a:prstGeom>
        </p:spPr>
      </p:pic>
      <p:sp>
        <p:nvSpPr>
          <p:cNvPr id="223" name="Slide Number Placeholder 4">
            <a:extLst>
              <a:ext uri="{FF2B5EF4-FFF2-40B4-BE49-F238E27FC236}">
                <a16:creationId xmlns:a16="http://schemas.microsoft.com/office/drawing/2014/main" id="{E7A4998C-0527-1B40-A7CD-C664065D210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28</a:t>
            </a:fld>
            <a:endParaRPr lang="en-US" dirty="0"/>
          </a:p>
        </p:txBody>
      </p:sp>
    </p:spTree>
    <p:extLst>
      <p:ext uri="{BB962C8B-B14F-4D97-AF65-F5344CB8AC3E}">
        <p14:creationId xmlns:p14="http://schemas.microsoft.com/office/powerpoint/2010/main" val="338221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dissolv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852267" y="1386402"/>
            <a:ext cx="10515600" cy="1356798"/>
          </a:xfrm>
        </p:spPr>
        <p:txBody>
          <a:bodyPr/>
          <a:lstStyle/>
          <a:p>
            <a:r>
              <a:rPr lang="en-US" altLang="en-US" dirty="0">
                <a:ea typeface="ＭＳ Ｐゴシック" panose="020B0600070205080204" pitchFamily="34" charset="-128"/>
                <a:cs typeface="ＭＳ Ｐゴシック" panose="020B0600070205080204" pitchFamily="34" charset="-128"/>
              </a:rPr>
              <a:t>If switch fabric slower than input ports combined -&gt; queueing may occur at input queues </a:t>
            </a:r>
          </a:p>
          <a:p>
            <a:pPr lvl="1"/>
            <a:r>
              <a:rPr lang="en-US" altLang="en-US" sz="2800" dirty="0">
                <a:ea typeface="ＭＳ Ｐゴシック" panose="020B0600070205080204" pitchFamily="34" charset="-128"/>
              </a:rPr>
              <a:t>queueing delay and loss due to input buffer overflow!</a:t>
            </a:r>
          </a:p>
          <a:p>
            <a:endParaRPr lang="en-US" dirty="0"/>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Input port queuing</a:t>
            </a:r>
            <a:endParaRPr lang="en-US" dirty="0"/>
          </a:p>
        </p:txBody>
      </p:sp>
      <p:sp>
        <p:nvSpPr>
          <p:cNvPr id="104" name="Text Box 62">
            <a:extLst>
              <a:ext uri="{FF2B5EF4-FFF2-40B4-BE49-F238E27FC236}">
                <a16:creationId xmlns:a16="http://schemas.microsoft.com/office/drawing/2014/main" id="{A61D6C7D-A6A0-2949-A958-E9C2A14B38D6}"/>
              </a:ext>
            </a:extLst>
          </p:cNvPr>
          <p:cNvSpPr txBox="1">
            <a:spLocks noChangeArrowheads="1"/>
          </p:cNvSpPr>
          <p:nvPr/>
        </p:nvSpPr>
        <p:spPr bwMode="auto">
          <a:xfrm>
            <a:off x="1800666" y="5728188"/>
            <a:ext cx="445945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output port contention: only one red datagram can be transferred. lower red packet is </a:t>
            </a:r>
            <a:r>
              <a:rPr kumimoji="0" lang="en-US" altLang="en-US" sz="20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blocked</a:t>
            </a:r>
          </a:p>
        </p:txBody>
      </p:sp>
      <p:grpSp>
        <p:nvGrpSpPr>
          <p:cNvPr id="141" name="Group 140">
            <a:extLst>
              <a:ext uri="{FF2B5EF4-FFF2-40B4-BE49-F238E27FC236}">
                <a16:creationId xmlns:a16="http://schemas.microsoft.com/office/drawing/2014/main" id="{A8B7A346-0262-A945-984D-C0F97E764874}"/>
              </a:ext>
            </a:extLst>
          </p:cNvPr>
          <p:cNvGrpSpPr/>
          <p:nvPr/>
        </p:nvGrpSpPr>
        <p:grpSpPr>
          <a:xfrm>
            <a:off x="2528548" y="3841801"/>
            <a:ext cx="3027362" cy="1817687"/>
            <a:chOff x="2908374" y="3743325"/>
            <a:chExt cx="3027362" cy="1817687"/>
          </a:xfrm>
        </p:grpSpPr>
        <p:grpSp>
          <p:nvGrpSpPr>
            <p:cNvPr id="73" name="Group 7">
              <a:extLst>
                <a:ext uri="{FF2B5EF4-FFF2-40B4-BE49-F238E27FC236}">
                  <a16:creationId xmlns:a16="http://schemas.microsoft.com/office/drawing/2014/main" id="{D164F740-85C3-9A46-A495-5762FFD54497}"/>
                </a:ext>
              </a:extLst>
            </p:cNvPr>
            <p:cNvGrpSpPr>
              <a:grpSpLocks/>
            </p:cNvGrpSpPr>
            <p:nvPr/>
          </p:nvGrpSpPr>
          <p:grpSpPr bwMode="auto">
            <a:xfrm>
              <a:off x="2908374" y="3751262"/>
              <a:ext cx="3027362" cy="1809750"/>
              <a:chOff x="523" y="976"/>
              <a:chExt cx="2099" cy="1356"/>
            </a:xfrm>
          </p:grpSpPr>
          <p:sp>
            <p:nvSpPr>
              <p:cNvPr id="74" name="Rectangle 8">
                <a:extLst>
                  <a:ext uri="{FF2B5EF4-FFF2-40B4-BE49-F238E27FC236}">
                    <a16:creationId xmlns:a16="http://schemas.microsoft.com/office/drawing/2014/main" id="{3D3FDDE5-E1D2-4741-B9DB-0E91DB81EADF}"/>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 name="Group 9">
                <a:extLst>
                  <a:ext uri="{FF2B5EF4-FFF2-40B4-BE49-F238E27FC236}">
                    <a16:creationId xmlns:a16="http://schemas.microsoft.com/office/drawing/2014/main" id="{E04796AD-83ED-2C40-B3DD-6EE81FAF767E}"/>
                  </a:ext>
                </a:extLst>
              </p:cNvPr>
              <p:cNvGrpSpPr>
                <a:grpSpLocks/>
              </p:cNvGrpSpPr>
              <p:nvPr/>
            </p:nvGrpSpPr>
            <p:grpSpPr bwMode="auto">
              <a:xfrm>
                <a:off x="804" y="997"/>
                <a:ext cx="249" cy="1295"/>
                <a:chOff x="748" y="997"/>
                <a:chExt cx="249" cy="1295"/>
              </a:xfrm>
            </p:grpSpPr>
            <p:sp>
              <p:nvSpPr>
                <p:cNvPr id="94" name="Rectangle 10">
                  <a:extLst>
                    <a:ext uri="{FF2B5EF4-FFF2-40B4-BE49-F238E27FC236}">
                      <a16:creationId xmlns:a16="http://schemas.microsoft.com/office/drawing/2014/main" id="{43ED5184-D575-0248-A3F3-81B5349D9771}"/>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1">
                  <a:extLst>
                    <a:ext uri="{FF2B5EF4-FFF2-40B4-BE49-F238E27FC236}">
                      <a16:creationId xmlns:a16="http://schemas.microsoft.com/office/drawing/2014/main" id="{2FA9BAD8-AE3E-DB45-B0FD-7FDA2BE93B67}"/>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2">
                  <a:extLst>
                    <a:ext uri="{FF2B5EF4-FFF2-40B4-BE49-F238E27FC236}">
                      <a16:creationId xmlns:a16="http://schemas.microsoft.com/office/drawing/2014/main" id="{9F580657-7B0A-D44A-A81D-E4A1D6379EDD}"/>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6" name="Group 13">
                <a:extLst>
                  <a:ext uri="{FF2B5EF4-FFF2-40B4-BE49-F238E27FC236}">
                    <a16:creationId xmlns:a16="http://schemas.microsoft.com/office/drawing/2014/main" id="{056EE82A-FAB8-7249-BC14-6FFA66DA07F7}"/>
                  </a:ext>
                </a:extLst>
              </p:cNvPr>
              <p:cNvGrpSpPr>
                <a:grpSpLocks/>
              </p:cNvGrpSpPr>
              <p:nvPr/>
            </p:nvGrpSpPr>
            <p:grpSpPr bwMode="auto">
              <a:xfrm>
                <a:off x="2109" y="1002"/>
                <a:ext cx="249" cy="1295"/>
                <a:chOff x="748" y="997"/>
                <a:chExt cx="249" cy="1295"/>
              </a:xfrm>
            </p:grpSpPr>
            <p:sp>
              <p:nvSpPr>
                <p:cNvPr id="91" name="Rectangle 14">
                  <a:extLst>
                    <a:ext uri="{FF2B5EF4-FFF2-40B4-BE49-F238E27FC236}">
                      <a16:creationId xmlns:a16="http://schemas.microsoft.com/office/drawing/2014/main" id="{E5CA9310-6AD6-2146-9776-7012072315D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5">
                  <a:extLst>
                    <a:ext uri="{FF2B5EF4-FFF2-40B4-BE49-F238E27FC236}">
                      <a16:creationId xmlns:a16="http://schemas.microsoft.com/office/drawing/2014/main" id="{8D066A34-9935-0949-9FF4-6C93094CBF75}"/>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Rectangle 16">
                  <a:extLst>
                    <a:ext uri="{FF2B5EF4-FFF2-40B4-BE49-F238E27FC236}">
                      <a16:creationId xmlns:a16="http://schemas.microsoft.com/office/drawing/2014/main" id="{AEE24D80-D9B2-5E43-BE37-0732E26D5A01}"/>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7" name="Line 17">
                <a:extLst>
                  <a:ext uri="{FF2B5EF4-FFF2-40B4-BE49-F238E27FC236}">
                    <a16:creationId xmlns:a16="http://schemas.microsoft.com/office/drawing/2014/main" id="{E7EAA4E2-487B-894A-934C-8BED5D29A04B}"/>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Line 18">
                <a:extLst>
                  <a:ext uri="{FF2B5EF4-FFF2-40B4-BE49-F238E27FC236}">
                    <a16:creationId xmlns:a16="http://schemas.microsoft.com/office/drawing/2014/main" id="{F056DF5E-0636-A74F-AFC5-06DA708CC8F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Line 19">
                <a:extLst>
                  <a:ext uri="{FF2B5EF4-FFF2-40B4-BE49-F238E27FC236}">
                    <a16:creationId xmlns:a16="http://schemas.microsoft.com/office/drawing/2014/main" id="{1A5F3287-940C-9740-86D0-1AB977CAFF9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Line 20">
                <a:extLst>
                  <a:ext uri="{FF2B5EF4-FFF2-40B4-BE49-F238E27FC236}">
                    <a16:creationId xmlns:a16="http://schemas.microsoft.com/office/drawing/2014/main" id="{F520F608-8F8B-EE4D-AB7D-4587DC70B484}"/>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Line 21">
                <a:extLst>
                  <a:ext uri="{FF2B5EF4-FFF2-40B4-BE49-F238E27FC236}">
                    <a16:creationId xmlns:a16="http://schemas.microsoft.com/office/drawing/2014/main" id="{5D5075D4-1165-4C4C-AF51-B90ABAD1F9B4}"/>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Line 22">
                <a:extLst>
                  <a:ext uri="{FF2B5EF4-FFF2-40B4-BE49-F238E27FC236}">
                    <a16:creationId xmlns:a16="http://schemas.microsoft.com/office/drawing/2014/main" id="{C10787ED-2529-B644-9C51-F8157D8A6B97}"/>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23">
                <a:extLst>
                  <a:ext uri="{FF2B5EF4-FFF2-40B4-BE49-F238E27FC236}">
                    <a16:creationId xmlns:a16="http://schemas.microsoft.com/office/drawing/2014/main" id="{971E0D16-1F7C-F048-8258-EDA2CB10DD1F}"/>
                  </a:ext>
                </a:extLst>
              </p:cNvPr>
              <p:cNvGrpSpPr>
                <a:grpSpLocks/>
              </p:cNvGrpSpPr>
              <p:nvPr/>
            </p:nvGrpSpPr>
            <p:grpSpPr bwMode="auto">
              <a:xfrm>
                <a:off x="523" y="1169"/>
                <a:ext cx="288" cy="939"/>
                <a:chOff x="-60" y="1148"/>
                <a:chExt cx="168" cy="939"/>
              </a:xfrm>
            </p:grpSpPr>
            <p:sp>
              <p:nvSpPr>
                <p:cNvPr id="88" name="Line 24">
                  <a:extLst>
                    <a:ext uri="{FF2B5EF4-FFF2-40B4-BE49-F238E27FC236}">
                      <a16:creationId xmlns:a16="http://schemas.microsoft.com/office/drawing/2014/main" id="{A7F9F178-4046-3247-B2E2-AE134DC9BBA2}"/>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9" name="Line 25">
                  <a:extLst>
                    <a:ext uri="{FF2B5EF4-FFF2-40B4-BE49-F238E27FC236}">
                      <a16:creationId xmlns:a16="http://schemas.microsoft.com/office/drawing/2014/main" id="{C8CD8FEE-FC96-3A43-8409-D693193AE512}"/>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Line 26">
                  <a:extLst>
                    <a:ext uri="{FF2B5EF4-FFF2-40B4-BE49-F238E27FC236}">
                      <a16:creationId xmlns:a16="http://schemas.microsoft.com/office/drawing/2014/main" id="{4CBECCBD-CFD3-764F-887C-FED5405A0A3E}"/>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4" name="Group 27">
                <a:extLst>
                  <a:ext uri="{FF2B5EF4-FFF2-40B4-BE49-F238E27FC236}">
                    <a16:creationId xmlns:a16="http://schemas.microsoft.com/office/drawing/2014/main" id="{1DA00A78-49E3-534E-A704-59927A764178}"/>
                  </a:ext>
                </a:extLst>
              </p:cNvPr>
              <p:cNvGrpSpPr>
                <a:grpSpLocks/>
              </p:cNvGrpSpPr>
              <p:nvPr/>
            </p:nvGrpSpPr>
            <p:grpSpPr bwMode="auto">
              <a:xfrm>
                <a:off x="2334" y="1173"/>
                <a:ext cx="288" cy="939"/>
                <a:chOff x="-60" y="1148"/>
                <a:chExt cx="168" cy="939"/>
              </a:xfrm>
            </p:grpSpPr>
            <p:sp>
              <p:nvSpPr>
                <p:cNvPr id="85" name="Line 28">
                  <a:extLst>
                    <a:ext uri="{FF2B5EF4-FFF2-40B4-BE49-F238E27FC236}">
                      <a16:creationId xmlns:a16="http://schemas.microsoft.com/office/drawing/2014/main" id="{61838874-A5DC-7947-8DA7-12A88836EA34}"/>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Line 29">
                  <a:extLst>
                    <a:ext uri="{FF2B5EF4-FFF2-40B4-BE49-F238E27FC236}">
                      <a16:creationId xmlns:a16="http://schemas.microsoft.com/office/drawing/2014/main" id="{5372ECE9-A44D-9040-8B03-CA9D88C7D71A}"/>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Line 30">
                  <a:extLst>
                    <a:ext uri="{FF2B5EF4-FFF2-40B4-BE49-F238E27FC236}">
                      <a16:creationId xmlns:a16="http://schemas.microsoft.com/office/drawing/2014/main" id="{FA2DA940-73AA-D447-84F1-95C932F532D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7" name="Rectangle 55">
              <a:extLst>
                <a:ext uri="{FF2B5EF4-FFF2-40B4-BE49-F238E27FC236}">
                  <a16:creationId xmlns:a16="http://schemas.microsoft.com/office/drawing/2014/main" id="{DC8735CA-28A8-9844-8915-2B52D5644D3C}"/>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Rectangle 56">
              <a:extLst>
                <a:ext uri="{FF2B5EF4-FFF2-40B4-BE49-F238E27FC236}">
                  <a16:creationId xmlns:a16="http://schemas.microsoft.com/office/drawing/2014/main" id="{583B70AF-74AA-594D-B7DD-CD358704562B}"/>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Rectangle 57">
              <a:extLst>
                <a:ext uri="{FF2B5EF4-FFF2-40B4-BE49-F238E27FC236}">
                  <a16:creationId xmlns:a16="http://schemas.microsoft.com/office/drawing/2014/main" id="{7B6BE014-EC1B-4245-8E39-262F9C15550C}"/>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58">
              <a:extLst>
                <a:ext uri="{FF2B5EF4-FFF2-40B4-BE49-F238E27FC236}">
                  <a16:creationId xmlns:a16="http://schemas.microsoft.com/office/drawing/2014/main" id="{5727D261-4FAD-9C40-8357-59F2BB7AE5CF}"/>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59">
              <a:extLst>
                <a:ext uri="{FF2B5EF4-FFF2-40B4-BE49-F238E27FC236}">
                  <a16:creationId xmlns:a16="http://schemas.microsoft.com/office/drawing/2014/main" id="{1194EC16-CE8F-8D4B-A795-C4A17F3FEE9C}"/>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Line 60">
              <a:extLst>
                <a:ext uri="{FF2B5EF4-FFF2-40B4-BE49-F238E27FC236}">
                  <a16:creationId xmlns:a16="http://schemas.microsoft.com/office/drawing/2014/main" id="{67621AA8-BE0E-7F4B-BC70-5D6A01E48F83}"/>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Freeform 61">
              <a:extLst>
                <a:ext uri="{FF2B5EF4-FFF2-40B4-BE49-F238E27FC236}">
                  <a16:creationId xmlns:a16="http://schemas.microsoft.com/office/drawing/2014/main" id="{63B03E4B-DC34-6549-9693-9E2101F3E2F9}"/>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Text Box 64">
              <a:extLst>
                <a:ext uri="{FF2B5EF4-FFF2-40B4-BE49-F238E27FC236}">
                  <a16:creationId xmlns:a16="http://schemas.microsoft.com/office/drawing/2014/main" id="{CB734319-6832-8C4E-B16D-A545895BCBC1}"/>
                </a:ext>
              </a:extLst>
            </p:cNvPr>
            <p:cNvSpPr txBox="1">
              <a:spLocks noChangeArrowheads="1"/>
            </p:cNvSpPr>
            <p:nvPr/>
          </p:nvSpPr>
          <p:spPr bwMode="auto">
            <a:xfrm>
              <a:off x="4046611" y="4548187"/>
              <a:ext cx="747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06" name="Line 73">
              <a:extLst>
                <a:ext uri="{FF2B5EF4-FFF2-40B4-BE49-F238E27FC236}">
                  <a16:creationId xmlns:a16="http://schemas.microsoft.com/office/drawing/2014/main" id="{5550252A-B930-0747-B713-DACF5B30A867}"/>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7" name="Group 79">
            <a:extLst>
              <a:ext uri="{FF2B5EF4-FFF2-40B4-BE49-F238E27FC236}">
                <a16:creationId xmlns:a16="http://schemas.microsoft.com/office/drawing/2014/main" id="{C5196E2D-6A1D-9849-8A2B-31C0EF009838}"/>
              </a:ext>
            </a:extLst>
          </p:cNvPr>
          <p:cNvGrpSpPr>
            <a:grpSpLocks/>
          </p:cNvGrpSpPr>
          <p:nvPr/>
        </p:nvGrpSpPr>
        <p:grpSpPr bwMode="auto">
          <a:xfrm>
            <a:off x="7144970" y="3842241"/>
            <a:ext cx="3587750" cy="2570163"/>
            <a:chOff x="2950" y="2025"/>
            <a:chExt cx="2260" cy="1619"/>
          </a:xfrm>
        </p:grpSpPr>
        <p:grpSp>
          <p:nvGrpSpPr>
            <p:cNvPr id="108" name="Group 31">
              <a:extLst>
                <a:ext uri="{FF2B5EF4-FFF2-40B4-BE49-F238E27FC236}">
                  <a16:creationId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18" name="Rectangle 32">
                <a:extLst>
                  <a:ext uri="{FF2B5EF4-FFF2-40B4-BE49-F238E27FC236}">
                    <a16:creationId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9" name="Group 33">
                <a:extLst>
                  <a:ext uri="{FF2B5EF4-FFF2-40B4-BE49-F238E27FC236}">
                    <a16:creationId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38" name="Rectangle 34">
                  <a:extLst>
                    <a:ext uri="{FF2B5EF4-FFF2-40B4-BE49-F238E27FC236}">
                      <a16:creationId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Rectangle 35">
                  <a:extLst>
                    <a:ext uri="{FF2B5EF4-FFF2-40B4-BE49-F238E27FC236}">
                      <a16:creationId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Rectangle 36">
                  <a:extLst>
                    <a:ext uri="{FF2B5EF4-FFF2-40B4-BE49-F238E27FC236}">
                      <a16:creationId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37">
                <a:extLst>
                  <a:ext uri="{FF2B5EF4-FFF2-40B4-BE49-F238E27FC236}">
                    <a16:creationId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35" name="Rectangle 38">
                  <a:extLst>
                    <a:ext uri="{FF2B5EF4-FFF2-40B4-BE49-F238E27FC236}">
                      <a16:creationId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39">
                  <a:extLst>
                    <a:ext uri="{FF2B5EF4-FFF2-40B4-BE49-F238E27FC236}">
                      <a16:creationId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0">
                  <a:extLst>
                    <a:ext uri="{FF2B5EF4-FFF2-40B4-BE49-F238E27FC236}">
                      <a16:creationId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21" name="Line 41">
                <a:extLst>
                  <a:ext uri="{FF2B5EF4-FFF2-40B4-BE49-F238E27FC236}">
                    <a16:creationId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2" name="Line 42">
                <a:extLst>
                  <a:ext uri="{FF2B5EF4-FFF2-40B4-BE49-F238E27FC236}">
                    <a16:creationId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Line 43">
                <a:extLst>
                  <a:ext uri="{FF2B5EF4-FFF2-40B4-BE49-F238E27FC236}">
                    <a16:creationId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Line 44">
                <a:extLst>
                  <a:ext uri="{FF2B5EF4-FFF2-40B4-BE49-F238E27FC236}">
                    <a16:creationId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Line 45">
                <a:extLst>
                  <a:ext uri="{FF2B5EF4-FFF2-40B4-BE49-F238E27FC236}">
                    <a16:creationId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46">
                <a:extLst>
                  <a:ext uri="{FF2B5EF4-FFF2-40B4-BE49-F238E27FC236}">
                    <a16:creationId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27" name="Group 47">
                <a:extLst>
                  <a:ext uri="{FF2B5EF4-FFF2-40B4-BE49-F238E27FC236}">
                    <a16:creationId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32" name="Line 48">
                  <a:extLst>
                    <a:ext uri="{FF2B5EF4-FFF2-40B4-BE49-F238E27FC236}">
                      <a16:creationId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49">
                  <a:extLst>
                    <a:ext uri="{FF2B5EF4-FFF2-40B4-BE49-F238E27FC236}">
                      <a16:creationId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Line 50">
                  <a:extLst>
                    <a:ext uri="{FF2B5EF4-FFF2-40B4-BE49-F238E27FC236}">
                      <a16:creationId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8" name="Group 51">
                <a:extLst>
                  <a:ext uri="{FF2B5EF4-FFF2-40B4-BE49-F238E27FC236}">
                    <a16:creationId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29" name="Line 52">
                  <a:extLst>
                    <a:ext uri="{FF2B5EF4-FFF2-40B4-BE49-F238E27FC236}">
                      <a16:creationId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53">
                  <a:extLst>
                    <a:ext uri="{FF2B5EF4-FFF2-40B4-BE49-F238E27FC236}">
                      <a16:creationId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Line 54">
                  <a:extLst>
                    <a:ext uri="{FF2B5EF4-FFF2-40B4-BE49-F238E27FC236}">
                      <a16:creationId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09" name="Text Box 63">
              <a:extLst>
                <a:ext uri="{FF2B5EF4-FFF2-40B4-BE49-F238E27FC236}">
                  <a16:creationId xmlns:a16="http://schemas.microsoft.com/office/drawing/2014/main" id="{BB81457D-DD34-A44B-8BDA-064DBFE04D32}"/>
                </a:ext>
              </a:extLst>
            </p:cNvPr>
            <p:cNvSpPr txBox="1">
              <a:spLocks noChangeArrowheads="1"/>
            </p:cNvSpPr>
            <p:nvPr/>
          </p:nvSpPr>
          <p:spPr bwMode="auto">
            <a:xfrm>
              <a:off x="2950" y="3237"/>
              <a:ext cx="22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one packet time later: green packet experiences HOL blocking</a:t>
              </a:r>
              <a:endParaRPr kumimoji="0" lang="en-US" altLang="en-US" sz="2000" b="0" i="1"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0" name="Text Box 65">
              <a:extLst>
                <a:ext uri="{FF2B5EF4-FFF2-40B4-BE49-F238E27FC236}">
                  <a16:creationId xmlns:a16="http://schemas.microsoft.com/office/drawing/2014/main" id="{07D40F57-D66B-F444-8FCA-AFEAF69F0D14}"/>
                </a:ext>
              </a:extLst>
            </p:cNvPr>
            <p:cNvSpPr txBox="1">
              <a:spLocks noChangeArrowheads="1"/>
            </p:cNvSpPr>
            <p:nvPr/>
          </p:nvSpPr>
          <p:spPr bwMode="auto">
            <a:xfrm>
              <a:off x="3778" y="2507"/>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11" name="Rectangle 66">
              <a:extLst>
                <a:ext uri="{FF2B5EF4-FFF2-40B4-BE49-F238E27FC236}">
                  <a16:creationId xmlns:a16="http://schemas.microsoft.com/office/drawing/2014/main" id="{CF7111F1-74EA-1F48-AF61-C3DDC0EAC0AE}"/>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69">
              <a:extLst>
                <a:ext uri="{FF2B5EF4-FFF2-40B4-BE49-F238E27FC236}">
                  <a16:creationId xmlns:a16="http://schemas.microsoft.com/office/drawing/2014/main" id="{C338CC7B-B194-3243-B60D-75BEFA01C177}"/>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70">
              <a:extLst>
                <a:ext uri="{FF2B5EF4-FFF2-40B4-BE49-F238E27FC236}">
                  <a16:creationId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Freeform 71">
              <a:extLst>
                <a:ext uri="{FF2B5EF4-FFF2-40B4-BE49-F238E27FC236}">
                  <a16:creationId xmlns:a16="http://schemas.microsoft.com/office/drawing/2014/main" id="{D86522CF-FBA5-EA4F-A7F3-97C45B0DB909}"/>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Freeform 72">
              <a:extLst>
                <a:ext uri="{FF2B5EF4-FFF2-40B4-BE49-F238E27FC236}">
                  <a16:creationId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76">
              <a:extLst>
                <a:ext uri="{FF2B5EF4-FFF2-40B4-BE49-F238E27FC236}">
                  <a16:creationId xmlns:a16="http://schemas.microsoft.com/office/drawing/2014/main" id="{CC9EB8FA-449A-AD48-B0D0-F22B0CB1DCA2}"/>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Rectangle 77">
              <a:extLst>
                <a:ext uri="{FF2B5EF4-FFF2-40B4-BE49-F238E27FC236}">
                  <a16:creationId xmlns:a16="http://schemas.microsoft.com/office/drawing/2014/main" id="{ED96AE20-CFC4-C449-96F2-A1836A8ADFC9}"/>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42" name="Content Placeholder 1">
            <a:extLst>
              <a:ext uri="{FF2B5EF4-FFF2-40B4-BE49-F238E27FC236}">
                <a16:creationId xmlns:a16="http://schemas.microsoft.com/office/drawing/2014/main" id="{427FA225-82DF-964C-86B6-E9C527239F0C}"/>
              </a:ext>
            </a:extLst>
          </p:cNvPr>
          <p:cNvSpPr txBox="1">
            <a:spLocks/>
          </p:cNvSpPr>
          <p:nvPr/>
        </p:nvSpPr>
        <p:spPr>
          <a:xfrm>
            <a:off x="835334" y="2690269"/>
            <a:ext cx="10515600" cy="98426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Head-of-the-Line (HOL) blocking: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queued datagram at front of queue prevents others in queue from moving forward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Slide Number Placeholder 4">
            <a:extLst>
              <a:ext uri="{FF2B5EF4-FFF2-40B4-BE49-F238E27FC236}">
                <a16:creationId xmlns:a16="http://schemas.microsoft.com/office/drawing/2014/main" id="{27DA9828-E8AA-634F-A5D6-E2BC44AAFB5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29</a:t>
            </a:fld>
            <a:endParaRPr lang="en-US" dirty="0"/>
          </a:p>
        </p:txBody>
      </p:sp>
    </p:spTree>
    <p:extLst>
      <p:ext uri="{BB962C8B-B14F-4D97-AF65-F5344CB8AC3E}">
        <p14:creationId xmlns:p14="http://schemas.microsoft.com/office/powerpoint/2010/main" val="37239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dissolve">
                                      <p:cBhvr>
                                        <p:cTn id="7" dur="500"/>
                                        <p:tgtEl>
                                          <p:spTgt spid="1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dissolve">
                                      <p:cBhvr>
                                        <p:cTn id="10"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sp>
        <p:nvSpPr>
          <p:cNvPr id="142" name="Rectangle 3">
            <a:extLst>
              <a:ext uri="{FF2B5EF4-FFF2-40B4-BE49-F238E27FC236}">
                <a16:creationId xmlns:a16="http://schemas.microsoft.com/office/drawing/2014/main" id="{913FC5A4-1E19-7B47-9F20-2A2FD0E7A215}"/>
              </a:ext>
            </a:extLst>
          </p:cNvPr>
          <p:cNvSpPr txBox="1">
            <a:spLocks noChangeArrowheads="1"/>
          </p:cNvSpPr>
          <p:nvPr/>
        </p:nvSpPr>
        <p:spPr>
          <a:xfrm>
            <a:off x="888773" y="3417068"/>
            <a:ext cx="5977544" cy="1413266"/>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pitchFamily="2"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Buffering</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required when datagrams arrive from fabric faster than link transmission rate.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Drop policy: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which datagrams to drop if no free buffers?</a:t>
            </a:r>
          </a:p>
        </p:txBody>
      </p:sp>
      <p:sp>
        <p:nvSpPr>
          <p:cNvPr id="191" name="Rectangle 3">
            <a:extLst>
              <a:ext uri="{FF2B5EF4-FFF2-40B4-BE49-F238E27FC236}">
                <a16:creationId xmlns:a16="http://schemas.microsoft.com/office/drawing/2014/main" id="{655E40F4-C569-5647-83A5-4E4AC0D12CE4}"/>
              </a:ext>
            </a:extLst>
          </p:cNvPr>
          <p:cNvSpPr txBox="1">
            <a:spLocks noChangeArrowheads="1"/>
          </p:cNvSpPr>
          <p:nvPr/>
        </p:nvSpPr>
        <p:spPr>
          <a:xfrm>
            <a:off x="938650" y="5182135"/>
            <a:ext cx="5131875" cy="128900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Scheduling discipline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chooses among queued datagrams for transmission</a:t>
            </a:r>
          </a:p>
        </p:txBody>
      </p:sp>
      <p:grpSp>
        <p:nvGrpSpPr>
          <p:cNvPr id="14" name="Group 13">
            <a:extLst>
              <a:ext uri="{FF2B5EF4-FFF2-40B4-BE49-F238E27FC236}">
                <a16:creationId xmlns:a16="http://schemas.microsoft.com/office/drawing/2014/main" id="{CEACDE6A-9FE9-BD4D-9835-19E2A389BF2D}"/>
              </a:ext>
            </a:extLst>
          </p:cNvPr>
          <p:cNvGrpSpPr/>
          <p:nvPr/>
        </p:nvGrpSpPr>
        <p:grpSpPr>
          <a:xfrm>
            <a:off x="6900841" y="3768360"/>
            <a:ext cx="5036234" cy="1255728"/>
            <a:chOff x="6302327" y="3768360"/>
            <a:chExt cx="5036234" cy="1255728"/>
          </a:xfrm>
        </p:grpSpPr>
        <p:sp>
          <p:nvSpPr>
            <p:cNvPr id="143" name="TextBox 142">
              <a:extLst>
                <a:ext uri="{FF2B5EF4-FFF2-40B4-BE49-F238E27FC236}">
                  <a16:creationId xmlns:a16="http://schemas.microsoft.com/office/drawing/2014/main" id="{30FDEEE0-B9AF-9D4C-ACC2-98B5C103795E}"/>
                </a:ext>
              </a:extLst>
            </p:cNvPr>
            <p:cNvSpPr txBox="1">
              <a:spLocks noChangeArrowheads="1"/>
            </p:cNvSpPr>
            <p:nvPr/>
          </p:nvSpPr>
          <p:spPr bwMode="auto">
            <a:xfrm>
              <a:off x="7385539" y="3768360"/>
              <a:ext cx="3953022"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Datagrams can be lost due to congestion, lack of buffers</a:t>
              </a:r>
            </a:p>
          </p:txBody>
        </p:sp>
        <p:sp>
          <p:nvSpPr>
            <p:cNvPr id="7" name="Right Arrow 6">
              <a:extLst>
                <a:ext uri="{FF2B5EF4-FFF2-40B4-BE49-F238E27FC236}">
                  <a16:creationId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5" name="Group 14">
            <a:extLst>
              <a:ext uri="{FF2B5EF4-FFF2-40B4-BE49-F238E27FC236}">
                <a16:creationId xmlns:a16="http://schemas.microsoft.com/office/drawing/2014/main" id="{F388476A-12F9-364B-B461-B0624DF38E97}"/>
              </a:ext>
            </a:extLst>
          </p:cNvPr>
          <p:cNvGrpSpPr/>
          <p:nvPr/>
        </p:nvGrpSpPr>
        <p:grpSpPr>
          <a:xfrm>
            <a:off x="6875475" y="5201260"/>
            <a:ext cx="5319932" cy="1255728"/>
            <a:chOff x="6243711" y="5201260"/>
            <a:chExt cx="5319932" cy="1255728"/>
          </a:xfrm>
        </p:grpSpPr>
        <p:sp>
          <p:nvSpPr>
            <p:cNvPr id="144" name="TextBox 143">
              <a:extLst>
                <a:ext uri="{FF2B5EF4-FFF2-40B4-BE49-F238E27FC236}">
                  <a16:creationId xmlns:a16="http://schemas.microsoft.com/office/drawing/2014/main" id="{5EC532F3-AD2F-834B-A210-0023284DAED3}"/>
                </a:ext>
              </a:extLst>
            </p:cNvPr>
            <p:cNvSpPr txBox="1">
              <a:spLocks noChangeArrowheads="1"/>
            </p:cNvSpPr>
            <p:nvPr/>
          </p:nvSpPr>
          <p:spPr bwMode="auto">
            <a:xfrm>
              <a:off x="7371470" y="5201260"/>
              <a:ext cx="4192173"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Priority scheduling – who gets best performance, network neutrality</a:t>
              </a:r>
            </a:p>
          </p:txBody>
        </p:sp>
        <p:sp>
          <p:nvSpPr>
            <p:cNvPr id="192" name="Right Arrow 191">
              <a:extLst>
                <a:ext uri="{FF2B5EF4-FFF2-40B4-BE49-F238E27FC236}">
                  <a16:creationId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A53CB450-3600-DF45-8C8B-A1E7209621EE}"/>
              </a:ext>
            </a:extLst>
          </p:cNvPr>
          <p:cNvGrpSpPr/>
          <p:nvPr/>
        </p:nvGrpSpPr>
        <p:grpSpPr>
          <a:xfrm>
            <a:off x="8496886" y="307717"/>
            <a:ext cx="2967544" cy="1552790"/>
            <a:chOff x="8496886" y="307717"/>
            <a:chExt cx="2967544" cy="1552790"/>
          </a:xfrm>
        </p:grpSpPr>
        <p:pic>
          <p:nvPicPr>
            <p:cNvPr id="69634" name="Picture 2">
              <a:extLst>
                <a:ext uri="{FF2B5EF4-FFF2-40B4-BE49-F238E27FC236}">
                  <a16:creationId xmlns:a16="http://schemas.microsoft.com/office/drawing/2014/main" id="{D370C23A-8A5C-F640-8169-0F65AF0A8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340" y="307717"/>
              <a:ext cx="1359144" cy="11904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6589BDD-BACE-1743-A635-00D64D17E14C}"/>
                </a:ext>
              </a:extLst>
            </p:cNvPr>
            <p:cNvSpPr txBox="1"/>
            <p:nvPr/>
          </p:nvSpPr>
          <p:spPr>
            <a:xfrm>
              <a:off x="8496886" y="1491175"/>
              <a:ext cx="29675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a really important slide</a:t>
              </a:r>
            </a:p>
          </p:txBody>
        </p:sp>
      </p:grpSp>
      <p:grpSp>
        <p:nvGrpSpPr>
          <p:cNvPr id="10" name="Group 9">
            <a:extLst>
              <a:ext uri="{FF2B5EF4-FFF2-40B4-BE49-F238E27FC236}">
                <a16:creationId xmlns:a16="http://schemas.microsoft.com/office/drawing/2014/main" id="{89D5CAC8-4273-BF4C-A720-130BA9B77F38}"/>
              </a:ext>
            </a:extLst>
          </p:cNvPr>
          <p:cNvGrpSpPr/>
          <p:nvPr/>
        </p:nvGrpSpPr>
        <p:grpSpPr>
          <a:xfrm>
            <a:off x="1178949" y="1396538"/>
            <a:ext cx="7113685" cy="1695796"/>
            <a:chOff x="763318" y="1529542"/>
            <a:chExt cx="7113685" cy="1695796"/>
          </a:xfrm>
        </p:grpSpPr>
        <p:sp>
          <p:nvSpPr>
            <p:cNvPr id="168" name="Rectangle 5">
              <a:extLst>
                <a:ext uri="{FF2B5EF4-FFF2-40B4-BE49-F238E27FC236}">
                  <a16:creationId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Rectangle 6">
              <a:extLst>
                <a:ext uri="{FF2B5EF4-FFF2-40B4-BE49-F238E27FC236}">
                  <a16:creationId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p>
          </p:txBody>
        </p:sp>
        <p:sp>
          <p:nvSpPr>
            <p:cNvPr id="170" name="Rectangle 7">
              <a:extLst>
                <a:ext uri="{FF2B5EF4-FFF2-40B4-BE49-F238E27FC236}">
                  <a16:creationId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Line 10">
              <a:extLst>
                <a:ext uri="{FF2B5EF4-FFF2-40B4-BE49-F238E27FC236}">
                  <a16:creationId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11">
              <a:extLst>
                <a:ext uri="{FF2B5EF4-FFF2-40B4-BE49-F238E27FC236}">
                  <a16:creationId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13">
              <a:extLst>
                <a:ext uri="{FF2B5EF4-FFF2-40B4-BE49-F238E27FC236}">
                  <a16:creationId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175" name="Rectangle 16">
              <a:extLst>
                <a:ext uri="{FF2B5EF4-FFF2-40B4-BE49-F238E27FC236}">
                  <a16:creationId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f</a:t>
              </a:r>
              <a:r>
                <a:rPr kumimoji="0" lang="en-US" altLang="en-US" sz="20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abric</a:t>
              </a:r>
              <a:endPar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rate: </a:t>
              </a: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NR)</a:t>
              </a:r>
            </a:p>
          </p:txBody>
        </p:sp>
        <p:grpSp>
          <p:nvGrpSpPr>
            <p:cNvPr id="176" name="Group 28">
              <a:extLst>
                <a:ext uri="{FF2B5EF4-FFF2-40B4-BE49-F238E27FC236}">
                  <a16:creationId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14">
                <a:extLst>
                  <a:ext uri="{FF2B5EF4-FFF2-40B4-BE49-F238E27FC236}">
                    <a16:creationId xmlns:a16="http://schemas.microsoft.com/office/drawing/2014/main" id="{AE54DBDF-A7F9-704B-B392-E2740194AA62}"/>
                  </a:ext>
                </a:extLst>
              </p:cNvPr>
              <p:cNvSpPr txBox="1">
                <a:spLocks noChangeArrowheads="1"/>
              </p:cNvSpPr>
              <p:nvPr/>
            </p:nvSpPr>
            <p:spPr bwMode="auto">
              <a:xfrm>
                <a:off x="3232" y="917"/>
                <a:ext cx="7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79" name="Group 17">
                <a:extLst>
                  <a:ext uri="{FF2B5EF4-FFF2-40B4-BE49-F238E27FC236}">
                    <a16:creationId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19">
                  <a:extLst>
                    <a:ext uri="{FF2B5EF4-FFF2-40B4-BE49-F238E27FC236}">
                      <a16:creationId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20">
                  <a:extLst>
                    <a:ext uri="{FF2B5EF4-FFF2-40B4-BE49-F238E27FC236}">
                      <a16:creationId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Line 21">
                  <a:extLst>
                    <a:ext uri="{FF2B5EF4-FFF2-40B4-BE49-F238E27FC236}">
                      <a16:creationId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4" name="Line 22">
                  <a:extLst>
                    <a:ext uri="{FF2B5EF4-FFF2-40B4-BE49-F238E27FC236}">
                      <a16:creationId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5" name="Line 23">
                  <a:extLst>
                    <a:ext uri="{FF2B5EF4-FFF2-40B4-BE49-F238E27FC236}">
                      <a16:creationId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6" name="Line 24">
                  <a:extLst>
                    <a:ext uri="{FF2B5EF4-FFF2-40B4-BE49-F238E27FC236}">
                      <a16:creationId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Line 25">
                  <a:extLst>
                    <a:ext uri="{FF2B5EF4-FFF2-40B4-BE49-F238E27FC236}">
                      <a16:creationId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8" name="Line 26">
                  <a:extLst>
                    <a:ext uri="{FF2B5EF4-FFF2-40B4-BE49-F238E27FC236}">
                      <a16:creationId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89" name="Line 27">
              <a:extLst>
                <a:ext uri="{FF2B5EF4-FFF2-40B4-BE49-F238E27FC236}">
                  <a16:creationId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 name="Straight Arrow Connector 7">
              <a:extLst>
                <a:ext uri="{FF2B5EF4-FFF2-40B4-BE49-F238E27FC236}">
                  <a16:creationId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C49EDB8-5525-2E4A-8DBC-6D03E6692746}"/>
                </a:ext>
              </a:extLst>
            </p:cNvPr>
            <p:cNvSpPr txBox="1"/>
            <p:nvPr/>
          </p:nvSpPr>
          <p:spPr>
            <a:xfrm flipH="1">
              <a:off x="7215448" y="2377441"/>
              <a:ext cx="3158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39" name="Slide Number Placeholder 4">
            <a:extLst>
              <a:ext uri="{FF2B5EF4-FFF2-40B4-BE49-F238E27FC236}">
                <a16:creationId xmlns:a16="http://schemas.microsoft.com/office/drawing/2014/main" id="{00A3717F-1F0F-FC43-A1DA-5E87871F059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30</a:t>
            </a:fld>
            <a:endParaRPr lang="en-US" dirty="0"/>
          </a:p>
        </p:txBody>
      </p:sp>
    </p:spTree>
    <p:extLst>
      <p:ext uri="{BB962C8B-B14F-4D97-AF65-F5344CB8AC3E}">
        <p14:creationId xmlns:p14="http://schemas.microsoft.com/office/powerpoint/2010/main" val="17227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dissolve">
                                      <p:cBhvr>
                                        <p:cTn id="12" dur="5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grpSp>
        <p:nvGrpSpPr>
          <p:cNvPr id="109" name="Group 78">
            <a:extLst>
              <a:ext uri="{FF2B5EF4-FFF2-40B4-BE49-F238E27FC236}">
                <a16:creationId xmlns:a16="http://schemas.microsoft.com/office/drawing/2014/main" id="{082D51D0-D1D3-A942-9BB2-2D4682B56DD8}"/>
              </a:ext>
            </a:extLst>
          </p:cNvPr>
          <p:cNvGrpSpPr>
            <a:grpSpLocks/>
          </p:cNvGrpSpPr>
          <p:nvPr/>
        </p:nvGrpSpPr>
        <p:grpSpPr bwMode="auto">
          <a:xfrm>
            <a:off x="2375414" y="1576437"/>
            <a:ext cx="7412037" cy="2870200"/>
            <a:chOff x="550" y="931"/>
            <a:chExt cx="4669" cy="1808"/>
          </a:xfrm>
        </p:grpSpPr>
        <p:grpSp>
          <p:nvGrpSpPr>
            <p:cNvPr id="110" name="Group 29">
              <a:extLst>
                <a:ext uri="{FF2B5EF4-FFF2-40B4-BE49-F238E27FC236}">
                  <a16:creationId xmlns:a16="http://schemas.microsoft.com/office/drawing/2014/main" id="{A3EB5D9E-72A3-7745-8A3E-36D91FF392DE}"/>
                </a:ext>
              </a:extLst>
            </p:cNvPr>
            <p:cNvGrpSpPr>
              <a:grpSpLocks/>
            </p:cNvGrpSpPr>
            <p:nvPr/>
          </p:nvGrpSpPr>
          <p:grpSpPr bwMode="auto">
            <a:xfrm>
              <a:off x="699" y="948"/>
              <a:ext cx="2099" cy="1356"/>
              <a:chOff x="523" y="976"/>
              <a:chExt cx="2099" cy="1356"/>
            </a:xfrm>
          </p:grpSpPr>
          <p:sp>
            <p:nvSpPr>
              <p:cNvPr id="159" name="Rectangle 6">
                <a:extLst>
                  <a:ext uri="{FF2B5EF4-FFF2-40B4-BE49-F238E27FC236}">
                    <a16:creationId xmlns:a16="http://schemas.microsoft.com/office/drawing/2014/main" id="{D8B6A1DB-471C-CC4C-A15D-8F1744B84968}"/>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60" name="Group 10">
                <a:extLst>
                  <a:ext uri="{FF2B5EF4-FFF2-40B4-BE49-F238E27FC236}">
                    <a16:creationId xmlns:a16="http://schemas.microsoft.com/office/drawing/2014/main" id="{CF011BEC-3BD8-724A-930F-DF1BD144E0F3}"/>
                  </a:ext>
                </a:extLst>
              </p:cNvPr>
              <p:cNvGrpSpPr>
                <a:grpSpLocks/>
              </p:cNvGrpSpPr>
              <p:nvPr/>
            </p:nvGrpSpPr>
            <p:grpSpPr bwMode="auto">
              <a:xfrm>
                <a:off x="804" y="997"/>
                <a:ext cx="249" cy="1295"/>
                <a:chOff x="748" y="997"/>
                <a:chExt cx="249" cy="1295"/>
              </a:xfrm>
            </p:grpSpPr>
            <p:sp>
              <p:nvSpPr>
                <p:cNvPr id="204" name="Rectangle 7">
                  <a:extLst>
                    <a:ext uri="{FF2B5EF4-FFF2-40B4-BE49-F238E27FC236}">
                      <a16:creationId xmlns:a16="http://schemas.microsoft.com/office/drawing/2014/main" id="{0ECFBAAE-DF3A-A940-A3AE-05CA1F501F0F}"/>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8">
                  <a:extLst>
                    <a:ext uri="{FF2B5EF4-FFF2-40B4-BE49-F238E27FC236}">
                      <a16:creationId xmlns:a16="http://schemas.microsoft.com/office/drawing/2014/main" id="{E7A662AD-6DCF-F34A-A047-07F4B580C18A}"/>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9">
                  <a:extLst>
                    <a:ext uri="{FF2B5EF4-FFF2-40B4-BE49-F238E27FC236}">
                      <a16:creationId xmlns:a16="http://schemas.microsoft.com/office/drawing/2014/main" id="{9926E030-FA12-C74C-949A-473AE1056F2D}"/>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1" name="Group 11">
                <a:extLst>
                  <a:ext uri="{FF2B5EF4-FFF2-40B4-BE49-F238E27FC236}">
                    <a16:creationId xmlns:a16="http://schemas.microsoft.com/office/drawing/2014/main" id="{2DAF4907-42BF-A548-B33A-D2FBEF2C97AB}"/>
                  </a:ext>
                </a:extLst>
              </p:cNvPr>
              <p:cNvGrpSpPr>
                <a:grpSpLocks/>
              </p:cNvGrpSpPr>
              <p:nvPr/>
            </p:nvGrpSpPr>
            <p:grpSpPr bwMode="auto">
              <a:xfrm>
                <a:off x="2109" y="1002"/>
                <a:ext cx="249" cy="1295"/>
                <a:chOff x="748" y="997"/>
                <a:chExt cx="249" cy="1295"/>
              </a:xfrm>
            </p:grpSpPr>
            <p:sp>
              <p:nvSpPr>
                <p:cNvPr id="201" name="Rectangle 12">
                  <a:extLst>
                    <a:ext uri="{FF2B5EF4-FFF2-40B4-BE49-F238E27FC236}">
                      <a16:creationId xmlns:a16="http://schemas.microsoft.com/office/drawing/2014/main" id="{CD600951-D32E-2F4A-8B8D-2BC1898E47E2}"/>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13">
                  <a:extLst>
                    <a:ext uri="{FF2B5EF4-FFF2-40B4-BE49-F238E27FC236}">
                      <a16:creationId xmlns:a16="http://schemas.microsoft.com/office/drawing/2014/main" id="{349846DD-5315-9F46-A3D4-630D59325ADA}"/>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4">
                  <a:extLst>
                    <a:ext uri="{FF2B5EF4-FFF2-40B4-BE49-F238E27FC236}">
                      <a16:creationId xmlns:a16="http://schemas.microsoft.com/office/drawing/2014/main" id="{AE0A909B-B320-604A-89A1-1760A69BDA86}"/>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2" name="Line 15">
                <a:extLst>
                  <a:ext uri="{FF2B5EF4-FFF2-40B4-BE49-F238E27FC236}">
                    <a16:creationId xmlns:a16="http://schemas.microsoft.com/office/drawing/2014/main" id="{B4E57E31-441A-7241-9895-1E601460DF16}"/>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 name="Line 16">
                <a:extLst>
                  <a:ext uri="{FF2B5EF4-FFF2-40B4-BE49-F238E27FC236}">
                    <a16:creationId xmlns:a16="http://schemas.microsoft.com/office/drawing/2014/main" id="{51B07D47-E6CB-8D41-85B6-448EE5F8FF59}"/>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4" name="Line 17">
                <a:extLst>
                  <a:ext uri="{FF2B5EF4-FFF2-40B4-BE49-F238E27FC236}">
                    <a16:creationId xmlns:a16="http://schemas.microsoft.com/office/drawing/2014/main" id="{1BA71812-14CA-334D-B6DE-FC0BBC8501AF}"/>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5" name="Line 18">
                <a:extLst>
                  <a:ext uri="{FF2B5EF4-FFF2-40B4-BE49-F238E27FC236}">
                    <a16:creationId xmlns:a16="http://schemas.microsoft.com/office/drawing/2014/main" id="{87EC818D-2CED-6445-96A3-B864E22C9CAA}"/>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6" name="Line 19">
                <a:extLst>
                  <a:ext uri="{FF2B5EF4-FFF2-40B4-BE49-F238E27FC236}">
                    <a16:creationId xmlns:a16="http://schemas.microsoft.com/office/drawing/2014/main" id="{3FC82DB6-CD3B-1043-B270-4880E4F38C1C}"/>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20">
                <a:extLst>
                  <a:ext uri="{FF2B5EF4-FFF2-40B4-BE49-F238E27FC236}">
                    <a16:creationId xmlns:a16="http://schemas.microsoft.com/office/drawing/2014/main" id="{291916CC-CF8D-0C43-904A-57618DC524AB}"/>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3" name="Group 24">
                <a:extLst>
                  <a:ext uri="{FF2B5EF4-FFF2-40B4-BE49-F238E27FC236}">
                    <a16:creationId xmlns:a16="http://schemas.microsoft.com/office/drawing/2014/main" id="{8685B4BD-95B3-D548-8A50-02AB19D73F70}"/>
                  </a:ext>
                </a:extLst>
              </p:cNvPr>
              <p:cNvGrpSpPr>
                <a:grpSpLocks/>
              </p:cNvGrpSpPr>
              <p:nvPr/>
            </p:nvGrpSpPr>
            <p:grpSpPr bwMode="auto">
              <a:xfrm>
                <a:off x="523" y="1169"/>
                <a:ext cx="288" cy="939"/>
                <a:chOff x="-60" y="1148"/>
                <a:chExt cx="168" cy="939"/>
              </a:xfrm>
            </p:grpSpPr>
            <p:sp>
              <p:nvSpPr>
                <p:cNvPr id="198" name="Line 21">
                  <a:extLst>
                    <a:ext uri="{FF2B5EF4-FFF2-40B4-BE49-F238E27FC236}">
                      <a16:creationId xmlns:a16="http://schemas.microsoft.com/office/drawing/2014/main" id="{695AD499-8E12-5F4D-B492-77637F16E768}"/>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9" name="Line 22">
                  <a:extLst>
                    <a:ext uri="{FF2B5EF4-FFF2-40B4-BE49-F238E27FC236}">
                      <a16:creationId xmlns:a16="http://schemas.microsoft.com/office/drawing/2014/main" id="{6D509BF4-A289-5848-B0EC-FF37900D6850}"/>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0" name="Line 23">
                  <a:extLst>
                    <a:ext uri="{FF2B5EF4-FFF2-40B4-BE49-F238E27FC236}">
                      <a16:creationId xmlns:a16="http://schemas.microsoft.com/office/drawing/2014/main" id="{77D1F46B-8487-0443-B204-6D39A32CACE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4" name="Group 25">
                <a:extLst>
                  <a:ext uri="{FF2B5EF4-FFF2-40B4-BE49-F238E27FC236}">
                    <a16:creationId xmlns:a16="http://schemas.microsoft.com/office/drawing/2014/main" id="{8CC26DE9-2259-C249-BCBA-49FB43CFADBA}"/>
                  </a:ext>
                </a:extLst>
              </p:cNvPr>
              <p:cNvGrpSpPr>
                <a:grpSpLocks/>
              </p:cNvGrpSpPr>
              <p:nvPr/>
            </p:nvGrpSpPr>
            <p:grpSpPr bwMode="auto">
              <a:xfrm>
                <a:off x="2334" y="1173"/>
                <a:ext cx="288" cy="939"/>
                <a:chOff x="-60" y="1148"/>
                <a:chExt cx="168" cy="939"/>
              </a:xfrm>
            </p:grpSpPr>
            <p:sp>
              <p:nvSpPr>
                <p:cNvPr id="195" name="Line 26">
                  <a:extLst>
                    <a:ext uri="{FF2B5EF4-FFF2-40B4-BE49-F238E27FC236}">
                      <a16:creationId xmlns:a16="http://schemas.microsoft.com/office/drawing/2014/main" id="{CAC9505F-8DFC-D849-A39D-F3F19EF2D5FA}"/>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6" name="Line 27">
                  <a:extLst>
                    <a:ext uri="{FF2B5EF4-FFF2-40B4-BE49-F238E27FC236}">
                      <a16:creationId xmlns:a16="http://schemas.microsoft.com/office/drawing/2014/main" id="{55359C2D-B6B3-3344-987F-A1ADCD12D9F3}"/>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7" name="Line 28">
                  <a:extLst>
                    <a:ext uri="{FF2B5EF4-FFF2-40B4-BE49-F238E27FC236}">
                      <a16:creationId xmlns:a16="http://schemas.microsoft.com/office/drawing/2014/main" id="{5F30395D-D362-F345-A3BD-DBCBEAE6AE6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1" name="Group 30">
              <a:extLst>
                <a:ext uri="{FF2B5EF4-FFF2-40B4-BE49-F238E27FC236}">
                  <a16:creationId xmlns:a16="http://schemas.microsoft.com/office/drawing/2014/main" id="{87B52D43-752A-3147-8555-38567E7FADD6}"/>
                </a:ext>
              </a:extLst>
            </p:cNvPr>
            <p:cNvGrpSpPr>
              <a:grpSpLocks/>
            </p:cNvGrpSpPr>
            <p:nvPr/>
          </p:nvGrpSpPr>
          <p:grpSpPr bwMode="auto">
            <a:xfrm>
              <a:off x="3120" y="931"/>
              <a:ext cx="2099" cy="1356"/>
              <a:chOff x="523" y="976"/>
              <a:chExt cx="2099" cy="1356"/>
            </a:xfrm>
          </p:grpSpPr>
          <p:sp>
            <p:nvSpPr>
              <p:cNvPr id="133" name="Rectangle 31">
                <a:extLst>
                  <a:ext uri="{FF2B5EF4-FFF2-40B4-BE49-F238E27FC236}">
                    <a16:creationId xmlns:a16="http://schemas.microsoft.com/office/drawing/2014/main" id="{01131CB9-416C-BC46-84D2-855A2BA959F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34" name="Group 32">
                <a:extLst>
                  <a:ext uri="{FF2B5EF4-FFF2-40B4-BE49-F238E27FC236}">
                    <a16:creationId xmlns:a16="http://schemas.microsoft.com/office/drawing/2014/main" id="{A51BEB8E-CB78-6343-AB5B-0FAAD83DDB11}"/>
                  </a:ext>
                </a:extLst>
              </p:cNvPr>
              <p:cNvGrpSpPr>
                <a:grpSpLocks/>
              </p:cNvGrpSpPr>
              <p:nvPr/>
            </p:nvGrpSpPr>
            <p:grpSpPr bwMode="auto">
              <a:xfrm>
                <a:off x="804" y="997"/>
                <a:ext cx="249" cy="1295"/>
                <a:chOff x="748" y="997"/>
                <a:chExt cx="249" cy="1295"/>
              </a:xfrm>
            </p:grpSpPr>
            <p:sp>
              <p:nvSpPr>
                <p:cNvPr id="156" name="Rectangle 33">
                  <a:extLst>
                    <a:ext uri="{FF2B5EF4-FFF2-40B4-BE49-F238E27FC236}">
                      <a16:creationId xmlns:a16="http://schemas.microsoft.com/office/drawing/2014/main" id="{1D2E2A7A-D30D-664E-A612-0857B3D0E4B6}"/>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7" name="Rectangle 34">
                  <a:extLst>
                    <a:ext uri="{FF2B5EF4-FFF2-40B4-BE49-F238E27FC236}">
                      <a16:creationId xmlns:a16="http://schemas.microsoft.com/office/drawing/2014/main" id="{8E72E2CC-79B7-6543-BC67-FF039A8E2FDB}"/>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Rectangle 35">
                  <a:extLst>
                    <a:ext uri="{FF2B5EF4-FFF2-40B4-BE49-F238E27FC236}">
                      <a16:creationId xmlns:a16="http://schemas.microsoft.com/office/drawing/2014/main" id="{30FE5ACD-D95D-574F-9366-5EFC8A7E18FA}"/>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35" name="Group 36">
                <a:extLst>
                  <a:ext uri="{FF2B5EF4-FFF2-40B4-BE49-F238E27FC236}">
                    <a16:creationId xmlns:a16="http://schemas.microsoft.com/office/drawing/2014/main" id="{5C3DD79B-12CD-B541-8D50-5DBDCC7A6053}"/>
                  </a:ext>
                </a:extLst>
              </p:cNvPr>
              <p:cNvGrpSpPr>
                <a:grpSpLocks/>
              </p:cNvGrpSpPr>
              <p:nvPr/>
            </p:nvGrpSpPr>
            <p:grpSpPr bwMode="auto">
              <a:xfrm>
                <a:off x="2109" y="1002"/>
                <a:ext cx="249" cy="1295"/>
                <a:chOff x="748" y="997"/>
                <a:chExt cx="249" cy="1295"/>
              </a:xfrm>
            </p:grpSpPr>
            <p:sp>
              <p:nvSpPr>
                <p:cNvPr id="153" name="Rectangle 37">
                  <a:extLst>
                    <a:ext uri="{FF2B5EF4-FFF2-40B4-BE49-F238E27FC236}">
                      <a16:creationId xmlns:a16="http://schemas.microsoft.com/office/drawing/2014/main" id="{0D165B5C-42F0-7146-AA7F-E468E41E9976}"/>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Rectangle 38">
                  <a:extLst>
                    <a:ext uri="{FF2B5EF4-FFF2-40B4-BE49-F238E27FC236}">
                      <a16:creationId xmlns:a16="http://schemas.microsoft.com/office/drawing/2014/main" id="{75AA2AC8-0434-1D42-B745-912205EEB8FB}"/>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Rectangle 39">
                  <a:extLst>
                    <a:ext uri="{FF2B5EF4-FFF2-40B4-BE49-F238E27FC236}">
                      <a16:creationId xmlns:a16="http://schemas.microsoft.com/office/drawing/2014/main" id="{53CBA0BE-8E05-424B-B90D-1C4E2ED7296C}"/>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36" name="Line 40">
                <a:extLst>
                  <a:ext uri="{FF2B5EF4-FFF2-40B4-BE49-F238E27FC236}">
                    <a16:creationId xmlns:a16="http://schemas.microsoft.com/office/drawing/2014/main" id="{414D90B8-DEBE-B84E-92C6-CBB94C405FBA}"/>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Line 41">
                <a:extLst>
                  <a:ext uri="{FF2B5EF4-FFF2-40B4-BE49-F238E27FC236}">
                    <a16:creationId xmlns:a16="http://schemas.microsoft.com/office/drawing/2014/main" id="{193F439E-A0CB-BE4E-A767-399A338483CC}"/>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Line 42">
                <a:extLst>
                  <a:ext uri="{FF2B5EF4-FFF2-40B4-BE49-F238E27FC236}">
                    <a16:creationId xmlns:a16="http://schemas.microsoft.com/office/drawing/2014/main" id="{07DC5438-65CD-8040-9C95-EB788FCACA85}"/>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43">
                <a:extLst>
                  <a:ext uri="{FF2B5EF4-FFF2-40B4-BE49-F238E27FC236}">
                    <a16:creationId xmlns:a16="http://schemas.microsoft.com/office/drawing/2014/main" id="{EC6AC95C-A7B2-8D45-BDD7-51C70380F2E9}"/>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44">
                <a:extLst>
                  <a:ext uri="{FF2B5EF4-FFF2-40B4-BE49-F238E27FC236}">
                    <a16:creationId xmlns:a16="http://schemas.microsoft.com/office/drawing/2014/main" id="{391784A2-88F1-CF43-B836-438D26F35D99}"/>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45">
                <a:extLst>
                  <a:ext uri="{FF2B5EF4-FFF2-40B4-BE49-F238E27FC236}">
                    <a16:creationId xmlns:a16="http://schemas.microsoft.com/office/drawing/2014/main" id="{E4BF36D2-171F-B148-8431-04035400B2D1}"/>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45" name="Group 46">
                <a:extLst>
                  <a:ext uri="{FF2B5EF4-FFF2-40B4-BE49-F238E27FC236}">
                    <a16:creationId xmlns:a16="http://schemas.microsoft.com/office/drawing/2014/main" id="{6A23E468-2FC0-D842-99E6-C85245510E21}"/>
                  </a:ext>
                </a:extLst>
              </p:cNvPr>
              <p:cNvGrpSpPr>
                <a:grpSpLocks/>
              </p:cNvGrpSpPr>
              <p:nvPr/>
            </p:nvGrpSpPr>
            <p:grpSpPr bwMode="auto">
              <a:xfrm>
                <a:off x="523" y="1169"/>
                <a:ext cx="288" cy="939"/>
                <a:chOff x="-60" y="1148"/>
                <a:chExt cx="168" cy="939"/>
              </a:xfrm>
            </p:grpSpPr>
            <p:sp>
              <p:nvSpPr>
                <p:cNvPr id="150" name="Line 47">
                  <a:extLst>
                    <a:ext uri="{FF2B5EF4-FFF2-40B4-BE49-F238E27FC236}">
                      <a16:creationId xmlns:a16="http://schemas.microsoft.com/office/drawing/2014/main" id="{46B8DCC8-C78E-5946-97FA-DF37A5D12279}"/>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48">
                  <a:extLst>
                    <a:ext uri="{FF2B5EF4-FFF2-40B4-BE49-F238E27FC236}">
                      <a16:creationId xmlns:a16="http://schemas.microsoft.com/office/drawing/2014/main" id="{CDDE8C10-BFA8-D045-BFE9-3D6F6089A748}"/>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Line 49">
                  <a:extLst>
                    <a:ext uri="{FF2B5EF4-FFF2-40B4-BE49-F238E27FC236}">
                      <a16:creationId xmlns:a16="http://schemas.microsoft.com/office/drawing/2014/main" id="{39539C18-A10C-DB44-A87D-DDBFE4B9A78C}"/>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6" name="Group 50">
                <a:extLst>
                  <a:ext uri="{FF2B5EF4-FFF2-40B4-BE49-F238E27FC236}">
                    <a16:creationId xmlns:a16="http://schemas.microsoft.com/office/drawing/2014/main" id="{C5C5F675-53F5-C345-BF7D-D175E0816F5D}"/>
                  </a:ext>
                </a:extLst>
              </p:cNvPr>
              <p:cNvGrpSpPr>
                <a:grpSpLocks/>
              </p:cNvGrpSpPr>
              <p:nvPr/>
            </p:nvGrpSpPr>
            <p:grpSpPr bwMode="auto">
              <a:xfrm>
                <a:off x="2334" y="1173"/>
                <a:ext cx="288" cy="939"/>
                <a:chOff x="-60" y="1148"/>
                <a:chExt cx="168" cy="939"/>
              </a:xfrm>
            </p:grpSpPr>
            <p:sp>
              <p:nvSpPr>
                <p:cNvPr id="147" name="Line 51">
                  <a:extLst>
                    <a:ext uri="{FF2B5EF4-FFF2-40B4-BE49-F238E27FC236}">
                      <a16:creationId xmlns:a16="http://schemas.microsoft.com/office/drawing/2014/main" id="{98C13E3B-D516-B947-BE59-93C8B104F33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Line 52">
                  <a:extLst>
                    <a:ext uri="{FF2B5EF4-FFF2-40B4-BE49-F238E27FC236}">
                      <a16:creationId xmlns:a16="http://schemas.microsoft.com/office/drawing/2014/main" id="{CE252363-458C-C941-BAB9-6BC53DD18A58}"/>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 name="Line 53">
                  <a:extLst>
                    <a:ext uri="{FF2B5EF4-FFF2-40B4-BE49-F238E27FC236}">
                      <a16:creationId xmlns:a16="http://schemas.microsoft.com/office/drawing/2014/main" id="{D9F4BF94-F778-5040-8CC6-996F2BF703AE}"/>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12" name="Rectangle 54">
              <a:extLst>
                <a:ext uri="{FF2B5EF4-FFF2-40B4-BE49-F238E27FC236}">
                  <a16:creationId xmlns:a16="http://schemas.microsoft.com/office/drawing/2014/main" id="{6533D250-EDC5-4146-A678-D8717156F903}"/>
                </a:ext>
              </a:extLst>
            </p:cNvPr>
            <p:cNvSpPr>
              <a:spLocks noChangeArrowheads="1"/>
            </p:cNvSpPr>
            <p:nvPr/>
          </p:nvSpPr>
          <p:spPr bwMode="auto">
            <a:xfrm>
              <a:off x="1012" y="101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55">
              <a:extLst>
                <a:ext uri="{FF2B5EF4-FFF2-40B4-BE49-F238E27FC236}">
                  <a16:creationId xmlns:a16="http://schemas.microsoft.com/office/drawing/2014/main" id="{733150BE-256C-9945-B7EB-CAF89F9D7BA8}"/>
                </a:ext>
              </a:extLst>
            </p:cNvPr>
            <p:cNvSpPr>
              <a:spLocks noChangeArrowheads="1"/>
            </p:cNvSpPr>
            <p:nvPr/>
          </p:nvSpPr>
          <p:spPr bwMode="auto">
            <a:xfrm>
              <a:off x="1003" y="1494"/>
              <a:ext cx="175" cy="98"/>
            </a:xfrm>
            <a:prstGeom prst="rect">
              <a:avLst/>
            </a:prstGeom>
            <a:solidFill>
              <a:srgbClr val="0000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Rectangle 56">
              <a:extLst>
                <a:ext uri="{FF2B5EF4-FFF2-40B4-BE49-F238E27FC236}">
                  <a16:creationId xmlns:a16="http://schemas.microsoft.com/office/drawing/2014/main" id="{DCF223E2-6636-B042-B0AB-7F418AF1C068}"/>
                </a:ext>
              </a:extLst>
            </p:cNvPr>
            <p:cNvSpPr>
              <a:spLocks noChangeArrowheads="1"/>
            </p:cNvSpPr>
            <p:nvPr/>
          </p:nvSpPr>
          <p:spPr bwMode="auto">
            <a:xfrm>
              <a:off x="994" y="196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Rectangle 57">
              <a:extLst>
                <a:ext uri="{FF2B5EF4-FFF2-40B4-BE49-F238E27FC236}">
                  <a16:creationId xmlns:a16="http://schemas.microsoft.com/office/drawing/2014/main" id="{42A5E003-C01F-464E-BA40-0D2180E7A947}"/>
                </a:ext>
              </a:extLst>
            </p:cNvPr>
            <p:cNvSpPr>
              <a:spLocks noChangeArrowheads="1"/>
            </p:cNvSpPr>
            <p:nvPr/>
          </p:nvSpPr>
          <p:spPr bwMode="auto">
            <a:xfrm>
              <a:off x="764" y="1017"/>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58">
              <a:extLst>
                <a:ext uri="{FF2B5EF4-FFF2-40B4-BE49-F238E27FC236}">
                  <a16:creationId xmlns:a16="http://schemas.microsoft.com/office/drawing/2014/main" id="{AF8A4BDE-7DE0-5D4B-BAF3-25D6FE49F4C1}"/>
                </a:ext>
              </a:extLst>
            </p:cNvPr>
            <p:cNvSpPr>
              <a:spLocks noChangeArrowheads="1"/>
            </p:cNvSpPr>
            <p:nvPr/>
          </p:nvSpPr>
          <p:spPr bwMode="auto">
            <a:xfrm>
              <a:off x="760" y="1953"/>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Line 60">
              <a:extLst>
                <a:ext uri="{FF2B5EF4-FFF2-40B4-BE49-F238E27FC236}">
                  <a16:creationId xmlns:a16="http://schemas.microsoft.com/office/drawing/2014/main" id="{96A833D6-A794-2B49-A8B8-2E8C1DECA3C6}"/>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Freeform 62">
              <a:extLst>
                <a:ext uri="{FF2B5EF4-FFF2-40B4-BE49-F238E27FC236}">
                  <a16:creationId xmlns:a16="http://schemas.microsoft.com/office/drawing/2014/main" id="{7BD68626-6CAA-5243-9905-C91EECAD0D86}"/>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 name="Text Box 63">
              <a:extLst>
                <a:ext uri="{FF2B5EF4-FFF2-40B4-BE49-F238E27FC236}">
                  <a16:creationId xmlns:a16="http://schemas.microsoft.com/office/drawing/2014/main" id="{604F0A70-4585-C940-BDA5-31DD439A5158}"/>
                </a:ext>
              </a:extLst>
            </p:cNvPr>
            <p:cNvSpPr txBox="1">
              <a:spLocks noChangeArrowheads="1"/>
            </p:cNvSpPr>
            <p:nvPr/>
          </p:nvSpPr>
          <p:spPr bwMode="auto">
            <a:xfrm>
              <a:off x="933" y="2335"/>
              <a:ext cx="15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t>
              </a:r>
              <a:r>
                <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a:t>
              </a: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packets more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from input to output</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 Box 64">
              <a:extLst>
                <a:ext uri="{FF2B5EF4-FFF2-40B4-BE49-F238E27FC236}">
                  <a16:creationId xmlns:a16="http://schemas.microsoft.com/office/drawing/2014/main" id="{96BB623D-5AC2-324A-9F19-41604686D0B5}"/>
                </a:ext>
              </a:extLst>
            </p:cNvPr>
            <p:cNvSpPr txBox="1">
              <a:spLocks noChangeArrowheads="1"/>
            </p:cNvSpPr>
            <p:nvPr/>
          </p:nvSpPr>
          <p:spPr bwMode="auto">
            <a:xfrm>
              <a:off x="3354" y="2325"/>
              <a:ext cx="15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one packet time later</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 name="Text Box 66">
              <a:extLst>
                <a:ext uri="{FF2B5EF4-FFF2-40B4-BE49-F238E27FC236}">
                  <a16:creationId xmlns:a16="http://schemas.microsoft.com/office/drawing/2014/main" id="{7BEE8A84-29FF-8A46-80DB-4C86D5CEDC5A}"/>
                </a:ext>
              </a:extLst>
            </p:cNvPr>
            <p:cNvSpPr txBox="1">
              <a:spLocks noChangeArrowheads="1"/>
            </p:cNvSpPr>
            <p:nvPr/>
          </p:nvSpPr>
          <p:spPr bwMode="auto">
            <a:xfrm>
              <a:off x="1488" y="1545"/>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2" name="Text Box 67">
              <a:extLst>
                <a:ext uri="{FF2B5EF4-FFF2-40B4-BE49-F238E27FC236}">
                  <a16:creationId xmlns:a16="http://schemas.microsoft.com/office/drawing/2014/main" id="{E29AC416-78AA-EF47-B951-CE10628CE883}"/>
                </a:ext>
              </a:extLst>
            </p:cNvPr>
            <p:cNvSpPr txBox="1">
              <a:spLocks noChangeArrowheads="1"/>
            </p:cNvSpPr>
            <p:nvPr/>
          </p:nvSpPr>
          <p:spPr bwMode="auto">
            <a:xfrm>
              <a:off x="3895" y="1479"/>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3" name="Rectangle 68">
              <a:extLst>
                <a:ext uri="{FF2B5EF4-FFF2-40B4-BE49-F238E27FC236}">
                  <a16:creationId xmlns:a16="http://schemas.microsoft.com/office/drawing/2014/main" id="{EBBED845-CC7D-A448-A26A-9D83004FB163}"/>
                </a:ext>
              </a:extLst>
            </p:cNvPr>
            <p:cNvSpPr>
              <a:spLocks noChangeArrowheads="1"/>
            </p:cNvSpPr>
            <p:nvPr/>
          </p:nvSpPr>
          <p:spPr bwMode="auto">
            <a:xfrm>
              <a:off x="4746" y="97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Rectangle 69">
              <a:extLst>
                <a:ext uri="{FF2B5EF4-FFF2-40B4-BE49-F238E27FC236}">
                  <a16:creationId xmlns:a16="http://schemas.microsoft.com/office/drawing/2014/main" id="{B9035B93-B30D-CE44-9DA1-9C70506C0C26}"/>
                </a:ext>
              </a:extLst>
            </p:cNvPr>
            <p:cNvSpPr>
              <a:spLocks noChangeArrowheads="1"/>
            </p:cNvSpPr>
            <p:nvPr/>
          </p:nvSpPr>
          <p:spPr bwMode="auto">
            <a:xfrm>
              <a:off x="4746" y="14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Rectangle 70">
              <a:extLst>
                <a:ext uri="{FF2B5EF4-FFF2-40B4-BE49-F238E27FC236}">
                  <a16:creationId xmlns:a16="http://schemas.microsoft.com/office/drawing/2014/main" id="{5810B19B-3BE7-A24D-B82A-414C00ADCFDD}"/>
                </a:ext>
              </a:extLst>
            </p:cNvPr>
            <p:cNvSpPr>
              <a:spLocks noChangeArrowheads="1"/>
            </p:cNvSpPr>
            <p:nvPr/>
          </p:nvSpPr>
          <p:spPr bwMode="auto">
            <a:xfrm>
              <a:off x="4743" y="109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Rectangle 71">
              <a:extLst>
                <a:ext uri="{FF2B5EF4-FFF2-40B4-BE49-F238E27FC236}">
                  <a16:creationId xmlns:a16="http://schemas.microsoft.com/office/drawing/2014/main" id="{6B5B1987-5B94-E443-9D49-E20CCF048D23}"/>
                </a:ext>
              </a:extLst>
            </p:cNvPr>
            <p:cNvSpPr>
              <a:spLocks noChangeArrowheads="1"/>
            </p:cNvSpPr>
            <p:nvPr/>
          </p:nvSpPr>
          <p:spPr bwMode="auto">
            <a:xfrm>
              <a:off x="3445" y="1001"/>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Rectangle 72">
              <a:extLst>
                <a:ext uri="{FF2B5EF4-FFF2-40B4-BE49-F238E27FC236}">
                  <a16:creationId xmlns:a16="http://schemas.microsoft.com/office/drawing/2014/main" id="{6534AE61-2C02-FF40-9B6B-17890769827B}"/>
                </a:ext>
              </a:extLst>
            </p:cNvPr>
            <p:cNvSpPr>
              <a:spLocks noChangeArrowheads="1"/>
            </p:cNvSpPr>
            <p:nvPr/>
          </p:nvSpPr>
          <p:spPr bwMode="auto">
            <a:xfrm>
              <a:off x="3434" y="1965"/>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Freeform 73">
              <a:extLst>
                <a:ext uri="{FF2B5EF4-FFF2-40B4-BE49-F238E27FC236}">
                  <a16:creationId xmlns:a16="http://schemas.microsoft.com/office/drawing/2014/main" id="{1E7AE224-FE87-FB4E-B36B-C15E6C5CA58C}"/>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Freeform 74">
              <a:extLst>
                <a:ext uri="{FF2B5EF4-FFF2-40B4-BE49-F238E27FC236}">
                  <a16:creationId xmlns:a16="http://schemas.microsoft.com/office/drawing/2014/main" id="{2CC15758-62B6-7548-9E59-821BE4E8E2DF}"/>
                </a:ext>
              </a:extLst>
            </p:cNvPr>
            <p:cNvSpPr>
              <a:spLocks/>
            </p:cNvSpPr>
            <p:nvPr/>
          </p:nvSpPr>
          <p:spPr bwMode="auto">
            <a:xfrm>
              <a:off x="3669" y="1051"/>
              <a:ext cx="988" cy="951"/>
            </a:xfrm>
            <a:custGeom>
              <a:avLst/>
              <a:gdLst>
                <a:gd name="T0" fmla="*/ 0 w 1002"/>
                <a:gd name="T1" fmla="*/ 29707 h 480"/>
                <a:gd name="T2" fmla="*/ 429 w 1002"/>
                <a:gd name="T3" fmla="*/ 0 h 480"/>
                <a:gd name="T4" fmla="*/ 822 w 1002"/>
                <a:gd name="T5" fmla="*/ 6892561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75">
              <a:extLst>
                <a:ext uri="{FF2B5EF4-FFF2-40B4-BE49-F238E27FC236}">
                  <a16:creationId xmlns:a16="http://schemas.microsoft.com/office/drawing/2014/main" id="{44597880-5DB3-2847-9281-A57CE0DEB824}"/>
                </a:ext>
              </a:extLst>
            </p:cNvPr>
            <p:cNvSpPr>
              <a:spLocks noChangeShapeType="1"/>
            </p:cNvSpPr>
            <p:nvPr/>
          </p:nvSpPr>
          <p:spPr bwMode="auto">
            <a:xfrm>
              <a:off x="1208" y="1545"/>
              <a:ext cx="1012" cy="14"/>
            </a:xfrm>
            <a:prstGeom prst="line">
              <a:avLst/>
            </a:prstGeom>
            <a:noFill/>
            <a:ln w="28575">
              <a:solidFill>
                <a:srgbClr val="3333CC"/>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Rectangle 76">
              <a:extLst>
                <a:ext uri="{FF2B5EF4-FFF2-40B4-BE49-F238E27FC236}">
                  <a16:creationId xmlns:a16="http://schemas.microsoft.com/office/drawing/2014/main" id="{55AA31C1-E06E-3A4D-9D65-59BD27F99ABB}"/>
                </a:ext>
              </a:extLst>
            </p:cNvPr>
            <p:cNvSpPr>
              <a:spLocks noChangeArrowheads="1"/>
            </p:cNvSpPr>
            <p:nvPr/>
          </p:nvSpPr>
          <p:spPr bwMode="auto">
            <a:xfrm>
              <a:off x="550" y="1010"/>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Rectangle 77">
              <a:extLst>
                <a:ext uri="{FF2B5EF4-FFF2-40B4-BE49-F238E27FC236}">
                  <a16:creationId xmlns:a16="http://schemas.microsoft.com/office/drawing/2014/main" id="{57ED66FB-7C4E-D94C-9C1E-E868CE831114}"/>
                </a:ext>
              </a:extLst>
            </p:cNvPr>
            <p:cNvSpPr>
              <a:spLocks noChangeArrowheads="1"/>
            </p:cNvSpPr>
            <p:nvPr/>
          </p:nvSpPr>
          <p:spPr bwMode="auto">
            <a:xfrm>
              <a:off x="3194" y="9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7" name="Rectangle 3">
            <a:extLst>
              <a:ext uri="{FF2B5EF4-FFF2-40B4-BE49-F238E27FC236}">
                <a16:creationId xmlns:a16="http://schemas.microsoft.com/office/drawing/2014/main" id="{58037103-EAF8-5B49-9CFE-A0E92B794745}"/>
              </a:ext>
            </a:extLst>
          </p:cNvPr>
          <p:cNvSpPr txBox="1">
            <a:spLocks noChangeArrowheads="1"/>
          </p:cNvSpPr>
          <p:nvPr/>
        </p:nvSpPr>
        <p:spPr>
          <a:xfrm>
            <a:off x="900868" y="4672501"/>
            <a:ext cx="10057863" cy="17564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buffering when arrival rate via switch exceeds output line speed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queueing (delay) and loss due to output port buffer overflow!</a:t>
            </a:r>
            <a:endPar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74" name="Slide Number Placeholder 4">
            <a:extLst>
              <a:ext uri="{FF2B5EF4-FFF2-40B4-BE49-F238E27FC236}">
                <a16:creationId xmlns:a16="http://schemas.microsoft.com/office/drawing/2014/main" id="{099ED71D-C4B2-544C-BD35-62F10A59E72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31</a:t>
            </a:fld>
            <a:endParaRPr lang="en-US" dirty="0"/>
          </a:p>
        </p:txBody>
      </p:sp>
    </p:spTree>
    <p:extLst>
      <p:ext uri="{BB962C8B-B14F-4D97-AF65-F5344CB8AC3E}">
        <p14:creationId xmlns:p14="http://schemas.microsoft.com/office/powerpoint/2010/main" val="3807879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852267" y="1386402"/>
            <a:ext cx="10515600" cy="2271198"/>
          </a:xfrm>
        </p:spPr>
        <p:txBody>
          <a:bodyPr/>
          <a:lstStyle/>
          <a:p>
            <a:r>
              <a:rPr lang="en-US" altLang="en-US" dirty="0">
                <a:ea typeface="ＭＳ Ｐゴシック" panose="020B0600070205080204" pitchFamily="34" charset="-128"/>
                <a:cs typeface="ＭＳ Ｐゴシック" panose="020B0600070205080204" pitchFamily="34" charset="-128"/>
              </a:rPr>
              <a:t>RFC 3439 rule of thumb: average buffering equal to “t</a:t>
            </a:r>
            <a:r>
              <a:rPr lang="en-US" altLang="ja-JP" dirty="0">
                <a:ea typeface="ＭＳ Ｐゴシック" panose="020B0600070205080204" pitchFamily="34" charset="-128"/>
                <a:cs typeface="ＭＳ Ｐゴシック" panose="020B0600070205080204" pitchFamily="34" charset="-128"/>
              </a:rPr>
              <a:t>ypical” RTT (say 250 </a:t>
            </a:r>
            <a:r>
              <a:rPr lang="en-US" altLang="ja-JP" dirty="0" err="1">
                <a:ea typeface="ＭＳ Ｐゴシック" panose="020B0600070205080204" pitchFamily="34" charset="-128"/>
                <a:cs typeface="ＭＳ Ｐゴシック" panose="020B0600070205080204" pitchFamily="34" charset="-128"/>
              </a:rPr>
              <a:t>msec</a:t>
            </a:r>
            <a:r>
              <a:rPr lang="en-US" altLang="ja-JP" dirty="0">
                <a:ea typeface="ＭＳ Ｐゴシック" panose="020B0600070205080204" pitchFamily="34" charset="-128"/>
                <a:cs typeface="ＭＳ Ｐゴシック" panose="020B0600070205080204" pitchFamily="34" charset="-128"/>
              </a:rPr>
              <a:t>) times link capacity C</a:t>
            </a:r>
          </a:p>
          <a:p>
            <a:pPr lvl="1"/>
            <a:r>
              <a:rPr lang="en-US" altLang="en-US" dirty="0">
                <a:ea typeface="ＭＳ Ｐゴシック" panose="020B0600070205080204" pitchFamily="34" charset="-128"/>
              </a:rPr>
              <a:t>e.g., C = 10 Gbps link: 2.5 Gbit buffer</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How much buffering?</a:t>
            </a:r>
          </a:p>
        </p:txBody>
      </p:sp>
      <p:sp>
        <p:nvSpPr>
          <p:cNvPr id="148" name="Content Placeholder 1">
            <a:extLst>
              <a:ext uri="{FF2B5EF4-FFF2-40B4-BE49-F238E27FC236}">
                <a16:creationId xmlns:a16="http://schemas.microsoft.com/office/drawing/2014/main" id="{2CA89C76-C02B-504D-B49F-6A8F0BD48BEC}"/>
              </a:ext>
            </a:extLst>
          </p:cNvPr>
          <p:cNvSpPr txBox="1">
            <a:spLocks/>
          </p:cNvSpPr>
          <p:nvPr/>
        </p:nvSpPr>
        <p:spPr>
          <a:xfrm>
            <a:off x="878059" y="4169460"/>
            <a:ext cx="10515600" cy="2271198"/>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but</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too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much buffering can increase delays (particularly in home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long RTTs: poor performance for </a:t>
            </a:r>
            <a:r>
              <a:rPr kumimoji="0" lang="en-US" altLang="en-US" sz="26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realtime</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apps, sluggish TCP response </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recall delay-based congestion control: “keep bottleneck link just full enough (busy) but no fuller”</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91B9736C-A88D-A145-96CB-206C67EEEE9F}"/>
              </a:ext>
            </a:extLst>
          </p:cNvPr>
          <p:cNvGrpSpPr/>
          <p:nvPr/>
        </p:nvGrpSpPr>
        <p:grpSpPr>
          <a:xfrm>
            <a:off x="878057" y="2664217"/>
            <a:ext cx="10515600" cy="1389648"/>
            <a:chOff x="878057" y="2664217"/>
            <a:chExt cx="10515600" cy="1389648"/>
          </a:xfrm>
        </p:grpSpPr>
        <p:grpSp>
          <p:nvGrpSpPr>
            <p:cNvPr id="142" name="Group 9">
              <a:extLst>
                <a:ext uri="{FF2B5EF4-FFF2-40B4-BE49-F238E27FC236}">
                  <a16:creationId xmlns:a16="http://schemas.microsoft.com/office/drawing/2014/main" id="{2DAF3F0B-494F-9244-AC25-13EA4696851F}"/>
                </a:ext>
              </a:extLst>
            </p:cNvPr>
            <p:cNvGrpSpPr>
              <a:grpSpLocks/>
            </p:cNvGrpSpPr>
            <p:nvPr/>
          </p:nvGrpSpPr>
          <p:grpSpPr bwMode="auto">
            <a:xfrm>
              <a:off x="4293797" y="2944202"/>
              <a:ext cx="1165225" cy="1109663"/>
              <a:chOff x="1923" y="2801"/>
              <a:chExt cx="734" cy="699"/>
            </a:xfrm>
          </p:grpSpPr>
          <p:sp>
            <p:nvSpPr>
              <p:cNvPr id="143" name="Text Box 4">
                <a:extLst>
                  <a:ext uri="{FF2B5EF4-FFF2-40B4-BE49-F238E27FC236}">
                    <a16:creationId xmlns:a16="http://schemas.microsoft.com/office/drawing/2014/main" id="{D468D38D-B0DA-1E42-B890-97301180D7BB}"/>
                  </a:ext>
                </a:extLst>
              </p:cNvPr>
              <p:cNvSpPr txBox="1">
                <a:spLocks noChangeArrowheads="1"/>
              </p:cNvSpPr>
              <p:nvPr/>
            </p:nvSpPr>
            <p:spPr bwMode="auto">
              <a:xfrm>
                <a:off x="1923" y="2918"/>
                <a:ext cx="7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RTT  C</a:t>
                </a:r>
              </a:p>
            </p:txBody>
          </p:sp>
          <p:sp>
            <p:nvSpPr>
              <p:cNvPr id="144" name="Text Box 5">
                <a:extLst>
                  <a:ext uri="{FF2B5EF4-FFF2-40B4-BE49-F238E27FC236}">
                    <a16:creationId xmlns:a16="http://schemas.microsoft.com/office/drawing/2014/main" id="{3DD845BD-5B68-2C4C-8E91-9B4EA7D971D6}"/>
                  </a:ext>
                </a:extLst>
              </p:cNvPr>
              <p:cNvSpPr txBox="1">
                <a:spLocks noChangeArrowheads="1"/>
              </p:cNvSpPr>
              <p:nvPr/>
            </p:nvSpPr>
            <p:spPr bwMode="auto">
              <a:xfrm>
                <a:off x="2309" y="2801"/>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145" name="Line 6">
                <a:extLst>
                  <a:ext uri="{FF2B5EF4-FFF2-40B4-BE49-F238E27FC236}">
                    <a16:creationId xmlns:a16="http://schemas.microsoft.com/office/drawing/2014/main" id="{28A40C80-3092-494A-950C-50BA83F18E8D}"/>
                  </a:ext>
                </a:extLst>
              </p:cNvPr>
              <p:cNvSpPr>
                <a:spLocks noChangeShapeType="1"/>
              </p:cNvSpPr>
              <p:nvPr/>
            </p:nvSpPr>
            <p:spPr bwMode="auto">
              <a:xfrm>
                <a:off x="1929" y="3168"/>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Text Box 7">
                <a:extLst>
                  <a:ext uri="{FF2B5EF4-FFF2-40B4-BE49-F238E27FC236}">
                    <a16:creationId xmlns:a16="http://schemas.microsoft.com/office/drawing/2014/main" id="{ED21B194-B55C-DD42-A639-87FACAF4BD7E}"/>
                  </a:ext>
                </a:extLst>
              </p:cNvPr>
              <p:cNvSpPr txBox="1">
                <a:spLocks noChangeArrowheads="1"/>
              </p:cNvSpPr>
              <p:nvPr/>
            </p:nvSpPr>
            <p:spPr bwMode="auto">
              <a:xfrm>
                <a:off x="2091" y="32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a:t>
                </a:r>
              </a:p>
            </p:txBody>
          </p:sp>
          <p:sp>
            <p:nvSpPr>
              <p:cNvPr id="147" name="Freeform 8">
                <a:extLst>
                  <a:ext uri="{FF2B5EF4-FFF2-40B4-BE49-F238E27FC236}">
                    <a16:creationId xmlns:a16="http://schemas.microsoft.com/office/drawing/2014/main" id="{B791CD56-53AF-5C4F-AE98-C6C005B2209B}"/>
                  </a:ext>
                </a:extLst>
              </p:cNvPr>
              <p:cNvSpPr>
                <a:spLocks/>
              </p:cNvSpPr>
              <p:nvPr/>
            </p:nvSpPr>
            <p:spPr bwMode="auto">
              <a:xfrm>
                <a:off x="2062" y="3218"/>
                <a:ext cx="279" cy="209"/>
              </a:xfrm>
              <a:custGeom>
                <a:avLst/>
                <a:gdLst>
                  <a:gd name="T0" fmla="*/ 0 w 279"/>
                  <a:gd name="T1" fmla="*/ 148 h 209"/>
                  <a:gd name="T2" fmla="*/ 26 w 279"/>
                  <a:gd name="T3" fmla="*/ 105 h 209"/>
                  <a:gd name="T4" fmla="*/ 44 w 279"/>
                  <a:gd name="T5" fmla="*/ 209 h 209"/>
                  <a:gd name="T6" fmla="*/ 61 w 279"/>
                  <a:gd name="T7" fmla="*/ 0 h 209"/>
                  <a:gd name="T8" fmla="*/ 279 w 279"/>
                  <a:gd name="T9" fmla="*/ 0 h 209"/>
                  <a:gd name="T10" fmla="*/ 0 60000 65536"/>
                  <a:gd name="T11" fmla="*/ 0 60000 65536"/>
                  <a:gd name="T12" fmla="*/ 0 60000 65536"/>
                  <a:gd name="T13" fmla="*/ 0 60000 65536"/>
                  <a:gd name="T14" fmla="*/ 0 60000 65536"/>
                  <a:gd name="T15" fmla="*/ 0 w 279"/>
                  <a:gd name="T16" fmla="*/ 0 h 209"/>
                  <a:gd name="T17" fmla="*/ 279 w 279"/>
                  <a:gd name="T18" fmla="*/ 209 h 209"/>
                </a:gdLst>
                <a:ahLst/>
                <a:cxnLst>
                  <a:cxn ang="T10">
                    <a:pos x="T0" y="T1"/>
                  </a:cxn>
                  <a:cxn ang="T11">
                    <a:pos x="T2" y="T3"/>
                  </a:cxn>
                  <a:cxn ang="T12">
                    <a:pos x="T4" y="T5"/>
                  </a:cxn>
                  <a:cxn ang="T13">
                    <a:pos x="T6" y="T7"/>
                  </a:cxn>
                  <a:cxn ang="T14">
                    <a:pos x="T8" y="T9"/>
                  </a:cxn>
                </a:cxnLst>
                <a:rect l="T15" t="T16" r="T17" b="T18"/>
                <a:pathLst>
                  <a:path w="279" h="209">
                    <a:moveTo>
                      <a:pt x="0" y="148"/>
                    </a:moveTo>
                    <a:lnTo>
                      <a:pt x="26" y="105"/>
                    </a:lnTo>
                    <a:lnTo>
                      <a:pt x="44" y="209"/>
                    </a:lnTo>
                    <a:lnTo>
                      <a:pt x="61" y="0"/>
                    </a:lnTo>
                    <a:lnTo>
                      <a:pt x="279" y="0"/>
                    </a:ln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9" name="Content Placeholder 1">
              <a:extLst>
                <a:ext uri="{FF2B5EF4-FFF2-40B4-BE49-F238E27FC236}">
                  <a16:creationId xmlns:a16="http://schemas.microsoft.com/office/drawing/2014/main" id="{5BBE41F3-9B62-C74C-886C-86AA7C91E933}"/>
                </a:ext>
              </a:extLst>
            </p:cNvPr>
            <p:cNvSpPr txBox="1">
              <a:spLocks/>
            </p:cNvSpPr>
            <p:nvPr/>
          </p:nvSpPr>
          <p:spPr>
            <a:xfrm>
              <a:off x="878057" y="2664217"/>
              <a:ext cx="10515600" cy="768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more recent recommendation: with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flows, buffering equal to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 name="Slide Number Placeholder 4">
            <a:extLst>
              <a:ext uri="{FF2B5EF4-FFF2-40B4-BE49-F238E27FC236}">
                <a16:creationId xmlns:a16="http://schemas.microsoft.com/office/drawing/2014/main" id="{36346C65-A8AA-B548-AA18-D79860782BC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32</a:t>
            </a:fld>
            <a:endParaRPr lang="en-US" dirty="0"/>
          </a:p>
        </p:txBody>
      </p:sp>
    </p:spTree>
    <p:extLst>
      <p:ext uri="{BB962C8B-B14F-4D97-AF65-F5344CB8AC3E}">
        <p14:creationId xmlns:p14="http://schemas.microsoft.com/office/powerpoint/2010/main" val="21992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dissolve">
                                      <p:cBhvr>
                                        <p:cTn id="12"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Buffer Management</a:t>
            </a: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6654018" y="1463040"/>
            <a:ext cx="4966481" cy="50091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buffer management: </a:t>
            </a:r>
          </a:p>
          <a:p>
            <a:pPr marL="295275" marR="0" lvl="0" indent="-2825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which packet to add, drop when buffers are full</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tail 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 arriving packet</a:t>
            </a: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priority: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drop/remove on priority basis</a:t>
            </a:r>
          </a:p>
        </p:txBody>
      </p:sp>
      <p:sp>
        <p:nvSpPr>
          <p:cNvPr id="35" name="Rectangle 5">
            <a:extLst>
              <a:ext uri="{FF2B5EF4-FFF2-40B4-BE49-F238E27FC236}">
                <a16:creationId xmlns:a16="http://schemas.microsoft.com/office/drawing/2014/main" id="{6B5E77BE-663D-0C4F-B1A0-4FE84A5853BA}"/>
              </a:ext>
            </a:extLst>
          </p:cNvPr>
          <p:cNvSpPr>
            <a:spLocks noChangeArrowheads="1"/>
          </p:cNvSpPr>
          <p:nvPr/>
        </p:nvSpPr>
        <p:spPr bwMode="auto">
          <a:xfrm>
            <a:off x="1367869" y="1895285"/>
            <a:ext cx="3509501" cy="1819532"/>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 name="Rectangle 6">
            <a:extLst>
              <a:ext uri="{FF2B5EF4-FFF2-40B4-BE49-F238E27FC236}">
                <a16:creationId xmlns:a16="http://schemas.microsoft.com/office/drawing/2014/main" id="{5BE02A94-EF22-BA42-86FA-86D884A8ECBC}"/>
              </a:ext>
            </a:extLst>
          </p:cNvPr>
          <p:cNvSpPr>
            <a:spLocks noChangeArrowheads="1"/>
          </p:cNvSpPr>
          <p:nvPr/>
        </p:nvSpPr>
        <p:spPr bwMode="auto">
          <a:xfrm>
            <a:off x="3816974" y="2504234"/>
            <a:ext cx="974671" cy="621068"/>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 name="Rectangle 7">
            <a:extLst>
              <a:ext uri="{FF2B5EF4-FFF2-40B4-BE49-F238E27FC236}">
                <a16:creationId xmlns:a16="http://schemas.microsoft.com/office/drawing/2014/main" id="{2D2F95B6-E152-904F-9434-1185BAD6C22E}"/>
              </a:ext>
            </a:extLst>
          </p:cNvPr>
          <p:cNvSpPr>
            <a:spLocks noChangeArrowheads="1"/>
          </p:cNvSpPr>
          <p:nvPr/>
        </p:nvSpPr>
        <p:spPr bwMode="auto">
          <a:xfrm>
            <a:off x="2719466" y="2266379"/>
            <a:ext cx="965806" cy="1100138"/>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 name="Line 10">
            <a:extLst>
              <a:ext uri="{FF2B5EF4-FFF2-40B4-BE49-F238E27FC236}">
                <a16:creationId xmlns:a16="http://schemas.microsoft.com/office/drawing/2014/main" id="{1C5F0AC7-43BC-C54D-9EC4-226334C8420D}"/>
              </a:ext>
            </a:extLst>
          </p:cNvPr>
          <p:cNvSpPr>
            <a:spLocks noChangeShapeType="1"/>
          </p:cNvSpPr>
          <p:nvPr/>
        </p:nvSpPr>
        <p:spPr bwMode="auto">
          <a:xfrm>
            <a:off x="2570471" y="2839629"/>
            <a:ext cx="159637" cy="14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 name="Line 11">
            <a:extLst>
              <a:ext uri="{FF2B5EF4-FFF2-40B4-BE49-F238E27FC236}">
                <a16:creationId xmlns:a16="http://schemas.microsoft.com/office/drawing/2014/main" id="{1D5DD4EA-D05C-D747-B223-1017B318E553}"/>
              </a:ext>
            </a:extLst>
          </p:cNvPr>
          <p:cNvSpPr>
            <a:spLocks noChangeShapeType="1"/>
          </p:cNvSpPr>
          <p:nvPr/>
        </p:nvSpPr>
        <p:spPr bwMode="auto">
          <a:xfrm>
            <a:off x="3687933" y="2834779"/>
            <a:ext cx="159637" cy="14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Rectangle 13">
            <a:extLst>
              <a:ext uri="{FF2B5EF4-FFF2-40B4-BE49-F238E27FC236}">
                <a16:creationId xmlns:a16="http://schemas.microsoft.com/office/drawing/2014/main" id="{B95717F2-1515-C143-9500-6A8B8FCE180F}"/>
              </a:ext>
            </a:extLst>
          </p:cNvPr>
          <p:cNvSpPr>
            <a:spLocks noChangeArrowheads="1"/>
          </p:cNvSpPr>
          <p:nvPr/>
        </p:nvSpPr>
        <p:spPr bwMode="auto">
          <a:xfrm>
            <a:off x="2747403" y="2416579"/>
            <a:ext cx="884657"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42" name="Rectangle 16">
            <a:extLst>
              <a:ext uri="{FF2B5EF4-FFF2-40B4-BE49-F238E27FC236}">
                <a16:creationId xmlns:a16="http://schemas.microsoft.com/office/drawing/2014/main" id="{DC955E5A-0AAE-9941-B8FE-125514F714AF}"/>
              </a:ext>
            </a:extLst>
          </p:cNvPr>
          <p:cNvSpPr>
            <a:spLocks noChangeArrowheads="1"/>
          </p:cNvSpPr>
          <p:nvPr/>
        </p:nvSpPr>
        <p:spPr bwMode="auto">
          <a:xfrm>
            <a:off x="332969" y="2208898"/>
            <a:ext cx="884658"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fabric</a:t>
            </a:r>
          </a:p>
        </p:txBody>
      </p:sp>
      <p:grpSp>
        <p:nvGrpSpPr>
          <p:cNvPr id="43" name="Group 28">
            <a:extLst>
              <a:ext uri="{FF2B5EF4-FFF2-40B4-BE49-F238E27FC236}">
                <a16:creationId xmlns:a16="http://schemas.microsoft.com/office/drawing/2014/main" id="{A1443F96-0F63-DB42-8E29-A8625BB994E0}"/>
              </a:ext>
            </a:extLst>
          </p:cNvPr>
          <p:cNvGrpSpPr>
            <a:grpSpLocks/>
          </p:cNvGrpSpPr>
          <p:nvPr/>
        </p:nvGrpSpPr>
        <p:grpSpPr bwMode="auto">
          <a:xfrm>
            <a:off x="1431729" y="2004504"/>
            <a:ext cx="1187971" cy="1614085"/>
            <a:chOff x="3132" y="858"/>
            <a:chExt cx="893" cy="1085"/>
          </a:xfrm>
        </p:grpSpPr>
        <p:sp>
          <p:nvSpPr>
            <p:cNvPr id="46" name="Rectangle 8">
              <a:extLst>
                <a:ext uri="{FF2B5EF4-FFF2-40B4-BE49-F238E27FC236}">
                  <a16:creationId xmlns:a16="http://schemas.microsoft.com/office/drawing/2014/main" id="{2FD0FF32-9B37-DC42-BD62-F82282C0088F}"/>
                </a:ext>
              </a:extLst>
            </p:cNvPr>
            <p:cNvSpPr>
              <a:spLocks noChangeArrowheads="1"/>
            </p:cNvSpPr>
            <p:nvPr/>
          </p:nvSpPr>
          <p:spPr bwMode="auto">
            <a:xfrm>
              <a:off x="3180" y="858"/>
              <a:ext cx="786" cy="1085"/>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 name="Text Box 14">
              <a:extLst>
                <a:ext uri="{FF2B5EF4-FFF2-40B4-BE49-F238E27FC236}">
                  <a16:creationId xmlns:a16="http://schemas.microsoft.com/office/drawing/2014/main" id="{A704393B-C1D3-CB4A-8942-0AB0E7633A09}"/>
                </a:ext>
              </a:extLst>
            </p:cNvPr>
            <p:cNvSpPr txBox="1">
              <a:spLocks noChangeArrowheads="1"/>
            </p:cNvSpPr>
            <p:nvPr/>
          </p:nvSpPr>
          <p:spPr bwMode="auto">
            <a:xfrm>
              <a:off x="3132" y="883"/>
              <a:ext cx="893"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scheduling</a:t>
              </a:r>
            </a:p>
          </p:txBody>
        </p:sp>
        <p:grpSp>
          <p:nvGrpSpPr>
            <p:cNvPr id="48" name="Group 17">
              <a:extLst>
                <a:ext uri="{FF2B5EF4-FFF2-40B4-BE49-F238E27FC236}">
                  <a16:creationId xmlns:a16="http://schemas.microsoft.com/office/drawing/2014/main" id="{B0E03F2B-4025-F443-AE90-5D044032C12D}"/>
                </a:ext>
              </a:extLst>
            </p:cNvPr>
            <p:cNvGrpSpPr>
              <a:grpSpLocks/>
            </p:cNvGrpSpPr>
            <p:nvPr/>
          </p:nvGrpSpPr>
          <p:grpSpPr bwMode="auto">
            <a:xfrm>
              <a:off x="3260" y="1299"/>
              <a:ext cx="626" cy="295"/>
              <a:chOff x="310" y="3526"/>
              <a:chExt cx="1040" cy="457"/>
            </a:xfrm>
          </p:grpSpPr>
          <p:sp>
            <p:nvSpPr>
              <p:cNvPr id="49" name="Rectangle 18">
                <a:extLst>
                  <a:ext uri="{FF2B5EF4-FFF2-40B4-BE49-F238E27FC236}">
                    <a16:creationId xmlns:a16="http://schemas.microsoft.com/office/drawing/2014/main" id="{ECEBB9A5-BC44-7043-875E-41F36660919C}"/>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9">
                <a:extLst>
                  <a:ext uri="{FF2B5EF4-FFF2-40B4-BE49-F238E27FC236}">
                    <a16:creationId xmlns:a16="http://schemas.microsoft.com/office/drawing/2014/main" id="{0A2D0D25-7A9A-AF43-8C67-18BD8B549BC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20">
                <a:extLst>
                  <a:ext uri="{FF2B5EF4-FFF2-40B4-BE49-F238E27FC236}">
                    <a16:creationId xmlns:a16="http://schemas.microsoft.com/office/drawing/2014/main" id="{0A801491-494C-F54C-A6E4-4E7C15631E9F}"/>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Line 21">
                <a:extLst>
                  <a:ext uri="{FF2B5EF4-FFF2-40B4-BE49-F238E27FC236}">
                    <a16:creationId xmlns:a16="http://schemas.microsoft.com/office/drawing/2014/main" id="{EC499DCF-CBA3-D343-8D13-1CA6F6FC0192}"/>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Line 22">
                <a:extLst>
                  <a:ext uri="{FF2B5EF4-FFF2-40B4-BE49-F238E27FC236}">
                    <a16:creationId xmlns:a16="http://schemas.microsoft.com/office/drawing/2014/main" id="{9FA94699-4903-B14C-BACD-94E12E020CAE}"/>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Line 23">
                <a:extLst>
                  <a:ext uri="{FF2B5EF4-FFF2-40B4-BE49-F238E27FC236}">
                    <a16:creationId xmlns:a16="http://schemas.microsoft.com/office/drawing/2014/main" id="{F25A4708-C3C6-F343-8219-9A6897A31DC8}"/>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Line 24">
                <a:extLst>
                  <a:ext uri="{FF2B5EF4-FFF2-40B4-BE49-F238E27FC236}">
                    <a16:creationId xmlns:a16="http://schemas.microsoft.com/office/drawing/2014/main" id="{5DE5701B-9777-304C-B2CF-4C1C0765E127}"/>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Line 25">
                <a:extLst>
                  <a:ext uri="{FF2B5EF4-FFF2-40B4-BE49-F238E27FC236}">
                    <a16:creationId xmlns:a16="http://schemas.microsoft.com/office/drawing/2014/main" id="{1B0F3E17-7114-524E-9BCB-69561687E2A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26">
                <a:extLst>
                  <a:ext uri="{FF2B5EF4-FFF2-40B4-BE49-F238E27FC236}">
                    <a16:creationId xmlns:a16="http://schemas.microsoft.com/office/drawing/2014/main" id="{953EF77C-6D4A-2047-A707-DF4184E0097C}"/>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44" name="Line 27">
            <a:extLst>
              <a:ext uri="{FF2B5EF4-FFF2-40B4-BE49-F238E27FC236}">
                <a16:creationId xmlns:a16="http://schemas.microsoft.com/office/drawing/2014/main" id="{40C964AE-48AA-2546-9EF3-698E815B66B6}"/>
              </a:ext>
            </a:extLst>
          </p:cNvPr>
          <p:cNvSpPr>
            <a:spLocks noChangeShapeType="1"/>
          </p:cNvSpPr>
          <p:nvPr/>
        </p:nvSpPr>
        <p:spPr bwMode="auto">
          <a:xfrm>
            <a:off x="1105881" y="1811700"/>
            <a:ext cx="9312" cy="2057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93D857D3-E505-7948-820C-1A4B1683F87A}"/>
              </a:ext>
            </a:extLst>
          </p:cNvPr>
          <p:cNvSpPr>
            <a:spLocks noChangeShapeType="1"/>
          </p:cNvSpPr>
          <p:nvPr/>
        </p:nvSpPr>
        <p:spPr bwMode="auto">
          <a:xfrm flipV="1">
            <a:off x="1099229" y="2826268"/>
            <a:ext cx="41524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8" name="Straight Arrow Connector 57">
            <a:extLst>
              <a:ext uri="{FF2B5EF4-FFF2-40B4-BE49-F238E27FC236}">
                <a16:creationId xmlns:a16="http://schemas.microsoft.com/office/drawing/2014/main" id="{2DDA7F7E-A362-2A4C-9951-2964302A9536}"/>
              </a:ext>
            </a:extLst>
          </p:cNvPr>
          <p:cNvCxnSpPr/>
          <p:nvPr/>
        </p:nvCxnSpPr>
        <p:spPr>
          <a:xfrm>
            <a:off x="4802005" y="2800351"/>
            <a:ext cx="44291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1">
            <a:extLst>
              <a:ext uri="{FF2B5EF4-FFF2-40B4-BE49-F238E27FC236}">
                <a16:creationId xmlns:a16="http://schemas.microsoft.com/office/drawing/2014/main" id="{F62DD4C0-CD1D-4043-9713-C43AC793D144}"/>
              </a:ext>
            </a:extLst>
          </p:cNvPr>
          <p:cNvSpPr txBox="1">
            <a:spLocks/>
          </p:cNvSpPr>
          <p:nvPr/>
        </p:nvSpPr>
        <p:spPr>
          <a:xfrm>
            <a:off x="6549241" y="4457354"/>
            <a:ext cx="4966481" cy="121348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Gill Sans MT" panose="020B0502020104020203" pitchFamily="34" charset="77"/>
                <a:cs typeface="Gill Sans MT" panose="020B0502020104020203" pitchFamily="34" charset="77"/>
              </a:rPr>
              <a:t>marking: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which packets to mark to signal congestion (ECN, RED)</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66" name="TextBox 65">
            <a:extLst>
              <a:ext uri="{FF2B5EF4-FFF2-40B4-BE49-F238E27FC236}">
                <a16:creationId xmlns:a16="http://schemas.microsoft.com/office/drawing/2014/main" id="{3F4CC885-8054-8F48-8989-F712B0D1A976}"/>
              </a:ext>
            </a:extLst>
          </p:cNvPr>
          <p:cNvSpPr txBox="1"/>
          <p:nvPr/>
        </p:nvSpPr>
        <p:spPr>
          <a:xfrm>
            <a:off x="4854633" y="237744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nvGrpSpPr>
          <p:cNvPr id="70" name="Group 69">
            <a:extLst>
              <a:ext uri="{FF2B5EF4-FFF2-40B4-BE49-F238E27FC236}">
                <a16:creationId xmlns:a16="http://schemas.microsoft.com/office/drawing/2014/main" id="{073AFBDE-85D6-DF4F-AC50-8DAEBAB4402B}"/>
              </a:ext>
            </a:extLst>
          </p:cNvPr>
          <p:cNvGrpSpPr/>
          <p:nvPr/>
        </p:nvGrpSpPr>
        <p:grpSpPr>
          <a:xfrm>
            <a:off x="913621" y="4556937"/>
            <a:ext cx="4335126" cy="1693461"/>
            <a:chOff x="614363" y="4257679"/>
            <a:chExt cx="4335126" cy="1693461"/>
          </a:xfrm>
        </p:grpSpPr>
        <p:grpSp>
          <p:nvGrpSpPr>
            <p:cNvPr id="71" name="Group 70">
              <a:extLst>
                <a:ext uri="{FF2B5EF4-FFF2-40B4-BE49-F238E27FC236}">
                  <a16:creationId xmlns:a16="http://schemas.microsoft.com/office/drawing/2014/main" id="{2CDEC7D0-D38A-B14D-BA1B-5BBB43FFCC01}"/>
                </a:ext>
              </a:extLst>
            </p:cNvPr>
            <p:cNvGrpSpPr/>
            <p:nvPr/>
          </p:nvGrpSpPr>
          <p:grpSpPr>
            <a:xfrm>
              <a:off x="614363" y="4257679"/>
              <a:ext cx="4335126" cy="1693461"/>
              <a:chOff x="614363" y="4257679"/>
              <a:chExt cx="4335126" cy="1693461"/>
            </a:xfrm>
          </p:grpSpPr>
          <p:grpSp>
            <p:nvGrpSpPr>
              <p:cNvPr id="73" name="Group 25">
                <a:extLst>
                  <a:ext uri="{FF2B5EF4-FFF2-40B4-BE49-F238E27FC236}">
                    <a16:creationId xmlns:a16="http://schemas.microsoft.com/office/drawing/2014/main" id="{FE6D6529-7A75-4F43-A99B-35E9F160B5F3}"/>
                  </a:ext>
                </a:extLst>
              </p:cNvPr>
              <p:cNvGrpSpPr>
                <a:grpSpLocks/>
              </p:cNvGrpSpPr>
              <p:nvPr/>
            </p:nvGrpSpPr>
            <p:grpSpPr bwMode="auto">
              <a:xfrm>
                <a:off x="1468086" y="4855765"/>
                <a:ext cx="939800" cy="565150"/>
                <a:chOff x="1670312" y="2562997"/>
                <a:chExt cx="940317" cy="565219"/>
              </a:xfrm>
            </p:grpSpPr>
            <p:grpSp>
              <p:nvGrpSpPr>
                <p:cNvPr id="83" name="Group 28">
                  <a:extLst>
                    <a:ext uri="{FF2B5EF4-FFF2-40B4-BE49-F238E27FC236}">
                      <a16:creationId xmlns:a16="http://schemas.microsoft.com/office/drawing/2014/main" id="{02B7209E-6CC9-9C4C-89B8-A67F8E1E9FEB}"/>
                    </a:ext>
                  </a:extLst>
                </p:cNvPr>
                <p:cNvGrpSpPr>
                  <a:grpSpLocks/>
                </p:cNvGrpSpPr>
                <p:nvPr/>
              </p:nvGrpSpPr>
              <p:grpSpPr bwMode="auto">
                <a:xfrm>
                  <a:off x="1670312" y="2562997"/>
                  <a:ext cx="929822" cy="565219"/>
                  <a:chOff x="1670312" y="2562997"/>
                  <a:chExt cx="929822" cy="565219"/>
                </a:xfrm>
              </p:grpSpPr>
              <p:sp>
                <p:nvSpPr>
                  <p:cNvPr id="85" name="Rectangle 30">
                    <a:extLst>
                      <a:ext uri="{FF2B5EF4-FFF2-40B4-BE49-F238E27FC236}">
                        <a16:creationId xmlns:a16="http://schemas.microsoft.com/office/drawing/2014/main" id="{102A1B2D-9D16-2543-A7D1-261D2C71A84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86" name="Straight Connector 31">
                    <a:extLst>
                      <a:ext uri="{FF2B5EF4-FFF2-40B4-BE49-F238E27FC236}">
                        <a16:creationId xmlns:a16="http://schemas.microsoft.com/office/drawing/2014/main" id="{03AD5D40-7908-4044-9CAD-591F661655C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32">
                    <a:extLst>
                      <a:ext uri="{FF2B5EF4-FFF2-40B4-BE49-F238E27FC236}">
                        <a16:creationId xmlns:a16="http://schemas.microsoft.com/office/drawing/2014/main" id="{494E554E-CB70-0547-8421-0D7A028BD933}"/>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33">
                    <a:extLst>
                      <a:ext uri="{FF2B5EF4-FFF2-40B4-BE49-F238E27FC236}">
                        <a16:creationId xmlns:a16="http://schemas.microsoft.com/office/drawing/2014/main" id="{85A011C5-9EB7-B54C-AD8B-3660552BBB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Straight Connector 34">
                    <a:extLst>
                      <a:ext uri="{FF2B5EF4-FFF2-40B4-BE49-F238E27FC236}">
                        <a16:creationId xmlns:a16="http://schemas.microsoft.com/office/drawing/2014/main" id="{BE660910-036D-8449-BD07-43DD83740A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Straight Connector 35">
                    <a:extLst>
                      <a:ext uri="{FF2B5EF4-FFF2-40B4-BE49-F238E27FC236}">
                        <a16:creationId xmlns:a16="http://schemas.microsoft.com/office/drawing/2014/main" id="{9D787DC4-0C12-1641-AF5A-00DF7041D95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Connector 36">
                    <a:extLst>
                      <a:ext uri="{FF2B5EF4-FFF2-40B4-BE49-F238E27FC236}">
                        <a16:creationId xmlns:a16="http://schemas.microsoft.com/office/drawing/2014/main" id="{AA98298F-12EA-D942-AFB9-39CA8127980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7">
                    <a:extLst>
                      <a:ext uri="{FF2B5EF4-FFF2-40B4-BE49-F238E27FC236}">
                        <a16:creationId xmlns:a16="http://schemas.microsoft.com/office/drawing/2014/main" id="{28C77B82-2F36-224F-BF89-5D58C0B0C510}"/>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Rectangle 29">
                  <a:extLst>
                    <a:ext uri="{FF2B5EF4-FFF2-40B4-BE49-F238E27FC236}">
                      <a16:creationId xmlns:a16="http://schemas.microsoft.com/office/drawing/2014/main" id="{54C06F40-EED0-194E-87D3-8843B65B486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74" name="Oval 27">
                <a:extLst>
                  <a:ext uri="{FF2B5EF4-FFF2-40B4-BE49-F238E27FC236}">
                    <a16:creationId xmlns:a16="http://schemas.microsoft.com/office/drawing/2014/main" id="{88894E86-5D38-724F-AEB2-14B330E1B0F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5" name="Straight Arrow Connector 11">
                <a:extLst>
                  <a:ext uri="{FF2B5EF4-FFF2-40B4-BE49-F238E27FC236}">
                    <a16:creationId xmlns:a16="http://schemas.microsoft.com/office/drawing/2014/main" id="{7774AB2A-B674-A84B-A92A-6D330DB7E91C}"/>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Box 17">
                <a:extLst>
                  <a:ext uri="{FF2B5EF4-FFF2-40B4-BE49-F238E27FC236}">
                    <a16:creationId xmlns:a16="http://schemas.microsoft.com/office/drawing/2014/main" id="{383BCE6D-C3CB-9445-A36E-C64D23505E9F}"/>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77" name="TextBox 18">
                <a:extLst>
                  <a:ext uri="{FF2B5EF4-FFF2-40B4-BE49-F238E27FC236}">
                    <a16:creationId xmlns:a16="http://schemas.microsoft.com/office/drawing/2014/main" id="{B9632A3F-08F4-F34D-9B01-65C1C39E7FDA}"/>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78" name="Straight Arrow Connector 20">
                <a:extLst>
                  <a:ext uri="{FF2B5EF4-FFF2-40B4-BE49-F238E27FC236}">
                    <a16:creationId xmlns:a16="http://schemas.microsoft.com/office/drawing/2014/main" id="{A18FE320-429D-9F4A-9A73-5875C7A7E138}"/>
                  </a:ext>
                </a:extLst>
              </p:cNvPr>
              <p:cNvCxnSpPr>
                <a:cxnSpLocks noChangeShapeType="1"/>
                <a:stCxn id="74"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Box 22">
                <a:extLst>
                  <a:ext uri="{FF2B5EF4-FFF2-40B4-BE49-F238E27FC236}">
                    <a16:creationId xmlns:a16="http://schemas.microsoft.com/office/drawing/2014/main" id="{C1334E5E-01E5-254F-B7A3-E48EE0CFE51A}"/>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80" name="TextBox 23">
                <a:extLst>
                  <a:ext uri="{FF2B5EF4-FFF2-40B4-BE49-F238E27FC236}">
                    <a16:creationId xmlns:a16="http://schemas.microsoft.com/office/drawing/2014/main" id="{31BC3B67-5DA1-9544-B795-15A9B552C119}"/>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81" name="Straight Arrow Connector 52">
                <a:extLst>
                  <a:ext uri="{FF2B5EF4-FFF2-40B4-BE49-F238E27FC236}">
                    <a16:creationId xmlns:a16="http://schemas.microsoft.com/office/drawing/2014/main" id="{8FF19B42-73E6-7849-809B-12D65C1C5785}"/>
                  </a:ext>
                </a:extLst>
              </p:cNvPr>
              <p:cNvCxnSpPr>
                <a:cxnSpLocks noChangeShapeType="1"/>
                <a:stCxn id="84" idx="3"/>
                <a:endCxn id="74"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81">
                <a:extLst>
                  <a:ext uri="{FF2B5EF4-FFF2-40B4-BE49-F238E27FC236}">
                    <a16:creationId xmlns:a16="http://schemas.microsoft.com/office/drawing/2014/main" id="{944E60FD-B5CB-CC4D-AC70-2DCAC39480B1}"/>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72" name="TextBox 71">
              <a:extLst>
                <a:ext uri="{FF2B5EF4-FFF2-40B4-BE49-F238E27FC236}">
                  <a16:creationId xmlns:a16="http://schemas.microsoft.com/office/drawing/2014/main" id="{685E3C43-4CAD-2D4C-9E17-3A20CAFBD251}"/>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59" name="Slide Number Placeholder 4">
            <a:extLst>
              <a:ext uri="{FF2B5EF4-FFF2-40B4-BE49-F238E27FC236}">
                <a16:creationId xmlns:a16="http://schemas.microsoft.com/office/drawing/2014/main" id="{778C1AFB-D815-9341-BB0F-77D13777523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33</a:t>
            </a:fld>
            <a:endParaRPr lang="en-US" dirty="0"/>
          </a:p>
        </p:txBody>
      </p:sp>
    </p:spTree>
    <p:extLst>
      <p:ext uri="{BB962C8B-B14F-4D97-AF65-F5344CB8AC3E}">
        <p14:creationId xmlns:p14="http://schemas.microsoft.com/office/powerpoint/2010/main" val="345883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67861" y="1498943"/>
            <a:ext cx="5084299" cy="3776441"/>
          </a:xfrm>
        </p:spPr>
        <p:txBody>
          <a:bodyPr>
            <a:normAutofit/>
          </a:bodyPr>
          <a:lstStyle/>
          <a:p>
            <a:pPr marL="130175" indent="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packet scheduling: </a:t>
            </a:r>
            <a:r>
              <a:rPr lang="en-US" altLang="en-US" dirty="0">
                <a:ea typeface="ＭＳ Ｐゴシック" panose="020B0600070205080204" pitchFamily="34" charset="-128"/>
                <a:cs typeface="ＭＳ Ｐゴシック" panose="020B0600070205080204" pitchFamily="34" charset="-128"/>
              </a:rPr>
              <a:t>deciding which packet to send next on link</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first come, first served</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priority</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round robin</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weighted fair queueing</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Packet Scheduling: FCFS</a:t>
            </a: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6682593" y="1534478"/>
            <a:ext cx="4966481" cy="327829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FCFS: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packets transmitted in order of arrival to output port</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also known as: First-in-first-out (FIFO) </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real world examples?</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grpSp>
        <p:nvGrpSpPr>
          <p:cNvPr id="55" name="Group 54">
            <a:extLst>
              <a:ext uri="{FF2B5EF4-FFF2-40B4-BE49-F238E27FC236}">
                <a16:creationId xmlns:a16="http://schemas.microsoft.com/office/drawing/2014/main" id="{2A80F58A-5FC4-4446-97BA-771F9109F896}"/>
              </a:ext>
            </a:extLst>
          </p:cNvPr>
          <p:cNvGrpSpPr/>
          <p:nvPr/>
        </p:nvGrpSpPr>
        <p:grpSpPr>
          <a:xfrm>
            <a:off x="913621" y="4556937"/>
            <a:ext cx="4335126" cy="1693461"/>
            <a:chOff x="614363" y="4257679"/>
            <a:chExt cx="4335126" cy="1693461"/>
          </a:xfrm>
        </p:grpSpPr>
        <p:grpSp>
          <p:nvGrpSpPr>
            <p:cNvPr id="56" name="Group 55">
              <a:extLst>
                <a:ext uri="{FF2B5EF4-FFF2-40B4-BE49-F238E27FC236}">
                  <a16:creationId xmlns:a16="http://schemas.microsoft.com/office/drawing/2014/main" id="{17FAEAF2-1BE5-E148-A0DA-4AEE65AAA49F}"/>
                </a:ext>
              </a:extLst>
            </p:cNvPr>
            <p:cNvGrpSpPr/>
            <p:nvPr/>
          </p:nvGrpSpPr>
          <p:grpSpPr>
            <a:xfrm>
              <a:off x="614363" y="4257679"/>
              <a:ext cx="4335126" cy="1693461"/>
              <a:chOff x="614363" y="4257679"/>
              <a:chExt cx="4335126" cy="1693461"/>
            </a:xfrm>
          </p:grpSpPr>
          <p:grpSp>
            <p:nvGrpSpPr>
              <p:cNvPr id="58" name="Group 25">
                <a:extLst>
                  <a:ext uri="{FF2B5EF4-FFF2-40B4-BE49-F238E27FC236}">
                    <a16:creationId xmlns:a16="http://schemas.microsoft.com/office/drawing/2014/main" id="{0CB0EC2A-B069-6B46-8D32-DC40F3C2AF4C}"/>
                  </a:ext>
                </a:extLst>
              </p:cNvPr>
              <p:cNvGrpSpPr>
                <a:grpSpLocks/>
              </p:cNvGrpSpPr>
              <p:nvPr/>
            </p:nvGrpSpPr>
            <p:grpSpPr bwMode="auto">
              <a:xfrm>
                <a:off x="1468086" y="4855765"/>
                <a:ext cx="939800" cy="565150"/>
                <a:chOff x="1670312" y="2562997"/>
                <a:chExt cx="940317" cy="565219"/>
              </a:xfrm>
            </p:grpSpPr>
            <p:grpSp>
              <p:nvGrpSpPr>
                <p:cNvPr id="68" name="Group 28">
                  <a:extLst>
                    <a:ext uri="{FF2B5EF4-FFF2-40B4-BE49-F238E27FC236}">
                      <a16:creationId xmlns:a16="http://schemas.microsoft.com/office/drawing/2014/main" id="{11F93012-070C-1E41-8EAA-D3A75FBA071D}"/>
                    </a:ext>
                  </a:extLst>
                </p:cNvPr>
                <p:cNvGrpSpPr>
                  <a:grpSpLocks/>
                </p:cNvGrpSpPr>
                <p:nvPr/>
              </p:nvGrpSpPr>
              <p:grpSpPr bwMode="auto">
                <a:xfrm>
                  <a:off x="1670312" y="2562997"/>
                  <a:ext cx="929822" cy="565219"/>
                  <a:chOff x="1670312" y="2562997"/>
                  <a:chExt cx="929822" cy="565219"/>
                </a:xfrm>
              </p:grpSpPr>
              <p:sp>
                <p:nvSpPr>
                  <p:cNvPr id="70" name="Rectangle 30">
                    <a:extLst>
                      <a:ext uri="{FF2B5EF4-FFF2-40B4-BE49-F238E27FC236}">
                        <a16:creationId xmlns:a16="http://schemas.microsoft.com/office/drawing/2014/main" id="{2C75C2B8-AB3B-554D-A4AA-E3F2E23815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1" name="Straight Connector 31">
                    <a:extLst>
                      <a:ext uri="{FF2B5EF4-FFF2-40B4-BE49-F238E27FC236}">
                        <a16:creationId xmlns:a16="http://schemas.microsoft.com/office/drawing/2014/main" id="{2469B9C6-CD94-934E-BB88-E141D725DD0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32">
                    <a:extLst>
                      <a:ext uri="{FF2B5EF4-FFF2-40B4-BE49-F238E27FC236}">
                        <a16:creationId xmlns:a16="http://schemas.microsoft.com/office/drawing/2014/main" id="{D41E5CD4-400E-0B42-B2C4-7F0943E95E1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33">
                    <a:extLst>
                      <a:ext uri="{FF2B5EF4-FFF2-40B4-BE49-F238E27FC236}">
                        <a16:creationId xmlns:a16="http://schemas.microsoft.com/office/drawing/2014/main" id="{769D9546-407D-5F4E-BC92-364EAE5E6250}"/>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34">
                    <a:extLst>
                      <a:ext uri="{FF2B5EF4-FFF2-40B4-BE49-F238E27FC236}">
                        <a16:creationId xmlns:a16="http://schemas.microsoft.com/office/drawing/2014/main" id="{52462C09-D78E-CC40-B1F0-0347630F0CF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35">
                    <a:extLst>
                      <a:ext uri="{FF2B5EF4-FFF2-40B4-BE49-F238E27FC236}">
                        <a16:creationId xmlns:a16="http://schemas.microsoft.com/office/drawing/2014/main" id="{FD9FBF90-862D-6243-88A8-943C60AE7D1B}"/>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36">
                    <a:extLst>
                      <a:ext uri="{FF2B5EF4-FFF2-40B4-BE49-F238E27FC236}">
                        <a16:creationId xmlns:a16="http://schemas.microsoft.com/office/drawing/2014/main" id="{45A88AAC-9044-E54F-9F98-99B835630E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37">
                    <a:extLst>
                      <a:ext uri="{FF2B5EF4-FFF2-40B4-BE49-F238E27FC236}">
                        <a16:creationId xmlns:a16="http://schemas.microsoft.com/office/drawing/2014/main" id="{F7F08E2E-320E-534E-B4AC-B12B9C339E2C}"/>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29">
                  <a:extLst>
                    <a:ext uri="{FF2B5EF4-FFF2-40B4-BE49-F238E27FC236}">
                      <a16:creationId xmlns:a16="http://schemas.microsoft.com/office/drawing/2014/main" id="{36D9872C-F8E2-8A4A-A047-D6478C5BB5AE}"/>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9" name="Oval 27">
                <a:extLst>
                  <a:ext uri="{FF2B5EF4-FFF2-40B4-BE49-F238E27FC236}">
                    <a16:creationId xmlns:a16="http://schemas.microsoft.com/office/drawing/2014/main" id="{A7CE2ECE-11DE-5544-931E-410A4A566BE5}"/>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60" name="Straight Arrow Connector 11">
                <a:extLst>
                  <a:ext uri="{FF2B5EF4-FFF2-40B4-BE49-F238E27FC236}">
                    <a16:creationId xmlns:a16="http://schemas.microsoft.com/office/drawing/2014/main" id="{DCF1BAC9-E12A-E841-BA7A-C9C0DD83BD55}"/>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Box 17">
                <a:extLst>
                  <a:ext uri="{FF2B5EF4-FFF2-40B4-BE49-F238E27FC236}">
                    <a16:creationId xmlns:a16="http://schemas.microsoft.com/office/drawing/2014/main" id="{5E49E137-F477-F348-8FE7-4ABBE8FDFE56}"/>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62" name="TextBox 18">
                <a:extLst>
                  <a:ext uri="{FF2B5EF4-FFF2-40B4-BE49-F238E27FC236}">
                    <a16:creationId xmlns:a16="http://schemas.microsoft.com/office/drawing/2014/main" id="{6D64E906-2FAC-AA42-95D2-E76C2336B78F}"/>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63" name="Straight Arrow Connector 20">
                <a:extLst>
                  <a:ext uri="{FF2B5EF4-FFF2-40B4-BE49-F238E27FC236}">
                    <a16:creationId xmlns:a16="http://schemas.microsoft.com/office/drawing/2014/main" id="{F6675473-30B9-304E-A212-FF495FFE1685}"/>
                  </a:ext>
                </a:extLst>
              </p:cNvPr>
              <p:cNvCxnSpPr>
                <a:cxnSpLocks noChangeShapeType="1"/>
                <a:stCxn id="59"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Box 22">
                <a:extLst>
                  <a:ext uri="{FF2B5EF4-FFF2-40B4-BE49-F238E27FC236}">
                    <a16:creationId xmlns:a16="http://schemas.microsoft.com/office/drawing/2014/main" id="{C87172FA-C0F3-774D-9F69-A237EEE6F006}"/>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65" name="TextBox 23">
                <a:extLst>
                  <a:ext uri="{FF2B5EF4-FFF2-40B4-BE49-F238E27FC236}">
                    <a16:creationId xmlns:a16="http://schemas.microsoft.com/office/drawing/2014/main" id="{0134756B-A86E-554E-99E5-B8473445445C}"/>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66" name="Straight Arrow Connector 52">
                <a:extLst>
                  <a:ext uri="{FF2B5EF4-FFF2-40B4-BE49-F238E27FC236}">
                    <a16:creationId xmlns:a16="http://schemas.microsoft.com/office/drawing/2014/main" id="{E0FA1304-B707-A043-AED3-3B49BD5DCCBF}"/>
                  </a:ext>
                </a:extLst>
              </p:cNvPr>
              <p:cNvCxnSpPr>
                <a:cxnSpLocks noChangeShapeType="1"/>
                <a:stCxn id="69" idx="3"/>
                <a:endCxn id="59"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a:extLst>
                  <a:ext uri="{FF2B5EF4-FFF2-40B4-BE49-F238E27FC236}">
                    <a16:creationId xmlns:a16="http://schemas.microsoft.com/office/drawing/2014/main" id="{BEBA214F-B9F2-CF47-81A7-CD7118A326B6}"/>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57" name="TextBox 56">
              <a:extLst>
                <a:ext uri="{FF2B5EF4-FFF2-40B4-BE49-F238E27FC236}">
                  <a16:creationId xmlns:a16="http://schemas.microsoft.com/office/drawing/2014/main" id="{7ACC4285-D642-A34C-B0E5-42C38A2C1EBF}"/>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28" name="Slide Number Placeholder 4">
            <a:extLst>
              <a:ext uri="{FF2B5EF4-FFF2-40B4-BE49-F238E27FC236}">
                <a16:creationId xmlns:a16="http://schemas.microsoft.com/office/drawing/2014/main" id="{91E817A0-66D3-8C45-8001-AAAD30C6483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34</a:t>
            </a:fld>
            <a:endParaRPr lang="en-US" dirty="0"/>
          </a:p>
        </p:txBody>
      </p:sp>
    </p:spTree>
    <p:extLst>
      <p:ext uri="{BB962C8B-B14F-4D97-AF65-F5344CB8AC3E}">
        <p14:creationId xmlns:p14="http://schemas.microsoft.com/office/powerpoint/2010/main" val="32518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67861" y="1498943"/>
            <a:ext cx="5084299" cy="2681171"/>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Priority scheduling: </a:t>
            </a:r>
          </a:p>
          <a:p>
            <a:pPr marL="515938" indent="-277813"/>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priority</a:t>
            </a:r>
            <a:endParaRPr lang="en-US" dirty="0"/>
          </a:p>
        </p:txBody>
      </p:sp>
      <p:grpSp>
        <p:nvGrpSpPr>
          <p:cNvPr id="172" name="Group 25">
            <a:extLst>
              <a:ext uri="{FF2B5EF4-FFF2-40B4-BE49-F238E27FC236}">
                <a16:creationId xmlns:a16="http://schemas.microsoft.com/office/drawing/2014/main" id="{D29AA7AB-4B29-484B-B16E-5A0377B37697}"/>
              </a:ext>
            </a:extLst>
          </p:cNvPr>
          <p:cNvGrpSpPr>
            <a:grpSpLocks/>
          </p:cNvGrpSpPr>
          <p:nvPr/>
        </p:nvGrpSpPr>
        <p:grpSpPr bwMode="auto">
          <a:xfrm>
            <a:off x="8435655" y="2539998"/>
            <a:ext cx="932498" cy="580347"/>
            <a:chOff x="1670312" y="2557567"/>
            <a:chExt cx="932470" cy="580220"/>
          </a:xfrm>
        </p:grpSpPr>
        <p:sp>
          <p:nvSpPr>
            <p:cNvPr id="187" name="Rectangle 186">
              <a:extLst>
                <a:ext uri="{FF2B5EF4-FFF2-40B4-BE49-F238E27FC236}">
                  <a16:creationId xmlns:a16="http://schemas.microsoft.com/office/drawing/2014/main" id="{4F27A407-CAD2-654D-B519-29624580BA51}"/>
                </a:ext>
              </a:extLst>
            </p:cNvPr>
            <p:cNvSpPr/>
            <p:nvPr/>
          </p:nvSpPr>
          <p:spPr>
            <a:xfrm>
              <a:off x="2254738" y="2557567"/>
              <a:ext cx="348044" cy="580220"/>
            </a:xfrm>
            <a:prstGeom prst="rect">
              <a:avLst/>
            </a:prstGeom>
            <a:solidFill>
              <a:srgbClr val="00B050"/>
            </a:solidFill>
            <a:ln w="15875">
              <a:noFill/>
            </a:ln>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ＭＳ Ｐゴシック" charset="0"/>
              </a:endParaRPr>
            </a:p>
          </p:txBody>
        </p:sp>
        <p:grpSp>
          <p:nvGrpSpPr>
            <p:cNvPr id="186" name="Group 39">
              <a:extLst>
                <a:ext uri="{FF2B5EF4-FFF2-40B4-BE49-F238E27FC236}">
                  <a16:creationId xmlns:a16="http://schemas.microsoft.com/office/drawing/2014/main" id="{1F49319F-C1B9-5448-8932-EDC4FDA07A8F}"/>
                </a:ext>
              </a:extLst>
            </p:cNvPr>
            <p:cNvGrpSpPr>
              <a:grpSpLocks/>
            </p:cNvGrpSpPr>
            <p:nvPr/>
          </p:nvGrpSpPr>
          <p:grpSpPr bwMode="auto">
            <a:xfrm>
              <a:off x="1670312" y="2562997"/>
              <a:ext cx="929822" cy="565219"/>
              <a:chOff x="1670312" y="2562997"/>
              <a:chExt cx="929822" cy="565219"/>
            </a:xfrm>
          </p:grpSpPr>
          <p:sp>
            <p:nvSpPr>
              <p:cNvPr id="188" name="Rectangle 41">
                <a:extLst>
                  <a:ext uri="{FF2B5EF4-FFF2-40B4-BE49-F238E27FC236}">
                    <a16:creationId xmlns:a16="http://schemas.microsoft.com/office/drawing/2014/main" id="{419B0B07-E14F-574A-A6D3-5EF2081F5CE8}"/>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89" name="Straight Connector 42">
                <a:extLst>
                  <a:ext uri="{FF2B5EF4-FFF2-40B4-BE49-F238E27FC236}">
                    <a16:creationId xmlns:a16="http://schemas.microsoft.com/office/drawing/2014/main" id="{092A6E7E-73F6-2849-B5B2-C6955AC9F6F4}"/>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Straight Connector 43">
                <a:extLst>
                  <a:ext uri="{FF2B5EF4-FFF2-40B4-BE49-F238E27FC236}">
                    <a16:creationId xmlns:a16="http://schemas.microsoft.com/office/drawing/2014/main" id="{80314DF4-FA34-A749-807A-6B5E4D9827CF}"/>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Straight Connector 44">
                <a:extLst>
                  <a:ext uri="{FF2B5EF4-FFF2-40B4-BE49-F238E27FC236}">
                    <a16:creationId xmlns:a16="http://schemas.microsoft.com/office/drawing/2014/main" id="{151DE241-B625-BC49-B4B6-56DFF1F4858F}"/>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Straight Connector 45">
                <a:extLst>
                  <a:ext uri="{FF2B5EF4-FFF2-40B4-BE49-F238E27FC236}">
                    <a16:creationId xmlns:a16="http://schemas.microsoft.com/office/drawing/2014/main" id="{DAA11CD9-3EF6-6548-909A-06733C388099}"/>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Straight Connector 46">
                <a:extLst>
                  <a:ext uri="{FF2B5EF4-FFF2-40B4-BE49-F238E27FC236}">
                    <a16:creationId xmlns:a16="http://schemas.microsoft.com/office/drawing/2014/main" id="{AECF307B-27BA-2244-B46E-31F0A1B4522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Straight Connector 47">
                <a:extLst>
                  <a:ext uri="{FF2B5EF4-FFF2-40B4-BE49-F238E27FC236}">
                    <a16:creationId xmlns:a16="http://schemas.microsoft.com/office/drawing/2014/main" id="{ED8A1684-6836-3741-B33E-B3955A845CEC}"/>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 name="Straight Connector 48">
                <a:extLst>
                  <a:ext uri="{FF2B5EF4-FFF2-40B4-BE49-F238E27FC236}">
                    <a16:creationId xmlns:a16="http://schemas.microsoft.com/office/drawing/2014/main" id="{2EDC3350-9B5F-E74E-96B1-C12522F74AD5}"/>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73" name="Group 26">
            <a:extLst>
              <a:ext uri="{FF2B5EF4-FFF2-40B4-BE49-F238E27FC236}">
                <a16:creationId xmlns:a16="http://schemas.microsoft.com/office/drawing/2014/main" id="{EBCAE18E-9192-9743-9EDB-C1BF166860C5}"/>
              </a:ext>
            </a:extLst>
          </p:cNvPr>
          <p:cNvGrpSpPr>
            <a:grpSpLocks/>
          </p:cNvGrpSpPr>
          <p:nvPr/>
        </p:nvGrpSpPr>
        <p:grpSpPr bwMode="auto">
          <a:xfrm>
            <a:off x="8402535" y="1868555"/>
            <a:ext cx="940346" cy="566869"/>
            <a:chOff x="1670312" y="2561471"/>
            <a:chExt cx="940317" cy="566745"/>
          </a:xfrm>
          <a:effectLst>
            <a:outerShdw blurRad="50800" dist="38100" dir="2700000" algn="tl" rotWithShape="0">
              <a:prstClr val="black">
                <a:alpha val="40000"/>
              </a:prstClr>
            </a:outerShdw>
          </a:effectLst>
        </p:grpSpPr>
        <p:sp>
          <p:nvSpPr>
            <p:cNvPr id="177" name="Rectangle 30">
              <a:extLst>
                <a:ext uri="{FF2B5EF4-FFF2-40B4-BE49-F238E27FC236}">
                  <a16:creationId xmlns:a16="http://schemas.microsoft.com/office/drawing/2014/main" id="{1EC31351-D048-AB4C-9597-34C78CD4271E}"/>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76" name="Group 29">
              <a:extLst>
                <a:ext uri="{FF2B5EF4-FFF2-40B4-BE49-F238E27FC236}">
                  <a16:creationId xmlns:a16="http://schemas.microsoft.com/office/drawing/2014/main" id="{C9195E19-089C-0F4A-A590-A8DFCA59B1DB}"/>
                </a:ext>
              </a:extLst>
            </p:cNvPr>
            <p:cNvGrpSpPr>
              <a:grpSpLocks/>
            </p:cNvGrpSpPr>
            <p:nvPr/>
          </p:nvGrpSpPr>
          <p:grpSpPr bwMode="auto">
            <a:xfrm>
              <a:off x="1670312" y="2562997"/>
              <a:ext cx="929822" cy="565219"/>
              <a:chOff x="1670312" y="2562997"/>
              <a:chExt cx="929822" cy="565219"/>
            </a:xfrm>
          </p:grpSpPr>
          <p:sp>
            <p:nvSpPr>
              <p:cNvPr id="178" name="Rectangle 31">
                <a:extLst>
                  <a:ext uri="{FF2B5EF4-FFF2-40B4-BE49-F238E27FC236}">
                    <a16:creationId xmlns:a16="http://schemas.microsoft.com/office/drawing/2014/main" id="{4601C83D-8525-6C46-A5A1-282E20FBCA00}"/>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79" name="Straight Connector 32">
                <a:extLst>
                  <a:ext uri="{FF2B5EF4-FFF2-40B4-BE49-F238E27FC236}">
                    <a16:creationId xmlns:a16="http://schemas.microsoft.com/office/drawing/2014/main" id="{46FEDEF7-94ED-654C-A714-5DA44949241C}"/>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Straight Connector 33">
                <a:extLst>
                  <a:ext uri="{FF2B5EF4-FFF2-40B4-BE49-F238E27FC236}">
                    <a16:creationId xmlns:a16="http://schemas.microsoft.com/office/drawing/2014/main" id="{8AEE757F-2AA1-A049-996E-CD65BB439B4D}"/>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34">
                <a:extLst>
                  <a:ext uri="{FF2B5EF4-FFF2-40B4-BE49-F238E27FC236}">
                    <a16:creationId xmlns:a16="http://schemas.microsoft.com/office/drawing/2014/main" id="{6FBD7A30-4DFE-9741-94DF-756F5091DAC7}"/>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35">
                <a:extLst>
                  <a:ext uri="{FF2B5EF4-FFF2-40B4-BE49-F238E27FC236}">
                    <a16:creationId xmlns:a16="http://schemas.microsoft.com/office/drawing/2014/main" id="{A2413EBD-2230-9C4C-A1EF-E4D4691AE360}"/>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36">
                <a:extLst>
                  <a:ext uri="{FF2B5EF4-FFF2-40B4-BE49-F238E27FC236}">
                    <a16:creationId xmlns:a16="http://schemas.microsoft.com/office/drawing/2014/main" id="{50DF05E5-CAE1-2548-9217-F3494FEAF90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Straight Connector 37">
                <a:extLst>
                  <a:ext uri="{FF2B5EF4-FFF2-40B4-BE49-F238E27FC236}">
                    <a16:creationId xmlns:a16="http://schemas.microsoft.com/office/drawing/2014/main" id="{4899B61A-4B5B-1C46-9B4B-0AEEACEDC241}"/>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Straight Connector 38">
                <a:extLst>
                  <a:ext uri="{FF2B5EF4-FFF2-40B4-BE49-F238E27FC236}">
                    <a16:creationId xmlns:a16="http://schemas.microsoft.com/office/drawing/2014/main" id="{22354FFA-0AC0-4B4E-B017-379116B17B9C}"/>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74" name="Isosceles Triangle 27">
            <a:extLst>
              <a:ext uri="{FF2B5EF4-FFF2-40B4-BE49-F238E27FC236}">
                <a16:creationId xmlns:a16="http://schemas.microsoft.com/office/drawing/2014/main" id="{6B600212-9DCE-FA45-84A4-EE6D55AC00D2}"/>
              </a:ext>
            </a:extLst>
          </p:cNvPr>
          <p:cNvSpPr>
            <a:spLocks noChangeArrowheads="1"/>
          </p:cNvSpPr>
          <p:nvPr/>
        </p:nvSpPr>
        <p:spPr bwMode="auto">
          <a:xfrm rot="5400000">
            <a:off x="7601944" y="2250962"/>
            <a:ext cx="575153" cy="430249"/>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Oval 28">
            <a:extLst>
              <a:ext uri="{FF2B5EF4-FFF2-40B4-BE49-F238E27FC236}">
                <a16:creationId xmlns:a16="http://schemas.microsoft.com/office/drawing/2014/main" id="{D78010AB-EF5A-6941-809F-F93A8141A78F}"/>
              </a:ext>
            </a:extLst>
          </p:cNvPr>
          <p:cNvSpPr>
            <a:spLocks noChangeArrowheads="1"/>
          </p:cNvSpPr>
          <p:nvPr/>
        </p:nvSpPr>
        <p:spPr bwMode="auto">
          <a:xfrm>
            <a:off x="9472762" y="2171496"/>
            <a:ext cx="632958" cy="628951"/>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57" name="Straight Arrow Connector 10">
            <a:extLst>
              <a:ext uri="{FF2B5EF4-FFF2-40B4-BE49-F238E27FC236}">
                <a16:creationId xmlns:a16="http://schemas.microsoft.com/office/drawing/2014/main" id="{807EF7CE-15BB-0345-80AA-C72219B530DE}"/>
              </a:ext>
            </a:extLst>
          </p:cNvPr>
          <p:cNvCxnSpPr>
            <a:cxnSpLocks noChangeShapeType="1"/>
            <a:stCxn id="174" idx="0"/>
            <a:endCxn id="178" idx="1"/>
          </p:cNvCxnSpPr>
          <p:nvPr/>
        </p:nvCxnSpPr>
        <p:spPr bwMode="auto">
          <a:xfrm flipV="1">
            <a:off x="8104645" y="2151723"/>
            <a:ext cx="297890" cy="314364"/>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Arrow Connector 11">
            <a:extLst>
              <a:ext uri="{FF2B5EF4-FFF2-40B4-BE49-F238E27FC236}">
                <a16:creationId xmlns:a16="http://schemas.microsoft.com/office/drawing/2014/main" id="{F55CECDF-4CB3-5843-AF94-3B368134102E}"/>
              </a:ext>
            </a:extLst>
          </p:cNvPr>
          <p:cNvCxnSpPr>
            <a:cxnSpLocks noChangeShapeType="1"/>
            <a:stCxn id="174" idx="0"/>
            <a:endCxn id="188" idx="1"/>
          </p:cNvCxnSpPr>
          <p:nvPr/>
        </p:nvCxnSpPr>
        <p:spPr bwMode="auto">
          <a:xfrm>
            <a:off x="8104645" y="2466087"/>
            <a:ext cx="331010" cy="36098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Arrow Connector 14">
            <a:extLst>
              <a:ext uri="{FF2B5EF4-FFF2-40B4-BE49-F238E27FC236}">
                <a16:creationId xmlns:a16="http://schemas.microsoft.com/office/drawing/2014/main" id="{4F6FF0FC-694A-FB4A-B7BF-730824E84E13}"/>
              </a:ext>
            </a:extLst>
          </p:cNvPr>
          <p:cNvCxnSpPr>
            <a:cxnSpLocks noChangeShapeType="1"/>
            <a:endCxn id="175" idx="1"/>
          </p:cNvCxnSpPr>
          <p:nvPr/>
        </p:nvCxnSpPr>
        <p:spPr bwMode="auto">
          <a:xfrm>
            <a:off x="9341082" y="2139198"/>
            <a:ext cx="224375" cy="124406"/>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Arrow Connector 15">
            <a:extLst>
              <a:ext uri="{FF2B5EF4-FFF2-40B4-BE49-F238E27FC236}">
                <a16:creationId xmlns:a16="http://schemas.microsoft.com/office/drawing/2014/main" id="{014D0138-D0C8-754D-892F-A6B42C7D3FCD}"/>
              </a:ext>
            </a:extLst>
          </p:cNvPr>
          <p:cNvCxnSpPr>
            <a:cxnSpLocks noChangeShapeType="1"/>
          </p:cNvCxnSpPr>
          <p:nvPr/>
        </p:nvCxnSpPr>
        <p:spPr bwMode="auto">
          <a:xfrm flipV="1">
            <a:off x="9364554" y="2686901"/>
            <a:ext cx="185647" cy="15716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Arrow Connector 16">
            <a:extLst>
              <a:ext uri="{FF2B5EF4-FFF2-40B4-BE49-F238E27FC236}">
                <a16:creationId xmlns:a16="http://schemas.microsoft.com/office/drawing/2014/main" id="{A4B2BAE5-CB5A-6145-9067-070F0828B961}"/>
              </a:ext>
            </a:extLst>
          </p:cNvPr>
          <p:cNvCxnSpPr>
            <a:cxnSpLocks noChangeShapeType="1"/>
          </p:cNvCxnSpPr>
          <p:nvPr/>
        </p:nvCxnSpPr>
        <p:spPr bwMode="auto">
          <a:xfrm>
            <a:off x="10101254" y="2497723"/>
            <a:ext cx="390980" cy="1168"/>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Box 17">
            <a:extLst>
              <a:ext uri="{FF2B5EF4-FFF2-40B4-BE49-F238E27FC236}">
                <a16:creationId xmlns:a16="http://schemas.microsoft.com/office/drawing/2014/main" id="{2E543E50-C3C7-E541-9ECB-BF1EF24747CC}"/>
              </a:ext>
            </a:extLst>
          </p:cNvPr>
          <p:cNvSpPr txBox="1">
            <a:spLocks noChangeArrowheads="1"/>
          </p:cNvSpPr>
          <p:nvPr/>
        </p:nvSpPr>
        <p:spPr bwMode="auto">
          <a:xfrm>
            <a:off x="7902013" y="1532962"/>
            <a:ext cx="16562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high priority queue</a:t>
            </a:r>
          </a:p>
        </p:txBody>
      </p:sp>
      <p:sp>
        <p:nvSpPr>
          <p:cNvPr id="165" name="TextBox 18">
            <a:extLst>
              <a:ext uri="{FF2B5EF4-FFF2-40B4-BE49-F238E27FC236}">
                <a16:creationId xmlns:a16="http://schemas.microsoft.com/office/drawing/2014/main" id="{D33A6E20-61AB-3A46-BAD3-72B639231E0C}"/>
              </a:ext>
            </a:extLst>
          </p:cNvPr>
          <p:cNvSpPr txBox="1">
            <a:spLocks noChangeArrowheads="1"/>
          </p:cNvSpPr>
          <p:nvPr/>
        </p:nvSpPr>
        <p:spPr bwMode="auto">
          <a:xfrm>
            <a:off x="7997776" y="3161687"/>
            <a:ext cx="15872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low priority queue</a:t>
            </a:r>
          </a:p>
        </p:txBody>
      </p:sp>
      <p:sp>
        <p:nvSpPr>
          <p:cNvPr id="166" name="TextBox 19">
            <a:extLst>
              <a:ext uri="{FF2B5EF4-FFF2-40B4-BE49-F238E27FC236}">
                <a16:creationId xmlns:a16="http://schemas.microsoft.com/office/drawing/2014/main" id="{18CA292A-DA82-0843-80BD-20E9FC633428}"/>
              </a:ext>
            </a:extLst>
          </p:cNvPr>
          <p:cNvSpPr txBox="1">
            <a:spLocks noChangeArrowheads="1"/>
          </p:cNvSpPr>
          <p:nvPr/>
        </p:nvSpPr>
        <p:spPr bwMode="auto">
          <a:xfrm>
            <a:off x="6916660" y="2012062"/>
            <a:ext cx="763273"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167" name="TextBox 20">
            <a:extLst>
              <a:ext uri="{FF2B5EF4-FFF2-40B4-BE49-F238E27FC236}">
                <a16:creationId xmlns:a16="http://schemas.microsoft.com/office/drawing/2014/main" id="{66963E56-8D94-1F47-9283-561C942DFF38}"/>
              </a:ext>
            </a:extLst>
          </p:cNvPr>
          <p:cNvSpPr txBox="1">
            <a:spLocks noChangeArrowheads="1"/>
          </p:cNvSpPr>
          <p:nvPr/>
        </p:nvSpPr>
        <p:spPr bwMode="auto">
          <a:xfrm>
            <a:off x="7443654" y="2744465"/>
            <a:ext cx="787419"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classify</a:t>
            </a:r>
          </a:p>
        </p:txBody>
      </p:sp>
      <p:sp>
        <p:nvSpPr>
          <p:cNvPr id="170" name="TextBox 23">
            <a:extLst>
              <a:ext uri="{FF2B5EF4-FFF2-40B4-BE49-F238E27FC236}">
                <a16:creationId xmlns:a16="http://schemas.microsoft.com/office/drawing/2014/main" id="{C50F9624-DB30-D841-8393-1591753B2438}"/>
              </a:ext>
            </a:extLst>
          </p:cNvPr>
          <p:cNvSpPr txBox="1">
            <a:spLocks noChangeArrowheads="1"/>
          </p:cNvSpPr>
          <p:nvPr/>
        </p:nvSpPr>
        <p:spPr bwMode="auto">
          <a:xfrm>
            <a:off x="10247672" y="2765634"/>
            <a:ext cx="1043018"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171" name="TextBox 24">
            <a:extLst>
              <a:ext uri="{FF2B5EF4-FFF2-40B4-BE49-F238E27FC236}">
                <a16:creationId xmlns:a16="http://schemas.microsoft.com/office/drawing/2014/main" id="{3D12E165-AACD-FC4D-9133-E5299E6E192F}"/>
              </a:ext>
            </a:extLst>
          </p:cNvPr>
          <p:cNvSpPr txBox="1">
            <a:spLocks noChangeArrowheads="1"/>
          </p:cNvSpPr>
          <p:nvPr/>
        </p:nvSpPr>
        <p:spPr bwMode="auto">
          <a:xfrm>
            <a:off x="9575698" y="2771503"/>
            <a:ext cx="453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p:txBody>
      </p:sp>
      <p:grpSp>
        <p:nvGrpSpPr>
          <p:cNvPr id="198" name="Group 197">
            <a:extLst>
              <a:ext uri="{FF2B5EF4-FFF2-40B4-BE49-F238E27FC236}">
                <a16:creationId xmlns:a16="http://schemas.microsoft.com/office/drawing/2014/main" id="{CA413330-497F-ED47-B78A-AF3BCDFF5B9A}"/>
              </a:ext>
            </a:extLst>
          </p:cNvPr>
          <p:cNvGrpSpPr>
            <a:grpSpLocks/>
          </p:cNvGrpSpPr>
          <p:nvPr/>
        </p:nvGrpSpPr>
        <p:grpSpPr bwMode="auto">
          <a:xfrm>
            <a:off x="7832648" y="4587146"/>
            <a:ext cx="347662" cy="754063"/>
            <a:chOff x="2797204" y="2989241"/>
            <a:chExt cx="347099" cy="755477"/>
          </a:xfrm>
        </p:grpSpPr>
        <p:sp>
          <p:nvSpPr>
            <p:cNvPr id="199" name="Rectangle 52">
              <a:extLst>
                <a:ext uri="{FF2B5EF4-FFF2-40B4-BE49-F238E27FC236}">
                  <a16:creationId xmlns:a16="http://schemas.microsoft.com/office/drawing/2014/main" id="{B91332E7-A11F-9347-AEBB-461467FDA740}"/>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0" name="Group 53">
              <a:extLst>
                <a:ext uri="{FF2B5EF4-FFF2-40B4-BE49-F238E27FC236}">
                  <a16:creationId xmlns:a16="http://schemas.microsoft.com/office/drawing/2014/main" id="{F4ACB128-10F8-694B-81EE-797A0DD600A4}"/>
                </a:ext>
              </a:extLst>
            </p:cNvPr>
            <p:cNvGrpSpPr>
              <a:grpSpLocks/>
            </p:cNvGrpSpPr>
            <p:nvPr/>
          </p:nvGrpSpPr>
          <p:grpSpPr bwMode="auto">
            <a:xfrm>
              <a:off x="2821701" y="3197503"/>
              <a:ext cx="298780" cy="338554"/>
              <a:chOff x="2821701" y="3197503"/>
              <a:chExt cx="298780" cy="338554"/>
            </a:xfrm>
          </p:grpSpPr>
          <p:sp>
            <p:nvSpPr>
              <p:cNvPr id="201" name="Oval 54">
                <a:extLst>
                  <a:ext uri="{FF2B5EF4-FFF2-40B4-BE49-F238E27FC236}">
                    <a16:creationId xmlns:a16="http://schemas.microsoft.com/office/drawing/2014/main" id="{FEC2E554-32AB-DB43-AF65-3677E1404FDC}"/>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TextBox 55">
                <a:extLst>
                  <a:ext uri="{FF2B5EF4-FFF2-40B4-BE49-F238E27FC236}">
                    <a16:creationId xmlns:a16="http://schemas.microsoft.com/office/drawing/2014/main" id="{3038C36E-D4FE-2D43-81C4-8CBEF283A6F3}"/>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grpSp>
      </p:grpSp>
      <p:grpSp>
        <p:nvGrpSpPr>
          <p:cNvPr id="203" name="Group 202">
            <a:extLst>
              <a:ext uri="{FF2B5EF4-FFF2-40B4-BE49-F238E27FC236}">
                <a16:creationId xmlns:a16="http://schemas.microsoft.com/office/drawing/2014/main" id="{0D5CDCB5-8BD7-8449-9EE8-522A6E1EC58E}"/>
              </a:ext>
            </a:extLst>
          </p:cNvPr>
          <p:cNvGrpSpPr>
            <a:grpSpLocks/>
          </p:cNvGrpSpPr>
          <p:nvPr/>
        </p:nvGrpSpPr>
        <p:grpSpPr bwMode="auto">
          <a:xfrm>
            <a:off x="8181898" y="4591909"/>
            <a:ext cx="346075" cy="755650"/>
            <a:chOff x="2797204" y="2989241"/>
            <a:chExt cx="347099" cy="755477"/>
          </a:xfrm>
        </p:grpSpPr>
        <p:sp>
          <p:nvSpPr>
            <p:cNvPr id="204" name="Rectangle 57">
              <a:extLst>
                <a:ext uri="{FF2B5EF4-FFF2-40B4-BE49-F238E27FC236}">
                  <a16:creationId xmlns:a16="http://schemas.microsoft.com/office/drawing/2014/main" id="{79C763B8-181E-C545-8EDE-2006D8C79C3E}"/>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5" name="Group 58">
              <a:extLst>
                <a:ext uri="{FF2B5EF4-FFF2-40B4-BE49-F238E27FC236}">
                  <a16:creationId xmlns:a16="http://schemas.microsoft.com/office/drawing/2014/main" id="{BB006118-96E2-A144-A976-280D82D62491}"/>
                </a:ext>
              </a:extLst>
            </p:cNvPr>
            <p:cNvGrpSpPr>
              <a:grpSpLocks/>
            </p:cNvGrpSpPr>
            <p:nvPr/>
          </p:nvGrpSpPr>
          <p:grpSpPr bwMode="auto">
            <a:xfrm>
              <a:off x="2821701" y="3197503"/>
              <a:ext cx="298780" cy="338554"/>
              <a:chOff x="2821701" y="3197503"/>
              <a:chExt cx="298780" cy="338554"/>
            </a:xfrm>
          </p:grpSpPr>
          <p:sp>
            <p:nvSpPr>
              <p:cNvPr id="206" name="Oval 59">
                <a:extLst>
                  <a:ext uri="{FF2B5EF4-FFF2-40B4-BE49-F238E27FC236}">
                    <a16:creationId xmlns:a16="http://schemas.microsoft.com/office/drawing/2014/main" id="{4A938029-DCC0-0240-A47F-3D1EAA258E6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7" name="TextBox 60">
                <a:extLst>
                  <a:ext uri="{FF2B5EF4-FFF2-40B4-BE49-F238E27FC236}">
                    <a16:creationId xmlns:a16="http://schemas.microsoft.com/office/drawing/2014/main" id="{0D6BFA59-6951-BA4F-849A-B320C9CA97B7}"/>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grpSp>
      </p:grpSp>
      <p:grpSp>
        <p:nvGrpSpPr>
          <p:cNvPr id="208" name="Group 207">
            <a:extLst>
              <a:ext uri="{FF2B5EF4-FFF2-40B4-BE49-F238E27FC236}">
                <a16:creationId xmlns:a16="http://schemas.microsoft.com/office/drawing/2014/main" id="{628CDD20-1F91-BA48-AEEC-082272BFE385}"/>
              </a:ext>
            </a:extLst>
          </p:cNvPr>
          <p:cNvGrpSpPr>
            <a:grpSpLocks/>
          </p:cNvGrpSpPr>
          <p:nvPr/>
        </p:nvGrpSpPr>
        <p:grpSpPr bwMode="auto">
          <a:xfrm>
            <a:off x="8532735" y="4587146"/>
            <a:ext cx="346075" cy="755650"/>
            <a:chOff x="997686" y="3954289"/>
            <a:chExt cx="347099" cy="755477"/>
          </a:xfrm>
        </p:grpSpPr>
        <p:sp>
          <p:nvSpPr>
            <p:cNvPr id="209" name="Rectangle 62">
              <a:extLst>
                <a:ext uri="{FF2B5EF4-FFF2-40B4-BE49-F238E27FC236}">
                  <a16:creationId xmlns:a16="http://schemas.microsoft.com/office/drawing/2014/main" id="{5601D88E-9405-1B4E-B7D8-10891DF1EC26}"/>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0" name="Group 63">
              <a:extLst>
                <a:ext uri="{FF2B5EF4-FFF2-40B4-BE49-F238E27FC236}">
                  <a16:creationId xmlns:a16="http://schemas.microsoft.com/office/drawing/2014/main" id="{22469F56-B5A8-A44E-A5FF-04A4C3A4F1D8}"/>
                </a:ext>
              </a:extLst>
            </p:cNvPr>
            <p:cNvGrpSpPr>
              <a:grpSpLocks/>
            </p:cNvGrpSpPr>
            <p:nvPr/>
          </p:nvGrpSpPr>
          <p:grpSpPr bwMode="auto">
            <a:xfrm>
              <a:off x="1022183" y="4162551"/>
              <a:ext cx="298780" cy="338554"/>
              <a:chOff x="2821701" y="3197503"/>
              <a:chExt cx="298780" cy="338554"/>
            </a:xfrm>
          </p:grpSpPr>
          <p:sp>
            <p:nvSpPr>
              <p:cNvPr id="211" name="Oval 64">
                <a:extLst>
                  <a:ext uri="{FF2B5EF4-FFF2-40B4-BE49-F238E27FC236}">
                    <a16:creationId xmlns:a16="http://schemas.microsoft.com/office/drawing/2014/main" id="{60743089-7BBE-7A47-8B6F-9BA958266B7E}"/>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2" name="TextBox 65">
                <a:extLst>
                  <a:ext uri="{FF2B5EF4-FFF2-40B4-BE49-F238E27FC236}">
                    <a16:creationId xmlns:a16="http://schemas.microsoft.com/office/drawing/2014/main" id="{97AE9EDF-FCD8-A44E-830F-C938E1028A7C}"/>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grpSp>
      </p:grpSp>
      <p:grpSp>
        <p:nvGrpSpPr>
          <p:cNvPr id="213" name="Group 212">
            <a:extLst>
              <a:ext uri="{FF2B5EF4-FFF2-40B4-BE49-F238E27FC236}">
                <a16:creationId xmlns:a16="http://schemas.microsoft.com/office/drawing/2014/main" id="{AED8E6B2-55F7-A842-BF00-1FDEAB5B96FB}"/>
              </a:ext>
            </a:extLst>
          </p:cNvPr>
          <p:cNvGrpSpPr>
            <a:grpSpLocks/>
          </p:cNvGrpSpPr>
          <p:nvPr/>
        </p:nvGrpSpPr>
        <p:grpSpPr bwMode="auto">
          <a:xfrm>
            <a:off x="8888335" y="4585559"/>
            <a:ext cx="347663" cy="754062"/>
            <a:chOff x="2797204" y="2989241"/>
            <a:chExt cx="347099" cy="755477"/>
          </a:xfrm>
        </p:grpSpPr>
        <p:sp>
          <p:nvSpPr>
            <p:cNvPr id="214" name="Rectangle 67">
              <a:extLst>
                <a:ext uri="{FF2B5EF4-FFF2-40B4-BE49-F238E27FC236}">
                  <a16:creationId xmlns:a16="http://schemas.microsoft.com/office/drawing/2014/main" id="{17877A5D-7221-1B44-A820-C6CA50DDF9E1}"/>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5" name="Group 68">
              <a:extLst>
                <a:ext uri="{FF2B5EF4-FFF2-40B4-BE49-F238E27FC236}">
                  <a16:creationId xmlns:a16="http://schemas.microsoft.com/office/drawing/2014/main" id="{971AF330-877D-B346-8636-720417511D27}"/>
                </a:ext>
              </a:extLst>
            </p:cNvPr>
            <p:cNvGrpSpPr>
              <a:grpSpLocks/>
            </p:cNvGrpSpPr>
            <p:nvPr/>
          </p:nvGrpSpPr>
          <p:grpSpPr bwMode="auto">
            <a:xfrm>
              <a:off x="2821701" y="3197503"/>
              <a:ext cx="298780" cy="338554"/>
              <a:chOff x="2821701" y="3197503"/>
              <a:chExt cx="298780" cy="338554"/>
            </a:xfrm>
          </p:grpSpPr>
          <p:sp>
            <p:nvSpPr>
              <p:cNvPr id="216" name="Oval 69">
                <a:extLst>
                  <a:ext uri="{FF2B5EF4-FFF2-40B4-BE49-F238E27FC236}">
                    <a16:creationId xmlns:a16="http://schemas.microsoft.com/office/drawing/2014/main" id="{BBC6CE4C-69C6-3442-856D-E7AE545D2A3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TextBox 70">
                <a:extLst>
                  <a:ext uri="{FF2B5EF4-FFF2-40B4-BE49-F238E27FC236}">
                    <a16:creationId xmlns:a16="http://schemas.microsoft.com/office/drawing/2014/main" id="{6651BEED-1878-374C-8A7F-971D8CFEEA4F}"/>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grpSp>
      </p:grpSp>
      <p:grpSp>
        <p:nvGrpSpPr>
          <p:cNvPr id="218" name="Group 217">
            <a:extLst>
              <a:ext uri="{FF2B5EF4-FFF2-40B4-BE49-F238E27FC236}">
                <a16:creationId xmlns:a16="http://schemas.microsoft.com/office/drawing/2014/main" id="{2C52832B-CB92-454D-9FA5-397F33ED018E}"/>
              </a:ext>
            </a:extLst>
          </p:cNvPr>
          <p:cNvGrpSpPr>
            <a:grpSpLocks/>
          </p:cNvGrpSpPr>
          <p:nvPr/>
        </p:nvGrpSpPr>
        <p:grpSpPr bwMode="auto">
          <a:xfrm>
            <a:off x="9950373" y="4593496"/>
            <a:ext cx="347662" cy="755650"/>
            <a:chOff x="997686" y="3954289"/>
            <a:chExt cx="347099" cy="755477"/>
          </a:xfrm>
        </p:grpSpPr>
        <p:sp>
          <p:nvSpPr>
            <p:cNvPr id="219" name="Rectangle 72">
              <a:extLst>
                <a:ext uri="{FF2B5EF4-FFF2-40B4-BE49-F238E27FC236}">
                  <a16:creationId xmlns:a16="http://schemas.microsoft.com/office/drawing/2014/main" id="{E8EB6424-F905-7341-B066-9F8E5F627525}"/>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20" name="Group 73">
              <a:extLst>
                <a:ext uri="{FF2B5EF4-FFF2-40B4-BE49-F238E27FC236}">
                  <a16:creationId xmlns:a16="http://schemas.microsoft.com/office/drawing/2014/main" id="{EAE329E5-B657-7E46-AF92-0B794854B248}"/>
                </a:ext>
              </a:extLst>
            </p:cNvPr>
            <p:cNvGrpSpPr>
              <a:grpSpLocks/>
            </p:cNvGrpSpPr>
            <p:nvPr/>
          </p:nvGrpSpPr>
          <p:grpSpPr bwMode="auto">
            <a:xfrm>
              <a:off x="1022183" y="4162551"/>
              <a:ext cx="298780" cy="338554"/>
              <a:chOff x="2821701" y="3197503"/>
              <a:chExt cx="298780" cy="338554"/>
            </a:xfrm>
          </p:grpSpPr>
          <p:sp>
            <p:nvSpPr>
              <p:cNvPr id="221" name="Oval 74">
                <a:extLst>
                  <a:ext uri="{FF2B5EF4-FFF2-40B4-BE49-F238E27FC236}">
                    <a16:creationId xmlns:a16="http://schemas.microsoft.com/office/drawing/2014/main" id="{14299EB1-5355-4344-8A2B-DA7E42F81941}"/>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TextBox 75">
                <a:extLst>
                  <a:ext uri="{FF2B5EF4-FFF2-40B4-BE49-F238E27FC236}">
                    <a16:creationId xmlns:a16="http://schemas.microsoft.com/office/drawing/2014/main" id="{0910BB6C-C974-2D4C-91BD-0C41CB78E084}"/>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grpSp>
      </p:grpSp>
      <p:grpSp>
        <p:nvGrpSpPr>
          <p:cNvPr id="18" name="Group 17">
            <a:extLst>
              <a:ext uri="{FF2B5EF4-FFF2-40B4-BE49-F238E27FC236}">
                <a16:creationId xmlns:a16="http://schemas.microsoft.com/office/drawing/2014/main" id="{8A414A69-7A4D-E94C-9166-A43D26F738FB}"/>
              </a:ext>
            </a:extLst>
          </p:cNvPr>
          <p:cNvGrpSpPr/>
          <p:nvPr/>
        </p:nvGrpSpPr>
        <p:grpSpPr>
          <a:xfrm>
            <a:off x="6976985" y="4182334"/>
            <a:ext cx="3978275" cy="1506537"/>
            <a:chOff x="6976985" y="4182334"/>
            <a:chExt cx="3978275" cy="1506537"/>
          </a:xfrm>
        </p:grpSpPr>
        <p:cxnSp>
          <p:nvCxnSpPr>
            <p:cNvPr id="196" name="Straight Connector 49">
              <a:extLst>
                <a:ext uri="{FF2B5EF4-FFF2-40B4-BE49-F238E27FC236}">
                  <a16:creationId xmlns:a16="http://schemas.microsoft.com/office/drawing/2014/main" id="{09FBCBE2-0BE6-0B41-8BDC-3994B6A0EEAE}"/>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Straight Connector 50">
              <a:extLst>
                <a:ext uri="{FF2B5EF4-FFF2-40B4-BE49-F238E27FC236}">
                  <a16:creationId xmlns:a16="http://schemas.microsoft.com/office/drawing/2014/main" id="{7F18FA76-7AB2-2240-83F5-7ECCE2B76108}"/>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 name="TextBox 126">
              <a:extLst>
                <a:ext uri="{FF2B5EF4-FFF2-40B4-BE49-F238E27FC236}">
                  <a16:creationId xmlns:a16="http://schemas.microsoft.com/office/drawing/2014/main" id="{0D4C74E0-D72A-AB40-AFD9-B2B842FE177B}"/>
                </a:ext>
              </a:extLst>
            </p:cNvPr>
            <p:cNvSpPr txBox="1">
              <a:spLocks noChangeArrowheads="1"/>
            </p:cNvSpPr>
            <p:nvPr/>
          </p:nvSpPr>
          <p:spPr bwMode="auto">
            <a:xfrm>
              <a:off x="6976985" y="4182334"/>
              <a:ext cx="806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274" name="TextBox 127">
              <a:extLst>
                <a:ext uri="{FF2B5EF4-FFF2-40B4-BE49-F238E27FC236}">
                  <a16:creationId xmlns:a16="http://schemas.microsoft.com/office/drawing/2014/main" id="{53975E93-967F-ED41-83F1-9D88A6965020}"/>
                </a:ext>
              </a:extLst>
            </p:cNvPr>
            <p:cNvSpPr txBox="1">
              <a:spLocks noChangeArrowheads="1"/>
            </p:cNvSpPr>
            <p:nvPr/>
          </p:nvSpPr>
          <p:spPr bwMode="auto">
            <a:xfrm>
              <a:off x="7000798" y="5380896"/>
              <a:ext cx="108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275" name="TextBox 128">
              <a:extLst>
                <a:ext uri="{FF2B5EF4-FFF2-40B4-BE49-F238E27FC236}">
                  <a16:creationId xmlns:a16="http://schemas.microsoft.com/office/drawing/2014/main" id="{B40D0F1D-D7DC-5742-9077-05BB3F4748A4}"/>
                </a:ext>
              </a:extLst>
            </p:cNvPr>
            <p:cNvSpPr txBox="1">
              <a:spLocks noChangeArrowheads="1"/>
            </p:cNvSpPr>
            <p:nvPr/>
          </p:nvSpPr>
          <p:spPr bwMode="auto">
            <a:xfrm>
              <a:off x="7023023" y="4687159"/>
              <a:ext cx="8604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275"/>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packet in service</a:t>
              </a:r>
            </a:p>
          </p:txBody>
        </p:sp>
      </p:grpSp>
      <p:grpSp>
        <p:nvGrpSpPr>
          <p:cNvPr id="4" name="Group 3">
            <a:extLst>
              <a:ext uri="{FF2B5EF4-FFF2-40B4-BE49-F238E27FC236}">
                <a16:creationId xmlns:a16="http://schemas.microsoft.com/office/drawing/2014/main" id="{177129A8-85BC-6440-85AB-254D43D1F548}"/>
              </a:ext>
            </a:extLst>
          </p:cNvPr>
          <p:cNvGrpSpPr/>
          <p:nvPr/>
        </p:nvGrpSpPr>
        <p:grpSpPr>
          <a:xfrm>
            <a:off x="7015641" y="2371233"/>
            <a:ext cx="563235" cy="169985"/>
            <a:chOff x="6268765" y="2496876"/>
            <a:chExt cx="563235" cy="169985"/>
          </a:xfrm>
        </p:grpSpPr>
        <p:cxnSp>
          <p:nvCxnSpPr>
            <p:cNvPr id="125" name="Straight Arrow Connector 124">
              <a:extLst>
                <a:ext uri="{FF2B5EF4-FFF2-40B4-BE49-F238E27FC236}">
                  <a16:creationId xmlns:a16="http://schemas.microsoft.com/office/drawing/2014/main" id="{DA779E9A-02A9-6644-AD69-61CB27E5FD57}"/>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C9A69F9-D799-2D40-8176-B02399B60E4C}"/>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72529E63-DBF0-6744-92EC-AF13D4CB549F}"/>
              </a:ext>
            </a:extLst>
          </p:cNvPr>
          <p:cNvGrpSpPr/>
          <p:nvPr/>
        </p:nvGrpSpPr>
        <p:grpSpPr>
          <a:xfrm>
            <a:off x="10518514" y="2335168"/>
            <a:ext cx="563235" cy="352190"/>
            <a:chOff x="6268765" y="2496876"/>
            <a:chExt cx="563235" cy="169985"/>
          </a:xfrm>
        </p:grpSpPr>
        <p:cxnSp>
          <p:nvCxnSpPr>
            <p:cNvPr id="131" name="Straight Arrow Connector 130">
              <a:extLst>
                <a:ext uri="{FF2B5EF4-FFF2-40B4-BE49-F238E27FC236}">
                  <a16:creationId xmlns:a16="http://schemas.microsoft.com/office/drawing/2014/main" id="{11813BBB-45F9-4545-A44C-AB5AAFCFF57C}"/>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87AFC330-0A49-7843-90F0-1955543FA463}"/>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33" name="Content Placeholder 1">
            <a:extLst>
              <a:ext uri="{FF2B5EF4-FFF2-40B4-BE49-F238E27FC236}">
                <a16:creationId xmlns:a16="http://schemas.microsoft.com/office/drawing/2014/main" id="{F749212D-A689-B143-9931-DD5E944728A3}"/>
              </a:ext>
            </a:extLst>
          </p:cNvPr>
          <p:cNvSpPr txBox="1">
            <a:spLocks/>
          </p:cNvSpPr>
          <p:nvPr/>
        </p:nvSpPr>
        <p:spPr>
          <a:xfrm>
            <a:off x="767862" y="3915571"/>
            <a:ext cx="5084299" cy="19627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5938"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send packet from highest priority queue that has buffered packets</a:t>
            </a:r>
          </a:p>
          <a:p>
            <a:pPr marL="804863"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FCFS within priority class</a:t>
            </a:r>
          </a:p>
        </p:txBody>
      </p:sp>
      <p:grpSp>
        <p:nvGrpSpPr>
          <p:cNvPr id="13" name="Group 12">
            <a:extLst>
              <a:ext uri="{FF2B5EF4-FFF2-40B4-BE49-F238E27FC236}">
                <a16:creationId xmlns:a16="http://schemas.microsoft.com/office/drawing/2014/main" id="{4B5BFDA1-472B-D44C-AF4F-687F704E3348}"/>
              </a:ext>
            </a:extLst>
          </p:cNvPr>
          <p:cNvGrpSpPr/>
          <p:nvPr/>
        </p:nvGrpSpPr>
        <p:grpSpPr>
          <a:xfrm>
            <a:off x="7671174" y="3917372"/>
            <a:ext cx="298450" cy="651303"/>
            <a:chOff x="7398516" y="3578212"/>
            <a:chExt cx="298450" cy="651303"/>
          </a:xfrm>
        </p:grpSpPr>
        <p:sp>
          <p:nvSpPr>
            <p:cNvPr id="246" name="Oval 99">
              <a:extLst>
                <a:ext uri="{FF2B5EF4-FFF2-40B4-BE49-F238E27FC236}">
                  <a16:creationId xmlns:a16="http://schemas.microsoft.com/office/drawing/2014/main" id="{0A08FE43-AF40-AA44-97C2-598083D1E0F4}"/>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7" name="TextBox 100">
              <a:extLst>
                <a:ext uri="{FF2B5EF4-FFF2-40B4-BE49-F238E27FC236}">
                  <a16:creationId xmlns:a16="http://schemas.microsoft.com/office/drawing/2014/main" id="{FC5974ED-B537-5F40-8FAE-38F177C671E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1" name="Straight Arrow Connector 10">
              <a:extLst>
                <a:ext uri="{FF2B5EF4-FFF2-40B4-BE49-F238E27FC236}">
                  <a16:creationId xmlns:a16="http://schemas.microsoft.com/office/drawing/2014/main" id="{8B55FAFA-386D-5447-BC0E-EB7887B8FEFD}"/>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BBB26098-DF2F-704A-9CE3-477B4A4088E8}"/>
              </a:ext>
            </a:extLst>
          </p:cNvPr>
          <p:cNvGrpSpPr/>
          <p:nvPr/>
        </p:nvGrpSpPr>
        <p:grpSpPr>
          <a:xfrm>
            <a:off x="7966553" y="3920142"/>
            <a:ext cx="298450" cy="651303"/>
            <a:chOff x="7398516" y="3578212"/>
            <a:chExt cx="298450" cy="651303"/>
          </a:xfrm>
        </p:grpSpPr>
        <p:sp>
          <p:nvSpPr>
            <p:cNvPr id="143" name="Oval 99">
              <a:extLst>
                <a:ext uri="{FF2B5EF4-FFF2-40B4-BE49-F238E27FC236}">
                  <a16:creationId xmlns:a16="http://schemas.microsoft.com/office/drawing/2014/main" id="{1FE7763F-DEFC-0445-A67D-64E5AE1809A5}"/>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4" name="TextBox 100">
              <a:extLst>
                <a:ext uri="{FF2B5EF4-FFF2-40B4-BE49-F238E27FC236}">
                  <a16:creationId xmlns:a16="http://schemas.microsoft.com/office/drawing/2014/main" id="{4A02E4C3-DE29-4645-A913-F3187EB5821D}"/>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45" name="Straight Arrow Connector 144">
              <a:extLst>
                <a:ext uri="{FF2B5EF4-FFF2-40B4-BE49-F238E27FC236}">
                  <a16:creationId xmlns:a16="http://schemas.microsoft.com/office/drawing/2014/main" id="{CB4D562C-391A-154A-B9C0-DCBC67DEF7B3}"/>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a16="http://schemas.microsoft.com/office/drawing/2014/main" id="{C04C0CEA-EE95-7C45-9F9E-3251EBAE6CAD}"/>
              </a:ext>
            </a:extLst>
          </p:cNvPr>
          <p:cNvGrpSpPr/>
          <p:nvPr/>
        </p:nvGrpSpPr>
        <p:grpSpPr>
          <a:xfrm>
            <a:off x="8574489" y="3916263"/>
            <a:ext cx="298450" cy="651303"/>
            <a:chOff x="7398516" y="3578212"/>
            <a:chExt cx="298450" cy="651303"/>
          </a:xfrm>
        </p:grpSpPr>
        <p:sp>
          <p:nvSpPr>
            <p:cNvPr id="147" name="Oval 99">
              <a:extLst>
                <a:ext uri="{FF2B5EF4-FFF2-40B4-BE49-F238E27FC236}">
                  <a16:creationId xmlns:a16="http://schemas.microsoft.com/office/drawing/2014/main" id="{AAFD89C4-864D-F34B-A82D-1BB28524569F}"/>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TextBox 100">
              <a:extLst>
                <a:ext uri="{FF2B5EF4-FFF2-40B4-BE49-F238E27FC236}">
                  <a16:creationId xmlns:a16="http://schemas.microsoft.com/office/drawing/2014/main" id="{131EAF45-AA88-C248-A0B3-290327B798A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49" name="Straight Arrow Connector 148">
              <a:extLst>
                <a:ext uri="{FF2B5EF4-FFF2-40B4-BE49-F238E27FC236}">
                  <a16:creationId xmlns:a16="http://schemas.microsoft.com/office/drawing/2014/main" id="{B0FAAC14-1425-6443-B0A5-5CBC5E66DC31}"/>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E16912A4-6BD9-FB48-8EF7-0DB862FE810A}"/>
              </a:ext>
            </a:extLst>
          </p:cNvPr>
          <p:cNvGrpSpPr/>
          <p:nvPr/>
        </p:nvGrpSpPr>
        <p:grpSpPr>
          <a:xfrm>
            <a:off x="7829819" y="3644517"/>
            <a:ext cx="298450" cy="927483"/>
            <a:chOff x="6725889" y="3647842"/>
            <a:chExt cx="298450" cy="927483"/>
          </a:xfrm>
        </p:grpSpPr>
        <p:sp>
          <p:nvSpPr>
            <p:cNvPr id="153" name="Oval 89">
              <a:extLst>
                <a:ext uri="{FF2B5EF4-FFF2-40B4-BE49-F238E27FC236}">
                  <a16:creationId xmlns:a16="http://schemas.microsoft.com/office/drawing/2014/main" id="{DB6F42F1-F3D1-9241-AFE5-67FBD8ACEBCB}"/>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TextBox 90">
              <a:extLst>
                <a:ext uri="{FF2B5EF4-FFF2-40B4-BE49-F238E27FC236}">
                  <a16:creationId xmlns:a16="http://schemas.microsoft.com/office/drawing/2014/main" id="{D3EE74DA-4F35-BD42-A402-E5709C9941D0}"/>
                </a:ext>
              </a:extLst>
            </p:cNvPr>
            <p:cNvSpPr txBox="1">
              <a:spLocks noChangeArrowheads="1"/>
            </p:cNvSpPr>
            <p:nvPr/>
          </p:nvSpPr>
          <p:spPr bwMode="auto">
            <a:xfrm>
              <a:off x="6725889" y="3647842"/>
              <a:ext cx="298450" cy="3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5" name="Straight Arrow Connector 14">
              <a:extLst>
                <a:ext uri="{FF2B5EF4-FFF2-40B4-BE49-F238E27FC236}">
                  <a16:creationId xmlns:a16="http://schemas.microsoft.com/office/drawing/2014/main" id="{95ED8863-F045-6C4F-8410-611648593128}"/>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9D42AA4F-FBF9-CC40-8705-7E68F9D30BB8}"/>
              </a:ext>
            </a:extLst>
          </p:cNvPr>
          <p:cNvGrpSpPr/>
          <p:nvPr/>
        </p:nvGrpSpPr>
        <p:grpSpPr>
          <a:xfrm>
            <a:off x="9807544" y="3925685"/>
            <a:ext cx="298450" cy="647977"/>
            <a:chOff x="7405166" y="3581538"/>
            <a:chExt cx="298450" cy="647977"/>
          </a:xfrm>
        </p:grpSpPr>
        <p:sp>
          <p:nvSpPr>
            <p:cNvPr id="277" name="Oval 99">
              <a:extLst>
                <a:ext uri="{FF2B5EF4-FFF2-40B4-BE49-F238E27FC236}">
                  <a16:creationId xmlns:a16="http://schemas.microsoft.com/office/drawing/2014/main" id="{ED4C12D3-CD45-C940-B0F8-78FF1990B419}"/>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TextBox 100">
              <a:extLst>
                <a:ext uri="{FF2B5EF4-FFF2-40B4-BE49-F238E27FC236}">
                  <a16:creationId xmlns:a16="http://schemas.microsoft.com/office/drawing/2014/main" id="{E3B96439-708C-5041-BAA5-E79EF5FA9D24}"/>
                </a:ext>
              </a:extLst>
            </p:cNvPr>
            <p:cNvSpPr txBox="1">
              <a:spLocks noChangeArrowheads="1"/>
            </p:cNvSpPr>
            <p:nvPr/>
          </p:nvSpPr>
          <p:spPr bwMode="auto">
            <a:xfrm>
              <a:off x="7405166" y="358153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79" name="Straight Arrow Connector 278">
              <a:extLst>
                <a:ext uri="{FF2B5EF4-FFF2-40B4-BE49-F238E27FC236}">
                  <a16:creationId xmlns:a16="http://schemas.microsoft.com/office/drawing/2014/main" id="{F92783F0-8C2B-C34F-B314-E5566258AF39}"/>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5183055A-5BE8-A942-8605-57EA41C15EAA}"/>
              </a:ext>
            </a:extLst>
          </p:cNvPr>
          <p:cNvGrpSpPr/>
          <p:nvPr/>
        </p:nvGrpSpPr>
        <p:grpSpPr>
          <a:xfrm>
            <a:off x="8029730" y="5366143"/>
            <a:ext cx="298450" cy="651728"/>
            <a:chOff x="7384663" y="5459245"/>
            <a:chExt cx="298450" cy="651728"/>
          </a:xfrm>
        </p:grpSpPr>
        <p:sp>
          <p:nvSpPr>
            <p:cNvPr id="281" name="Oval 99">
              <a:extLst>
                <a:ext uri="{FF2B5EF4-FFF2-40B4-BE49-F238E27FC236}">
                  <a16:creationId xmlns:a16="http://schemas.microsoft.com/office/drawing/2014/main" id="{9934B476-1895-D149-A552-448E1310E22F}"/>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TextBox 100">
              <a:extLst>
                <a:ext uri="{FF2B5EF4-FFF2-40B4-BE49-F238E27FC236}">
                  <a16:creationId xmlns:a16="http://schemas.microsoft.com/office/drawing/2014/main" id="{0B65A5ED-22FF-694D-A8CF-CD58B7906C11}"/>
                </a:ext>
              </a:extLst>
            </p:cNvPr>
            <p:cNvSpPr txBox="1">
              <a:spLocks noChangeArrowheads="1"/>
            </p:cNvSpPr>
            <p:nvPr/>
          </p:nvSpPr>
          <p:spPr bwMode="auto">
            <a:xfrm>
              <a:off x="738466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283" name="Straight Arrow Connector 282">
              <a:extLst>
                <a:ext uri="{FF2B5EF4-FFF2-40B4-BE49-F238E27FC236}">
                  <a16:creationId xmlns:a16="http://schemas.microsoft.com/office/drawing/2014/main" id="{880B4985-A2E7-9840-89DB-43CD1C32889B}"/>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4" name="Group 283">
            <a:extLst>
              <a:ext uri="{FF2B5EF4-FFF2-40B4-BE49-F238E27FC236}">
                <a16:creationId xmlns:a16="http://schemas.microsoft.com/office/drawing/2014/main" id="{08BFC867-D14D-3144-B81A-791B84130F74}"/>
              </a:ext>
            </a:extLst>
          </p:cNvPr>
          <p:cNvGrpSpPr/>
          <p:nvPr/>
        </p:nvGrpSpPr>
        <p:grpSpPr>
          <a:xfrm>
            <a:off x="8381636" y="5365589"/>
            <a:ext cx="298450" cy="651728"/>
            <a:chOff x="7391313" y="5459245"/>
            <a:chExt cx="298450" cy="651728"/>
          </a:xfrm>
        </p:grpSpPr>
        <p:sp>
          <p:nvSpPr>
            <p:cNvPr id="285" name="Oval 99">
              <a:extLst>
                <a:ext uri="{FF2B5EF4-FFF2-40B4-BE49-F238E27FC236}">
                  <a16:creationId xmlns:a16="http://schemas.microsoft.com/office/drawing/2014/main" id="{BCA5C7D8-492C-6D4C-A709-3454D0AADA65}"/>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TextBox 100">
              <a:extLst>
                <a:ext uri="{FF2B5EF4-FFF2-40B4-BE49-F238E27FC236}">
                  <a16:creationId xmlns:a16="http://schemas.microsoft.com/office/drawing/2014/main" id="{56C67F63-AD2F-904B-A5F0-CB276135875F}"/>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287" name="Straight Arrow Connector 286">
              <a:extLst>
                <a:ext uri="{FF2B5EF4-FFF2-40B4-BE49-F238E27FC236}">
                  <a16:creationId xmlns:a16="http://schemas.microsoft.com/office/drawing/2014/main" id="{CED90D14-0E45-5341-B1F1-814D49A675B5}"/>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8" name="Group 287">
            <a:extLst>
              <a:ext uri="{FF2B5EF4-FFF2-40B4-BE49-F238E27FC236}">
                <a16:creationId xmlns:a16="http://schemas.microsoft.com/office/drawing/2014/main" id="{6AD51B82-2C86-C848-B33C-7B11C8FA3B57}"/>
              </a:ext>
            </a:extLst>
          </p:cNvPr>
          <p:cNvGrpSpPr/>
          <p:nvPr/>
        </p:nvGrpSpPr>
        <p:grpSpPr>
          <a:xfrm>
            <a:off x="8736867" y="5365034"/>
            <a:ext cx="298450" cy="651727"/>
            <a:chOff x="7391313" y="5459245"/>
            <a:chExt cx="298450" cy="651727"/>
          </a:xfrm>
        </p:grpSpPr>
        <p:sp>
          <p:nvSpPr>
            <p:cNvPr id="289" name="Oval 99">
              <a:extLst>
                <a:ext uri="{FF2B5EF4-FFF2-40B4-BE49-F238E27FC236}">
                  <a16:creationId xmlns:a16="http://schemas.microsoft.com/office/drawing/2014/main" id="{8B751EE7-2235-4048-BC78-0782B52B6DB6}"/>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0" name="TextBox 100">
              <a:extLst>
                <a:ext uri="{FF2B5EF4-FFF2-40B4-BE49-F238E27FC236}">
                  <a16:creationId xmlns:a16="http://schemas.microsoft.com/office/drawing/2014/main" id="{B8507147-FC4D-1542-A3A7-90596BEFDB7A}"/>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291" name="Straight Arrow Connector 290">
              <a:extLst>
                <a:ext uri="{FF2B5EF4-FFF2-40B4-BE49-F238E27FC236}">
                  <a16:creationId xmlns:a16="http://schemas.microsoft.com/office/drawing/2014/main" id="{F74942C4-4354-FE45-B718-B6E99CA1D39F}"/>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2" name="Group 291">
            <a:extLst>
              <a:ext uri="{FF2B5EF4-FFF2-40B4-BE49-F238E27FC236}">
                <a16:creationId xmlns:a16="http://schemas.microsoft.com/office/drawing/2014/main" id="{CED60DF8-B507-0E4E-8EFC-684EF5836E2E}"/>
              </a:ext>
            </a:extLst>
          </p:cNvPr>
          <p:cNvGrpSpPr/>
          <p:nvPr/>
        </p:nvGrpSpPr>
        <p:grpSpPr>
          <a:xfrm>
            <a:off x="9086001" y="5365035"/>
            <a:ext cx="298450" cy="651728"/>
            <a:chOff x="7391313" y="5459245"/>
            <a:chExt cx="298450" cy="651728"/>
          </a:xfrm>
        </p:grpSpPr>
        <p:sp>
          <p:nvSpPr>
            <p:cNvPr id="293" name="Oval 99">
              <a:extLst>
                <a:ext uri="{FF2B5EF4-FFF2-40B4-BE49-F238E27FC236}">
                  <a16:creationId xmlns:a16="http://schemas.microsoft.com/office/drawing/2014/main" id="{52D8440D-1B32-3B45-A2B4-B9EB99F22D2B}"/>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TextBox 100">
              <a:extLst>
                <a:ext uri="{FF2B5EF4-FFF2-40B4-BE49-F238E27FC236}">
                  <a16:creationId xmlns:a16="http://schemas.microsoft.com/office/drawing/2014/main" id="{F6D396E6-A748-A548-A25E-DD22B2CA3BBA}"/>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295" name="Straight Arrow Connector 294">
              <a:extLst>
                <a:ext uri="{FF2B5EF4-FFF2-40B4-BE49-F238E27FC236}">
                  <a16:creationId xmlns:a16="http://schemas.microsoft.com/office/drawing/2014/main" id="{114BECB2-1F39-4842-A148-3F058B5E87B9}"/>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6" name="Group 295">
            <a:extLst>
              <a:ext uri="{FF2B5EF4-FFF2-40B4-BE49-F238E27FC236}">
                <a16:creationId xmlns:a16="http://schemas.microsoft.com/office/drawing/2014/main" id="{A49EEF46-5C0F-1641-93E3-C585EB817C3A}"/>
              </a:ext>
            </a:extLst>
          </p:cNvPr>
          <p:cNvGrpSpPr/>
          <p:nvPr/>
        </p:nvGrpSpPr>
        <p:grpSpPr>
          <a:xfrm>
            <a:off x="10159452" y="5361155"/>
            <a:ext cx="298450" cy="651727"/>
            <a:chOff x="7391313" y="5459245"/>
            <a:chExt cx="298450" cy="651727"/>
          </a:xfrm>
        </p:grpSpPr>
        <p:sp>
          <p:nvSpPr>
            <p:cNvPr id="297" name="Oval 99">
              <a:extLst>
                <a:ext uri="{FF2B5EF4-FFF2-40B4-BE49-F238E27FC236}">
                  <a16:creationId xmlns:a16="http://schemas.microsoft.com/office/drawing/2014/main" id="{3DCA5832-DE2D-764A-99B6-A0207347696F}"/>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8" name="TextBox 100">
              <a:extLst>
                <a:ext uri="{FF2B5EF4-FFF2-40B4-BE49-F238E27FC236}">
                  <a16:creationId xmlns:a16="http://schemas.microsoft.com/office/drawing/2014/main" id="{5B31099F-7256-BD4F-88BF-DDDC029150D2}"/>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99" name="Straight Arrow Connector 298">
              <a:extLst>
                <a:ext uri="{FF2B5EF4-FFF2-40B4-BE49-F238E27FC236}">
                  <a16:creationId xmlns:a16="http://schemas.microsoft.com/office/drawing/2014/main" id="{299E53A8-3472-E546-8464-2381D0D10BDC}"/>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17" name="Slide Number Placeholder 4">
            <a:extLst>
              <a:ext uri="{FF2B5EF4-FFF2-40B4-BE49-F238E27FC236}">
                <a16:creationId xmlns:a16="http://schemas.microsoft.com/office/drawing/2014/main" id="{B39E7F7E-5ABD-0848-8F48-93D47E0EAB8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35</a:t>
            </a:fld>
            <a:endParaRPr lang="en-US" dirty="0"/>
          </a:p>
        </p:txBody>
      </p:sp>
    </p:spTree>
    <p:extLst>
      <p:ext uri="{BB962C8B-B14F-4D97-AF65-F5344CB8AC3E}">
        <p14:creationId xmlns:p14="http://schemas.microsoft.com/office/powerpoint/2010/main" val="35083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dissolve">
                                      <p:cBhvr>
                                        <p:cTn id="7" dur="500"/>
                                        <p:tgtEl>
                                          <p:spTgt spid="1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98"/>
                                        </p:tgtEl>
                                        <p:attrNameLst>
                                          <p:attrName>style.visibility</p:attrName>
                                        </p:attrNameLst>
                                      </p:cBhvr>
                                      <p:to>
                                        <p:strVal val="visible"/>
                                      </p:to>
                                    </p:set>
                                    <p:animEffect transition="in" filter="wipe(up)">
                                      <p:cBhvr>
                                        <p:cTn id="21" dur="500"/>
                                        <p:tgtEl>
                                          <p:spTgt spid="19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up)">
                                      <p:cBhvr>
                                        <p:cTn id="26" dur="500"/>
                                        <p:tgtEl>
                                          <p:spTgt spid="16"/>
                                        </p:tgtEl>
                                      </p:cBhvr>
                                    </p:animEffect>
                                  </p:childTnLst>
                                </p:cTn>
                              </p:par>
                            </p:childTnLst>
                          </p:cTn>
                        </p:par>
                        <p:par>
                          <p:cTn id="27" fill="hold">
                            <p:stCondLst>
                              <p:cond delay="500"/>
                            </p:stCondLst>
                            <p:childTnLst>
                              <p:par>
                                <p:cTn id="28" presetID="22" presetClass="entr" presetSubtype="1" fill="hold" nodeType="afterEffect">
                                  <p:stCondLst>
                                    <p:cond delay="500"/>
                                  </p:stCondLst>
                                  <p:childTnLst>
                                    <p:set>
                                      <p:cBhvr>
                                        <p:cTn id="29" dur="1" fill="hold">
                                          <p:stCondLst>
                                            <p:cond delay="0"/>
                                          </p:stCondLst>
                                        </p:cTn>
                                        <p:tgtEl>
                                          <p:spTgt spid="142"/>
                                        </p:tgtEl>
                                        <p:attrNameLst>
                                          <p:attrName>style.visibility</p:attrName>
                                        </p:attrNameLst>
                                      </p:cBhvr>
                                      <p:to>
                                        <p:strVal val="visible"/>
                                      </p:to>
                                    </p:set>
                                    <p:animEffect transition="in" filter="wipe(up)">
                                      <p:cBhvr>
                                        <p:cTn id="30" dur="500"/>
                                        <p:tgtEl>
                                          <p:spTgt spid="14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500"/>
                                        <p:tgtEl>
                                          <p:spTgt spid="17"/>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203"/>
                                        </p:tgtEl>
                                        <p:attrNameLst>
                                          <p:attrName>style.visibility</p:attrName>
                                        </p:attrNameLst>
                                      </p:cBhvr>
                                      <p:to>
                                        <p:strVal val="visible"/>
                                      </p:to>
                                    </p:set>
                                    <p:animEffect transition="in" filter="wipe(up)">
                                      <p:cBhvr>
                                        <p:cTn id="39" dur="500"/>
                                        <p:tgtEl>
                                          <p:spTgt spid="20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84"/>
                                        </p:tgtEl>
                                        <p:attrNameLst>
                                          <p:attrName>style.visibility</p:attrName>
                                        </p:attrNameLst>
                                      </p:cBhvr>
                                      <p:to>
                                        <p:strVal val="visible"/>
                                      </p:to>
                                    </p:set>
                                    <p:animEffect transition="in" filter="wipe(up)">
                                      <p:cBhvr>
                                        <p:cTn id="44" dur="500"/>
                                        <p:tgtEl>
                                          <p:spTgt spid="284"/>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208"/>
                                        </p:tgtEl>
                                        <p:attrNameLst>
                                          <p:attrName>style.visibility</p:attrName>
                                        </p:attrNameLst>
                                      </p:cBhvr>
                                      <p:to>
                                        <p:strVal val="visible"/>
                                      </p:to>
                                    </p:set>
                                    <p:animEffect transition="in" filter="wipe(up)">
                                      <p:cBhvr>
                                        <p:cTn id="48" dur="500"/>
                                        <p:tgtEl>
                                          <p:spTgt spid="20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46"/>
                                        </p:tgtEl>
                                        <p:attrNameLst>
                                          <p:attrName>style.visibility</p:attrName>
                                        </p:attrNameLst>
                                      </p:cBhvr>
                                      <p:to>
                                        <p:strVal val="visible"/>
                                      </p:to>
                                    </p:set>
                                    <p:animEffect transition="in" filter="wipe(up)">
                                      <p:cBhvr>
                                        <p:cTn id="53" dur="500"/>
                                        <p:tgtEl>
                                          <p:spTgt spid="146"/>
                                        </p:tgtEl>
                                      </p:cBhvr>
                                    </p:animEffect>
                                  </p:childTnLst>
                                </p:cTn>
                              </p:par>
                            </p:childTnLst>
                          </p:cTn>
                        </p:par>
                        <p:par>
                          <p:cTn id="54" fill="hold">
                            <p:stCondLst>
                              <p:cond delay="500"/>
                            </p:stCondLst>
                            <p:childTnLst>
                              <p:par>
                                <p:cTn id="55" presetID="22" presetClass="entr" presetSubtype="1" fill="hold" nodeType="afterEffect">
                                  <p:stCondLst>
                                    <p:cond delay="0"/>
                                  </p:stCondLst>
                                  <p:childTnLst>
                                    <p:set>
                                      <p:cBhvr>
                                        <p:cTn id="56" dur="1" fill="hold">
                                          <p:stCondLst>
                                            <p:cond delay="0"/>
                                          </p:stCondLst>
                                        </p:cTn>
                                        <p:tgtEl>
                                          <p:spTgt spid="288"/>
                                        </p:tgtEl>
                                        <p:attrNameLst>
                                          <p:attrName>style.visibility</p:attrName>
                                        </p:attrNameLst>
                                      </p:cBhvr>
                                      <p:to>
                                        <p:strVal val="visible"/>
                                      </p:to>
                                    </p:set>
                                    <p:animEffect transition="in" filter="wipe(up)">
                                      <p:cBhvr>
                                        <p:cTn id="57" dur="500"/>
                                        <p:tgtEl>
                                          <p:spTgt spid="288"/>
                                        </p:tgtEl>
                                      </p:cBhvr>
                                    </p:animEffect>
                                  </p:childTnLst>
                                </p:cTn>
                              </p:par>
                            </p:childTnLst>
                          </p:cTn>
                        </p:par>
                        <p:par>
                          <p:cTn id="58" fill="hold">
                            <p:stCondLst>
                              <p:cond delay="1000"/>
                            </p:stCondLst>
                            <p:childTnLst>
                              <p:par>
                                <p:cTn id="59" presetID="22" presetClass="entr" presetSubtype="1" fill="hold" nodeType="afterEffect">
                                  <p:stCondLst>
                                    <p:cond delay="0"/>
                                  </p:stCondLst>
                                  <p:childTnLst>
                                    <p:set>
                                      <p:cBhvr>
                                        <p:cTn id="60" dur="1" fill="hold">
                                          <p:stCondLst>
                                            <p:cond delay="0"/>
                                          </p:stCondLst>
                                        </p:cTn>
                                        <p:tgtEl>
                                          <p:spTgt spid="213"/>
                                        </p:tgtEl>
                                        <p:attrNameLst>
                                          <p:attrName>style.visibility</p:attrName>
                                        </p:attrNameLst>
                                      </p:cBhvr>
                                      <p:to>
                                        <p:strVal val="visible"/>
                                      </p:to>
                                    </p:set>
                                    <p:animEffect transition="in" filter="wipe(up)">
                                      <p:cBhvr>
                                        <p:cTn id="61" dur="500"/>
                                        <p:tgtEl>
                                          <p:spTgt spid="213"/>
                                        </p:tgtEl>
                                      </p:cBhvr>
                                    </p:animEffect>
                                  </p:childTnLst>
                                </p:cTn>
                              </p:par>
                            </p:childTnLst>
                          </p:cTn>
                        </p:par>
                        <p:par>
                          <p:cTn id="62" fill="hold">
                            <p:stCondLst>
                              <p:cond delay="1500"/>
                            </p:stCondLst>
                            <p:childTnLst>
                              <p:par>
                                <p:cTn id="63" presetID="22" presetClass="entr" presetSubtype="1" fill="hold" nodeType="afterEffect">
                                  <p:stCondLst>
                                    <p:cond delay="0"/>
                                  </p:stCondLst>
                                  <p:childTnLst>
                                    <p:set>
                                      <p:cBhvr>
                                        <p:cTn id="64" dur="1" fill="hold">
                                          <p:stCondLst>
                                            <p:cond delay="0"/>
                                          </p:stCondLst>
                                        </p:cTn>
                                        <p:tgtEl>
                                          <p:spTgt spid="292"/>
                                        </p:tgtEl>
                                        <p:attrNameLst>
                                          <p:attrName>style.visibility</p:attrName>
                                        </p:attrNameLst>
                                      </p:cBhvr>
                                      <p:to>
                                        <p:strVal val="visible"/>
                                      </p:to>
                                    </p:set>
                                    <p:animEffect transition="in" filter="wipe(up)">
                                      <p:cBhvr>
                                        <p:cTn id="65" dur="500"/>
                                        <p:tgtEl>
                                          <p:spTgt spid="292"/>
                                        </p:tgtEl>
                                      </p:cBhvr>
                                    </p:animEffect>
                                  </p:childTnLst>
                                </p:cTn>
                              </p:par>
                            </p:childTnLst>
                          </p:cTn>
                        </p:par>
                        <p:par>
                          <p:cTn id="66" fill="hold">
                            <p:stCondLst>
                              <p:cond delay="2000"/>
                            </p:stCondLst>
                            <p:childTnLst>
                              <p:par>
                                <p:cTn id="67" presetID="22" presetClass="entr" presetSubtype="1" fill="hold" nodeType="afterEffect">
                                  <p:stCondLst>
                                    <p:cond delay="0"/>
                                  </p:stCondLst>
                                  <p:childTnLst>
                                    <p:set>
                                      <p:cBhvr>
                                        <p:cTn id="68" dur="1" fill="hold">
                                          <p:stCondLst>
                                            <p:cond delay="0"/>
                                          </p:stCondLst>
                                        </p:cTn>
                                        <p:tgtEl>
                                          <p:spTgt spid="276"/>
                                        </p:tgtEl>
                                        <p:attrNameLst>
                                          <p:attrName>style.visibility</p:attrName>
                                        </p:attrNameLst>
                                      </p:cBhvr>
                                      <p:to>
                                        <p:strVal val="visible"/>
                                      </p:to>
                                    </p:set>
                                    <p:animEffect transition="in" filter="wipe(up)">
                                      <p:cBhvr>
                                        <p:cTn id="69" dur="500"/>
                                        <p:tgtEl>
                                          <p:spTgt spid="276"/>
                                        </p:tgtEl>
                                      </p:cBhvr>
                                    </p:animEffect>
                                  </p:childTnLst>
                                </p:cTn>
                              </p:par>
                            </p:childTnLst>
                          </p:cTn>
                        </p:par>
                        <p:par>
                          <p:cTn id="70" fill="hold">
                            <p:stCondLst>
                              <p:cond delay="2500"/>
                            </p:stCondLst>
                            <p:childTnLst>
                              <p:par>
                                <p:cTn id="71" presetID="22" presetClass="entr" presetSubtype="1" fill="hold" nodeType="afterEffect">
                                  <p:stCondLst>
                                    <p:cond delay="0"/>
                                  </p:stCondLst>
                                  <p:childTnLst>
                                    <p:set>
                                      <p:cBhvr>
                                        <p:cTn id="72" dur="1" fill="hold">
                                          <p:stCondLst>
                                            <p:cond delay="0"/>
                                          </p:stCondLst>
                                        </p:cTn>
                                        <p:tgtEl>
                                          <p:spTgt spid="218"/>
                                        </p:tgtEl>
                                        <p:attrNameLst>
                                          <p:attrName>style.visibility</p:attrName>
                                        </p:attrNameLst>
                                      </p:cBhvr>
                                      <p:to>
                                        <p:strVal val="visible"/>
                                      </p:to>
                                    </p:set>
                                    <p:animEffect transition="in" filter="wipe(up)">
                                      <p:cBhvr>
                                        <p:cTn id="73" dur="500"/>
                                        <p:tgtEl>
                                          <p:spTgt spid="218"/>
                                        </p:tgtEl>
                                      </p:cBhvr>
                                    </p:animEffect>
                                  </p:childTnLst>
                                </p:cTn>
                              </p:par>
                            </p:childTnLst>
                          </p:cTn>
                        </p:par>
                        <p:par>
                          <p:cTn id="74" fill="hold">
                            <p:stCondLst>
                              <p:cond delay="3000"/>
                            </p:stCondLst>
                            <p:childTnLst>
                              <p:par>
                                <p:cTn id="75" presetID="22" presetClass="entr" presetSubtype="1" fill="hold" nodeType="afterEffect">
                                  <p:stCondLst>
                                    <p:cond delay="0"/>
                                  </p:stCondLst>
                                  <p:childTnLst>
                                    <p:set>
                                      <p:cBhvr>
                                        <p:cTn id="76" dur="1" fill="hold">
                                          <p:stCondLst>
                                            <p:cond delay="0"/>
                                          </p:stCondLst>
                                        </p:cTn>
                                        <p:tgtEl>
                                          <p:spTgt spid="296"/>
                                        </p:tgtEl>
                                        <p:attrNameLst>
                                          <p:attrName>style.visibility</p:attrName>
                                        </p:attrNameLst>
                                      </p:cBhvr>
                                      <p:to>
                                        <p:strVal val="visible"/>
                                      </p:to>
                                    </p:set>
                                    <p:animEffect transition="in" filter="wipe(up)">
                                      <p:cBhvr>
                                        <p:cTn id="7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22890" y="1409359"/>
            <a:ext cx="5155396" cy="2513284"/>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Round Robin (RR) scheduling:</a:t>
            </a:r>
          </a:p>
          <a:p>
            <a:pPr marL="461963" indent="-223838"/>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round robin</a:t>
            </a:r>
            <a:endParaRPr lang="en-US" dirty="0"/>
          </a:p>
        </p:txBody>
      </p:sp>
      <p:cxnSp>
        <p:nvCxnSpPr>
          <p:cNvPr id="84" name="Straight Connector 83">
            <a:extLst>
              <a:ext uri="{FF2B5EF4-FFF2-40B4-BE49-F238E27FC236}">
                <a16:creationId xmlns:a16="http://schemas.microsoft.com/office/drawing/2014/main" id="{6F8A8ADF-5F32-994F-BC3B-330DE15D2284}"/>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25">
            <a:extLst>
              <a:ext uri="{FF2B5EF4-FFF2-40B4-BE49-F238E27FC236}">
                <a16:creationId xmlns:a16="http://schemas.microsoft.com/office/drawing/2014/main" id="{5E20D4A5-ECB9-AC43-B9A4-23F1ACC6B544}"/>
              </a:ext>
            </a:extLst>
          </p:cNvPr>
          <p:cNvGrpSpPr>
            <a:grpSpLocks/>
          </p:cNvGrpSpPr>
          <p:nvPr/>
        </p:nvGrpSpPr>
        <p:grpSpPr bwMode="auto">
          <a:xfrm>
            <a:off x="7990116" y="2719344"/>
            <a:ext cx="1274199" cy="760001"/>
            <a:chOff x="1670312" y="2562997"/>
            <a:chExt cx="940317" cy="565219"/>
          </a:xfrm>
        </p:grpSpPr>
        <p:grpSp>
          <p:nvGrpSpPr>
            <p:cNvPr id="142" name="Group 28">
              <a:extLst>
                <a:ext uri="{FF2B5EF4-FFF2-40B4-BE49-F238E27FC236}">
                  <a16:creationId xmlns:a16="http://schemas.microsoft.com/office/drawing/2014/main" id="{0D74CDDD-C99A-B947-9EFD-CBD75E4B4878}"/>
                </a:ext>
              </a:extLst>
            </p:cNvPr>
            <p:cNvGrpSpPr>
              <a:grpSpLocks/>
            </p:cNvGrpSpPr>
            <p:nvPr/>
          </p:nvGrpSpPr>
          <p:grpSpPr bwMode="auto">
            <a:xfrm>
              <a:off x="1670312" y="2562997"/>
              <a:ext cx="929822" cy="565219"/>
              <a:chOff x="1670312" y="2562997"/>
              <a:chExt cx="929822" cy="565219"/>
            </a:xfrm>
          </p:grpSpPr>
          <p:sp>
            <p:nvSpPr>
              <p:cNvPr id="144" name="Rectangle 30">
                <a:extLst>
                  <a:ext uri="{FF2B5EF4-FFF2-40B4-BE49-F238E27FC236}">
                    <a16:creationId xmlns:a16="http://schemas.microsoft.com/office/drawing/2014/main" id="{5BA4441C-4DBA-5C43-9B95-11C0A5BE57D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45" name="Straight Connector 31">
                <a:extLst>
                  <a:ext uri="{FF2B5EF4-FFF2-40B4-BE49-F238E27FC236}">
                    <a16:creationId xmlns:a16="http://schemas.microsoft.com/office/drawing/2014/main" id="{770065E7-2AFF-9749-B481-CA28AC0942E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32">
                <a:extLst>
                  <a:ext uri="{FF2B5EF4-FFF2-40B4-BE49-F238E27FC236}">
                    <a16:creationId xmlns:a16="http://schemas.microsoft.com/office/drawing/2014/main" id="{539B04A0-6232-674F-9C18-A238D11AEBDA}"/>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Connector 33">
                <a:extLst>
                  <a:ext uri="{FF2B5EF4-FFF2-40B4-BE49-F238E27FC236}">
                    <a16:creationId xmlns:a16="http://schemas.microsoft.com/office/drawing/2014/main" id="{5A314D63-4A94-934B-B80A-574E64C1FC9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Straight Connector 34">
                <a:extLst>
                  <a:ext uri="{FF2B5EF4-FFF2-40B4-BE49-F238E27FC236}">
                    <a16:creationId xmlns:a16="http://schemas.microsoft.com/office/drawing/2014/main" id="{BA121D63-FFE6-C04E-AA14-2DF4C20BE70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Connector 35">
                <a:extLst>
                  <a:ext uri="{FF2B5EF4-FFF2-40B4-BE49-F238E27FC236}">
                    <a16:creationId xmlns:a16="http://schemas.microsoft.com/office/drawing/2014/main" id="{EE858001-04E3-1143-818E-C81A03EFAB42}"/>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Straight Connector 36">
                <a:extLst>
                  <a:ext uri="{FF2B5EF4-FFF2-40B4-BE49-F238E27FC236}">
                    <a16:creationId xmlns:a16="http://schemas.microsoft.com/office/drawing/2014/main" id="{CBF470F2-7828-8D49-A5E2-E9BDE68C61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Connector 37">
                <a:extLst>
                  <a:ext uri="{FF2B5EF4-FFF2-40B4-BE49-F238E27FC236}">
                    <a16:creationId xmlns:a16="http://schemas.microsoft.com/office/drawing/2014/main" id="{E97A75DC-F010-2C45-B01F-70860A3F93DA}"/>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3" name="Rectangle 29">
              <a:extLst>
                <a:ext uri="{FF2B5EF4-FFF2-40B4-BE49-F238E27FC236}">
                  <a16:creationId xmlns:a16="http://schemas.microsoft.com/office/drawing/2014/main" id="{D724ED3A-7ACB-D44D-A470-0A8862BA14C6}"/>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25">
            <a:extLst>
              <a:ext uri="{FF2B5EF4-FFF2-40B4-BE49-F238E27FC236}">
                <a16:creationId xmlns:a16="http://schemas.microsoft.com/office/drawing/2014/main" id="{78CE8917-94A5-5F43-9B45-4CF75FDA73E0}"/>
              </a:ext>
            </a:extLst>
          </p:cNvPr>
          <p:cNvGrpSpPr>
            <a:grpSpLocks/>
          </p:cNvGrpSpPr>
          <p:nvPr/>
        </p:nvGrpSpPr>
        <p:grpSpPr bwMode="auto">
          <a:xfrm>
            <a:off x="8007879" y="3655287"/>
            <a:ext cx="1292387" cy="763274"/>
            <a:chOff x="1670312" y="2562997"/>
            <a:chExt cx="940318" cy="565219"/>
          </a:xfrm>
        </p:grpSpPr>
        <p:grpSp>
          <p:nvGrpSpPr>
            <p:cNvPr id="132" name="Group 131">
              <a:extLst>
                <a:ext uri="{FF2B5EF4-FFF2-40B4-BE49-F238E27FC236}">
                  <a16:creationId xmlns:a16="http://schemas.microsoft.com/office/drawing/2014/main" id="{60D8E17B-A552-3844-9E03-2A679FC537F7}"/>
                </a:ext>
              </a:extLst>
            </p:cNvPr>
            <p:cNvGrpSpPr>
              <a:grpSpLocks/>
            </p:cNvGrpSpPr>
            <p:nvPr/>
          </p:nvGrpSpPr>
          <p:grpSpPr bwMode="auto">
            <a:xfrm>
              <a:off x="1670312" y="2562997"/>
              <a:ext cx="929822" cy="565219"/>
              <a:chOff x="1670312" y="2562997"/>
              <a:chExt cx="929822" cy="565219"/>
            </a:xfrm>
          </p:grpSpPr>
          <p:sp>
            <p:nvSpPr>
              <p:cNvPr id="134" name="Rectangle 133">
                <a:extLst>
                  <a:ext uri="{FF2B5EF4-FFF2-40B4-BE49-F238E27FC236}">
                    <a16:creationId xmlns:a16="http://schemas.microsoft.com/office/drawing/2014/main" id="{FB35063A-E9F2-BC4C-A8E9-717E50FE252F}"/>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35" name="Straight Connector 134">
                <a:extLst>
                  <a:ext uri="{FF2B5EF4-FFF2-40B4-BE49-F238E27FC236}">
                    <a16:creationId xmlns:a16="http://schemas.microsoft.com/office/drawing/2014/main" id="{9C02D04A-A9F5-2845-A7BE-433428BCC56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Straight Connector 135">
                <a:extLst>
                  <a:ext uri="{FF2B5EF4-FFF2-40B4-BE49-F238E27FC236}">
                    <a16:creationId xmlns:a16="http://schemas.microsoft.com/office/drawing/2014/main" id="{45BE41CA-E190-B348-8E48-9BC46D3CC8D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Straight Connector 136">
                <a:extLst>
                  <a:ext uri="{FF2B5EF4-FFF2-40B4-BE49-F238E27FC236}">
                    <a16:creationId xmlns:a16="http://schemas.microsoft.com/office/drawing/2014/main" id="{B5D1529E-4924-C248-881D-B6922DDFDE7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Straight Connector 137">
                <a:extLst>
                  <a:ext uri="{FF2B5EF4-FFF2-40B4-BE49-F238E27FC236}">
                    <a16:creationId xmlns:a16="http://schemas.microsoft.com/office/drawing/2014/main" id="{11735752-9D7F-6347-A614-D2BFA8109450}"/>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Straight Connector 138">
                <a:extLst>
                  <a:ext uri="{FF2B5EF4-FFF2-40B4-BE49-F238E27FC236}">
                    <a16:creationId xmlns:a16="http://schemas.microsoft.com/office/drawing/2014/main" id="{868C59A4-7FD1-F149-8C50-5744DF74BB7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Straight Connector 139">
                <a:extLst>
                  <a:ext uri="{FF2B5EF4-FFF2-40B4-BE49-F238E27FC236}">
                    <a16:creationId xmlns:a16="http://schemas.microsoft.com/office/drawing/2014/main" id="{E8AFAF38-FB42-C546-9A05-3826F34FCB7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Straight Connector 140">
                <a:extLst>
                  <a:ext uri="{FF2B5EF4-FFF2-40B4-BE49-F238E27FC236}">
                    <a16:creationId xmlns:a16="http://schemas.microsoft.com/office/drawing/2014/main" id="{31962054-FB67-854A-BED8-E660D3B28087}"/>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3" name="Rectangle 132">
              <a:extLst>
                <a:ext uri="{FF2B5EF4-FFF2-40B4-BE49-F238E27FC236}">
                  <a16:creationId xmlns:a16="http://schemas.microsoft.com/office/drawing/2014/main" id="{67ACE1BC-0185-2240-B3FE-B81E228E69C2}"/>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1" name="Group 25">
            <a:extLst>
              <a:ext uri="{FF2B5EF4-FFF2-40B4-BE49-F238E27FC236}">
                <a16:creationId xmlns:a16="http://schemas.microsoft.com/office/drawing/2014/main" id="{BA9911C7-BCF3-0441-8F93-9AAE670E0B0D}"/>
              </a:ext>
            </a:extLst>
          </p:cNvPr>
          <p:cNvGrpSpPr>
            <a:grpSpLocks/>
          </p:cNvGrpSpPr>
          <p:nvPr/>
        </p:nvGrpSpPr>
        <p:grpSpPr bwMode="auto">
          <a:xfrm>
            <a:off x="8004017" y="4563481"/>
            <a:ext cx="1292385" cy="721744"/>
            <a:chOff x="1670312" y="2562997"/>
            <a:chExt cx="940317" cy="565219"/>
          </a:xfrm>
        </p:grpSpPr>
        <p:grpSp>
          <p:nvGrpSpPr>
            <p:cNvPr id="122" name="Group 121">
              <a:extLst>
                <a:ext uri="{FF2B5EF4-FFF2-40B4-BE49-F238E27FC236}">
                  <a16:creationId xmlns:a16="http://schemas.microsoft.com/office/drawing/2014/main" id="{DFE00C82-D11B-C34C-BFC4-81E9F9A08BCB}"/>
                </a:ext>
              </a:extLst>
            </p:cNvPr>
            <p:cNvGrpSpPr>
              <a:grpSpLocks/>
            </p:cNvGrpSpPr>
            <p:nvPr/>
          </p:nvGrpSpPr>
          <p:grpSpPr bwMode="auto">
            <a:xfrm>
              <a:off x="1670312" y="2562997"/>
              <a:ext cx="929822" cy="565219"/>
              <a:chOff x="1670312" y="2562997"/>
              <a:chExt cx="929822" cy="565219"/>
            </a:xfrm>
          </p:grpSpPr>
          <p:sp>
            <p:nvSpPr>
              <p:cNvPr id="124" name="Rectangle 123">
                <a:extLst>
                  <a:ext uri="{FF2B5EF4-FFF2-40B4-BE49-F238E27FC236}">
                    <a16:creationId xmlns:a16="http://schemas.microsoft.com/office/drawing/2014/main" id="{8305CD10-A67D-8049-A130-7D6431365C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25" name="Straight Connector 124">
                <a:extLst>
                  <a:ext uri="{FF2B5EF4-FFF2-40B4-BE49-F238E27FC236}">
                    <a16:creationId xmlns:a16="http://schemas.microsoft.com/office/drawing/2014/main" id="{DD9A96F1-A0D6-6E45-A572-3878A16D9DA1}"/>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Straight Connector 125">
                <a:extLst>
                  <a:ext uri="{FF2B5EF4-FFF2-40B4-BE49-F238E27FC236}">
                    <a16:creationId xmlns:a16="http://schemas.microsoft.com/office/drawing/2014/main" id="{61F40E93-7522-5B49-9537-22A358F1F354}"/>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Straight Connector 126">
                <a:extLst>
                  <a:ext uri="{FF2B5EF4-FFF2-40B4-BE49-F238E27FC236}">
                    <a16:creationId xmlns:a16="http://schemas.microsoft.com/office/drawing/2014/main" id="{2C3669C8-8DC6-1144-A3B6-94CC50CAC7C9}"/>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Straight Connector 127">
                <a:extLst>
                  <a:ext uri="{FF2B5EF4-FFF2-40B4-BE49-F238E27FC236}">
                    <a16:creationId xmlns:a16="http://schemas.microsoft.com/office/drawing/2014/main" id="{038A7AFE-85D5-6843-A4D2-59A62B4BF6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Straight Connector 128">
                <a:extLst>
                  <a:ext uri="{FF2B5EF4-FFF2-40B4-BE49-F238E27FC236}">
                    <a16:creationId xmlns:a16="http://schemas.microsoft.com/office/drawing/2014/main" id="{8532C686-FF5E-204A-B3B1-08302EDF90FD}"/>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Straight Connector 129">
                <a:extLst>
                  <a:ext uri="{FF2B5EF4-FFF2-40B4-BE49-F238E27FC236}">
                    <a16:creationId xmlns:a16="http://schemas.microsoft.com/office/drawing/2014/main" id="{F6C3091D-F490-CF4A-8604-13C657DC184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Straight Connector 130">
                <a:extLst>
                  <a:ext uri="{FF2B5EF4-FFF2-40B4-BE49-F238E27FC236}">
                    <a16:creationId xmlns:a16="http://schemas.microsoft.com/office/drawing/2014/main" id="{D8A89B68-81DA-E544-8470-F55B36DAB5BF}"/>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 name="Rectangle 122">
              <a:extLst>
                <a:ext uri="{FF2B5EF4-FFF2-40B4-BE49-F238E27FC236}">
                  <a16:creationId xmlns:a16="http://schemas.microsoft.com/office/drawing/2014/main" id="{1D236F41-84E2-4F41-887A-68DC8EDF6E8F}"/>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86" name="Triangle 85">
            <a:extLst>
              <a:ext uri="{FF2B5EF4-FFF2-40B4-BE49-F238E27FC236}">
                <a16:creationId xmlns:a16="http://schemas.microsoft.com/office/drawing/2014/main" id="{4E037740-5ED0-EC4A-8F76-0BD68A8C710B}"/>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7" name="Group 86">
            <a:extLst>
              <a:ext uri="{FF2B5EF4-FFF2-40B4-BE49-F238E27FC236}">
                <a16:creationId xmlns:a16="http://schemas.microsoft.com/office/drawing/2014/main" id="{F27883BF-A6F9-DE47-88A6-F0CE4216E83C}"/>
              </a:ext>
            </a:extLst>
          </p:cNvPr>
          <p:cNvGrpSpPr/>
          <p:nvPr/>
        </p:nvGrpSpPr>
        <p:grpSpPr>
          <a:xfrm>
            <a:off x="6303665" y="3871966"/>
            <a:ext cx="567187" cy="339970"/>
            <a:chOff x="9460523" y="6049108"/>
            <a:chExt cx="567187" cy="339970"/>
          </a:xfrm>
        </p:grpSpPr>
        <p:cxnSp>
          <p:nvCxnSpPr>
            <p:cNvPr id="116" name="Straight Arrow Connector 115">
              <a:extLst>
                <a:ext uri="{FF2B5EF4-FFF2-40B4-BE49-F238E27FC236}">
                  <a16:creationId xmlns:a16="http://schemas.microsoft.com/office/drawing/2014/main" id="{7F5C5A68-B743-7147-8BCF-20B7D5DC9051}"/>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49C0F1E-ECD0-B049-A9B5-7870538D7F31}"/>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EBB538C-0DDB-B645-86CF-67A9457818FF}"/>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A1D419CE-A5C0-0A4F-85AC-1DB03EB7F28B}"/>
              </a:ext>
            </a:extLst>
          </p:cNvPr>
          <p:cNvGrpSpPr/>
          <p:nvPr/>
        </p:nvGrpSpPr>
        <p:grpSpPr>
          <a:xfrm>
            <a:off x="11245773" y="3893738"/>
            <a:ext cx="567187" cy="339970"/>
            <a:chOff x="9460523" y="6049108"/>
            <a:chExt cx="567187" cy="339970"/>
          </a:xfrm>
        </p:grpSpPr>
        <p:cxnSp>
          <p:nvCxnSpPr>
            <p:cNvPr id="113" name="Straight Arrow Connector 112">
              <a:extLst>
                <a:ext uri="{FF2B5EF4-FFF2-40B4-BE49-F238E27FC236}">
                  <a16:creationId xmlns:a16="http://schemas.microsoft.com/office/drawing/2014/main" id="{6DBF63E4-8431-0445-B7A7-EE6FEAE19E8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FBBA29F-E9D0-F84F-9C86-CDCFBB2CDE86}"/>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16EAB9FF-EEC9-3A43-9BE7-A4DD14A960C4}"/>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TextBox 88">
            <a:extLst>
              <a:ext uri="{FF2B5EF4-FFF2-40B4-BE49-F238E27FC236}">
                <a16:creationId xmlns:a16="http://schemas.microsoft.com/office/drawing/2014/main" id="{868140F4-AC30-184C-8CF8-A2D77B410547}"/>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90" name="TextBox 89">
            <a:extLst>
              <a:ext uri="{FF2B5EF4-FFF2-40B4-BE49-F238E27FC236}">
                <a16:creationId xmlns:a16="http://schemas.microsoft.com/office/drawing/2014/main" id="{36F99A07-C727-1644-8341-3B3CB4A1A604}"/>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91" name="Straight Arrow Connector 90">
            <a:extLst>
              <a:ext uri="{FF2B5EF4-FFF2-40B4-BE49-F238E27FC236}">
                <a16:creationId xmlns:a16="http://schemas.microsoft.com/office/drawing/2014/main" id="{0EE5CF80-BE3B-024F-A459-6681CD2BCC15}"/>
              </a:ext>
            </a:extLst>
          </p:cNvPr>
          <p:cNvCxnSpPr>
            <a:cxnSpLocks/>
            <a:stCxn id="86"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4F47B22-C2C5-2543-A814-67700D8EB0B0}"/>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EE90B05F-D57F-984A-AAA3-8BB0F57C2104}"/>
              </a:ext>
            </a:extLst>
          </p:cNvPr>
          <p:cNvCxnSpPr>
            <a:cxnSpLocks/>
            <a:stCxn id="86"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46D3EED-0FBB-8746-A909-7EFE21516D4A}"/>
              </a:ext>
            </a:extLst>
          </p:cNvPr>
          <p:cNvCxnSpPr>
            <a:stCxn id="144" idx="3"/>
            <a:endCxn id="110"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9F9A9FD-F1D6-674E-B6FE-3E4351E164C0}"/>
              </a:ext>
            </a:extLst>
          </p:cNvPr>
          <p:cNvCxnSpPr>
            <a:cxnSpLocks/>
            <a:stCxn id="124" idx="3"/>
            <a:endCxn id="110"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ADB4CD1-2488-9641-991D-3E40210AD457}"/>
              </a:ext>
            </a:extLst>
          </p:cNvPr>
          <p:cNvCxnSpPr>
            <a:cxnSpLocks/>
            <a:stCxn id="133" idx="3"/>
            <a:endCxn id="110"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F59DA51A-4D35-0947-828C-22218BCFD148}"/>
              </a:ext>
            </a:extLst>
          </p:cNvPr>
          <p:cNvGrpSpPr/>
          <p:nvPr/>
        </p:nvGrpSpPr>
        <p:grpSpPr>
          <a:xfrm>
            <a:off x="9914343" y="3604072"/>
            <a:ext cx="877582" cy="1252645"/>
            <a:chOff x="9827263" y="3125100"/>
            <a:chExt cx="877582" cy="1252645"/>
          </a:xfrm>
        </p:grpSpPr>
        <p:sp>
          <p:nvSpPr>
            <p:cNvPr id="110" name="Oval 27">
              <a:extLst>
                <a:ext uri="{FF2B5EF4-FFF2-40B4-BE49-F238E27FC236}">
                  <a16:creationId xmlns:a16="http://schemas.microsoft.com/office/drawing/2014/main" id="{56D3FB05-A8AB-6A43-87B6-A07612965ED1}"/>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1" name="TextBox 110">
              <a:extLst>
                <a:ext uri="{FF2B5EF4-FFF2-40B4-BE49-F238E27FC236}">
                  <a16:creationId xmlns:a16="http://schemas.microsoft.com/office/drawing/2014/main" id="{4AED34C3-2F6F-6D45-BF7B-1AEEA59367BF}"/>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12" name="TextBox 111">
              <a:extLst>
                <a:ext uri="{FF2B5EF4-FFF2-40B4-BE49-F238E27FC236}">
                  <a16:creationId xmlns:a16="http://schemas.microsoft.com/office/drawing/2014/main" id="{B065EADC-1407-C54D-91C4-CE8B573FBBFC}"/>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98" name="Oval 97">
            <a:extLst>
              <a:ext uri="{FF2B5EF4-FFF2-40B4-BE49-F238E27FC236}">
                <a16:creationId xmlns:a16="http://schemas.microsoft.com/office/drawing/2014/main" id="{FD50F4AD-EA29-4F4D-9ADD-A68E02324387}"/>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98">
            <a:extLst>
              <a:ext uri="{FF2B5EF4-FFF2-40B4-BE49-F238E27FC236}">
                <a16:creationId xmlns:a16="http://schemas.microsoft.com/office/drawing/2014/main" id="{80B384F2-B516-C842-BE3D-56105ED3D4C1}"/>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0" name="Straight Arrow Connector 99">
            <a:extLst>
              <a:ext uri="{FF2B5EF4-FFF2-40B4-BE49-F238E27FC236}">
                <a16:creationId xmlns:a16="http://schemas.microsoft.com/office/drawing/2014/main" id="{5A7A9D50-41BA-6A42-A6F6-8D80451A919B}"/>
              </a:ext>
            </a:extLst>
          </p:cNvPr>
          <p:cNvCxnSpPr/>
          <p:nvPr/>
        </p:nvCxnSpPr>
        <p:spPr>
          <a:xfrm flipV="1">
            <a:off x="9812751" y="3556958"/>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Content Placeholder 1">
            <a:extLst>
              <a:ext uri="{FF2B5EF4-FFF2-40B4-BE49-F238E27FC236}">
                <a16:creationId xmlns:a16="http://schemas.microsoft.com/office/drawing/2014/main" id="{B3D9C97E-1CC4-BD42-93BB-5F54015681B1}"/>
              </a:ext>
            </a:extLst>
          </p:cNvPr>
          <p:cNvSpPr txBox="1">
            <a:spLocks/>
          </p:cNvSpPr>
          <p:nvPr/>
        </p:nvSpPr>
        <p:spPr>
          <a:xfrm>
            <a:off x="703011" y="3920647"/>
            <a:ext cx="5155396" cy="234763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1963"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server cyclically, repeatedly  scans class queues, sending one complete packet from each class (if available) in turn</a:t>
            </a:r>
          </a:p>
        </p:txBody>
      </p:sp>
      <p:sp>
        <p:nvSpPr>
          <p:cNvPr id="7" name="Freeform 6">
            <a:extLst>
              <a:ext uri="{FF2B5EF4-FFF2-40B4-BE49-F238E27FC236}">
                <a16:creationId xmlns:a16="http://schemas.microsoft.com/office/drawing/2014/main" id="{9B2A9D21-891D-4E45-8834-0B60A5772340}"/>
              </a:ext>
            </a:extLst>
          </p:cNvPr>
          <p:cNvSpPr/>
          <p:nvPr/>
        </p:nvSpPr>
        <p:spPr>
          <a:xfrm>
            <a:off x="4419600" y="5203371"/>
            <a:ext cx="5203371" cy="762000"/>
          </a:xfrm>
          <a:custGeom>
            <a:avLst/>
            <a:gdLst>
              <a:gd name="connsiteX0" fmla="*/ 0 w 5203371"/>
              <a:gd name="connsiteY0" fmla="*/ 762000 h 762000"/>
              <a:gd name="connsiteX1" fmla="*/ 5203371 w 5203371"/>
              <a:gd name="connsiteY1" fmla="*/ 762000 h 762000"/>
              <a:gd name="connsiteX2" fmla="*/ 5203371 w 5203371"/>
              <a:gd name="connsiteY2" fmla="*/ 0 h 762000"/>
            </a:gdLst>
            <a:ahLst/>
            <a:cxnLst>
              <a:cxn ang="0">
                <a:pos x="connsiteX0" y="connsiteY0"/>
              </a:cxn>
              <a:cxn ang="0">
                <a:pos x="connsiteX1" y="connsiteY1"/>
              </a:cxn>
              <a:cxn ang="0">
                <a:pos x="connsiteX2" y="connsiteY2"/>
              </a:cxn>
            </a:cxnLst>
            <a:rect l="l" t="t" r="r" b="b"/>
            <a:pathLst>
              <a:path w="5203371" h="762000">
                <a:moveTo>
                  <a:pt x="0" y="762000"/>
                </a:moveTo>
                <a:lnTo>
                  <a:pt x="5203371" y="762000"/>
                </a:lnTo>
                <a:lnTo>
                  <a:pt x="520337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Slide Number Placeholder 4">
            <a:extLst>
              <a:ext uri="{FF2B5EF4-FFF2-40B4-BE49-F238E27FC236}">
                <a16:creationId xmlns:a16="http://schemas.microsoft.com/office/drawing/2014/main" id="{3B896012-2EA3-CE44-BDAC-6912B3FF6E3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36</a:t>
            </a:fld>
            <a:endParaRPr lang="en-US" dirty="0"/>
          </a:p>
        </p:txBody>
      </p:sp>
    </p:spTree>
    <p:extLst>
      <p:ext uri="{BB962C8B-B14F-4D97-AF65-F5344CB8AC3E}">
        <p14:creationId xmlns:p14="http://schemas.microsoft.com/office/powerpoint/2010/main" val="302353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dissolve">
                                      <p:cBhvr>
                                        <p:cTn id="7" dur="500"/>
                                        <p:tgtEl>
                                          <p:spTgt spid="15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dissolve">
                                      <p:cBhvr>
                                        <p:cTn id="11" dur="500"/>
                                        <p:tgtEl>
                                          <p:spTgt spid="98"/>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500"/>
                                        <p:tgtEl>
                                          <p:spTgt spid="7"/>
                                        </p:tgtEl>
                                      </p:cBhvr>
                                    </p:animEffect>
                                  </p:childTnLst>
                                </p:cTn>
                              </p:par>
                              <p:par>
                                <p:cTn id="15" presetID="9" presetClass="entr" presetSubtype="0" fill="hold" nodeType="with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dissolve">
                                      <p:cBhvr>
                                        <p:cTn id="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152" grpId="0"/>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88205" y="1692388"/>
            <a:ext cx="5557988" cy="1116126"/>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Weighted Fair Queuing (WFQ): </a:t>
            </a:r>
          </a:p>
          <a:p>
            <a:pPr marL="582613" indent="-284163"/>
            <a:r>
              <a:rPr lang="en-US" altLang="en-US" sz="3200" dirty="0">
                <a:ea typeface="ＭＳ Ｐゴシック" panose="020B0600070205080204" pitchFamily="34" charset="-128"/>
                <a:cs typeface="ＭＳ Ｐゴシック" panose="020B0600070205080204" pitchFamily="34" charset="-128"/>
              </a:rPr>
              <a:t>generalized Round Robin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weighted fair queueing</a:t>
            </a:r>
            <a:endParaRPr lang="en-US" dirty="0"/>
          </a:p>
        </p:txBody>
      </p:sp>
      <p:cxnSp>
        <p:nvCxnSpPr>
          <p:cNvPr id="72" name="Straight Connector 71">
            <a:extLst>
              <a:ext uri="{FF2B5EF4-FFF2-40B4-BE49-F238E27FC236}">
                <a16:creationId xmlns:a16="http://schemas.microsoft.com/office/drawing/2014/main" id="{EB0FE50D-8E31-1046-A976-F61876A256D1}"/>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3B740B6F-8E87-144C-8CB1-A0CA5C93F619}"/>
              </a:ext>
            </a:extLst>
          </p:cNvPr>
          <p:cNvGrpSpPr/>
          <p:nvPr/>
        </p:nvGrpSpPr>
        <p:grpSpPr>
          <a:xfrm>
            <a:off x="7990116" y="2719344"/>
            <a:ext cx="1310150" cy="2565881"/>
            <a:chOff x="8117411" y="2240372"/>
            <a:chExt cx="1444110" cy="2565881"/>
          </a:xfrm>
        </p:grpSpPr>
        <p:grpSp>
          <p:nvGrpSpPr>
            <p:cNvPr id="8" name="Group 25">
              <a:extLst>
                <a:ext uri="{FF2B5EF4-FFF2-40B4-BE49-F238E27FC236}">
                  <a16:creationId xmlns:a16="http://schemas.microsoft.com/office/drawing/2014/main" id="{C563A50E-1C6D-6C46-8EE5-AAEAA0E7781F}"/>
                </a:ext>
              </a:extLst>
            </p:cNvPr>
            <p:cNvGrpSpPr>
              <a:grpSpLocks/>
            </p:cNvGrpSpPr>
            <p:nvPr/>
          </p:nvGrpSpPr>
          <p:grpSpPr bwMode="auto">
            <a:xfrm>
              <a:off x="8117411" y="2240372"/>
              <a:ext cx="1404483" cy="760001"/>
              <a:chOff x="1670312" y="2562997"/>
              <a:chExt cx="940317" cy="565219"/>
            </a:xfrm>
          </p:grpSpPr>
          <p:grpSp>
            <p:nvGrpSpPr>
              <p:cNvPr id="18" name="Group 28">
                <a:extLst>
                  <a:ext uri="{FF2B5EF4-FFF2-40B4-BE49-F238E27FC236}">
                    <a16:creationId xmlns:a16="http://schemas.microsoft.com/office/drawing/2014/main" id="{3EFAE9E2-03FB-A240-82CC-3EEE93BB300A}"/>
                  </a:ext>
                </a:extLst>
              </p:cNvPr>
              <p:cNvGrpSpPr>
                <a:grpSpLocks/>
              </p:cNvGrpSpPr>
              <p:nvPr/>
            </p:nvGrpSpPr>
            <p:grpSpPr bwMode="auto">
              <a:xfrm>
                <a:off x="1670312" y="2562997"/>
                <a:ext cx="929822" cy="565219"/>
                <a:chOff x="1670312" y="2562997"/>
                <a:chExt cx="929822" cy="565219"/>
              </a:xfrm>
            </p:grpSpPr>
            <p:sp>
              <p:nvSpPr>
                <p:cNvPr id="20" name="Rectangle 30">
                  <a:extLst>
                    <a:ext uri="{FF2B5EF4-FFF2-40B4-BE49-F238E27FC236}">
                      <a16:creationId xmlns:a16="http://schemas.microsoft.com/office/drawing/2014/main" id="{729FDF34-CD0B-9A4B-BFAA-A9A823BC314C}"/>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1" name="Straight Connector 31">
                  <a:extLst>
                    <a:ext uri="{FF2B5EF4-FFF2-40B4-BE49-F238E27FC236}">
                      <a16:creationId xmlns:a16="http://schemas.microsoft.com/office/drawing/2014/main" id="{5A69AE93-EED2-CB43-99E6-0FB1510E4FF4}"/>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2">
                  <a:extLst>
                    <a:ext uri="{FF2B5EF4-FFF2-40B4-BE49-F238E27FC236}">
                      <a16:creationId xmlns:a16="http://schemas.microsoft.com/office/drawing/2014/main" id="{E8F030DC-8BE9-E84E-9DA0-9A9C35E49945}"/>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3">
                  <a:extLst>
                    <a:ext uri="{FF2B5EF4-FFF2-40B4-BE49-F238E27FC236}">
                      <a16:creationId xmlns:a16="http://schemas.microsoft.com/office/drawing/2014/main" id="{12488256-DFFD-964A-8401-C59AC44B0A88}"/>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4">
                  <a:extLst>
                    <a:ext uri="{FF2B5EF4-FFF2-40B4-BE49-F238E27FC236}">
                      <a16:creationId xmlns:a16="http://schemas.microsoft.com/office/drawing/2014/main" id="{38FDDBA3-4933-3A49-9208-C2E75B79F1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5">
                  <a:extLst>
                    <a:ext uri="{FF2B5EF4-FFF2-40B4-BE49-F238E27FC236}">
                      <a16:creationId xmlns:a16="http://schemas.microsoft.com/office/drawing/2014/main" id="{44515A57-BAE8-DB48-8D32-C3EF03B66C6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6">
                  <a:extLst>
                    <a:ext uri="{FF2B5EF4-FFF2-40B4-BE49-F238E27FC236}">
                      <a16:creationId xmlns:a16="http://schemas.microsoft.com/office/drawing/2014/main" id="{8FFF7C21-C795-5A4D-B498-3B99B69489B6}"/>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37">
                  <a:extLst>
                    <a:ext uri="{FF2B5EF4-FFF2-40B4-BE49-F238E27FC236}">
                      <a16:creationId xmlns:a16="http://schemas.microsoft.com/office/drawing/2014/main" id="{E40618EE-68A5-6741-A873-86553161E156}"/>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Rectangle 29">
                <a:extLst>
                  <a:ext uri="{FF2B5EF4-FFF2-40B4-BE49-F238E27FC236}">
                    <a16:creationId xmlns:a16="http://schemas.microsoft.com/office/drawing/2014/main" id="{E2F0270A-1C7D-5644-9107-040300A3830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25">
              <a:extLst>
                <a:ext uri="{FF2B5EF4-FFF2-40B4-BE49-F238E27FC236}">
                  <a16:creationId xmlns:a16="http://schemas.microsoft.com/office/drawing/2014/main" id="{687F59CE-C2B3-4D4C-92B7-16D87AB0CB08}"/>
                </a:ext>
              </a:extLst>
            </p:cNvPr>
            <p:cNvGrpSpPr>
              <a:grpSpLocks/>
            </p:cNvGrpSpPr>
            <p:nvPr/>
          </p:nvGrpSpPr>
          <p:grpSpPr bwMode="auto">
            <a:xfrm>
              <a:off x="8136990" y="3176315"/>
              <a:ext cx="1424531" cy="763274"/>
              <a:chOff x="1670312" y="2562997"/>
              <a:chExt cx="940318" cy="565219"/>
            </a:xfrm>
          </p:grpSpPr>
          <p:grpSp>
            <p:nvGrpSpPr>
              <p:cNvPr id="29" name="Group 28">
                <a:extLst>
                  <a:ext uri="{FF2B5EF4-FFF2-40B4-BE49-F238E27FC236}">
                    <a16:creationId xmlns:a16="http://schemas.microsoft.com/office/drawing/2014/main" id="{4511BCEB-21AB-F44E-8C3E-BB178AAD23CB}"/>
                  </a:ext>
                </a:extLst>
              </p:cNvPr>
              <p:cNvGrpSpPr>
                <a:grpSpLocks/>
              </p:cNvGrpSpPr>
              <p:nvPr/>
            </p:nvGrpSpPr>
            <p:grpSpPr bwMode="auto">
              <a:xfrm>
                <a:off x="1670312" y="2562997"/>
                <a:ext cx="929822" cy="565219"/>
                <a:chOff x="1670312" y="2562997"/>
                <a:chExt cx="929822" cy="565219"/>
              </a:xfrm>
            </p:grpSpPr>
            <p:sp>
              <p:nvSpPr>
                <p:cNvPr id="31" name="Rectangle 30">
                  <a:extLst>
                    <a:ext uri="{FF2B5EF4-FFF2-40B4-BE49-F238E27FC236}">
                      <a16:creationId xmlns:a16="http://schemas.microsoft.com/office/drawing/2014/main" id="{41316E27-4220-C147-A89C-A1EFEA4D25A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32" name="Straight Connector 31">
                  <a:extLst>
                    <a:ext uri="{FF2B5EF4-FFF2-40B4-BE49-F238E27FC236}">
                      <a16:creationId xmlns:a16="http://schemas.microsoft.com/office/drawing/2014/main" id="{4007048A-C5C2-274E-8391-F5F93C794AB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A14A1AAA-244F-D447-A7D6-AB788B569D26}"/>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3BE615AD-4D3F-A243-A27D-E11BE48B3C77}"/>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B65BD03D-6966-654F-AF5A-697101715CA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4E0B9ABB-D3D1-0F45-8C79-6A7CE1B5E88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a16="http://schemas.microsoft.com/office/drawing/2014/main" id="{452BA752-990C-BC42-9F0D-203C5E9B0CD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a16="http://schemas.microsoft.com/office/drawing/2014/main" id="{55257FC6-8323-894F-AF7A-00164E4D9C4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 name="Rectangle 29">
                <a:extLst>
                  <a:ext uri="{FF2B5EF4-FFF2-40B4-BE49-F238E27FC236}">
                    <a16:creationId xmlns:a16="http://schemas.microsoft.com/office/drawing/2014/main" id="{A9187906-D1D6-AB40-AB7B-419CC08B4F65}"/>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39" name="Group 25">
              <a:extLst>
                <a:ext uri="{FF2B5EF4-FFF2-40B4-BE49-F238E27FC236}">
                  <a16:creationId xmlns:a16="http://schemas.microsoft.com/office/drawing/2014/main" id="{D3CE6A82-D9F9-2147-836F-3656A5178622}"/>
                </a:ext>
              </a:extLst>
            </p:cNvPr>
            <p:cNvGrpSpPr>
              <a:grpSpLocks/>
            </p:cNvGrpSpPr>
            <p:nvPr/>
          </p:nvGrpSpPr>
          <p:grpSpPr bwMode="auto">
            <a:xfrm>
              <a:off x="8132733" y="4084509"/>
              <a:ext cx="1424529" cy="721744"/>
              <a:chOff x="1670312" y="2562997"/>
              <a:chExt cx="940317" cy="565219"/>
            </a:xfrm>
          </p:grpSpPr>
          <p:grpSp>
            <p:nvGrpSpPr>
              <p:cNvPr id="40" name="Group 39">
                <a:extLst>
                  <a:ext uri="{FF2B5EF4-FFF2-40B4-BE49-F238E27FC236}">
                    <a16:creationId xmlns:a16="http://schemas.microsoft.com/office/drawing/2014/main" id="{C9DDA272-8646-FB4A-8D17-F41DE934476D}"/>
                  </a:ext>
                </a:extLst>
              </p:cNvPr>
              <p:cNvGrpSpPr>
                <a:grpSpLocks/>
              </p:cNvGrpSpPr>
              <p:nvPr/>
            </p:nvGrpSpPr>
            <p:grpSpPr bwMode="auto">
              <a:xfrm>
                <a:off x="1670312" y="2562997"/>
                <a:ext cx="929822" cy="565219"/>
                <a:chOff x="1670312" y="2562997"/>
                <a:chExt cx="929822" cy="565219"/>
              </a:xfrm>
            </p:grpSpPr>
            <p:sp>
              <p:nvSpPr>
                <p:cNvPr id="42" name="Rectangle 41">
                  <a:extLst>
                    <a:ext uri="{FF2B5EF4-FFF2-40B4-BE49-F238E27FC236}">
                      <a16:creationId xmlns:a16="http://schemas.microsoft.com/office/drawing/2014/main" id="{E500ED50-8E07-EF45-95BF-8BA56D49518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43" name="Straight Connector 42">
                  <a:extLst>
                    <a:ext uri="{FF2B5EF4-FFF2-40B4-BE49-F238E27FC236}">
                      <a16:creationId xmlns:a16="http://schemas.microsoft.com/office/drawing/2014/main" id="{557746F6-EA6C-F440-A50F-B4FA59791B8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25B8365-E03D-CD48-B2E5-6A42B5C2787F}"/>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ECFFCF3E-1E82-3F4F-A167-B4CE60A1DA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3DF697C1-95A7-1A4B-A07B-D14518C0D997}"/>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a:extLst>
                    <a:ext uri="{FF2B5EF4-FFF2-40B4-BE49-F238E27FC236}">
                      <a16:creationId xmlns:a16="http://schemas.microsoft.com/office/drawing/2014/main" id="{52CA0CD3-191F-C543-AB08-EAF089AFF1E1}"/>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a:extLst>
                    <a:ext uri="{FF2B5EF4-FFF2-40B4-BE49-F238E27FC236}">
                      <a16:creationId xmlns:a16="http://schemas.microsoft.com/office/drawing/2014/main" id="{25615FBF-D228-A641-A572-783B881303A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Straight Connector 48">
                  <a:extLst>
                    <a:ext uri="{FF2B5EF4-FFF2-40B4-BE49-F238E27FC236}">
                      <a16:creationId xmlns:a16="http://schemas.microsoft.com/office/drawing/2014/main" id="{265B8345-81ED-1D49-AFA2-D40974F2A551}"/>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 name="Rectangle 40">
                <a:extLst>
                  <a:ext uri="{FF2B5EF4-FFF2-40B4-BE49-F238E27FC236}">
                    <a16:creationId xmlns:a16="http://schemas.microsoft.com/office/drawing/2014/main" id="{3753EDA3-44F7-874C-982C-BAC289F49EE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sp>
        <p:nvSpPr>
          <p:cNvPr id="4" name="Triangle 3">
            <a:extLst>
              <a:ext uri="{FF2B5EF4-FFF2-40B4-BE49-F238E27FC236}">
                <a16:creationId xmlns:a16="http://schemas.microsoft.com/office/drawing/2014/main" id="{D2F64F54-E98D-564A-B7B6-7537CEECBAD3}"/>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9B2EF94C-9371-CF40-A3C6-1DC150AB047C}"/>
              </a:ext>
            </a:extLst>
          </p:cNvPr>
          <p:cNvGrpSpPr/>
          <p:nvPr/>
        </p:nvGrpSpPr>
        <p:grpSpPr>
          <a:xfrm>
            <a:off x="6303665" y="3871966"/>
            <a:ext cx="567187" cy="339970"/>
            <a:chOff x="9460523" y="6049108"/>
            <a:chExt cx="567187" cy="339970"/>
          </a:xfrm>
        </p:grpSpPr>
        <p:cxnSp>
          <p:nvCxnSpPr>
            <p:cNvPr id="52" name="Straight Arrow Connector 51">
              <a:extLst>
                <a:ext uri="{FF2B5EF4-FFF2-40B4-BE49-F238E27FC236}">
                  <a16:creationId xmlns:a16="http://schemas.microsoft.com/office/drawing/2014/main" id="{7378A68C-054A-004B-A791-4FA6E7C6804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E384534-464D-4048-8464-55A4CE80FC9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3E453DA-B44B-0847-A077-A34D3F9DB27B}"/>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0AE17F66-33B0-DE42-8C16-28DA20F17C00}"/>
              </a:ext>
            </a:extLst>
          </p:cNvPr>
          <p:cNvGrpSpPr/>
          <p:nvPr/>
        </p:nvGrpSpPr>
        <p:grpSpPr>
          <a:xfrm>
            <a:off x="11245773" y="3893738"/>
            <a:ext cx="567187" cy="339970"/>
            <a:chOff x="9460523" y="6049108"/>
            <a:chExt cx="567187" cy="339970"/>
          </a:xfrm>
        </p:grpSpPr>
        <p:cxnSp>
          <p:nvCxnSpPr>
            <p:cNvPr id="58" name="Straight Arrow Connector 57">
              <a:extLst>
                <a:ext uri="{FF2B5EF4-FFF2-40B4-BE49-F238E27FC236}">
                  <a16:creationId xmlns:a16="http://schemas.microsoft.com/office/drawing/2014/main" id="{D334A6EB-2600-A040-860C-4B77BD4BE60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9739B72-8B57-6443-B4A3-11719E38E71F}"/>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1CFDC38-10D3-794A-B193-C78C35E3275E}"/>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43CD1C2A-29E9-8C4A-96B1-43C6E287CB52}"/>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62" name="TextBox 61">
            <a:extLst>
              <a:ext uri="{FF2B5EF4-FFF2-40B4-BE49-F238E27FC236}">
                <a16:creationId xmlns:a16="http://schemas.microsoft.com/office/drawing/2014/main" id="{A33C39C7-20E4-6545-A964-9F1AAEB54307}"/>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65" name="Straight Arrow Connector 64">
            <a:extLst>
              <a:ext uri="{FF2B5EF4-FFF2-40B4-BE49-F238E27FC236}">
                <a16:creationId xmlns:a16="http://schemas.microsoft.com/office/drawing/2014/main" id="{999E5456-380E-B44E-8FAB-E07E351298C3}"/>
              </a:ext>
            </a:extLst>
          </p:cNvPr>
          <p:cNvCxnSpPr>
            <a:cxnSpLocks/>
            <a:stCxn id="4"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D62B4B7-D6F0-C44D-9E4B-DFC7B1CB233F}"/>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23F8B11-C46E-3445-9877-0041CA598D30}"/>
              </a:ext>
            </a:extLst>
          </p:cNvPr>
          <p:cNvCxnSpPr>
            <a:cxnSpLocks/>
            <a:stCxn id="4"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65C47E3-EB80-954D-93A7-7C5F2522DEA3}"/>
              </a:ext>
            </a:extLst>
          </p:cNvPr>
          <p:cNvCxnSpPr>
            <a:stCxn id="20" idx="3"/>
            <a:endCxn id="9"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5789404-4743-3B47-8578-2600B3870B31}"/>
              </a:ext>
            </a:extLst>
          </p:cNvPr>
          <p:cNvCxnSpPr>
            <a:cxnSpLocks/>
            <a:stCxn id="42" idx="3"/>
            <a:endCxn id="9"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56B0C30-BA4F-FC4B-A868-1FDA0C5704B8}"/>
              </a:ext>
            </a:extLst>
          </p:cNvPr>
          <p:cNvCxnSpPr>
            <a:cxnSpLocks/>
            <a:stCxn id="30" idx="3"/>
            <a:endCxn id="9"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CE711DAE-9BF3-F64E-BD2A-3B802A190313}"/>
              </a:ext>
            </a:extLst>
          </p:cNvPr>
          <p:cNvGrpSpPr/>
          <p:nvPr/>
        </p:nvGrpSpPr>
        <p:grpSpPr>
          <a:xfrm>
            <a:off x="9914343" y="3604072"/>
            <a:ext cx="877582" cy="1252645"/>
            <a:chOff x="9827263" y="3125100"/>
            <a:chExt cx="877582" cy="1252645"/>
          </a:xfrm>
        </p:grpSpPr>
        <p:sp>
          <p:nvSpPr>
            <p:cNvPr id="9" name="Oval 27">
              <a:extLst>
                <a:ext uri="{FF2B5EF4-FFF2-40B4-BE49-F238E27FC236}">
                  <a16:creationId xmlns:a16="http://schemas.microsoft.com/office/drawing/2014/main" id="{12FCD05E-75CC-E84C-8E19-60F0F56A5ED6}"/>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3" name="TextBox 62">
              <a:extLst>
                <a:ext uri="{FF2B5EF4-FFF2-40B4-BE49-F238E27FC236}">
                  <a16:creationId xmlns:a16="http://schemas.microsoft.com/office/drawing/2014/main" id="{65D6BC2C-F25A-5742-A26B-1B91EC2CF44E}"/>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03" name="TextBox 102">
              <a:extLst>
                <a:ext uri="{FF2B5EF4-FFF2-40B4-BE49-F238E27FC236}">
                  <a16:creationId xmlns:a16="http://schemas.microsoft.com/office/drawing/2014/main" id="{86E26C25-36F0-9444-8196-216C440D56AB}"/>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grpSp>
        <p:nvGrpSpPr>
          <p:cNvPr id="115" name="Group 114">
            <a:extLst>
              <a:ext uri="{FF2B5EF4-FFF2-40B4-BE49-F238E27FC236}">
                <a16:creationId xmlns:a16="http://schemas.microsoft.com/office/drawing/2014/main" id="{3E6F4270-DB9C-694E-B407-3ED6A0A44949}"/>
              </a:ext>
            </a:extLst>
          </p:cNvPr>
          <p:cNvGrpSpPr/>
          <p:nvPr/>
        </p:nvGrpSpPr>
        <p:grpSpPr>
          <a:xfrm>
            <a:off x="8807568" y="2894368"/>
            <a:ext cx="1104182" cy="2221918"/>
            <a:chOff x="8807568" y="2894368"/>
            <a:chExt cx="1104182" cy="2221918"/>
          </a:xfrm>
        </p:grpSpPr>
        <p:grpSp>
          <p:nvGrpSpPr>
            <p:cNvPr id="114" name="Group 113">
              <a:extLst>
                <a:ext uri="{FF2B5EF4-FFF2-40B4-BE49-F238E27FC236}">
                  <a16:creationId xmlns:a16="http://schemas.microsoft.com/office/drawing/2014/main" id="{1450FA9F-A33F-1746-A4CB-9F4A2A6807F2}"/>
                </a:ext>
              </a:extLst>
            </p:cNvPr>
            <p:cNvGrpSpPr/>
            <p:nvPr/>
          </p:nvGrpSpPr>
          <p:grpSpPr>
            <a:xfrm>
              <a:off x="9470570" y="2939143"/>
              <a:ext cx="441180" cy="2177143"/>
              <a:chOff x="9470570" y="2939143"/>
              <a:chExt cx="441180" cy="2177143"/>
            </a:xfrm>
          </p:grpSpPr>
          <p:sp>
            <p:nvSpPr>
              <p:cNvPr id="85" name="Oval 84">
                <a:extLst>
                  <a:ext uri="{FF2B5EF4-FFF2-40B4-BE49-F238E27FC236}">
                    <a16:creationId xmlns:a16="http://schemas.microsoft.com/office/drawing/2014/main" id="{6CD5B581-94AD-D44C-81AA-F1008E3D0722}"/>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88">
                <a:extLst>
                  <a:ext uri="{FF2B5EF4-FFF2-40B4-BE49-F238E27FC236}">
                    <a16:creationId xmlns:a16="http://schemas.microsoft.com/office/drawing/2014/main" id="{F5454531-DC51-F34D-9961-98B389CAFDF8}"/>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8" name="Straight Arrow Connector 87">
                <a:extLst>
                  <a:ext uri="{FF2B5EF4-FFF2-40B4-BE49-F238E27FC236}">
                    <a16:creationId xmlns:a16="http://schemas.microsoft.com/office/drawing/2014/main" id="{F9EBDD29-0A51-C946-829A-2EAF8CB429B6}"/>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355C01D4-3E5F-234C-88C0-37B3216150B8}"/>
                </a:ext>
              </a:extLst>
            </p:cNvPr>
            <p:cNvGrpSpPr/>
            <p:nvPr/>
          </p:nvGrpSpPr>
          <p:grpSpPr>
            <a:xfrm>
              <a:off x="8807568" y="2894368"/>
              <a:ext cx="457076" cy="2191108"/>
              <a:chOff x="8807568" y="2894368"/>
              <a:chExt cx="457076" cy="2191108"/>
            </a:xfrm>
          </p:grpSpPr>
          <p:grpSp>
            <p:nvGrpSpPr>
              <p:cNvPr id="93" name="Group 92">
                <a:extLst>
                  <a:ext uri="{FF2B5EF4-FFF2-40B4-BE49-F238E27FC236}">
                    <a16:creationId xmlns:a16="http://schemas.microsoft.com/office/drawing/2014/main" id="{848D66A5-F8A6-9445-8C81-EBA47B28FB27}"/>
                  </a:ext>
                </a:extLst>
              </p:cNvPr>
              <p:cNvGrpSpPr/>
              <p:nvPr/>
            </p:nvGrpSpPr>
            <p:grpSpPr>
              <a:xfrm>
                <a:off x="8807568" y="2894368"/>
                <a:ext cx="428322" cy="385312"/>
                <a:chOff x="10311441" y="2346385"/>
                <a:chExt cx="428322" cy="385312"/>
              </a:xfrm>
            </p:grpSpPr>
            <p:sp>
              <p:nvSpPr>
                <p:cNvPr id="92" name="Oval 91">
                  <a:extLst>
                    <a:ext uri="{FF2B5EF4-FFF2-40B4-BE49-F238E27FC236}">
                      <a16:creationId xmlns:a16="http://schemas.microsoft.com/office/drawing/2014/main" id="{97E65F5A-40B7-5944-9F81-860A11DB6E0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1EE5CC73-7238-FC43-9639-9D66DFA0D9A1}"/>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p>
              </p:txBody>
            </p:sp>
          </p:grpSp>
          <p:grpSp>
            <p:nvGrpSpPr>
              <p:cNvPr id="94" name="Group 93">
                <a:extLst>
                  <a:ext uri="{FF2B5EF4-FFF2-40B4-BE49-F238E27FC236}">
                    <a16:creationId xmlns:a16="http://schemas.microsoft.com/office/drawing/2014/main" id="{604C74BF-DFA9-F148-80FF-420AF6DA34DC}"/>
                  </a:ext>
                </a:extLst>
              </p:cNvPr>
              <p:cNvGrpSpPr/>
              <p:nvPr/>
            </p:nvGrpSpPr>
            <p:grpSpPr>
              <a:xfrm>
                <a:off x="8827696" y="3823145"/>
                <a:ext cx="428322" cy="385312"/>
                <a:chOff x="10311441" y="2346385"/>
                <a:chExt cx="428322" cy="385312"/>
              </a:xfrm>
            </p:grpSpPr>
            <p:sp>
              <p:nvSpPr>
                <p:cNvPr id="95" name="Oval 94">
                  <a:extLst>
                    <a:ext uri="{FF2B5EF4-FFF2-40B4-BE49-F238E27FC236}">
                      <a16:creationId xmlns:a16="http://schemas.microsoft.com/office/drawing/2014/main" id="{B8705F1B-C8D3-7D45-A303-F165B62DB89A}"/>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TextBox 95">
                  <a:extLst>
                    <a:ext uri="{FF2B5EF4-FFF2-40B4-BE49-F238E27FC236}">
                      <a16:creationId xmlns:a16="http://schemas.microsoft.com/office/drawing/2014/main" id="{3C5374B7-33B0-A048-98AF-C86CA0F5F068}"/>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p>
              </p:txBody>
            </p:sp>
          </p:grpSp>
          <p:grpSp>
            <p:nvGrpSpPr>
              <p:cNvPr id="97" name="Group 96">
                <a:extLst>
                  <a:ext uri="{FF2B5EF4-FFF2-40B4-BE49-F238E27FC236}">
                    <a16:creationId xmlns:a16="http://schemas.microsoft.com/office/drawing/2014/main" id="{95EEF966-14C8-9A40-8EAF-9563A841C6FE}"/>
                  </a:ext>
                </a:extLst>
              </p:cNvPr>
              <p:cNvGrpSpPr/>
              <p:nvPr/>
            </p:nvGrpSpPr>
            <p:grpSpPr>
              <a:xfrm>
                <a:off x="8836322" y="4700164"/>
                <a:ext cx="428322" cy="385312"/>
                <a:chOff x="10311441" y="2346385"/>
                <a:chExt cx="428322" cy="385312"/>
              </a:xfrm>
            </p:grpSpPr>
            <p:sp>
              <p:nvSpPr>
                <p:cNvPr id="98" name="Oval 97">
                  <a:extLst>
                    <a:ext uri="{FF2B5EF4-FFF2-40B4-BE49-F238E27FC236}">
                      <a16:creationId xmlns:a16="http://schemas.microsoft.com/office/drawing/2014/main" id="{BF695079-CDFE-A84B-BA1A-3C792502773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a:extLst>
                    <a:ext uri="{FF2B5EF4-FFF2-40B4-BE49-F238E27FC236}">
                      <a16:creationId xmlns:a16="http://schemas.microsoft.com/office/drawing/2014/main" id="{9F5602FC-DFAF-C840-963B-59C9854603DF}"/>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3</a:t>
                  </a:r>
                </a:p>
              </p:txBody>
            </p:sp>
          </p:grpSp>
        </p:grpSp>
      </p:grpSp>
      <p:grpSp>
        <p:nvGrpSpPr>
          <p:cNvPr id="108" name="Group 107">
            <a:extLst>
              <a:ext uri="{FF2B5EF4-FFF2-40B4-BE49-F238E27FC236}">
                <a16:creationId xmlns:a16="http://schemas.microsoft.com/office/drawing/2014/main" id="{DC95B65A-59D7-7343-B738-24AF20F53109}"/>
              </a:ext>
            </a:extLst>
          </p:cNvPr>
          <p:cNvGrpSpPr/>
          <p:nvPr/>
        </p:nvGrpSpPr>
        <p:grpSpPr>
          <a:xfrm>
            <a:off x="2830287" y="4027715"/>
            <a:ext cx="853119" cy="1129061"/>
            <a:chOff x="6422573" y="5573486"/>
            <a:chExt cx="853119" cy="1129061"/>
          </a:xfrm>
        </p:grpSpPr>
        <p:sp>
          <p:nvSpPr>
            <p:cNvPr id="104" name="TextBox 103">
              <a:extLst>
                <a:ext uri="{FF2B5EF4-FFF2-40B4-BE49-F238E27FC236}">
                  <a16:creationId xmlns:a16="http://schemas.microsoft.com/office/drawing/2014/main" id="{FE3BBE42-4507-D249-BEAC-A304C25545D5}"/>
                </a:ext>
              </a:extLst>
            </p:cNvPr>
            <p:cNvSpPr txBox="1"/>
            <p:nvPr/>
          </p:nvSpPr>
          <p:spPr>
            <a:xfrm>
              <a:off x="6531429" y="5573486"/>
              <a:ext cx="54053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TextBox 104">
              <a:extLst>
                <a:ext uri="{FF2B5EF4-FFF2-40B4-BE49-F238E27FC236}">
                  <a16:creationId xmlns:a16="http://schemas.microsoft.com/office/drawing/2014/main" id="{9D22DEFF-5F27-0B42-9940-421941395069}"/>
                </a:ext>
              </a:extLst>
            </p:cNvPr>
            <p:cNvSpPr txBox="1"/>
            <p:nvPr/>
          </p:nvSpPr>
          <p:spPr>
            <a:xfrm>
              <a:off x="6422573" y="6117772"/>
              <a:ext cx="8531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err="1">
                  <a:ln>
                    <a:noFill/>
                  </a:ln>
                  <a:solidFill>
                    <a:prstClr val="black"/>
                  </a:solidFill>
                  <a:effectLst/>
                  <a:uLnTx/>
                  <a:uFillTx/>
                  <a:latin typeface="Symbol" pitchFamily="2" charset="2"/>
                  <a:ea typeface="ＭＳ Ｐゴシック" panose="020B0600070205080204" pitchFamily="34" charset="-128"/>
                  <a:cs typeface="ＭＳ Ｐゴシック" panose="020B0600070205080204" pitchFamily="34" charset="-128"/>
                </a:rPr>
                <a:t>S</a:t>
              </a:r>
              <a:r>
                <a:rPr kumimoji="0" lang="en-US" alt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7" name="Straight Connector 106">
              <a:extLst>
                <a:ext uri="{FF2B5EF4-FFF2-40B4-BE49-F238E27FC236}">
                  <a16:creationId xmlns:a16="http://schemas.microsoft.com/office/drawing/2014/main" id="{4B0E336A-F07A-914B-9314-422857CFD8B1}"/>
                </a:ext>
              </a:extLst>
            </p:cNvPr>
            <p:cNvCxnSpPr/>
            <p:nvPr/>
          </p:nvCxnSpPr>
          <p:spPr>
            <a:xfrm>
              <a:off x="6553200" y="6173453"/>
              <a:ext cx="478971"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9" name="Content Placeholder 1">
            <a:extLst>
              <a:ext uri="{FF2B5EF4-FFF2-40B4-BE49-F238E27FC236}">
                <a16:creationId xmlns:a16="http://schemas.microsoft.com/office/drawing/2014/main" id="{6B4ED17A-B92C-3540-886C-3C8AF82A0E8B}"/>
              </a:ext>
            </a:extLst>
          </p:cNvPr>
          <p:cNvSpPr txBox="1">
            <a:spLocks/>
          </p:cNvSpPr>
          <p:nvPr/>
        </p:nvSpPr>
        <p:spPr>
          <a:xfrm>
            <a:off x="788204" y="5154045"/>
            <a:ext cx="5557988" cy="105081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minimum bandwidth guarantee (per-traffic-class)</a:t>
            </a:r>
          </a:p>
        </p:txBody>
      </p:sp>
      <p:sp>
        <p:nvSpPr>
          <p:cNvPr id="111" name="Content Placeholder 1">
            <a:extLst>
              <a:ext uri="{FF2B5EF4-FFF2-40B4-BE49-F238E27FC236}">
                <a16:creationId xmlns:a16="http://schemas.microsoft.com/office/drawing/2014/main" id="{444A4D7B-9DCA-3943-91F5-F6811D0DAA99}"/>
              </a:ext>
            </a:extLst>
          </p:cNvPr>
          <p:cNvSpPr txBox="1">
            <a:spLocks/>
          </p:cNvSpPr>
          <p:nvPr/>
        </p:nvSpPr>
        <p:spPr>
          <a:xfrm>
            <a:off x="766433" y="2740308"/>
            <a:ext cx="5557988" cy="142092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each class,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has weight,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and</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gets weighted amount of service in each cycle:</a:t>
            </a:r>
          </a:p>
        </p:txBody>
      </p:sp>
      <p:sp>
        <p:nvSpPr>
          <p:cNvPr id="81" name="Slide Number Placeholder 4">
            <a:extLst>
              <a:ext uri="{FF2B5EF4-FFF2-40B4-BE49-F238E27FC236}">
                <a16:creationId xmlns:a16="http://schemas.microsoft.com/office/drawing/2014/main" id="{F0AFE370-3F30-3F41-8D1F-CC727D14015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37</a:t>
            </a:fld>
            <a:endParaRPr lang="en-US" dirty="0"/>
          </a:p>
        </p:txBody>
      </p:sp>
    </p:spTree>
    <p:extLst>
      <p:ext uri="{BB962C8B-B14F-4D97-AF65-F5344CB8AC3E}">
        <p14:creationId xmlns:p14="http://schemas.microsoft.com/office/powerpoint/2010/main" val="329868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par>
                                <p:cTn id="8" presetID="9" presetClass="entr" presetSubtype="0" fill="hold"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dissolve">
                                      <p:cBhvr>
                                        <p:cTn id="13" dur="500"/>
                                        <p:tgtEl>
                                          <p:spTgt spid="1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9"/>
                                        </p:tgtEl>
                                        <p:attrNameLst>
                                          <p:attrName>style.visibility</p:attrName>
                                        </p:attrNameLst>
                                      </p:cBhvr>
                                      <p:to>
                                        <p:strVal val="visible"/>
                                      </p:to>
                                    </p:set>
                                    <p:animEffect transition="in" filter="dissolve">
                                      <p:cBhvr>
                                        <p:cTn id="18"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197353"/>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What</a:t>
            </a:r>
            <a:r>
              <a:rPr lang="en-US" altLang="ja-JP" sz="3200" dirty="0">
                <a:solidFill>
                  <a:schemeClr val="bg1">
                    <a:lumMod val="75000"/>
                  </a:schemeClr>
                </a:solidFill>
                <a:ea typeface="ＭＳ Ｐゴシック" panose="020B0600070205080204" pitchFamily="34" charset="-128"/>
                <a:cs typeface="Arial" panose="020B0604020202020204" pitchFamily="34" charset="0"/>
              </a:rPr>
              <a:t>’s inside a router</a:t>
            </a:r>
          </a:p>
          <a:p>
            <a:pPr lvl="1">
              <a:spcBef>
                <a:spcPts val="600"/>
              </a:spcBef>
              <a:buClr>
                <a:schemeClr val="bg1">
                  <a:lumMod val="75000"/>
                </a:schemeClr>
              </a:buClr>
            </a:pPr>
            <a:r>
              <a:rPr lang="en-US" altLang="ja-JP" sz="2800" dirty="0">
                <a:solidFill>
                  <a:schemeClr val="bg1">
                    <a:lumMod val="75000"/>
                  </a:schemeClr>
                </a:solidFill>
                <a:ea typeface="ＭＳ Ｐゴシック" panose="020B0600070205080204" pitchFamily="34" charset="-128"/>
                <a:cs typeface="Arial" panose="020B0604020202020204" pitchFamily="34" charset="0"/>
              </a:rPr>
              <a:t>input ports, switching, output ports</a:t>
            </a:r>
          </a:p>
          <a:p>
            <a:pPr lvl="1">
              <a:spcBef>
                <a:spcPts val="600"/>
              </a:spcBef>
              <a:buClr>
                <a:schemeClr val="bg1">
                  <a:lumMod val="75000"/>
                </a:schemeClr>
              </a:buClr>
            </a:pPr>
            <a:r>
              <a:rPr lang="en-US" altLang="ja-JP" sz="2800" dirty="0">
                <a:solidFill>
                  <a:schemeClr val="bg1">
                    <a:lumMod val="75000"/>
                  </a:schemeClr>
                </a:solidFill>
                <a:ea typeface="ＭＳ Ｐゴシック" panose="020B0600070205080204" pitchFamily="34" charset="-128"/>
                <a:cs typeface="Arial" panose="020B0604020202020204" pitchFamily="34" charset="0"/>
              </a:rPr>
              <a:t>buffer management, scheduling</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IP: the Internet Protocol</a:t>
            </a:r>
          </a:p>
          <a:p>
            <a:pPr lvl="1">
              <a:spcBef>
                <a:spcPts val="400"/>
              </a:spcBef>
              <a:buClr>
                <a:srgbClr val="0000A3"/>
              </a:buClr>
            </a:pPr>
            <a:r>
              <a:rPr lang="en-US" altLang="en-US" sz="2800" dirty="0">
                <a:solidFill>
                  <a:srgbClr val="0000A3"/>
                </a:solidFill>
                <a:ea typeface="ＭＳ Ｐゴシック" panose="020B0600070205080204" pitchFamily="34" charset="-128"/>
                <a:cs typeface="Arial" panose="020B0604020202020204" pitchFamily="34" charset="0"/>
              </a:rPr>
              <a:t>datagram format</a:t>
            </a:r>
          </a:p>
          <a:p>
            <a:pPr lvl="1">
              <a:spcBef>
                <a:spcPts val="400"/>
              </a:spcBef>
              <a:buClr>
                <a:srgbClr val="0000A3"/>
              </a:buClr>
            </a:pPr>
            <a:r>
              <a:rPr lang="en-US" altLang="en-US" sz="2800" dirty="0">
                <a:solidFill>
                  <a:srgbClr val="0000A3"/>
                </a:solidFill>
                <a:ea typeface="ＭＳ Ｐゴシック" panose="020B0600070205080204" pitchFamily="34" charset="-128"/>
                <a:cs typeface="Arial" panose="020B0604020202020204" pitchFamily="34" charset="0"/>
              </a:rPr>
              <a:t>addressing</a:t>
            </a:r>
          </a:p>
          <a:p>
            <a:pPr lvl="1">
              <a:spcBef>
                <a:spcPts val="400"/>
              </a:spcBef>
              <a:buClr>
                <a:srgbClr val="0000A3"/>
              </a:buClr>
            </a:pPr>
            <a:r>
              <a:rPr lang="en-US" altLang="en-US" sz="2800" dirty="0">
                <a:ea typeface="ＭＳ Ｐゴシック" panose="020B0600070205080204" pitchFamily="34" charset="-128"/>
                <a:cs typeface="Arial" panose="020B0604020202020204" pitchFamily="34" charset="0"/>
              </a:rPr>
              <a:t>network address translation</a:t>
            </a:r>
          </a:p>
          <a:p>
            <a:pPr lvl="1">
              <a:spcBef>
                <a:spcPts val="400"/>
              </a:spcBef>
              <a:buClr>
                <a:srgbClr val="0000A3"/>
              </a:buClr>
            </a:pPr>
            <a:r>
              <a:rPr lang="en-US" altLang="en-US" sz="2800" dirty="0">
                <a:ea typeface="ＭＳ Ｐゴシック" panose="020B0600070205080204" pitchFamily="34" charset="-128"/>
                <a:cs typeface="Arial" panose="020B0604020202020204" pitchFamily="34" charset="0"/>
              </a:rPr>
              <a:t>IPv6</a:t>
            </a: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8" name="Slide Number Placeholder 4">
            <a:extLst>
              <a:ext uri="{FF2B5EF4-FFF2-40B4-BE49-F238E27FC236}">
                <a16:creationId xmlns:a16="http://schemas.microsoft.com/office/drawing/2014/main"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38</a:t>
            </a:fld>
            <a:endParaRPr lang="en-US" dirty="0"/>
          </a:p>
        </p:txBody>
      </p:sp>
    </p:spTree>
    <p:extLst>
      <p:ext uri="{BB962C8B-B14F-4D97-AF65-F5344CB8AC3E}">
        <p14:creationId xmlns:p14="http://schemas.microsoft.com/office/powerpoint/2010/main" val="494825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ea typeface="ＭＳ Ｐゴシック" panose="020B0600070205080204" pitchFamily="34" charset="-128"/>
              </a:rPr>
              <a:t>Network Layer: Internet</a:t>
            </a:r>
            <a:endParaRPr lang="en-US" dirty="0"/>
          </a:p>
        </p:txBody>
      </p:sp>
      <p:sp>
        <p:nvSpPr>
          <p:cNvPr id="42" name="Rectangle 3">
            <a:extLst>
              <a:ext uri="{FF2B5EF4-FFF2-40B4-BE49-F238E27FC236}">
                <a16:creationId xmlns:a16="http://schemas.microsoft.com/office/drawing/2014/main" id="{54249E09-2CB1-514A-AC5F-40ADE00A2799}"/>
              </a:ext>
            </a:extLst>
          </p:cNvPr>
          <p:cNvSpPr>
            <a:spLocks noChangeArrowheads="1"/>
          </p:cNvSpPr>
          <p:nvPr/>
        </p:nvSpPr>
        <p:spPr bwMode="auto">
          <a:xfrm>
            <a:off x="3137317" y="2215552"/>
            <a:ext cx="7370788" cy="4076700"/>
          </a:xfrm>
          <a:prstGeom prst="rect">
            <a:avLst/>
          </a:prstGeom>
          <a:solidFill>
            <a:srgbClr val="FFFFFF"/>
          </a:solidFill>
          <a:ln w="19050">
            <a:solidFill>
              <a:srgbClr val="000000"/>
            </a:solidFill>
            <a:miter lim="800000"/>
            <a:headEnd/>
            <a:tailEnd/>
          </a:ln>
          <a:effectLst>
            <a:outerShdw blurRad="1651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 name="Rectangle 16">
            <a:extLst>
              <a:ext uri="{FF2B5EF4-FFF2-40B4-BE49-F238E27FC236}">
                <a16:creationId xmlns:a16="http://schemas.microsoft.com/office/drawing/2014/main" id="{B180F0D6-1F8C-804C-9B7D-8CC6486CAF5D}"/>
              </a:ext>
            </a:extLst>
          </p:cNvPr>
          <p:cNvSpPr txBox="1">
            <a:spLocks noChangeArrowheads="1"/>
          </p:cNvSpPr>
          <p:nvPr/>
        </p:nvSpPr>
        <p:spPr bwMode="auto">
          <a:xfrm>
            <a:off x="888584" y="1413891"/>
            <a:ext cx="75342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router network layer functions:</a:t>
            </a:r>
          </a:p>
        </p:txBody>
      </p:sp>
      <p:sp>
        <p:nvSpPr>
          <p:cNvPr id="54" name="Line 17">
            <a:extLst>
              <a:ext uri="{FF2B5EF4-FFF2-40B4-BE49-F238E27FC236}">
                <a16:creationId xmlns:a16="http://schemas.microsoft.com/office/drawing/2014/main" id="{C662B522-B91B-764B-B1C6-707D227F7B4D}"/>
              </a:ext>
            </a:extLst>
          </p:cNvPr>
          <p:cNvSpPr>
            <a:spLocks noChangeShapeType="1"/>
          </p:cNvSpPr>
          <p:nvPr/>
        </p:nvSpPr>
        <p:spPr bwMode="auto">
          <a:xfrm flipV="1">
            <a:off x="3127792" y="5768661"/>
            <a:ext cx="7395303" cy="108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5" name="Line 18">
            <a:extLst>
              <a:ext uri="{FF2B5EF4-FFF2-40B4-BE49-F238E27FC236}">
                <a16:creationId xmlns:a16="http://schemas.microsoft.com/office/drawing/2014/main" id="{FF84D1AE-B7A3-194D-8C60-F60894071514}"/>
              </a:ext>
            </a:extLst>
          </p:cNvPr>
          <p:cNvSpPr>
            <a:spLocks noChangeShapeType="1"/>
          </p:cNvSpPr>
          <p:nvPr/>
        </p:nvSpPr>
        <p:spPr bwMode="auto">
          <a:xfrm flipV="1">
            <a:off x="3156367" y="5244860"/>
            <a:ext cx="7366728" cy="1075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0" name="Group 24">
            <a:extLst>
              <a:ext uri="{FF2B5EF4-FFF2-40B4-BE49-F238E27FC236}">
                <a16:creationId xmlns:a16="http://schemas.microsoft.com/office/drawing/2014/main" id="{5EB605D2-4BE6-F84E-ADE0-AB4D2A7BF140}"/>
              </a:ext>
            </a:extLst>
          </p:cNvPr>
          <p:cNvGrpSpPr>
            <a:grpSpLocks/>
          </p:cNvGrpSpPr>
          <p:nvPr/>
        </p:nvGrpSpPr>
        <p:grpSpPr bwMode="auto">
          <a:xfrm>
            <a:off x="7184669" y="2927915"/>
            <a:ext cx="3136903" cy="1276350"/>
            <a:chOff x="102" y="1294"/>
            <a:chExt cx="1976" cy="804"/>
          </a:xfrm>
        </p:grpSpPr>
        <p:sp>
          <p:nvSpPr>
            <p:cNvPr id="62" name="Rectangle 26">
              <a:extLst>
                <a:ext uri="{FF2B5EF4-FFF2-40B4-BE49-F238E27FC236}">
                  <a16:creationId xmlns:a16="http://schemas.microsoft.com/office/drawing/2014/main" id="{2EDD264A-A709-3A4C-A00D-67F984963850}"/>
                </a:ext>
              </a:extLst>
            </p:cNvPr>
            <p:cNvSpPr>
              <a:spLocks noChangeArrowheads="1"/>
            </p:cNvSpPr>
            <p:nvPr/>
          </p:nvSpPr>
          <p:spPr bwMode="auto">
            <a:xfrm>
              <a:off x="102" y="1314"/>
              <a:ext cx="1976" cy="784"/>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 name="Text Box 27">
              <a:extLst>
                <a:ext uri="{FF2B5EF4-FFF2-40B4-BE49-F238E27FC236}">
                  <a16:creationId xmlns:a16="http://schemas.microsoft.com/office/drawing/2014/main" id="{0296BAAF-C3F3-6D4C-8BEA-A71228A41980}"/>
                </a:ext>
              </a:extLst>
            </p:cNvPr>
            <p:cNvSpPr txBox="1">
              <a:spLocks noChangeArrowheads="1"/>
            </p:cNvSpPr>
            <p:nvPr/>
          </p:nvSpPr>
          <p:spPr bwMode="auto">
            <a:xfrm>
              <a:off x="131" y="1294"/>
              <a:ext cx="191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IP protocol</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datagram format</a:t>
              </a: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addressing</a:t>
              </a: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packet handling conventions</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5" name="Rectangle 30">
            <a:extLst>
              <a:ext uri="{FF2B5EF4-FFF2-40B4-BE49-F238E27FC236}">
                <a16:creationId xmlns:a16="http://schemas.microsoft.com/office/drawing/2014/main" id="{D53E8097-7EF9-9F40-A258-C7BAC9FB04F8}"/>
              </a:ext>
            </a:extLst>
          </p:cNvPr>
          <p:cNvSpPr>
            <a:spLocks noChangeArrowheads="1"/>
          </p:cNvSpPr>
          <p:nvPr/>
        </p:nvSpPr>
        <p:spPr bwMode="auto">
          <a:xfrm>
            <a:off x="7723368" y="4279825"/>
            <a:ext cx="2376099" cy="885011"/>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6" name="Text Box 31">
            <a:extLst>
              <a:ext uri="{FF2B5EF4-FFF2-40B4-BE49-F238E27FC236}">
                <a16:creationId xmlns:a16="http://schemas.microsoft.com/office/drawing/2014/main" id="{CA5FE275-A1EE-6149-A25B-AB47FE13C914}"/>
              </a:ext>
            </a:extLst>
          </p:cNvPr>
          <p:cNvSpPr txBox="1">
            <a:spLocks noChangeArrowheads="1"/>
          </p:cNvSpPr>
          <p:nvPr/>
        </p:nvSpPr>
        <p:spPr bwMode="auto">
          <a:xfrm>
            <a:off x="7779352" y="4233489"/>
            <a:ext cx="245538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5000"/>
              </a:lnSpc>
              <a:spcBef>
                <a:spcPct val="0"/>
              </a:spcBef>
              <a:spcAft>
                <a:spcPct val="0"/>
              </a:spcAft>
              <a:buClrTx/>
              <a:buSzTx/>
              <a:buFontTx/>
              <a:buNone/>
              <a:tabLst/>
              <a:defRPr/>
            </a:pPr>
            <a:r>
              <a:rPr kumimoji="0" lang="en-US" altLang="en-US" sz="24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ICMP protocol</a:t>
            </a:r>
          </a:p>
          <a:p>
            <a:pPr marL="0" marR="0" lvl="0" indent="0" algn="l" defTabSz="914400" rtl="0" eaLnBrk="0" fontAlgn="base" latinLnBrk="0" hangingPunct="0">
              <a:lnSpc>
                <a:spcPct val="95000"/>
              </a:lnSpc>
              <a:spcBef>
                <a:spcPct val="0"/>
              </a:spcBef>
              <a:spcAft>
                <a:spcPct val="0"/>
              </a:spcAft>
              <a:buClrTx/>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error reporting</a:t>
            </a:r>
          </a:p>
          <a:p>
            <a:pPr marL="0" marR="0" lvl="0" indent="0" algn="l" defTabSz="914400" rtl="0" eaLnBrk="0" fontAlgn="base" latinLnBrk="0" hangingPunct="0">
              <a:lnSpc>
                <a:spcPct val="95000"/>
              </a:lnSpc>
              <a:spcBef>
                <a:spcPct val="0"/>
              </a:spcBef>
              <a:spcAft>
                <a:spcPct val="0"/>
              </a:spcAft>
              <a:buClrTx/>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router “</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signaling”</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7" name="Line 32">
            <a:extLst>
              <a:ext uri="{FF2B5EF4-FFF2-40B4-BE49-F238E27FC236}">
                <a16:creationId xmlns:a16="http://schemas.microsoft.com/office/drawing/2014/main" id="{83D8B023-CCE3-A545-A900-2FBC5363CBA5}"/>
              </a:ext>
            </a:extLst>
          </p:cNvPr>
          <p:cNvSpPr>
            <a:spLocks noChangeShapeType="1"/>
          </p:cNvSpPr>
          <p:nvPr/>
        </p:nvSpPr>
        <p:spPr bwMode="auto">
          <a:xfrm flipV="1">
            <a:off x="3156367" y="2825510"/>
            <a:ext cx="7366728" cy="1075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8" name="Text Box 33">
            <a:extLst>
              <a:ext uri="{FF2B5EF4-FFF2-40B4-BE49-F238E27FC236}">
                <a16:creationId xmlns:a16="http://schemas.microsoft.com/office/drawing/2014/main" id="{0FCECF46-65B8-9744-948E-304AC0DAC27D}"/>
              </a:ext>
            </a:extLst>
          </p:cNvPr>
          <p:cNvSpPr txBox="1">
            <a:spLocks noChangeArrowheads="1"/>
          </p:cNvSpPr>
          <p:nvPr/>
        </p:nvSpPr>
        <p:spPr bwMode="auto">
          <a:xfrm>
            <a:off x="5347325" y="2318922"/>
            <a:ext cx="28376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transport layer: TCP, UDP</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9" name="Text Box 34">
            <a:extLst>
              <a:ext uri="{FF2B5EF4-FFF2-40B4-BE49-F238E27FC236}">
                <a16:creationId xmlns:a16="http://schemas.microsoft.com/office/drawing/2014/main" id="{F0EDF1E8-9470-B34D-B8BA-67D4C38586E9}"/>
              </a:ext>
            </a:extLst>
          </p:cNvPr>
          <p:cNvSpPr txBox="1">
            <a:spLocks noChangeArrowheads="1"/>
          </p:cNvSpPr>
          <p:nvPr/>
        </p:nvSpPr>
        <p:spPr bwMode="auto">
          <a:xfrm>
            <a:off x="6161947" y="5335692"/>
            <a:ext cx="11288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link layer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0" name="Text Box 35">
            <a:extLst>
              <a:ext uri="{FF2B5EF4-FFF2-40B4-BE49-F238E27FC236}">
                <a16:creationId xmlns:a16="http://schemas.microsoft.com/office/drawing/2014/main" id="{DC66EFC2-D14F-D54B-94E4-C02AED9BE40C}"/>
              </a:ext>
            </a:extLst>
          </p:cNvPr>
          <p:cNvSpPr txBox="1">
            <a:spLocks noChangeArrowheads="1"/>
          </p:cNvSpPr>
          <p:nvPr/>
        </p:nvSpPr>
        <p:spPr bwMode="auto">
          <a:xfrm>
            <a:off x="6039527" y="5844577"/>
            <a:ext cx="1595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physical layer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1" name="Text Box 36">
            <a:extLst>
              <a:ext uri="{FF2B5EF4-FFF2-40B4-BE49-F238E27FC236}">
                <a16:creationId xmlns:a16="http://schemas.microsoft.com/office/drawing/2014/main" id="{443CA5C2-E267-9843-988A-10AA069D7A88}"/>
              </a:ext>
            </a:extLst>
          </p:cNvPr>
          <p:cNvSpPr txBox="1">
            <a:spLocks noChangeArrowheads="1"/>
          </p:cNvSpPr>
          <p:nvPr/>
        </p:nvSpPr>
        <p:spPr bwMode="auto">
          <a:xfrm>
            <a:off x="1664488" y="3618902"/>
            <a:ext cx="140615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network</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layer</a:t>
            </a:r>
            <a:endParaRPr kumimoji="0" lang="en-US" altLang="en-US" sz="20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72" name="Line 37">
            <a:extLst>
              <a:ext uri="{FF2B5EF4-FFF2-40B4-BE49-F238E27FC236}">
                <a16:creationId xmlns:a16="http://schemas.microsoft.com/office/drawing/2014/main" id="{3FA09A96-5FBE-6E4C-B57D-75ADA055202E}"/>
              </a:ext>
            </a:extLst>
          </p:cNvPr>
          <p:cNvSpPr>
            <a:spLocks noChangeShapeType="1"/>
          </p:cNvSpPr>
          <p:nvPr/>
        </p:nvSpPr>
        <p:spPr bwMode="auto">
          <a:xfrm flipV="1">
            <a:off x="2880142" y="2845789"/>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3" name="Line 38">
            <a:extLst>
              <a:ext uri="{FF2B5EF4-FFF2-40B4-BE49-F238E27FC236}">
                <a16:creationId xmlns:a16="http://schemas.microsoft.com/office/drawing/2014/main" id="{F1A87A3C-ABBA-1445-B932-9F07DDB1DC8B}"/>
              </a:ext>
            </a:extLst>
          </p:cNvPr>
          <p:cNvSpPr>
            <a:spLocks noChangeShapeType="1"/>
          </p:cNvSpPr>
          <p:nvPr/>
        </p:nvSpPr>
        <p:spPr bwMode="auto">
          <a:xfrm>
            <a:off x="2894578" y="4512664"/>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id="{C8E5DB8E-5758-7A40-B6B5-7D4AF5690956}"/>
              </a:ext>
            </a:extLst>
          </p:cNvPr>
          <p:cNvGrpSpPr/>
          <p:nvPr/>
        </p:nvGrpSpPr>
        <p:grpSpPr>
          <a:xfrm>
            <a:off x="3407866" y="3093438"/>
            <a:ext cx="3656521" cy="1988228"/>
            <a:chOff x="3407866" y="3093438"/>
            <a:chExt cx="3656521" cy="1988228"/>
          </a:xfrm>
        </p:grpSpPr>
        <p:grpSp>
          <p:nvGrpSpPr>
            <p:cNvPr id="43" name="Group 6">
              <a:extLst>
                <a:ext uri="{FF2B5EF4-FFF2-40B4-BE49-F238E27FC236}">
                  <a16:creationId xmlns:a16="http://schemas.microsoft.com/office/drawing/2014/main" id="{871F3AA1-3276-FB48-99A0-4DB2EA4E1228}"/>
                </a:ext>
              </a:extLst>
            </p:cNvPr>
            <p:cNvGrpSpPr>
              <a:grpSpLocks/>
            </p:cNvGrpSpPr>
            <p:nvPr/>
          </p:nvGrpSpPr>
          <p:grpSpPr bwMode="auto">
            <a:xfrm>
              <a:off x="5731569" y="3657572"/>
              <a:ext cx="1332818" cy="1171575"/>
              <a:chOff x="3972" y="2910"/>
              <a:chExt cx="649" cy="738"/>
            </a:xfrm>
          </p:grpSpPr>
          <p:sp>
            <p:nvSpPr>
              <p:cNvPr id="45" name="Rectangle 8">
                <a:extLst>
                  <a:ext uri="{FF2B5EF4-FFF2-40B4-BE49-F238E27FC236}">
                    <a16:creationId xmlns:a16="http://schemas.microsoft.com/office/drawing/2014/main" id="{BA7260F4-B2A7-AF47-BF92-9B85CFE6FC13}"/>
                  </a:ext>
                </a:extLst>
              </p:cNvPr>
              <p:cNvSpPr>
                <a:spLocks noChangeArrowheads="1"/>
              </p:cNvSpPr>
              <p:nvPr/>
            </p:nvSpPr>
            <p:spPr bwMode="auto">
              <a:xfrm>
                <a:off x="3996" y="2910"/>
                <a:ext cx="582" cy="73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6" name="Text Box 9">
                <a:extLst>
                  <a:ext uri="{FF2B5EF4-FFF2-40B4-BE49-F238E27FC236}">
                    <a16:creationId xmlns:a16="http://schemas.microsoft.com/office/drawing/2014/main" id="{C24F447E-295B-5343-A770-64A4288623FA}"/>
                  </a:ext>
                </a:extLst>
              </p:cNvPr>
              <p:cNvSpPr txBox="1">
                <a:spLocks noChangeArrowheads="1"/>
              </p:cNvSpPr>
              <p:nvPr/>
            </p:nvSpPr>
            <p:spPr bwMode="auto">
              <a:xfrm>
                <a:off x="3972" y="3071"/>
                <a:ext cx="6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table</a:t>
                </a:r>
              </a:p>
            </p:txBody>
          </p:sp>
          <p:sp>
            <p:nvSpPr>
              <p:cNvPr id="47" name="Line 10">
                <a:extLst>
                  <a:ext uri="{FF2B5EF4-FFF2-40B4-BE49-F238E27FC236}">
                    <a16:creationId xmlns:a16="http://schemas.microsoft.com/office/drawing/2014/main" id="{A1A6378B-7AD4-9543-A13E-9D075DF319CB}"/>
                  </a:ext>
                </a:extLst>
              </p:cNvPr>
              <p:cNvSpPr>
                <a:spLocks noChangeShapeType="1"/>
              </p:cNvSpPr>
              <p:nvPr/>
            </p:nvSpPr>
            <p:spPr bwMode="auto">
              <a:xfrm>
                <a:off x="4065" y="2994"/>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8" name="Line 11">
                <a:extLst>
                  <a:ext uri="{FF2B5EF4-FFF2-40B4-BE49-F238E27FC236}">
                    <a16:creationId xmlns:a16="http://schemas.microsoft.com/office/drawing/2014/main" id="{AFF84EEF-BF82-EE46-A8CD-990D38D7B888}"/>
                  </a:ext>
                </a:extLst>
              </p:cNvPr>
              <p:cNvSpPr>
                <a:spLocks noChangeShapeType="1"/>
              </p:cNvSpPr>
              <p:nvPr/>
            </p:nvSpPr>
            <p:spPr bwMode="auto">
              <a:xfrm>
                <a:off x="4071" y="304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9" name="Line 12">
                <a:extLst>
                  <a:ext uri="{FF2B5EF4-FFF2-40B4-BE49-F238E27FC236}">
                    <a16:creationId xmlns:a16="http://schemas.microsoft.com/office/drawing/2014/main" id="{F9BAE992-9BF7-104C-8ECA-81D34B658B5E}"/>
                  </a:ext>
                </a:extLst>
              </p:cNvPr>
              <p:cNvSpPr>
                <a:spLocks noChangeShapeType="1"/>
              </p:cNvSpPr>
              <p:nvPr/>
            </p:nvSpPr>
            <p:spPr bwMode="auto">
              <a:xfrm>
                <a:off x="4074" y="3102"/>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 name="Line 13">
                <a:extLst>
                  <a:ext uri="{FF2B5EF4-FFF2-40B4-BE49-F238E27FC236}">
                    <a16:creationId xmlns:a16="http://schemas.microsoft.com/office/drawing/2014/main" id="{3429694D-F679-004A-9DBC-A3A9033DE14F}"/>
                  </a:ext>
                </a:extLst>
              </p:cNvPr>
              <p:cNvSpPr>
                <a:spLocks noChangeShapeType="1"/>
              </p:cNvSpPr>
              <p:nvPr/>
            </p:nvSpPr>
            <p:spPr bwMode="auto">
              <a:xfrm>
                <a:off x="4065" y="3477"/>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 name="Line 14">
                <a:extLst>
                  <a:ext uri="{FF2B5EF4-FFF2-40B4-BE49-F238E27FC236}">
                    <a16:creationId xmlns:a16="http://schemas.microsoft.com/office/drawing/2014/main" id="{76EE42B6-BAC1-4944-9196-448650DA216C}"/>
                  </a:ext>
                </a:extLst>
              </p:cNvPr>
              <p:cNvSpPr>
                <a:spLocks noChangeShapeType="1"/>
              </p:cNvSpPr>
              <p:nvPr/>
            </p:nvSpPr>
            <p:spPr bwMode="auto">
              <a:xfrm>
                <a:off x="4068" y="352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 name="Line 15">
                <a:extLst>
                  <a:ext uri="{FF2B5EF4-FFF2-40B4-BE49-F238E27FC236}">
                    <a16:creationId xmlns:a16="http://schemas.microsoft.com/office/drawing/2014/main" id="{F59AD1B5-E124-0149-BDFB-A6D75F8BE6E8}"/>
                  </a:ext>
                </a:extLst>
              </p:cNvPr>
              <p:cNvSpPr>
                <a:spLocks noChangeShapeType="1"/>
              </p:cNvSpPr>
              <p:nvPr/>
            </p:nvSpPr>
            <p:spPr bwMode="auto">
              <a:xfrm>
                <a:off x="4071" y="3579"/>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7" name="Rectangle 21">
              <a:extLst>
                <a:ext uri="{FF2B5EF4-FFF2-40B4-BE49-F238E27FC236}">
                  <a16:creationId xmlns:a16="http://schemas.microsoft.com/office/drawing/2014/main" id="{D79EAD81-D7BF-7740-89CA-28286122F096}"/>
                </a:ext>
              </a:extLst>
            </p:cNvPr>
            <p:cNvSpPr>
              <a:spLocks noChangeArrowheads="1"/>
            </p:cNvSpPr>
            <p:nvPr/>
          </p:nvSpPr>
          <p:spPr bwMode="auto">
            <a:xfrm>
              <a:off x="3407866" y="3093438"/>
              <a:ext cx="2048551" cy="198822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 name="Text Box 22">
              <a:extLst>
                <a:ext uri="{FF2B5EF4-FFF2-40B4-BE49-F238E27FC236}">
                  <a16:creationId xmlns:a16="http://schemas.microsoft.com/office/drawing/2014/main" id="{468D56E5-617A-EB4B-A291-7109B25CF16E}"/>
                </a:ext>
              </a:extLst>
            </p:cNvPr>
            <p:cNvSpPr txBox="1">
              <a:spLocks noChangeArrowheads="1"/>
            </p:cNvSpPr>
            <p:nvPr/>
          </p:nvSpPr>
          <p:spPr bwMode="auto">
            <a:xfrm>
              <a:off x="3446596" y="3128879"/>
              <a:ext cx="212521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Path-selection  algorithms: </a:t>
              </a:r>
              <a:r>
                <a:rPr kumimoji="0" lang="en-US" altLang="en-US" sz="20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implemented in </a:t>
              </a:r>
            </a:p>
            <a:p>
              <a:pPr marL="228600" marR="0" lvl="0" indent="-171450" algn="l" defTabSz="914400" rtl="0" eaLnBrk="0" fontAlgn="base" latinLnBrk="0" hangingPunct="0">
                <a:lnSpc>
                  <a:spcPct val="100000"/>
                </a:lnSpc>
                <a:spcBef>
                  <a:spcPct val="0"/>
                </a:spcBef>
                <a:spcAft>
                  <a:spcPct val="0"/>
                </a:spcAft>
                <a:buClr>
                  <a:srgbClr val="0000A3"/>
                </a:buClr>
                <a:buSzTx/>
                <a:buFont typeface="Arial" panose="020B0604020202020204" pitchFamily="34" charset="0"/>
                <a:buChar char="•"/>
                <a:tabLst>
                  <a:tab pos="53975" algn="l"/>
                  <a:tab pos="111125" algn="l"/>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routing protocols (OSPF, BGP)</a:t>
              </a:r>
            </a:p>
            <a:p>
              <a:pPr marL="228600" marR="0" lvl="0" indent="-171450" algn="l" defTabSz="914400" rtl="0" eaLnBrk="0" fontAlgn="base" latinLnBrk="0" hangingPunct="0">
                <a:lnSpc>
                  <a:spcPct val="100000"/>
                </a:lnSpc>
                <a:spcBef>
                  <a:spcPct val="0"/>
                </a:spcBef>
                <a:spcAft>
                  <a:spcPct val="0"/>
                </a:spcAft>
                <a:buClr>
                  <a:srgbClr val="0000A3"/>
                </a:buClr>
                <a:buSzTx/>
                <a:buFont typeface="Arial" panose="020B0604020202020204" pitchFamily="34" charset="0"/>
                <a:buChar char="•"/>
                <a:tabLst>
                  <a:tab pos="53975" algn="l"/>
                  <a:tab pos="111125" algn="l"/>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SDN controller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4" name="Bent Arrow 73">
              <a:extLst>
                <a:ext uri="{FF2B5EF4-FFF2-40B4-BE49-F238E27FC236}">
                  <a16:creationId xmlns:a16="http://schemas.microsoft.com/office/drawing/2014/main" id="{0C3DF2E4-3C65-BB46-9EC4-94CCFD39934B}"/>
                </a:ext>
              </a:extLst>
            </p:cNvPr>
            <p:cNvSpPr/>
            <p:nvPr/>
          </p:nvSpPr>
          <p:spPr>
            <a:xfrm rot="5400000">
              <a:off x="5728412" y="2923460"/>
              <a:ext cx="479687" cy="86868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2" name="Slide Number Placeholder 3">
            <a:extLst>
              <a:ext uri="{FF2B5EF4-FFF2-40B4-BE49-F238E27FC236}">
                <a16:creationId xmlns:a16="http://schemas.microsoft.com/office/drawing/2014/main" id="{2ED44C56-FED1-2249-B378-3FF1836635D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39</a:t>
            </a:fld>
            <a:endParaRPr lang="en-US" dirty="0"/>
          </a:p>
        </p:txBody>
      </p:sp>
    </p:spTree>
    <p:extLst>
      <p:ext uri="{BB962C8B-B14F-4D97-AF65-F5344CB8AC3E}">
        <p14:creationId xmlns:p14="http://schemas.microsoft.com/office/powerpoint/2010/main" val="377915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dissolv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dissolve">
                                      <p:cBhvr>
                                        <p:cTn id="2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ea typeface="ＭＳ Ｐゴシック" panose="020B0600070205080204" pitchFamily="34" charset="-128"/>
              </a:rPr>
              <a:t>IP Datagram format</a:t>
            </a:r>
            <a:endParaRPr lang="en-US" dirty="0"/>
          </a:p>
        </p:txBody>
      </p:sp>
      <p:grpSp>
        <p:nvGrpSpPr>
          <p:cNvPr id="120" name="Group 55">
            <a:extLst>
              <a:ext uri="{FF2B5EF4-FFF2-40B4-BE49-F238E27FC236}">
                <a16:creationId xmlns:a16="http://schemas.microsoft.com/office/drawing/2014/main" id="{096C3C5A-67A4-3541-9E14-6812D63272DC}"/>
              </a:ext>
            </a:extLst>
          </p:cNvPr>
          <p:cNvGrpSpPr>
            <a:grpSpLocks/>
          </p:cNvGrpSpPr>
          <p:nvPr/>
        </p:nvGrpSpPr>
        <p:grpSpPr bwMode="auto">
          <a:xfrm>
            <a:off x="4441383" y="1263416"/>
            <a:ext cx="4040188" cy="5326062"/>
            <a:chOff x="1929" y="607"/>
            <a:chExt cx="2545" cy="3355"/>
          </a:xfrm>
        </p:grpSpPr>
        <p:sp>
          <p:nvSpPr>
            <p:cNvPr id="122" name="Rectangle 5">
              <a:extLst>
                <a:ext uri="{FF2B5EF4-FFF2-40B4-BE49-F238E27FC236}">
                  <a16:creationId xmlns:a16="http://schemas.microsoft.com/office/drawing/2014/main" id="{7B516688-96C2-8349-A69E-D6A9EC6BBF14}"/>
                </a:ext>
              </a:extLst>
            </p:cNvPr>
            <p:cNvSpPr>
              <a:spLocks noChangeArrowheads="1"/>
            </p:cNvSpPr>
            <p:nvPr/>
          </p:nvSpPr>
          <p:spPr bwMode="auto">
            <a:xfrm>
              <a:off x="1980" y="935"/>
              <a:ext cx="2489" cy="3027"/>
            </a:xfrm>
            <a:prstGeom prst="rect">
              <a:avLst/>
            </a:prstGeom>
            <a:solidFill>
              <a:srgbClr val="FFFFFF"/>
            </a:solidFill>
            <a:ln w="19050">
              <a:solidFill>
                <a:srgbClr val="000000"/>
              </a:solidFill>
              <a:miter lim="800000"/>
              <a:headEnd/>
              <a:tailEnd/>
            </a:ln>
            <a:effectLst>
              <a:outerShdw blurRad="1397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Text Box 6">
              <a:extLst>
                <a:ext uri="{FF2B5EF4-FFF2-40B4-BE49-F238E27FC236}">
                  <a16:creationId xmlns:a16="http://schemas.microsoft.com/office/drawing/2014/main" id="{DF4EC220-193E-8947-9E07-CECD76B72F65}"/>
                </a:ext>
              </a:extLst>
            </p:cNvPr>
            <p:cNvSpPr txBox="1">
              <a:spLocks noChangeArrowheads="1"/>
            </p:cNvSpPr>
            <p:nvPr/>
          </p:nvSpPr>
          <p:spPr bwMode="auto">
            <a:xfrm>
              <a:off x="1954" y="973"/>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Text Box 7">
              <a:extLst>
                <a:ext uri="{FF2B5EF4-FFF2-40B4-BE49-F238E27FC236}">
                  <a16:creationId xmlns:a16="http://schemas.microsoft.com/office/drawing/2014/main" id="{3EE9E625-9218-0244-9694-F71E2BAA4608}"/>
                </a:ext>
              </a:extLst>
            </p:cNvPr>
            <p:cNvSpPr txBox="1">
              <a:spLocks noChangeArrowheads="1"/>
            </p:cNvSpPr>
            <p:nvPr/>
          </p:nvSpPr>
          <p:spPr bwMode="auto">
            <a:xfrm>
              <a:off x="3529" y="1012"/>
              <a:ext cx="5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length</a:t>
              </a:r>
            </a:p>
          </p:txBody>
        </p:sp>
        <p:sp>
          <p:nvSpPr>
            <p:cNvPr id="125" name="Line 8">
              <a:extLst>
                <a:ext uri="{FF2B5EF4-FFF2-40B4-BE49-F238E27FC236}">
                  <a16:creationId xmlns:a16="http://schemas.microsoft.com/office/drawing/2014/main" id="{F817320A-8485-D045-8632-7F84A094CE8F}"/>
                </a:ext>
              </a:extLst>
            </p:cNvPr>
            <p:cNvSpPr>
              <a:spLocks noChangeShapeType="1"/>
            </p:cNvSpPr>
            <p:nvPr/>
          </p:nvSpPr>
          <p:spPr bwMode="auto">
            <a:xfrm>
              <a:off x="1988" y="1261"/>
              <a:ext cx="2486"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9">
              <a:extLst>
                <a:ext uri="{FF2B5EF4-FFF2-40B4-BE49-F238E27FC236}">
                  <a16:creationId xmlns:a16="http://schemas.microsoft.com/office/drawing/2014/main" id="{4A7FCA27-B9B4-7C40-B61E-66830D6E541D}"/>
                </a:ext>
              </a:extLst>
            </p:cNvPr>
            <p:cNvSpPr>
              <a:spLocks noChangeShapeType="1"/>
            </p:cNvSpPr>
            <p:nvPr/>
          </p:nvSpPr>
          <p:spPr bwMode="auto">
            <a:xfrm flipH="1" flipV="1">
              <a:off x="3210" y="941"/>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Text Box 10">
              <a:extLst>
                <a:ext uri="{FF2B5EF4-FFF2-40B4-BE49-F238E27FC236}">
                  <a16:creationId xmlns:a16="http://schemas.microsoft.com/office/drawing/2014/main" id="{4C789F02-EAB2-A242-BBE2-FBDC34528E5A}"/>
                </a:ext>
              </a:extLst>
            </p:cNvPr>
            <p:cNvSpPr txBox="1">
              <a:spLocks noChangeArrowheads="1"/>
            </p:cNvSpPr>
            <p:nvPr/>
          </p:nvSpPr>
          <p:spPr bwMode="auto">
            <a:xfrm>
              <a:off x="2922" y="607"/>
              <a:ext cx="5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 bits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Line 11">
              <a:extLst>
                <a:ext uri="{FF2B5EF4-FFF2-40B4-BE49-F238E27FC236}">
                  <a16:creationId xmlns:a16="http://schemas.microsoft.com/office/drawing/2014/main" id="{95360C57-2C57-0544-9320-4650E66A99D5}"/>
                </a:ext>
              </a:extLst>
            </p:cNvPr>
            <p:cNvSpPr>
              <a:spLocks noChangeShapeType="1"/>
            </p:cNvSpPr>
            <p:nvPr/>
          </p:nvSpPr>
          <p:spPr bwMode="auto">
            <a:xfrm>
              <a:off x="3552" y="762"/>
              <a:ext cx="899" cy="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Line 12">
              <a:extLst>
                <a:ext uri="{FF2B5EF4-FFF2-40B4-BE49-F238E27FC236}">
                  <a16:creationId xmlns:a16="http://schemas.microsoft.com/office/drawing/2014/main" id="{5C078034-561A-DD4E-8E06-3CE9768E71F5}"/>
                </a:ext>
              </a:extLst>
            </p:cNvPr>
            <p:cNvSpPr>
              <a:spLocks noChangeShapeType="1"/>
            </p:cNvSpPr>
            <p:nvPr/>
          </p:nvSpPr>
          <p:spPr bwMode="auto">
            <a:xfrm rot="10800000">
              <a:off x="1972" y="769"/>
              <a:ext cx="84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Text Box 13">
              <a:extLst>
                <a:ext uri="{FF2B5EF4-FFF2-40B4-BE49-F238E27FC236}">
                  <a16:creationId xmlns:a16="http://schemas.microsoft.com/office/drawing/2014/main" id="{EAAA5B1E-960B-444D-BC67-196606CFF4BD}"/>
                </a:ext>
              </a:extLst>
            </p:cNvPr>
            <p:cNvSpPr txBox="1">
              <a:spLocks noChangeArrowheads="1"/>
            </p:cNvSpPr>
            <p:nvPr/>
          </p:nvSpPr>
          <p:spPr bwMode="auto">
            <a:xfrm>
              <a:off x="2578" y="2943"/>
              <a:ext cx="1351"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payload 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(variable length,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typically a TCP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 UDP segment)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Text Box 14">
              <a:extLst>
                <a:ext uri="{FF2B5EF4-FFF2-40B4-BE49-F238E27FC236}">
                  <a16:creationId xmlns:a16="http://schemas.microsoft.com/office/drawing/2014/main" id="{B7C5120C-457F-DD46-9E43-405DD41CBE92}"/>
                </a:ext>
              </a:extLst>
            </p:cNvPr>
            <p:cNvSpPr txBox="1">
              <a:spLocks noChangeArrowheads="1"/>
            </p:cNvSpPr>
            <p:nvPr/>
          </p:nvSpPr>
          <p:spPr bwMode="auto">
            <a:xfrm>
              <a:off x="1929" y="1320"/>
              <a:ext cx="1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16-bit identifier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Line 15">
              <a:extLst>
                <a:ext uri="{FF2B5EF4-FFF2-40B4-BE49-F238E27FC236}">
                  <a16:creationId xmlns:a16="http://schemas.microsoft.com/office/drawing/2014/main" id="{6E8EDA64-4D72-E644-A7A2-C624035759F6}"/>
                </a:ext>
              </a:extLst>
            </p:cNvPr>
            <p:cNvSpPr>
              <a:spLocks noChangeShapeType="1"/>
            </p:cNvSpPr>
            <p:nvPr/>
          </p:nvSpPr>
          <p:spPr bwMode="auto">
            <a:xfrm flipV="1">
              <a:off x="1984" y="22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16">
              <a:extLst>
                <a:ext uri="{FF2B5EF4-FFF2-40B4-BE49-F238E27FC236}">
                  <a16:creationId xmlns:a16="http://schemas.microsoft.com/office/drawing/2014/main" id="{27C58B80-F7F3-2B47-A794-308A73EF2619}"/>
                </a:ext>
              </a:extLst>
            </p:cNvPr>
            <p:cNvSpPr>
              <a:spLocks noChangeShapeType="1"/>
            </p:cNvSpPr>
            <p:nvPr/>
          </p:nvSpPr>
          <p:spPr bwMode="auto">
            <a:xfrm flipV="1">
              <a:off x="1984" y="25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Text Box 17">
              <a:extLst>
                <a:ext uri="{FF2B5EF4-FFF2-40B4-BE49-F238E27FC236}">
                  <a16:creationId xmlns:a16="http://schemas.microsoft.com/office/drawing/2014/main" id="{C16AB973-194F-5A45-BFDC-8BC3E836AD72}"/>
                </a:ext>
              </a:extLst>
            </p:cNvPr>
            <p:cNvSpPr txBox="1">
              <a:spLocks noChangeArrowheads="1"/>
            </p:cNvSpPr>
            <p:nvPr/>
          </p:nvSpPr>
          <p:spPr bwMode="auto">
            <a:xfrm>
              <a:off x="3464" y="1549"/>
              <a:ext cx="8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checksum</a:t>
              </a:r>
            </a:p>
          </p:txBody>
        </p:sp>
        <p:sp>
          <p:nvSpPr>
            <p:cNvPr id="135" name="Text Box 18">
              <a:extLst>
                <a:ext uri="{FF2B5EF4-FFF2-40B4-BE49-F238E27FC236}">
                  <a16:creationId xmlns:a16="http://schemas.microsoft.com/office/drawing/2014/main" id="{73F144F0-D722-DD4E-913A-9D1C13A3A3DC}"/>
                </a:ext>
              </a:extLst>
            </p:cNvPr>
            <p:cNvSpPr txBox="1">
              <a:spLocks noChangeArrowheads="1"/>
            </p:cNvSpPr>
            <p:nvPr/>
          </p:nvSpPr>
          <p:spPr bwMode="auto">
            <a:xfrm>
              <a:off x="2008" y="1531"/>
              <a:ext cx="5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time to</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live</a:t>
              </a:r>
            </a:p>
          </p:txBody>
        </p:sp>
        <p:sp>
          <p:nvSpPr>
            <p:cNvPr id="136" name="Text Box 19">
              <a:extLst>
                <a:ext uri="{FF2B5EF4-FFF2-40B4-BE49-F238E27FC236}">
                  <a16:creationId xmlns:a16="http://schemas.microsoft.com/office/drawing/2014/main" id="{24E2CAED-6A31-D148-BAF3-804A52CDFBE4}"/>
                </a:ext>
              </a:extLst>
            </p:cNvPr>
            <p:cNvSpPr txBox="1">
              <a:spLocks noChangeArrowheads="1"/>
            </p:cNvSpPr>
            <p:nvPr/>
          </p:nvSpPr>
          <p:spPr bwMode="auto">
            <a:xfrm>
              <a:off x="2539" y="1959"/>
              <a:ext cx="13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source IP address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Text Box 31">
              <a:extLst>
                <a:ext uri="{FF2B5EF4-FFF2-40B4-BE49-F238E27FC236}">
                  <a16:creationId xmlns:a16="http://schemas.microsoft.com/office/drawing/2014/main" id="{BEE296DD-3F61-ED40-BC79-F3A9021ABAD7}"/>
                </a:ext>
              </a:extLst>
            </p:cNvPr>
            <p:cNvSpPr txBox="1">
              <a:spLocks noChangeArrowheads="1"/>
            </p:cNvSpPr>
            <p:nvPr/>
          </p:nvSpPr>
          <p:spPr bwMode="auto">
            <a:xfrm>
              <a:off x="2222" y="907"/>
              <a:ext cx="4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Text Box 32">
              <a:extLst>
                <a:ext uri="{FF2B5EF4-FFF2-40B4-BE49-F238E27FC236}">
                  <a16:creationId xmlns:a16="http://schemas.microsoft.com/office/drawing/2014/main" id="{F97B56F5-767E-B842-B667-C862E3D38318}"/>
                </a:ext>
              </a:extLst>
            </p:cNvPr>
            <p:cNvSpPr txBox="1">
              <a:spLocks noChangeArrowheads="1"/>
            </p:cNvSpPr>
            <p:nvPr/>
          </p:nvSpPr>
          <p:spPr bwMode="auto">
            <a:xfrm>
              <a:off x="2646" y="901"/>
              <a:ext cx="5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type of</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service</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33">
              <a:extLst>
                <a:ext uri="{FF2B5EF4-FFF2-40B4-BE49-F238E27FC236}">
                  <a16:creationId xmlns:a16="http://schemas.microsoft.com/office/drawing/2014/main" id="{BDD076AF-08C4-4F47-9082-FD95A3AE8871}"/>
                </a:ext>
              </a:extLst>
            </p:cNvPr>
            <p:cNvSpPr>
              <a:spLocks noChangeShapeType="1"/>
            </p:cNvSpPr>
            <p:nvPr/>
          </p:nvSpPr>
          <p:spPr bwMode="auto">
            <a:xfrm flipH="1" flipV="1">
              <a:off x="2646" y="938"/>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34">
              <a:extLst>
                <a:ext uri="{FF2B5EF4-FFF2-40B4-BE49-F238E27FC236}">
                  <a16:creationId xmlns:a16="http://schemas.microsoft.com/office/drawing/2014/main" id="{ED69820A-98A8-C448-9306-B016D7131F89}"/>
                </a:ext>
              </a:extLst>
            </p:cNvPr>
            <p:cNvSpPr>
              <a:spLocks noChangeShapeType="1"/>
            </p:cNvSpPr>
            <p:nvPr/>
          </p:nvSpPr>
          <p:spPr bwMode="auto">
            <a:xfrm flipH="1" flipV="1">
              <a:off x="2259" y="944"/>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37">
              <a:extLst>
                <a:ext uri="{FF2B5EF4-FFF2-40B4-BE49-F238E27FC236}">
                  <a16:creationId xmlns:a16="http://schemas.microsoft.com/office/drawing/2014/main" id="{4C39789B-1352-C348-9751-652C9E9F847E}"/>
                </a:ext>
              </a:extLst>
            </p:cNvPr>
            <p:cNvSpPr>
              <a:spLocks noChangeShapeType="1"/>
            </p:cNvSpPr>
            <p:nvPr/>
          </p:nvSpPr>
          <p:spPr bwMode="auto">
            <a:xfrm flipH="1" flipV="1">
              <a:off x="3210" y="1265"/>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2" name="Text Box 38">
              <a:extLst>
                <a:ext uri="{FF2B5EF4-FFF2-40B4-BE49-F238E27FC236}">
                  <a16:creationId xmlns:a16="http://schemas.microsoft.com/office/drawing/2014/main" id="{D17766F8-1604-7844-AF12-5526BB719D91}"/>
                </a:ext>
              </a:extLst>
            </p:cNvPr>
            <p:cNvSpPr txBox="1">
              <a:spLocks noChangeArrowheads="1"/>
            </p:cNvSpPr>
            <p:nvPr/>
          </p:nvSpPr>
          <p:spPr bwMode="auto">
            <a:xfrm>
              <a:off x="3117" y="1314"/>
              <a:ext cx="4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flgs</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3" name="Line 39">
              <a:extLst>
                <a:ext uri="{FF2B5EF4-FFF2-40B4-BE49-F238E27FC236}">
                  <a16:creationId xmlns:a16="http://schemas.microsoft.com/office/drawing/2014/main" id="{347B244D-DD5B-7D4F-94F4-91C0A285AFF9}"/>
                </a:ext>
              </a:extLst>
            </p:cNvPr>
            <p:cNvSpPr>
              <a:spLocks noChangeShapeType="1"/>
            </p:cNvSpPr>
            <p:nvPr/>
          </p:nvSpPr>
          <p:spPr bwMode="auto">
            <a:xfrm flipH="1" flipV="1">
              <a:off x="3504" y="125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4" name="Text Box 40">
              <a:extLst>
                <a:ext uri="{FF2B5EF4-FFF2-40B4-BE49-F238E27FC236}">
                  <a16:creationId xmlns:a16="http://schemas.microsoft.com/office/drawing/2014/main" id="{7247D566-AB42-3841-994B-E294C06DAB62}"/>
                </a:ext>
              </a:extLst>
            </p:cNvPr>
            <p:cNvSpPr txBox="1">
              <a:spLocks noChangeArrowheads="1"/>
            </p:cNvSpPr>
            <p:nvPr/>
          </p:nvSpPr>
          <p:spPr bwMode="auto">
            <a:xfrm>
              <a:off x="3531" y="1230"/>
              <a:ext cx="90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fragment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offset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5" name="Line 43">
              <a:extLst>
                <a:ext uri="{FF2B5EF4-FFF2-40B4-BE49-F238E27FC236}">
                  <a16:creationId xmlns:a16="http://schemas.microsoft.com/office/drawing/2014/main" id="{3AA0ABEC-0F0D-104F-A9E5-4BBC9A6A4208}"/>
                </a:ext>
              </a:extLst>
            </p:cNvPr>
            <p:cNvSpPr>
              <a:spLocks noChangeShapeType="1"/>
            </p:cNvSpPr>
            <p:nvPr/>
          </p:nvSpPr>
          <p:spPr bwMode="auto">
            <a:xfrm flipV="1">
              <a:off x="1984" y="1581"/>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6" name="Line 44">
              <a:extLst>
                <a:ext uri="{FF2B5EF4-FFF2-40B4-BE49-F238E27FC236}">
                  <a16:creationId xmlns:a16="http://schemas.microsoft.com/office/drawing/2014/main" id="{3BCAABB0-D26C-C443-A64A-9B2F129C9CCE}"/>
                </a:ext>
              </a:extLst>
            </p:cNvPr>
            <p:cNvSpPr>
              <a:spLocks noChangeShapeType="1"/>
            </p:cNvSpPr>
            <p:nvPr/>
          </p:nvSpPr>
          <p:spPr bwMode="auto">
            <a:xfrm flipH="1" flipV="1">
              <a:off x="3210" y="1583"/>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7" name="Line 45">
              <a:extLst>
                <a:ext uri="{FF2B5EF4-FFF2-40B4-BE49-F238E27FC236}">
                  <a16:creationId xmlns:a16="http://schemas.microsoft.com/office/drawing/2014/main" id="{E866F42A-10BE-C449-97E1-04B252E8309D}"/>
                </a:ext>
              </a:extLst>
            </p:cNvPr>
            <p:cNvSpPr>
              <a:spLocks noChangeShapeType="1"/>
            </p:cNvSpPr>
            <p:nvPr/>
          </p:nvSpPr>
          <p:spPr bwMode="auto">
            <a:xfrm flipV="1">
              <a:off x="1972" y="19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Text Box 46">
              <a:extLst>
                <a:ext uri="{FF2B5EF4-FFF2-40B4-BE49-F238E27FC236}">
                  <a16:creationId xmlns:a16="http://schemas.microsoft.com/office/drawing/2014/main" id="{E683D402-CA7F-9F47-849F-2224DC3DE9FB}"/>
                </a:ext>
              </a:extLst>
            </p:cNvPr>
            <p:cNvSpPr txBox="1">
              <a:spLocks noChangeArrowheads="1"/>
            </p:cNvSpPr>
            <p:nvPr/>
          </p:nvSpPr>
          <p:spPr bwMode="auto">
            <a:xfrm>
              <a:off x="2668" y="1525"/>
              <a:ext cx="4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upper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layer</a:t>
              </a:r>
            </a:p>
          </p:txBody>
        </p:sp>
        <p:sp>
          <p:nvSpPr>
            <p:cNvPr id="149" name="Line 47">
              <a:extLst>
                <a:ext uri="{FF2B5EF4-FFF2-40B4-BE49-F238E27FC236}">
                  <a16:creationId xmlns:a16="http://schemas.microsoft.com/office/drawing/2014/main" id="{0E531E3C-4F5A-D941-83E8-AE1464B5A344}"/>
                </a:ext>
              </a:extLst>
            </p:cNvPr>
            <p:cNvSpPr>
              <a:spLocks noChangeShapeType="1"/>
            </p:cNvSpPr>
            <p:nvPr/>
          </p:nvSpPr>
          <p:spPr bwMode="auto">
            <a:xfrm flipH="1" flipV="1">
              <a:off x="2610" y="158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 name="Text Box 49">
              <a:extLst>
                <a:ext uri="{FF2B5EF4-FFF2-40B4-BE49-F238E27FC236}">
                  <a16:creationId xmlns:a16="http://schemas.microsoft.com/office/drawing/2014/main" id="{0D207251-C799-F041-9618-AD88DBAA8CF0}"/>
                </a:ext>
              </a:extLst>
            </p:cNvPr>
            <p:cNvSpPr txBox="1">
              <a:spLocks noChangeArrowheads="1"/>
            </p:cNvSpPr>
            <p:nvPr/>
          </p:nvSpPr>
          <p:spPr bwMode="auto">
            <a:xfrm>
              <a:off x="2450" y="2235"/>
              <a:ext cx="15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destination IP address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50">
              <a:extLst>
                <a:ext uri="{FF2B5EF4-FFF2-40B4-BE49-F238E27FC236}">
                  <a16:creationId xmlns:a16="http://schemas.microsoft.com/office/drawing/2014/main" id="{3D7847B5-06DC-744F-AFA4-710C1C3AACDA}"/>
                </a:ext>
              </a:extLst>
            </p:cNvPr>
            <p:cNvSpPr>
              <a:spLocks noChangeShapeType="1"/>
            </p:cNvSpPr>
            <p:nvPr/>
          </p:nvSpPr>
          <p:spPr bwMode="auto">
            <a:xfrm flipV="1">
              <a:off x="1984" y="2787"/>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Text Box 51">
              <a:extLst>
                <a:ext uri="{FF2B5EF4-FFF2-40B4-BE49-F238E27FC236}">
                  <a16:creationId xmlns:a16="http://schemas.microsoft.com/office/drawing/2014/main" id="{DDCF4509-5098-514D-8D40-9FA4EA41780D}"/>
                </a:ext>
              </a:extLst>
            </p:cNvPr>
            <p:cNvSpPr txBox="1">
              <a:spLocks noChangeArrowheads="1"/>
            </p:cNvSpPr>
            <p:nvPr/>
          </p:nvSpPr>
          <p:spPr bwMode="auto">
            <a:xfrm>
              <a:off x="2673" y="2529"/>
              <a:ext cx="10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options (if any)</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3" name="Group 56">
            <a:extLst>
              <a:ext uri="{FF2B5EF4-FFF2-40B4-BE49-F238E27FC236}">
                <a16:creationId xmlns:a16="http://schemas.microsoft.com/office/drawing/2014/main" id="{F46ED7D0-3A4C-C74F-A2AF-2F28546928AE}"/>
              </a:ext>
            </a:extLst>
          </p:cNvPr>
          <p:cNvGrpSpPr>
            <a:grpSpLocks/>
          </p:cNvGrpSpPr>
          <p:nvPr/>
        </p:nvGrpSpPr>
        <p:grpSpPr bwMode="auto">
          <a:xfrm>
            <a:off x="1064770" y="1650761"/>
            <a:ext cx="3598863" cy="369886"/>
            <a:chOff x="-198" y="851"/>
            <a:chExt cx="2267" cy="233"/>
          </a:xfrm>
        </p:grpSpPr>
        <p:sp>
          <p:nvSpPr>
            <p:cNvPr id="154" name="Text Box 20">
              <a:extLst>
                <a:ext uri="{FF2B5EF4-FFF2-40B4-BE49-F238E27FC236}">
                  <a16:creationId xmlns:a16="http://schemas.microsoft.com/office/drawing/2014/main" id="{DD501FF6-E28D-E740-B77A-CD4A3210C2D5}"/>
                </a:ext>
              </a:extLst>
            </p:cNvPr>
            <p:cNvSpPr txBox="1">
              <a:spLocks noChangeArrowheads="1"/>
            </p:cNvSpPr>
            <p:nvPr/>
          </p:nvSpPr>
          <p:spPr bwMode="auto">
            <a:xfrm>
              <a:off x="-198" y="851"/>
              <a:ext cx="19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IP protocol version number</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Line 23">
              <a:extLst>
                <a:ext uri="{FF2B5EF4-FFF2-40B4-BE49-F238E27FC236}">
                  <a16:creationId xmlns:a16="http://schemas.microsoft.com/office/drawing/2014/main" id="{F85B0816-D21B-CB47-8C66-E05D0680EC83}"/>
                </a:ext>
              </a:extLst>
            </p:cNvPr>
            <p:cNvSpPr>
              <a:spLocks noChangeShapeType="1"/>
            </p:cNvSpPr>
            <p:nvPr/>
          </p:nvSpPr>
          <p:spPr bwMode="auto">
            <a:xfrm flipV="1">
              <a:off x="1740" y="996"/>
              <a:ext cx="3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6" name="Group 57">
            <a:extLst>
              <a:ext uri="{FF2B5EF4-FFF2-40B4-BE49-F238E27FC236}">
                <a16:creationId xmlns:a16="http://schemas.microsoft.com/office/drawing/2014/main" id="{09D76537-7447-BC4F-803B-D699F93DFDEB}"/>
              </a:ext>
            </a:extLst>
          </p:cNvPr>
          <p:cNvGrpSpPr>
            <a:grpSpLocks/>
          </p:cNvGrpSpPr>
          <p:nvPr/>
        </p:nvGrpSpPr>
        <p:grpSpPr bwMode="auto">
          <a:xfrm>
            <a:off x="1228282" y="2004782"/>
            <a:ext cx="3817939" cy="369888"/>
            <a:chOff x="-95" y="1074"/>
            <a:chExt cx="2405" cy="233"/>
          </a:xfrm>
        </p:grpSpPr>
        <p:sp>
          <p:nvSpPr>
            <p:cNvPr id="157" name="Text Box 21">
              <a:extLst>
                <a:ext uri="{FF2B5EF4-FFF2-40B4-BE49-F238E27FC236}">
                  <a16:creationId xmlns:a16="http://schemas.microsoft.com/office/drawing/2014/main" id="{6BB3B2E4-B494-8F48-ADC1-00DA5E9C53C6}"/>
                </a:ext>
              </a:extLst>
            </p:cNvPr>
            <p:cNvSpPr txBox="1">
              <a:spLocks noChangeArrowheads="1"/>
            </p:cNvSpPr>
            <p:nvPr/>
          </p:nvSpPr>
          <p:spPr bwMode="auto">
            <a:xfrm>
              <a:off x="-95" y="1074"/>
              <a:ext cx="18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 length(bytes)</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Line 24">
              <a:extLst>
                <a:ext uri="{FF2B5EF4-FFF2-40B4-BE49-F238E27FC236}">
                  <a16:creationId xmlns:a16="http://schemas.microsoft.com/office/drawing/2014/main" id="{706E58AF-5939-4644-8ECF-E13603BC22AD}"/>
                </a:ext>
              </a:extLst>
            </p:cNvPr>
            <p:cNvSpPr>
              <a:spLocks noChangeShapeType="1"/>
            </p:cNvSpPr>
            <p:nvPr/>
          </p:nvSpPr>
          <p:spPr bwMode="auto">
            <a:xfrm flipV="1">
              <a:off x="1748" y="1184"/>
              <a:ext cx="562"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9" name="Group 60">
            <a:extLst>
              <a:ext uri="{FF2B5EF4-FFF2-40B4-BE49-F238E27FC236}">
                <a16:creationId xmlns:a16="http://schemas.microsoft.com/office/drawing/2014/main" id="{4258D741-EF03-AB43-8674-1FF314406AE4}"/>
              </a:ext>
            </a:extLst>
          </p:cNvPr>
          <p:cNvGrpSpPr>
            <a:grpSpLocks/>
          </p:cNvGrpSpPr>
          <p:nvPr/>
        </p:nvGrpSpPr>
        <p:grpSpPr bwMode="auto">
          <a:xfrm>
            <a:off x="151955" y="3111541"/>
            <a:ext cx="5535615" cy="1247776"/>
            <a:chOff x="-773" y="1434"/>
            <a:chExt cx="3487" cy="786"/>
          </a:xfrm>
        </p:grpSpPr>
        <p:sp>
          <p:nvSpPr>
            <p:cNvPr id="160" name="Text Box 27">
              <a:extLst>
                <a:ext uri="{FF2B5EF4-FFF2-40B4-BE49-F238E27FC236}">
                  <a16:creationId xmlns:a16="http://schemas.microsoft.com/office/drawing/2014/main" id="{2ABE1009-3567-E94C-9ECA-3B9CCF763210}"/>
                </a:ext>
              </a:extLst>
            </p:cNvPr>
            <p:cNvSpPr txBox="1">
              <a:spLocks noChangeArrowheads="1"/>
            </p:cNvSpPr>
            <p:nvPr/>
          </p:nvSpPr>
          <p:spPr bwMode="auto">
            <a:xfrm>
              <a:off x="-773" y="1987"/>
              <a:ext cx="25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upper layer protocol </a:t>
              </a: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(e.g., TCP or UDP)</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1" name="Line 28">
              <a:extLst>
                <a:ext uri="{FF2B5EF4-FFF2-40B4-BE49-F238E27FC236}">
                  <a16:creationId xmlns:a16="http://schemas.microsoft.com/office/drawing/2014/main" id="{5458F48E-33B1-F14C-AC20-E862C9526956}"/>
                </a:ext>
              </a:extLst>
            </p:cNvPr>
            <p:cNvSpPr>
              <a:spLocks noChangeShapeType="1"/>
            </p:cNvSpPr>
            <p:nvPr/>
          </p:nvSpPr>
          <p:spPr bwMode="auto">
            <a:xfrm flipV="1">
              <a:off x="1766" y="1434"/>
              <a:ext cx="948" cy="67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2" name="Group 61">
            <a:extLst>
              <a:ext uri="{FF2B5EF4-FFF2-40B4-BE49-F238E27FC236}">
                <a16:creationId xmlns:a16="http://schemas.microsoft.com/office/drawing/2014/main" id="{CACE9B0D-62D6-B34E-89A0-4E0AFCF2C3B2}"/>
              </a:ext>
            </a:extLst>
          </p:cNvPr>
          <p:cNvGrpSpPr>
            <a:grpSpLocks/>
          </p:cNvGrpSpPr>
          <p:nvPr/>
        </p:nvGrpSpPr>
        <p:grpSpPr bwMode="auto">
          <a:xfrm>
            <a:off x="8102158" y="1652352"/>
            <a:ext cx="2322512" cy="641350"/>
            <a:chOff x="4235" y="852"/>
            <a:chExt cx="1463" cy="404"/>
          </a:xfrm>
        </p:grpSpPr>
        <p:sp>
          <p:nvSpPr>
            <p:cNvPr id="163" name="Text Box 26">
              <a:extLst>
                <a:ext uri="{FF2B5EF4-FFF2-40B4-BE49-F238E27FC236}">
                  <a16:creationId xmlns:a16="http://schemas.microsoft.com/office/drawing/2014/main" id="{30E427B3-A5A5-4D4F-B92F-565A16BD627D}"/>
                </a:ext>
              </a:extLst>
            </p:cNvPr>
            <p:cNvSpPr txBox="1">
              <a:spLocks noChangeArrowheads="1"/>
            </p:cNvSpPr>
            <p:nvPr/>
          </p:nvSpPr>
          <p:spPr bwMode="auto">
            <a:xfrm>
              <a:off x="4662" y="852"/>
              <a:ext cx="10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total datagram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length (bytes)</a:t>
              </a:r>
            </a:p>
          </p:txBody>
        </p:sp>
        <p:sp>
          <p:nvSpPr>
            <p:cNvPr id="164" name="Line 30">
              <a:extLst>
                <a:ext uri="{FF2B5EF4-FFF2-40B4-BE49-F238E27FC236}">
                  <a16:creationId xmlns:a16="http://schemas.microsoft.com/office/drawing/2014/main" id="{3AF47488-1011-A848-99D2-FC6016C55C06}"/>
                </a:ext>
              </a:extLst>
            </p:cNvPr>
            <p:cNvSpPr>
              <a:spLocks noChangeShapeType="1"/>
            </p:cNvSpPr>
            <p:nvPr/>
          </p:nvSpPr>
          <p:spPr bwMode="auto">
            <a:xfrm flipH="1">
              <a:off x="4235" y="1149"/>
              <a:ext cx="4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5" name="Group 58">
            <a:extLst>
              <a:ext uri="{FF2B5EF4-FFF2-40B4-BE49-F238E27FC236}">
                <a16:creationId xmlns:a16="http://schemas.microsoft.com/office/drawing/2014/main" id="{48A836F1-05EC-DE4D-B1B8-1C5131E8EA97}"/>
              </a:ext>
            </a:extLst>
          </p:cNvPr>
          <p:cNvGrpSpPr>
            <a:grpSpLocks/>
          </p:cNvGrpSpPr>
          <p:nvPr/>
        </p:nvGrpSpPr>
        <p:grpSpPr bwMode="auto">
          <a:xfrm>
            <a:off x="2323661" y="2060348"/>
            <a:ext cx="3378202" cy="1452568"/>
            <a:chOff x="595" y="1109"/>
            <a:chExt cx="2128" cy="915"/>
          </a:xfrm>
        </p:grpSpPr>
        <p:sp>
          <p:nvSpPr>
            <p:cNvPr id="166" name="Text Box 35">
              <a:extLst>
                <a:ext uri="{FF2B5EF4-FFF2-40B4-BE49-F238E27FC236}">
                  <a16:creationId xmlns:a16="http://schemas.microsoft.com/office/drawing/2014/main" id="{30EE02F6-A328-8D46-8C08-639ED0208690}"/>
                </a:ext>
              </a:extLst>
            </p:cNvPr>
            <p:cNvSpPr txBox="1">
              <a:spLocks noChangeArrowheads="1"/>
            </p:cNvSpPr>
            <p:nvPr/>
          </p:nvSpPr>
          <p:spPr bwMode="auto">
            <a:xfrm>
              <a:off x="595" y="1307"/>
              <a:ext cx="1202"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“type” of service:</a:t>
              </a:r>
            </a:p>
            <a:p>
              <a:pPr marL="285750" marR="0" lvl="0" indent="-165100"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diffserv (0:5)</a:t>
              </a:r>
            </a:p>
            <a:p>
              <a:pPr marL="285750" marR="0" lvl="0" indent="-165100"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ECN (6:7)</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ja-JP"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36">
              <a:extLst>
                <a:ext uri="{FF2B5EF4-FFF2-40B4-BE49-F238E27FC236}">
                  <a16:creationId xmlns:a16="http://schemas.microsoft.com/office/drawing/2014/main" id="{F3ABE1B3-92EF-EE40-8416-0B8D319EE942}"/>
                </a:ext>
              </a:extLst>
            </p:cNvPr>
            <p:cNvSpPr>
              <a:spLocks noChangeShapeType="1"/>
            </p:cNvSpPr>
            <p:nvPr/>
          </p:nvSpPr>
          <p:spPr bwMode="auto">
            <a:xfrm flipV="1">
              <a:off x="1746" y="1109"/>
              <a:ext cx="977" cy="32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8" name="Group 62">
            <a:extLst>
              <a:ext uri="{FF2B5EF4-FFF2-40B4-BE49-F238E27FC236}">
                <a16:creationId xmlns:a16="http://schemas.microsoft.com/office/drawing/2014/main" id="{4087126E-9476-2B47-BE4F-7A42B99BC7FE}"/>
              </a:ext>
            </a:extLst>
          </p:cNvPr>
          <p:cNvGrpSpPr>
            <a:grpSpLocks/>
          </p:cNvGrpSpPr>
          <p:nvPr/>
        </p:nvGrpSpPr>
        <p:grpSpPr bwMode="auto">
          <a:xfrm>
            <a:off x="6330509" y="2273066"/>
            <a:ext cx="4110038" cy="646113"/>
            <a:chOff x="3119" y="1243"/>
            <a:chExt cx="2589" cy="407"/>
          </a:xfrm>
        </p:grpSpPr>
        <p:sp>
          <p:nvSpPr>
            <p:cNvPr id="169" name="Text Box 25">
              <a:extLst>
                <a:ext uri="{FF2B5EF4-FFF2-40B4-BE49-F238E27FC236}">
                  <a16:creationId xmlns:a16="http://schemas.microsoft.com/office/drawing/2014/main" id="{512E3B71-E3FC-D34A-9DEC-E65FCBAE37BC}"/>
                </a:ext>
              </a:extLst>
            </p:cNvPr>
            <p:cNvSpPr txBox="1">
              <a:spLocks noChangeArrowheads="1"/>
            </p:cNvSpPr>
            <p:nvPr/>
          </p:nvSpPr>
          <p:spPr bwMode="auto">
            <a:xfrm>
              <a:off x="4663" y="1243"/>
              <a:ext cx="104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fragmentation/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reassembly</a:t>
              </a:r>
            </a:p>
          </p:txBody>
        </p:sp>
        <p:sp>
          <p:nvSpPr>
            <p:cNvPr id="170" name="Line 29">
              <a:extLst>
                <a:ext uri="{FF2B5EF4-FFF2-40B4-BE49-F238E27FC236}">
                  <a16:creationId xmlns:a16="http://schemas.microsoft.com/office/drawing/2014/main" id="{82BB5C8E-99D8-AB4F-812C-C8887D1E1E10}"/>
                </a:ext>
              </a:extLst>
            </p:cNvPr>
            <p:cNvSpPr>
              <a:spLocks noChangeShapeType="1"/>
            </p:cNvSpPr>
            <p:nvPr/>
          </p:nvSpPr>
          <p:spPr bwMode="auto">
            <a:xfrm flipH="1">
              <a:off x="3443" y="1358"/>
              <a:ext cx="1228" cy="1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1" name="Line 41">
              <a:extLst>
                <a:ext uri="{FF2B5EF4-FFF2-40B4-BE49-F238E27FC236}">
                  <a16:creationId xmlns:a16="http://schemas.microsoft.com/office/drawing/2014/main" id="{179D4ED7-D84C-2F4C-8903-32B5F0AEECE1}"/>
                </a:ext>
              </a:extLst>
            </p:cNvPr>
            <p:cNvSpPr>
              <a:spLocks noChangeShapeType="1"/>
            </p:cNvSpPr>
            <p:nvPr/>
          </p:nvSpPr>
          <p:spPr bwMode="auto">
            <a:xfrm flipH="1" flipV="1">
              <a:off x="4301" y="1349"/>
              <a:ext cx="381" cy="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id="{E9410A24-EBCE-C541-89FB-7277C9EF1BCD}"/>
                </a:ext>
              </a:extLst>
            </p:cNvPr>
            <p:cNvSpPr>
              <a:spLocks noChangeShapeType="1"/>
            </p:cNvSpPr>
            <p:nvPr/>
          </p:nvSpPr>
          <p:spPr bwMode="auto">
            <a:xfrm flipH="1">
              <a:off x="3119" y="1354"/>
              <a:ext cx="1555" cy="103"/>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73" name="Group 59">
            <a:extLst>
              <a:ext uri="{FF2B5EF4-FFF2-40B4-BE49-F238E27FC236}">
                <a16:creationId xmlns:a16="http://schemas.microsoft.com/office/drawing/2014/main" id="{F3E5E860-E3FA-1043-A7CA-31E59409DB3B}"/>
              </a:ext>
            </a:extLst>
          </p:cNvPr>
          <p:cNvGrpSpPr>
            <a:grpSpLocks/>
          </p:cNvGrpSpPr>
          <p:nvPr/>
        </p:nvGrpSpPr>
        <p:grpSpPr bwMode="auto">
          <a:xfrm>
            <a:off x="786919" y="3200477"/>
            <a:ext cx="3975103" cy="723900"/>
            <a:chOff x="-366" y="1483"/>
            <a:chExt cx="2504" cy="456"/>
          </a:xfrm>
        </p:grpSpPr>
        <p:sp>
          <p:nvSpPr>
            <p:cNvPr id="174" name="Text Box 22">
              <a:extLst>
                <a:ext uri="{FF2B5EF4-FFF2-40B4-BE49-F238E27FC236}">
                  <a16:creationId xmlns:a16="http://schemas.microsoft.com/office/drawing/2014/main" id="{F3BCF68C-C9A4-A848-9F65-D9DA862AA831}"/>
                </a:ext>
              </a:extLst>
            </p:cNvPr>
            <p:cNvSpPr txBox="1">
              <a:spLocks noChangeArrowheads="1"/>
            </p:cNvSpPr>
            <p:nvPr/>
          </p:nvSpPr>
          <p:spPr bwMode="auto">
            <a:xfrm>
              <a:off x="-366" y="1551"/>
              <a:ext cx="214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TTL: remaining  max hops</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(decremented at each router)</a:t>
              </a:r>
            </a:p>
          </p:txBody>
        </p:sp>
        <p:sp>
          <p:nvSpPr>
            <p:cNvPr id="175" name="Line 48">
              <a:extLst>
                <a:ext uri="{FF2B5EF4-FFF2-40B4-BE49-F238E27FC236}">
                  <a16:creationId xmlns:a16="http://schemas.microsoft.com/office/drawing/2014/main" id="{E8C2FC41-FC21-EB4A-81CC-6A4E388FF3AA}"/>
                </a:ext>
              </a:extLst>
            </p:cNvPr>
            <p:cNvSpPr>
              <a:spLocks noChangeShapeType="1"/>
            </p:cNvSpPr>
            <p:nvPr/>
          </p:nvSpPr>
          <p:spPr bwMode="auto">
            <a:xfrm flipV="1">
              <a:off x="1753" y="1483"/>
              <a:ext cx="385" cy="2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10A5FB9C-8877-CF48-9B4B-0001510B0996}"/>
              </a:ext>
            </a:extLst>
          </p:cNvPr>
          <p:cNvGrpSpPr/>
          <p:nvPr/>
        </p:nvGrpSpPr>
        <p:grpSpPr>
          <a:xfrm>
            <a:off x="1134317" y="4446414"/>
            <a:ext cx="2823045" cy="2083632"/>
            <a:chOff x="419725" y="4467070"/>
            <a:chExt cx="2823045" cy="2083632"/>
          </a:xfrm>
        </p:grpSpPr>
        <p:sp>
          <p:nvSpPr>
            <p:cNvPr id="179" name="Rectangle 54">
              <a:extLst>
                <a:ext uri="{FF2B5EF4-FFF2-40B4-BE49-F238E27FC236}">
                  <a16:creationId xmlns:a16="http://schemas.microsoft.com/office/drawing/2014/main" id="{F3422680-BA18-B141-8049-75179551BB0C}"/>
                </a:ext>
              </a:extLst>
            </p:cNvPr>
            <p:cNvSpPr>
              <a:spLocks noChangeArrowheads="1"/>
            </p:cNvSpPr>
            <p:nvPr/>
          </p:nvSpPr>
          <p:spPr bwMode="auto">
            <a:xfrm>
              <a:off x="437293" y="4954788"/>
              <a:ext cx="2805477" cy="14654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TCP</a:t>
              </a:r>
            </a:p>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IP</a:t>
              </a:r>
            </a:p>
            <a:p>
              <a:pPr marL="342900" marR="0" lvl="0" indent="-223838" algn="l" defTabSz="914400" rtl="0" eaLnBrk="0" fontAlgn="base" latinLnBrk="0" hangingPunct="0">
                <a:lnSpc>
                  <a:spcPct val="9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40 bytes + app layer overhead for TCP+IP</a:t>
              </a:r>
            </a:p>
          </p:txBody>
        </p:sp>
        <p:sp>
          <p:nvSpPr>
            <p:cNvPr id="2" name="Rectangle 1">
              <a:extLst>
                <a:ext uri="{FF2B5EF4-FFF2-40B4-BE49-F238E27FC236}">
                  <a16:creationId xmlns:a16="http://schemas.microsoft.com/office/drawing/2014/main" id="{A5B2B29C-1437-FE43-B7BB-737B9DE7CB08}"/>
                </a:ext>
              </a:extLst>
            </p:cNvPr>
            <p:cNvSpPr/>
            <p:nvPr/>
          </p:nvSpPr>
          <p:spPr>
            <a:xfrm>
              <a:off x="419725" y="4751882"/>
              <a:ext cx="2683239" cy="179882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07067E8-C930-4E4E-82B1-DB76C7299991}"/>
                </a:ext>
              </a:extLst>
            </p:cNvPr>
            <p:cNvSpPr txBox="1"/>
            <p:nvPr/>
          </p:nvSpPr>
          <p:spPr>
            <a:xfrm>
              <a:off x="599607" y="4467070"/>
              <a:ext cx="1561325"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overhead</a:t>
              </a:r>
            </a:p>
          </p:txBody>
        </p:sp>
      </p:grpSp>
      <p:grpSp>
        <p:nvGrpSpPr>
          <p:cNvPr id="9" name="Group 8">
            <a:extLst>
              <a:ext uri="{FF2B5EF4-FFF2-40B4-BE49-F238E27FC236}">
                <a16:creationId xmlns:a16="http://schemas.microsoft.com/office/drawing/2014/main" id="{B25CB83E-CD83-0142-A8BA-DD13CD2B40A6}"/>
              </a:ext>
            </a:extLst>
          </p:cNvPr>
          <p:cNvGrpSpPr/>
          <p:nvPr/>
        </p:nvGrpSpPr>
        <p:grpSpPr>
          <a:xfrm>
            <a:off x="7719934" y="4348085"/>
            <a:ext cx="3971903" cy="646113"/>
            <a:chOff x="7719934" y="4348085"/>
            <a:chExt cx="3971903" cy="646113"/>
          </a:xfrm>
        </p:grpSpPr>
        <p:sp>
          <p:nvSpPr>
            <p:cNvPr id="177" name="Text Box 52">
              <a:extLst>
                <a:ext uri="{FF2B5EF4-FFF2-40B4-BE49-F238E27FC236}">
                  <a16:creationId xmlns:a16="http://schemas.microsoft.com/office/drawing/2014/main" id="{BF8FA8D1-8EB5-EC42-B60C-8F8686E922DD}"/>
                </a:ext>
              </a:extLst>
            </p:cNvPr>
            <p:cNvSpPr txBox="1">
              <a:spLocks noChangeArrowheads="1"/>
            </p:cNvSpPr>
            <p:nvPr/>
          </p:nvSpPr>
          <p:spPr bwMode="auto">
            <a:xfrm>
              <a:off x="8778774" y="4348085"/>
              <a:ext cx="291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e.g., timestamp, record route taken</a:t>
              </a:r>
            </a:p>
          </p:txBody>
        </p:sp>
        <p:cxnSp>
          <p:nvCxnSpPr>
            <p:cNvPr id="8" name="Straight Connector 7">
              <a:extLst>
                <a:ext uri="{FF2B5EF4-FFF2-40B4-BE49-F238E27FC236}">
                  <a16:creationId xmlns:a16="http://schemas.microsoft.com/office/drawing/2014/main" id="{A07119CE-E347-CD4F-96FC-B870BFBD31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02EBEC-D750-1C46-BDD3-4EC55628DEFF}"/>
              </a:ext>
            </a:extLst>
          </p:cNvPr>
          <p:cNvGrpSpPr/>
          <p:nvPr/>
        </p:nvGrpSpPr>
        <p:grpSpPr>
          <a:xfrm>
            <a:off x="7739650" y="3384606"/>
            <a:ext cx="3971903" cy="369332"/>
            <a:chOff x="7719934" y="4348085"/>
            <a:chExt cx="3971903" cy="369332"/>
          </a:xfrm>
        </p:grpSpPr>
        <p:sp>
          <p:nvSpPr>
            <p:cNvPr id="67" name="Text Box 52">
              <a:extLst>
                <a:ext uri="{FF2B5EF4-FFF2-40B4-BE49-F238E27FC236}">
                  <a16:creationId xmlns:a16="http://schemas.microsoft.com/office/drawing/2014/main" id="{3CBC8EE1-4E86-AC49-A4AC-FB712E2BE141}"/>
                </a:ext>
              </a:extLst>
            </p:cNvPr>
            <p:cNvSpPr txBox="1">
              <a:spLocks noChangeArrowheads="1"/>
            </p:cNvSpPr>
            <p:nvPr/>
          </p:nvSpPr>
          <p:spPr bwMode="auto">
            <a:xfrm>
              <a:off x="8778774" y="4348085"/>
              <a:ext cx="2913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32-bit source IP address</a:t>
              </a:r>
            </a:p>
          </p:txBody>
        </p:sp>
        <p:cxnSp>
          <p:nvCxnSpPr>
            <p:cNvPr id="68" name="Straight Connector 67">
              <a:extLst>
                <a:ext uri="{FF2B5EF4-FFF2-40B4-BE49-F238E27FC236}">
                  <a16:creationId xmlns:a16="http://schemas.microsoft.com/office/drawing/2014/main" id="{8DD646F6-F588-FB47-AA50-B7AAB81C8AE9}"/>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9D96639F-797D-284B-91E2-801FDB799E1D}"/>
              </a:ext>
            </a:extLst>
          </p:cNvPr>
          <p:cNvGrpSpPr/>
          <p:nvPr/>
        </p:nvGrpSpPr>
        <p:grpSpPr>
          <a:xfrm>
            <a:off x="7721569" y="3862471"/>
            <a:ext cx="4181130" cy="369332"/>
            <a:chOff x="7719934" y="4348085"/>
            <a:chExt cx="4181130" cy="369332"/>
          </a:xfrm>
        </p:grpSpPr>
        <p:sp>
          <p:nvSpPr>
            <p:cNvPr id="70" name="Text Box 52">
              <a:extLst>
                <a:ext uri="{FF2B5EF4-FFF2-40B4-BE49-F238E27FC236}">
                  <a16:creationId xmlns:a16="http://schemas.microsoft.com/office/drawing/2014/main" id="{E0B8AC9F-9175-CD46-93B6-7B6E6B487849}"/>
                </a:ext>
              </a:extLst>
            </p:cNvPr>
            <p:cNvSpPr txBox="1">
              <a:spLocks noChangeArrowheads="1"/>
            </p:cNvSpPr>
            <p:nvPr/>
          </p:nvSpPr>
          <p:spPr bwMode="auto">
            <a:xfrm>
              <a:off x="8778774" y="4348085"/>
              <a:ext cx="31222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32-bit destination IP address</a:t>
              </a:r>
            </a:p>
          </p:txBody>
        </p:sp>
        <p:cxnSp>
          <p:nvCxnSpPr>
            <p:cNvPr id="71" name="Straight Connector 70">
              <a:extLst>
                <a:ext uri="{FF2B5EF4-FFF2-40B4-BE49-F238E27FC236}">
                  <a16:creationId xmlns:a16="http://schemas.microsoft.com/office/drawing/2014/main" id="{4120CCDA-7A8F-1344-9A9B-52EEE045034B}"/>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9E74BE6E-3A51-9848-A524-4B01A8AE7030}"/>
              </a:ext>
            </a:extLst>
          </p:cNvPr>
          <p:cNvGrpSpPr/>
          <p:nvPr/>
        </p:nvGrpSpPr>
        <p:grpSpPr>
          <a:xfrm>
            <a:off x="7737066" y="2920899"/>
            <a:ext cx="3971903" cy="369332"/>
            <a:chOff x="7719934" y="4348085"/>
            <a:chExt cx="3971903" cy="369332"/>
          </a:xfrm>
        </p:grpSpPr>
        <p:sp>
          <p:nvSpPr>
            <p:cNvPr id="73" name="Text Box 52">
              <a:extLst>
                <a:ext uri="{FF2B5EF4-FFF2-40B4-BE49-F238E27FC236}">
                  <a16:creationId xmlns:a16="http://schemas.microsoft.com/office/drawing/2014/main" id="{A7B0ED1A-7B94-1F43-8F94-529E2D993741}"/>
                </a:ext>
              </a:extLst>
            </p:cNvPr>
            <p:cNvSpPr txBox="1">
              <a:spLocks noChangeArrowheads="1"/>
            </p:cNvSpPr>
            <p:nvPr/>
          </p:nvSpPr>
          <p:spPr bwMode="auto">
            <a:xfrm>
              <a:off x="8778774" y="4348085"/>
              <a:ext cx="2913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 checksum</a:t>
              </a:r>
            </a:p>
          </p:txBody>
        </p:sp>
        <p:cxnSp>
          <p:nvCxnSpPr>
            <p:cNvPr id="74" name="Straight Connector 73">
              <a:extLst>
                <a:ext uri="{FF2B5EF4-FFF2-40B4-BE49-F238E27FC236}">
                  <a16:creationId xmlns:a16="http://schemas.microsoft.com/office/drawing/2014/main" id="{FD6BF316-20F5-9D47-88E4-912E1DFB3A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1FEAE828-7047-3147-A47C-B181088247F3}"/>
              </a:ext>
            </a:extLst>
          </p:cNvPr>
          <p:cNvGrpSpPr/>
          <p:nvPr/>
        </p:nvGrpSpPr>
        <p:grpSpPr>
          <a:xfrm>
            <a:off x="8948060" y="1758043"/>
            <a:ext cx="2808718" cy="4833257"/>
            <a:chOff x="9209324" y="1834243"/>
            <a:chExt cx="2808718" cy="4833257"/>
          </a:xfrm>
        </p:grpSpPr>
        <p:cxnSp>
          <p:nvCxnSpPr>
            <p:cNvPr id="75" name="Straight Arrow Connector 74">
              <a:extLst>
                <a:ext uri="{FF2B5EF4-FFF2-40B4-BE49-F238E27FC236}">
                  <a16:creationId xmlns:a16="http://schemas.microsoft.com/office/drawing/2014/main" id="{A63DAC61-3FDE-8840-9F16-FD8E18BF0966}"/>
                </a:ext>
              </a:extLst>
            </p:cNvPr>
            <p:cNvCxnSpPr/>
            <p:nvPr/>
          </p:nvCxnSpPr>
          <p:spPr>
            <a:xfrm>
              <a:off x="11097988" y="1834243"/>
              <a:ext cx="0" cy="4833257"/>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D5FB8E8-CA23-894F-92FD-40ED972CF645}"/>
                </a:ext>
              </a:extLst>
            </p:cNvPr>
            <p:cNvCxnSpPr/>
            <p:nvPr/>
          </p:nvCxnSpPr>
          <p:spPr>
            <a:xfrm>
              <a:off x="10823536" y="1839686"/>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B2F5C4B-1186-4346-9A50-C9616F8D8E9F}"/>
                </a:ext>
              </a:extLst>
            </p:cNvPr>
            <p:cNvCxnSpPr/>
            <p:nvPr/>
          </p:nvCxnSpPr>
          <p:spPr>
            <a:xfrm>
              <a:off x="10828978" y="6645729"/>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BFCABC9A-B0D4-C84D-B341-359EA25A99AD}"/>
                </a:ext>
              </a:extLst>
            </p:cNvPr>
            <p:cNvSpPr txBox="1"/>
            <p:nvPr/>
          </p:nvSpPr>
          <p:spPr>
            <a:xfrm>
              <a:off x="9209324" y="3788229"/>
              <a:ext cx="2808718" cy="646331"/>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Maximum length: 64K bytes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Typically: 1500 bytes or less</a:t>
              </a:r>
            </a:p>
          </p:txBody>
        </p:sp>
      </p:grpSp>
      <p:sp>
        <p:nvSpPr>
          <p:cNvPr id="79" name="Slide Number Placeholder 3">
            <a:extLst>
              <a:ext uri="{FF2B5EF4-FFF2-40B4-BE49-F238E27FC236}">
                <a16:creationId xmlns:a16="http://schemas.microsoft.com/office/drawing/2014/main" id="{4475E451-EA6C-E04C-BC05-BA34B2ECE74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40</a:t>
            </a:fld>
            <a:endParaRPr lang="en-US" dirty="0"/>
          </a:p>
        </p:txBody>
      </p:sp>
    </p:spTree>
    <p:extLst>
      <p:ext uri="{BB962C8B-B14F-4D97-AF65-F5344CB8AC3E}">
        <p14:creationId xmlns:p14="http://schemas.microsoft.com/office/powerpoint/2010/main" val="399610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dissolve">
                                      <p:cBhvr>
                                        <p:cTn id="12" dur="5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dissolve">
                                      <p:cBhvr>
                                        <p:cTn id="17" dur="500"/>
                                        <p:tgtEl>
                                          <p:spTgt spid="1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par>
                                <p:cTn id="28" presetID="9" presetClass="entr" presetSubtype="0" fill="hold" nodeType="withEffect">
                                  <p:stCondLst>
                                    <p:cond delay="0"/>
                                  </p:stCondLst>
                                  <p:childTnLst>
                                    <p:set>
                                      <p:cBhvr>
                                        <p:cTn id="29" dur="1" fill="hold">
                                          <p:stCondLst>
                                            <p:cond delay="0"/>
                                          </p:stCondLst>
                                        </p:cTn>
                                        <p:tgtEl>
                                          <p:spTgt spid="165"/>
                                        </p:tgtEl>
                                        <p:attrNameLst>
                                          <p:attrName>style.visibility</p:attrName>
                                        </p:attrNameLst>
                                      </p:cBhvr>
                                      <p:to>
                                        <p:strVal val="visible"/>
                                      </p:to>
                                    </p:set>
                                    <p:animEffect transition="in" filter="dissolve">
                                      <p:cBhvr>
                                        <p:cTn id="30" dur="500"/>
                                        <p:tgtEl>
                                          <p:spTgt spid="16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73"/>
                                        </p:tgtEl>
                                        <p:attrNameLst>
                                          <p:attrName>style.visibility</p:attrName>
                                        </p:attrNameLst>
                                      </p:cBhvr>
                                      <p:to>
                                        <p:strVal val="visible"/>
                                      </p:to>
                                    </p:set>
                                    <p:animEffect transition="in" filter="dissolve">
                                      <p:cBhvr>
                                        <p:cTn id="35" dur="500"/>
                                        <p:tgtEl>
                                          <p:spTgt spid="17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59"/>
                                        </p:tgtEl>
                                        <p:attrNameLst>
                                          <p:attrName>style.visibility</p:attrName>
                                        </p:attrNameLst>
                                      </p:cBhvr>
                                      <p:to>
                                        <p:strVal val="visible"/>
                                      </p:to>
                                    </p:set>
                                    <p:animEffect transition="in" filter="dissolve">
                                      <p:cBhvr>
                                        <p:cTn id="40" dur="500"/>
                                        <p:tgtEl>
                                          <p:spTgt spid="15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68"/>
                                        </p:tgtEl>
                                        <p:attrNameLst>
                                          <p:attrName>style.visibility</p:attrName>
                                        </p:attrNameLst>
                                      </p:cBhvr>
                                      <p:to>
                                        <p:strVal val="visible"/>
                                      </p:to>
                                    </p:set>
                                    <p:animEffect transition="in" filter="dissolve">
                                      <p:cBhvr>
                                        <p:cTn id="45" dur="500"/>
                                        <p:tgtEl>
                                          <p:spTgt spid="16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dissolve">
                                      <p:cBhvr>
                                        <p:cTn id="50" dur="500"/>
                                        <p:tgtEl>
                                          <p:spTgt spid="7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dissolve">
                                      <p:cBhvr>
                                        <p:cTn id="55" dur="500"/>
                                        <p:tgtEl>
                                          <p:spTgt spid="66"/>
                                        </p:tgtEl>
                                      </p:cBhvr>
                                    </p:animEffect>
                                  </p:childTnLst>
                                </p:cTn>
                              </p:par>
                              <p:par>
                                <p:cTn id="56" presetID="9" presetClass="entr" presetSubtype="0" fill="hold"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dissolve">
                                      <p:cBhvr>
                                        <p:cTn id="58" dur="500"/>
                                        <p:tgtEl>
                                          <p:spTgt spid="6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dissolve">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dissolve">
                                      <p:cBhvr>
                                        <p:cTn id="6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12553</TotalTime>
  <Words>3217</Words>
  <Application>Microsoft Office PowerPoint</Application>
  <PresentationFormat>Widescreen</PresentationFormat>
  <Paragraphs>923</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PowerPoint Presentation</vt:lpstr>
      <vt:lpstr>Network layer: our goals</vt:lpstr>
      <vt:lpstr>Network layer: “data plane” roadmap</vt:lpstr>
      <vt:lpstr>Network-layer  services and protocols</vt:lpstr>
      <vt:lpstr>Two key network-layer functions</vt:lpstr>
      <vt:lpstr>Network layer: data plane, control plane</vt:lpstr>
      <vt:lpstr>Per-router control plane</vt:lpstr>
      <vt:lpstr>Software-Defined Networking (SDN) control plane</vt:lpstr>
      <vt:lpstr>Network service model</vt:lpstr>
      <vt:lpstr>Network-layer service model</vt:lpstr>
      <vt:lpstr>Network-layer service model</vt:lpstr>
      <vt:lpstr>Reflections on best-effort  service:</vt:lpstr>
      <vt:lpstr>Network layer: “data plane” roadmap</vt:lpstr>
      <vt:lpstr>Router architecture overview</vt:lpstr>
      <vt:lpstr>Input port functions</vt:lpstr>
      <vt:lpstr>Input port functions</vt:lpstr>
      <vt:lpstr>Destination-based forwarding</vt:lpstr>
      <vt:lpstr>Longest prefix matching</vt:lpstr>
      <vt:lpstr>Longest prefix matching</vt:lpstr>
      <vt:lpstr>Longest prefix matching</vt:lpstr>
      <vt:lpstr>Longest prefix matching</vt:lpstr>
      <vt:lpstr>Longest prefix matching</vt:lpstr>
      <vt:lpstr>Switching fabrics</vt:lpstr>
      <vt:lpstr>Switching fabrics</vt:lpstr>
      <vt:lpstr>Switching via memory</vt:lpstr>
      <vt:lpstr>Switching via a bus</vt:lpstr>
      <vt:lpstr>Switching via interconnection network</vt:lpstr>
      <vt:lpstr>Switching via interconnection network</vt:lpstr>
      <vt:lpstr>Input port queuing</vt:lpstr>
      <vt:lpstr>Output port queuing</vt:lpstr>
      <vt:lpstr>Output port queuing</vt:lpstr>
      <vt:lpstr>How much buffering?</vt:lpstr>
      <vt:lpstr>Buffer Management</vt:lpstr>
      <vt:lpstr>Packet Scheduling: FCFS</vt:lpstr>
      <vt:lpstr>Scheduling policies: priority</vt:lpstr>
      <vt:lpstr>Scheduling policies: round robin</vt:lpstr>
      <vt:lpstr>Scheduling policies: weighted fair queueing</vt:lpstr>
      <vt:lpstr>Network layer: “data plane” roadmap</vt:lpstr>
      <vt:lpstr>Network Layer: Internet</vt:lpstr>
      <vt:lpstr>IP Datagram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Guest User</cp:lastModifiedBy>
  <cp:revision>531</cp:revision>
  <dcterms:created xsi:type="dcterms:W3CDTF">2020-01-18T07:24:59Z</dcterms:created>
  <dcterms:modified xsi:type="dcterms:W3CDTF">2024-10-31T15:10:25Z</dcterms:modified>
</cp:coreProperties>
</file>