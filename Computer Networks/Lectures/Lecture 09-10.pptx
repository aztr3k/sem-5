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media/audio1.bin" ContentType="audio/unknown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1051" r:id="rId2"/>
    <p:sldId id="1127" r:id="rId3"/>
    <p:sldId id="1126" r:id="rId4"/>
    <p:sldId id="1128" r:id="rId5"/>
    <p:sldId id="1129" r:id="rId6"/>
    <p:sldId id="1130" r:id="rId7"/>
    <p:sldId id="1131" r:id="rId8"/>
    <p:sldId id="1132" r:id="rId9"/>
    <p:sldId id="1133" r:id="rId10"/>
    <p:sldId id="1134" r:id="rId11"/>
    <p:sldId id="1162" r:id="rId12"/>
    <p:sldId id="1052" r:id="rId13"/>
    <p:sldId id="1135" r:id="rId14"/>
    <p:sldId id="1136" r:id="rId15"/>
    <p:sldId id="1137" r:id="rId16"/>
    <p:sldId id="1138" r:id="rId17"/>
    <p:sldId id="1161" r:id="rId18"/>
    <p:sldId id="1142" r:id="rId19"/>
    <p:sldId id="1143" r:id="rId20"/>
    <p:sldId id="1139" r:id="rId21"/>
    <p:sldId id="1140" r:id="rId22"/>
    <p:sldId id="1144" r:id="rId23"/>
    <p:sldId id="1146" r:id="rId24"/>
    <p:sldId id="533" r:id="rId25"/>
    <p:sldId id="534" r:id="rId26"/>
    <p:sldId id="1053" r:id="rId27"/>
    <p:sldId id="1148" r:id="rId28"/>
    <p:sldId id="1149" r:id="rId29"/>
    <p:sldId id="1150" r:id="rId30"/>
    <p:sldId id="1151" r:id="rId31"/>
    <p:sldId id="1152" r:id="rId32"/>
    <p:sldId id="1153" r:id="rId33"/>
    <p:sldId id="1154" r:id="rId34"/>
    <p:sldId id="1155" r:id="rId35"/>
    <p:sldId id="1156" r:id="rId36"/>
    <p:sldId id="1157" r:id="rId37"/>
    <p:sldId id="1158" r:id="rId38"/>
    <p:sldId id="1159" r:id="rId39"/>
    <p:sldId id="1048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7" d="100"/>
          <a:sy n="77" d="100"/>
        </p:scale>
        <p:origin x="806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4BD755-5389-404C-810C-7D11876ADF3D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FA3518-DB2B-4995-9FA3-237D3CA0AED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61553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20711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8273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74973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759893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34177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12988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016910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54148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985713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39136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75146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310932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3027786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6422605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2562531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776596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6548850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4010567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4477718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8411936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1219760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536302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993" name="Rectangle 7">
            <a:extLst>
              <a:ext uri="{FF2B5EF4-FFF2-40B4-BE49-F238E27FC236}">
                <a16:creationId xmlns:a16="http://schemas.microsoft.com/office/drawing/2014/main" id="{F97C318A-17ED-1542-9AD9-7A2248F12DFC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6788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58888FC7-8584-A54F-A1F0-E9C044658D3E}" type="slidenum">
              <a:rPr kumimoji="0" lang="en-US" altLang="en-US" sz="13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6788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24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2994" name="Rectangle 2">
            <a:extLst>
              <a:ext uri="{FF2B5EF4-FFF2-40B4-BE49-F238E27FC236}">
                <a16:creationId xmlns:a16="http://schemas.microsoft.com/office/drawing/2014/main" id="{927CF829-8DED-9448-A937-FB315CAB3C7B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2995" name="Rectangle 3">
            <a:extLst>
              <a:ext uri="{FF2B5EF4-FFF2-40B4-BE49-F238E27FC236}">
                <a16:creationId xmlns:a16="http://schemas.microsoft.com/office/drawing/2014/main" id="{8C1486BF-9C4F-0F43-9A4E-0E1429CFECC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Akamai: 100,000+ servers in 1000+ clusters in 1000+ networks in 70+ countries serving trillions of requests a day.</a:t>
            </a:r>
          </a:p>
          <a:p>
            <a:endParaRPr lang="en-US" altLang="en-US">
              <a:ea typeface="ＭＳ Ｐゴシック" panose="020B0600070205080204" pitchFamily="34" charset="-128"/>
            </a:endParaRPr>
          </a:p>
          <a:p>
            <a:r>
              <a:rPr lang="en-US" altLang="en-US">
                <a:ea typeface="ＭＳ Ｐゴシック" panose="020B0600070205080204" pitchFamily="34" charset="-128"/>
              </a:rPr>
              <a:t>How many people use Netflix?</a:t>
            </a:r>
          </a:p>
        </p:txBody>
      </p:sp>
    </p:spTree>
    <p:extLst>
      <p:ext uri="{BB962C8B-B14F-4D97-AF65-F5344CB8AC3E}">
        <p14:creationId xmlns:p14="http://schemas.microsoft.com/office/powerpoint/2010/main" val="1694864206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41" name="Rectangle 7">
            <a:extLst>
              <a:ext uri="{FF2B5EF4-FFF2-40B4-BE49-F238E27FC236}">
                <a16:creationId xmlns:a16="http://schemas.microsoft.com/office/drawing/2014/main" id="{9FA4490D-D4A4-034B-9842-2AED96A6F67A}"/>
              </a:ext>
            </a:extLst>
          </p:cNvPr>
          <p:cNvSpPr txBox="1">
            <a:spLocks noGrp="1" noChangeArrowheads="1"/>
          </p:cNvSpPr>
          <p:nvPr/>
        </p:nvSpPr>
        <p:spPr bwMode="auto">
          <a:xfrm>
            <a:off x="4144963" y="9121775"/>
            <a:ext cx="3170237" cy="4794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96649" tIns="48325" rIns="96649" bIns="48325" anchor="b"/>
          <a:lstStyle>
            <a:lvl1pPr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 defTabSz="96678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defTabSz="966788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r" defTabSz="966788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E157223-41AB-CB48-9D29-70289FC738BB}" type="slidenum">
              <a:rPr kumimoji="0" lang="en-US" altLang="en-US" sz="13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rPr>
              <a:pPr marL="0" marR="0" lvl="0" indent="0" algn="r" defTabSz="966788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25</a:t>
            </a:fld>
            <a:endParaRPr kumimoji="0" lang="en-US" altLang="en-US" sz="13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15042" name="Rectangle 2">
            <a:extLst>
              <a:ext uri="{FF2B5EF4-FFF2-40B4-BE49-F238E27FC236}">
                <a16:creationId xmlns:a16="http://schemas.microsoft.com/office/drawing/2014/main" id="{740F7F93-FBC6-4742-87DD-5B7FB7D2E71C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215043" name="Rectangle 3">
            <a:extLst>
              <a:ext uri="{FF2B5EF4-FFF2-40B4-BE49-F238E27FC236}">
                <a16:creationId xmlns:a16="http://schemas.microsoft.com/office/drawing/2014/main" id="{E9D157F1-6907-8241-A7D1-F5F4F28FEB6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US" altLang="en-US">
                <a:ea typeface="ＭＳ Ｐゴシック" panose="020B0600070205080204" pitchFamily="34" charset="-128"/>
              </a:rPr>
              <a:t>peak load: 7million viewers, 2 Tbytes via </a:t>
            </a:r>
          </a:p>
        </p:txBody>
      </p:sp>
    </p:spTree>
    <p:extLst>
      <p:ext uri="{BB962C8B-B14F-4D97-AF65-F5344CB8AC3E}">
        <p14:creationId xmlns:p14="http://schemas.microsoft.com/office/powerpoint/2010/main" val="339244534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7940319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198489836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999160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29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10706845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30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222074480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31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5424148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32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9216697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508130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265209032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6185796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392284863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37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97315334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D91EEAC-CFEF-9647-876F-EABC6B8338D7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38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08131863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D91EEAC-CFEF-9647-876F-EABC6B8338D7}" type="slidenum">
              <a:rPr lang="en-US" smtClean="0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1844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BECD9C-0405-5DCB-1D90-5315D12907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532C2-9EE3-DF01-0BCA-D8CF744EA3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C87570-576A-FFEA-ADA2-72A0459CF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1C712-37DC-0EFD-F85C-58CA393B5F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0BE4F7C-20BE-1DF8-38C6-DD125AFD02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85090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5C4120-B216-40DB-069C-B47074B9F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929416D-50D4-9161-AB27-383D4076028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64E91EE-CE2C-1F5B-D4D6-C54D312E6C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9580BE-9EA1-D93E-7772-949B6F783C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986F9F2-0190-8FCD-25FF-7D82CA1AF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8029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2E837-DBEE-D966-C04C-44DBB55DAC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9C90C42-E4E7-7713-2421-428D7C71A5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79DEA-04EE-0BB8-1FFE-DA1046A357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CFDCE9-8572-209F-84AF-7B059B11E2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A71630-77C4-7791-2C36-DF3A014FB7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50850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69FF90-0292-2A8F-E281-B725A66F9C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8D6415-30AC-8F97-1E35-624CB9FD22C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0CAA365-929D-E1FA-5A0C-60BF62079B4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EBBE76-6B21-4321-3452-7710FB3CE9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1917D21-459B-390B-01BE-D998D49B5F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25D3C01-C0BA-F9A4-55C1-0C410C12AF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79548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D2D26B-C6BB-A891-6446-01D6B47AA6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3524C37-19DF-EE4D-770F-E5BD6496E91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DB8ADD6-A911-B680-33EB-34F9471D35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303E77F-4DA0-4759-98BD-D1B1EF3A56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86CA210-A07F-4A1A-5795-B5E75655C4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6469F69-5861-5FB7-4A59-A7AE96A3CC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6FEDBA1-6E2F-8ADA-574A-6764F3C5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DEA570B-C3B7-C8B7-D5FD-7178EE8A3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847367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3B0E56-D2B0-155C-62C4-A0AFC6CAD67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280C005-F571-587F-4C28-E0DAA6638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96DF45A-5D9E-B8B7-DA00-AD96E53415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1E9FAE-A949-5EB6-3848-50D92BB6B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47263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B97BE9F-C25C-0D08-5086-949E4BAAA9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AB81FA-23A7-F182-F06A-78E35593C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75FC927-3602-34EA-E179-3E4616760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2023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AF7E67-6239-477D-6807-CB843ADAC4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9E056F-35B8-ADF2-C5E9-D9EB049881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E8A496-AABF-4D56-070A-A3A3F73F9CD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0995FCB-EA64-96A7-302E-409E788C77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1EC59C-491C-706D-7867-F1863BCF3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5226B28-969E-B521-FB0A-DB27535C2A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29919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1D5938-15DC-44A8-3152-DE11FB40F2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E87934-E5FA-2C50-10C3-F49BD580DE8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88D52E5-A1DE-2787-7CE8-31BCDF5E88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26E0054-7878-025C-9308-35DAD866DF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54A7C15-C32B-B1A3-6E4C-67C7A8A3FC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3B0D1D-86AA-3FD7-63CF-008193BA4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71114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298D7C-BE8F-312D-350D-8B694BE6D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770135-9560-771A-C528-D15DFFC7B1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A3061D-61F5-50EA-3E89-1A9CD9E5F9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04B513-D413-1B91-617A-E147194EEF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023D84-735E-1B92-C867-8332576853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09080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EEFE1FE-ABA2-40FE-AEF4-56E9C14FA0E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66B100F-14BF-3947-D8C3-53952B1F81E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63E0B0-D632-3229-6226-7AE9C8B4CB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4CBBB0A-1B25-4460-B536-CA358872BE22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CC17E5-9219-449D-38CC-81CD541B69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DFED9E-170E-AA78-51D2-0C453020A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0113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34C3B9B-9189-BDB1-F04D-3E6EFB75E1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DE347F-043C-204B-B18F-B56D9E2A192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644E7B-6423-8FEB-91DD-E3B9B6DAAD4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4CBBB0A-1B25-4460-B536-CA358872BE22}" type="datetimeFigureOut">
              <a:rPr lang="en-US" smtClean="0"/>
              <a:t>9/17/2024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BF6F4B-999E-1903-FEED-2035CCC091B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101792-E0CC-FA95-E017-7FB1C6D4CD8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5F424D-ECF0-4DF3-9F61-9B949C34770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121382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18" Type="http://schemas.openxmlformats.org/officeDocument/2006/relationships/image" Target="../media/image17.png"/><Relationship Id="rId3" Type="http://schemas.openxmlformats.org/officeDocument/2006/relationships/image" Target="../media/image2.png"/><Relationship Id="rId21" Type="http://schemas.openxmlformats.org/officeDocument/2006/relationships/image" Target="../media/image20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17" Type="http://schemas.openxmlformats.org/officeDocument/2006/relationships/image" Target="../media/image16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15.png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23" Type="http://schemas.openxmlformats.org/officeDocument/2006/relationships/image" Target="../media/image22.png"/><Relationship Id="rId10" Type="http://schemas.openxmlformats.org/officeDocument/2006/relationships/image" Target="../media/image9.png"/><Relationship Id="rId19" Type="http://schemas.openxmlformats.org/officeDocument/2006/relationships/image" Target="../media/image18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Relationship Id="rId22" Type="http://schemas.openxmlformats.org/officeDocument/2006/relationships/image" Target="../media/image2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4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6.png"/><Relationship Id="rId4" Type="http://schemas.openxmlformats.org/officeDocument/2006/relationships/image" Target="../media/image23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9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jpe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1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audio" Target="../media/audio1.bin"/><Relationship Id="rId7" Type="http://schemas.openxmlformats.org/officeDocument/2006/relationships/image" Target="../media/image45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png"/><Relationship Id="rId5" Type="http://schemas.openxmlformats.org/officeDocument/2006/relationships/image" Target="../media/image43.png"/><Relationship Id="rId4" Type="http://schemas.openxmlformats.org/officeDocument/2006/relationships/image" Target="../media/image42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png"/><Relationship Id="rId4" Type="http://schemas.openxmlformats.org/officeDocument/2006/relationships/image" Target="../media/image4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P2P applications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</a:t>
            </a:fld>
            <a:endParaRPr lang="en-US" dirty="0"/>
          </a:p>
        </p:txBody>
      </p:sp>
      <p:pic>
        <p:nvPicPr>
          <p:cNvPr id="7" name="Picture 6" descr="Kurose&amp;Ross 8th edition photo">
            <a:extLst>
              <a:ext uri="{FF2B5EF4-FFF2-40B4-BE49-F238E27FC236}">
                <a16:creationId xmlns:a16="http://schemas.microsoft.com/office/drawing/2014/main" id="{B3788763-2714-774C-835A-9237005102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463670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Freeform 370">
            <a:extLst>
              <a:ext uri="{FF2B5EF4-FFF2-40B4-BE49-F238E27FC236}">
                <a16:creationId xmlns:a16="http://schemas.microsoft.com/office/drawing/2014/main" id="{21662630-62BB-AE4A-A779-AEACD21E6D7C}"/>
              </a:ext>
            </a:extLst>
          </p:cNvPr>
          <p:cNvSpPr/>
          <p:nvPr/>
        </p:nvSpPr>
        <p:spPr>
          <a:xfrm>
            <a:off x="8985188" y="3065778"/>
            <a:ext cx="1124807" cy="133791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82604 w 1558990"/>
              <a:gd name="connsiteY0" fmla="*/ 534641 h 1810599"/>
              <a:gd name="connsiteX1" fmla="*/ 22252 w 1558990"/>
              <a:gd name="connsiteY1" fmla="*/ 940200 h 1810599"/>
              <a:gd name="connsiteX2" fmla="*/ 167457 w 1558990"/>
              <a:gd name="connsiteY2" fmla="*/ 1672556 h 1810599"/>
              <a:gd name="connsiteX3" fmla="*/ 1208772 w 1558990"/>
              <a:gd name="connsiteY3" fmla="*/ 1775650 h 1810599"/>
              <a:gd name="connsiteX4" fmla="*/ 1543003 w 1558990"/>
              <a:gd name="connsiteY4" fmla="*/ 1257671 h 1810599"/>
              <a:gd name="connsiteX5" fmla="*/ 1490762 w 1558990"/>
              <a:gd name="connsiteY5" fmla="*/ 672856 h 1810599"/>
              <a:gd name="connsiteX6" fmla="*/ 1359176 w 1558990"/>
              <a:gd name="connsiteY6" fmla="*/ 154877 h 1810599"/>
              <a:gd name="connsiteX7" fmla="*/ 861336 w 1558990"/>
              <a:gd name="connsiteY7" fmla="*/ 21205 h 1810599"/>
              <a:gd name="connsiteX8" fmla="*/ 382604 w 1558990"/>
              <a:gd name="connsiteY8" fmla="*/ 534641 h 1810599"/>
              <a:gd name="connsiteX0" fmla="*/ 393458 w 1593840"/>
              <a:gd name="connsiteY0" fmla="*/ 534641 h 1793264"/>
              <a:gd name="connsiteX1" fmla="*/ 33106 w 1593840"/>
              <a:gd name="connsiteY1" fmla="*/ 940200 h 1793264"/>
              <a:gd name="connsiteX2" fmla="*/ 178311 w 1593840"/>
              <a:gd name="connsiteY2" fmla="*/ 1672556 h 1793264"/>
              <a:gd name="connsiteX3" fmla="*/ 1464139 w 1593840"/>
              <a:gd name="connsiteY3" fmla="*/ 1752440 h 1793264"/>
              <a:gd name="connsiteX4" fmla="*/ 1553857 w 1593840"/>
              <a:gd name="connsiteY4" fmla="*/ 1257671 h 1793264"/>
              <a:gd name="connsiteX5" fmla="*/ 1501616 w 1593840"/>
              <a:gd name="connsiteY5" fmla="*/ 672856 h 1793264"/>
              <a:gd name="connsiteX6" fmla="*/ 1370030 w 1593840"/>
              <a:gd name="connsiteY6" fmla="*/ 154877 h 1793264"/>
              <a:gd name="connsiteX7" fmla="*/ 872190 w 1593840"/>
              <a:gd name="connsiteY7" fmla="*/ 21205 h 1793264"/>
              <a:gd name="connsiteX8" fmla="*/ 393458 w 1593840"/>
              <a:gd name="connsiteY8" fmla="*/ 534641 h 1793264"/>
              <a:gd name="connsiteX0" fmla="*/ 393458 w 1566550"/>
              <a:gd name="connsiteY0" fmla="*/ 534641 h 1840341"/>
              <a:gd name="connsiteX1" fmla="*/ 33106 w 1566550"/>
              <a:gd name="connsiteY1" fmla="*/ 940200 h 1840341"/>
              <a:gd name="connsiteX2" fmla="*/ 178311 w 1566550"/>
              <a:gd name="connsiteY2" fmla="*/ 1672556 h 1840341"/>
              <a:gd name="connsiteX3" fmla="*/ 1464139 w 1566550"/>
              <a:gd name="connsiteY3" fmla="*/ 1752440 h 1840341"/>
              <a:gd name="connsiteX4" fmla="*/ 1553857 w 1566550"/>
              <a:gd name="connsiteY4" fmla="*/ 1257671 h 1840341"/>
              <a:gd name="connsiteX5" fmla="*/ 1501616 w 1566550"/>
              <a:gd name="connsiteY5" fmla="*/ 672856 h 1840341"/>
              <a:gd name="connsiteX6" fmla="*/ 1370030 w 1566550"/>
              <a:gd name="connsiteY6" fmla="*/ 154877 h 1840341"/>
              <a:gd name="connsiteX7" fmla="*/ 872190 w 1566550"/>
              <a:gd name="connsiteY7" fmla="*/ 21205 h 1840341"/>
              <a:gd name="connsiteX8" fmla="*/ 393458 w 1566550"/>
              <a:gd name="connsiteY8" fmla="*/ 534641 h 1840341"/>
              <a:gd name="connsiteX0" fmla="*/ 393458 w 1555557"/>
              <a:gd name="connsiteY0" fmla="*/ 534641 h 1787187"/>
              <a:gd name="connsiteX1" fmla="*/ 33106 w 1555557"/>
              <a:gd name="connsiteY1" fmla="*/ 940200 h 1787187"/>
              <a:gd name="connsiteX2" fmla="*/ 178311 w 1555557"/>
              <a:gd name="connsiteY2" fmla="*/ 1672556 h 1787187"/>
              <a:gd name="connsiteX3" fmla="*/ 1464139 w 1555557"/>
              <a:gd name="connsiteY3" fmla="*/ 1752440 h 1787187"/>
              <a:gd name="connsiteX4" fmla="*/ 1553857 w 1555557"/>
              <a:gd name="connsiteY4" fmla="*/ 1257671 h 1787187"/>
              <a:gd name="connsiteX5" fmla="*/ 1501616 w 1555557"/>
              <a:gd name="connsiteY5" fmla="*/ 672856 h 1787187"/>
              <a:gd name="connsiteX6" fmla="*/ 1370030 w 1555557"/>
              <a:gd name="connsiteY6" fmla="*/ 154877 h 1787187"/>
              <a:gd name="connsiteX7" fmla="*/ 872190 w 1555557"/>
              <a:gd name="connsiteY7" fmla="*/ 21205 h 1787187"/>
              <a:gd name="connsiteX8" fmla="*/ 393458 w 1555557"/>
              <a:gd name="connsiteY8" fmla="*/ 534641 h 1787187"/>
              <a:gd name="connsiteX0" fmla="*/ 401126 w 1664928"/>
              <a:gd name="connsiteY0" fmla="*/ 534641 h 1783934"/>
              <a:gd name="connsiteX1" fmla="*/ 40774 w 1664928"/>
              <a:gd name="connsiteY1" fmla="*/ 940200 h 1783934"/>
              <a:gd name="connsiteX2" fmla="*/ 185979 w 1664928"/>
              <a:gd name="connsiteY2" fmla="*/ 1672556 h 1783934"/>
              <a:gd name="connsiteX3" fmla="*/ 1618513 w 1664928"/>
              <a:gd name="connsiteY3" fmla="*/ 1747798 h 1783934"/>
              <a:gd name="connsiteX4" fmla="*/ 1561525 w 1664928"/>
              <a:gd name="connsiteY4" fmla="*/ 1257671 h 1783934"/>
              <a:gd name="connsiteX5" fmla="*/ 1509284 w 1664928"/>
              <a:gd name="connsiteY5" fmla="*/ 672856 h 1783934"/>
              <a:gd name="connsiteX6" fmla="*/ 1377698 w 1664928"/>
              <a:gd name="connsiteY6" fmla="*/ 154877 h 1783934"/>
              <a:gd name="connsiteX7" fmla="*/ 879858 w 1664928"/>
              <a:gd name="connsiteY7" fmla="*/ 21205 h 1783934"/>
              <a:gd name="connsiteX8" fmla="*/ 401126 w 1664928"/>
              <a:gd name="connsiteY8" fmla="*/ 534641 h 1783934"/>
              <a:gd name="connsiteX0" fmla="*/ 408119 w 1718774"/>
              <a:gd name="connsiteY0" fmla="*/ 534641 h 1826522"/>
              <a:gd name="connsiteX1" fmla="*/ 47767 w 1718774"/>
              <a:gd name="connsiteY1" fmla="*/ 940200 h 1826522"/>
              <a:gd name="connsiteX2" fmla="*/ 179001 w 1718774"/>
              <a:gd name="connsiteY2" fmla="*/ 1742186 h 1826522"/>
              <a:gd name="connsiteX3" fmla="*/ 1625506 w 1718774"/>
              <a:gd name="connsiteY3" fmla="*/ 1747798 h 1826522"/>
              <a:gd name="connsiteX4" fmla="*/ 1568518 w 1718774"/>
              <a:gd name="connsiteY4" fmla="*/ 1257671 h 1826522"/>
              <a:gd name="connsiteX5" fmla="*/ 1516277 w 1718774"/>
              <a:gd name="connsiteY5" fmla="*/ 672856 h 1826522"/>
              <a:gd name="connsiteX6" fmla="*/ 1384691 w 1718774"/>
              <a:gd name="connsiteY6" fmla="*/ 154877 h 1826522"/>
              <a:gd name="connsiteX7" fmla="*/ 886851 w 1718774"/>
              <a:gd name="connsiteY7" fmla="*/ 21205 h 1826522"/>
              <a:gd name="connsiteX8" fmla="*/ 408119 w 1718774"/>
              <a:gd name="connsiteY8" fmla="*/ 534641 h 1826522"/>
              <a:gd name="connsiteX0" fmla="*/ 477759 w 1796623"/>
              <a:gd name="connsiteY0" fmla="*/ 534641 h 1818043"/>
              <a:gd name="connsiteX1" fmla="*/ 117407 w 1796623"/>
              <a:gd name="connsiteY1" fmla="*/ 940200 h 1818043"/>
              <a:gd name="connsiteX2" fmla="*/ 136864 w 1796623"/>
              <a:gd name="connsiteY2" fmla="*/ 1728260 h 1818043"/>
              <a:gd name="connsiteX3" fmla="*/ 1695146 w 1796623"/>
              <a:gd name="connsiteY3" fmla="*/ 1747798 h 1818043"/>
              <a:gd name="connsiteX4" fmla="*/ 1638158 w 1796623"/>
              <a:gd name="connsiteY4" fmla="*/ 1257671 h 1818043"/>
              <a:gd name="connsiteX5" fmla="*/ 1585917 w 1796623"/>
              <a:gd name="connsiteY5" fmla="*/ 672856 h 1818043"/>
              <a:gd name="connsiteX6" fmla="*/ 1454331 w 1796623"/>
              <a:gd name="connsiteY6" fmla="*/ 154877 h 1818043"/>
              <a:gd name="connsiteX7" fmla="*/ 956491 w 1796623"/>
              <a:gd name="connsiteY7" fmla="*/ 21205 h 1818043"/>
              <a:gd name="connsiteX8" fmla="*/ 477759 w 1796623"/>
              <a:gd name="connsiteY8" fmla="*/ 534641 h 1818043"/>
              <a:gd name="connsiteX0" fmla="*/ 396783 w 1688820"/>
              <a:gd name="connsiteY0" fmla="*/ 534641 h 1815615"/>
              <a:gd name="connsiteX1" fmla="*/ 36431 w 1688820"/>
              <a:gd name="connsiteY1" fmla="*/ 940200 h 1815615"/>
              <a:gd name="connsiteX2" fmla="*/ 55888 w 1688820"/>
              <a:gd name="connsiteY2" fmla="*/ 1728260 h 1815615"/>
              <a:gd name="connsiteX3" fmla="*/ 421834 w 1688820"/>
              <a:gd name="connsiteY3" fmla="*/ 1798118 h 1815615"/>
              <a:gd name="connsiteX4" fmla="*/ 1614170 w 1688820"/>
              <a:gd name="connsiteY4" fmla="*/ 1747798 h 1815615"/>
              <a:gd name="connsiteX5" fmla="*/ 1557182 w 1688820"/>
              <a:gd name="connsiteY5" fmla="*/ 1257671 h 1815615"/>
              <a:gd name="connsiteX6" fmla="*/ 1504941 w 1688820"/>
              <a:gd name="connsiteY6" fmla="*/ 672856 h 1815615"/>
              <a:gd name="connsiteX7" fmla="*/ 1373355 w 1688820"/>
              <a:gd name="connsiteY7" fmla="*/ 154877 h 1815615"/>
              <a:gd name="connsiteX8" fmla="*/ 875515 w 1688820"/>
              <a:gd name="connsiteY8" fmla="*/ 21205 h 1815615"/>
              <a:gd name="connsiteX9" fmla="*/ 396783 w 1688820"/>
              <a:gd name="connsiteY9" fmla="*/ 534641 h 1815615"/>
              <a:gd name="connsiteX0" fmla="*/ 394951 w 1689541"/>
              <a:gd name="connsiteY0" fmla="*/ 534641 h 1877271"/>
              <a:gd name="connsiteX1" fmla="*/ 34599 w 1689541"/>
              <a:gd name="connsiteY1" fmla="*/ 940200 h 1877271"/>
              <a:gd name="connsiteX2" fmla="*/ 54056 w 1689541"/>
              <a:gd name="connsiteY2" fmla="*/ 1728260 h 1877271"/>
              <a:gd name="connsiteX3" fmla="*/ 385071 w 1689541"/>
              <a:gd name="connsiteY3" fmla="*/ 1877032 h 1877271"/>
              <a:gd name="connsiteX4" fmla="*/ 1612338 w 1689541"/>
              <a:gd name="connsiteY4" fmla="*/ 1747798 h 1877271"/>
              <a:gd name="connsiteX5" fmla="*/ 1555350 w 1689541"/>
              <a:gd name="connsiteY5" fmla="*/ 1257671 h 1877271"/>
              <a:gd name="connsiteX6" fmla="*/ 1503109 w 1689541"/>
              <a:gd name="connsiteY6" fmla="*/ 672856 h 1877271"/>
              <a:gd name="connsiteX7" fmla="*/ 1371523 w 1689541"/>
              <a:gd name="connsiteY7" fmla="*/ 154877 h 1877271"/>
              <a:gd name="connsiteX8" fmla="*/ 873683 w 1689541"/>
              <a:gd name="connsiteY8" fmla="*/ 21205 h 1877271"/>
              <a:gd name="connsiteX9" fmla="*/ 394951 w 1689541"/>
              <a:gd name="connsiteY9" fmla="*/ 534641 h 1877271"/>
              <a:gd name="connsiteX0" fmla="*/ 394949 w 1689541"/>
              <a:gd name="connsiteY0" fmla="*/ 534641 h 1877032"/>
              <a:gd name="connsiteX1" fmla="*/ 34597 w 1689541"/>
              <a:gd name="connsiteY1" fmla="*/ 940200 h 1877032"/>
              <a:gd name="connsiteX2" fmla="*/ 54054 w 1689541"/>
              <a:gd name="connsiteY2" fmla="*/ 1728260 h 1877032"/>
              <a:gd name="connsiteX3" fmla="*/ 385069 w 1689541"/>
              <a:gd name="connsiteY3" fmla="*/ 1877032 h 1877032"/>
              <a:gd name="connsiteX4" fmla="*/ 1612336 w 1689541"/>
              <a:gd name="connsiteY4" fmla="*/ 1747798 h 1877032"/>
              <a:gd name="connsiteX5" fmla="*/ 1555348 w 1689541"/>
              <a:gd name="connsiteY5" fmla="*/ 1257671 h 1877032"/>
              <a:gd name="connsiteX6" fmla="*/ 1503107 w 1689541"/>
              <a:gd name="connsiteY6" fmla="*/ 672856 h 1877032"/>
              <a:gd name="connsiteX7" fmla="*/ 1371521 w 1689541"/>
              <a:gd name="connsiteY7" fmla="*/ 154877 h 1877032"/>
              <a:gd name="connsiteX8" fmla="*/ 873681 w 1689541"/>
              <a:gd name="connsiteY8" fmla="*/ 21205 h 1877032"/>
              <a:gd name="connsiteX9" fmla="*/ 394949 w 1689541"/>
              <a:gd name="connsiteY9" fmla="*/ 534641 h 1877032"/>
              <a:gd name="connsiteX0" fmla="*/ 394949 w 1683795"/>
              <a:gd name="connsiteY0" fmla="*/ 534641 h 1877032"/>
              <a:gd name="connsiteX1" fmla="*/ 34597 w 1683795"/>
              <a:gd name="connsiteY1" fmla="*/ 940200 h 1877032"/>
              <a:gd name="connsiteX2" fmla="*/ 54054 w 1683795"/>
              <a:gd name="connsiteY2" fmla="*/ 1728260 h 1877032"/>
              <a:gd name="connsiteX3" fmla="*/ 385069 w 1683795"/>
              <a:gd name="connsiteY3" fmla="*/ 1877032 h 1877032"/>
              <a:gd name="connsiteX4" fmla="*/ 1605349 w 1683795"/>
              <a:gd name="connsiteY4" fmla="*/ 1798860 h 1877032"/>
              <a:gd name="connsiteX5" fmla="*/ 1555348 w 1683795"/>
              <a:gd name="connsiteY5" fmla="*/ 1257671 h 1877032"/>
              <a:gd name="connsiteX6" fmla="*/ 1503107 w 1683795"/>
              <a:gd name="connsiteY6" fmla="*/ 672856 h 1877032"/>
              <a:gd name="connsiteX7" fmla="*/ 1371521 w 1683795"/>
              <a:gd name="connsiteY7" fmla="*/ 154877 h 1877032"/>
              <a:gd name="connsiteX8" fmla="*/ 873681 w 1683795"/>
              <a:gd name="connsiteY8" fmla="*/ 21205 h 1877032"/>
              <a:gd name="connsiteX9" fmla="*/ 394949 w 1683795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720794"/>
              <a:gd name="connsiteY0" fmla="*/ 534641 h 1877032"/>
              <a:gd name="connsiteX1" fmla="*/ 34597 w 1720794"/>
              <a:gd name="connsiteY1" fmla="*/ 940200 h 1877032"/>
              <a:gd name="connsiteX2" fmla="*/ 54054 w 1720794"/>
              <a:gd name="connsiteY2" fmla="*/ 1728260 h 1877032"/>
              <a:gd name="connsiteX3" fmla="*/ 385069 w 1720794"/>
              <a:gd name="connsiteY3" fmla="*/ 1877032 h 1877032"/>
              <a:gd name="connsiteX4" fmla="*/ 1605349 w 1720794"/>
              <a:gd name="connsiteY4" fmla="*/ 1798860 h 1877032"/>
              <a:gd name="connsiteX5" fmla="*/ 1555348 w 1720794"/>
              <a:gd name="connsiteY5" fmla="*/ 1257671 h 1877032"/>
              <a:gd name="connsiteX6" fmla="*/ 1503107 w 1720794"/>
              <a:gd name="connsiteY6" fmla="*/ 672856 h 1877032"/>
              <a:gd name="connsiteX7" fmla="*/ 1371521 w 1720794"/>
              <a:gd name="connsiteY7" fmla="*/ 154877 h 1877032"/>
              <a:gd name="connsiteX8" fmla="*/ 873681 w 1720794"/>
              <a:gd name="connsiteY8" fmla="*/ 21205 h 1877032"/>
              <a:gd name="connsiteX9" fmla="*/ 394949 w 1720794"/>
              <a:gd name="connsiteY9" fmla="*/ 534641 h 1877032"/>
              <a:gd name="connsiteX0" fmla="*/ 394949 w 1671512"/>
              <a:gd name="connsiteY0" fmla="*/ 534641 h 1877032"/>
              <a:gd name="connsiteX1" fmla="*/ 34597 w 1671512"/>
              <a:gd name="connsiteY1" fmla="*/ 940200 h 1877032"/>
              <a:gd name="connsiteX2" fmla="*/ 54054 w 1671512"/>
              <a:gd name="connsiteY2" fmla="*/ 1728260 h 1877032"/>
              <a:gd name="connsiteX3" fmla="*/ 385069 w 1671512"/>
              <a:gd name="connsiteY3" fmla="*/ 1877032 h 1877032"/>
              <a:gd name="connsiteX4" fmla="*/ 1605349 w 1671512"/>
              <a:gd name="connsiteY4" fmla="*/ 1798860 h 1877032"/>
              <a:gd name="connsiteX5" fmla="*/ 1555348 w 1671512"/>
              <a:gd name="connsiteY5" fmla="*/ 1257671 h 1877032"/>
              <a:gd name="connsiteX6" fmla="*/ 1503107 w 1671512"/>
              <a:gd name="connsiteY6" fmla="*/ 672856 h 1877032"/>
              <a:gd name="connsiteX7" fmla="*/ 1371521 w 1671512"/>
              <a:gd name="connsiteY7" fmla="*/ 154877 h 1877032"/>
              <a:gd name="connsiteX8" fmla="*/ 873681 w 1671512"/>
              <a:gd name="connsiteY8" fmla="*/ 21205 h 1877032"/>
              <a:gd name="connsiteX9" fmla="*/ 394949 w 1671512"/>
              <a:gd name="connsiteY9" fmla="*/ 534641 h 1877032"/>
              <a:gd name="connsiteX0" fmla="*/ 394949 w 1677296"/>
              <a:gd name="connsiteY0" fmla="*/ 534641 h 1877032"/>
              <a:gd name="connsiteX1" fmla="*/ 34597 w 1677296"/>
              <a:gd name="connsiteY1" fmla="*/ 940200 h 1877032"/>
              <a:gd name="connsiteX2" fmla="*/ 54054 w 1677296"/>
              <a:gd name="connsiteY2" fmla="*/ 1728260 h 1877032"/>
              <a:gd name="connsiteX3" fmla="*/ 385069 w 1677296"/>
              <a:gd name="connsiteY3" fmla="*/ 1877032 h 1877032"/>
              <a:gd name="connsiteX4" fmla="*/ 1612334 w 1677296"/>
              <a:gd name="connsiteY4" fmla="*/ 1840637 h 1877032"/>
              <a:gd name="connsiteX5" fmla="*/ 1555348 w 1677296"/>
              <a:gd name="connsiteY5" fmla="*/ 1257671 h 1877032"/>
              <a:gd name="connsiteX6" fmla="*/ 1503107 w 1677296"/>
              <a:gd name="connsiteY6" fmla="*/ 672856 h 1877032"/>
              <a:gd name="connsiteX7" fmla="*/ 1371521 w 1677296"/>
              <a:gd name="connsiteY7" fmla="*/ 154877 h 1877032"/>
              <a:gd name="connsiteX8" fmla="*/ 873681 w 1677296"/>
              <a:gd name="connsiteY8" fmla="*/ 21205 h 1877032"/>
              <a:gd name="connsiteX9" fmla="*/ 394949 w 1677296"/>
              <a:gd name="connsiteY9" fmla="*/ 534641 h 1877032"/>
              <a:gd name="connsiteX0" fmla="*/ 394949 w 1677298"/>
              <a:gd name="connsiteY0" fmla="*/ 534641 h 1877032"/>
              <a:gd name="connsiteX1" fmla="*/ 34597 w 1677298"/>
              <a:gd name="connsiteY1" fmla="*/ 940200 h 1877032"/>
              <a:gd name="connsiteX2" fmla="*/ 54054 w 1677298"/>
              <a:gd name="connsiteY2" fmla="*/ 1728260 h 1877032"/>
              <a:gd name="connsiteX3" fmla="*/ 385069 w 1677298"/>
              <a:gd name="connsiteY3" fmla="*/ 1877032 h 1877032"/>
              <a:gd name="connsiteX4" fmla="*/ 1612334 w 1677298"/>
              <a:gd name="connsiteY4" fmla="*/ 1840637 h 1877032"/>
              <a:gd name="connsiteX5" fmla="*/ 1555348 w 1677298"/>
              <a:gd name="connsiteY5" fmla="*/ 1257671 h 1877032"/>
              <a:gd name="connsiteX6" fmla="*/ 1503107 w 1677298"/>
              <a:gd name="connsiteY6" fmla="*/ 672856 h 1877032"/>
              <a:gd name="connsiteX7" fmla="*/ 1371521 w 1677298"/>
              <a:gd name="connsiteY7" fmla="*/ 154877 h 1877032"/>
              <a:gd name="connsiteX8" fmla="*/ 873681 w 1677298"/>
              <a:gd name="connsiteY8" fmla="*/ 21205 h 1877032"/>
              <a:gd name="connsiteX9" fmla="*/ 394949 w 1677298"/>
              <a:gd name="connsiteY9" fmla="*/ 534641 h 1877032"/>
              <a:gd name="connsiteX0" fmla="*/ 394949 w 1677296"/>
              <a:gd name="connsiteY0" fmla="*/ 534641 h 1904936"/>
              <a:gd name="connsiteX1" fmla="*/ 34597 w 1677296"/>
              <a:gd name="connsiteY1" fmla="*/ 940200 h 1904936"/>
              <a:gd name="connsiteX2" fmla="*/ 54054 w 1677296"/>
              <a:gd name="connsiteY2" fmla="*/ 1728260 h 1904936"/>
              <a:gd name="connsiteX3" fmla="*/ 385069 w 1677296"/>
              <a:gd name="connsiteY3" fmla="*/ 1877032 h 1904936"/>
              <a:gd name="connsiteX4" fmla="*/ 1612334 w 1677296"/>
              <a:gd name="connsiteY4" fmla="*/ 1840637 h 1904936"/>
              <a:gd name="connsiteX5" fmla="*/ 1555348 w 1677296"/>
              <a:gd name="connsiteY5" fmla="*/ 1257671 h 1904936"/>
              <a:gd name="connsiteX6" fmla="*/ 1503107 w 1677296"/>
              <a:gd name="connsiteY6" fmla="*/ 672856 h 1904936"/>
              <a:gd name="connsiteX7" fmla="*/ 1371521 w 1677296"/>
              <a:gd name="connsiteY7" fmla="*/ 154877 h 1904936"/>
              <a:gd name="connsiteX8" fmla="*/ 873681 w 1677296"/>
              <a:gd name="connsiteY8" fmla="*/ 21205 h 1904936"/>
              <a:gd name="connsiteX9" fmla="*/ 394949 w 1677296"/>
              <a:gd name="connsiteY9" fmla="*/ 534641 h 1904936"/>
              <a:gd name="connsiteX0" fmla="*/ 461539 w 1743887"/>
              <a:gd name="connsiteY0" fmla="*/ 534641 h 1904936"/>
              <a:gd name="connsiteX1" fmla="*/ 101187 w 1743887"/>
              <a:gd name="connsiteY1" fmla="*/ 940200 h 1904936"/>
              <a:gd name="connsiteX2" fmla="*/ 22840 w 1743887"/>
              <a:gd name="connsiteY2" fmla="*/ 1737812 h 1904936"/>
              <a:gd name="connsiteX3" fmla="*/ 451659 w 1743887"/>
              <a:gd name="connsiteY3" fmla="*/ 1877032 h 1904936"/>
              <a:gd name="connsiteX4" fmla="*/ 1678924 w 1743887"/>
              <a:gd name="connsiteY4" fmla="*/ 1840637 h 1904936"/>
              <a:gd name="connsiteX5" fmla="*/ 1621938 w 1743887"/>
              <a:gd name="connsiteY5" fmla="*/ 1257671 h 1904936"/>
              <a:gd name="connsiteX6" fmla="*/ 1569697 w 1743887"/>
              <a:gd name="connsiteY6" fmla="*/ 672856 h 1904936"/>
              <a:gd name="connsiteX7" fmla="*/ 1438111 w 1743887"/>
              <a:gd name="connsiteY7" fmla="*/ 154877 h 1904936"/>
              <a:gd name="connsiteX8" fmla="*/ 940271 w 1743887"/>
              <a:gd name="connsiteY8" fmla="*/ 21205 h 1904936"/>
              <a:gd name="connsiteX9" fmla="*/ 461539 w 1743887"/>
              <a:gd name="connsiteY9" fmla="*/ 534641 h 1904936"/>
              <a:gd name="connsiteX0" fmla="*/ 452050 w 1756359"/>
              <a:gd name="connsiteY0" fmla="*/ 534641 h 1891359"/>
              <a:gd name="connsiteX1" fmla="*/ 91698 w 1756359"/>
              <a:gd name="connsiteY1" fmla="*/ 940200 h 1891359"/>
              <a:gd name="connsiteX2" fmla="*/ 13351 w 1756359"/>
              <a:gd name="connsiteY2" fmla="*/ 1737812 h 1891359"/>
              <a:gd name="connsiteX3" fmla="*/ 309435 w 1756359"/>
              <a:gd name="connsiteY3" fmla="*/ 1891359 h 1891359"/>
              <a:gd name="connsiteX4" fmla="*/ 1669435 w 1756359"/>
              <a:gd name="connsiteY4" fmla="*/ 1840637 h 1891359"/>
              <a:gd name="connsiteX5" fmla="*/ 1612449 w 1756359"/>
              <a:gd name="connsiteY5" fmla="*/ 1257671 h 1891359"/>
              <a:gd name="connsiteX6" fmla="*/ 1560208 w 1756359"/>
              <a:gd name="connsiteY6" fmla="*/ 672856 h 1891359"/>
              <a:gd name="connsiteX7" fmla="*/ 1428622 w 1756359"/>
              <a:gd name="connsiteY7" fmla="*/ 154877 h 1891359"/>
              <a:gd name="connsiteX8" fmla="*/ 930782 w 1756359"/>
              <a:gd name="connsiteY8" fmla="*/ 21205 h 1891359"/>
              <a:gd name="connsiteX9" fmla="*/ 452050 w 1756359"/>
              <a:gd name="connsiteY9" fmla="*/ 534641 h 1891359"/>
              <a:gd name="connsiteX0" fmla="*/ 452050 w 1756257"/>
              <a:gd name="connsiteY0" fmla="*/ 534641 h 1891359"/>
              <a:gd name="connsiteX1" fmla="*/ 91698 w 1756257"/>
              <a:gd name="connsiteY1" fmla="*/ 940200 h 1891359"/>
              <a:gd name="connsiteX2" fmla="*/ 13351 w 1756257"/>
              <a:gd name="connsiteY2" fmla="*/ 1737812 h 1891359"/>
              <a:gd name="connsiteX3" fmla="*/ 309435 w 1756257"/>
              <a:gd name="connsiteY3" fmla="*/ 1891359 h 1891359"/>
              <a:gd name="connsiteX4" fmla="*/ 1669435 w 1756257"/>
              <a:gd name="connsiteY4" fmla="*/ 1840637 h 1891359"/>
              <a:gd name="connsiteX5" fmla="*/ 1612449 w 1756257"/>
              <a:gd name="connsiteY5" fmla="*/ 1257671 h 1891359"/>
              <a:gd name="connsiteX6" fmla="*/ 1563496 w 1756257"/>
              <a:gd name="connsiteY6" fmla="*/ 959631 h 1891359"/>
              <a:gd name="connsiteX7" fmla="*/ 1560208 w 1756257"/>
              <a:gd name="connsiteY7" fmla="*/ 672856 h 1891359"/>
              <a:gd name="connsiteX8" fmla="*/ 1428622 w 1756257"/>
              <a:gd name="connsiteY8" fmla="*/ 154877 h 1891359"/>
              <a:gd name="connsiteX9" fmla="*/ 930782 w 1756257"/>
              <a:gd name="connsiteY9" fmla="*/ 21205 h 1891359"/>
              <a:gd name="connsiteX10" fmla="*/ 452050 w 1756257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64592"/>
              <a:gd name="connsiteY0" fmla="*/ 534641 h 1891359"/>
              <a:gd name="connsiteX1" fmla="*/ 91698 w 1764592"/>
              <a:gd name="connsiteY1" fmla="*/ 940200 h 1891359"/>
              <a:gd name="connsiteX2" fmla="*/ 13351 w 1764592"/>
              <a:gd name="connsiteY2" fmla="*/ 1737812 h 1891359"/>
              <a:gd name="connsiteX3" fmla="*/ 309435 w 1764592"/>
              <a:gd name="connsiteY3" fmla="*/ 1891359 h 1891359"/>
              <a:gd name="connsiteX4" fmla="*/ 1669435 w 1764592"/>
              <a:gd name="connsiteY4" fmla="*/ 1840637 h 1891359"/>
              <a:gd name="connsiteX5" fmla="*/ 1612449 w 1764592"/>
              <a:gd name="connsiteY5" fmla="*/ 1257671 h 1891359"/>
              <a:gd name="connsiteX6" fmla="*/ 1309780 w 1764592"/>
              <a:gd name="connsiteY6" fmla="*/ 1046341 h 1891359"/>
              <a:gd name="connsiteX7" fmla="*/ 1560208 w 1764592"/>
              <a:gd name="connsiteY7" fmla="*/ 672856 h 1891359"/>
              <a:gd name="connsiteX8" fmla="*/ 1428622 w 1764592"/>
              <a:gd name="connsiteY8" fmla="*/ 154877 h 1891359"/>
              <a:gd name="connsiteX9" fmla="*/ 930782 w 1764592"/>
              <a:gd name="connsiteY9" fmla="*/ 21205 h 1891359"/>
              <a:gd name="connsiteX10" fmla="*/ 452050 w 1764592"/>
              <a:gd name="connsiteY10" fmla="*/ 534641 h 1891359"/>
              <a:gd name="connsiteX0" fmla="*/ 452050 w 1764590"/>
              <a:gd name="connsiteY0" fmla="*/ 534641 h 1891359"/>
              <a:gd name="connsiteX1" fmla="*/ 91698 w 1764590"/>
              <a:gd name="connsiteY1" fmla="*/ 940200 h 1891359"/>
              <a:gd name="connsiteX2" fmla="*/ 13351 w 1764590"/>
              <a:gd name="connsiteY2" fmla="*/ 1737812 h 1891359"/>
              <a:gd name="connsiteX3" fmla="*/ 309435 w 1764590"/>
              <a:gd name="connsiteY3" fmla="*/ 1891359 h 1891359"/>
              <a:gd name="connsiteX4" fmla="*/ 1669435 w 1764590"/>
              <a:gd name="connsiteY4" fmla="*/ 1840637 h 1891359"/>
              <a:gd name="connsiteX5" fmla="*/ 1612449 w 1764590"/>
              <a:gd name="connsiteY5" fmla="*/ 1257671 h 1891359"/>
              <a:gd name="connsiteX6" fmla="*/ 1309780 w 1764590"/>
              <a:gd name="connsiteY6" fmla="*/ 1046341 h 1891359"/>
              <a:gd name="connsiteX7" fmla="*/ 1560208 w 1764590"/>
              <a:gd name="connsiteY7" fmla="*/ 672856 h 1891359"/>
              <a:gd name="connsiteX8" fmla="*/ 1428622 w 1764590"/>
              <a:gd name="connsiteY8" fmla="*/ 154877 h 1891359"/>
              <a:gd name="connsiteX9" fmla="*/ 930782 w 1764590"/>
              <a:gd name="connsiteY9" fmla="*/ 21205 h 1891359"/>
              <a:gd name="connsiteX10" fmla="*/ 452050 w 1764590"/>
              <a:gd name="connsiteY10" fmla="*/ 534641 h 1891359"/>
              <a:gd name="connsiteX0" fmla="*/ 452050 w 1792731"/>
              <a:gd name="connsiteY0" fmla="*/ 534641 h 1891359"/>
              <a:gd name="connsiteX1" fmla="*/ 91698 w 1792731"/>
              <a:gd name="connsiteY1" fmla="*/ 940200 h 1891359"/>
              <a:gd name="connsiteX2" fmla="*/ 13351 w 1792731"/>
              <a:gd name="connsiteY2" fmla="*/ 1737812 h 1891359"/>
              <a:gd name="connsiteX3" fmla="*/ 309435 w 1792731"/>
              <a:gd name="connsiteY3" fmla="*/ 1891359 h 1891359"/>
              <a:gd name="connsiteX4" fmla="*/ 1669435 w 1792731"/>
              <a:gd name="connsiteY4" fmla="*/ 1840637 h 1891359"/>
              <a:gd name="connsiteX5" fmla="*/ 1688563 w 1792731"/>
              <a:gd name="connsiteY5" fmla="*/ 1292355 h 1891359"/>
              <a:gd name="connsiteX6" fmla="*/ 1309780 w 1792731"/>
              <a:gd name="connsiteY6" fmla="*/ 1046341 h 1891359"/>
              <a:gd name="connsiteX7" fmla="*/ 1560208 w 1792731"/>
              <a:gd name="connsiteY7" fmla="*/ 672856 h 1891359"/>
              <a:gd name="connsiteX8" fmla="*/ 1428622 w 1792731"/>
              <a:gd name="connsiteY8" fmla="*/ 154877 h 1891359"/>
              <a:gd name="connsiteX9" fmla="*/ 930782 w 1792731"/>
              <a:gd name="connsiteY9" fmla="*/ 21205 h 1891359"/>
              <a:gd name="connsiteX10" fmla="*/ 452050 w 1792731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560208 w 1814809"/>
              <a:gd name="connsiteY7" fmla="*/ 672856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34641 h 1891359"/>
              <a:gd name="connsiteX1" fmla="*/ 91698 w 1814809"/>
              <a:gd name="connsiteY1" fmla="*/ 940200 h 1891359"/>
              <a:gd name="connsiteX2" fmla="*/ 13351 w 1814809"/>
              <a:gd name="connsiteY2" fmla="*/ 1737812 h 1891359"/>
              <a:gd name="connsiteX3" fmla="*/ 309435 w 1814809"/>
              <a:gd name="connsiteY3" fmla="*/ 1891359 h 1891359"/>
              <a:gd name="connsiteX4" fmla="*/ 1669435 w 1814809"/>
              <a:gd name="connsiteY4" fmla="*/ 1840637 h 1891359"/>
              <a:gd name="connsiteX5" fmla="*/ 1688563 w 1814809"/>
              <a:gd name="connsiteY5" fmla="*/ 1292355 h 1891359"/>
              <a:gd name="connsiteX6" fmla="*/ 1309780 w 1814809"/>
              <a:gd name="connsiteY6" fmla="*/ 1046341 h 1891359"/>
              <a:gd name="connsiteX7" fmla="*/ 1619996 w 1814809"/>
              <a:gd name="connsiteY7" fmla="*/ 526399 h 1891359"/>
              <a:gd name="connsiteX8" fmla="*/ 1428622 w 1814809"/>
              <a:gd name="connsiteY8" fmla="*/ 154877 h 1891359"/>
              <a:gd name="connsiteX9" fmla="*/ 930782 w 1814809"/>
              <a:gd name="connsiteY9" fmla="*/ 21205 h 1891359"/>
              <a:gd name="connsiteX10" fmla="*/ 452050 w 1814809"/>
              <a:gd name="connsiteY10" fmla="*/ 534641 h 1891359"/>
              <a:gd name="connsiteX0" fmla="*/ 452050 w 1814809"/>
              <a:gd name="connsiteY0" fmla="*/ 542872 h 1899590"/>
              <a:gd name="connsiteX1" fmla="*/ 91698 w 1814809"/>
              <a:gd name="connsiteY1" fmla="*/ 948431 h 1899590"/>
              <a:gd name="connsiteX2" fmla="*/ 13351 w 1814809"/>
              <a:gd name="connsiteY2" fmla="*/ 1746043 h 1899590"/>
              <a:gd name="connsiteX3" fmla="*/ 309435 w 1814809"/>
              <a:gd name="connsiteY3" fmla="*/ 1899590 h 1899590"/>
              <a:gd name="connsiteX4" fmla="*/ 1669435 w 1814809"/>
              <a:gd name="connsiteY4" fmla="*/ 1848868 h 1899590"/>
              <a:gd name="connsiteX5" fmla="*/ 1688563 w 1814809"/>
              <a:gd name="connsiteY5" fmla="*/ 1300586 h 1899590"/>
              <a:gd name="connsiteX6" fmla="*/ 1309780 w 1814809"/>
              <a:gd name="connsiteY6" fmla="*/ 1054572 h 1899590"/>
              <a:gd name="connsiteX7" fmla="*/ 1619996 w 1814809"/>
              <a:gd name="connsiteY7" fmla="*/ 534630 h 1899590"/>
              <a:gd name="connsiteX8" fmla="*/ 1488411 w 1814809"/>
              <a:gd name="connsiteY8" fmla="*/ 129049 h 1899590"/>
              <a:gd name="connsiteX9" fmla="*/ 930782 w 1814809"/>
              <a:gd name="connsiteY9" fmla="*/ 29436 h 1899590"/>
              <a:gd name="connsiteX10" fmla="*/ 452050 w 1814809"/>
              <a:gd name="connsiteY10" fmla="*/ 542872 h 1899590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452050 w 1814809"/>
              <a:gd name="connsiteY0" fmla="*/ 540513 h 1897231"/>
              <a:gd name="connsiteX1" fmla="*/ 91698 w 1814809"/>
              <a:gd name="connsiteY1" fmla="*/ 946072 h 1897231"/>
              <a:gd name="connsiteX2" fmla="*/ 13351 w 1814809"/>
              <a:gd name="connsiteY2" fmla="*/ 1743684 h 1897231"/>
              <a:gd name="connsiteX3" fmla="*/ 309435 w 1814809"/>
              <a:gd name="connsiteY3" fmla="*/ 1897231 h 1897231"/>
              <a:gd name="connsiteX4" fmla="*/ 1669435 w 1814809"/>
              <a:gd name="connsiteY4" fmla="*/ 1846509 h 1897231"/>
              <a:gd name="connsiteX5" fmla="*/ 1688563 w 1814809"/>
              <a:gd name="connsiteY5" fmla="*/ 1298227 h 1897231"/>
              <a:gd name="connsiteX6" fmla="*/ 1309780 w 1814809"/>
              <a:gd name="connsiteY6" fmla="*/ 1052213 h 1897231"/>
              <a:gd name="connsiteX7" fmla="*/ 1619996 w 1814809"/>
              <a:gd name="connsiteY7" fmla="*/ 532271 h 1897231"/>
              <a:gd name="connsiteX8" fmla="*/ 1488411 w 1814809"/>
              <a:gd name="connsiteY8" fmla="*/ 126690 h 1897231"/>
              <a:gd name="connsiteX9" fmla="*/ 930782 w 1814809"/>
              <a:gd name="connsiteY9" fmla="*/ 27077 h 1897231"/>
              <a:gd name="connsiteX10" fmla="*/ 452050 w 1814809"/>
              <a:gd name="connsiteY10" fmla="*/ 540513 h 1897231"/>
              <a:gd name="connsiteX0" fmla="*/ 288567 w 1811701"/>
              <a:gd name="connsiteY0" fmla="*/ 555674 h 1898251"/>
              <a:gd name="connsiteX1" fmla="*/ 88590 w 1811701"/>
              <a:gd name="connsiteY1" fmla="*/ 947092 h 1898251"/>
              <a:gd name="connsiteX2" fmla="*/ 10243 w 1811701"/>
              <a:gd name="connsiteY2" fmla="*/ 1744704 h 1898251"/>
              <a:gd name="connsiteX3" fmla="*/ 306327 w 1811701"/>
              <a:gd name="connsiteY3" fmla="*/ 1898251 h 1898251"/>
              <a:gd name="connsiteX4" fmla="*/ 1666327 w 1811701"/>
              <a:gd name="connsiteY4" fmla="*/ 1847529 h 1898251"/>
              <a:gd name="connsiteX5" fmla="*/ 1685455 w 1811701"/>
              <a:gd name="connsiteY5" fmla="*/ 1299247 h 1898251"/>
              <a:gd name="connsiteX6" fmla="*/ 1306672 w 1811701"/>
              <a:gd name="connsiteY6" fmla="*/ 1053233 h 1898251"/>
              <a:gd name="connsiteX7" fmla="*/ 1616888 w 1811701"/>
              <a:gd name="connsiteY7" fmla="*/ 533291 h 1898251"/>
              <a:gd name="connsiteX8" fmla="*/ 1485303 w 1811701"/>
              <a:gd name="connsiteY8" fmla="*/ 127710 h 1898251"/>
              <a:gd name="connsiteX9" fmla="*/ 927674 w 1811701"/>
              <a:gd name="connsiteY9" fmla="*/ 28097 h 1898251"/>
              <a:gd name="connsiteX10" fmla="*/ 288567 w 1811701"/>
              <a:gd name="connsiteY10" fmla="*/ 555674 h 1898251"/>
              <a:gd name="connsiteX0" fmla="*/ 288567 w 1811701"/>
              <a:gd name="connsiteY0" fmla="*/ 479828 h 1822405"/>
              <a:gd name="connsiteX1" fmla="*/ 88590 w 1811701"/>
              <a:gd name="connsiteY1" fmla="*/ 871246 h 1822405"/>
              <a:gd name="connsiteX2" fmla="*/ 10243 w 1811701"/>
              <a:gd name="connsiteY2" fmla="*/ 1668858 h 1822405"/>
              <a:gd name="connsiteX3" fmla="*/ 306327 w 1811701"/>
              <a:gd name="connsiteY3" fmla="*/ 1822405 h 1822405"/>
              <a:gd name="connsiteX4" fmla="*/ 1666327 w 1811701"/>
              <a:gd name="connsiteY4" fmla="*/ 1771683 h 1822405"/>
              <a:gd name="connsiteX5" fmla="*/ 1685455 w 1811701"/>
              <a:gd name="connsiteY5" fmla="*/ 1223401 h 1822405"/>
              <a:gd name="connsiteX6" fmla="*/ 1306672 w 1811701"/>
              <a:gd name="connsiteY6" fmla="*/ 977387 h 1822405"/>
              <a:gd name="connsiteX7" fmla="*/ 1616888 w 1811701"/>
              <a:gd name="connsiteY7" fmla="*/ 457445 h 1822405"/>
              <a:gd name="connsiteX8" fmla="*/ 1485303 w 1811701"/>
              <a:gd name="connsiteY8" fmla="*/ 51864 h 1822405"/>
              <a:gd name="connsiteX9" fmla="*/ 895599 w 1811701"/>
              <a:gd name="connsiteY9" fmla="*/ 79530 h 1822405"/>
              <a:gd name="connsiteX10" fmla="*/ 288567 w 1811701"/>
              <a:gd name="connsiteY10" fmla="*/ 479828 h 182240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616888 w 1811701"/>
              <a:gd name="connsiteY7" fmla="*/ 396875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811701"/>
              <a:gd name="connsiteY0" fmla="*/ 419258 h 1761835"/>
              <a:gd name="connsiteX1" fmla="*/ 88590 w 1811701"/>
              <a:gd name="connsiteY1" fmla="*/ 810676 h 1761835"/>
              <a:gd name="connsiteX2" fmla="*/ 10243 w 1811701"/>
              <a:gd name="connsiteY2" fmla="*/ 1608288 h 1761835"/>
              <a:gd name="connsiteX3" fmla="*/ 306327 w 1811701"/>
              <a:gd name="connsiteY3" fmla="*/ 1761835 h 1761835"/>
              <a:gd name="connsiteX4" fmla="*/ 1666327 w 1811701"/>
              <a:gd name="connsiteY4" fmla="*/ 1711113 h 1761835"/>
              <a:gd name="connsiteX5" fmla="*/ 1685455 w 1811701"/>
              <a:gd name="connsiteY5" fmla="*/ 1162831 h 1761835"/>
              <a:gd name="connsiteX6" fmla="*/ 1306672 w 1811701"/>
              <a:gd name="connsiteY6" fmla="*/ 916817 h 1761835"/>
              <a:gd name="connsiteX7" fmla="*/ 1584814 w 1811701"/>
              <a:gd name="connsiteY7" fmla="*/ 510012 h 1761835"/>
              <a:gd name="connsiteX8" fmla="*/ 1373040 w 1811701"/>
              <a:gd name="connsiteY8" fmla="*/ 118574 h 1761835"/>
              <a:gd name="connsiteX9" fmla="*/ 895599 w 1811701"/>
              <a:gd name="connsiteY9" fmla="*/ 18960 h 1761835"/>
              <a:gd name="connsiteX10" fmla="*/ 288567 w 1811701"/>
              <a:gd name="connsiteY10" fmla="*/ 419258 h 1761835"/>
              <a:gd name="connsiteX0" fmla="*/ 288567 w 1770444"/>
              <a:gd name="connsiteY0" fmla="*/ 419258 h 1761835"/>
              <a:gd name="connsiteX1" fmla="*/ 88590 w 1770444"/>
              <a:gd name="connsiteY1" fmla="*/ 810676 h 1761835"/>
              <a:gd name="connsiteX2" fmla="*/ 10243 w 1770444"/>
              <a:gd name="connsiteY2" fmla="*/ 1608288 h 1761835"/>
              <a:gd name="connsiteX3" fmla="*/ 306327 w 1770444"/>
              <a:gd name="connsiteY3" fmla="*/ 1761835 h 1761835"/>
              <a:gd name="connsiteX4" fmla="*/ 1666327 w 1770444"/>
              <a:gd name="connsiteY4" fmla="*/ 1711113 h 1761835"/>
              <a:gd name="connsiteX5" fmla="*/ 1589229 w 1770444"/>
              <a:gd name="connsiteY5" fmla="*/ 1176973 h 1761835"/>
              <a:gd name="connsiteX6" fmla="*/ 1306672 w 1770444"/>
              <a:gd name="connsiteY6" fmla="*/ 916817 h 1761835"/>
              <a:gd name="connsiteX7" fmla="*/ 1584814 w 1770444"/>
              <a:gd name="connsiteY7" fmla="*/ 510012 h 1761835"/>
              <a:gd name="connsiteX8" fmla="*/ 1373040 w 1770444"/>
              <a:gd name="connsiteY8" fmla="*/ 118574 h 1761835"/>
              <a:gd name="connsiteX9" fmla="*/ 895599 w 1770444"/>
              <a:gd name="connsiteY9" fmla="*/ 18960 h 1761835"/>
              <a:gd name="connsiteX10" fmla="*/ 288567 w 1770444"/>
              <a:gd name="connsiteY10" fmla="*/ 419258 h 1761835"/>
              <a:gd name="connsiteX0" fmla="*/ 288567 w 1592514"/>
              <a:gd name="connsiteY0" fmla="*/ 419258 h 1863058"/>
              <a:gd name="connsiteX1" fmla="*/ 88590 w 1592514"/>
              <a:gd name="connsiteY1" fmla="*/ 810676 h 1863058"/>
              <a:gd name="connsiteX2" fmla="*/ 10243 w 1592514"/>
              <a:gd name="connsiteY2" fmla="*/ 1608288 h 1863058"/>
              <a:gd name="connsiteX3" fmla="*/ 306327 w 1592514"/>
              <a:gd name="connsiteY3" fmla="*/ 1761835 h 1863058"/>
              <a:gd name="connsiteX4" fmla="*/ 1377650 w 1592514"/>
              <a:gd name="connsiteY4" fmla="*/ 1838393 h 1863058"/>
              <a:gd name="connsiteX5" fmla="*/ 1589229 w 1592514"/>
              <a:gd name="connsiteY5" fmla="*/ 1176973 h 1863058"/>
              <a:gd name="connsiteX6" fmla="*/ 1306672 w 1592514"/>
              <a:gd name="connsiteY6" fmla="*/ 916817 h 1863058"/>
              <a:gd name="connsiteX7" fmla="*/ 1584814 w 1592514"/>
              <a:gd name="connsiteY7" fmla="*/ 510012 h 1863058"/>
              <a:gd name="connsiteX8" fmla="*/ 1373040 w 1592514"/>
              <a:gd name="connsiteY8" fmla="*/ 118574 h 1863058"/>
              <a:gd name="connsiteX9" fmla="*/ 895599 w 1592514"/>
              <a:gd name="connsiteY9" fmla="*/ 18960 h 1863058"/>
              <a:gd name="connsiteX10" fmla="*/ 288567 w 1592514"/>
              <a:gd name="connsiteY10" fmla="*/ 419258 h 1863058"/>
              <a:gd name="connsiteX0" fmla="*/ 421322 w 1594935"/>
              <a:gd name="connsiteY0" fmla="*/ 616342 h 1876292"/>
              <a:gd name="connsiteX1" fmla="*/ 91011 w 1594935"/>
              <a:gd name="connsiteY1" fmla="*/ 823910 h 1876292"/>
              <a:gd name="connsiteX2" fmla="*/ 12664 w 1594935"/>
              <a:gd name="connsiteY2" fmla="*/ 1621522 h 1876292"/>
              <a:gd name="connsiteX3" fmla="*/ 308748 w 1594935"/>
              <a:gd name="connsiteY3" fmla="*/ 1775069 h 1876292"/>
              <a:gd name="connsiteX4" fmla="*/ 1380071 w 1594935"/>
              <a:gd name="connsiteY4" fmla="*/ 1851627 h 1876292"/>
              <a:gd name="connsiteX5" fmla="*/ 1591650 w 1594935"/>
              <a:gd name="connsiteY5" fmla="*/ 1190207 h 1876292"/>
              <a:gd name="connsiteX6" fmla="*/ 1309093 w 1594935"/>
              <a:gd name="connsiteY6" fmla="*/ 930051 h 1876292"/>
              <a:gd name="connsiteX7" fmla="*/ 1587235 w 1594935"/>
              <a:gd name="connsiteY7" fmla="*/ 523246 h 1876292"/>
              <a:gd name="connsiteX8" fmla="*/ 1375461 w 1594935"/>
              <a:gd name="connsiteY8" fmla="*/ 131808 h 1876292"/>
              <a:gd name="connsiteX9" fmla="*/ 898020 w 1594935"/>
              <a:gd name="connsiteY9" fmla="*/ 32194 h 1876292"/>
              <a:gd name="connsiteX10" fmla="*/ 421322 w 1594935"/>
              <a:gd name="connsiteY10" fmla="*/ 616342 h 1876292"/>
              <a:gd name="connsiteX0" fmla="*/ 413257 w 1586870"/>
              <a:gd name="connsiteY0" fmla="*/ 616342 h 1876292"/>
              <a:gd name="connsiteX1" fmla="*/ 140873 w 1586870"/>
              <a:gd name="connsiteY1" fmla="*/ 993617 h 1876292"/>
              <a:gd name="connsiteX2" fmla="*/ 4599 w 1586870"/>
              <a:gd name="connsiteY2" fmla="*/ 1621522 h 1876292"/>
              <a:gd name="connsiteX3" fmla="*/ 300683 w 1586870"/>
              <a:gd name="connsiteY3" fmla="*/ 1775069 h 1876292"/>
              <a:gd name="connsiteX4" fmla="*/ 1372006 w 1586870"/>
              <a:gd name="connsiteY4" fmla="*/ 1851627 h 1876292"/>
              <a:gd name="connsiteX5" fmla="*/ 1583585 w 1586870"/>
              <a:gd name="connsiteY5" fmla="*/ 1190207 h 1876292"/>
              <a:gd name="connsiteX6" fmla="*/ 1301028 w 1586870"/>
              <a:gd name="connsiteY6" fmla="*/ 930051 h 1876292"/>
              <a:gd name="connsiteX7" fmla="*/ 1579170 w 1586870"/>
              <a:gd name="connsiteY7" fmla="*/ 523246 h 1876292"/>
              <a:gd name="connsiteX8" fmla="*/ 1367396 w 1586870"/>
              <a:gd name="connsiteY8" fmla="*/ 131808 h 1876292"/>
              <a:gd name="connsiteX9" fmla="*/ 889955 w 1586870"/>
              <a:gd name="connsiteY9" fmla="*/ 32194 h 1876292"/>
              <a:gd name="connsiteX10" fmla="*/ 413257 w 1586870"/>
              <a:gd name="connsiteY10" fmla="*/ 616342 h 1876292"/>
              <a:gd name="connsiteX0" fmla="*/ 284962 w 1458575"/>
              <a:gd name="connsiteY0" fmla="*/ 616342 h 1908017"/>
              <a:gd name="connsiteX1" fmla="*/ 12578 w 1458575"/>
              <a:gd name="connsiteY1" fmla="*/ 993617 h 1908017"/>
              <a:gd name="connsiteX2" fmla="*/ 172388 w 1458575"/>
              <a:gd name="connsiteY2" fmla="*/ 1775069 h 1908017"/>
              <a:gd name="connsiteX3" fmla="*/ 1243711 w 1458575"/>
              <a:gd name="connsiteY3" fmla="*/ 1851627 h 1908017"/>
              <a:gd name="connsiteX4" fmla="*/ 1455290 w 1458575"/>
              <a:gd name="connsiteY4" fmla="*/ 1190207 h 1908017"/>
              <a:gd name="connsiteX5" fmla="*/ 1172733 w 1458575"/>
              <a:gd name="connsiteY5" fmla="*/ 930051 h 1908017"/>
              <a:gd name="connsiteX6" fmla="*/ 1450875 w 1458575"/>
              <a:gd name="connsiteY6" fmla="*/ 523246 h 1908017"/>
              <a:gd name="connsiteX7" fmla="*/ 1239101 w 1458575"/>
              <a:gd name="connsiteY7" fmla="*/ 131808 h 1908017"/>
              <a:gd name="connsiteX8" fmla="*/ 761660 w 1458575"/>
              <a:gd name="connsiteY8" fmla="*/ 32194 h 1908017"/>
              <a:gd name="connsiteX9" fmla="*/ 284962 w 1458575"/>
              <a:gd name="connsiteY9" fmla="*/ 616342 h 1908017"/>
              <a:gd name="connsiteX0" fmla="*/ 343858 w 1519131"/>
              <a:gd name="connsiteY0" fmla="*/ 616342 h 1885036"/>
              <a:gd name="connsiteX1" fmla="*/ 71474 w 1519131"/>
              <a:gd name="connsiteY1" fmla="*/ 993617 h 1885036"/>
              <a:gd name="connsiteX2" fmla="*/ 115432 w 1519131"/>
              <a:gd name="connsiteY2" fmla="*/ 1704358 h 1885036"/>
              <a:gd name="connsiteX3" fmla="*/ 1302607 w 1519131"/>
              <a:gd name="connsiteY3" fmla="*/ 1851627 h 1885036"/>
              <a:gd name="connsiteX4" fmla="*/ 1514186 w 1519131"/>
              <a:gd name="connsiteY4" fmla="*/ 1190207 h 1885036"/>
              <a:gd name="connsiteX5" fmla="*/ 1231629 w 1519131"/>
              <a:gd name="connsiteY5" fmla="*/ 930051 h 1885036"/>
              <a:gd name="connsiteX6" fmla="*/ 1509771 w 1519131"/>
              <a:gd name="connsiteY6" fmla="*/ 523246 h 1885036"/>
              <a:gd name="connsiteX7" fmla="*/ 1297997 w 1519131"/>
              <a:gd name="connsiteY7" fmla="*/ 131808 h 1885036"/>
              <a:gd name="connsiteX8" fmla="*/ 820556 w 1519131"/>
              <a:gd name="connsiteY8" fmla="*/ 32194 h 1885036"/>
              <a:gd name="connsiteX9" fmla="*/ 343858 w 1519131"/>
              <a:gd name="connsiteY9" fmla="*/ 616342 h 1885036"/>
              <a:gd name="connsiteX0" fmla="*/ 343858 w 1549812"/>
              <a:gd name="connsiteY0" fmla="*/ 616342 h 1800235"/>
              <a:gd name="connsiteX1" fmla="*/ 71474 w 1549812"/>
              <a:gd name="connsiteY1" fmla="*/ 993617 h 1800235"/>
              <a:gd name="connsiteX2" fmla="*/ 115432 w 1549812"/>
              <a:gd name="connsiteY2" fmla="*/ 1704358 h 1800235"/>
              <a:gd name="connsiteX3" fmla="*/ 1389496 w 1549812"/>
              <a:gd name="connsiteY3" fmla="*/ 1724347 h 1800235"/>
              <a:gd name="connsiteX4" fmla="*/ 1514186 w 1549812"/>
              <a:gd name="connsiteY4" fmla="*/ 1190207 h 1800235"/>
              <a:gd name="connsiteX5" fmla="*/ 1231629 w 1549812"/>
              <a:gd name="connsiteY5" fmla="*/ 930051 h 1800235"/>
              <a:gd name="connsiteX6" fmla="*/ 1509771 w 1549812"/>
              <a:gd name="connsiteY6" fmla="*/ 523246 h 1800235"/>
              <a:gd name="connsiteX7" fmla="*/ 1297997 w 1549812"/>
              <a:gd name="connsiteY7" fmla="*/ 131808 h 1800235"/>
              <a:gd name="connsiteX8" fmla="*/ 820556 w 1549812"/>
              <a:gd name="connsiteY8" fmla="*/ 32194 h 1800235"/>
              <a:gd name="connsiteX9" fmla="*/ 343858 w 1549812"/>
              <a:gd name="connsiteY9" fmla="*/ 616342 h 180023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549812" h="1800235">
                <a:moveTo>
                  <a:pt x="343858" y="616342"/>
                </a:moveTo>
                <a:cubicBezTo>
                  <a:pt x="219011" y="776579"/>
                  <a:pt x="109545" y="812281"/>
                  <a:pt x="71474" y="993617"/>
                </a:cubicBezTo>
                <a:cubicBezTo>
                  <a:pt x="33403" y="1174953"/>
                  <a:pt x="-89757" y="1561356"/>
                  <a:pt x="115432" y="1704358"/>
                </a:cubicBezTo>
                <a:cubicBezTo>
                  <a:pt x="320621" y="1847360"/>
                  <a:pt x="1156371" y="1810039"/>
                  <a:pt x="1389496" y="1724347"/>
                </a:cubicBezTo>
                <a:cubicBezTo>
                  <a:pt x="1622621" y="1638655"/>
                  <a:pt x="1540497" y="1322590"/>
                  <a:pt x="1514186" y="1190207"/>
                </a:cubicBezTo>
                <a:cubicBezTo>
                  <a:pt x="1487875" y="1057824"/>
                  <a:pt x="1240336" y="1148914"/>
                  <a:pt x="1231629" y="930051"/>
                </a:cubicBezTo>
                <a:cubicBezTo>
                  <a:pt x="1248292" y="693847"/>
                  <a:pt x="1498710" y="656286"/>
                  <a:pt x="1509771" y="523246"/>
                </a:cubicBezTo>
                <a:cubicBezTo>
                  <a:pt x="1520832" y="390206"/>
                  <a:pt x="1431655" y="305130"/>
                  <a:pt x="1297997" y="131808"/>
                </a:cubicBezTo>
                <a:cubicBezTo>
                  <a:pt x="1189251" y="36824"/>
                  <a:pt x="979579" y="-48562"/>
                  <a:pt x="820556" y="32194"/>
                </a:cubicBezTo>
                <a:cubicBezTo>
                  <a:pt x="661533" y="112950"/>
                  <a:pt x="468705" y="456105"/>
                  <a:pt x="343858" y="61634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 417">
            <a:extLst>
              <a:ext uri="{FF2B5EF4-FFF2-40B4-BE49-F238E27FC236}">
                <a16:creationId xmlns:a16="http://schemas.microsoft.com/office/drawing/2014/main" id="{22352293-C7A6-4C41-9DD8-CAA48CB29154}"/>
              </a:ext>
            </a:extLst>
          </p:cNvPr>
          <p:cNvSpPr>
            <a:spLocks/>
          </p:cNvSpPr>
          <p:nvPr/>
        </p:nvSpPr>
        <p:spPr bwMode="auto">
          <a:xfrm>
            <a:off x="7274076" y="1826035"/>
            <a:ext cx="1736725" cy="1317704"/>
          </a:xfrm>
          <a:custGeom>
            <a:avLst/>
            <a:gdLst>
              <a:gd name="T0" fmla="*/ 2147483646 w 1036"/>
              <a:gd name="T1" fmla="*/ 2147483646 h 675"/>
              <a:gd name="T2" fmla="*/ 2147483646 w 1036"/>
              <a:gd name="T3" fmla="*/ 2147483646 h 675"/>
              <a:gd name="T4" fmla="*/ 2147483646 w 1036"/>
              <a:gd name="T5" fmla="*/ 2147483646 h 675"/>
              <a:gd name="T6" fmla="*/ 2147483646 w 1036"/>
              <a:gd name="T7" fmla="*/ 2147483646 h 675"/>
              <a:gd name="T8" fmla="*/ 2147483646 w 1036"/>
              <a:gd name="T9" fmla="*/ 2147483646 h 675"/>
              <a:gd name="T10" fmla="*/ 2147483646 w 1036"/>
              <a:gd name="T11" fmla="*/ 2147483646 h 675"/>
              <a:gd name="T12" fmla="*/ 2147483646 w 1036"/>
              <a:gd name="T13" fmla="*/ 2147483646 h 675"/>
              <a:gd name="T14" fmla="*/ 2147483646 w 1036"/>
              <a:gd name="T15" fmla="*/ 2147483646 h 675"/>
              <a:gd name="T16" fmla="*/ 2147483646 w 1036"/>
              <a:gd name="T17" fmla="*/ 2147483646 h 675"/>
              <a:gd name="T18" fmla="*/ 2147483646 w 1036"/>
              <a:gd name="T19" fmla="*/ 2147483646 h 675"/>
              <a:gd name="T20" fmla="*/ 2147483646 w 1036"/>
              <a:gd name="T21" fmla="*/ 2147483646 h 675"/>
              <a:gd name="T22" fmla="*/ 2147483646 w 1036"/>
              <a:gd name="T23" fmla="*/ 2147483646 h 675"/>
              <a:gd name="T24" fmla="*/ 2147483646 w 1036"/>
              <a:gd name="T25" fmla="*/ 2147483646 h 675"/>
              <a:gd name="T26" fmla="*/ 2147483646 w 1036"/>
              <a:gd name="T27" fmla="*/ 2147483646 h 675"/>
              <a:gd name="T28" fmla="*/ 2147483646 w 1036"/>
              <a:gd name="T29" fmla="*/ 2147483646 h 675"/>
              <a:gd name="T30" fmla="*/ 2147483646 w 1036"/>
              <a:gd name="T31" fmla="*/ 2147483646 h 675"/>
              <a:gd name="T32" fmla="*/ 2147483646 w 1036"/>
              <a:gd name="T33" fmla="*/ 2147483646 h 675"/>
              <a:gd name="T34" fmla="*/ 2147483646 w 1036"/>
              <a:gd name="T35" fmla="*/ 2147483646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w 1036"/>
              <a:gd name="T55" fmla="*/ 0 h 675"/>
              <a:gd name="T56" fmla="*/ 1036 w 1036"/>
              <a:gd name="T57" fmla="*/ 675 h 675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T54" t="T55" r="T56" b="T57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69" name="Rectangle 419">
            <a:extLst>
              <a:ext uri="{FF2B5EF4-FFF2-40B4-BE49-F238E27FC236}">
                <a16:creationId xmlns:a16="http://schemas.microsoft.com/office/drawing/2014/main" id="{F39DA03D-3BDA-2344-B3D3-3A95FB5EE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39074" y="3553079"/>
            <a:ext cx="986999" cy="669622"/>
          </a:xfrm>
          <a:prstGeom prst="rect">
            <a:avLst/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370" name="AutoShape 420">
            <a:extLst>
              <a:ext uri="{FF2B5EF4-FFF2-40B4-BE49-F238E27FC236}">
                <a16:creationId xmlns:a16="http://schemas.microsoft.com/office/drawing/2014/main" id="{579866B0-F884-A84A-B74A-EFEA50EBF8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5350" y="3289251"/>
            <a:ext cx="1458912" cy="317850"/>
          </a:xfrm>
          <a:prstGeom prst="triangle">
            <a:avLst>
              <a:gd name="adj" fmla="val 50000"/>
            </a:avLst>
          </a:prstGeom>
          <a:solidFill>
            <a:srgbClr val="9CDFF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solidFill>
                <a:srgbClr val="00CCFF"/>
              </a:solidFill>
              <a:latin typeface="Arial" panose="020B0604020202020204" pitchFamily="34" charset="0"/>
            </a:endParaRPr>
          </a:p>
        </p:txBody>
      </p:sp>
      <p:sp>
        <p:nvSpPr>
          <p:cNvPr id="21" name="Freeform 427">
            <a:extLst>
              <a:ext uri="{FF2B5EF4-FFF2-40B4-BE49-F238E27FC236}">
                <a16:creationId xmlns:a16="http://schemas.microsoft.com/office/drawing/2014/main" id="{3F97D486-CCD5-C043-940C-EC1740EC7BA0}"/>
              </a:ext>
            </a:extLst>
          </p:cNvPr>
          <p:cNvSpPr>
            <a:spLocks/>
          </p:cNvSpPr>
          <p:nvPr/>
        </p:nvSpPr>
        <p:spPr bwMode="auto">
          <a:xfrm>
            <a:off x="7712401" y="4683134"/>
            <a:ext cx="3079750" cy="1665288"/>
          </a:xfrm>
          <a:custGeom>
            <a:avLst/>
            <a:gdLst>
              <a:gd name="T0" fmla="*/ 2147483646 w 1940"/>
              <a:gd name="T1" fmla="*/ 2147483646 h 1049"/>
              <a:gd name="T2" fmla="*/ 2147483646 w 1940"/>
              <a:gd name="T3" fmla="*/ 2147483646 h 1049"/>
              <a:gd name="T4" fmla="*/ 2147483646 w 1940"/>
              <a:gd name="T5" fmla="*/ 2147483646 h 1049"/>
              <a:gd name="T6" fmla="*/ 2147483646 w 1940"/>
              <a:gd name="T7" fmla="*/ 2147483646 h 1049"/>
              <a:gd name="T8" fmla="*/ 2147483646 w 1940"/>
              <a:gd name="T9" fmla="*/ 2147483646 h 1049"/>
              <a:gd name="T10" fmla="*/ 2147483646 w 1940"/>
              <a:gd name="T11" fmla="*/ 2147483646 h 1049"/>
              <a:gd name="T12" fmla="*/ 2147483646 w 1940"/>
              <a:gd name="T13" fmla="*/ 2147483646 h 1049"/>
              <a:gd name="T14" fmla="*/ 2147483646 w 1940"/>
              <a:gd name="T15" fmla="*/ 2147483646 h 1049"/>
              <a:gd name="T16" fmla="*/ 2147483646 w 1940"/>
              <a:gd name="T17" fmla="*/ 2147483646 h 1049"/>
              <a:gd name="T18" fmla="*/ 2147483646 w 1940"/>
              <a:gd name="T19" fmla="*/ 2147483646 h 1049"/>
              <a:gd name="T20" fmla="*/ 2147483646 w 1940"/>
              <a:gd name="T21" fmla="*/ 2147483646 h 1049"/>
              <a:gd name="T22" fmla="*/ 2147483646 w 1940"/>
              <a:gd name="T23" fmla="*/ 2147483646 h 1049"/>
              <a:gd name="T24" fmla="*/ 2147483646 w 1940"/>
              <a:gd name="T25" fmla="*/ 2147483646 h 1049"/>
              <a:gd name="T26" fmla="*/ 2147483646 w 1940"/>
              <a:gd name="T27" fmla="*/ 2147483646 h 1049"/>
              <a:gd name="T28" fmla="*/ 2147483646 w 1940"/>
              <a:gd name="T29" fmla="*/ 2147483646 h 1049"/>
              <a:gd name="T30" fmla="*/ 2147483646 w 1940"/>
              <a:gd name="T31" fmla="*/ 2147483646 h 1049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w 1940"/>
              <a:gd name="T49" fmla="*/ 0 h 1049"/>
              <a:gd name="T50" fmla="*/ 1940 w 1940"/>
              <a:gd name="T51" fmla="*/ 1049 h 1049"/>
            </a:gdLst>
            <a:ahLst/>
            <a:cxnLst>
              <a:cxn ang="T32">
                <a:pos x="T0" y="T1"/>
              </a:cxn>
              <a:cxn ang="T33">
                <a:pos x="T2" y="T3"/>
              </a:cxn>
              <a:cxn ang="T34">
                <a:pos x="T4" y="T5"/>
              </a:cxn>
              <a:cxn ang="T35">
                <a:pos x="T6" y="T7"/>
              </a:cxn>
              <a:cxn ang="T36">
                <a:pos x="T8" y="T9"/>
              </a:cxn>
              <a:cxn ang="T37">
                <a:pos x="T10" y="T11"/>
              </a:cxn>
              <a:cxn ang="T38">
                <a:pos x="T12" y="T13"/>
              </a:cxn>
              <a:cxn ang="T39">
                <a:pos x="T14" y="T15"/>
              </a:cxn>
              <a:cxn ang="T40">
                <a:pos x="T16" y="T17"/>
              </a:cxn>
              <a:cxn ang="T41">
                <a:pos x="T18" y="T19"/>
              </a:cxn>
              <a:cxn ang="T42">
                <a:pos x="T20" y="T21"/>
              </a:cxn>
              <a:cxn ang="T43">
                <a:pos x="T22" y="T23"/>
              </a:cxn>
              <a:cxn ang="T44">
                <a:pos x="T24" y="T25"/>
              </a:cxn>
              <a:cxn ang="T45">
                <a:pos x="T26" y="T27"/>
              </a:cxn>
              <a:cxn ang="T46">
                <a:pos x="T28" y="T29"/>
              </a:cxn>
              <a:cxn ang="T47">
                <a:pos x="T30" y="T31"/>
              </a:cxn>
            </a:cxnLst>
            <a:rect l="T48" t="T49" r="T50" b="T51"/>
            <a:pathLst>
              <a:path w="1940" h="1049">
                <a:moveTo>
                  <a:pt x="952" y="26"/>
                </a:moveTo>
                <a:cubicBezTo>
                  <a:pt x="867" y="45"/>
                  <a:pt x="832" y="118"/>
                  <a:pt x="755" y="125"/>
                </a:cubicBezTo>
                <a:cubicBezTo>
                  <a:pt x="678" y="132"/>
                  <a:pt x="587" y="72"/>
                  <a:pt x="488" y="68"/>
                </a:cubicBezTo>
                <a:cubicBezTo>
                  <a:pt x="389" y="64"/>
                  <a:pt x="237" y="48"/>
                  <a:pt x="158" y="101"/>
                </a:cubicBezTo>
                <a:cubicBezTo>
                  <a:pt x="79" y="154"/>
                  <a:pt x="28" y="298"/>
                  <a:pt x="14" y="389"/>
                </a:cubicBezTo>
                <a:cubicBezTo>
                  <a:pt x="0" y="480"/>
                  <a:pt x="25" y="595"/>
                  <a:pt x="71" y="648"/>
                </a:cubicBezTo>
                <a:cubicBezTo>
                  <a:pt x="117" y="701"/>
                  <a:pt x="205" y="665"/>
                  <a:pt x="288" y="706"/>
                </a:cubicBezTo>
                <a:cubicBezTo>
                  <a:pt x="371" y="747"/>
                  <a:pt x="450" y="842"/>
                  <a:pt x="568" y="893"/>
                </a:cubicBezTo>
                <a:cubicBezTo>
                  <a:pt x="686" y="944"/>
                  <a:pt x="852" y="991"/>
                  <a:pt x="996" y="1014"/>
                </a:cubicBezTo>
                <a:cubicBezTo>
                  <a:pt x="1140" y="1036"/>
                  <a:pt x="1309" y="1049"/>
                  <a:pt x="1433" y="1031"/>
                </a:cubicBezTo>
                <a:cubicBezTo>
                  <a:pt x="1557" y="1012"/>
                  <a:pt x="1657" y="960"/>
                  <a:pt x="1739" y="907"/>
                </a:cubicBezTo>
                <a:cubicBezTo>
                  <a:pt x="1821" y="855"/>
                  <a:pt x="1906" y="824"/>
                  <a:pt x="1923" y="714"/>
                </a:cubicBezTo>
                <a:cubicBezTo>
                  <a:pt x="1940" y="604"/>
                  <a:pt x="1898" y="350"/>
                  <a:pt x="1839" y="251"/>
                </a:cubicBezTo>
                <a:cubicBezTo>
                  <a:pt x="1780" y="151"/>
                  <a:pt x="1662" y="153"/>
                  <a:pt x="1566" y="114"/>
                </a:cubicBezTo>
                <a:cubicBezTo>
                  <a:pt x="1470" y="76"/>
                  <a:pt x="1365" y="30"/>
                  <a:pt x="1263" y="15"/>
                </a:cubicBezTo>
                <a:cubicBezTo>
                  <a:pt x="1161" y="0"/>
                  <a:pt x="1037" y="8"/>
                  <a:pt x="952" y="26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Box 580">
            <a:extLst>
              <a:ext uri="{FF2B5EF4-FFF2-40B4-BE49-F238E27FC236}">
                <a16:creationId xmlns:a16="http://schemas.microsoft.com/office/drawing/2014/main" id="{16C4E384-62E0-DC41-883F-EB2C4C99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79274" y="1488461"/>
            <a:ext cx="133940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mobile network</a:t>
            </a:r>
          </a:p>
        </p:txBody>
      </p:sp>
      <p:sp>
        <p:nvSpPr>
          <p:cNvPr id="69" name="Text Box 580">
            <a:extLst>
              <a:ext uri="{FF2B5EF4-FFF2-40B4-BE49-F238E27FC236}">
                <a16:creationId xmlns:a16="http://schemas.microsoft.com/office/drawing/2014/main" id="{9AC056F8-729E-D344-BD7D-91781021793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30835" y="4191922"/>
            <a:ext cx="1955646" cy="2689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home network</a:t>
            </a:r>
          </a:p>
        </p:txBody>
      </p:sp>
      <p:sp>
        <p:nvSpPr>
          <p:cNvPr id="70" name="Text Box 580">
            <a:extLst>
              <a:ext uri="{FF2B5EF4-FFF2-40B4-BE49-F238E27FC236}">
                <a16:creationId xmlns:a16="http://schemas.microsoft.com/office/drawing/2014/main" id="{8A1A4F41-0243-4946-9F02-F301CBD596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6908" y="5779775"/>
            <a:ext cx="1195135" cy="441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enterprise</a:t>
            </a:r>
          </a:p>
          <a:p>
            <a:pPr>
              <a:lnSpc>
                <a:spcPct val="80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 dirty="0">
                <a:latin typeface="+mn-lt"/>
              </a:rPr>
              <a:t>          network</a:t>
            </a:r>
          </a:p>
        </p:txBody>
      </p:sp>
      <p:sp>
        <p:nvSpPr>
          <p:cNvPr id="372" name="Freeform 371">
            <a:extLst>
              <a:ext uri="{FF2B5EF4-FFF2-40B4-BE49-F238E27FC236}">
                <a16:creationId xmlns:a16="http://schemas.microsoft.com/office/drawing/2014/main" id="{C89E7C56-1DE4-7143-8EEB-E5965035CC42}"/>
              </a:ext>
            </a:extLst>
          </p:cNvPr>
          <p:cNvSpPr/>
          <p:nvPr/>
        </p:nvSpPr>
        <p:spPr>
          <a:xfrm>
            <a:off x="10222146" y="3179540"/>
            <a:ext cx="1273167" cy="1935748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534770"/>
              <a:gd name="connsiteY0" fmla="*/ 553225 h 1800672"/>
              <a:gd name="connsiteX1" fmla="*/ 3 w 1534770"/>
              <a:gd name="connsiteY1" fmla="*/ 958784 h 1800672"/>
              <a:gd name="connsiteX2" fmla="*/ 367657 w 1534770"/>
              <a:gd name="connsiteY2" fmla="*/ 1526890 h 1800672"/>
              <a:gd name="connsiteX3" fmla="*/ 1186523 w 1534770"/>
              <a:gd name="connsiteY3" fmla="*/ 1794234 h 1800672"/>
              <a:gd name="connsiteX4" fmla="*/ 1520754 w 1534770"/>
              <a:gd name="connsiteY4" fmla="*/ 1276255 h 1800672"/>
              <a:gd name="connsiteX5" fmla="*/ 1468513 w 1534770"/>
              <a:gd name="connsiteY5" fmla="*/ 691440 h 1800672"/>
              <a:gd name="connsiteX6" fmla="*/ 1435794 w 1534770"/>
              <a:gd name="connsiteY6" fmla="*/ 107761 h 1800672"/>
              <a:gd name="connsiteX7" fmla="*/ 839087 w 1534770"/>
              <a:gd name="connsiteY7" fmla="*/ 39789 h 1800672"/>
              <a:gd name="connsiteX8" fmla="*/ 360355 w 1534770"/>
              <a:gd name="connsiteY8" fmla="*/ 553225 h 1800672"/>
              <a:gd name="connsiteX0" fmla="*/ 360355 w 1580585"/>
              <a:gd name="connsiteY0" fmla="*/ 553225 h 1880420"/>
              <a:gd name="connsiteX1" fmla="*/ 3 w 1580585"/>
              <a:gd name="connsiteY1" fmla="*/ 958784 h 1880420"/>
              <a:gd name="connsiteX2" fmla="*/ 367657 w 1580585"/>
              <a:gd name="connsiteY2" fmla="*/ 1526890 h 1880420"/>
              <a:gd name="connsiteX3" fmla="*/ 1186523 w 1580585"/>
              <a:gd name="connsiteY3" fmla="*/ 1794234 h 1880420"/>
              <a:gd name="connsiteX4" fmla="*/ 1570188 w 1580585"/>
              <a:gd name="connsiteY4" fmla="*/ 1785433 h 1880420"/>
              <a:gd name="connsiteX5" fmla="*/ 1468513 w 1580585"/>
              <a:gd name="connsiteY5" fmla="*/ 691440 h 1880420"/>
              <a:gd name="connsiteX6" fmla="*/ 1435794 w 1580585"/>
              <a:gd name="connsiteY6" fmla="*/ 107761 h 1880420"/>
              <a:gd name="connsiteX7" fmla="*/ 839087 w 1580585"/>
              <a:gd name="connsiteY7" fmla="*/ 39789 h 1880420"/>
              <a:gd name="connsiteX8" fmla="*/ 360355 w 1580585"/>
              <a:gd name="connsiteY8" fmla="*/ 553225 h 1880420"/>
              <a:gd name="connsiteX0" fmla="*/ 316588 w 1580732"/>
              <a:gd name="connsiteY0" fmla="*/ 359285 h 1867156"/>
              <a:gd name="connsiteX1" fmla="*/ 150 w 1580732"/>
              <a:gd name="connsiteY1" fmla="*/ 945520 h 1867156"/>
              <a:gd name="connsiteX2" fmla="*/ 367804 w 1580732"/>
              <a:gd name="connsiteY2" fmla="*/ 1513626 h 1867156"/>
              <a:gd name="connsiteX3" fmla="*/ 1186670 w 1580732"/>
              <a:gd name="connsiteY3" fmla="*/ 1780970 h 1867156"/>
              <a:gd name="connsiteX4" fmla="*/ 1570335 w 1580732"/>
              <a:gd name="connsiteY4" fmla="*/ 1772169 h 1867156"/>
              <a:gd name="connsiteX5" fmla="*/ 1468660 w 1580732"/>
              <a:gd name="connsiteY5" fmla="*/ 678176 h 1867156"/>
              <a:gd name="connsiteX6" fmla="*/ 1435941 w 1580732"/>
              <a:gd name="connsiteY6" fmla="*/ 94497 h 1867156"/>
              <a:gd name="connsiteX7" fmla="*/ 839234 w 1580732"/>
              <a:gd name="connsiteY7" fmla="*/ 26525 h 1867156"/>
              <a:gd name="connsiteX8" fmla="*/ 316588 w 1580732"/>
              <a:gd name="connsiteY8" fmla="*/ 359285 h 1867156"/>
              <a:gd name="connsiteX0" fmla="*/ 163575 w 1427719"/>
              <a:gd name="connsiteY0" fmla="*/ 359285 h 1867156"/>
              <a:gd name="connsiteX1" fmla="*/ 836 w 1427719"/>
              <a:gd name="connsiteY1" fmla="*/ 1076921 h 1867156"/>
              <a:gd name="connsiteX2" fmla="*/ 214791 w 1427719"/>
              <a:gd name="connsiteY2" fmla="*/ 1513626 h 1867156"/>
              <a:gd name="connsiteX3" fmla="*/ 1033657 w 1427719"/>
              <a:gd name="connsiteY3" fmla="*/ 1780970 h 1867156"/>
              <a:gd name="connsiteX4" fmla="*/ 1417322 w 1427719"/>
              <a:gd name="connsiteY4" fmla="*/ 1772169 h 1867156"/>
              <a:gd name="connsiteX5" fmla="*/ 1315647 w 1427719"/>
              <a:gd name="connsiteY5" fmla="*/ 678176 h 1867156"/>
              <a:gd name="connsiteX6" fmla="*/ 1282928 w 1427719"/>
              <a:gd name="connsiteY6" fmla="*/ 94497 h 1867156"/>
              <a:gd name="connsiteX7" fmla="*/ 686221 w 1427719"/>
              <a:gd name="connsiteY7" fmla="*/ 26525 h 1867156"/>
              <a:gd name="connsiteX8" fmla="*/ 163575 w 1427719"/>
              <a:gd name="connsiteY8" fmla="*/ 359285 h 1867156"/>
              <a:gd name="connsiteX0" fmla="*/ 163575 w 1426632"/>
              <a:gd name="connsiteY0" fmla="*/ 394322 h 1902193"/>
              <a:gd name="connsiteX1" fmla="*/ 836 w 1426632"/>
              <a:gd name="connsiteY1" fmla="*/ 1111958 h 1902193"/>
              <a:gd name="connsiteX2" fmla="*/ 214791 w 1426632"/>
              <a:gd name="connsiteY2" fmla="*/ 1548663 h 1902193"/>
              <a:gd name="connsiteX3" fmla="*/ 1033657 w 1426632"/>
              <a:gd name="connsiteY3" fmla="*/ 1816007 h 1902193"/>
              <a:gd name="connsiteX4" fmla="*/ 1417322 w 1426632"/>
              <a:gd name="connsiteY4" fmla="*/ 1807206 h 1902193"/>
              <a:gd name="connsiteX5" fmla="*/ 1315647 w 1426632"/>
              <a:gd name="connsiteY5" fmla="*/ 713213 h 1902193"/>
              <a:gd name="connsiteX6" fmla="*/ 1401843 w 1426632"/>
              <a:gd name="connsiteY6" fmla="*/ 63834 h 1902193"/>
              <a:gd name="connsiteX7" fmla="*/ 686221 w 1426632"/>
              <a:gd name="connsiteY7" fmla="*/ 61562 h 1902193"/>
              <a:gd name="connsiteX8" fmla="*/ 163575 w 1426632"/>
              <a:gd name="connsiteY8" fmla="*/ 394322 h 1902193"/>
              <a:gd name="connsiteX0" fmla="*/ 163575 w 1435249"/>
              <a:gd name="connsiteY0" fmla="*/ 394322 h 1885560"/>
              <a:gd name="connsiteX1" fmla="*/ 836 w 1435249"/>
              <a:gd name="connsiteY1" fmla="*/ 1111958 h 1885560"/>
              <a:gd name="connsiteX2" fmla="*/ 214791 w 1435249"/>
              <a:gd name="connsiteY2" fmla="*/ 1548663 h 1885560"/>
              <a:gd name="connsiteX3" fmla="*/ 1033657 w 1435249"/>
              <a:gd name="connsiteY3" fmla="*/ 1816007 h 1885560"/>
              <a:gd name="connsiteX4" fmla="*/ 1417322 w 1435249"/>
              <a:gd name="connsiteY4" fmla="*/ 1807206 h 1885560"/>
              <a:gd name="connsiteX5" fmla="*/ 1375103 w 1435249"/>
              <a:gd name="connsiteY5" fmla="*/ 943164 h 1885560"/>
              <a:gd name="connsiteX6" fmla="*/ 1401843 w 1435249"/>
              <a:gd name="connsiteY6" fmla="*/ 63834 h 1885560"/>
              <a:gd name="connsiteX7" fmla="*/ 686221 w 1435249"/>
              <a:gd name="connsiteY7" fmla="*/ 61562 h 1885560"/>
              <a:gd name="connsiteX8" fmla="*/ 163575 w 1435249"/>
              <a:gd name="connsiteY8" fmla="*/ 394322 h 1885560"/>
              <a:gd name="connsiteX0" fmla="*/ 128947 w 1438213"/>
              <a:gd name="connsiteY0" fmla="*/ 345176 h 1883146"/>
              <a:gd name="connsiteX1" fmla="*/ 3802 w 1438213"/>
              <a:gd name="connsiteY1" fmla="*/ 1109544 h 1883146"/>
              <a:gd name="connsiteX2" fmla="*/ 217757 w 1438213"/>
              <a:gd name="connsiteY2" fmla="*/ 1546249 h 1883146"/>
              <a:gd name="connsiteX3" fmla="*/ 1036623 w 1438213"/>
              <a:gd name="connsiteY3" fmla="*/ 1813593 h 1883146"/>
              <a:gd name="connsiteX4" fmla="*/ 1420288 w 1438213"/>
              <a:gd name="connsiteY4" fmla="*/ 1804792 h 1883146"/>
              <a:gd name="connsiteX5" fmla="*/ 1378069 w 1438213"/>
              <a:gd name="connsiteY5" fmla="*/ 940750 h 1883146"/>
              <a:gd name="connsiteX6" fmla="*/ 1404809 w 1438213"/>
              <a:gd name="connsiteY6" fmla="*/ 61420 h 1883146"/>
              <a:gd name="connsiteX7" fmla="*/ 689187 w 1438213"/>
              <a:gd name="connsiteY7" fmla="*/ 59148 h 1883146"/>
              <a:gd name="connsiteX8" fmla="*/ 128947 w 1438213"/>
              <a:gd name="connsiteY8" fmla="*/ 345176 h 1883146"/>
              <a:gd name="connsiteX0" fmla="*/ 126587 w 1435854"/>
              <a:gd name="connsiteY0" fmla="*/ 353278 h 1891248"/>
              <a:gd name="connsiteX1" fmla="*/ 1442 w 1435854"/>
              <a:gd name="connsiteY1" fmla="*/ 1117646 h 1891248"/>
              <a:gd name="connsiteX2" fmla="*/ 215397 w 1435854"/>
              <a:gd name="connsiteY2" fmla="*/ 1554351 h 1891248"/>
              <a:gd name="connsiteX3" fmla="*/ 1034263 w 1435854"/>
              <a:gd name="connsiteY3" fmla="*/ 1821695 h 1891248"/>
              <a:gd name="connsiteX4" fmla="*/ 1417928 w 1435854"/>
              <a:gd name="connsiteY4" fmla="*/ 1812894 h 1891248"/>
              <a:gd name="connsiteX5" fmla="*/ 1375709 w 1435854"/>
              <a:gd name="connsiteY5" fmla="*/ 948852 h 1891248"/>
              <a:gd name="connsiteX6" fmla="*/ 1402449 w 1435854"/>
              <a:gd name="connsiteY6" fmla="*/ 69522 h 1891248"/>
              <a:gd name="connsiteX7" fmla="*/ 221605 w 1435854"/>
              <a:gd name="connsiteY7" fmla="*/ 47778 h 1891248"/>
              <a:gd name="connsiteX8" fmla="*/ 126587 w 1435854"/>
              <a:gd name="connsiteY8" fmla="*/ 353278 h 1891248"/>
              <a:gd name="connsiteX0" fmla="*/ 35803 w 1453152"/>
              <a:gd name="connsiteY0" fmla="*/ 439993 h 1896181"/>
              <a:gd name="connsiteX1" fmla="*/ 18740 w 1453152"/>
              <a:gd name="connsiteY1" fmla="*/ 1122579 h 1896181"/>
              <a:gd name="connsiteX2" fmla="*/ 232695 w 1453152"/>
              <a:gd name="connsiteY2" fmla="*/ 1559284 h 1896181"/>
              <a:gd name="connsiteX3" fmla="*/ 1051561 w 1453152"/>
              <a:gd name="connsiteY3" fmla="*/ 1826628 h 1896181"/>
              <a:gd name="connsiteX4" fmla="*/ 1435226 w 1453152"/>
              <a:gd name="connsiteY4" fmla="*/ 1817827 h 1896181"/>
              <a:gd name="connsiteX5" fmla="*/ 1393007 w 1453152"/>
              <a:gd name="connsiteY5" fmla="*/ 953785 h 1896181"/>
              <a:gd name="connsiteX6" fmla="*/ 1419747 w 1453152"/>
              <a:gd name="connsiteY6" fmla="*/ 74455 h 1896181"/>
              <a:gd name="connsiteX7" fmla="*/ 238903 w 1453152"/>
              <a:gd name="connsiteY7" fmla="*/ 52711 h 1896181"/>
              <a:gd name="connsiteX8" fmla="*/ 35803 w 1453152"/>
              <a:gd name="connsiteY8" fmla="*/ 439993 h 1896181"/>
              <a:gd name="connsiteX0" fmla="*/ 35803 w 1447873"/>
              <a:gd name="connsiteY0" fmla="*/ 439993 h 1952840"/>
              <a:gd name="connsiteX1" fmla="*/ 18740 w 1447873"/>
              <a:gd name="connsiteY1" fmla="*/ 1122579 h 1952840"/>
              <a:gd name="connsiteX2" fmla="*/ 232695 w 1447873"/>
              <a:gd name="connsiteY2" fmla="*/ 1559284 h 1952840"/>
              <a:gd name="connsiteX3" fmla="*/ 1130848 w 1447873"/>
              <a:gd name="connsiteY3" fmla="*/ 1925181 h 1952840"/>
              <a:gd name="connsiteX4" fmla="*/ 1435226 w 1447873"/>
              <a:gd name="connsiteY4" fmla="*/ 1817827 h 1952840"/>
              <a:gd name="connsiteX5" fmla="*/ 1393007 w 1447873"/>
              <a:gd name="connsiteY5" fmla="*/ 953785 h 1952840"/>
              <a:gd name="connsiteX6" fmla="*/ 1419747 w 1447873"/>
              <a:gd name="connsiteY6" fmla="*/ 74455 h 1952840"/>
              <a:gd name="connsiteX7" fmla="*/ 238903 w 1447873"/>
              <a:gd name="connsiteY7" fmla="*/ 52711 h 1952840"/>
              <a:gd name="connsiteX8" fmla="*/ 35803 w 1447873"/>
              <a:gd name="connsiteY8" fmla="*/ 439993 h 19528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447873" h="1952840">
                <a:moveTo>
                  <a:pt x="35803" y="439993"/>
                </a:moveTo>
                <a:cubicBezTo>
                  <a:pt x="-891" y="618304"/>
                  <a:pt x="-14075" y="936031"/>
                  <a:pt x="18740" y="1122579"/>
                </a:cubicBezTo>
                <a:cubicBezTo>
                  <a:pt x="51555" y="1309127"/>
                  <a:pt x="47344" y="1425517"/>
                  <a:pt x="232695" y="1559284"/>
                </a:cubicBezTo>
                <a:cubicBezTo>
                  <a:pt x="418046" y="1693051"/>
                  <a:pt x="930426" y="1882091"/>
                  <a:pt x="1130848" y="1925181"/>
                </a:cubicBezTo>
                <a:cubicBezTo>
                  <a:pt x="1331270" y="1968271"/>
                  <a:pt x="1391533" y="1979726"/>
                  <a:pt x="1435226" y="1817827"/>
                </a:cubicBezTo>
                <a:cubicBezTo>
                  <a:pt x="1478919" y="1655928"/>
                  <a:pt x="1395587" y="1244347"/>
                  <a:pt x="1393007" y="953785"/>
                </a:cubicBezTo>
                <a:cubicBezTo>
                  <a:pt x="1390427" y="663223"/>
                  <a:pt x="1458740" y="183063"/>
                  <a:pt x="1419747" y="74455"/>
                </a:cubicBezTo>
                <a:cubicBezTo>
                  <a:pt x="1380754" y="-34153"/>
                  <a:pt x="469560" y="-8212"/>
                  <a:pt x="238903" y="52711"/>
                </a:cubicBezTo>
                <a:cubicBezTo>
                  <a:pt x="8246" y="113634"/>
                  <a:pt x="72497" y="261682"/>
                  <a:pt x="35803" y="439993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9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374" name="Group 373">
            <a:extLst>
              <a:ext uri="{FF2B5EF4-FFF2-40B4-BE49-F238E27FC236}">
                <a16:creationId xmlns:a16="http://schemas.microsoft.com/office/drawing/2014/main" id="{96BCCD85-1D07-EF4E-A878-EC23CD23096A}"/>
              </a:ext>
            </a:extLst>
          </p:cNvPr>
          <p:cNvGrpSpPr/>
          <p:nvPr/>
        </p:nvGrpSpPr>
        <p:grpSpPr>
          <a:xfrm>
            <a:off x="10837700" y="3928050"/>
            <a:ext cx="687393" cy="721548"/>
            <a:chOff x="5203089" y="1751190"/>
            <a:chExt cx="858331" cy="662414"/>
          </a:xfrm>
        </p:grpSpPr>
        <p:sp>
          <p:nvSpPr>
            <p:cNvPr id="382" name="Freeform 381">
              <a:extLst>
                <a:ext uri="{FF2B5EF4-FFF2-40B4-BE49-F238E27FC236}">
                  <a16:creationId xmlns:a16="http://schemas.microsoft.com/office/drawing/2014/main" id="{D6FAD5AB-6E93-5E47-BE32-4993FD767B8F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383" name="Freeform 382">
              <a:extLst>
                <a:ext uri="{FF2B5EF4-FFF2-40B4-BE49-F238E27FC236}">
                  <a16:creationId xmlns:a16="http://schemas.microsoft.com/office/drawing/2014/main" id="{2A115C8B-7EC0-084D-A3CF-7AEF0487F301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384" name="Straight Connector 383">
              <a:extLst>
                <a:ext uri="{FF2B5EF4-FFF2-40B4-BE49-F238E27FC236}">
                  <a16:creationId xmlns:a16="http://schemas.microsoft.com/office/drawing/2014/main" id="{16F8043F-8502-904C-9632-B3658D71B8BE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5" name="Straight Connector 384">
              <a:extLst>
                <a:ext uri="{FF2B5EF4-FFF2-40B4-BE49-F238E27FC236}">
                  <a16:creationId xmlns:a16="http://schemas.microsoft.com/office/drawing/2014/main" id="{B4B3A6DE-2E70-F74C-8CA1-13247C912682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6" name="Straight Connector 385">
              <a:extLst>
                <a:ext uri="{FF2B5EF4-FFF2-40B4-BE49-F238E27FC236}">
                  <a16:creationId xmlns:a16="http://schemas.microsoft.com/office/drawing/2014/main" id="{4B9DB078-BD58-F64A-B873-E1187205EB94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7" name="Straight Connector 386">
              <a:extLst>
                <a:ext uri="{FF2B5EF4-FFF2-40B4-BE49-F238E27FC236}">
                  <a16:creationId xmlns:a16="http://schemas.microsoft.com/office/drawing/2014/main" id="{D321DD82-9D22-0B49-ADF9-8BE310E97E71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8" name="Straight Connector 387">
              <a:extLst>
                <a:ext uri="{FF2B5EF4-FFF2-40B4-BE49-F238E27FC236}">
                  <a16:creationId xmlns:a16="http://schemas.microsoft.com/office/drawing/2014/main" id="{18A2FB0C-53B9-5248-AA65-9BA9B429FC4C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9" name="Straight Connector 388">
              <a:extLst>
                <a:ext uri="{FF2B5EF4-FFF2-40B4-BE49-F238E27FC236}">
                  <a16:creationId xmlns:a16="http://schemas.microsoft.com/office/drawing/2014/main" id="{44FBB965-69F3-F546-AE9F-4AD14078F37E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91" name="Group 390">
            <a:extLst>
              <a:ext uri="{FF2B5EF4-FFF2-40B4-BE49-F238E27FC236}">
                <a16:creationId xmlns:a16="http://schemas.microsoft.com/office/drawing/2014/main" id="{BDA3EF41-5873-7D4B-8A04-F8D62DFD2DB6}"/>
              </a:ext>
            </a:extLst>
          </p:cNvPr>
          <p:cNvGrpSpPr/>
          <p:nvPr/>
        </p:nvGrpSpPr>
        <p:grpSpPr>
          <a:xfrm>
            <a:off x="10771171" y="3194171"/>
            <a:ext cx="594613" cy="648336"/>
            <a:chOff x="5203089" y="1751190"/>
            <a:chExt cx="858331" cy="662414"/>
          </a:xfrm>
        </p:grpSpPr>
        <p:sp>
          <p:nvSpPr>
            <p:cNvPr id="399" name="Freeform 398">
              <a:extLst>
                <a:ext uri="{FF2B5EF4-FFF2-40B4-BE49-F238E27FC236}">
                  <a16:creationId xmlns:a16="http://schemas.microsoft.com/office/drawing/2014/main" id="{325473B9-6F55-684D-B22D-FF70325540CE}"/>
                </a:ext>
              </a:extLst>
            </p:cNvPr>
            <p:cNvSpPr/>
            <p:nvPr/>
          </p:nvSpPr>
          <p:spPr>
            <a:xfrm>
              <a:off x="5536769" y="1751190"/>
              <a:ext cx="524651" cy="662124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  <a:gd name="connsiteX0" fmla="*/ 3618 w 651290"/>
                <a:gd name="connsiteY0" fmla="*/ 593378 h 593378"/>
                <a:gd name="connsiteX1" fmla="*/ 0 w 651290"/>
                <a:gd name="connsiteY1" fmla="*/ 242416 h 593378"/>
                <a:gd name="connsiteX2" fmla="*/ 423338 w 651290"/>
                <a:gd name="connsiteY2" fmla="*/ 101308 h 593378"/>
                <a:gd name="connsiteX3" fmla="*/ 647672 w 651290"/>
                <a:gd name="connsiteY3" fmla="*/ 0 h 593378"/>
                <a:gd name="connsiteX4" fmla="*/ 651290 w 651290"/>
                <a:gd name="connsiteY4" fmla="*/ 593378 h 593378"/>
                <a:gd name="connsiteX5" fmla="*/ 3618 w 651290"/>
                <a:gd name="connsiteY5" fmla="*/ 593378 h 593378"/>
                <a:gd name="connsiteX0" fmla="*/ 3618 w 651290"/>
                <a:gd name="connsiteY0" fmla="*/ 662124 h 662124"/>
                <a:gd name="connsiteX1" fmla="*/ 0 w 651290"/>
                <a:gd name="connsiteY1" fmla="*/ 311162 h 662124"/>
                <a:gd name="connsiteX2" fmla="*/ 376300 w 651290"/>
                <a:gd name="connsiteY2" fmla="*/ 0 h 662124"/>
                <a:gd name="connsiteX3" fmla="*/ 647672 w 651290"/>
                <a:gd name="connsiteY3" fmla="*/ 68746 h 662124"/>
                <a:gd name="connsiteX4" fmla="*/ 651290 w 651290"/>
                <a:gd name="connsiteY4" fmla="*/ 662124 h 662124"/>
                <a:gd name="connsiteX5" fmla="*/ 3618 w 651290"/>
                <a:gd name="connsiteY5" fmla="*/ 662124 h 662124"/>
                <a:gd name="connsiteX0" fmla="*/ 0 w 647672"/>
                <a:gd name="connsiteY0" fmla="*/ 662124 h 662124"/>
                <a:gd name="connsiteX1" fmla="*/ 123021 w 647672"/>
                <a:gd name="connsiteY1" fmla="*/ 83217 h 662124"/>
                <a:gd name="connsiteX2" fmla="*/ 372682 w 647672"/>
                <a:gd name="connsiteY2" fmla="*/ 0 h 662124"/>
                <a:gd name="connsiteX3" fmla="*/ 644054 w 647672"/>
                <a:gd name="connsiteY3" fmla="*/ 68746 h 662124"/>
                <a:gd name="connsiteX4" fmla="*/ 647672 w 647672"/>
                <a:gd name="connsiteY4" fmla="*/ 662124 h 662124"/>
                <a:gd name="connsiteX5" fmla="*/ 0 w 647672"/>
                <a:gd name="connsiteY5" fmla="*/ 662124 h 662124"/>
                <a:gd name="connsiteX0" fmla="*/ 7238 w 524651"/>
                <a:gd name="connsiteY0" fmla="*/ 669360 h 669360"/>
                <a:gd name="connsiteX1" fmla="*/ 0 w 524651"/>
                <a:gd name="connsiteY1" fmla="*/ 83217 h 669360"/>
                <a:gd name="connsiteX2" fmla="*/ 249661 w 524651"/>
                <a:gd name="connsiteY2" fmla="*/ 0 h 669360"/>
                <a:gd name="connsiteX3" fmla="*/ 521033 w 524651"/>
                <a:gd name="connsiteY3" fmla="*/ 68746 h 669360"/>
                <a:gd name="connsiteX4" fmla="*/ 524651 w 524651"/>
                <a:gd name="connsiteY4" fmla="*/ 662124 h 669360"/>
                <a:gd name="connsiteX5" fmla="*/ 7238 w 524651"/>
                <a:gd name="connsiteY5" fmla="*/ 669360 h 669360"/>
                <a:gd name="connsiteX0" fmla="*/ 438 w 528706"/>
                <a:gd name="connsiteY0" fmla="*/ 665742 h 665742"/>
                <a:gd name="connsiteX1" fmla="*/ 4055 w 528706"/>
                <a:gd name="connsiteY1" fmla="*/ 83217 h 665742"/>
                <a:gd name="connsiteX2" fmla="*/ 253716 w 528706"/>
                <a:gd name="connsiteY2" fmla="*/ 0 h 665742"/>
                <a:gd name="connsiteX3" fmla="*/ 525088 w 528706"/>
                <a:gd name="connsiteY3" fmla="*/ 68746 h 665742"/>
                <a:gd name="connsiteX4" fmla="*/ 528706 w 528706"/>
                <a:gd name="connsiteY4" fmla="*/ 662124 h 665742"/>
                <a:gd name="connsiteX5" fmla="*/ 438 w 528706"/>
                <a:gd name="connsiteY5" fmla="*/ 665742 h 665742"/>
                <a:gd name="connsiteX0" fmla="*/ 155 w 546514"/>
                <a:gd name="connsiteY0" fmla="*/ 662124 h 662124"/>
                <a:gd name="connsiteX1" fmla="*/ 21863 w 546514"/>
                <a:gd name="connsiteY1" fmla="*/ 83217 h 662124"/>
                <a:gd name="connsiteX2" fmla="*/ 271524 w 546514"/>
                <a:gd name="connsiteY2" fmla="*/ 0 h 662124"/>
                <a:gd name="connsiteX3" fmla="*/ 542896 w 546514"/>
                <a:gd name="connsiteY3" fmla="*/ 68746 h 662124"/>
                <a:gd name="connsiteX4" fmla="*/ 546514 w 546514"/>
                <a:gd name="connsiteY4" fmla="*/ 662124 h 662124"/>
                <a:gd name="connsiteX5" fmla="*/ 155 w 546514"/>
                <a:gd name="connsiteY5" fmla="*/ 662124 h 662124"/>
                <a:gd name="connsiteX0" fmla="*/ 10856 w 524651"/>
                <a:gd name="connsiteY0" fmla="*/ 658506 h 662124"/>
                <a:gd name="connsiteX1" fmla="*/ 0 w 524651"/>
                <a:gd name="connsiteY1" fmla="*/ 83217 h 662124"/>
                <a:gd name="connsiteX2" fmla="*/ 249661 w 524651"/>
                <a:gd name="connsiteY2" fmla="*/ 0 h 662124"/>
                <a:gd name="connsiteX3" fmla="*/ 521033 w 524651"/>
                <a:gd name="connsiteY3" fmla="*/ 68746 h 662124"/>
                <a:gd name="connsiteX4" fmla="*/ 524651 w 524651"/>
                <a:gd name="connsiteY4" fmla="*/ 662124 h 662124"/>
                <a:gd name="connsiteX5" fmla="*/ 10856 w 524651"/>
                <a:gd name="connsiteY5" fmla="*/ 658506 h 6621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24651" h="662124">
                  <a:moveTo>
                    <a:pt x="10856" y="658506"/>
                  </a:moveTo>
                  <a:cubicBezTo>
                    <a:pt x="8443" y="463125"/>
                    <a:pt x="2413" y="278598"/>
                    <a:pt x="0" y="83217"/>
                  </a:cubicBezTo>
                  <a:lnTo>
                    <a:pt x="249661" y="0"/>
                  </a:lnTo>
                  <a:lnTo>
                    <a:pt x="521033" y="68746"/>
                  </a:lnTo>
                  <a:lnTo>
                    <a:pt x="524651" y="662124"/>
                  </a:lnTo>
                  <a:lnTo>
                    <a:pt x="10856" y="658506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8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400" name="Freeform 399">
              <a:extLst>
                <a:ext uri="{FF2B5EF4-FFF2-40B4-BE49-F238E27FC236}">
                  <a16:creationId xmlns:a16="http://schemas.microsoft.com/office/drawing/2014/main" id="{06CE85F7-18B2-3947-975F-CEA32EE2FBA7}"/>
                </a:ext>
              </a:extLst>
            </p:cNvPr>
            <p:cNvSpPr/>
            <p:nvPr/>
          </p:nvSpPr>
          <p:spPr>
            <a:xfrm>
              <a:off x="5203089" y="1921244"/>
              <a:ext cx="651290" cy="492070"/>
            </a:xfrm>
            <a:custGeom>
              <a:avLst/>
              <a:gdLst>
                <a:gd name="connsiteX0" fmla="*/ 3618 w 651290"/>
                <a:gd name="connsiteY0" fmla="*/ 492070 h 492070"/>
                <a:gd name="connsiteX1" fmla="*/ 0 w 651290"/>
                <a:gd name="connsiteY1" fmla="*/ 141108 h 492070"/>
                <a:gd name="connsiteX2" fmla="*/ 423338 w 651290"/>
                <a:gd name="connsiteY2" fmla="*/ 0 h 492070"/>
                <a:gd name="connsiteX3" fmla="*/ 647672 w 651290"/>
                <a:gd name="connsiteY3" fmla="*/ 57891 h 492070"/>
                <a:gd name="connsiteX4" fmla="*/ 651290 w 651290"/>
                <a:gd name="connsiteY4" fmla="*/ 492070 h 492070"/>
                <a:gd name="connsiteX5" fmla="*/ 3618 w 651290"/>
                <a:gd name="connsiteY5" fmla="*/ 492070 h 492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51290" h="492070">
                  <a:moveTo>
                    <a:pt x="3618" y="492070"/>
                  </a:moveTo>
                  <a:lnTo>
                    <a:pt x="0" y="141108"/>
                  </a:lnTo>
                  <a:lnTo>
                    <a:pt x="423338" y="0"/>
                  </a:lnTo>
                  <a:lnTo>
                    <a:pt x="647672" y="57891"/>
                  </a:lnTo>
                  <a:lnTo>
                    <a:pt x="651290" y="492070"/>
                  </a:lnTo>
                  <a:lnTo>
                    <a:pt x="3618" y="492070"/>
                  </a:lnTo>
                  <a:close/>
                </a:path>
              </a:pathLst>
            </a:custGeom>
            <a:solidFill>
              <a:srgbClr val="E0EBF1"/>
            </a:solidFill>
            <a:ln w="12700">
              <a:solidFill>
                <a:srgbClr val="0000A3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US"/>
            </a:p>
          </p:txBody>
        </p:sp>
        <p:cxnSp>
          <p:nvCxnSpPr>
            <p:cNvPr id="401" name="Straight Connector 400">
              <a:extLst>
                <a:ext uri="{FF2B5EF4-FFF2-40B4-BE49-F238E27FC236}">
                  <a16:creationId xmlns:a16="http://schemas.microsoft.com/office/drawing/2014/main" id="{F3F3D0FA-374D-9147-8047-2B7B3AAF05DF}"/>
                </a:ext>
              </a:extLst>
            </p:cNvPr>
            <p:cNvCxnSpPr/>
            <p:nvPr/>
          </p:nvCxnSpPr>
          <p:spPr>
            <a:xfrm flipV="1">
              <a:off x="5270526" y="2029553"/>
              <a:ext cx="295249" cy="73468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2" name="Straight Connector 401">
              <a:extLst>
                <a:ext uri="{FF2B5EF4-FFF2-40B4-BE49-F238E27FC236}">
                  <a16:creationId xmlns:a16="http://schemas.microsoft.com/office/drawing/2014/main" id="{AFF00F79-7128-E243-BBD5-A97200EABABC}"/>
                </a:ext>
              </a:extLst>
            </p:cNvPr>
            <p:cNvCxnSpPr/>
            <p:nvPr/>
          </p:nvCxnSpPr>
          <p:spPr>
            <a:xfrm flipV="1">
              <a:off x="5275406" y="2261710"/>
              <a:ext cx="290369" cy="1675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3" name="Straight Connector 402">
              <a:extLst>
                <a:ext uri="{FF2B5EF4-FFF2-40B4-BE49-F238E27FC236}">
                  <a16:creationId xmlns:a16="http://schemas.microsoft.com/office/drawing/2014/main" id="{729D9C8D-B396-A049-9B7A-BE878812629D}"/>
                </a:ext>
              </a:extLst>
            </p:cNvPr>
            <p:cNvCxnSpPr/>
            <p:nvPr/>
          </p:nvCxnSpPr>
          <p:spPr>
            <a:xfrm flipV="1">
              <a:off x="5275406" y="2151772"/>
              <a:ext cx="290369" cy="48402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4" name="Straight Connector 403">
              <a:extLst>
                <a:ext uri="{FF2B5EF4-FFF2-40B4-BE49-F238E27FC236}">
                  <a16:creationId xmlns:a16="http://schemas.microsoft.com/office/drawing/2014/main" id="{4B32C41F-58E3-CC4F-9625-B6688BEB2140}"/>
                </a:ext>
              </a:extLst>
            </p:cNvPr>
            <p:cNvCxnSpPr/>
            <p:nvPr/>
          </p:nvCxnSpPr>
          <p:spPr>
            <a:xfrm>
              <a:off x="5270094" y="2354086"/>
              <a:ext cx="295681" cy="0"/>
            </a:xfrm>
            <a:prstGeom prst="line">
              <a:avLst/>
            </a:prstGeom>
            <a:ln w="44450">
              <a:solidFill>
                <a:schemeClr val="bg1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5" name="Straight Connector 404">
              <a:extLst>
                <a:ext uri="{FF2B5EF4-FFF2-40B4-BE49-F238E27FC236}">
                  <a16:creationId xmlns:a16="http://schemas.microsoft.com/office/drawing/2014/main" id="{58933865-B1C6-3244-A0F5-136E4C6DD92E}"/>
                </a:ext>
              </a:extLst>
            </p:cNvPr>
            <p:cNvCxnSpPr/>
            <p:nvPr/>
          </p:nvCxnSpPr>
          <p:spPr>
            <a:xfrm flipV="1">
              <a:off x="5950242" y="1866900"/>
              <a:ext cx="0" cy="465273"/>
            </a:xfrm>
            <a:prstGeom prst="line">
              <a:avLst/>
            </a:prstGeom>
            <a:ln w="44450">
              <a:solidFill>
                <a:schemeClr val="bg1"/>
              </a:solidFill>
              <a:prstDash val="sysDash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6" name="Straight Connector 405">
              <a:extLst>
                <a:ext uri="{FF2B5EF4-FFF2-40B4-BE49-F238E27FC236}">
                  <a16:creationId xmlns:a16="http://schemas.microsoft.com/office/drawing/2014/main" id="{76C939A7-C3F0-5A45-B81D-4E775CF1C92C}"/>
                </a:ext>
              </a:extLst>
            </p:cNvPr>
            <p:cNvCxnSpPr/>
            <p:nvPr/>
          </p:nvCxnSpPr>
          <p:spPr>
            <a:xfrm>
              <a:off x="5628589" y="1936750"/>
              <a:ext cx="0" cy="476854"/>
            </a:xfrm>
            <a:prstGeom prst="line">
              <a:avLst/>
            </a:prstGeom>
            <a:ln w="15875">
              <a:solidFill>
                <a:srgbClr val="0000A8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62" name="Freeform 561">
            <a:extLst>
              <a:ext uri="{FF2B5EF4-FFF2-40B4-BE49-F238E27FC236}">
                <a16:creationId xmlns:a16="http://schemas.microsoft.com/office/drawing/2014/main" id="{BE088278-C41B-3E4A-87CE-FD65749FA13D}"/>
              </a:ext>
            </a:extLst>
          </p:cNvPr>
          <p:cNvSpPr/>
          <p:nvPr/>
        </p:nvSpPr>
        <p:spPr>
          <a:xfrm>
            <a:off x="9540813" y="1782042"/>
            <a:ext cx="1497864" cy="1386455"/>
          </a:xfrm>
          <a:custGeom>
            <a:avLst/>
            <a:gdLst>
              <a:gd name="connsiteX0" fmla="*/ 434989 w 1523031"/>
              <a:gd name="connsiteY0" fmla="*/ 253346 h 1763594"/>
              <a:gd name="connsiteX1" fmla="*/ 488 w 1523031"/>
              <a:gd name="connsiteY1" fmla="*/ 921706 h 1763594"/>
              <a:gd name="connsiteX2" fmla="*/ 368142 w 1523031"/>
              <a:gd name="connsiteY2" fmla="*/ 1489812 h 1763594"/>
              <a:gd name="connsiteX3" fmla="*/ 1187008 w 1523031"/>
              <a:gd name="connsiteY3" fmla="*/ 1757156 h 1763594"/>
              <a:gd name="connsiteX4" fmla="*/ 1521239 w 1523031"/>
              <a:gd name="connsiteY4" fmla="*/ 1239177 h 1763594"/>
              <a:gd name="connsiteX5" fmla="*/ 1320700 w 1523031"/>
              <a:gd name="connsiteY5" fmla="*/ 654362 h 1763594"/>
              <a:gd name="connsiteX6" fmla="*/ 1337412 w 1523031"/>
              <a:gd name="connsiteY6" fmla="*/ 136383 h 1763594"/>
              <a:gd name="connsiteX7" fmla="*/ 1086739 w 1523031"/>
              <a:gd name="connsiteY7" fmla="*/ 2711 h 1763594"/>
              <a:gd name="connsiteX8" fmla="*/ 434989 w 1523031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1086739 w 1537226"/>
              <a:gd name="connsiteY7" fmla="*/ 2711 h 1763594"/>
              <a:gd name="connsiteX8" fmla="*/ 434989 w 1537226"/>
              <a:gd name="connsiteY8" fmla="*/ 253346 h 1763594"/>
              <a:gd name="connsiteX0" fmla="*/ 434989 w 1537226"/>
              <a:gd name="connsiteY0" fmla="*/ 253346 h 1763594"/>
              <a:gd name="connsiteX1" fmla="*/ 488 w 1537226"/>
              <a:gd name="connsiteY1" fmla="*/ 921706 h 1763594"/>
              <a:gd name="connsiteX2" fmla="*/ 368142 w 1537226"/>
              <a:gd name="connsiteY2" fmla="*/ 1489812 h 1763594"/>
              <a:gd name="connsiteX3" fmla="*/ 1187008 w 1537226"/>
              <a:gd name="connsiteY3" fmla="*/ 1757156 h 1763594"/>
              <a:gd name="connsiteX4" fmla="*/ 1521239 w 1537226"/>
              <a:gd name="connsiteY4" fmla="*/ 1239177 h 1763594"/>
              <a:gd name="connsiteX5" fmla="*/ 1468998 w 1537226"/>
              <a:gd name="connsiteY5" fmla="*/ 654362 h 1763594"/>
              <a:gd name="connsiteX6" fmla="*/ 1337412 w 1537226"/>
              <a:gd name="connsiteY6" fmla="*/ 136383 h 1763594"/>
              <a:gd name="connsiteX7" fmla="*/ 839572 w 1537226"/>
              <a:gd name="connsiteY7" fmla="*/ 2711 h 1763594"/>
              <a:gd name="connsiteX8" fmla="*/ 434989 w 1537226"/>
              <a:gd name="connsiteY8" fmla="*/ 253346 h 1763594"/>
              <a:gd name="connsiteX0" fmla="*/ 360357 w 1536743"/>
              <a:gd name="connsiteY0" fmla="*/ 534641 h 1782088"/>
              <a:gd name="connsiteX1" fmla="*/ 5 w 1536743"/>
              <a:gd name="connsiteY1" fmla="*/ 940200 h 1782088"/>
              <a:gd name="connsiteX2" fmla="*/ 367659 w 1536743"/>
              <a:gd name="connsiteY2" fmla="*/ 1508306 h 1782088"/>
              <a:gd name="connsiteX3" fmla="*/ 1186525 w 1536743"/>
              <a:gd name="connsiteY3" fmla="*/ 1775650 h 1782088"/>
              <a:gd name="connsiteX4" fmla="*/ 1520756 w 1536743"/>
              <a:gd name="connsiteY4" fmla="*/ 1257671 h 1782088"/>
              <a:gd name="connsiteX5" fmla="*/ 1468515 w 1536743"/>
              <a:gd name="connsiteY5" fmla="*/ 672856 h 1782088"/>
              <a:gd name="connsiteX6" fmla="*/ 1336929 w 1536743"/>
              <a:gd name="connsiteY6" fmla="*/ 154877 h 1782088"/>
              <a:gd name="connsiteX7" fmla="*/ 839089 w 1536743"/>
              <a:gd name="connsiteY7" fmla="*/ 21205 h 1782088"/>
              <a:gd name="connsiteX8" fmla="*/ 360357 w 1536743"/>
              <a:gd name="connsiteY8" fmla="*/ 534641 h 1782088"/>
              <a:gd name="connsiteX0" fmla="*/ 360355 w 1536741"/>
              <a:gd name="connsiteY0" fmla="*/ 534641 h 1782088"/>
              <a:gd name="connsiteX1" fmla="*/ 3 w 1536741"/>
              <a:gd name="connsiteY1" fmla="*/ 940200 h 1782088"/>
              <a:gd name="connsiteX2" fmla="*/ 367657 w 1536741"/>
              <a:gd name="connsiteY2" fmla="*/ 1508306 h 1782088"/>
              <a:gd name="connsiteX3" fmla="*/ 1186523 w 1536741"/>
              <a:gd name="connsiteY3" fmla="*/ 1775650 h 1782088"/>
              <a:gd name="connsiteX4" fmla="*/ 1520754 w 1536741"/>
              <a:gd name="connsiteY4" fmla="*/ 1257671 h 1782088"/>
              <a:gd name="connsiteX5" fmla="*/ 1468513 w 1536741"/>
              <a:gd name="connsiteY5" fmla="*/ 672856 h 1782088"/>
              <a:gd name="connsiteX6" fmla="*/ 1336927 w 1536741"/>
              <a:gd name="connsiteY6" fmla="*/ 154877 h 1782088"/>
              <a:gd name="connsiteX7" fmla="*/ 839087 w 1536741"/>
              <a:gd name="connsiteY7" fmla="*/ 21205 h 1782088"/>
              <a:gd name="connsiteX8" fmla="*/ 360355 w 1536741"/>
              <a:gd name="connsiteY8" fmla="*/ 534641 h 1782088"/>
              <a:gd name="connsiteX0" fmla="*/ 360355 w 1494463"/>
              <a:gd name="connsiteY0" fmla="*/ 534641 h 1775651"/>
              <a:gd name="connsiteX1" fmla="*/ 3 w 1494463"/>
              <a:gd name="connsiteY1" fmla="*/ 940200 h 1775651"/>
              <a:gd name="connsiteX2" fmla="*/ 367657 w 1494463"/>
              <a:gd name="connsiteY2" fmla="*/ 1508306 h 1775651"/>
              <a:gd name="connsiteX3" fmla="*/ 1186523 w 1494463"/>
              <a:gd name="connsiteY3" fmla="*/ 1775650 h 1775651"/>
              <a:gd name="connsiteX4" fmla="*/ 1467465 w 1494463"/>
              <a:gd name="connsiteY4" fmla="*/ 1510813 h 1775651"/>
              <a:gd name="connsiteX5" fmla="*/ 1468513 w 1494463"/>
              <a:gd name="connsiteY5" fmla="*/ 672856 h 1775651"/>
              <a:gd name="connsiteX6" fmla="*/ 1336927 w 1494463"/>
              <a:gd name="connsiteY6" fmla="*/ 154877 h 1775651"/>
              <a:gd name="connsiteX7" fmla="*/ 839087 w 1494463"/>
              <a:gd name="connsiteY7" fmla="*/ 21205 h 1775651"/>
              <a:gd name="connsiteX8" fmla="*/ 360355 w 1494463"/>
              <a:gd name="connsiteY8" fmla="*/ 534641 h 1775651"/>
              <a:gd name="connsiteX0" fmla="*/ 360355 w 1491064"/>
              <a:gd name="connsiteY0" fmla="*/ 552327 h 1793337"/>
              <a:gd name="connsiteX1" fmla="*/ 3 w 1491064"/>
              <a:gd name="connsiteY1" fmla="*/ 957886 h 1793337"/>
              <a:gd name="connsiteX2" fmla="*/ 367657 w 1491064"/>
              <a:gd name="connsiteY2" fmla="*/ 1525992 h 1793337"/>
              <a:gd name="connsiteX3" fmla="*/ 1186523 w 1491064"/>
              <a:gd name="connsiteY3" fmla="*/ 1793336 h 1793337"/>
              <a:gd name="connsiteX4" fmla="*/ 1467465 w 1491064"/>
              <a:gd name="connsiteY4" fmla="*/ 1528499 h 1793337"/>
              <a:gd name="connsiteX5" fmla="*/ 1468513 w 1491064"/>
              <a:gd name="connsiteY5" fmla="*/ 690542 h 1793337"/>
              <a:gd name="connsiteX6" fmla="*/ 1407977 w 1491064"/>
              <a:gd name="connsiteY6" fmla="*/ 109278 h 1793337"/>
              <a:gd name="connsiteX7" fmla="*/ 839087 w 1491064"/>
              <a:gd name="connsiteY7" fmla="*/ 38891 h 1793337"/>
              <a:gd name="connsiteX8" fmla="*/ 360355 w 1491064"/>
              <a:gd name="connsiteY8" fmla="*/ 552327 h 1793337"/>
              <a:gd name="connsiteX0" fmla="*/ 360355 w 1502818"/>
              <a:gd name="connsiteY0" fmla="*/ 552327 h 1612281"/>
              <a:gd name="connsiteX1" fmla="*/ 3 w 1502818"/>
              <a:gd name="connsiteY1" fmla="*/ 957886 h 1612281"/>
              <a:gd name="connsiteX2" fmla="*/ 367657 w 1502818"/>
              <a:gd name="connsiteY2" fmla="*/ 1525992 h 1612281"/>
              <a:gd name="connsiteX3" fmla="*/ 1026659 w 1502818"/>
              <a:gd name="connsiteY3" fmla="*/ 1582385 h 1612281"/>
              <a:gd name="connsiteX4" fmla="*/ 1467465 w 1502818"/>
              <a:gd name="connsiteY4" fmla="*/ 1528499 h 1612281"/>
              <a:gd name="connsiteX5" fmla="*/ 1468513 w 1502818"/>
              <a:gd name="connsiteY5" fmla="*/ 690542 h 1612281"/>
              <a:gd name="connsiteX6" fmla="*/ 1407977 w 1502818"/>
              <a:gd name="connsiteY6" fmla="*/ 109278 h 1612281"/>
              <a:gd name="connsiteX7" fmla="*/ 839087 w 1502818"/>
              <a:gd name="connsiteY7" fmla="*/ 38891 h 1612281"/>
              <a:gd name="connsiteX8" fmla="*/ 360355 w 1502818"/>
              <a:gd name="connsiteY8" fmla="*/ 552327 h 1612281"/>
              <a:gd name="connsiteX0" fmla="*/ 360384 w 1502847"/>
              <a:gd name="connsiteY0" fmla="*/ 552327 h 1803602"/>
              <a:gd name="connsiteX1" fmla="*/ 32 w 1502847"/>
              <a:gd name="connsiteY1" fmla="*/ 957886 h 1803602"/>
              <a:gd name="connsiteX2" fmla="*/ 385448 w 1502847"/>
              <a:gd name="connsiteY2" fmla="*/ 1779134 h 1803602"/>
              <a:gd name="connsiteX3" fmla="*/ 1026688 w 1502847"/>
              <a:gd name="connsiteY3" fmla="*/ 1582385 h 1803602"/>
              <a:gd name="connsiteX4" fmla="*/ 1467494 w 1502847"/>
              <a:gd name="connsiteY4" fmla="*/ 1528499 h 1803602"/>
              <a:gd name="connsiteX5" fmla="*/ 1468542 w 1502847"/>
              <a:gd name="connsiteY5" fmla="*/ 690542 h 1803602"/>
              <a:gd name="connsiteX6" fmla="*/ 1408006 w 1502847"/>
              <a:gd name="connsiteY6" fmla="*/ 109278 h 1803602"/>
              <a:gd name="connsiteX7" fmla="*/ 839116 w 1502847"/>
              <a:gd name="connsiteY7" fmla="*/ 38891 h 1803602"/>
              <a:gd name="connsiteX8" fmla="*/ 360384 w 1502847"/>
              <a:gd name="connsiteY8" fmla="*/ 552327 h 1803602"/>
              <a:gd name="connsiteX0" fmla="*/ 360384 w 1502847"/>
              <a:gd name="connsiteY0" fmla="*/ 552327 h 1826319"/>
              <a:gd name="connsiteX1" fmla="*/ 32 w 1502847"/>
              <a:gd name="connsiteY1" fmla="*/ 957886 h 1826319"/>
              <a:gd name="connsiteX2" fmla="*/ 385448 w 1502847"/>
              <a:gd name="connsiteY2" fmla="*/ 1779134 h 1826319"/>
              <a:gd name="connsiteX3" fmla="*/ 1026688 w 1502847"/>
              <a:gd name="connsiteY3" fmla="*/ 1582385 h 1826319"/>
              <a:gd name="connsiteX4" fmla="*/ 1467494 w 1502847"/>
              <a:gd name="connsiteY4" fmla="*/ 1528499 h 1826319"/>
              <a:gd name="connsiteX5" fmla="*/ 1468542 w 1502847"/>
              <a:gd name="connsiteY5" fmla="*/ 690542 h 1826319"/>
              <a:gd name="connsiteX6" fmla="*/ 1408006 w 1502847"/>
              <a:gd name="connsiteY6" fmla="*/ 109278 h 1826319"/>
              <a:gd name="connsiteX7" fmla="*/ 839116 w 1502847"/>
              <a:gd name="connsiteY7" fmla="*/ 38891 h 1826319"/>
              <a:gd name="connsiteX8" fmla="*/ 360384 w 1502847"/>
              <a:gd name="connsiteY8" fmla="*/ 552327 h 1826319"/>
              <a:gd name="connsiteX0" fmla="*/ 289852 w 1503366"/>
              <a:gd name="connsiteY0" fmla="*/ 461730 h 1820101"/>
              <a:gd name="connsiteX1" fmla="*/ 551 w 1503366"/>
              <a:gd name="connsiteY1" fmla="*/ 951668 h 1820101"/>
              <a:gd name="connsiteX2" fmla="*/ 385967 w 1503366"/>
              <a:gd name="connsiteY2" fmla="*/ 1772916 h 1820101"/>
              <a:gd name="connsiteX3" fmla="*/ 1027207 w 1503366"/>
              <a:gd name="connsiteY3" fmla="*/ 1576167 h 1820101"/>
              <a:gd name="connsiteX4" fmla="*/ 1468013 w 1503366"/>
              <a:gd name="connsiteY4" fmla="*/ 1522281 h 1820101"/>
              <a:gd name="connsiteX5" fmla="*/ 1469061 w 1503366"/>
              <a:gd name="connsiteY5" fmla="*/ 684324 h 1820101"/>
              <a:gd name="connsiteX6" fmla="*/ 1408525 w 1503366"/>
              <a:gd name="connsiteY6" fmla="*/ 103060 h 1820101"/>
              <a:gd name="connsiteX7" fmla="*/ 839635 w 1503366"/>
              <a:gd name="connsiteY7" fmla="*/ 32673 h 1820101"/>
              <a:gd name="connsiteX8" fmla="*/ 289852 w 1503366"/>
              <a:gd name="connsiteY8" fmla="*/ 461730 h 1820101"/>
              <a:gd name="connsiteX0" fmla="*/ 293376 w 1506890"/>
              <a:gd name="connsiteY0" fmla="*/ 461730 h 1820101"/>
              <a:gd name="connsiteX1" fmla="*/ 4075 w 1506890"/>
              <a:gd name="connsiteY1" fmla="*/ 951668 h 1820101"/>
              <a:gd name="connsiteX2" fmla="*/ 389491 w 1506890"/>
              <a:gd name="connsiteY2" fmla="*/ 1772916 h 1820101"/>
              <a:gd name="connsiteX3" fmla="*/ 1030731 w 1506890"/>
              <a:gd name="connsiteY3" fmla="*/ 1576167 h 1820101"/>
              <a:gd name="connsiteX4" fmla="*/ 1471537 w 1506890"/>
              <a:gd name="connsiteY4" fmla="*/ 1522281 h 1820101"/>
              <a:gd name="connsiteX5" fmla="*/ 1472585 w 1506890"/>
              <a:gd name="connsiteY5" fmla="*/ 684324 h 1820101"/>
              <a:gd name="connsiteX6" fmla="*/ 1412049 w 1506890"/>
              <a:gd name="connsiteY6" fmla="*/ 103060 h 1820101"/>
              <a:gd name="connsiteX7" fmla="*/ 843159 w 1506890"/>
              <a:gd name="connsiteY7" fmla="*/ 32673 h 1820101"/>
              <a:gd name="connsiteX8" fmla="*/ 293376 w 1506890"/>
              <a:gd name="connsiteY8" fmla="*/ 461730 h 1820101"/>
              <a:gd name="connsiteX0" fmla="*/ 203955 w 1545103"/>
              <a:gd name="connsiteY0" fmla="*/ 206126 h 1802639"/>
              <a:gd name="connsiteX1" fmla="*/ 42288 w 1545103"/>
              <a:gd name="connsiteY1" fmla="*/ 934206 h 1802639"/>
              <a:gd name="connsiteX2" fmla="*/ 427704 w 1545103"/>
              <a:gd name="connsiteY2" fmla="*/ 1755454 h 1802639"/>
              <a:gd name="connsiteX3" fmla="*/ 1068944 w 1545103"/>
              <a:gd name="connsiteY3" fmla="*/ 1558705 h 1802639"/>
              <a:gd name="connsiteX4" fmla="*/ 1509750 w 1545103"/>
              <a:gd name="connsiteY4" fmla="*/ 1504819 h 1802639"/>
              <a:gd name="connsiteX5" fmla="*/ 1510798 w 1545103"/>
              <a:gd name="connsiteY5" fmla="*/ 666862 h 1802639"/>
              <a:gd name="connsiteX6" fmla="*/ 1450262 w 1545103"/>
              <a:gd name="connsiteY6" fmla="*/ 85598 h 1802639"/>
              <a:gd name="connsiteX7" fmla="*/ 881372 w 1545103"/>
              <a:gd name="connsiteY7" fmla="*/ 15211 h 1802639"/>
              <a:gd name="connsiteX8" fmla="*/ 203955 w 1545103"/>
              <a:gd name="connsiteY8" fmla="*/ 206126 h 1802639"/>
              <a:gd name="connsiteX0" fmla="*/ 147252 w 1634267"/>
              <a:gd name="connsiteY0" fmla="*/ 113266 h 1796376"/>
              <a:gd name="connsiteX1" fmla="*/ 131452 w 1634267"/>
              <a:gd name="connsiteY1" fmla="*/ 927943 h 1796376"/>
              <a:gd name="connsiteX2" fmla="*/ 516868 w 1634267"/>
              <a:gd name="connsiteY2" fmla="*/ 1749191 h 1796376"/>
              <a:gd name="connsiteX3" fmla="*/ 1158108 w 1634267"/>
              <a:gd name="connsiteY3" fmla="*/ 1552442 h 1796376"/>
              <a:gd name="connsiteX4" fmla="*/ 1598914 w 1634267"/>
              <a:gd name="connsiteY4" fmla="*/ 1498556 h 1796376"/>
              <a:gd name="connsiteX5" fmla="*/ 1599962 w 1634267"/>
              <a:gd name="connsiteY5" fmla="*/ 660599 h 1796376"/>
              <a:gd name="connsiteX6" fmla="*/ 1539426 w 1634267"/>
              <a:gd name="connsiteY6" fmla="*/ 79335 h 1796376"/>
              <a:gd name="connsiteX7" fmla="*/ 970536 w 1634267"/>
              <a:gd name="connsiteY7" fmla="*/ 8948 h 1796376"/>
              <a:gd name="connsiteX8" fmla="*/ 147252 w 1634267"/>
              <a:gd name="connsiteY8" fmla="*/ 113266 h 179637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634267" h="1796376">
                <a:moveTo>
                  <a:pt x="147252" y="113266"/>
                </a:moveTo>
                <a:cubicBezTo>
                  <a:pt x="-139307" y="245497"/>
                  <a:pt x="69849" y="655289"/>
                  <a:pt x="131452" y="927943"/>
                </a:cubicBezTo>
                <a:cubicBezTo>
                  <a:pt x="193055" y="1200597"/>
                  <a:pt x="345759" y="1645108"/>
                  <a:pt x="516868" y="1749191"/>
                </a:cubicBezTo>
                <a:cubicBezTo>
                  <a:pt x="687977" y="1853274"/>
                  <a:pt x="1013294" y="1784070"/>
                  <a:pt x="1158108" y="1552442"/>
                </a:cubicBezTo>
                <a:cubicBezTo>
                  <a:pt x="1302922" y="1320814"/>
                  <a:pt x="1525272" y="1647197"/>
                  <a:pt x="1598914" y="1498556"/>
                </a:cubicBezTo>
                <a:cubicBezTo>
                  <a:pt x="1672556" y="1349916"/>
                  <a:pt x="1609877" y="897136"/>
                  <a:pt x="1599962" y="660599"/>
                </a:cubicBezTo>
                <a:cubicBezTo>
                  <a:pt x="1590047" y="424062"/>
                  <a:pt x="1578419" y="187943"/>
                  <a:pt x="1539426" y="79335"/>
                </a:cubicBezTo>
                <a:cubicBezTo>
                  <a:pt x="1500433" y="-29273"/>
                  <a:pt x="1202565" y="3293"/>
                  <a:pt x="970536" y="8948"/>
                </a:cubicBezTo>
                <a:cubicBezTo>
                  <a:pt x="738507" y="14603"/>
                  <a:pt x="433811" y="-18965"/>
                  <a:pt x="147252" y="113266"/>
                </a:cubicBezTo>
                <a:close/>
              </a:path>
            </a:pathLst>
          </a:custGeom>
          <a:gradFill flip="none" rotWithShape="1">
            <a:gsLst>
              <a:gs pos="0">
                <a:srgbClr val="9CDFF9"/>
              </a:gs>
              <a:gs pos="100000">
                <a:schemeClr val="bg1"/>
              </a:gs>
              <a:gs pos="57000">
                <a:schemeClr val="accent5">
                  <a:lumMod val="20000"/>
                  <a:lumOff val="80000"/>
                </a:schemeClr>
              </a:gs>
            </a:gsLst>
            <a:lin ang="0" scaled="1"/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573" name="TextBox 572">
            <a:extLst>
              <a:ext uri="{FF2B5EF4-FFF2-40B4-BE49-F238E27FC236}">
                <a16:creationId xmlns:a16="http://schemas.microsoft.com/office/drawing/2014/main" id="{59DB778E-F23D-6C41-8A2D-8F08BD46CBCB}"/>
              </a:ext>
            </a:extLst>
          </p:cNvPr>
          <p:cNvSpPr txBox="1"/>
          <p:nvPr/>
        </p:nvSpPr>
        <p:spPr>
          <a:xfrm>
            <a:off x="9427201" y="1851195"/>
            <a:ext cx="1725088" cy="2862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national or global ISP</a:t>
            </a:r>
          </a:p>
        </p:txBody>
      </p:sp>
      <p:sp>
        <p:nvSpPr>
          <p:cNvPr id="655" name="Rectangle 654">
            <a:extLst>
              <a:ext uri="{FF2B5EF4-FFF2-40B4-BE49-F238E27FC236}">
                <a16:creationId xmlns:a16="http://schemas.microsoft.com/office/drawing/2014/main" id="{2DCB9395-41DC-D844-A0B1-59B5BDD3151F}"/>
              </a:ext>
            </a:extLst>
          </p:cNvPr>
          <p:cNvSpPr/>
          <p:nvPr/>
        </p:nvSpPr>
        <p:spPr>
          <a:xfrm>
            <a:off x="9279068" y="3677908"/>
            <a:ext cx="305749" cy="197847"/>
          </a:xfrm>
          <a:prstGeom prst="rect">
            <a:avLst/>
          </a:prstGeom>
          <a:solidFill>
            <a:srgbClr val="9CDFF9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3" name="TextBox 652">
            <a:extLst>
              <a:ext uri="{FF2B5EF4-FFF2-40B4-BE49-F238E27FC236}">
                <a16:creationId xmlns:a16="http://schemas.microsoft.com/office/drawing/2014/main" id="{C34CA97E-4007-3540-925A-3C739C254049}"/>
              </a:ext>
            </a:extLst>
          </p:cNvPr>
          <p:cNvSpPr txBox="1"/>
          <p:nvPr/>
        </p:nvSpPr>
        <p:spPr>
          <a:xfrm>
            <a:off x="8766162" y="3447919"/>
            <a:ext cx="1040639" cy="4801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local or regional ISP</a:t>
            </a:r>
          </a:p>
        </p:txBody>
      </p:sp>
      <p:sp>
        <p:nvSpPr>
          <p:cNvPr id="657" name="TextBox 656">
            <a:extLst>
              <a:ext uri="{FF2B5EF4-FFF2-40B4-BE49-F238E27FC236}">
                <a16:creationId xmlns:a16="http://schemas.microsoft.com/office/drawing/2014/main" id="{7DCF99E9-1DFC-0241-B2E7-471998268663}"/>
              </a:ext>
            </a:extLst>
          </p:cNvPr>
          <p:cNvSpPr txBox="1"/>
          <p:nvPr/>
        </p:nvSpPr>
        <p:spPr>
          <a:xfrm>
            <a:off x="10917767" y="4677937"/>
            <a:ext cx="813043" cy="3831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050" dirty="0"/>
              <a:t>datacenter </a:t>
            </a:r>
          </a:p>
          <a:p>
            <a:pPr>
              <a:lnSpc>
                <a:spcPct val="90000"/>
              </a:lnSpc>
            </a:pPr>
            <a:r>
              <a:rPr lang="en-US" sz="1050" dirty="0"/>
              <a:t>network</a:t>
            </a:r>
          </a:p>
        </p:txBody>
      </p:sp>
      <p:sp>
        <p:nvSpPr>
          <p:cNvPr id="658" name="TextBox 657">
            <a:extLst>
              <a:ext uri="{FF2B5EF4-FFF2-40B4-BE49-F238E27FC236}">
                <a16:creationId xmlns:a16="http://schemas.microsoft.com/office/drawing/2014/main" id="{173BD163-3F4D-944E-B86B-3275B779D5A8}"/>
              </a:ext>
            </a:extLst>
          </p:cNvPr>
          <p:cNvSpPr txBox="1"/>
          <p:nvPr/>
        </p:nvSpPr>
        <p:spPr>
          <a:xfrm>
            <a:off x="10063018" y="4228248"/>
            <a:ext cx="843051" cy="6740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90000"/>
              </a:lnSpc>
            </a:pPr>
            <a:r>
              <a:rPr lang="en-US" sz="1400" dirty="0"/>
              <a:t>content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provider </a:t>
            </a:r>
          </a:p>
          <a:p>
            <a:pPr>
              <a:lnSpc>
                <a:spcPct val="90000"/>
              </a:lnSpc>
            </a:pPr>
            <a:r>
              <a:rPr lang="en-US" sz="1400" dirty="0"/>
              <a:t>network</a:t>
            </a:r>
            <a:endParaRPr lang="en-US" sz="1000" dirty="0"/>
          </a:p>
        </p:txBody>
      </p:sp>
      <p:cxnSp>
        <p:nvCxnSpPr>
          <p:cNvPr id="830" name="Straight Connector 829">
            <a:extLst>
              <a:ext uri="{FF2B5EF4-FFF2-40B4-BE49-F238E27FC236}">
                <a16:creationId xmlns:a16="http://schemas.microsoft.com/office/drawing/2014/main" id="{B163CA8C-EB1E-A14C-9A66-BC297C1207E6}"/>
              </a:ext>
            </a:extLst>
          </p:cNvPr>
          <p:cNvCxnSpPr>
            <a:cxnSpLocks/>
          </p:cNvCxnSpPr>
          <p:nvPr/>
        </p:nvCxnSpPr>
        <p:spPr>
          <a:xfrm flipH="1" flipV="1">
            <a:off x="10559920" y="3580125"/>
            <a:ext cx="412964" cy="63712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7" name="Straight Connector 826">
            <a:extLst>
              <a:ext uri="{FF2B5EF4-FFF2-40B4-BE49-F238E27FC236}">
                <a16:creationId xmlns:a16="http://schemas.microsoft.com/office/drawing/2014/main" id="{5423E50E-9196-7E41-B2E3-7EFFBB807850}"/>
              </a:ext>
            </a:extLst>
          </p:cNvPr>
          <p:cNvCxnSpPr>
            <a:cxnSpLocks/>
          </p:cNvCxnSpPr>
          <p:nvPr/>
        </p:nvCxnSpPr>
        <p:spPr>
          <a:xfrm flipH="1" flipV="1">
            <a:off x="10660835" y="3640684"/>
            <a:ext cx="345866" cy="738975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5" name="Straight Connector 824">
            <a:extLst>
              <a:ext uri="{FF2B5EF4-FFF2-40B4-BE49-F238E27FC236}">
                <a16:creationId xmlns:a16="http://schemas.microsoft.com/office/drawing/2014/main" id="{D736E0FF-D607-3B4C-A87A-D415301D67BE}"/>
              </a:ext>
            </a:extLst>
          </p:cNvPr>
          <p:cNvCxnSpPr>
            <a:cxnSpLocks/>
          </p:cNvCxnSpPr>
          <p:nvPr/>
        </p:nvCxnSpPr>
        <p:spPr>
          <a:xfrm flipV="1">
            <a:off x="10636897" y="3633421"/>
            <a:ext cx="335987" cy="39534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23" name="Straight Connector 822">
            <a:extLst>
              <a:ext uri="{FF2B5EF4-FFF2-40B4-BE49-F238E27FC236}">
                <a16:creationId xmlns:a16="http://schemas.microsoft.com/office/drawing/2014/main" id="{412118DA-F614-8A42-80A7-8D427CB9D063}"/>
              </a:ext>
            </a:extLst>
          </p:cNvPr>
          <p:cNvCxnSpPr>
            <a:cxnSpLocks/>
          </p:cNvCxnSpPr>
          <p:nvPr/>
        </p:nvCxnSpPr>
        <p:spPr>
          <a:xfrm flipH="1" flipV="1">
            <a:off x="10570774" y="3594896"/>
            <a:ext cx="1" cy="485748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9" name="Straight Connector 818">
            <a:extLst>
              <a:ext uri="{FF2B5EF4-FFF2-40B4-BE49-F238E27FC236}">
                <a16:creationId xmlns:a16="http://schemas.microsoft.com/office/drawing/2014/main" id="{1F000A1C-019C-AC40-8B26-99394BC90A3F}"/>
              </a:ext>
            </a:extLst>
          </p:cNvPr>
          <p:cNvCxnSpPr>
            <a:cxnSpLocks/>
          </p:cNvCxnSpPr>
          <p:nvPr/>
        </p:nvCxnSpPr>
        <p:spPr>
          <a:xfrm flipH="1" flipV="1">
            <a:off x="10550620" y="4071642"/>
            <a:ext cx="508543" cy="348647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8" name="Straight Connector 817">
            <a:extLst>
              <a:ext uri="{FF2B5EF4-FFF2-40B4-BE49-F238E27FC236}">
                <a16:creationId xmlns:a16="http://schemas.microsoft.com/office/drawing/2014/main" id="{E581177E-ADBB-324A-BE56-FFA64730F33D}"/>
              </a:ext>
            </a:extLst>
          </p:cNvPr>
          <p:cNvCxnSpPr>
            <a:cxnSpLocks/>
          </p:cNvCxnSpPr>
          <p:nvPr/>
        </p:nvCxnSpPr>
        <p:spPr>
          <a:xfrm flipH="1">
            <a:off x="9895195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6" name="Straight Connector 815">
            <a:extLst>
              <a:ext uri="{FF2B5EF4-FFF2-40B4-BE49-F238E27FC236}">
                <a16:creationId xmlns:a16="http://schemas.microsoft.com/office/drawing/2014/main" id="{D0BFF2F4-0B07-CF45-A69B-7B91FA12DE36}"/>
              </a:ext>
            </a:extLst>
          </p:cNvPr>
          <p:cNvCxnSpPr>
            <a:cxnSpLocks/>
          </p:cNvCxnSpPr>
          <p:nvPr/>
        </p:nvCxnSpPr>
        <p:spPr>
          <a:xfrm flipH="1">
            <a:off x="9219616" y="4087742"/>
            <a:ext cx="65542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3" name="Straight Connector 812">
            <a:extLst>
              <a:ext uri="{FF2B5EF4-FFF2-40B4-BE49-F238E27FC236}">
                <a16:creationId xmlns:a16="http://schemas.microsoft.com/office/drawing/2014/main" id="{E3568D00-797E-F542-B47B-DC40257A1AF2}"/>
              </a:ext>
            </a:extLst>
          </p:cNvPr>
          <p:cNvCxnSpPr>
            <a:cxnSpLocks/>
          </p:cNvCxnSpPr>
          <p:nvPr/>
        </p:nvCxnSpPr>
        <p:spPr>
          <a:xfrm flipH="1">
            <a:off x="9276868" y="3507672"/>
            <a:ext cx="382424" cy="51705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1" name="Straight Connector 810">
            <a:extLst>
              <a:ext uri="{FF2B5EF4-FFF2-40B4-BE49-F238E27FC236}">
                <a16:creationId xmlns:a16="http://schemas.microsoft.com/office/drawing/2014/main" id="{B5D2DFB3-E4DE-3C49-8F72-DC09F553A5F3}"/>
              </a:ext>
            </a:extLst>
          </p:cNvPr>
          <p:cNvCxnSpPr>
            <a:cxnSpLocks/>
          </p:cNvCxnSpPr>
          <p:nvPr/>
        </p:nvCxnSpPr>
        <p:spPr>
          <a:xfrm>
            <a:off x="9733069" y="3507672"/>
            <a:ext cx="0" cy="540294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8" name="Straight Connector 807">
            <a:extLst>
              <a:ext uri="{FF2B5EF4-FFF2-40B4-BE49-F238E27FC236}">
                <a16:creationId xmlns:a16="http://schemas.microsoft.com/office/drawing/2014/main" id="{F9A85AAA-3DAA-6946-B559-D97F731B61D5}"/>
              </a:ext>
            </a:extLst>
          </p:cNvPr>
          <p:cNvCxnSpPr/>
          <p:nvPr/>
        </p:nvCxnSpPr>
        <p:spPr>
          <a:xfrm>
            <a:off x="10137668" y="2754692"/>
            <a:ext cx="488174" cy="839333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3" name="Straight Connector 562">
            <a:extLst>
              <a:ext uri="{FF2B5EF4-FFF2-40B4-BE49-F238E27FC236}">
                <a16:creationId xmlns:a16="http://schemas.microsoft.com/office/drawing/2014/main" id="{12CE73BA-DDE8-5741-9E5E-64CA353BA98C}"/>
              </a:ext>
            </a:extLst>
          </p:cNvPr>
          <p:cNvCxnSpPr>
            <a:cxnSpLocks/>
          </p:cNvCxnSpPr>
          <p:nvPr/>
        </p:nvCxnSpPr>
        <p:spPr>
          <a:xfrm flipH="1">
            <a:off x="9798719" y="2695013"/>
            <a:ext cx="380432" cy="694807"/>
          </a:xfrm>
          <a:prstGeom prst="line">
            <a:avLst/>
          </a:prstGeom>
          <a:ln w="12700">
            <a:solidFill>
              <a:schemeClr val="tx1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pSp>
        <p:nvGrpSpPr>
          <p:cNvPr id="803" name="Group 802">
            <a:extLst>
              <a:ext uri="{FF2B5EF4-FFF2-40B4-BE49-F238E27FC236}">
                <a16:creationId xmlns:a16="http://schemas.microsoft.com/office/drawing/2014/main" id="{4429D23B-C424-D54E-A99F-D3FC646B3D08}"/>
              </a:ext>
            </a:extLst>
          </p:cNvPr>
          <p:cNvGrpSpPr/>
          <p:nvPr/>
        </p:nvGrpSpPr>
        <p:grpSpPr>
          <a:xfrm>
            <a:off x="7562238" y="2127325"/>
            <a:ext cx="3578867" cy="3640283"/>
            <a:chOff x="7562238" y="2127325"/>
            <a:chExt cx="3578867" cy="3640283"/>
          </a:xfrm>
        </p:grpSpPr>
        <p:grpSp>
          <p:nvGrpSpPr>
            <p:cNvPr id="800" name="Group 799">
              <a:extLst>
                <a:ext uri="{FF2B5EF4-FFF2-40B4-BE49-F238E27FC236}">
                  <a16:creationId xmlns:a16="http://schemas.microsoft.com/office/drawing/2014/main" id="{C0FB38C4-8D4E-FD46-8BA5-A01F983C9AF5}"/>
                </a:ext>
              </a:extLst>
            </p:cNvPr>
            <p:cNvGrpSpPr/>
            <p:nvPr/>
          </p:nvGrpSpPr>
          <p:grpSpPr>
            <a:xfrm>
              <a:off x="7857253" y="2127325"/>
              <a:ext cx="3283852" cy="3640283"/>
              <a:chOff x="7881336" y="2104198"/>
              <a:chExt cx="3283852" cy="3640283"/>
            </a:xfrm>
          </p:grpSpPr>
          <p:sp>
            <p:nvSpPr>
              <p:cNvPr id="22" name="Line 428">
                <a:extLst>
                  <a:ext uri="{FF2B5EF4-FFF2-40B4-BE49-F238E27FC236}">
                    <a16:creationId xmlns:a16="http://schemas.microsoft.com/office/drawing/2014/main" id="{28DDE19D-11FD-214B-B68A-9F6AAEA3AAE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813692" y="5228612"/>
                <a:ext cx="388062" cy="756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4" name="Line 430">
                <a:extLst>
                  <a:ext uri="{FF2B5EF4-FFF2-40B4-BE49-F238E27FC236}">
                    <a16:creationId xmlns:a16="http://schemas.microsoft.com/office/drawing/2014/main" id="{3188928B-5976-7142-B509-B67C32631B1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>
                <a:off x="10234009" y="5382159"/>
                <a:ext cx="0" cy="11430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5" name="Line 431">
                <a:extLst>
                  <a:ext uri="{FF2B5EF4-FFF2-40B4-BE49-F238E27FC236}">
                    <a16:creationId xmlns:a16="http://schemas.microsoft.com/office/drawing/2014/main" id="{B61C3274-819B-1A4B-9892-BC7A0AB4BF5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9457042" y="4815390"/>
                <a:ext cx="524483" cy="26153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6" name="Line 432">
                <a:extLst>
                  <a:ext uri="{FF2B5EF4-FFF2-40B4-BE49-F238E27FC236}">
                    <a16:creationId xmlns:a16="http://schemas.microsoft.com/office/drawing/2014/main" id="{6434324A-C183-F645-84E8-7170D215D0C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74149" y="4815390"/>
                <a:ext cx="569255" cy="2462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7" name="Line 433">
                <a:extLst>
                  <a:ext uri="{FF2B5EF4-FFF2-40B4-BE49-F238E27FC236}">
                    <a16:creationId xmlns:a16="http://schemas.microsoft.com/office/drawing/2014/main" id="{4326369B-7050-F54A-9B61-51FBE98316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845827" y="5085749"/>
                <a:ext cx="1030502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" name="Line 435">
                <a:extLst>
                  <a:ext uri="{FF2B5EF4-FFF2-40B4-BE49-F238E27FC236}">
                    <a16:creationId xmlns:a16="http://schemas.microsoft.com/office/drawing/2014/main" id="{D2EFF5DE-9380-7D46-847C-7986E80C63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34290" y="5094207"/>
                <a:ext cx="22680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 dirty="0"/>
              </a:p>
            </p:txBody>
          </p:sp>
          <p:sp>
            <p:nvSpPr>
              <p:cNvPr id="29" name="Line 436">
                <a:extLst>
                  <a:ext uri="{FF2B5EF4-FFF2-40B4-BE49-F238E27FC236}">
                    <a16:creationId xmlns:a16="http://schemas.microsoft.com/office/drawing/2014/main" id="{CAD2281A-59A4-DA4C-A9DC-E37CA499199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972450" y="5267343"/>
                <a:ext cx="412750" cy="1270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0" name="Line 439">
                <a:extLst>
                  <a:ext uri="{FF2B5EF4-FFF2-40B4-BE49-F238E27FC236}">
                    <a16:creationId xmlns:a16="http://schemas.microsoft.com/office/drawing/2014/main" id="{59746900-72D7-BF46-8B59-62F2A5D479C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397900" y="5259125"/>
                <a:ext cx="68080" cy="293968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1" name="Line 440">
                <a:extLst>
                  <a:ext uri="{FF2B5EF4-FFF2-40B4-BE49-F238E27FC236}">
                    <a16:creationId xmlns:a16="http://schemas.microsoft.com/office/drawing/2014/main" id="{76AA107C-4028-5D4D-B986-E7C4D7058C2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8512814" y="5284804"/>
                <a:ext cx="280374" cy="26987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2" name="Line 441">
                <a:extLst>
                  <a:ext uri="{FF2B5EF4-FFF2-40B4-BE49-F238E27FC236}">
                    <a16:creationId xmlns:a16="http://schemas.microsoft.com/office/drawing/2014/main" id="{AF797424-05E8-8345-847C-94DA81395AD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512814" y="5234921"/>
                <a:ext cx="914184" cy="46862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3" name="Line 443">
                <a:extLst>
                  <a:ext uri="{FF2B5EF4-FFF2-40B4-BE49-F238E27FC236}">
                    <a16:creationId xmlns:a16="http://schemas.microsoft.com/office/drawing/2014/main" id="{BCDF073B-F330-A345-A512-B85DFD399D1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271861" y="3806843"/>
                <a:ext cx="0" cy="131762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39" name="Line 449">
                <a:extLst>
                  <a:ext uri="{FF2B5EF4-FFF2-40B4-BE49-F238E27FC236}">
                    <a16:creationId xmlns:a16="http://schemas.microsoft.com/office/drawing/2014/main" id="{53CD988A-3515-7242-9C29-87AF281086F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7881336" y="4017980"/>
                <a:ext cx="168275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28" name="Line 428">
                <a:extLst>
                  <a:ext uri="{FF2B5EF4-FFF2-40B4-BE49-F238E27FC236}">
                    <a16:creationId xmlns:a16="http://schemas.microsoft.com/office/drawing/2014/main" id="{538963BA-E603-D94F-A908-92C50EC393B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rot="16200000" flipV="1">
                <a:off x="9909628" y="5560344"/>
                <a:ext cx="366793" cy="1482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537" name="Line 440">
                <a:extLst>
                  <a:ext uri="{FF2B5EF4-FFF2-40B4-BE49-F238E27FC236}">
                    <a16:creationId xmlns:a16="http://schemas.microsoft.com/office/drawing/2014/main" id="{E3BCB46D-EF32-8C42-A43A-1B0DAF759B6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483508" y="5013435"/>
                <a:ext cx="404236" cy="20777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cxnSp>
            <p:nvCxnSpPr>
              <p:cNvPr id="564" name="Straight Connector 563">
                <a:extLst>
                  <a:ext uri="{FF2B5EF4-FFF2-40B4-BE49-F238E27FC236}">
                    <a16:creationId xmlns:a16="http://schemas.microsoft.com/office/drawing/2014/main" id="{CE6E1140-BC2F-9947-9B51-91DC5079ABB1}"/>
                  </a:ext>
                </a:extLst>
              </p:cNvPr>
              <p:cNvCxnSpPr/>
              <p:nvPr/>
            </p:nvCxnSpPr>
            <p:spPr>
              <a:xfrm flipH="1">
                <a:off x="10124718" y="2146305"/>
                <a:ext cx="761467" cy="577355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5" name="Straight Connector 564">
                <a:extLst>
                  <a:ext uri="{FF2B5EF4-FFF2-40B4-BE49-F238E27FC236}">
                    <a16:creationId xmlns:a16="http://schemas.microsoft.com/office/drawing/2014/main" id="{9EF5B4FA-3960-F54C-936B-C64147078447}"/>
                  </a:ext>
                </a:extLst>
              </p:cNvPr>
              <p:cNvCxnSpPr/>
              <p:nvPr/>
            </p:nvCxnSpPr>
            <p:spPr>
              <a:xfrm flipH="1">
                <a:off x="10124718" y="2245186"/>
                <a:ext cx="397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6" name="Straight Connector 565">
                <a:extLst>
                  <a:ext uri="{FF2B5EF4-FFF2-40B4-BE49-F238E27FC236}">
                    <a16:creationId xmlns:a16="http://schemas.microsoft.com/office/drawing/2014/main" id="{691B45AC-C5E3-D24E-9C63-05D00B08C71D}"/>
                  </a:ext>
                </a:extLst>
              </p:cNvPr>
              <p:cNvCxnSpPr/>
              <p:nvPr/>
            </p:nvCxnSpPr>
            <p:spPr>
              <a:xfrm flipH="1">
                <a:off x="10696218" y="2177379"/>
                <a:ext cx="149360" cy="51846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7" name="Straight Connector 566">
                <a:extLst>
                  <a:ext uri="{FF2B5EF4-FFF2-40B4-BE49-F238E27FC236}">
                    <a16:creationId xmlns:a16="http://schemas.microsoft.com/office/drawing/2014/main" id="{59EB46BB-F3EA-4248-B631-AC80BEB74EF0}"/>
                  </a:ext>
                </a:extLst>
              </p:cNvPr>
              <p:cNvCxnSpPr/>
              <p:nvPr/>
            </p:nvCxnSpPr>
            <p:spPr>
              <a:xfrm flipH="1">
                <a:off x="10166249" y="2695840"/>
                <a:ext cx="574283" cy="2782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8" name="Straight Connector 567">
                <a:extLst>
                  <a:ext uri="{FF2B5EF4-FFF2-40B4-BE49-F238E27FC236}">
                    <a16:creationId xmlns:a16="http://schemas.microsoft.com/office/drawing/2014/main" id="{C562C7DD-3FD1-0E4C-B308-744C6C87FC79}"/>
                  </a:ext>
                </a:extLst>
              </p:cNvPr>
              <p:cNvCxnSpPr/>
              <p:nvPr/>
            </p:nvCxnSpPr>
            <p:spPr>
              <a:xfrm flipH="1">
                <a:off x="10093625" y="2146305"/>
                <a:ext cx="788589" cy="98881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9" name="Straight Connector 568">
                <a:extLst>
                  <a:ext uri="{FF2B5EF4-FFF2-40B4-BE49-F238E27FC236}">
                    <a16:creationId xmlns:a16="http://schemas.microsoft.com/office/drawing/2014/main" id="{6793D61B-AD50-A246-A5C0-38DF48C17738}"/>
                  </a:ext>
                </a:extLst>
              </p:cNvPr>
              <p:cNvCxnSpPr/>
              <p:nvPr/>
            </p:nvCxnSpPr>
            <p:spPr>
              <a:xfrm flipH="1">
                <a:off x="10886186" y="2104198"/>
                <a:ext cx="279002" cy="421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0" name="Straight Connector 569">
                <a:extLst>
                  <a:ext uri="{FF2B5EF4-FFF2-40B4-BE49-F238E27FC236}">
                    <a16:creationId xmlns:a16="http://schemas.microsoft.com/office/drawing/2014/main" id="{EDD09B84-3AA8-0948-AB6C-1D5CBFFC5293}"/>
                  </a:ext>
                </a:extLst>
              </p:cNvPr>
              <p:cNvCxnSpPr/>
              <p:nvPr/>
            </p:nvCxnSpPr>
            <p:spPr>
              <a:xfrm flipH="1" flipV="1">
                <a:off x="10706077" y="2695840"/>
                <a:ext cx="353541" cy="67807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74" name="Straight Connector 573">
                <a:extLst>
                  <a:ext uri="{FF2B5EF4-FFF2-40B4-BE49-F238E27FC236}">
                    <a16:creationId xmlns:a16="http://schemas.microsoft.com/office/drawing/2014/main" id="{C777BA08-17B1-254B-BCB6-583E10254EC6}"/>
                  </a:ext>
                </a:extLst>
              </p:cNvPr>
              <p:cNvCxnSpPr/>
              <p:nvPr/>
            </p:nvCxnSpPr>
            <p:spPr>
              <a:xfrm flipH="1">
                <a:off x="8793306" y="2245186"/>
                <a:ext cx="1300319" cy="606622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Line 541">
                <a:extLst>
                  <a:ext uri="{FF2B5EF4-FFF2-40B4-BE49-F238E27FC236}">
                    <a16:creationId xmlns:a16="http://schemas.microsoft.com/office/drawing/2014/main" id="{C44ADC96-78DA-C64F-AF97-4FFA68D2ED1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9402788" y="4090252"/>
                <a:ext cx="429324" cy="705603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9" name="Line 424">
                <a:extLst>
                  <a:ext uri="{FF2B5EF4-FFF2-40B4-BE49-F238E27FC236}">
                    <a16:creationId xmlns:a16="http://schemas.microsoft.com/office/drawing/2014/main" id="{845B46BE-685D-2D4E-AD26-5684794D19D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8268637" y="4024329"/>
                <a:ext cx="969051" cy="3175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pic>
          <p:nvPicPr>
            <p:cNvPr id="262" name="Picture 778" descr="antenna_radiation_stylized">
              <a:extLst>
                <a:ext uri="{FF2B5EF4-FFF2-40B4-BE49-F238E27FC236}">
                  <a16:creationId xmlns:a16="http://schemas.microsoft.com/office/drawing/2014/main" id="{B73E5F98-BC74-DB47-BA02-5F29DC67572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2238" y="3813930"/>
              <a:ext cx="506412" cy="10600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0" name="Picture 781" descr="antenna_radiation_stylized">
              <a:extLst>
                <a:ext uri="{FF2B5EF4-FFF2-40B4-BE49-F238E27FC236}">
                  <a16:creationId xmlns:a16="http://schemas.microsoft.com/office/drawing/2014/main" id="{5F858A2F-D0F0-7E47-8EF1-4C37898F9C1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242073" y="5480938"/>
              <a:ext cx="452014" cy="9515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2" name="Picture 799" descr="cell_tower_radiation copy">
              <a:extLst>
                <a:ext uri="{FF2B5EF4-FFF2-40B4-BE49-F238E27FC236}">
                  <a16:creationId xmlns:a16="http://schemas.microsoft.com/office/drawing/2014/main" id="{B5B28CD6-3076-384D-8180-86543C59B6C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980866" y="2158167"/>
              <a:ext cx="457200" cy="3327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3" name="Oval 800">
              <a:extLst>
                <a:ext uri="{FF2B5EF4-FFF2-40B4-BE49-F238E27FC236}">
                  <a16:creationId xmlns:a16="http://schemas.microsoft.com/office/drawing/2014/main" id="{271D03F6-D85B-EC41-803D-EFAA96DAE8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74541" y="2292995"/>
              <a:ext cx="52388" cy="49485"/>
            </a:xfrm>
            <a:prstGeom prst="ellipse">
              <a:avLst/>
            </a:prstGeom>
            <a:solidFill>
              <a:schemeClr val="tx2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239" name="Line 426">
            <a:extLst>
              <a:ext uri="{FF2B5EF4-FFF2-40B4-BE49-F238E27FC236}">
                <a16:creationId xmlns:a16="http://schemas.microsoft.com/office/drawing/2014/main" id="{DDAEB50C-98DD-DA43-B9C4-9AB7F9ED5BFD}"/>
              </a:ext>
            </a:extLst>
          </p:cNvPr>
          <p:cNvSpPr>
            <a:spLocks noChangeShapeType="1"/>
          </p:cNvSpPr>
          <p:nvPr/>
        </p:nvSpPr>
        <p:spPr bwMode="auto">
          <a:xfrm>
            <a:off x="8207860" y="2700359"/>
            <a:ext cx="227964" cy="17435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41" name="Group 783">
            <a:extLst>
              <a:ext uri="{FF2B5EF4-FFF2-40B4-BE49-F238E27FC236}">
                <a16:creationId xmlns:a16="http://schemas.microsoft.com/office/drawing/2014/main" id="{02FEAFB4-9831-B64A-9F54-92C532E8F36E}"/>
              </a:ext>
            </a:extLst>
          </p:cNvPr>
          <p:cNvGrpSpPr>
            <a:grpSpLocks/>
          </p:cNvGrpSpPr>
          <p:nvPr/>
        </p:nvGrpSpPr>
        <p:grpSpPr bwMode="auto">
          <a:xfrm>
            <a:off x="8050698" y="2309376"/>
            <a:ext cx="298450" cy="464008"/>
            <a:chOff x="3130" y="3288"/>
            <a:chExt cx="410" cy="742"/>
          </a:xfrm>
        </p:grpSpPr>
        <p:sp>
          <p:nvSpPr>
            <p:cNvPr id="244" name="Line 270">
              <a:extLst>
                <a:ext uri="{FF2B5EF4-FFF2-40B4-BE49-F238E27FC236}">
                  <a16:creationId xmlns:a16="http://schemas.microsoft.com/office/drawing/2014/main" id="{A9300902-94F3-8949-9A54-8B95986ACBE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130" y="3288"/>
              <a:ext cx="205" cy="6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5" name="Line 271">
              <a:extLst>
                <a:ext uri="{FF2B5EF4-FFF2-40B4-BE49-F238E27FC236}">
                  <a16:creationId xmlns:a16="http://schemas.microsoft.com/office/drawing/2014/main" id="{B93F32E3-8690-BD4B-B848-94E1FAAB5E8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288"/>
              <a:ext cx="205" cy="6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6" name="Line 272">
              <a:extLst>
                <a:ext uri="{FF2B5EF4-FFF2-40B4-BE49-F238E27FC236}">
                  <a16:creationId xmlns:a16="http://schemas.microsoft.com/office/drawing/2014/main" id="{AB0BEDC3-F0F0-4E42-A55F-57AC0548D59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30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7" name="Line 273">
              <a:extLst>
                <a:ext uri="{FF2B5EF4-FFF2-40B4-BE49-F238E27FC236}">
                  <a16:creationId xmlns:a16="http://schemas.microsoft.com/office/drawing/2014/main" id="{3AF299DE-8F54-D84C-B398-5B3B44C53A9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335" y="3957"/>
              <a:ext cx="205" cy="73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8" name="Line 274">
              <a:extLst>
                <a:ext uri="{FF2B5EF4-FFF2-40B4-BE49-F238E27FC236}">
                  <a16:creationId xmlns:a16="http://schemas.microsoft.com/office/drawing/2014/main" id="{C2005C3C-C4BA-FD44-A127-E5C4FE594D9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335" y="3303"/>
              <a:ext cx="0" cy="7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49" name="Line 275">
              <a:extLst>
                <a:ext uri="{FF2B5EF4-FFF2-40B4-BE49-F238E27FC236}">
                  <a16:creationId xmlns:a16="http://schemas.microsoft.com/office/drawing/2014/main" id="{948DF918-9246-AF45-A55F-C5B7436635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130" y="3888"/>
              <a:ext cx="205" cy="72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0" name="Line 276">
              <a:extLst>
                <a:ext uri="{FF2B5EF4-FFF2-40B4-BE49-F238E27FC236}">
                  <a16:creationId xmlns:a16="http://schemas.microsoft.com/office/drawing/2014/main" id="{3D1534AB-9253-A140-B4C5-81F085C4528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3335" y="3888"/>
              <a:ext cx="205" cy="69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1" name="Line 277">
              <a:extLst>
                <a:ext uri="{FF2B5EF4-FFF2-40B4-BE49-F238E27FC236}">
                  <a16:creationId xmlns:a16="http://schemas.microsoft.com/office/drawing/2014/main" id="{3BA377A2-6A51-F64B-AA8B-4FB90FAA7D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17" y="3668"/>
              <a:ext cx="118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2" name="Line 278">
              <a:extLst>
                <a:ext uri="{FF2B5EF4-FFF2-40B4-BE49-F238E27FC236}">
                  <a16:creationId xmlns:a16="http://schemas.microsoft.com/office/drawing/2014/main" id="{FA310FA6-4B1E-0047-8066-8AF44673F2B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668"/>
              <a:ext cx="124" cy="5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3" name="Line 279">
              <a:extLst>
                <a:ext uri="{FF2B5EF4-FFF2-40B4-BE49-F238E27FC236}">
                  <a16:creationId xmlns:a16="http://schemas.microsoft.com/office/drawing/2014/main" id="{254B094E-F3D3-0F46-BF4E-A226644B01D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178" y="3766"/>
              <a:ext cx="152" cy="75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4" name="Line 280">
              <a:extLst>
                <a:ext uri="{FF2B5EF4-FFF2-40B4-BE49-F238E27FC236}">
                  <a16:creationId xmlns:a16="http://schemas.microsoft.com/office/drawing/2014/main" id="{9805319A-9CA5-7340-811A-8DBCB5A2BAC3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781"/>
              <a:ext cx="153" cy="6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5" name="Line 281">
              <a:extLst>
                <a:ext uri="{FF2B5EF4-FFF2-40B4-BE49-F238E27FC236}">
                  <a16:creationId xmlns:a16="http://schemas.microsoft.com/office/drawing/2014/main" id="{6042C4DF-7427-904B-A064-26708AF48089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567"/>
              <a:ext cx="78" cy="27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6" name="Line 282">
              <a:extLst>
                <a:ext uri="{FF2B5EF4-FFF2-40B4-BE49-F238E27FC236}">
                  <a16:creationId xmlns:a16="http://schemas.microsoft.com/office/drawing/2014/main" id="{21FF36A4-E56F-C94A-8E67-9A6E4DA844B2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3335" y="3428"/>
              <a:ext cx="49" cy="2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7" name="Line 283">
              <a:extLst>
                <a:ext uri="{FF2B5EF4-FFF2-40B4-BE49-F238E27FC236}">
                  <a16:creationId xmlns:a16="http://schemas.microsoft.com/office/drawing/2014/main" id="{C6A0831D-FA2C-E744-8FE0-FDFDDB5FDD0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47" y="3558"/>
              <a:ext cx="9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  <p:sp>
          <p:nvSpPr>
            <p:cNvPr id="258" name="Line 284">
              <a:extLst>
                <a:ext uri="{FF2B5EF4-FFF2-40B4-BE49-F238E27FC236}">
                  <a16:creationId xmlns:a16="http://schemas.microsoft.com/office/drawing/2014/main" id="{65548550-729A-4849-9DC4-127F8FE86B26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289" y="3422"/>
              <a:ext cx="55" cy="36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pic>
        <p:nvPicPr>
          <p:cNvPr id="261" name="Picture 777" descr="access_point_stylized_small">
            <a:extLst>
              <a:ext uri="{FF2B5EF4-FFF2-40B4-BE49-F238E27FC236}">
                <a16:creationId xmlns:a16="http://schemas.microsoft.com/office/drawing/2014/main" id="{FA9A412B-D725-D449-8707-A3626DCB48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13882" y="3861899"/>
            <a:ext cx="370169" cy="3067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59" name="Picture 780" descr="access_point_stylized_small">
            <a:extLst>
              <a:ext uri="{FF2B5EF4-FFF2-40B4-BE49-F238E27FC236}">
                <a16:creationId xmlns:a16="http://schemas.microsoft.com/office/drawing/2014/main" id="{AC22920E-0555-BA45-9B6A-B76172153C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90610" y="5524232"/>
            <a:ext cx="380935" cy="31746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471" name="Group 470">
            <a:extLst>
              <a:ext uri="{FF2B5EF4-FFF2-40B4-BE49-F238E27FC236}">
                <a16:creationId xmlns:a16="http://schemas.microsoft.com/office/drawing/2014/main" id="{DE035BC7-2762-3044-BE80-C91EC827E65C}"/>
              </a:ext>
            </a:extLst>
          </p:cNvPr>
          <p:cNvGrpSpPr/>
          <p:nvPr/>
        </p:nvGrpSpPr>
        <p:grpSpPr>
          <a:xfrm>
            <a:off x="9783558" y="4989983"/>
            <a:ext cx="393760" cy="218578"/>
            <a:chOff x="7493876" y="2774731"/>
            <a:chExt cx="1481958" cy="894622"/>
          </a:xfrm>
        </p:grpSpPr>
        <p:sp>
          <p:nvSpPr>
            <p:cNvPr id="472" name="Freeform 471">
              <a:extLst>
                <a:ext uri="{FF2B5EF4-FFF2-40B4-BE49-F238E27FC236}">
                  <a16:creationId xmlns:a16="http://schemas.microsoft.com/office/drawing/2014/main" id="{BEE06200-7AF9-4A43-9447-2349DCBFF947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73" name="Oval 472">
              <a:extLst>
                <a:ext uri="{FF2B5EF4-FFF2-40B4-BE49-F238E27FC236}">
                  <a16:creationId xmlns:a16="http://schemas.microsoft.com/office/drawing/2014/main" id="{3340A80C-5091-6D49-89E5-375F02E9486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74" name="Group 473">
              <a:extLst>
                <a:ext uri="{FF2B5EF4-FFF2-40B4-BE49-F238E27FC236}">
                  <a16:creationId xmlns:a16="http://schemas.microsoft.com/office/drawing/2014/main" id="{B2821126-95C5-B044-AEBC-BA333FAF6B2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75" name="Freeform 474">
                <a:extLst>
                  <a:ext uri="{FF2B5EF4-FFF2-40B4-BE49-F238E27FC236}">
                    <a16:creationId xmlns:a16="http://schemas.microsoft.com/office/drawing/2014/main" id="{B76A81D4-5DC8-C241-B209-B819BC6D74F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6" name="Freeform 475">
                <a:extLst>
                  <a:ext uri="{FF2B5EF4-FFF2-40B4-BE49-F238E27FC236}">
                    <a16:creationId xmlns:a16="http://schemas.microsoft.com/office/drawing/2014/main" id="{6F6ED06A-086C-754C-BE82-59E2830CF0D9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7" name="Freeform 476">
                <a:extLst>
                  <a:ext uri="{FF2B5EF4-FFF2-40B4-BE49-F238E27FC236}">
                    <a16:creationId xmlns:a16="http://schemas.microsoft.com/office/drawing/2014/main" id="{A32340AB-4CC3-5442-987B-A47EF2040F1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8" name="Freeform 477">
                <a:extLst>
                  <a:ext uri="{FF2B5EF4-FFF2-40B4-BE49-F238E27FC236}">
                    <a16:creationId xmlns:a16="http://schemas.microsoft.com/office/drawing/2014/main" id="{AC0AB71B-FD2B-9C4A-AE22-B586FC33568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20" name="Group 519">
            <a:extLst>
              <a:ext uri="{FF2B5EF4-FFF2-40B4-BE49-F238E27FC236}">
                <a16:creationId xmlns:a16="http://schemas.microsoft.com/office/drawing/2014/main" id="{60B6F784-668B-5D4B-A622-66CCE6350B84}"/>
              </a:ext>
            </a:extLst>
          </p:cNvPr>
          <p:cNvGrpSpPr/>
          <p:nvPr/>
        </p:nvGrpSpPr>
        <p:grpSpPr>
          <a:xfrm>
            <a:off x="9849365" y="5339037"/>
            <a:ext cx="309740" cy="190838"/>
            <a:chOff x="3668110" y="2448910"/>
            <a:chExt cx="3794234" cy="2165130"/>
          </a:xfrm>
        </p:grpSpPr>
        <p:sp>
          <p:nvSpPr>
            <p:cNvPr id="521" name="Rectangle 520">
              <a:extLst>
                <a:ext uri="{FF2B5EF4-FFF2-40B4-BE49-F238E27FC236}">
                  <a16:creationId xmlns:a16="http://schemas.microsoft.com/office/drawing/2014/main" id="{275B9F34-60F1-4A43-AAD4-D58802DAAC8F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2" name="Freeform 521">
              <a:extLst>
                <a:ext uri="{FF2B5EF4-FFF2-40B4-BE49-F238E27FC236}">
                  <a16:creationId xmlns:a16="http://schemas.microsoft.com/office/drawing/2014/main" id="{778A1510-2C69-F848-B6B3-6C73FF163690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23" name="Group 522">
              <a:extLst>
                <a:ext uri="{FF2B5EF4-FFF2-40B4-BE49-F238E27FC236}">
                  <a16:creationId xmlns:a16="http://schemas.microsoft.com/office/drawing/2014/main" id="{85BFF772-B3A6-F548-BDE0-8AEB95F33FBE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24" name="Freeform 523">
                <a:extLst>
                  <a:ext uri="{FF2B5EF4-FFF2-40B4-BE49-F238E27FC236}">
                    <a16:creationId xmlns:a16="http://schemas.microsoft.com/office/drawing/2014/main" id="{B37A32DB-8119-5447-A58C-87AD1FDF0EB7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5" name="Freeform 524">
                <a:extLst>
                  <a:ext uri="{FF2B5EF4-FFF2-40B4-BE49-F238E27FC236}">
                    <a16:creationId xmlns:a16="http://schemas.microsoft.com/office/drawing/2014/main" id="{58EF4D92-6D83-864D-92A9-A12640536887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6" name="Freeform 525">
                <a:extLst>
                  <a:ext uri="{FF2B5EF4-FFF2-40B4-BE49-F238E27FC236}">
                    <a16:creationId xmlns:a16="http://schemas.microsoft.com/office/drawing/2014/main" id="{79E03014-7882-0546-B7FE-50715AB53593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27" name="Freeform 526">
                <a:extLst>
                  <a:ext uri="{FF2B5EF4-FFF2-40B4-BE49-F238E27FC236}">
                    <a16:creationId xmlns:a16="http://schemas.microsoft.com/office/drawing/2014/main" id="{530508B2-B7B9-B347-8151-5F7967C6BEDA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79" name="Group 478">
            <a:extLst>
              <a:ext uri="{FF2B5EF4-FFF2-40B4-BE49-F238E27FC236}">
                <a16:creationId xmlns:a16="http://schemas.microsoft.com/office/drawing/2014/main" id="{11A03BFE-097D-3B42-AA2B-11FFEA70FF5B}"/>
              </a:ext>
            </a:extLst>
          </p:cNvPr>
          <p:cNvGrpSpPr/>
          <p:nvPr/>
        </p:nvGrpSpPr>
        <p:grpSpPr>
          <a:xfrm>
            <a:off x="8676619" y="4967420"/>
            <a:ext cx="393760" cy="218578"/>
            <a:chOff x="7493876" y="2774731"/>
            <a:chExt cx="1481958" cy="894622"/>
          </a:xfrm>
        </p:grpSpPr>
        <p:sp>
          <p:nvSpPr>
            <p:cNvPr id="480" name="Freeform 479">
              <a:extLst>
                <a:ext uri="{FF2B5EF4-FFF2-40B4-BE49-F238E27FC236}">
                  <a16:creationId xmlns:a16="http://schemas.microsoft.com/office/drawing/2014/main" id="{89B10910-D4AF-3246-860A-25F1D908938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81" name="Oval 480">
              <a:extLst>
                <a:ext uri="{FF2B5EF4-FFF2-40B4-BE49-F238E27FC236}">
                  <a16:creationId xmlns:a16="http://schemas.microsoft.com/office/drawing/2014/main" id="{F9BAB47F-DDD3-BE44-9A9E-FC2F670519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82" name="Group 481">
              <a:extLst>
                <a:ext uri="{FF2B5EF4-FFF2-40B4-BE49-F238E27FC236}">
                  <a16:creationId xmlns:a16="http://schemas.microsoft.com/office/drawing/2014/main" id="{753018A5-48AB-6D40-BB99-E6281192F8D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83" name="Freeform 482">
                <a:extLst>
                  <a:ext uri="{FF2B5EF4-FFF2-40B4-BE49-F238E27FC236}">
                    <a16:creationId xmlns:a16="http://schemas.microsoft.com/office/drawing/2014/main" id="{BD7DB5A0-40AC-504F-93F8-89A5617E2AE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4" name="Freeform 483">
                <a:extLst>
                  <a:ext uri="{FF2B5EF4-FFF2-40B4-BE49-F238E27FC236}">
                    <a16:creationId xmlns:a16="http://schemas.microsoft.com/office/drawing/2014/main" id="{DBEBB83D-40BF-8849-BAAA-59AB22EA085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5" name="Freeform 484">
                <a:extLst>
                  <a:ext uri="{FF2B5EF4-FFF2-40B4-BE49-F238E27FC236}">
                    <a16:creationId xmlns:a16="http://schemas.microsoft.com/office/drawing/2014/main" id="{18930CC0-2525-0C49-9555-463122A4FBB4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86" name="Freeform 485">
                <a:extLst>
                  <a:ext uri="{FF2B5EF4-FFF2-40B4-BE49-F238E27FC236}">
                    <a16:creationId xmlns:a16="http://schemas.microsoft.com/office/drawing/2014/main" id="{0C651989-7B8A-F043-A1B6-F47D8764FCE0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29" name="Group 528">
            <a:extLst>
              <a:ext uri="{FF2B5EF4-FFF2-40B4-BE49-F238E27FC236}">
                <a16:creationId xmlns:a16="http://schemas.microsoft.com/office/drawing/2014/main" id="{DE45D3AB-47E3-364E-81D6-324D69CE101C}"/>
              </a:ext>
            </a:extLst>
          </p:cNvPr>
          <p:cNvGrpSpPr/>
          <p:nvPr/>
        </p:nvGrpSpPr>
        <p:grpSpPr>
          <a:xfrm>
            <a:off x="8311520" y="5194433"/>
            <a:ext cx="309740" cy="190838"/>
            <a:chOff x="3668110" y="2448910"/>
            <a:chExt cx="3794234" cy="2165130"/>
          </a:xfrm>
        </p:grpSpPr>
        <p:sp>
          <p:nvSpPr>
            <p:cNvPr id="530" name="Rectangle 529">
              <a:extLst>
                <a:ext uri="{FF2B5EF4-FFF2-40B4-BE49-F238E27FC236}">
                  <a16:creationId xmlns:a16="http://schemas.microsoft.com/office/drawing/2014/main" id="{72425686-3D93-0646-A923-6ADF75485CDC}"/>
                </a:ext>
              </a:extLst>
            </p:cNvPr>
            <p:cNvSpPr/>
            <p:nvPr/>
          </p:nvSpPr>
          <p:spPr>
            <a:xfrm>
              <a:off x="3668110" y="3741409"/>
              <a:ext cx="3780587" cy="872631"/>
            </a:xfrm>
            <a:prstGeom prst="rect">
              <a:avLst/>
            </a:pr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31" name="Freeform 530">
              <a:extLst>
                <a:ext uri="{FF2B5EF4-FFF2-40B4-BE49-F238E27FC236}">
                  <a16:creationId xmlns:a16="http://schemas.microsoft.com/office/drawing/2014/main" id="{6ADFF160-CF04-7049-A6D4-1C789FDD39AE}"/>
                </a:ext>
              </a:extLst>
            </p:cNvPr>
            <p:cNvSpPr/>
            <p:nvPr/>
          </p:nvSpPr>
          <p:spPr>
            <a:xfrm>
              <a:off x="3678620" y="2448910"/>
              <a:ext cx="3783724" cy="1324303"/>
            </a:xfrm>
            <a:custGeom>
              <a:avLst/>
              <a:gdLst>
                <a:gd name="connsiteX0" fmla="*/ 0 w 3783724"/>
                <a:gd name="connsiteY0" fmla="*/ 1313793 h 1324303"/>
                <a:gd name="connsiteX1" fmla="*/ 0 w 3783724"/>
                <a:gd name="connsiteY1" fmla="*/ 1313793 h 1324303"/>
                <a:gd name="connsiteX2" fmla="*/ 252248 w 3783724"/>
                <a:gd name="connsiteY2" fmla="*/ 0 h 1324303"/>
                <a:gd name="connsiteX3" fmla="*/ 3415862 w 3783724"/>
                <a:gd name="connsiteY3" fmla="*/ 21020 h 1324303"/>
                <a:gd name="connsiteX4" fmla="*/ 3783724 w 3783724"/>
                <a:gd name="connsiteY4" fmla="*/ 1324303 h 1324303"/>
                <a:gd name="connsiteX5" fmla="*/ 0 w 3783724"/>
                <a:gd name="connsiteY5" fmla="*/ 1313793 h 13243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783724" h="1324303">
                  <a:moveTo>
                    <a:pt x="0" y="1313793"/>
                  </a:moveTo>
                  <a:lnTo>
                    <a:pt x="0" y="1313793"/>
                  </a:lnTo>
                  <a:lnTo>
                    <a:pt x="252248" y="0"/>
                  </a:lnTo>
                  <a:lnTo>
                    <a:pt x="3415862" y="21020"/>
                  </a:lnTo>
                  <a:lnTo>
                    <a:pt x="3783724" y="1324303"/>
                  </a:lnTo>
                  <a:lnTo>
                    <a:pt x="0" y="1313793"/>
                  </a:lnTo>
                  <a:close/>
                </a:path>
              </a:pathLst>
            </a:cu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532" name="Group 531">
              <a:extLst>
                <a:ext uri="{FF2B5EF4-FFF2-40B4-BE49-F238E27FC236}">
                  <a16:creationId xmlns:a16="http://schemas.microsoft.com/office/drawing/2014/main" id="{AFDD9D33-8D17-F840-A9A5-3807DD3BA314}"/>
                </a:ext>
              </a:extLst>
            </p:cNvPr>
            <p:cNvGrpSpPr/>
            <p:nvPr/>
          </p:nvGrpSpPr>
          <p:grpSpPr>
            <a:xfrm>
              <a:off x="3941378" y="2603243"/>
              <a:ext cx="3202061" cy="1066110"/>
              <a:chOff x="7939341" y="3037317"/>
              <a:chExt cx="897649" cy="353919"/>
            </a:xfrm>
          </p:grpSpPr>
          <p:sp>
            <p:nvSpPr>
              <p:cNvPr id="533" name="Freeform 532">
                <a:extLst>
                  <a:ext uri="{FF2B5EF4-FFF2-40B4-BE49-F238E27FC236}">
                    <a16:creationId xmlns:a16="http://schemas.microsoft.com/office/drawing/2014/main" id="{3AF3452D-972F-6944-8123-ECA4288786DF}"/>
                  </a:ext>
                </a:extLst>
              </p:cNvPr>
              <p:cNvSpPr/>
              <p:nvPr/>
            </p:nvSpPr>
            <p:spPr>
              <a:xfrm>
                <a:off x="7964170" y="30373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4" name="Freeform 533">
                <a:extLst>
                  <a:ext uri="{FF2B5EF4-FFF2-40B4-BE49-F238E27FC236}">
                    <a16:creationId xmlns:a16="http://schemas.microsoft.com/office/drawing/2014/main" id="{BA43E42C-CD9B-1744-BEEC-9E664114AC8E}"/>
                  </a:ext>
                </a:extLst>
              </p:cNvPr>
              <p:cNvSpPr/>
              <p:nvPr/>
            </p:nvSpPr>
            <p:spPr>
              <a:xfrm>
                <a:off x="8519948" y="32067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5" name="Freeform 534">
                <a:extLst>
                  <a:ext uri="{FF2B5EF4-FFF2-40B4-BE49-F238E27FC236}">
                    <a16:creationId xmlns:a16="http://schemas.microsoft.com/office/drawing/2014/main" id="{42EF7BB0-4257-F646-805E-AFBA92B62F9D}"/>
                  </a:ext>
                </a:extLst>
              </p:cNvPr>
              <p:cNvSpPr/>
              <p:nvPr/>
            </p:nvSpPr>
            <p:spPr>
              <a:xfrm>
                <a:off x="7939341" y="32067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36" name="Freeform 535">
                <a:extLst>
                  <a:ext uri="{FF2B5EF4-FFF2-40B4-BE49-F238E27FC236}">
                    <a16:creationId xmlns:a16="http://schemas.microsoft.com/office/drawing/2014/main" id="{95AEC175-56C0-C14B-9DC5-693400B124AB}"/>
                  </a:ext>
                </a:extLst>
              </p:cNvPr>
              <p:cNvSpPr/>
              <p:nvPr/>
            </p:nvSpPr>
            <p:spPr>
              <a:xfrm>
                <a:off x="8047413" y="31234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07" name="Group 406">
            <a:extLst>
              <a:ext uri="{FF2B5EF4-FFF2-40B4-BE49-F238E27FC236}">
                <a16:creationId xmlns:a16="http://schemas.microsoft.com/office/drawing/2014/main" id="{CBD7A282-C22D-714A-88F1-C7D4EDD107F8}"/>
              </a:ext>
            </a:extLst>
          </p:cNvPr>
          <p:cNvGrpSpPr/>
          <p:nvPr/>
        </p:nvGrpSpPr>
        <p:grpSpPr>
          <a:xfrm>
            <a:off x="8439827" y="2812309"/>
            <a:ext cx="353678" cy="168275"/>
            <a:chOff x="7493876" y="2774731"/>
            <a:chExt cx="1481958" cy="894622"/>
          </a:xfrm>
        </p:grpSpPr>
        <p:sp>
          <p:nvSpPr>
            <p:cNvPr id="408" name="Freeform 407">
              <a:extLst>
                <a:ext uri="{FF2B5EF4-FFF2-40B4-BE49-F238E27FC236}">
                  <a16:creationId xmlns:a16="http://schemas.microsoft.com/office/drawing/2014/main" id="{3C206862-9269-EE48-877D-EE261101A443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09" name="Oval 408">
              <a:extLst>
                <a:ext uri="{FF2B5EF4-FFF2-40B4-BE49-F238E27FC236}">
                  <a16:creationId xmlns:a16="http://schemas.microsoft.com/office/drawing/2014/main" id="{9B69A2C6-F31C-E749-B77A-1818B15E1B36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10" name="Group 409">
              <a:extLst>
                <a:ext uri="{FF2B5EF4-FFF2-40B4-BE49-F238E27FC236}">
                  <a16:creationId xmlns:a16="http://schemas.microsoft.com/office/drawing/2014/main" id="{08BE9AB8-F5DA-4D4A-9621-9AB05D691F0C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1" name="Freeform 410">
                <a:extLst>
                  <a:ext uri="{FF2B5EF4-FFF2-40B4-BE49-F238E27FC236}">
                    <a16:creationId xmlns:a16="http://schemas.microsoft.com/office/drawing/2014/main" id="{56E730F0-5BB3-6446-9D5B-82D51B9EDAF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2" name="Freeform 411">
                <a:extLst>
                  <a:ext uri="{FF2B5EF4-FFF2-40B4-BE49-F238E27FC236}">
                    <a16:creationId xmlns:a16="http://schemas.microsoft.com/office/drawing/2014/main" id="{5BA37E27-2FC6-BA43-8A97-14171CB51FDD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3" name="Freeform 412">
                <a:extLst>
                  <a:ext uri="{FF2B5EF4-FFF2-40B4-BE49-F238E27FC236}">
                    <a16:creationId xmlns:a16="http://schemas.microsoft.com/office/drawing/2014/main" id="{CCB37CB3-304F-6144-85D0-8B420BDD088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14" name="Freeform 413">
                <a:extLst>
                  <a:ext uri="{FF2B5EF4-FFF2-40B4-BE49-F238E27FC236}">
                    <a16:creationId xmlns:a16="http://schemas.microsoft.com/office/drawing/2014/main" id="{BD0CA8E5-A033-834A-A402-E2EFB2FBBFC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15" name="Group 414">
            <a:extLst>
              <a:ext uri="{FF2B5EF4-FFF2-40B4-BE49-F238E27FC236}">
                <a16:creationId xmlns:a16="http://schemas.microsoft.com/office/drawing/2014/main" id="{F0DE4078-0801-A244-9A82-F7502B8B24A0}"/>
              </a:ext>
            </a:extLst>
          </p:cNvPr>
          <p:cNvGrpSpPr/>
          <p:nvPr/>
        </p:nvGrpSpPr>
        <p:grpSpPr>
          <a:xfrm>
            <a:off x="8050070" y="3965994"/>
            <a:ext cx="354986" cy="175668"/>
            <a:chOff x="7493876" y="2774731"/>
            <a:chExt cx="1481958" cy="894622"/>
          </a:xfrm>
        </p:grpSpPr>
        <p:sp>
          <p:nvSpPr>
            <p:cNvPr id="416" name="Freeform 415">
              <a:extLst>
                <a:ext uri="{FF2B5EF4-FFF2-40B4-BE49-F238E27FC236}">
                  <a16:creationId xmlns:a16="http://schemas.microsoft.com/office/drawing/2014/main" id="{EA784F43-D793-4342-92F3-EBC3632212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17" name="Oval 416">
              <a:extLst>
                <a:ext uri="{FF2B5EF4-FFF2-40B4-BE49-F238E27FC236}">
                  <a16:creationId xmlns:a16="http://schemas.microsoft.com/office/drawing/2014/main" id="{75841943-4184-5D4E-AAD4-8FEAC9D7330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18" name="Group 417">
              <a:extLst>
                <a:ext uri="{FF2B5EF4-FFF2-40B4-BE49-F238E27FC236}">
                  <a16:creationId xmlns:a16="http://schemas.microsoft.com/office/drawing/2014/main" id="{23FBC748-DCBA-AA41-A6F7-895374D50CD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19" name="Freeform 418">
                <a:extLst>
                  <a:ext uri="{FF2B5EF4-FFF2-40B4-BE49-F238E27FC236}">
                    <a16:creationId xmlns:a16="http://schemas.microsoft.com/office/drawing/2014/main" id="{96DA1F2B-2063-8C40-BF46-086C20D317A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0" name="Freeform 419">
                <a:extLst>
                  <a:ext uri="{FF2B5EF4-FFF2-40B4-BE49-F238E27FC236}">
                    <a16:creationId xmlns:a16="http://schemas.microsoft.com/office/drawing/2014/main" id="{8A1EF987-02EE-DA4D-8224-02537D5034D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1" name="Freeform 420">
                <a:extLst>
                  <a:ext uri="{FF2B5EF4-FFF2-40B4-BE49-F238E27FC236}">
                    <a16:creationId xmlns:a16="http://schemas.microsoft.com/office/drawing/2014/main" id="{1FC5854A-AF8F-6841-92AD-B18DDAF1E99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22" name="Freeform 421">
                <a:extLst>
                  <a:ext uri="{FF2B5EF4-FFF2-40B4-BE49-F238E27FC236}">
                    <a16:creationId xmlns:a16="http://schemas.microsoft.com/office/drawing/2014/main" id="{A510FA68-BEB6-B54A-A1D4-984168F8571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55" name="Group 454">
            <a:extLst>
              <a:ext uri="{FF2B5EF4-FFF2-40B4-BE49-F238E27FC236}">
                <a16:creationId xmlns:a16="http://schemas.microsoft.com/office/drawing/2014/main" id="{52B7B73B-1125-084D-8669-C68CC371DDC6}"/>
              </a:ext>
            </a:extLst>
          </p:cNvPr>
          <p:cNvGrpSpPr/>
          <p:nvPr/>
        </p:nvGrpSpPr>
        <p:grpSpPr>
          <a:xfrm>
            <a:off x="10884085" y="3601365"/>
            <a:ext cx="170989" cy="97052"/>
            <a:chOff x="7493876" y="2774731"/>
            <a:chExt cx="1481958" cy="894622"/>
          </a:xfrm>
        </p:grpSpPr>
        <p:sp>
          <p:nvSpPr>
            <p:cNvPr id="456" name="Freeform 455">
              <a:extLst>
                <a:ext uri="{FF2B5EF4-FFF2-40B4-BE49-F238E27FC236}">
                  <a16:creationId xmlns:a16="http://schemas.microsoft.com/office/drawing/2014/main" id="{3196A4F9-B139-4D4B-B210-0318216604FE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57" name="Oval 456">
              <a:extLst>
                <a:ext uri="{FF2B5EF4-FFF2-40B4-BE49-F238E27FC236}">
                  <a16:creationId xmlns:a16="http://schemas.microsoft.com/office/drawing/2014/main" id="{1D1C7F3A-BE45-014B-AF9C-58CA77DA029D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58" name="Group 457">
              <a:extLst>
                <a:ext uri="{FF2B5EF4-FFF2-40B4-BE49-F238E27FC236}">
                  <a16:creationId xmlns:a16="http://schemas.microsoft.com/office/drawing/2014/main" id="{83DFFE47-64E8-F54C-8ABC-E896DA957F0D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9" name="Freeform 458">
                <a:extLst>
                  <a:ext uri="{FF2B5EF4-FFF2-40B4-BE49-F238E27FC236}">
                    <a16:creationId xmlns:a16="http://schemas.microsoft.com/office/drawing/2014/main" id="{2A9F0EE2-8F99-EB4D-9331-7AE3BDCBE9C6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0" name="Freeform 459">
                <a:extLst>
                  <a:ext uri="{FF2B5EF4-FFF2-40B4-BE49-F238E27FC236}">
                    <a16:creationId xmlns:a16="http://schemas.microsoft.com/office/drawing/2014/main" id="{2E314A90-8DB8-2A49-8BB6-D51C2DAE9CF7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1" name="Freeform 460">
                <a:extLst>
                  <a:ext uri="{FF2B5EF4-FFF2-40B4-BE49-F238E27FC236}">
                    <a16:creationId xmlns:a16="http://schemas.microsoft.com/office/drawing/2014/main" id="{7D8C0277-204E-2B4D-B954-94739B9DE720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2" name="Freeform 461">
                <a:extLst>
                  <a:ext uri="{FF2B5EF4-FFF2-40B4-BE49-F238E27FC236}">
                    <a16:creationId xmlns:a16="http://schemas.microsoft.com/office/drawing/2014/main" id="{69955D3C-6D1B-EA40-8228-73DF01564152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15" name="Group 614">
            <a:extLst>
              <a:ext uri="{FF2B5EF4-FFF2-40B4-BE49-F238E27FC236}">
                <a16:creationId xmlns:a16="http://schemas.microsoft.com/office/drawing/2014/main" id="{E166183D-5423-4E4A-AD63-A361EDE184C0}"/>
              </a:ext>
            </a:extLst>
          </p:cNvPr>
          <p:cNvGrpSpPr/>
          <p:nvPr/>
        </p:nvGrpSpPr>
        <p:grpSpPr>
          <a:xfrm>
            <a:off x="10410609" y="3496138"/>
            <a:ext cx="353678" cy="198344"/>
            <a:chOff x="7493876" y="2774731"/>
            <a:chExt cx="1481958" cy="894622"/>
          </a:xfrm>
        </p:grpSpPr>
        <p:sp>
          <p:nvSpPr>
            <p:cNvPr id="616" name="Freeform 615">
              <a:extLst>
                <a:ext uri="{FF2B5EF4-FFF2-40B4-BE49-F238E27FC236}">
                  <a16:creationId xmlns:a16="http://schemas.microsoft.com/office/drawing/2014/main" id="{8470D159-2329-7F46-9191-000B96A32C7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617" name="Oval 616">
              <a:extLst>
                <a:ext uri="{FF2B5EF4-FFF2-40B4-BE49-F238E27FC236}">
                  <a16:creationId xmlns:a16="http://schemas.microsoft.com/office/drawing/2014/main" id="{825BDAE5-F4DB-9148-9BC8-0F6F2D1E653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618" name="Group 617">
              <a:extLst>
                <a:ext uri="{FF2B5EF4-FFF2-40B4-BE49-F238E27FC236}">
                  <a16:creationId xmlns:a16="http://schemas.microsoft.com/office/drawing/2014/main" id="{237F0420-A845-064A-97A2-458F63D673C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19" name="Freeform 618">
                <a:extLst>
                  <a:ext uri="{FF2B5EF4-FFF2-40B4-BE49-F238E27FC236}">
                    <a16:creationId xmlns:a16="http://schemas.microsoft.com/office/drawing/2014/main" id="{D11109B9-8A56-A945-BA04-5A564B10300A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0" name="Freeform 619">
                <a:extLst>
                  <a:ext uri="{FF2B5EF4-FFF2-40B4-BE49-F238E27FC236}">
                    <a16:creationId xmlns:a16="http://schemas.microsoft.com/office/drawing/2014/main" id="{170AB2AC-06DB-034E-A5C4-0C8F62E3BE40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1" name="Freeform 620">
                <a:extLst>
                  <a:ext uri="{FF2B5EF4-FFF2-40B4-BE49-F238E27FC236}">
                    <a16:creationId xmlns:a16="http://schemas.microsoft.com/office/drawing/2014/main" id="{E41AEAC2-F85C-4A4E-B0B9-D5C02217D60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2" name="Freeform 621">
                <a:extLst>
                  <a:ext uri="{FF2B5EF4-FFF2-40B4-BE49-F238E27FC236}">
                    <a16:creationId xmlns:a16="http://schemas.microsoft.com/office/drawing/2014/main" id="{7955A7EE-741F-9740-8344-A2BC817675A5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77" name="Group 576">
            <a:extLst>
              <a:ext uri="{FF2B5EF4-FFF2-40B4-BE49-F238E27FC236}">
                <a16:creationId xmlns:a16="http://schemas.microsoft.com/office/drawing/2014/main" id="{C471E59B-7A0B-AE4F-95D6-F76514D2D55A}"/>
              </a:ext>
            </a:extLst>
          </p:cNvPr>
          <p:cNvGrpSpPr/>
          <p:nvPr/>
        </p:nvGrpSpPr>
        <p:grpSpPr>
          <a:xfrm>
            <a:off x="9948724" y="2202292"/>
            <a:ext cx="353678" cy="198344"/>
            <a:chOff x="7493876" y="2774731"/>
            <a:chExt cx="1481958" cy="894622"/>
          </a:xfrm>
        </p:grpSpPr>
        <p:sp>
          <p:nvSpPr>
            <p:cNvPr id="578" name="Freeform 577">
              <a:extLst>
                <a:ext uri="{FF2B5EF4-FFF2-40B4-BE49-F238E27FC236}">
                  <a16:creationId xmlns:a16="http://schemas.microsoft.com/office/drawing/2014/main" id="{8CD016E7-5480-8E4E-94F7-201A1C6046D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79" name="Oval 578">
              <a:extLst>
                <a:ext uri="{FF2B5EF4-FFF2-40B4-BE49-F238E27FC236}">
                  <a16:creationId xmlns:a16="http://schemas.microsoft.com/office/drawing/2014/main" id="{593A573C-B6D6-684E-BA73-8F7F7FA8D57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80" name="Group 579">
              <a:extLst>
                <a:ext uri="{FF2B5EF4-FFF2-40B4-BE49-F238E27FC236}">
                  <a16:creationId xmlns:a16="http://schemas.microsoft.com/office/drawing/2014/main" id="{2C09AC60-D16C-A948-B25E-01CF60EAAD7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1" name="Freeform 580">
                <a:extLst>
                  <a:ext uri="{FF2B5EF4-FFF2-40B4-BE49-F238E27FC236}">
                    <a16:creationId xmlns:a16="http://schemas.microsoft.com/office/drawing/2014/main" id="{D9A85682-B6A6-2344-B24D-66A792630B39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2" name="Freeform 581">
                <a:extLst>
                  <a:ext uri="{FF2B5EF4-FFF2-40B4-BE49-F238E27FC236}">
                    <a16:creationId xmlns:a16="http://schemas.microsoft.com/office/drawing/2014/main" id="{52EBCF47-0621-B64C-B884-20683D14D92A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3" name="Freeform 582">
                <a:extLst>
                  <a:ext uri="{FF2B5EF4-FFF2-40B4-BE49-F238E27FC236}">
                    <a16:creationId xmlns:a16="http://schemas.microsoft.com/office/drawing/2014/main" id="{83AAD1CC-D818-A245-9CF9-C4877A62A5D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84" name="Freeform 583">
                <a:extLst>
                  <a:ext uri="{FF2B5EF4-FFF2-40B4-BE49-F238E27FC236}">
                    <a16:creationId xmlns:a16="http://schemas.microsoft.com/office/drawing/2014/main" id="{51F55DD1-3A8F-0242-A470-690BE99AC688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93" name="Group 592">
            <a:extLst>
              <a:ext uri="{FF2B5EF4-FFF2-40B4-BE49-F238E27FC236}">
                <a16:creationId xmlns:a16="http://schemas.microsoft.com/office/drawing/2014/main" id="{7BF36121-B4F6-2447-9F5B-F29B627F3B2A}"/>
              </a:ext>
            </a:extLst>
          </p:cNvPr>
          <p:cNvGrpSpPr/>
          <p:nvPr/>
        </p:nvGrpSpPr>
        <p:grpSpPr>
          <a:xfrm>
            <a:off x="10527214" y="2613367"/>
            <a:ext cx="353678" cy="198344"/>
            <a:chOff x="7493876" y="2774731"/>
            <a:chExt cx="1481958" cy="894622"/>
          </a:xfrm>
        </p:grpSpPr>
        <p:sp>
          <p:nvSpPr>
            <p:cNvPr id="594" name="Freeform 593">
              <a:extLst>
                <a:ext uri="{FF2B5EF4-FFF2-40B4-BE49-F238E27FC236}">
                  <a16:creationId xmlns:a16="http://schemas.microsoft.com/office/drawing/2014/main" id="{D13949CD-BE6A-5744-98EE-61BE5EE60D49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95" name="Oval 594">
              <a:extLst>
                <a:ext uri="{FF2B5EF4-FFF2-40B4-BE49-F238E27FC236}">
                  <a16:creationId xmlns:a16="http://schemas.microsoft.com/office/drawing/2014/main" id="{F3651F16-DD17-4D47-9A8D-8EFA601CA85B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96" name="Group 595">
              <a:extLst>
                <a:ext uri="{FF2B5EF4-FFF2-40B4-BE49-F238E27FC236}">
                  <a16:creationId xmlns:a16="http://schemas.microsoft.com/office/drawing/2014/main" id="{10CA9012-91B2-A449-8A2E-65BA6061B48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97" name="Freeform 596">
                <a:extLst>
                  <a:ext uri="{FF2B5EF4-FFF2-40B4-BE49-F238E27FC236}">
                    <a16:creationId xmlns:a16="http://schemas.microsoft.com/office/drawing/2014/main" id="{964BBEA0-D220-6747-850B-459388ABF255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8" name="Freeform 597">
                <a:extLst>
                  <a:ext uri="{FF2B5EF4-FFF2-40B4-BE49-F238E27FC236}">
                    <a16:creationId xmlns:a16="http://schemas.microsoft.com/office/drawing/2014/main" id="{ADEC5ED7-ED4C-584D-AB78-AA02A93E9466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9" name="Freeform 598">
                <a:extLst>
                  <a:ext uri="{FF2B5EF4-FFF2-40B4-BE49-F238E27FC236}">
                    <a16:creationId xmlns:a16="http://schemas.microsoft.com/office/drawing/2014/main" id="{F45598BF-44BC-354D-9020-97A874C585BE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0" name="Freeform 599">
                <a:extLst>
                  <a:ext uri="{FF2B5EF4-FFF2-40B4-BE49-F238E27FC236}">
                    <a16:creationId xmlns:a16="http://schemas.microsoft.com/office/drawing/2014/main" id="{3A2BDF5D-2CA0-2145-8059-D8F121D4D324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01" name="Group 600">
            <a:extLst>
              <a:ext uri="{FF2B5EF4-FFF2-40B4-BE49-F238E27FC236}">
                <a16:creationId xmlns:a16="http://schemas.microsoft.com/office/drawing/2014/main" id="{187A607B-CA61-BE46-8032-8E34596E7689}"/>
              </a:ext>
            </a:extLst>
          </p:cNvPr>
          <p:cNvGrpSpPr/>
          <p:nvPr/>
        </p:nvGrpSpPr>
        <p:grpSpPr>
          <a:xfrm>
            <a:off x="10643825" y="2107963"/>
            <a:ext cx="353678" cy="198344"/>
            <a:chOff x="7493876" y="2774731"/>
            <a:chExt cx="1481958" cy="894622"/>
          </a:xfrm>
        </p:grpSpPr>
        <p:sp>
          <p:nvSpPr>
            <p:cNvPr id="602" name="Freeform 601">
              <a:extLst>
                <a:ext uri="{FF2B5EF4-FFF2-40B4-BE49-F238E27FC236}">
                  <a16:creationId xmlns:a16="http://schemas.microsoft.com/office/drawing/2014/main" id="{EB8C3753-6F83-F64B-9439-656B124AA3B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603" name="Oval 602">
              <a:extLst>
                <a:ext uri="{FF2B5EF4-FFF2-40B4-BE49-F238E27FC236}">
                  <a16:creationId xmlns:a16="http://schemas.microsoft.com/office/drawing/2014/main" id="{F476EE06-2893-8D4D-AF54-92697A0FE8A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604" name="Group 603">
              <a:extLst>
                <a:ext uri="{FF2B5EF4-FFF2-40B4-BE49-F238E27FC236}">
                  <a16:creationId xmlns:a16="http://schemas.microsoft.com/office/drawing/2014/main" id="{5DED3EC9-29B0-8D48-BC37-13731DFE683F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05" name="Freeform 604">
                <a:extLst>
                  <a:ext uri="{FF2B5EF4-FFF2-40B4-BE49-F238E27FC236}">
                    <a16:creationId xmlns:a16="http://schemas.microsoft.com/office/drawing/2014/main" id="{D08D678C-613A-3543-B832-EE51616C693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6" name="Freeform 605">
                <a:extLst>
                  <a:ext uri="{FF2B5EF4-FFF2-40B4-BE49-F238E27FC236}">
                    <a16:creationId xmlns:a16="http://schemas.microsoft.com/office/drawing/2014/main" id="{9EB7819C-4684-3347-AA14-421D743ECB94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7" name="Freeform 606">
                <a:extLst>
                  <a:ext uri="{FF2B5EF4-FFF2-40B4-BE49-F238E27FC236}">
                    <a16:creationId xmlns:a16="http://schemas.microsoft.com/office/drawing/2014/main" id="{F23E654E-4CEA-E346-A508-15310ABC704C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08" name="Freeform 607">
                <a:extLst>
                  <a:ext uri="{FF2B5EF4-FFF2-40B4-BE49-F238E27FC236}">
                    <a16:creationId xmlns:a16="http://schemas.microsoft.com/office/drawing/2014/main" id="{EF443A10-9F41-BB4D-8E65-E94AEE09BDA7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54" name="Group 553">
            <a:extLst>
              <a:ext uri="{FF2B5EF4-FFF2-40B4-BE49-F238E27FC236}">
                <a16:creationId xmlns:a16="http://schemas.microsoft.com/office/drawing/2014/main" id="{7CCD8656-0FD3-B844-BC6C-33CE0577598D}"/>
              </a:ext>
            </a:extLst>
          </p:cNvPr>
          <p:cNvGrpSpPr/>
          <p:nvPr/>
        </p:nvGrpSpPr>
        <p:grpSpPr>
          <a:xfrm>
            <a:off x="9098788" y="3956624"/>
            <a:ext cx="367224" cy="240304"/>
            <a:chOff x="7493876" y="2774731"/>
            <a:chExt cx="1481958" cy="894622"/>
          </a:xfrm>
        </p:grpSpPr>
        <p:sp>
          <p:nvSpPr>
            <p:cNvPr id="555" name="Freeform 554">
              <a:extLst>
                <a:ext uri="{FF2B5EF4-FFF2-40B4-BE49-F238E27FC236}">
                  <a16:creationId xmlns:a16="http://schemas.microsoft.com/office/drawing/2014/main" id="{7CF4B187-63BE-654E-852A-09C69503C97A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56" name="Oval 555">
              <a:extLst>
                <a:ext uri="{FF2B5EF4-FFF2-40B4-BE49-F238E27FC236}">
                  <a16:creationId xmlns:a16="http://schemas.microsoft.com/office/drawing/2014/main" id="{3B5270E4-3067-1643-B96C-CE5CEE09747A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57" name="Group 556">
              <a:extLst>
                <a:ext uri="{FF2B5EF4-FFF2-40B4-BE49-F238E27FC236}">
                  <a16:creationId xmlns:a16="http://schemas.microsoft.com/office/drawing/2014/main" id="{3BECC0F9-CE1F-254B-B04F-1EAA89C59C97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8" name="Freeform 557">
                <a:extLst>
                  <a:ext uri="{FF2B5EF4-FFF2-40B4-BE49-F238E27FC236}">
                    <a16:creationId xmlns:a16="http://schemas.microsoft.com/office/drawing/2014/main" id="{7C55C6EE-4672-4F4F-A2F8-2821804F5944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9" name="Freeform 558">
                <a:extLst>
                  <a:ext uri="{FF2B5EF4-FFF2-40B4-BE49-F238E27FC236}">
                    <a16:creationId xmlns:a16="http://schemas.microsoft.com/office/drawing/2014/main" id="{C3B242E2-FAA3-F340-B7F0-35D87BB6BAA8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0" name="Freeform 559">
                <a:extLst>
                  <a:ext uri="{FF2B5EF4-FFF2-40B4-BE49-F238E27FC236}">
                    <a16:creationId xmlns:a16="http://schemas.microsoft.com/office/drawing/2014/main" id="{87ED7762-177B-454C-AA37-EB518D75B66F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61" name="Freeform 560">
                <a:extLst>
                  <a:ext uri="{FF2B5EF4-FFF2-40B4-BE49-F238E27FC236}">
                    <a16:creationId xmlns:a16="http://schemas.microsoft.com/office/drawing/2014/main" id="{AD88A8A1-4E2B-154E-845D-5419478A1D2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85" name="Group 584">
            <a:extLst>
              <a:ext uri="{FF2B5EF4-FFF2-40B4-BE49-F238E27FC236}">
                <a16:creationId xmlns:a16="http://schemas.microsoft.com/office/drawing/2014/main" id="{1A0C1583-3B4A-E44D-BB19-B20517502EBD}"/>
              </a:ext>
            </a:extLst>
          </p:cNvPr>
          <p:cNvGrpSpPr/>
          <p:nvPr/>
        </p:nvGrpSpPr>
        <p:grpSpPr>
          <a:xfrm>
            <a:off x="9980126" y="2661565"/>
            <a:ext cx="353678" cy="198344"/>
            <a:chOff x="7493876" y="2774731"/>
            <a:chExt cx="1481958" cy="894622"/>
          </a:xfrm>
        </p:grpSpPr>
        <p:sp>
          <p:nvSpPr>
            <p:cNvPr id="586" name="Freeform 585">
              <a:extLst>
                <a:ext uri="{FF2B5EF4-FFF2-40B4-BE49-F238E27FC236}">
                  <a16:creationId xmlns:a16="http://schemas.microsoft.com/office/drawing/2014/main" id="{196997C3-A7DB-5041-AC08-10F980FB77EC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87" name="Oval 586">
              <a:extLst>
                <a:ext uri="{FF2B5EF4-FFF2-40B4-BE49-F238E27FC236}">
                  <a16:creationId xmlns:a16="http://schemas.microsoft.com/office/drawing/2014/main" id="{5F84A336-003F-D045-8717-1066774A69EF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88" name="Group 587">
              <a:extLst>
                <a:ext uri="{FF2B5EF4-FFF2-40B4-BE49-F238E27FC236}">
                  <a16:creationId xmlns:a16="http://schemas.microsoft.com/office/drawing/2014/main" id="{FF876992-AF96-3545-9CEA-A02174E11510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89" name="Freeform 588">
                <a:extLst>
                  <a:ext uri="{FF2B5EF4-FFF2-40B4-BE49-F238E27FC236}">
                    <a16:creationId xmlns:a16="http://schemas.microsoft.com/office/drawing/2014/main" id="{668E6E88-4A46-6C47-A59A-CB9D07441C17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0" name="Freeform 589">
                <a:extLst>
                  <a:ext uri="{FF2B5EF4-FFF2-40B4-BE49-F238E27FC236}">
                    <a16:creationId xmlns:a16="http://schemas.microsoft.com/office/drawing/2014/main" id="{C179B4BA-1D8B-E542-8032-CCB2C08DB97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1" name="Freeform 590">
                <a:extLst>
                  <a:ext uri="{FF2B5EF4-FFF2-40B4-BE49-F238E27FC236}">
                    <a16:creationId xmlns:a16="http://schemas.microsoft.com/office/drawing/2014/main" id="{DCACB29E-ABE8-BA42-AD55-DAF519C17B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92" name="Freeform 591">
                <a:extLst>
                  <a:ext uri="{FF2B5EF4-FFF2-40B4-BE49-F238E27FC236}">
                    <a16:creationId xmlns:a16="http://schemas.microsoft.com/office/drawing/2014/main" id="{FD35A0ED-997C-6D46-9D96-FA8D4339826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38" name="Group 537">
            <a:extLst>
              <a:ext uri="{FF2B5EF4-FFF2-40B4-BE49-F238E27FC236}">
                <a16:creationId xmlns:a16="http://schemas.microsoft.com/office/drawing/2014/main" id="{158E5A4C-7065-8643-BDC2-3A235B56FEA4}"/>
              </a:ext>
            </a:extLst>
          </p:cNvPr>
          <p:cNvGrpSpPr/>
          <p:nvPr/>
        </p:nvGrpSpPr>
        <p:grpSpPr>
          <a:xfrm>
            <a:off x="9497138" y="3394032"/>
            <a:ext cx="367224" cy="240304"/>
            <a:chOff x="7493876" y="2774731"/>
            <a:chExt cx="1481958" cy="894622"/>
          </a:xfrm>
        </p:grpSpPr>
        <p:sp>
          <p:nvSpPr>
            <p:cNvPr id="539" name="Freeform 538">
              <a:extLst>
                <a:ext uri="{FF2B5EF4-FFF2-40B4-BE49-F238E27FC236}">
                  <a16:creationId xmlns:a16="http://schemas.microsoft.com/office/drawing/2014/main" id="{CA8EFAEE-3EA1-2A49-A68E-588F301B6928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40" name="Oval 539">
              <a:extLst>
                <a:ext uri="{FF2B5EF4-FFF2-40B4-BE49-F238E27FC236}">
                  <a16:creationId xmlns:a16="http://schemas.microsoft.com/office/drawing/2014/main" id="{7A05A3F9-D6B9-D14C-83C8-6C79F0B6B2CC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41" name="Group 540">
              <a:extLst>
                <a:ext uri="{FF2B5EF4-FFF2-40B4-BE49-F238E27FC236}">
                  <a16:creationId xmlns:a16="http://schemas.microsoft.com/office/drawing/2014/main" id="{8AAC1FAD-B7BA-744A-8599-5670C6B0E776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42" name="Freeform 541">
                <a:extLst>
                  <a:ext uri="{FF2B5EF4-FFF2-40B4-BE49-F238E27FC236}">
                    <a16:creationId xmlns:a16="http://schemas.microsoft.com/office/drawing/2014/main" id="{A016DA82-50DC-224C-84FF-C492EDE01BC1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3" name="Freeform 542">
                <a:extLst>
                  <a:ext uri="{FF2B5EF4-FFF2-40B4-BE49-F238E27FC236}">
                    <a16:creationId xmlns:a16="http://schemas.microsoft.com/office/drawing/2014/main" id="{3D2D51D6-0AC0-9D43-A55C-E94B7DCA77F2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4" name="Freeform 543">
                <a:extLst>
                  <a:ext uri="{FF2B5EF4-FFF2-40B4-BE49-F238E27FC236}">
                    <a16:creationId xmlns:a16="http://schemas.microsoft.com/office/drawing/2014/main" id="{76C27F31-4CE4-1242-9801-166D4F66B5E7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45" name="Freeform 544">
                <a:extLst>
                  <a:ext uri="{FF2B5EF4-FFF2-40B4-BE49-F238E27FC236}">
                    <a16:creationId xmlns:a16="http://schemas.microsoft.com/office/drawing/2014/main" id="{9BC7E87F-2555-8D4C-80CB-0E2F5F4BB0F9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546" name="Group 545">
            <a:extLst>
              <a:ext uri="{FF2B5EF4-FFF2-40B4-BE49-F238E27FC236}">
                <a16:creationId xmlns:a16="http://schemas.microsoft.com/office/drawing/2014/main" id="{4DAC2AB4-F1E4-D740-A4AF-07EE55303854}"/>
              </a:ext>
            </a:extLst>
          </p:cNvPr>
          <p:cNvGrpSpPr/>
          <p:nvPr/>
        </p:nvGrpSpPr>
        <p:grpSpPr>
          <a:xfrm>
            <a:off x="9601554" y="3999763"/>
            <a:ext cx="367224" cy="240304"/>
            <a:chOff x="7493876" y="2774731"/>
            <a:chExt cx="1481958" cy="894622"/>
          </a:xfrm>
        </p:grpSpPr>
        <p:sp>
          <p:nvSpPr>
            <p:cNvPr id="547" name="Freeform 546">
              <a:extLst>
                <a:ext uri="{FF2B5EF4-FFF2-40B4-BE49-F238E27FC236}">
                  <a16:creationId xmlns:a16="http://schemas.microsoft.com/office/drawing/2014/main" id="{23E59006-14B9-C64E-A05E-0BD7C00C4A6F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548" name="Oval 547">
              <a:extLst>
                <a:ext uri="{FF2B5EF4-FFF2-40B4-BE49-F238E27FC236}">
                  <a16:creationId xmlns:a16="http://schemas.microsoft.com/office/drawing/2014/main" id="{2AD17789-C54D-4948-95E6-741F42B1FB2E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549" name="Group 548">
              <a:extLst>
                <a:ext uri="{FF2B5EF4-FFF2-40B4-BE49-F238E27FC236}">
                  <a16:creationId xmlns:a16="http://schemas.microsoft.com/office/drawing/2014/main" id="{278D7FE0-D307-E941-967D-E4145732CEEA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550" name="Freeform 549">
                <a:extLst>
                  <a:ext uri="{FF2B5EF4-FFF2-40B4-BE49-F238E27FC236}">
                    <a16:creationId xmlns:a16="http://schemas.microsoft.com/office/drawing/2014/main" id="{1ADC6420-4AC2-F544-B940-D0A18615CA5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1" name="Freeform 550">
                <a:extLst>
                  <a:ext uri="{FF2B5EF4-FFF2-40B4-BE49-F238E27FC236}">
                    <a16:creationId xmlns:a16="http://schemas.microsoft.com/office/drawing/2014/main" id="{223E40C5-E2E3-3B42-A86A-26D2D130B735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2" name="Freeform 551">
                <a:extLst>
                  <a:ext uri="{FF2B5EF4-FFF2-40B4-BE49-F238E27FC236}">
                    <a16:creationId xmlns:a16="http://schemas.microsoft.com/office/drawing/2014/main" id="{C6AA2152-8609-214A-AE62-E7DFD1A9E7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553" name="Freeform 552">
                <a:extLst>
                  <a:ext uri="{FF2B5EF4-FFF2-40B4-BE49-F238E27FC236}">
                    <a16:creationId xmlns:a16="http://schemas.microsoft.com/office/drawing/2014/main" id="{7CB5E54A-6719-9747-80B7-8D19331BE78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623" name="Group 622">
            <a:extLst>
              <a:ext uri="{FF2B5EF4-FFF2-40B4-BE49-F238E27FC236}">
                <a16:creationId xmlns:a16="http://schemas.microsoft.com/office/drawing/2014/main" id="{EA34A94C-D92D-084C-BFEA-F4C8DF0AD275}"/>
              </a:ext>
            </a:extLst>
          </p:cNvPr>
          <p:cNvGrpSpPr/>
          <p:nvPr/>
        </p:nvGrpSpPr>
        <p:grpSpPr>
          <a:xfrm>
            <a:off x="10375259" y="3992325"/>
            <a:ext cx="353678" cy="198344"/>
            <a:chOff x="7493876" y="2774731"/>
            <a:chExt cx="1481958" cy="894622"/>
          </a:xfrm>
        </p:grpSpPr>
        <p:sp>
          <p:nvSpPr>
            <p:cNvPr id="624" name="Freeform 623">
              <a:extLst>
                <a:ext uri="{FF2B5EF4-FFF2-40B4-BE49-F238E27FC236}">
                  <a16:creationId xmlns:a16="http://schemas.microsoft.com/office/drawing/2014/main" id="{E1E1C6E8-4D60-7F43-BB0E-6D883F10D4A6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625" name="Oval 624">
              <a:extLst>
                <a:ext uri="{FF2B5EF4-FFF2-40B4-BE49-F238E27FC236}">
                  <a16:creationId xmlns:a16="http://schemas.microsoft.com/office/drawing/2014/main" id="{50975E36-0C2A-6844-A407-23F033DB4BD2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626" name="Group 625">
              <a:extLst>
                <a:ext uri="{FF2B5EF4-FFF2-40B4-BE49-F238E27FC236}">
                  <a16:creationId xmlns:a16="http://schemas.microsoft.com/office/drawing/2014/main" id="{3F7EBA29-30EF-C741-94EE-735398C6CFA2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627" name="Freeform 626">
                <a:extLst>
                  <a:ext uri="{FF2B5EF4-FFF2-40B4-BE49-F238E27FC236}">
                    <a16:creationId xmlns:a16="http://schemas.microsoft.com/office/drawing/2014/main" id="{B3AD45B5-1F4B-FF4A-843D-9D0629392670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8" name="Freeform 627">
                <a:extLst>
                  <a:ext uri="{FF2B5EF4-FFF2-40B4-BE49-F238E27FC236}">
                    <a16:creationId xmlns:a16="http://schemas.microsoft.com/office/drawing/2014/main" id="{A6F160FF-CBBD-9147-8D0B-92A36BEBF8A3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29" name="Freeform 628">
                <a:extLst>
                  <a:ext uri="{FF2B5EF4-FFF2-40B4-BE49-F238E27FC236}">
                    <a16:creationId xmlns:a16="http://schemas.microsoft.com/office/drawing/2014/main" id="{421F3589-EC70-074A-903F-D618ED6F7896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30" name="Freeform 629">
                <a:extLst>
                  <a:ext uri="{FF2B5EF4-FFF2-40B4-BE49-F238E27FC236}">
                    <a16:creationId xmlns:a16="http://schemas.microsoft.com/office/drawing/2014/main" id="{CEC8DEB8-8E24-2948-9AF6-0F3EF908CD4E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63" name="Group 462">
            <a:extLst>
              <a:ext uri="{FF2B5EF4-FFF2-40B4-BE49-F238E27FC236}">
                <a16:creationId xmlns:a16="http://schemas.microsoft.com/office/drawing/2014/main" id="{A8C4B740-B92E-8942-8EF4-347710C32F2C}"/>
              </a:ext>
            </a:extLst>
          </p:cNvPr>
          <p:cNvGrpSpPr/>
          <p:nvPr/>
        </p:nvGrpSpPr>
        <p:grpSpPr>
          <a:xfrm>
            <a:off x="9247893" y="4775686"/>
            <a:ext cx="393760" cy="218578"/>
            <a:chOff x="7493876" y="2774731"/>
            <a:chExt cx="1481958" cy="894622"/>
          </a:xfrm>
        </p:grpSpPr>
        <p:sp>
          <p:nvSpPr>
            <p:cNvPr id="464" name="Freeform 463">
              <a:extLst>
                <a:ext uri="{FF2B5EF4-FFF2-40B4-BE49-F238E27FC236}">
                  <a16:creationId xmlns:a16="http://schemas.microsoft.com/office/drawing/2014/main" id="{71A9C1C2-E4A0-D74C-8C05-2AD307E7B3ED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65" name="Oval 464">
              <a:extLst>
                <a:ext uri="{FF2B5EF4-FFF2-40B4-BE49-F238E27FC236}">
                  <a16:creationId xmlns:a16="http://schemas.microsoft.com/office/drawing/2014/main" id="{0F366A03-D9E7-9F45-99D3-1CAC10EE2C74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6350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66" name="Group 465">
              <a:extLst>
                <a:ext uri="{FF2B5EF4-FFF2-40B4-BE49-F238E27FC236}">
                  <a16:creationId xmlns:a16="http://schemas.microsoft.com/office/drawing/2014/main" id="{10CB8A50-A713-2549-9F44-B792D2C30CA4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67" name="Freeform 466">
                <a:extLst>
                  <a:ext uri="{FF2B5EF4-FFF2-40B4-BE49-F238E27FC236}">
                    <a16:creationId xmlns:a16="http://schemas.microsoft.com/office/drawing/2014/main" id="{DC4E3153-8354-1145-82FC-C287EF5FE6C3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8" name="Freeform 467">
                <a:extLst>
                  <a:ext uri="{FF2B5EF4-FFF2-40B4-BE49-F238E27FC236}">
                    <a16:creationId xmlns:a16="http://schemas.microsoft.com/office/drawing/2014/main" id="{99B3C81B-87BA-1A4F-BCAD-DF0EF9C582C1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69" name="Freeform 468">
                <a:extLst>
                  <a:ext uri="{FF2B5EF4-FFF2-40B4-BE49-F238E27FC236}">
                    <a16:creationId xmlns:a16="http://schemas.microsoft.com/office/drawing/2014/main" id="{DEEA64E4-A29A-E742-B32E-C111E6BF4225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70" name="Freeform 469">
                <a:extLst>
                  <a:ext uri="{FF2B5EF4-FFF2-40B4-BE49-F238E27FC236}">
                    <a16:creationId xmlns:a16="http://schemas.microsoft.com/office/drawing/2014/main" id="{43676372-2E7B-9445-80AD-B31686FE67E6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447" name="Group 446">
            <a:extLst>
              <a:ext uri="{FF2B5EF4-FFF2-40B4-BE49-F238E27FC236}">
                <a16:creationId xmlns:a16="http://schemas.microsoft.com/office/drawing/2014/main" id="{314E0C43-2359-9440-BEF9-9E1924BED605}"/>
              </a:ext>
            </a:extLst>
          </p:cNvPr>
          <p:cNvGrpSpPr/>
          <p:nvPr/>
        </p:nvGrpSpPr>
        <p:grpSpPr>
          <a:xfrm>
            <a:off x="10925982" y="4369125"/>
            <a:ext cx="228295" cy="120400"/>
            <a:chOff x="7493876" y="2774731"/>
            <a:chExt cx="1481958" cy="894622"/>
          </a:xfrm>
        </p:grpSpPr>
        <p:sp>
          <p:nvSpPr>
            <p:cNvPr id="448" name="Freeform 447">
              <a:extLst>
                <a:ext uri="{FF2B5EF4-FFF2-40B4-BE49-F238E27FC236}">
                  <a16:creationId xmlns:a16="http://schemas.microsoft.com/office/drawing/2014/main" id="{9737FFD7-2DCB-A148-A405-977351501C2B}"/>
                </a:ext>
              </a:extLst>
            </p:cNvPr>
            <p:cNvSpPr/>
            <p:nvPr/>
          </p:nvSpPr>
          <p:spPr>
            <a:xfrm>
              <a:off x="7493876" y="3084399"/>
              <a:ext cx="1481958" cy="584954"/>
            </a:xfrm>
            <a:custGeom>
              <a:avLst/>
              <a:gdLst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17076"/>
                <a:gd name="connsiteX1" fmla="*/ 8187558 w 8187558"/>
                <a:gd name="connsiteY1" fmla="*/ 1271752 h 2617076"/>
                <a:gd name="connsiteX2" fmla="*/ 4025462 w 8187558"/>
                <a:gd name="connsiteY2" fmla="*/ 2617076 h 2617076"/>
                <a:gd name="connsiteX3" fmla="*/ 0 w 8187558"/>
                <a:gd name="connsiteY3" fmla="*/ 1229711 h 2617076"/>
                <a:gd name="connsiteX4" fmla="*/ 31531 w 8187558"/>
                <a:gd name="connsiteY4" fmla="*/ 147145 h 2617076"/>
                <a:gd name="connsiteX5" fmla="*/ 4046482 w 8187558"/>
                <a:gd name="connsiteY5" fmla="*/ 1576552 h 2617076"/>
                <a:gd name="connsiteX6" fmla="*/ 8187558 w 8187558"/>
                <a:gd name="connsiteY6" fmla="*/ 0 h 2617076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46482 w 8187558"/>
                <a:gd name="connsiteY5" fmla="*/ 157655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88524 w 8187558"/>
                <a:gd name="connsiteY5" fmla="*/ 1597573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87558 w 8187558"/>
                <a:gd name="connsiteY0" fmla="*/ 0 h 2638097"/>
                <a:gd name="connsiteX1" fmla="*/ 8187558 w 8187558"/>
                <a:gd name="connsiteY1" fmla="*/ 1271752 h 2638097"/>
                <a:gd name="connsiteX2" fmla="*/ 4099035 w 8187558"/>
                <a:gd name="connsiteY2" fmla="*/ 2638097 h 2638097"/>
                <a:gd name="connsiteX3" fmla="*/ 0 w 8187558"/>
                <a:gd name="connsiteY3" fmla="*/ 1229711 h 2638097"/>
                <a:gd name="connsiteX4" fmla="*/ 31531 w 8187558"/>
                <a:gd name="connsiteY4" fmla="*/ 147145 h 2638097"/>
                <a:gd name="connsiteX5" fmla="*/ 4099035 w 8187558"/>
                <a:gd name="connsiteY5" fmla="*/ 1566042 h 2638097"/>
                <a:gd name="connsiteX6" fmla="*/ 8187558 w 8187558"/>
                <a:gd name="connsiteY6" fmla="*/ 0 h 2638097"/>
                <a:gd name="connsiteX0" fmla="*/ 8176538 w 8176538"/>
                <a:gd name="connsiteY0" fmla="*/ 0 h 2638097"/>
                <a:gd name="connsiteX1" fmla="*/ 8176538 w 8176538"/>
                <a:gd name="connsiteY1" fmla="*/ 1271752 h 2638097"/>
                <a:gd name="connsiteX2" fmla="*/ 4088015 w 8176538"/>
                <a:gd name="connsiteY2" fmla="*/ 2638097 h 2638097"/>
                <a:gd name="connsiteX3" fmla="*/ 0 w 8176538"/>
                <a:gd name="connsiteY3" fmla="*/ 1269888 h 2638097"/>
                <a:gd name="connsiteX4" fmla="*/ 20511 w 8176538"/>
                <a:gd name="connsiteY4" fmla="*/ 147145 h 2638097"/>
                <a:gd name="connsiteX5" fmla="*/ 4088015 w 8176538"/>
                <a:gd name="connsiteY5" fmla="*/ 1566042 h 2638097"/>
                <a:gd name="connsiteX6" fmla="*/ 8176538 w 8176538"/>
                <a:gd name="connsiteY6" fmla="*/ 0 h 2638097"/>
                <a:gd name="connsiteX0" fmla="*/ 8176538 w 8176538"/>
                <a:gd name="connsiteY0" fmla="*/ 0 h 2772020"/>
                <a:gd name="connsiteX1" fmla="*/ 8176538 w 8176538"/>
                <a:gd name="connsiteY1" fmla="*/ 1271752 h 2772020"/>
                <a:gd name="connsiteX2" fmla="*/ 4099034 w 8176538"/>
                <a:gd name="connsiteY2" fmla="*/ 2772020 h 2772020"/>
                <a:gd name="connsiteX3" fmla="*/ 0 w 8176538"/>
                <a:gd name="connsiteY3" fmla="*/ 1269888 h 2772020"/>
                <a:gd name="connsiteX4" fmla="*/ 20511 w 8176538"/>
                <a:gd name="connsiteY4" fmla="*/ 147145 h 2772020"/>
                <a:gd name="connsiteX5" fmla="*/ 4088015 w 8176538"/>
                <a:gd name="connsiteY5" fmla="*/ 1566042 h 2772020"/>
                <a:gd name="connsiteX6" fmla="*/ 8176538 w 8176538"/>
                <a:gd name="connsiteY6" fmla="*/ 0 h 2772020"/>
                <a:gd name="connsiteX0" fmla="*/ 8176538 w 8176538"/>
                <a:gd name="connsiteY0" fmla="*/ 0 h 2772339"/>
                <a:gd name="connsiteX1" fmla="*/ 8176538 w 8176538"/>
                <a:gd name="connsiteY1" fmla="*/ 1378890 h 2772339"/>
                <a:gd name="connsiteX2" fmla="*/ 4099034 w 8176538"/>
                <a:gd name="connsiteY2" fmla="*/ 2772020 h 2772339"/>
                <a:gd name="connsiteX3" fmla="*/ 0 w 8176538"/>
                <a:gd name="connsiteY3" fmla="*/ 1269888 h 2772339"/>
                <a:gd name="connsiteX4" fmla="*/ 20511 w 8176538"/>
                <a:gd name="connsiteY4" fmla="*/ 147145 h 2772339"/>
                <a:gd name="connsiteX5" fmla="*/ 4088015 w 8176538"/>
                <a:gd name="connsiteY5" fmla="*/ 1566042 h 2772339"/>
                <a:gd name="connsiteX6" fmla="*/ 8176538 w 8176538"/>
                <a:gd name="connsiteY6" fmla="*/ 0 h 2772339"/>
                <a:gd name="connsiteX0" fmla="*/ 8176538 w 8176538"/>
                <a:gd name="connsiteY0" fmla="*/ 0 h 2825888"/>
                <a:gd name="connsiteX1" fmla="*/ 8176538 w 8176538"/>
                <a:gd name="connsiteY1" fmla="*/ 1378890 h 2825888"/>
                <a:gd name="connsiteX2" fmla="*/ 4099034 w 8176538"/>
                <a:gd name="connsiteY2" fmla="*/ 2825590 h 2825888"/>
                <a:gd name="connsiteX3" fmla="*/ 0 w 8176538"/>
                <a:gd name="connsiteY3" fmla="*/ 1269888 h 2825888"/>
                <a:gd name="connsiteX4" fmla="*/ 20511 w 8176538"/>
                <a:gd name="connsiteY4" fmla="*/ 147145 h 2825888"/>
                <a:gd name="connsiteX5" fmla="*/ 4088015 w 8176538"/>
                <a:gd name="connsiteY5" fmla="*/ 1566042 h 2825888"/>
                <a:gd name="connsiteX6" fmla="*/ 8176538 w 8176538"/>
                <a:gd name="connsiteY6" fmla="*/ 0 h 2825888"/>
                <a:gd name="connsiteX0" fmla="*/ 8165518 w 8165518"/>
                <a:gd name="connsiteY0" fmla="*/ 0 h 2825606"/>
                <a:gd name="connsiteX1" fmla="*/ 8165518 w 8165518"/>
                <a:gd name="connsiteY1" fmla="*/ 1378890 h 2825606"/>
                <a:gd name="connsiteX2" fmla="*/ 4088014 w 8165518"/>
                <a:gd name="connsiteY2" fmla="*/ 2825590 h 2825606"/>
                <a:gd name="connsiteX3" fmla="*/ 0 w 8165518"/>
                <a:gd name="connsiteY3" fmla="*/ 1403811 h 2825606"/>
                <a:gd name="connsiteX4" fmla="*/ 9491 w 8165518"/>
                <a:gd name="connsiteY4" fmla="*/ 147145 h 2825606"/>
                <a:gd name="connsiteX5" fmla="*/ 4076995 w 8165518"/>
                <a:gd name="connsiteY5" fmla="*/ 1566042 h 2825606"/>
                <a:gd name="connsiteX6" fmla="*/ 8165518 w 8165518"/>
                <a:gd name="connsiteY6" fmla="*/ 0 h 2825606"/>
                <a:gd name="connsiteX0" fmla="*/ 8165518 w 8165518"/>
                <a:gd name="connsiteY0" fmla="*/ 0 h 2879174"/>
                <a:gd name="connsiteX1" fmla="*/ 8165518 w 8165518"/>
                <a:gd name="connsiteY1" fmla="*/ 1378890 h 2879174"/>
                <a:gd name="connsiteX2" fmla="*/ 4132092 w 8165518"/>
                <a:gd name="connsiteY2" fmla="*/ 2879159 h 2879174"/>
                <a:gd name="connsiteX3" fmla="*/ 0 w 8165518"/>
                <a:gd name="connsiteY3" fmla="*/ 1403811 h 2879174"/>
                <a:gd name="connsiteX4" fmla="*/ 9491 w 8165518"/>
                <a:gd name="connsiteY4" fmla="*/ 147145 h 2879174"/>
                <a:gd name="connsiteX5" fmla="*/ 4076995 w 8165518"/>
                <a:gd name="connsiteY5" fmla="*/ 1566042 h 2879174"/>
                <a:gd name="connsiteX6" fmla="*/ 8165518 w 8165518"/>
                <a:gd name="connsiteY6" fmla="*/ 0 h 2879174"/>
                <a:gd name="connsiteX0" fmla="*/ 8165518 w 8176537"/>
                <a:gd name="connsiteY0" fmla="*/ 0 h 2879410"/>
                <a:gd name="connsiteX1" fmla="*/ 8176537 w 8176537"/>
                <a:gd name="connsiteY1" fmla="*/ 1499420 h 2879410"/>
                <a:gd name="connsiteX2" fmla="*/ 4132092 w 8176537"/>
                <a:gd name="connsiteY2" fmla="*/ 2879159 h 2879410"/>
                <a:gd name="connsiteX3" fmla="*/ 0 w 8176537"/>
                <a:gd name="connsiteY3" fmla="*/ 1403811 h 2879410"/>
                <a:gd name="connsiteX4" fmla="*/ 9491 w 8176537"/>
                <a:gd name="connsiteY4" fmla="*/ 147145 h 2879410"/>
                <a:gd name="connsiteX5" fmla="*/ 4076995 w 8176537"/>
                <a:gd name="connsiteY5" fmla="*/ 1566042 h 2879410"/>
                <a:gd name="connsiteX6" fmla="*/ 8165518 w 8176537"/>
                <a:gd name="connsiteY6" fmla="*/ 0 h 2879410"/>
                <a:gd name="connsiteX0" fmla="*/ 8165518 w 8176537"/>
                <a:gd name="connsiteY0" fmla="*/ 0 h 2879262"/>
                <a:gd name="connsiteX1" fmla="*/ 8176537 w 8176537"/>
                <a:gd name="connsiteY1" fmla="*/ 1499420 h 2879262"/>
                <a:gd name="connsiteX2" fmla="*/ 4132092 w 8176537"/>
                <a:gd name="connsiteY2" fmla="*/ 2879159 h 2879262"/>
                <a:gd name="connsiteX3" fmla="*/ 0 w 8176537"/>
                <a:gd name="connsiteY3" fmla="*/ 1403811 h 2879262"/>
                <a:gd name="connsiteX4" fmla="*/ 9491 w 8176537"/>
                <a:gd name="connsiteY4" fmla="*/ 147145 h 2879262"/>
                <a:gd name="connsiteX5" fmla="*/ 4076995 w 8176537"/>
                <a:gd name="connsiteY5" fmla="*/ 1566042 h 2879262"/>
                <a:gd name="connsiteX6" fmla="*/ 8165518 w 8176537"/>
                <a:gd name="connsiteY6" fmla="*/ 0 h 2879262"/>
                <a:gd name="connsiteX0" fmla="*/ 8165518 w 8176537"/>
                <a:gd name="connsiteY0" fmla="*/ 0 h 2879163"/>
                <a:gd name="connsiteX1" fmla="*/ 8176537 w 8176537"/>
                <a:gd name="connsiteY1" fmla="*/ 1499420 h 2879163"/>
                <a:gd name="connsiteX2" fmla="*/ 4132092 w 8176537"/>
                <a:gd name="connsiteY2" fmla="*/ 2879159 h 2879163"/>
                <a:gd name="connsiteX3" fmla="*/ 0 w 8176537"/>
                <a:gd name="connsiteY3" fmla="*/ 1510948 h 2879163"/>
                <a:gd name="connsiteX4" fmla="*/ 9491 w 8176537"/>
                <a:gd name="connsiteY4" fmla="*/ 147145 h 2879163"/>
                <a:gd name="connsiteX5" fmla="*/ 4076995 w 8176537"/>
                <a:gd name="connsiteY5" fmla="*/ 1566042 h 2879163"/>
                <a:gd name="connsiteX6" fmla="*/ 8165518 w 8176537"/>
                <a:gd name="connsiteY6" fmla="*/ 0 h 2879163"/>
                <a:gd name="connsiteX0" fmla="*/ 8165518 w 8198577"/>
                <a:gd name="connsiteY0" fmla="*/ 0 h 2879451"/>
                <a:gd name="connsiteX1" fmla="*/ 8198577 w 8198577"/>
                <a:gd name="connsiteY1" fmla="*/ 1606558 h 2879451"/>
                <a:gd name="connsiteX2" fmla="*/ 4132092 w 8198577"/>
                <a:gd name="connsiteY2" fmla="*/ 2879159 h 2879451"/>
                <a:gd name="connsiteX3" fmla="*/ 0 w 8198577"/>
                <a:gd name="connsiteY3" fmla="*/ 1510948 h 2879451"/>
                <a:gd name="connsiteX4" fmla="*/ 9491 w 8198577"/>
                <a:gd name="connsiteY4" fmla="*/ 147145 h 2879451"/>
                <a:gd name="connsiteX5" fmla="*/ 4076995 w 8198577"/>
                <a:gd name="connsiteY5" fmla="*/ 1566042 h 2879451"/>
                <a:gd name="connsiteX6" fmla="*/ 8165518 w 8198577"/>
                <a:gd name="connsiteY6" fmla="*/ 0 h 2879451"/>
                <a:gd name="connsiteX0" fmla="*/ 8165518 w 8165518"/>
                <a:gd name="connsiteY0" fmla="*/ 0 h 2880066"/>
                <a:gd name="connsiteX1" fmla="*/ 8165518 w 8165518"/>
                <a:gd name="connsiteY1" fmla="*/ 1673520 h 2880066"/>
                <a:gd name="connsiteX2" fmla="*/ 4132092 w 8165518"/>
                <a:gd name="connsiteY2" fmla="*/ 2879159 h 2880066"/>
                <a:gd name="connsiteX3" fmla="*/ 0 w 8165518"/>
                <a:gd name="connsiteY3" fmla="*/ 1510948 h 2880066"/>
                <a:gd name="connsiteX4" fmla="*/ 9491 w 8165518"/>
                <a:gd name="connsiteY4" fmla="*/ 147145 h 2880066"/>
                <a:gd name="connsiteX5" fmla="*/ 4076995 w 8165518"/>
                <a:gd name="connsiteY5" fmla="*/ 1566042 h 2880066"/>
                <a:gd name="connsiteX6" fmla="*/ 8165518 w 8165518"/>
                <a:gd name="connsiteY6" fmla="*/ 0 h 2880066"/>
                <a:gd name="connsiteX0" fmla="*/ 8156794 w 8156794"/>
                <a:gd name="connsiteY0" fmla="*/ 0 h 2879270"/>
                <a:gd name="connsiteX1" fmla="*/ 8156794 w 8156794"/>
                <a:gd name="connsiteY1" fmla="*/ 1673520 h 2879270"/>
                <a:gd name="connsiteX2" fmla="*/ 4123368 w 8156794"/>
                <a:gd name="connsiteY2" fmla="*/ 2879159 h 2879270"/>
                <a:gd name="connsiteX3" fmla="*/ 2295 w 8156794"/>
                <a:gd name="connsiteY3" fmla="*/ 1618086 h 2879270"/>
                <a:gd name="connsiteX4" fmla="*/ 767 w 8156794"/>
                <a:gd name="connsiteY4" fmla="*/ 147145 h 2879270"/>
                <a:gd name="connsiteX5" fmla="*/ 4068271 w 8156794"/>
                <a:gd name="connsiteY5" fmla="*/ 1566042 h 2879270"/>
                <a:gd name="connsiteX6" fmla="*/ 8156794 w 8156794"/>
                <a:gd name="connsiteY6" fmla="*/ 0 h 287927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00"/>
                <a:gd name="connsiteX1" fmla="*/ 8156794 w 8156794"/>
                <a:gd name="connsiteY1" fmla="*/ 1673520 h 2973000"/>
                <a:gd name="connsiteX2" fmla="*/ 4134388 w 8156794"/>
                <a:gd name="connsiteY2" fmla="*/ 2972904 h 2973000"/>
                <a:gd name="connsiteX3" fmla="*/ 2295 w 8156794"/>
                <a:gd name="connsiteY3" fmla="*/ 1618086 h 2973000"/>
                <a:gd name="connsiteX4" fmla="*/ 767 w 8156794"/>
                <a:gd name="connsiteY4" fmla="*/ 147145 h 2973000"/>
                <a:gd name="connsiteX5" fmla="*/ 4068271 w 8156794"/>
                <a:gd name="connsiteY5" fmla="*/ 1566042 h 2973000"/>
                <a:gd name="connsiteX6" fmla="*/ 8156794 w 8156794"/>
                <a:gd name="connsiteY6" fmla="*/ 0 h 2973000"/>
                <a:gd name="connsiteX0" fmla="*/ 8156794 w 8156794"/>
                <a:gd name="connsiteY0" fmla="*/ 0 h 2973020"/>
                <a:gd name="connsiteX1" fmla="*/ 8156794 w 8156794"/>
                <a:gd name="connsiteY1" fmla="*/ 1673520 h 2973020"/>
                <a:gd name="connsiteX2" fmla="*/ 4134388 w 8156794"/>
                <a:gd name="connsiteY2" fmla="*/ 2972904 h 2973020"/>
                <a:gd name="connsiteX3" fmla="*/ 2295 w 8156794"/>
                <a:gd name="connsiteY3" fmla="*/ 1618086 h 2973020"/>
                <a:gd name="connsiteX4" fmla="*/ 767 w 8156794"/>
                <a:gd name="connsiteY4" fmla="*/ 147145 h 2973020"/>
                <a:gd name="connsiteX5" fmla="*/ 4068271 w 8156794"/>
                <a:gd name="connsiteY5" fmla="*/ 1566042 h 2973020"/>
                <a:gd name="connsiteX6" fmla="*/ 8156794 w 8156794"/>
                <a:gd name="connsiteY6" fmla="*/ 0 h 2973020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021"/>
                <a:gd name="connsiteX1" fmla="*/ 8156794 w 8156794"/>
                <a:gd name="connsiteY1" fmla="*/ 1673520 h 2973021"/>
                <a:gd name="connsiteX2" fmla="*/ 4134388 w 8156794"/>
                <a:gd name="connsiteY2" fmla="*/ 2972904 h 2973021"/>
                <a:gd name="connsiteX3" fmla="*/ 2295 w 8156794"/>
                <a:gd name="connsiteY3" fmla="*/ 1618086 h 2973021"/>
                <a:gd name="connsiteX4" fmla="*/ 767 w 8156794"/>
                <a:gd name="connsiteY4" fmla="*/ 147145 h 2973021"/>
                <a:gd name="connsiteX5" fmla="*/ 4068271 w 8156794"/>
                <a:gd name="connsiteY5" fmla="*/ 1566042 h 2973021"/>
                <a:gd name="connsiteX6" fmla="*/ 8156794 w 8156794"/>
                <a:gd name="connsiteY6" fmla="*/ 0 h 2973021"/>
                <a:gd name="connsiteX0" fmla="*/ 8156794 w 8156794"/>
                <a:gd name="connsiteY0" fmla="*/ 0 h 2973141"/>
                <a:gd name="connsiteX1" fmla="*/ 8156794 w 8156794"/>
                <a:gd name="connsiteY1" fmla="*/ 1673520 h 2973141"/>
                <a:gd name="connsiteX2" fmla="*/ 4134388 w 8156794"/>
                <a:gd name="connsiteY2" fmla="*/ 2972904 h 2973141"/>
                <a:gd name="connsiteX3" fmla="*/ 2295 w 8156794"/>
                <a:gd name="connsiteY3" fmla="*/ 1618086 h 2973141"/>
                <a:gd name="connsiteX4" fmla="*/ 767 w 8156794"/>
                <a:gd name="connsiteY4" fmla="*/ 147145 h 2973141"/>
                <a:gd name="connsiteX5" fmla="*/ 4068271 w 8156794"/>
                <a:gd name="connsiteY5" fmla="*/ 1566042 h 2973141"/>
                <a:gd name="connsiteX6" fmla="*/ 8156794 w 8156794"/>
                <a:gd name="connsiteY6" fmla="*/ 0 h 2973141"/>
                <a:gd name="connsiteX0" fmla="*/ 8156794 w 8156794"/>
                <a:gd name="connsiteY0" fmla="*/ 0 h 3066827"/>
                <a:gd name="connsiteX1" fmla="*/ 8156794 w 8156794"/>
                <a:gd name="connsiteY1" fmla="*/ 1673520 h 3066827"/>
                <a:gd name="connsiteX2" fmla="*/ 4123353 w 8156794"/>
                <a:gd name="connsiteY2" fmla="*/ 3066650 h 3066827"/>
                <a:gd name="connsiteX3" fmla="*/ 2295 w 8156794"/>
                <a:gd name="connsiteY3" fmla="*/ 1618086 h 3066827"/>
                <a:gd name="connsiteX4" fmla="*/ 767 w 8156794"/>
                <a:gd name="connsiteY4" fmla="*/ 147145 h 3066827"/>
                <a:gd name="connsiteX5" fmla="*/ 4068271 w 8156794"/>
                <a:gd name="connsiteY5" fmla="*/ 1566042 h 3066827"/>
                <a:gd name="connsiteX6" fmla="*/ 8156794 w 8156794"/>
                <a:gd name="connsiteY6" fmla="*/ 0 h 3066827"/>
                <a:gd name="connsiteX0" fmla="*/ 8123689 w 8156794"/>
                <a:gd name="connsiteY0" fmla="*/ 0 h 2999866"/>
                <a:gd name="connsiteX1" fmla="*/ 8156794 w 8156794"/>
                <a:gd name="connsiteY1" fmla="*/ 1606559 h 2999866"/>
                <a:gd name="connsiteX2" fmla="*/ 4123353 w 8156794"/>
                <a:gd name="connsiteY2" fmla="*/ 2999689 h 2999866"/>
                <a:gd name="connsiteX3" fmla="*/ 2295 w 8156794"/>
                <a:gd name="connsiteY3" fmla="*/ 1551125 h 2999866"/>
                <a:gd name="connsiteX4" fmla="*/ 767 w 8156794"/>
                <a:gd name="connsiteY4" fmla="*/ 80184 h 2999866"/>
                <a:gd name="connsiteX5" fmla="*/ 4068271 w 8156794"/>
                <a:gd name="connsiteY5" fmla="*/ 1499081 h 2999866"/>
                <a:gd name="connsiteX6" fmla="*/ 8123689 w 8156794"/>
                <a:gd name="connsiteY6" fmla="*/ 0 h 2999866"/>
                <a:gd name="connsiteX0" fmla="*/ 8167828 w 8167828"/>
                <a:gd name="connsiteY0" fmla="*/ 0 h 3026651"/>
                <a:gd name="connsiteX1" fmla="*/ 8156794 w 8167828"/>
                <a:gd name="connsiteY1" fmla="*/ 1633344 h 3026651"/>
                <a:gd name="connsiteX2" fmla="*/ 4123353 w 8167828"/>
                <a:gd name="connsiteY2" fmla="*/ 3026474 h 3026651"/>
                <a:gd name="connsiteX3" fmla="*/ 2295 w 8167828"/>
                <a:gd name="connsiteY3" fmla="*/ 1577910 h 3026651"/>
                <a:gd name="connsiteX4" fmla="*/ 767 w 8167828"/>
                <a:gd name="connsiteY4" fmla="*/ 106969 h 3026651"/>
                <a:gd name="connsiteX5" fmla="*/ 4068271 w 8167828"/>
                <a:gd name="connsiteY5" fmla="*/ 1525866 h 3026651"/>
                <a:gd name="connsiteX6" fmla="*/ 8167828 w 8167828"/>
                <a:gd name="connsiteY6" fmla="*/ 0 h 3026651"/>
                <a:gd name="connsiteX0" fmla="*/ 8167828 w 8167828"/>
                <a:gd name="connsiteY0" fmla="*/ 0 h 3027228"/>
                <a:gd name="connsiteX1" fmla="*/ 8145760 w 8167828"/>
                <a:gd name="connsiteY1" fmla="*/ 1686913 h 3027228"/>
                <a:gd name="connsiteX2" fmla="*/ 4123353 w 8167828"/>
                <a:gd name="connsiteY2" fmla="*/ 3026474 h 3027228"/>
                <a:gd name="connsiteX3" fmla="*/ 2295 w 8167828"/>
                <a:gd name="connsiteY3" fmla="*/ 1577910 h 3027228"/>
                <a:gd name="connsiteX4" fmla="*/ 767 w 8167828"/>
                <a:gd name="connsiteY4" fmla="*/ 106969 h 3027228"/>
                <a:gd name="connsiteX5" fmla="*/ 4068271 w 8167828"/>
                <a:gd name="connsiteY5" fmla="*/ 1525866 h 3027228"/>
                <a:gd name="connsiteX6" fmla="*/ 8167828 w 8167828"/>
                <a:gd name="connsiteY6" fmla="*/ 0 h 3027228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56794 w 8156794"/>
                <a:gd name="connsiteY0" fmla="*/ 0 h 2933483"/>
                <a:gd name="connsiteX1" fmla="*/ 8145760 w 8156794"/>
                <a:gd name="connsiteY1" fmla="*/ 1593168 h 2933483"/>
                <a:gd name="connsiteX2" fmla="*/ 4123353 w 8156794"/>
                <a:gd name="connsiteY2" fmla="*/ 2932729 h 2933483"/>
                <a:gd name="connsiteX3" fmla="*/ 2295 w 8156794"/>
                <a:gd name="connsiteY3" fmla="*/ 1484165 h 2933483"/>
                <a:gd name="connsiteX4" fmla="*/ 767 w 8156794"/>
                <a:gd name="connsiteY4" fmla="*/ 13224 h 2933483"/>
                <a:gd name="connsiteX5" fmla="*/ 4068271 w 8156794"/>
                <a:gd name="connsiteY5" fmla="*/ 1432121 h 2933483"/>
                <a:gd name="connsiteX6" fmla="*/ 8156794 w 8156794"/>
                <a:gd name="connsiteY6" fmla="*/ 0 h 2933483"/>
                <a:gd name="connsiteX0" fmla="*/ 8123689 w 8145760"/>
                <a:gd name="connsiteY0" fmla="*/ 13560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9 w 8145760"/>
                <a:gd name="connsiteY6" fmla="*/ 13560 h 2920259"/>
                <a:gd name="connsiteX0" fmla="*/ 8178863 w 8178863"/>
                <a:gd name="connsiteY0" fmla="*/ 26952 h 2920259"/>
                <a:gd name="connsiteX1" fmla="*/ 8145760 w 8178863"/>
                <a:gd name="connsiteY1" fmla="*/ 1579944 h 2920259"/>
                <a:gd name="connsiteX2" fmla="*/ 4123353 w 8178863"/>
                <a:gd name="connsiteY2" fmla="*/ 2919505 h 2920259"/>
                <a:gd name="connsiteX3" fmla="*/ 2295 w 8178863"/>
                <a:gd name="connsiteY3" fmla="*/ 1470941 h 2920259"/>
                <a:gd name="connsiteX4" fmla="*/ 767 w 8178863"/>
                <a:gd name="connsiteY4" fmla="*/ 0 h 2920259"/>
                <a:gd name="connsiteX5" fmla="*/ 4068271 w 8178863"/>
                <a:gd name="connsiteY5" fmla="*/ 1418897 h 2920259"/>
                <a:gd name="connsiteX6" fmla="*/ 8178863 w 8178863"/>
                <a:gd name="connsiteY6" fmla="*/ 26952 h 2920259"/>
                <a:gd name="connsiteX0" fmla="*/ 8167827 w 8167827"/>
                <a:gd name="connsiteY0" fmla="*/ 40343 h 2920259"/>
                <a:gd name="connsiteX1" fmla="*/ 8145760 w 8167827"/>
                <a:gd name="connsiteY1" fmla="*/ 1579944 h 2920259"/>
                <a:gd name="connsiteX2" fmla="*/ 4123353 w 8167827"/>
                <a:gd name="connsiteY2" fmla="*/ 2919505 h 2920259"/>
                <a:gd name="connsiteX3" fmla="*/ 2295 w 8167827"/>
                <a:gd name="connsiteY3" fmla="*/ 1470941 h 2920259"/>
                <a:gd name="connsiteX4" fmla="*/ 767 w 8167827"/>
                <a:gd name="connsiteY4" fmla="*/ 0 h 2920259"/>
                <a:gd name="connsiteX5" fmla="*/ 4068271 w 8167827"/>
                <a:gd name="connsiteY5" fmla="*/ 1418897 h 2920259"/>
                <a:gd name="connsiteX6" fmla="*/ 8167827 w 8167827"/>
                <a:gd name="connsiteY6" fmla="*/ 40343 h 2920259"/>
                <a:gd name="connsiteX0" fmla="*/ 8123687 w 8145760"/>
                <a:gd name="connsiteY0" fmla="*/ 53735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23687 w 8145760"/>
                <a:gd name="connsiteY6" fmla="*/ 53735 h 2920259"/>
                <a:gd name="connsiteX0" fmla="*/ 8161918 w 8161918"/>
                <a:gd name="connsiteY0" fmla="*/ 0 h 2943855"/>
                <a:gd name="connsiteX1" fmla="*/ 8145760 w 8161918"/>
                <a:gd name="connsiteY1" fmla="*/ 1603540 h 2943855"/>
                <a:gd name="connsiteX2" fmla="*/ 4123353 w 8161918"/>
                <a:gd name="connsiteY2" fmla="*/ 2943101 h 2943855"/>
                <a:gd name="connsiteX3" fmla="*/ 2295 w 8161918"/>
                <a:gd name="connsiteY3" fmla="*/ 1494537 h 2943855"/>
                <a:gd name="connsiteX4" fmla="*/ 767 w 8161918"/>
                <a:gd name="connsiteY4" fmla="*/ 23596 h 2943855"/>
                <a:gd name="connsiteX5" fmla="*/ 4068271 w 8161918"/>
                <a:gd name="connsiteY5" fmla="*/ 1442493 h 2943855"/>
                <a:gd name="connsiteX6" fmla="*/ 8161918 w 8161918"/>
                <a:gd name="connsiteY6" fmla="*/ 0 h 2943855"/>
                <a:gd name="connsiteX0" fmla="*/ 8144926 w 8145760"/>
                <a:gd name="connsiteY0" fmla="*/ 43424 h 2920259"/>
                <a:gd name="connsiteX1" fmla="*/ 8145760 w 8145760"/>
                <a:gd name="connsiteY1" fmla="*/ 1579944 h 2920259"/>
                <a:gd name="connsiteX2" fmla="*/ 4123353 w 8145760"/>
                <a:gd name="connsiteY2" fmla="*/ 2919505 h 2920259"/>
                <a:gd name="connsiteX3" fmla="*/ 2295 w 8145760"/>
                <a:gd name="connsiteY3" fmla="*/ 1470941 h 2920259"/>
                <a:gd name="connsiteX4" fmla="*/ 767 w 8145760"/>
                <a:gd name="connsiteY4" fmla="*/ 0 h 2920259"/>
                <a:gd name="connsiteX5" fmla="*/ 4068271 w 8145760"/>
                <a:gd name="connsiteY5" fmla="*/ 1418897 h 2920259"/>
                <a:gd name="connsiteX6" fmla="*/ 8144926 w 8145760"/>
                <a:gd name="connsiteY6" fmla="*/ 43424 h 2920259"/>
                <a:gd name="connsiteX0" fmla="*/ 8161918 w 8161918"/>
                <a:gd name="connsiteY0" fmla="*/ 0 h 2959321"/>
                <a:gd name="connsiteX1" fmla="*/ 8145760 w 8161918"/>
                <a:gd name="connsiteY1" fmla="*/ 1619006 h 2959321"/>
                <a:gd name="connsiteX2" fmla="*/ 4123353 w 8161918"/>
                <a:gd name="connsiteY2" fmla="*/ 2958567 h 2959321"/>
                <a:gd name="connsiteX3" fmla="*/ 2295 w 8161918"/>
                <a:gd name="connsiteY3" fmla="*/ 1510003 h 2959321"/>
                <a:gd name="connsiteX4" fmla="*/ 767 w 8161918"/>
                <a:gd name="connsiteY4" fmla="*/ 39062 h 2959321"/>
                <a:gd name="connsiteX5" fmla="*/ 4068271 w 8161918"/>
                <a:gd name="connsiteY5" fmla="*/ 1457959 h 2959321"/>
                <a:gd name="connsiteX6" fmla="*/ 8161918 w 8161918"/>
                <a:gd name="connsiteY6" fmla="*/ 0 h 2959321"/>
                <a:gd name="connsiteX0" fmla="*/ 8161918 w 8162752"/>
                <a:gd name="connsiteY0" fmla="*/ 0 h 2959488"/>
                <a:gd name="connsiteX1" fmla="*/ 8162752 w 8162752"/>
                <a:gd name="connsiteY1" fmla="*/ 1629317 h 2959488"/>
                <a:gd name="connsiteX2" fmla="*/ 4123353 w 8162752"/>
                <a:gd name="connsiteY2" fmla="*/ 2958567 h 2959488"/>
                <a:gd name="connsiteX3" fmla="*/ 2295 w 8162752"/>
                <a:gd name="connsiteY3" fmla="*/ 1510003 h 2959488"/>
                <a:gd name="connsiteX4" fmla="*/ 767 w 8162752"/>
                <a:gd name="connsiteY4" fmla="*/ 39062 h 2959488"/>
                <a:gd name="connsiteX5" fmla="*/ 4068271 w 8162752"/>
                <a:gd name="connsiteY5" fmla="*/ 1457959 h 2959488"/>
                <a:gd name="connsiteX6" fmla="*/ 8161918 w 8162752"/>
                <a:gd name="connsiteY6" fmla="*/ 0 h 2959488"/>
                <a:gd name="connsiteX0" fmla="*/ 8165930 w 8166764"/>
                <a:gd name="connsiteY0" fmla="*/ 7337 h 2966825"/>
                <a:gd name="connsiteX1" fmla="*/ 8166764 w 8166764"/>
                <a:gd name="connsiteY1" fmla="*/ 1636654 h 2966825"/>
                <a:gd name="connsiteX2" fmla="*/ 4127365 w 8166764"/>
                <a:gd name="connsiteY2" fmla="*/ 2965904 h 2966825"/>
                <a:gd name="connsiteX3" fmla="*/ 6307 w 8166764"/>
                <a:gd name="connsiteY3" fmla="*/ 1517340 h 2966825"/>
                <a:gd name="connsiteX4" fmla="*/ 532 w 8166764"/>
                <a:gd name="connsiteY4" fmla="*/ 0 h 2966825"/>
                <a:gd name="connsiteX5" fmla="*/ 4072283 w 8166764"/>
                <a:gd name="connsiteY5" fmla="*/ 1465296 h 2966825"/>
                <a:gd name="connsiteX6" fmla="*/ 8165930 w 8166764"/>
                <a:gd name="connsiteY6" fmla="*/ 7337 h 2966825"/>
                <a:gd name="connsiteX0" fmla="*/ 8168119 w 8168953"/>
                <a:gd name="connsiteY0" fmla="*/ 7337 h 2966682"/>
                <a:gd name="connsiteX1" fmla="*/ 8168953 w 8168953"/>
                <a:gd name="connsiteY1" fmla="*/ 1636654 h 2966682"/>
                <a:gd name="connsiteX2" fmla="*/ 4129554 w 8168953"/>
                <a:gd name="connsiteY2" fmla="*/ 2965904 h 2966682"/>
                <a:gd name="connsiteX3" fmla="*/ 0 w 8168953"/>
                <a:gd name="connsiteY3" fmla="*/ 1527651 h 2966682"/>
                <a:gd name="connsiteX4" fmla="*/ 2721 w 8168953"/>
                <a:gd name="connsiteY4" fmla="*/ 0 h 2966682"/>
                <a:gd name="connsiteX5" fmla="*/ 4074472 w 8168953"/>
                <a:gd name="connsiteY5" fmla="*/ 1465296 h 2966682"/>
                <a:gd name="connsiteX6" fmla="*/ 8168119 w 8168953"/>
                <a:gd name="connsiteY6" fmla="*/ 7337 h 2966682"/>
                <a:gd name="connsiteX0" fmla="*/ 8168119 w 8168953"/>
                <a:gd name="connsiteY0" fmla="*/ 7337 h 3100377"/>
                <a:gd name="connsiteX1" fmla="*/ 8168953 w 8168953"/>
                <a:gd name="connsiteY1" fmla="*/ 1636654 h 3100377"/>
                <a:gd name="connsiteX2" fmla="*/ 4118520 w 8168953"/>
                <a:gd name="connsiteY2" fmla="*/ 3099826 h 3100377"/>
                <a:gd name="connsiteX3" fmla="*/ 0 w 8168953"/>
                <a:gd name="connsiteY3" fmla="*/ 1527651 h 3100377"/>
                <a:gd name="connsiteX4" fmla="*/ 2721 w 8168953"/>
                <a:gd name="connsiteY4" fmla="*/ 0 h 3100377"/>
                <a:gd name="connsiteX5" fmla="*/ 4074472 w 8168953"/>
                <a:gd name="connsiteY5" fmla="*/ 1465296 h 3100377"/>
                <a:gd name="connsiteX6" fmla="*/ 8168119 w 8168953"/>
                <a:gd name="connsiteY6" fmla="*/ 7337 h 3100377"/>
                <a:gd name="connsiteX0" fmla="*/ 8168119 w 8168953"/>
                <a:gd name="connsiteY0" fmla="*/ 7337 h 3100429"/>
                <a:gd name="connsiteX1" fmla="*/ 8168953 w 8168953"/>
                <a:gd name="connsiteY1" fmla="*/ 1636654 h 3100429"/>
                <a:gd name="connsiteX2" fmla="*/ 4118520 w 8168953"/>
                <a:gd name="connsiteY2" fmla="*/ 3099826 h 3100429"/>
                <a:gd name="connsiteX3" fmla="*/ 0 w 8168953"/>
                <a:gd name="connsiteY3" fmla="*/ 1527651 h 3100429"/>
                <a:gd name="connsiteX4" fmla="*/ 2721 w 8168953"/>
                <a:gd name="connsiteY4" fmla="*/ 0 h 3100429"/>
                <a:gd name="connsiteX5" fmla="*/ 4074472 w 8168953"/>
                <a:gd name="connsiteY5" fmla="*/ 1465296 h 3100429"/>
                <a:gd name="connsiteX6" fmla="*/ 8168119 w 8168953"/>
                <a:gd name="connsiteY6" fmla="*/ 7337 h 3100429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72202 w 8166683"/>
                <a:gd name="connsiteY5" fmla="*/ 1465296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  <a:gd name="connsiteX0" fmla="*/ 8165849 w 8166683"/>
                <a:gd name="connsiteY0" fmla="*/ 7337 h 3099826"/>
                <a:gd name="connsiteX1" fmla="*/ 8166683 w 8166683"/>
                <a:gd name="connsiteY1" fmla="*/ 1636654 h 3099826"/>
                <a:gd name="connsiteX2" fmla="*/ 4116250 w 8166683"/>
                <a:gd name="connsiteY2" fmla="*/ 3099826 h 3099826"/>
                <a:gd name="connsiteX3" fmla="*/ 8764 w 8166683"/>
                <a:gd name="connsiteY3" fmla="*/ 1634789 h 3099826"/>
                <a:gd name="connsiteX4" fmla="*/ 451 w 8166683"/>
                <a:gd name="connsiteY4" fmla="*/ 0 h 3099826"/>
                <a:gd name="connsiteX5" fmla="*/ 4061168 w 8166683"/>
                <a:gd name="connsiteY5" fmla="*/ 1438511 h 3099826"/>
                <a:gd name="connsiteX6" fmla="*/ 8165849 w 8166683"/>
                <a:gd name="connsiteY6" fmla="*/ 7337 h 309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8166683" h="3099826">
                  <a:moveTo>
                    <a:pt x="8165849" y="7337"/>
                  </a:moveTo>
                  <a:lnTo>
                    <a:pt x="8166683" y="1636654"/>
                  </a:lnTo>
                  <a:cubicBezTo>
                    <a:pt x="7917761" y="2728489"/>
                    <a:pt x="5475903" y="3100137"/>
                    <a:pt x="4116250" y="3099826"/>
                  </a:cubicBezTo>
                  <a:cubicBezTo>
                    <a:pt x="2756597" y="3099515"/>
                    <a:pt x="245424" y="2744647"/>
                    <a:pt x="8764" y="1634789"/>
                  </a:cubicBezTo>
                  <a:cubicBezTo>
                    <a:pt x="11928" y="1215900"/>
                    <a:pt x="-2713" y="418889"/>
                    <a:pt x="451" y="0"/>
                  </a:cubicBezTo>
                  <a:cubicBezTo>
                    <a:pt x="385485" y="953840"/>
                    <a:pt x="2700268" y="1437288"/>
                    <a:pt x="4061168" y="1438511"/>
                  </a:cubicBezTo>
                  <a:cubicBezTo>
                    <a:pt x="5422068" y="1439734"/>
                    <a:pt x="7793228" y="1089449"/>
                    <a:pt x="8165849" y="7337"/>
                  </a:cubicBezTo>
                  <a:close/>
                </a:path>
              </a:pathLst>
            </a:custGeom>
            <a:gradFill>
              <a:gsLst>
                <a:gs pos="0">
                  <a:srgbClr val="B8C2C9"/>
                </a:gs>
                <a:gs pos="21000">
                  <a:schemeClr val="bg1"/>
                </a:gs>
                <a:gs pos="60000">
                  <a:srgbClr val="D6DCE0"/>
                </a:gs>
                <a:gs pos="100000">
                  <a:srgbClr val="B8C2C9"/>
                </a:gs>
              </a:gsLst>
              <a:lin ang="0" scaled="0"/>
            </a:gra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     </a:t>
              </a:r>
            </a:p>
          </p:txBody>
        </p:sp>
        <p:sp>
          <p:nvSpPr>
            <p:cNvPr id="449" name="Oval 448">
              <a:extLst>
                <a:ext uri="{FF2B5EF4-FFF2-40B4-BE49-F238E27FC236}">
                  <a16:creationId xmlns:a16="http://schemas.microsoft.com/office/drawing/2014/main" id="{9739DB09-38E5-A347-93BF-13C80AD84539}"/>
                </a:ext>
              </a:extLst>
            </p:cNvPr>
            <p:cNvSpPr/>
            <p:nvPr/>
          </p:nvSpPr>
          <p:spPr>
            <a:xfrm>
              <a:off x="7494729" y="2774731"/>
              <a:ext cx="1480163" cy="579140"/>
            </a:xfrm>
            <a:prstGeom prst="ellipse">
              <a:avLst/>
            </a:prstGeom>
            <a:solidFill>
              <a:srgbClr val="B8C2C9"/>
            </a:solidFill>
            <a:ln w="31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              </a:t>
              </a:r>
            </a:p>
          </p:txBody>
        </p:sp>
        <p:grpSp>
          <p:nvGrpSpPr>
            <p:cNvPr id="450" name="Group 449">
              <a:extLst>
                <a:ext uri="{FF2B5EF4-FFF2-40B4-BE49-F238E27FC236}">
                  <a16:creationId xmlns:a16="http://schemas.microsoft.com/office/drawing/2014/main" id="{04079280-378E-384D-9681-BF41B82BF6CB}"/>
                </a:ext>
              </a:extLst>
            </p:cNvPr>
            <p:cNvGrpSpPr/>
            <p:nvPr/>
          </p:nvGrpSpPr>
          <p:grpSpPr>
            <a:xfrm>
              <a:off x="7713663" y="2848339"/>
              <a:ext cx="1042107" cy="425543"/>
              <a:chOff x="7786941" y="2884917"/>
              <a:chExt cx="897649" cy="353919"/>
            </a:xfrm>
          </p:grpSpPr>
          <p:sp>
            <p:nvSpPr>
              <p:cNvPr id="451" name="Freeform 450">
                <a:extLst>
                  <a:ext uri="{FF2B5EF4-FFF2-40B4-BE49-F238E27FC236}">
                    <a16:creationId xmlns:a16="http://schemas.microsoft.com/office/drawing/2014/main" id="{914AA044-3657-1448-A5E9-2F003DC03F6B}"/>
                  </a:ext>
                </a:extLst>
              </p:cNvPr>
              <p:cNvSpPr/>
              <p:nvPr/>
            </p:nvSpPr>
            <p:spPr>
              <a:xfrm>
                <a:off x="7811770" y="2884917"/>
                <a:ext cx="849158" cy="198115"/>
              </a:xfrm>
              <a:custGeom>
                <a:avLst/>
                <a:gdLst>
                  <a:gd name="connsiteX0" fmla="*/ 3725333 w 4588933"/>
                  <a:gd name="connsiteY0" fmla="*/ 0 h 1049866"/>
                  <a:gd name="connsiteX1" fmla="*/ 4588933 w 4588933"/>
                  <a:gd name="connsiteY1" fmla="*/ 270933 h 1049866"/>
                  <a:gd name="connsiteX2" fmla="*/ 3962400 w 4588933"/>
                  <a:gd name="connsiteY2" fmla="*/ 541866 h 1049866"/>
                  <a:gd name="connsiteX3" fmla="*/ 3742267 w 4588933"/>
                  <a:gd name="connsiteY3" fmla="*/ 457200 h 1049866"/>
                  <a:gd name="connsiteX4" fmla="*/ 2269067 w 4588933"/>
                  <a:gd name="connsiteY4" fmla="*/ 1049866 h 1049866"/>
                  <a:gd name="connsiteX5" fmla="*/ 880533 w 4588933"/>
                  <a:gd name="connsiteY5" fmla="*/ 457200 h 1049866"/>
                  <a:gd name="connsiteX6" fmla="*/ 592667 w 4588933"/>
                  <a:gd name="connsiteY6" fmla="*/ 541866 h 1049866"/>
                  <a:gd name="connsiteX7" fmla="*/ 0 w 4588933"/>
                  <a:gd name="connsiteY7" fmla="*/ 254000 h 1049866"/>
                  <a:gd name="connsiteX8" fmla="*/ 880533 w 4588933"/>
                  <a:gd name="connsiteY8" fmla="*/ 16933 h 1049866"/>
                  <a:gd name="connsiteX9" fmla="*/ 2302933 w 4588933"/>
                  <a:gd name="connsiteY9" fmla="*/ 626533 h 1049866"/>
                  <a:gd name="connsiteX10" fmla="*/ 3725333 w 4588933"/>
                  <a:gd name="connsiteY10" fmla="*/ 0 h 1049866"/>
                  <a:gd name="connsiteX0" fmla="*/ 3725333 w 4641485"/>
                  <a:gd name="connsiteY0" fmla="*/ 0 h 1049866"/>
                  <a:gd name="connsiteX1" fmla="*/ 4641485 w 4641485"/>
                  <a:gd name="connsiteY1" fmla="*/ 239402 h 1049866"/>
                  <a:gd name="connsiteX2" fmla="*/ 3962400 w 4641485"/>
                  <a:gd name="connsiteY2" fmla="*/ 541866 h 1049866"/>
                  <a:gd name="connsiteX3" fmla="*/ 3742267 w 4641485"/>
                  <a:gd name="connsiteY3" fmla="*/ 457200 h 1049866"/>
                  <a:gd name="connsiteX4" fmla="*/ 2269067 w 4641485"/>
                  <a:gd name="connsiteY4" fmla="*/ 1049866 h 1049866"/>
                  <a:gd name="connsiteX5" fmla="*/ 880533 w 4641485"/>
                  <a:gd name="connsiteY5" fmla="*/ 457200 h 1049866"/>
                  <a:gd name="connsiteX6" fmla="*/ 592667 w 4641485"/>
                  <a:gd name="connsiteY6" fmla="*/ 541866 h 1049866"/>
                  <a:gd name="connsiteX7" fmla="*/ 0 w 4641485"/>
                  <a:gd name="connsiteY7" fmla="*/ 254000 h 1049866"/>
                  <a:gd name="connsiteX8" fmla="*/ 880533 w 4641485"/>
                  <a:gd name="connsiteY8" fmla="*/ 16933 h 1049866"/>
                  <a:gd name="connsiteX9" fmla="*/ 2302933 w 4641485"/>
                  <a:gd name="connsiteY9" fmla="*/ 626533 h 1049866"/>
                  <a:gd name="connsiteX10" fmla="*/ 3725333 w 4641485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73798 w 4673016"/>
                  <a:gd name="connsiteY3" fmla="*/ 45720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84308 w 4673016"/>
                  <a:gd name="connsiteY3" fmla="*/ 404648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34464 w 4673016"/>
                  <a:gd name="connsiteY9" fmla="*/ 62653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32979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794818 w 4673016"/>
                  <a:gd name="connsiteY3" fmla="*/ 436179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  <a:gd name="connsiteX0" fmla="*/ 3756864 w 4673016"/>
                  <a:gd name="connsiteY0" fmla="*/ 0 h 1049866"/>
                  <a:gd name="connsiteX1" fmla="*/ 4673016 w 4673016"/>
                  <a:gd name="connsiteY1" fmla="*/ 239402 h 1049866"/>
                  <a:gd name="connsiteX2" fmla="*/ 3993931 w 4673016"/>
                  <a:gd name="connsiteY2" fmla="*/ 541866 h 1049866"/>
                  <a:gd name="connsiteX3" fmla="*/ 3815839 w 4673016"/>
                  <a:gd name="connsiteY3" fmla="*/ 467710 h 1049866"/>
                  <a:gd name="connsiteX4" fmla="*/ 2300598 w 4673016"/>
                  <a:gd name="connsiteY4" fmla="*/ 1049866 h 1049866"/>
                  <a:gd name="connsiteX5" fmla="*/ 912064 w 4673016"/>
                  <a:gd name="connsiteY5" fmla="*/ 457200 h 1049866"/>
                  <a:gd name="connsiteX6" fmla="*/ 624198 w 4673016"/>
                  <a:gd name="connsiteY6" fmla="*/ 541866 h 1049866"/>
                  <a:gd name="connsiteX7" fmla="*/ 0 w 4673016"/>
                  <a:gd name="connsiteY7" fmla="*/ 275021 h 1049866"/>
                  <a:gd name="connsiteX8" fmla="*/ 912064 w 4673016"/>
                  <a:gd name="connsiteY8" fmla="*/ 16933 h 1049866"/>
                  <a:gd name="connsiteX9" fmla="*/ 2323954 w 4673016"/>
                  <a:gd name="connsiteY9" fmla="*/ 616023 h 1049866"/>
                  <a:gd name="connsiteX10" fmla="*/ 3756864 w 4673016"/>
                  <a:gd name="connsiteY10" fmla="*/ 0 h 104986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</a:cxnLst>
                <a:rect l="l" t="t" r="r" b="b"/>
                <a:pathLst>
                  <a:path w="4673016" h="1049866">
                    <a:moveTo>
                      <a:pt x="3756864" y="0"/>
                    </a:moveTo>
                    <a:lnTo>
                      <a:pt x="4673016" y="239402"/>
                    </a:lnTo>
                    <a:lnTo>
                      <a:pt x="3993931" y="541866"/>
                    </a:lnTo>
                    <a:lnTo>
                      <a:pt x="3815839" y="467710"/>
                    </a:lnTo>
                    <a:lnTo>
                      <a:pt x="2300598" y="1049866"/>
                    </a:lnTo>
                    <a:lnTo>
                      <a:pt x="912064" y="457200"/>
                    </a:lnTo>
                    <a:lnTo>
                      <a:pt x="624198" y="541866"/>
                    </a:lnTo>
                    <a:lnTo>
                      <a:pt x="0" y="275021"/>
                    </a:lnTo>
                    <a:lnTo>
                      <a:pt x="912064" y="16933"/>
                    </a:lnTo>
                    <a:lnTo>
                      <a:pt x="2323954" y="616023"/>
                    </a:lnTo>
                    <a:lnTo>
                      <a:pt x="3756864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2" name="Freeform 451">
                <a:extLst>
                  <a:ext uri="{FF2B5EF4-FFF2-40B4-BE49-F238E27FC236}">
                    <a16:creationId xmlns:a16="http://schemas.microsoft.com/office/drawing/2014/main" id="{29FDF0B8-7E9A-1F4D-8C99-CE1C68A1345F}"/>
                  </a:ext>
                </a:extLst>
              </p:cNvPr>
              <p:cNvSpPr/>
              <p:nvPr/>
            </p:nvSpPr>
            <p:spPr>
              <a:xfrm>
                <a:off x="8367548" y="3054383"/>
                <a:ext cx="317042" cy="170569"/>
              </a:xfrm>
              <a:custGeom>
                <a:avLst/>
                <a:gdLst>
                  <a:gd name="connsiteX0" fmla="*/ 21021 w 1744718"/>
                  <a:gd name="connsiteY0" fmla="*/ 0 h 903890"/>
                  <a:gd name="connsiteX1" fmla="*/ 1744718 w 1744718"/>
                  <a:gd name="connsiteY1" fmla="*/ 693683 h 903890"/>
                  <a:gd name="connsiteX2" fmla="*/ 1145628 w 1744718"/>
                  <a:gd name="connsiteY2" fmla="*/ 903890 h 903890"/>
                  <a:gd name="connsiteX3" fmla="*/ 0 w 1744718"/>
                  <a:gd name="connsiteY3" fmla="*/ 451945 h 903890"/>
                  <a:gd name="connsiteX4" fmla="*/ 21021 w 1744718"/>
                  <a:gd name="connsiteY4" fmla="*/ 0 h 90389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44718" h="903890">
                    <a:moveTo>
                      <a:pt x="21021" y="0"/>
                    </a:moveTo>
                    <a:lnTo>
                      <a:pt x="1744718" y="693683"/>
                    </a:lnTo>
                    <a:lnTo>
                      <a:pt x="1145628" y="903890"/>
                    </a:lnTo>
                    <a:lnTo>
                      <a:pt x="0" y="451945"/>
                    </a:lnTo>
                    <a:lnTo>
                      <a:pt x="21021" y="0"/>
                    </a:lnTo>
                    <a:close/>
                  </a:path>
                </a:pathLst>
              </a:custGeom>
              <a:solidFill>
                <a:srgbClr val="0000A3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3" name="Freeform 452">
                <a:extLst>
                  <a:ext uri="{FF2B5EF4-FFF2-40B4-BE49-F238E27FC236}">
                    <a16:creationId xmlns:a16="http://schemas.microsoft.com/office/drawing/2014/main" id="{49A96193-2E73-4C43-843C-2C8C4DCEE478}"/>
                  </a:ext>
                </a:extLst>
              </p:cNvPr>
              <p:cNvSpPr/>
              <p:nvPr/>
            </p:nvSpPr>
            <p:spPr>
              <a:xfrm>
                <a:off x="7786941" y="3054383"/>
                <a:ext cx="311312" cy="168585"/>
              </a:xfrm>
              <a:custGeom>
                <a:avLst/>
                <a:gdLst>
                  <a:gd name="connsiteX0" fmla="*/ 1702676 w 1713187"/>
                  <a:gd name="connsiteY0" fmla="*/ 0 h 893380"/>
                  <a:gd name="connsiteX1" fmla="*/ 1713187 w 1713187"/>
                  <a:gd name="connsiteY1" fmla="*/ 472966 h 893380"/>
                  <a:gd name="connsiteX2" fmla="*/ 578069 w 1713187"/>
                  <a:gd name="connsiteY2" fmla="*/ 893380 h 893380"/>
                  <a:gd name="connsiteX3" fmla="*/ 0 w 1713187"/>
                  <a:gd name="connsiteY3" fmla="*/ 693683 h 893380"/>
                  <a:gd name="connsiteX4" fmla="*/ 1702676 w 1713187"/>
                  <a:gd name="connsiteY4" fmla="*/ 0 h 8933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</a:cxnLst>
                <a:rect l="l" t="t" r="r" b="b"/>
                <a:pathLst>
                  <a:path w="1713187" h="893380">
                    <a:moveTo>
                      <a:pt x="1702676" y="0"/>
                    </a:moveTo>
                    <a:lnTo>
                      <a:pt x="1713187" y="472966"/>
                    </a:lnTo>
                    <a:lnTo>
                      <a:pt x="578069" y="893380"/>
                    </a:lnTo>
                    <a:lnTo>
                      <a:pt x="0" y="693683"/>
                    </a:lnTo>
                    <a:lnTo>
                      <a:pt x="1702676" y="0"/>
                    </a:lnTo>
                    <a:close/>
                  </a:path>
                </a:pathLst>
              </a:custGeom>
              <a:solidFill>
                <a:srgbClr val="0000A8"/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454" name="Freeform 453">
                <a:extLst>
                  <a:ext uri="{FF2B5EF4-FFF2-40B4-BE49-F238E27FC236}">
                    <a16:creationId xmlns:a16="http://schemas.microsoft.com/office/drawing/2014/main" id="{F5358318-953E-E249-9021-E0B5DF66E3B3}"/>
                  </a:ext>
                </a:extLst>
              </p:cNvPr>
              <p:cNvSpPr/>
              <p:nvPr/>
            </p:nvSpPr>
            <p:spPr>
              <a:xfrm>
                <a:off x="7895013" y="2971083"/>
                <a:ext cx="676892" cy="267753"/>
              </a:xfrm>
              <a:custGeom>
                <a:avLst/>
                <a:gdLst>
                  <a:gd name="connsiteX0" fmla="*/ 599089 w 4162096"/>
                  <a:gd name="connsiteY0" fmla="*/ 273269 h 1618593"/>
                  <a:gd name="connsiteX1" fmla="*/ 882869 w 4162096"/>
                  <a:gd name="connsiteY1" fmla="*/ 199697 h 1618593"/>
                  <a:gd name="connsiteX2" fmla="*/ 2312276 w 4162096"/>
                  <a:gd name="connsiteY2" fmla="*/ 798786 h 1618593"/>
                  <a:gd name="connsiteX3" fmla="*/ 3794234 w 4162096"/>
                  <a:gd name="connsiteY3" fmla="*/ 199697 h 1618593"/>
                  <a:gd name="connsiteX4" fmla="*/ 4014951 w 4162096"/>
                  <a:gd name="connsiteY4" fmla="*/ 273269 h 1618593"/>
                  <a:gd name="connsiteX5" fmla="*/ 3058510 w 4162096"/>
                  <a:gd name="connsiteY5" fmla="*/ 641131 h 1618593"/>
                  <a:gd name="connsiteX6" fmla="*/ 3026979 w 4162096"/>
                  <a:gd name="connsiteY6" fmla="*/ 1114097 h 1618593"/>
                  <a:gd name="connsiteX7" fmla="*/ 4162096 w 4162096"/>
                  <a:gd name="connsiteY7" fmla="*/ 1545021 h 1618593"/>
                  <a:gd name="connsiteX8" fmla="*/ 3878317 w 4162096"/>
                  <a:gd name="connsiteY8" fmla="*/ 1608083 h 1618593"/>
                  <a:gd name="connsiteX9" fmla="*/ 2301765 w 4162096"/>
                  <a:gd name="connsiteY9" fmla="*/ 945931 h 1618593"/>
                  <a:gd name="connsiteX10" fmla="*/ 693682 w 4162096"/>
                  <a:gd name="connsiteY10" fmla="*/ 1618593 h 1618593"/>
                  <a:gd name="connsiteX11" fmla="*/ 430924 w 4162096"/>
                  <a:gd name="connsiteY11" fmla="*/ 1524000 h 1618593"/>
                  <a:gd name="connsiteX12" fmla="*/ 1576551 w 4162096"/>
                  <a:gd name="connsiteY12" fmla="*/ 1082566 h 1618593"/>
                  <a:gd name="connsiteX13" fmla="*/ 1545020 w 4162096"/>
                  <a:gd name="connsiteY13" fmla="*/ 609600 h 1618593"/>
                  <a:gd name="connsiteX14" fmla="*/ 0 w 4162096"/>
                  <a:gd name="connsiteY14" fmla="*/ 0 h 1618593"/>
                  <a:gd name="connsiteX15" fmla="*/ 872358 w 4162096"/>
                  <a:gd name="connsiteY15" fmla="*/ 210207 h 1618593"/>
                  <a:gd name="connsiteX16" fmla="*/ 872358 w 4162096"/>
                  <a:gd name="connsiteY16" fmla="*/ 210207 h 1618593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15" fmla="*/ 441434 w 3731172"/>
                  <a:gd name="connsiteY15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441434 w 3731172"/>
                  <a:gd name="connsiteY14" fmla="*/ 10510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357351 w 3731172"/>
                  <a:gd name="connsiteY14" fmla="*/ 115613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0990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47144 w 3731172"/>
                  <a:gd name="connsiteY14" fmla="*/ 6306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14096 w 3731172"/>
                  <a:gd name="connsiteY13" fmla="*/ 420413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56137 w 3731172"/>
                  <a:gd name="connsiteY13" fmla="*/ 441434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882869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68165 w 3731172"/>
                  <a:gd name="connsiteY0" fmla="*/ 73572 h 1418896"/>
                  <a:gd name="connsiteX1" fmla="*/ 451945 w 3731172"/>
                  <a:gd name="connsiteY1" fmla="*/ 0 h 1418896"/>
                  <a:gd name="connsiteX2" fmla="*/ 1881352 w 3731172"/>
                  <a:gd name="connsiteY2" fmla="*/ 599089 h 1418896"/>
                  <a:gd name="connsiteX3" fmla="*/ 3363310 w 3731172"/>
                  <a:gd name="connsiteY3" fmla="*/ 0 h 1418896"/>
                  <a:gd name="connsiteX4" fmla="*/ 3584027 w 3731172"/>
                  <a:gd name="connsiteY4" fmla="*/ 73572 h 1418896"/>
                  <a:gd name="connsiteX5" fmla="*/ 2627586 w 3731172"/>
                  <a:gd name="connsiteY5" fmla="*/ 441434 h 1418896"/>
                  <a:gd name="connsiteX6" fmla="*/ 2596055 w 3731172"/>
                  <a:gd name="connsiteY6" fmla="*/ 914400 h 1418896"/>
                  <a:gd name="connsiteX7" fmla="*/ 3731172 w 3731172"/>
                  <a:gd name="connsiteY7" fmla="*/ 1345324 h 1418896"/>
                  <a:gd name="connsiteX8" fmla="*/ 3447393 w 3731172"/>
                  <a:gd name="connsiteY8" fmla="*/ 1408386 h 1418896"/>
                  <a:gd name="connsiteX9" fmla="*/ 1870841 w 3731172"/>
                  <a:gd name="connsiteY9" fmla="*/ 746234 h 1418896"/>
                  <a:gd name="connsiteX10" fmla="*/ 262758 w 3731172"/>
                  <a:gd name="connsiteY10" fmla="*/ 1418896 h 1418896"/>
                  <a:gd name="connsiteX11" fmla="*/ 0 w 3731172"/>
                  <a:gd name="connsiteY11" fmla="*/ 1324303 h 1418896"/>
                  <a:gd name="connsiteX12" fmla="*/ 1145627 w 3731172"/>
                  <a:gd name="connsiteY12" fmla="*/ 903890 h 1418896"/>
                  <a:gd name="connsiteX13" fmla="*/ 1145626 w 3731172"/>
                  <a:gd name="connsiteY13" fmla="*/ 451945 h 1418896"/>
                  <a:gd name="connsiteX14" fmla="*/ 189185 w 3731172"/>
                  <a:gd name="connsiteY14" fmla="*/ 84081 h 1418896"/>
                  <a:gd name="connsiteX15" fmla="*/ 168165 w 3731172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575034 w 3710151"/>
                  <a:gd name="connsiteY6" fmla="*/ 91440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06565 w 3710151"/>
                  <a:gd name="connsiteY6" fmla="*/ 924910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06565 w 3710151"/>
                  <a:gd name="connsiteY5" fmla="*/ 441434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5151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60331 w 3710151"/>
                  <a:gd name="connsiteY2" fmla="*/ 599089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124605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12460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47144 w 3710151"/>
                  <a:gd name="connsiteY0" fmla="*/ 73572 h 1418896"/>
                  <a:gd name="connsiteX1" fmla="*/ 430924 w 3710151"/>
                  <a:gd name="connsiteY1" fmla="*/ 0 h 1418896"/>
                  <a:gd name="connsiteX2" fmla="*/ 1838028 w 3710151"/>
                  <a:gd name="connsiteY2" fmla="*/ 591655 h 1418896"/>
                  <a:gd name="connsiteX3" fmla="*/ 3342289 w 3710151"/>
                  <a:gd name="connsiteY3" fmla="*/ 0 h 1418896"/>
                  <a:gd name="connsiteX4" fmla="*/ 3563006 w 3710151"/>
                  <a:gd name="connsiteY4" fmla="*/ 73572 h 1418896"/>
                  <a:gd name="connsiteX5" fmla="*/ 2617717 w 3710151"/>
                  <a:gd name="connsiteY5" fmla="*/ 448868 h 1418896"/>
                  <a:gd name="connsiteX6" fmla="*/ 2610282 w 3710151"/>
                  <a:gd name="connsiteY6" fmla="*/ 902607 h 1418896"/>
                  <a:gd name="connsiteX7" fmla="*/ 3710151 w 3710151"/>
                  <a:gd name="connsiteY7" fmla="*/ 1345324 h 1418896"/>
                  <a:gd name="connsiteX8" fmla="*/ 3426372 w 3710151"/>
                  <a:gd name="connsiteY8" fmla="*/ 1408386 h 1418896"/>
                  <a:gd name="connsiteX9" fmla="*/ 1849820 w 3710151"/>
                  <a:gd name="connsiteY9" fmla="*/ 746234 h 1418896"/>
                  <a:gd name="connsiteX10" fmla="*/ 241737 w 3710151"/>
                  <a:gd name="connsiteY10" fmla="*/ 1418896 h 1418896"/>
                  <a:gd name="connsiteX11" fmla="*/ 0 w 3710151"/>
                  <a:gd name="connsiteY11" fmla="*/ 1334814 h 1418896"/>
                  <a:gd name="connsiteX12" fmla="*/ 1098586 w 3710151"/>
                  <a:gd name="connsiteY12" fmla="*/ 903890 h 1418896"/>
                  <a:gd name="connsiteX13" fmla="*/ 1087434 w 3710151"/>
                  <a:gd name="connsiteY13" fmla="*/ 451945 h 1418896"/>
                  <a:gd name="connsiteX14" fmla="*/ 168164 w 3710151"/>
                  <a:gd name="connsiteY14" fmla="*/ 84081 h 1418896"/>
                  <a:gd name="connsiteX15" fmla="*/ 147144 w 3710151"/>
                  <a:gd name="connsiteY15" fmla="*/ 73572 h 1418896"/>
                  <a:gd name="connsiteX0" fmla="*/ 162012 w 3725019"/>
                  <a:gd name="connsiteY0" fmla="*/ 73572 h 1418896"/>
                  <a:gd name="connsiteX1" fmla="*/ 445792 w 3725019"/>
                  <a:gd name="connsiteY1" fmla="*/ 0 h 1418896"/>
                  <a:gd name="connsiteX2" fmla="*/ 1852896 w 3725019"/>
                  <a:gd name="connsiteY2" fmla="*/ 591655 h 1418896"/>
                  <a:gd name="connsiteX3" fmla="*/ 3357157 w 3725019"/>
                  <a:gd name="connsiteY3" fmla="*/ 0 h 1418896"/>
                  <a:gd name="connsiteX4" fmla="*/ 3577874 w 3725019"/>
                  <a:gd name="connsiteY4" fmla="*/ 73572 h 1418896"/>
                  <a:gd name="connsiteX5" fmla="*/ 2632585 w 3725019"/>
                  <a:gd name="connsiteY5" fmla="*/ 448868 h 1418896"/>
                  <a:gd name="connsiteX6" fmla="*/ 2625150 w 3725019"/>
                  <a:gd name="connsiteY6" fmla="*/ 902607 h 1418896"/>
                  <a:gd name="connsiteX7" fmla="*/ 3725019 w 3725019"/>
                  <a:gd name="connsiteY7" fmla="*/ 1345324 h 1418896"/>
                  <a:gd name="connsiteX8" fmla="*/ 3441240 w 3725019"/>
                  <a:gd name="connsiteY8" fmla="*/ 1408386 h 1418896"/>
                  <a:gd name="connsiteX9" fmla="*/ 1864688 w 3725019"/>
                  <a:gd name="connsiteY9" fmla="*/ 746234 h 1418896"/>
                  <a:gd name="connsiteX10" fmla="*/ 256605 w 3725019"/>
                  <a:gd name="connsiteY10" fmla="*/ 1418896 h 1418896"/>
                  <a:gd name="connsiteX11" fmla="*/ 0 w 3725019"/>
                  <a:gd name="connsiteY11" fmla="*/ 1331097 h 1418896"/>
                  <a:gd name="connsiteX12" fmla="*/ 1113454 w 3725019"/>
                  <a:gd name="connsiteY12" fmla="*/ 903890 h 1418896"/>
                  <a:gd name="connsiteX13" fmla="*/ 1102302 w 3725019"/>
                  <a:gd name="connsiteY13" fmla="*/ 451945 h 1418896"/>
                  <a:gd name="connsiteX14" fmla="*/ 183032 w 3725019"/>
                  <a:gd name="connsiteY14" fmla="*/ 84081 h 1418896"/>
                  <a:gd name="connsiteX15" fmla="*/ 162012 w 3725019"/>
                  <a:gd name="connsiteY15" fmla="*/ 73572 h 1418896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</a:cxnLst>
                <a:rect l="l" t="t" r="r" b="b"/>
                <a:pathLst>
                  <a:path w="3725019" h="1418896">
                    <a:moveTo>
                      <a:pt x="162012" y="73572"/>
                    </a:moveTo>
                    <a:lnTo>
                      <a:pt x="445792" y="0"/>
                    </a:lnTo>
                    <a:lnTo>
                      <a:pt x="1852896" y="591655"/>
                    </a:lnTo>
                    <a:lnTo>
                      <a:pt x="3357157" y="0"/>
                    </a:lnTo>
                    <a:lnTo>
                      <a:pt x="3577874" y="73572"/>
                    </a:lnTo>
                    <a:lnTo>
                      <a:pt x="2632585" y="448868"/>
                    </a:lnTo>
                    <a:lnTo>
                      <a:pt x="2625150" y="902607"/>
                    </a:lnTo>
                    <a:lnTo>
                      <a:pt x="3725019" y="1345324"/>
                    </a:lnTo>
                    <a:lnTo>
                      <a:pt x="3441240" y="1408386"/>
                    </a:lnTo>
                    <a:lnTo>
                      <a:pt x="1864688" y="746234"/>
                    </a:lnTo>
                    <a:lnTo>
                      <a:pt x="256605" y="1418896"/>
                    </a:lnTo>
                    <a:lnTo>
                      <a:pt x="0" y="1331097"/>
                    </a:lnTo>
                    <a:lnTo>
                      <a:pt x="1113454" y="903890"/>
                    </a:lnTo>
                    <a:cubicBezTo>
                      <a:pt x="1113454" y="760249"/>
                      <a:pt x="1102302" y="595586"/>
                      <a:pt x="1102302" y="451945"/>
                    </a:cubicBezTo>
                    <a:lnTo>
                      <a:pt x="183032" y="84081"/>
                    </a:lnTo>
                    <a:cubicBezTo>
                      <a:pt x="26317" y="21019"/>
                      <a:pt x="169019" y="77075"/>
                      <a:pt x="162012" y="73572"/>
                    </a:cubicBezTo>
                    <a:close/>
                  </a:path>
                </a:pathLst>
              </a:custGeom>
              <a:solidFill>
                <a:schemeClr val="accent1">
                  <a:lumMod val="60000"/>
                  <a:lumOff val="40000"/>
                </a:schemeClr>
              </a:solidFill>
              <a:ln w="1270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grpSp>
        <p:nvGrpSpPr>
          <p:cNvPr id="785" name="Group 784">
            <a:extLst>
              <a:ext uri="{FF2B5EF4-FFF2-40B4-BE49-F238E27FC236}">
                <a16:creationId xmlns:a16="http://schemas.microsoft.com/office/drawing/2014/main" id="{91E02B81-5B35-4545-A954-B7E923AB7286}"/>
              </a:ext>
            </a:extLst>
          </p:cNvPr>
          <p:cNvGrpSpPr/>
          <p:nvPr/>
        </p:nvGrpSpPr>
        <p:grpSpPr>
          <a:xfrm>
            <a:off x="7439074" y="2356613"/>
            <a:ext cx="534987" cy="407988"/>
            <a:chOff x="7432700" y="2327293"/>
            <a:chExt cx="534987" cy="407988"/>
          </a:xfrm>
        </p:grpSpPr>
        <p:pic>
          <p:nvPicPr>
            <p:cNvPr id="73" name="Picture 1017" descr="antenna_stylized">
              <a:extLst>
                <a:ext uri="{FF2B5EF4-FFF2-40B4-BE49-F238E27FC236}">
                  <a16:creationId xmlns:a16="http://schemas.microsoft.com/office/drawing/2014/main" id="{27A537F5-5D99-BF4C-9B11-E9782673F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32700" y="2327293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74" name="Picture 1018" descr="laptop_keyboard">
              <a:extLst>
                <a:ext uri="{FF2B5EF4-FFF2-40B4-BE49-F238E27FC236}">
                  <a16:creationId xmlns:a16="http://schemas.microsoft.com/office/drawing/2014/main" id="{7087B8D0-FFCB-0746-A889-28909002C2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458407" y="2575770"/>
              <a:ext cx="437221" cy="15951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5" name="Freeform 1019">
              <a:extLst>
                <a:ext uri="{FF2B5EF4-FFF2-40B4-BE49-F238E27FC236}">
                  <a16:creationId xmlns:a16="http://schemas.microsoft.com/office/drawing/2014/main" id="{7C75BC30-0808-D44D-AF7A-A72B4A529E54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3304" y="2420984"/>
              <a:ext cx="351919" cy="208167"/>
            </a:xfrm>
            <a:custGeom>
              <a:avLst/>
              <a:gdLst>
                <a:gd name="T0" fmla="*/ 775798119 w 2982"/>
                <a:gd name="T1" fmla="*/ 0 h 2442"/>
                <a:gd name="T2" fmla="*/ 0 w 2982"/>
                <a:gd name="T3" fmla="*/ 211226083 h 2442"/>
                <a:gd name="T4" fmla="*/ 2147483646 w 2982"/>
                <a:gd name="T5" fmla="*/ 263880059 h 2442"/>
                <a:gd name="T6" fmla="*/ 2147483646 w 2982"/>
                <a:gd name="T7" fmla="*/ 52653891 h 2442"/>
                <a:gd name="T8" fmla="*/ 775798119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76" name="Picture 1020" descr="screen">
              <a:extLst>
                <a:ext uri="{FF2B5EF4-FFF2-40B4-BE49-F238E27FC236}">
                  <a16:creationId xmlns:a16="http://schemas.microsoft.com/office/drawing/2014/main" id="{2D732B7A-74CB-D547-ADB5-C721526D5E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20637" y="2426338"/>
              <a:ext cx="319785" cy="1894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7" name="Freeform 1021">
              <a:extLst>
                <a:ext uri="{FF2B5EF4-FFF2-40B4-BE49-F238E27FC236}">
                  <a16:creationId xmlns:a16="http://schemas.microsoft.com/office/drawing/2014/main" id="{FBD1A429-9B8F-F940-AD09-4638CC3167E7}"/>
                </a:ext>
              </a:extLst>
            </p:cNvPr>
            <p:cNvSpPr>
              <a:spLocks/>
            </p:cNvSpPr>
            <p:nvPr/>
          </p:nvSpPr>
          <p:spPr bwMode="auto">
            <a:xfrm>
              <a:off x="7667378" y="2414843"/>
              <a:ext cx="298167" cy="38736"/>
            </a:xfrm>
            <a:custGeom>
              <a:avLst/>
              <a:gdLst>
                <a:gd name="T0" fmla="*/ 193616298 w 2528"/>
                <a:gd name="T1" fmla="*/ 0 h 455"/>
                <a:gd name="T2" fmla="*/ 2147483646 w 2528"/>
                <a:gd name="T3" fmla="*/ 52445139 h 455"/>
                <a:gd name="T4" fmla="*/ 2147483646 w 2528"/>
                <a:gd name="T5" fmla="*/ 52445139 h 455"/>
                <a:gd name="T6" fmla="*/ 0 w 2528"/>
                <a:gd name="T7" fmla="*/ 52445139 h 455"/>
                <a:gd name="T8" fmla="*/ 193616298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8" name="Freeform 1022">
              <a:extLst>
                <a:ext uri="{FF2B5EF4-FFF2-40B4-BE49-F238E27FC236}">
                  <a16:creationId xmlns:a16="http://schemas.microsoft.com/office/drawing/2014/main" id="{376C8B48-3441-F643-B92D-5DC759EDA1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0188" y="2414528"/>
              <a:ext cx="82770" cy="161243"/>
            </a:xfrm>
            <a:custGeom>
              <a:avLst/>
              <a:gdLst>
                <a:gd name="T0" fmla="*/ 773664160 w 702"/>
                <a:gd name="T1" fmla="*/ 0 h 1893"/>
                <a:gd name="T2" fmla="*/ 0 w 702"/>
                <a:gd name="T3" fmla="*/ 210739916 h 1893"/>
                <a:gd name="T4" fmla="*/ 193416040 w 702"/>
                <a:gd name="T5" fmla="*/ 210739916 h 1893"/>
                <a:gd name="T6" fmla="*/ 967080200 w 702"/>
                <a:gd name="T7" fmla="*/ 52529017 h 1893"/>
                <a:gd name="T8" fmla="*/ 773664160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79" name="Freeform 1023">
              <a:extLst>
                <a:ext uri="{FF2B5EF4-FFF2-40B4-BE49-F238E27FC236}">
                  <a16:creationId xmlns:a16="http://schemas.microsoft.com/office/drawing/2014/main" id="{4DFECD03-4AF0-1342-8138-6CEC8249A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4205" y="2443344"/>
              <a:ext cx="89197" cy="186122"/>
            </a:xfrm>
            <a:custGeom>
              <a:avLst/>
              <a:gdLst>
                <a:gd name="T0" fmla="*/ 969024527 w 756"/>
                <a:gd name="T1" fmla="*/ 0 h 2184"/>
                <a:gd name="T2" fmla="*/ 193802074 w 756"/>
                <a:gd name="T3" fmla="*/ 263660221 h 2184"/>
                <a:gd name="T4" fmla="*/ 0 w 756"/>
                <a:gd name="T5" fmla="*/ 263660221 h 2184"/>
                <a:gd name="T6" fmla="*/ 775222454 w 756"/>
                <a:gd name="T7" fmla="*/ 52610059 h 2184"/>
                <a:gd name="T8" fmla="*/ 969024527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0" name="Freeform 1024">
              <a:extLst>
                <a:ext uri="{FF2B5EF4-FFF2-40B4-BE49-F238E27FC236}">
                  <a16:creationId xmlns:a16="http://schemas.microsoft.com/office/drawing/2014/main" id="{8AA57D4B-3E9B-994B-AF13-DB646178BD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214" y="2567582"/>
              <a:ext cx="327185" cy="62828"/>
            </a:xfrm>
            <a:custGeom>
              <a:avLst/>
              <a:gdLst>
                <a:gd name="T0" fmla="*/ 193829444 w 2773"/>
                <a:gd name="T1" fmla="*/ 0 h 738"/>
                <a:gd name="T2" fmla="*/ 0 w 2773"/>
                <a:gd name="T3" fmla="*/ 52443587 h 738"/>
                <a:gd name="T4" fmla="*/ 2147483646 w 2773"/>
                <a:gd name="T5" fmla="*/ 104894411 h 738"/>
                <a:gd name="T6" fmla="*/ 2147483646 w 2773"/>
                <a:gd name="T7" fmla="*/ 52443587 h 738"/>
                <a:gd name="T8" fmla="*/ 193829444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1" name="Freeform 1025">
              <a:extLst>
                <a:ext uri="{FF2B5EF4-FFF2-40B4-BE49-F238E27FC236}">
                  <a16:creationId xmlns:a16="http://schemas.microsoft.com/office/drawing/2014/main" id="{59DA24E7-1981-0E44-8060-2B7CE58EBF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884138" y="2444918"/>
              <a:ext cx="83549" cy="186909"/>
            </a:xfrm>
            <a:custGeom>
              <a:avLst/>
              <a:gdLst>
                <a:gd name="T0" fmla="*/ 2147483646 w 637"/>
                <a:gd name="T1" fmla="*/ 0 h 1659"/>
                <a:gd name="T2" fmla="*/ 2147483646 w 637"/>
                <a:gd name="T3" fmla="*/ 0 h 1659"/>
                <a:gd name="T4" fmla="*/ 295581541 w 637"/>
                <a:gd name="T5" fmla="*/ 2147483646 h 1659"/>
                <a:gd name="T6" fmla="*/ 0 w 637"/>
                <a:gd name="T7" fmla="*/ 2147483646 h 1659"/>
                <a:gd name="T8" fmla="*/ 214748364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2" name="Freeform 1026">
              <a:extLst>
                <a:ext uri="{FF2B5EF4-FFF2-40B4-BE49-F238E27FC236}">
                  <a16:creationId xmlns:a16="http://schemas.microsoft.com/office/drawing/2014/main" id="{DB3D3129-2B70-5643-96C2-83638DE5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603" y="2575928"/>
              <a:ext cx="290961" cy="62041"/>
            </a:xfrm>
            <a:custGeom>
              <a:avLst/>
              <a:gdLst>
                <a:gd name="T0" fmla="*/ 0 w 2216"/>
                <a:gd name="T1" fmla="*/ 0 h 550"/>
                <a:gd name="T2" fmla="*/ 296523134 w 2216"/>
                <a:gd name="T3" fmla="*/ 324379338 h 550"/>
                <a:gd name="T4" fmla="*/ 2147483646 w 2216"/>
                <a:gd name="T5" fmla="*/ 2147483646 h 550"/>
                <a:gd name="T6" fmla="*/ 2147483646 w 2216"/>
                <a:gd name="T7" fmla="*/ 2147483646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83" name="Group 1027">
              <a:extLst>
                <a:ext uri="{FF2B5EF4-FFF2-40B4-BE49-F238E27FC236}">
                  <a16:creationId xmlns:a16="http://schemas.microsoft.com/office/drawing/2014/main" id="{8C6DEC60-5C97-D546-9977-EBD182221DD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4735" y="2642220"/>
              <a:ext cx="98740" cy="36846"/>
              <a:chOff x="1740" y="2642"/>
              <a:chExt cx="752" cy="327"/>
            </a:xfrm>
          </p:grpSpPr>
          <p:sp>
            <p:nvSpPr>
              <p:cNvPr id="169" name="Freeform 1028">
                <a:extLst>
                  <a:ext uri="{FF2B5EF4-FFF2-40B4-BE49-F238E27FC236}">
                    <a16:creationId xmlns:a16="http://schemas.microsoft.com/office/drawing/2014/main" id="{5D16627E-DE34-BC4F-9513-7A7D4707F7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0" name="Freeform 1029">
                <a:extLst>
                  <a:ext uri="{FF2B5EF4-FFF2-40B4-BE49-F238E27FC236}">
                    <a16:creationId xmlns:a16="http://schemas.microsoft.com/office/drawing/2014/main" id="{D8D65D68-18A4-E54D-8916-1DEF36844C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1" name="Freeform 1030">
                <a:extLst>
                  <a:ext uri="{FF2B5EF4-FFF2-40B4-BE49-F238E27FC236}">
                    <a16:creationId xmlns:a16="http://schemas.microsoft.com/office/drawing/2014/main" id="{3C79D147-9974-F341-96E9-F9AD19F1404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2" name="Freeform 1031">
                <a:extLst>
                  <a:ext uri="{FF2B5EF4-FFF2-40B4-BE49-F238E27FC236}">
                    <a16:creationId xmlns:a16="http://schemas.microsoft.com/office/drawing/2014/main" id="{5E0CE9D2-21FD-2644-9691-743CC3E130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3" name="Freeform 1032">
                <a:extLst>
                  <a:ext uri="{FF2B5EF4-FFF2-40B4-BE49-F238E27FC236}">
                    <a16:creationId xmlns:a16="http://schemas.microsoft.com/office/drawing/2014/main" id="{5691098F-1432-0D44-8573-312C3A566A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74" name="Freeform 1033">
                <a:extLst>
                  <a:ext uri="{FF2B5EF4-FFF2-40B4-BE49-F238E27FC236}">
                    <a16:creationId xmlns:a16="http://schemas.microsoft.com/office/drawing/2014/main" id="{2D4A77A2-D0F1-164A-A67D-A509543869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84" name="Freeform 1034">
              <a:extLst>
                <a:ext uri="{FF2B5EF4-FFF2-40B4-BE49-F238E27FC236}">
                  <a16:creationId xmlns:a16="http://schemas.microsoft.com/office/drawing/2014/main" id="{A283BD8E-0AD2-B743-8237-483C3A6A6CD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780" y="2647731"/>
              <a:ext cx="119578" cy="80936"/>
            </a:xfrm>
            <a:custGeom>
              <a:avLst/>
              <a:gdLst>
                <a:gd name="T0" fmla="*/ 213221464 w 990"/>
                <a:gd name="T1" fmla="*/ 1090686587 h 792"/>
                <a:gd name="T2" fmla="*/ 1915477586 w 990"/>
                <a:gd name="T3" fmla="*/ 0 h 792"/>
                <a:gd name="T4" fmla="*/ 1915477586 w 990"/>
                <a:gd name="T5" fmla="*/ 108859840 h 792"/>
                <a:gd name="T6" fmla="*/ 0 w 990"/>
                <a:gd name="T7" fmla="*/ 1090686587 h 792"/>
                <a:gd name="T8" fmla="*/ 213221464 w 990"/>
                <a:gd name="T9" fmla="*/ 1090686587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5" name="Freeform 1035">
              <a:extLst>
                <a:ext uri="{FF2B5EF4-FFF2-40B4-BE49-F238E27FC236}">
                  <a16:creationId xmlns:a16="http://schemas.microsoft.com/office/drawing/2014/main" id="{AA215C2D-4069-DE48-884E-A1816F7D4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602" y="2654187"/>
              <a:ext cx="305957" cy="73850"/>
            </a:xfrm>
            <a:custGeom>
              <a:avLst/>
              <a:gdLst>
                <a:gd name="T0" fmla="*/ 213486572 w 2532"/>
                <a:gd name="T1" fmla="*/ 0 h 723"/>
                <a:gd name="T2" fmla="*/ 213486572 w 2532"/>
                <a:gd name="T3" fmla="*/ 0 h 723"/>
                <a:gd name="T4" fmla="*/ 2147483646 w 2532"/>
                <a:gd name="T5" fmla="*/ 979380008 h 723"/>
                <a:gd name="T6" fmla="*/ 2147483646 w 2532"/>
                <a:gd name="T7" fmla="*/ 1088085165 h 723"/>
                <a:gd name="T8" fmla="*/ 0 w 2532"/>
                <a:gd name="T9" fmla="*/ 108705259 h 723"/>
                <a:gd name="T10" fmla="*/ 21348657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6" name="Freeform 1036">
              <a:extLst>
                <a:ext uri="{FF2B5EF4-FFF2-40B4-BE49-F238E27FC236}">
                  <a16:creationId xmlns:a16="http://schemas.microsoft.com/office/drawing/2014/main" id="{421821F5-5AD5-4D4E-A4F9-5D46E41A4E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797" y="2640645"/>
              <a:ext cx="3311" cy="14959"/>
            </a:xfrm>
            <a:custGeom>
              <a:avLst/>
              <a:gdLst>
                <a:gd name="T0" fmla="*/ 262278191 w 26"/>
                <a:gd name="T1" fmla="*/ 107489981 h 147"/>
                <a:gd name="T2" fmla="*/ 262278191 w 26"/>
                <a:gd name="T3" fmla="*/ 214969480 h 147"/>
                <a:gd name="T4" fmla="*/ 0 w 26"/>
                <a:gd name="T5" fmla="*/ 214969480 h 147"/>
                <a:gd name="T6" fmla="*/ 262278191 w 26"/>
                <a:gd name="T7" fmla="*/ 0 h 147"/>
                <a:gd name="T8" fmla="*/ 262278191 w 26"/>
                <a:gd name="T9" fmla="*/ 10748998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7" name="Freeform 1037">
              <a:extLst>
                <a:ext uri="{FF2B5EF4-FFF2-40B4-BE49-F238E27FC236}">
                  <a16:creationId xmlns:a16="http://schemas.microsoft.com/office/drawing/2014/main" id="{499D2FC7-7022-A944-98B2-E74E9B2E5256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8992" y="2579707"/>
              <a:ext cx="142170" cy="61883"/>
            </a:xfrm>
            <a:custGeom>
              <a:avLst/>
              <a:gdLst>
                <a:gd name="T0" fmla="*/ 2136125890 w 1176"/>
                <a:gd name="T1" fmla="*/ 0 h 606"/>
                <a:gd name="T2" fmla="*/ 0 w 1176"/>
                <a:gd name="T3" fmla="*/ 870000945 h 606"/>
                <a:gd name="T4" fmla="*/ 213789467 w 1176"/>
                <a:gd name="T5" fmla="*/ 870000945 h 606"/>
                <a:gd name="T6" fmla="*/ 2136125890 w 1176"/>
                <a:gd name="T7" fmla="*/ 108617123 h 606"/>
                <a:gd name="T8" fmla="*/ 2136125890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8" name="Freeform 1038">
              <a:extLst>
                <a:ext uri="{FF2B5EF4-FFF2-40B4-BE49-F238E27FC236}">
                  <a16:creationId xmlns:a16="http://schemas.microsoft.com/office/drawing/2014/main" id="{37918171-6E71-A846-A2B5-7C65DD7456B5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8535" y="2643795"/>
              <a:ext cx="290182" cy="71016"/>
            </a:xfrm>
            <a:custGeom>
              <a:avLst/>
              <a:gdLst>
                <a:gd name="T0" fmla="*/ 173112702 w 2532"/>
                <a:gd name="T1" fmla="*/ 0 h 723"/>
                <a:gd name="T2" fmla="*/ 173112702 w 2532"/>
                <a:gd name="T3" fmla="*/ 0 h 723"/>
                <a:gd name="T4" fmla="*/ 2069773885 w 2532"/>
                <a:gd name="T5" fmla="*/ 558173482 h 723"/>
                <a:gd name="T6" fmla="*/ 2069773885 w 2532"/>
                <a:gd name="T7" fmla="*/ 558173482 h 723"/>
                <a:gd name="T8" fmla="*/ 0 w 2532"/>
                <a:gd name="T9" fmla="*/ 92871346 h 723"/>
                <a:gd name="T10" fmla="*/ 173112702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89" name="Freeform 1039">
              <a:extLst>
                <a:ext uri="{FF2B5EF4-FFF2-40B4-BE49-F238E27FC236}">
                  <a16:creationId xmlns:a16="http://schemas.microsoft.com/office/drawing/2014/main" id="{68ECFF60-AA48-2D4C-9A67-90DB18F81D47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58327" y="2638756"/>
              <a:ext cx="118410" cy="73535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962694895 h 723"/>
                <a:gd name="T6" fmla="*/ 0 w 2532"/>
                <a:gd name="T7" fmla="*/ 962694895 h 723"/>
                <a:gd name="T8" fmla="*/ 0 w 2532"/>
                <a:gd name="T9" fmla="*/ 107314314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740" name="Group 739">
            <a:extLst>
              <a:ext uri="{FF2B5EF4-FFF2-40B4-BE49-F238E27FC236}">
                <a16:creationId xmlns:a16="http://schemas.microsoft.com/office/drawing/2014/main" id="{504BAA5F-BBD8-8242-BC48-7D0E761F340A}"/>
              </a:ext>
            </a:extLst>
          </p:cNvPr>
          <p:cNvGrpSpPr/>
          <p:nvPr/>
        </p:nvGrpSpPr>
        <p:grpSpPr>
          <a:xfrm>
            <a:off x="8637781" y="2319727"/>
            <a:ext cx="530702" cy="478009"/>
            <a:chOff x="8631407" y="2290407"/>
            <a:chExt cx="530702" cy="478009"/>
          </a:xfrm>
        </p:grpSpPr>
        <p:pic>
          <p:nvPicPr>
            <p:cNvPr id="110" name="Picture 568" descr="light2.png">
              <a:extLst>
                <a:ext uri="{FF2B5EF4-FFF2-40B4-BE49-F238E27FC236}">
                  <a16:creationId xmlns:a16="http://schemas.microsoft.com/office/drawing/2014/main" id="{D96B693D-26FC-E443-A112-C4AFFE90DC3D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8825293" y="2362969"/>
              <a:ext cx="92772" cy="40544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1" name="Picture 1017" descr="antenna_stylized">
              <a:extLst>
                <a:ext uri="{FF2B5EF4-FFF2-40B4-BE49-F238E27FC236}">
                  <a16:creationId xmlns:a16="http://schemas.microsoft.com/office/drawing/2014/main" id="{F4E4C4C0-89A6-D74D-B25C-228CE5BC1D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31407" y="2290407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2" name="Group 791">
            <a:extLst>
              <a:ext uri="{FF2B5EF4-FFF2-40B4-BE49-F238E27FC236}">
                <a16:creationId xmlns:a16="http://schemas.microsoft.com/office/drawing/2014/main" id="{084B6293-559E-5D43-AF2B-4CB5E09EC6C5}"/>
              </a:ext>
            </a:extLst>
          </p:cNvPr>
          <p:cNvGrpSpPr/>
          <p:nvPr/>
        </p:nvGrpSpPr>
        <p:grpSpPr>
          <a:xfrm>
            <a:off x="7493518" y="3419140"/>
            <a:ext cx="350807" cy="305517"/>
            <a:chOff x="7487144" y="3389820"/>
            <a:chExt cx="350807" cy="305517"/>
          </a:xfrm>
        </p:grpSpPr>
        <p:pic>
          <p:nvPicPr>
            <p:cNvPr id="91" name="Picture 1115" descr="antenna_stylized">
              <a:extLst>
                <a:ext uri="{FF2B5EF4-FFF2-40B4-BE49-F238E27FC236}">
                  <a16:creationId xmlns:a16="http://schemas.microsoft.com/office/drawing/2014/main" id="{1821BC3E-6137-D844-92B9-4BA4CFF41F6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487144" y="3389820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2" name="Picture 1116" descr="laptop_keyboard">
              <a:extLst>
                <a:ext uri="{FF2B5EF4-FFF2-40B4-BE49-F238E27FC236}">
                  <a16:creationId xmlns:a16="http://schemas.microsoft.com/office/drawing/2014/main" id="{7F05CE3B-E67B-1B40-9D5B-2914F0B9BFB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7504001" y="3575889"/>
              <a:ext cx="286699" cy="1194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3" name="Freeform 1117">
              <a:extLst>
                <a:ext uri="{FF2B5EF4-FFF2-40B4-BE49-F238E27FC236}">
                  <a16:creationId xmlns:a16="http://schemas.microsoft.com/office/drawing/2014/main" id="{B52A07C5-D801-5B41-BD20-C20958925D0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9014" y="3459979"/>
              <a:ext cx="230764" cy="155883"/>
            </a:xfrm>
            <a:custGeom>
              <a:avLst/>
              <a:gdLst>
                <a:gd name="T0" fmla="*/ 143665061 w 2982"/>
                <a:gd name="T1" fmla="*/ 0 h 2442"/>
                <a:gd name="T2" fmla="*/ 0 w 2982"/>
                <a:gd name="T3" fmla="*/ 66329557 h 2442"/>
                <a:gd name="T4" fmla="*/ 573719931 w 2982"/>
                <a:gd name="T5" fmla="*/ 82975142 h 2442"/>
                <a:gd name="T6" fmla="*/ 717384993 w 2982"/>
                <a:gd name="T7" fmla="*/ 16645585 h 2442"/>
                <a:gd name="T8" fmla="*/ 14366506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94" name="Picture 1118" descr="screen">
              <a:extLst>
                <a:ext uri="{FF2B5EF4-FFF2-40B4-BE49-F238E27FC236}">
                  <a16:creationId xmlns:a16="http://schemas.microsoft.com/office/drawing/2014/main" id="{2EA30B4E-5447-0340-8DAD-349A843F2AC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10380" y="3463988"/>
              <a:ext cx="209692" cy="1418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5" name="Freeform 1119">
              <a:extLst>
                <a:ext uri="{FF2B5EF4-FFF2-40B4-BE49-F238E27FC236}">
                  <a16:creationId xmlns:a16="http://schemas.microsoft.com/office/drawing/2014/main" id="{1137F6C6-A7C9-9A4D-BCE3-048DB90EF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641029" y="3455381"/>
              <a:ext cx="195517" cy="29007"/>
            </a:xfrm>
            <a:custGeom>
              <a:avLst/>
              <a:gdLst>
                <a:gd name="T0" fmla="*/ 35620212 w 2528"/>
                <a:gd name="T1" fmla="*/ 0 h 455"/>
                <a:gd name="T2" fmla="*/ 608343257 w 2528"/>
                <a:gd name="T3" fmla="*/ 16582250 h 455"/>
                <a:gd name="T4" fmla="*/ 572256449 w 2528"/>
                <a:gd name="T5" fmla="*/ 16582250 h 455"/>
                <a:gd name="T6" fmla="*/ 0 w 2528"/>
                <a:gd name="T7" fmla="*/ 16582250 h 455"/>
                <a:gd name="T8" fmla="*/ 35620212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6" name="Freeform 1120">
              <a:extLst>
                <a:ext uri="{FF2B5EF4-FFF2-40B4-BE49-F238E27FC236}">
                  <a16:creationId xmlns:a16="http://schemas.microsoft.com/office/drawing/2014/main" id="{7A0060E2-767D-1545-8656-29ED1A47125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971" y="3455145"/>
              <a:ext cx="54275" cy="120745"/>
            </a:xfrm>
            <a:custGeom>
              <a:avLst/>
              <a:gdLst>
                <a:gd name="T0" fmla="*/ 142804406 w 702"/>
                <a:gd name="T1" fmla="*/ 0 h 1893"/>
                <a:gd name="T2" fmla="*/ 0 w 702"/>
                <a:gd name="T3" fmla="*/ 66174575 h 1893"/>
                <a:gd name="T4" fmla="*/ 35584530 w 702"/>
                <a:gd name="T5" fmla="*/ 66174575 h 1893"/>
                <a:gd name="T6" fmla="*/ 178855222 w 702"/>
                <a:gd name="T7" fmla="*/ 16607700 h 1893"/>
                <a:gd name="T8" fmla="*/ 142804406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7" name="Freeform 1121">
              <a:extLst>
                <a:ext uri="{FF2B5EF4-FFF2-40B4-BE49-F238E27FC236}">
                  <a16:creationId xmlns:a16="http://schemas.microsoft.com/office/drawing/2014/main" id="{15790F5A-ABAC-8D49-A4F9-E2F576550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776652" y="3476723"/>
              <a:ext cx="58489" cy="139375"/>
            </a:xfrm>
            <a:custGeom>
              <a:avLst/>
              <a:gdLst>
                <a:gd name="T0" fmla="*/ 179213623 w 756"/>
                <a:gd name="T1" fmla="*/ 0 h 2184"/>
                <a:gd name="T2" fmla="*/ 35656008 w 756"/>
                <a:gd name="T3" fmla="*/ 82904513 h 2184"/>
                <a:gd name="T4" fmla="*/ 0 w 756"/>
                <a:gd name="T5" fmla="*/ 82904513 h 2184"/>
                <a:gd name="T6" fmla="*/ 143090785 w 756"/>
                <a:gd name="T7" fmla="*/ 16632211 h 2184"/>
                <a:gd name="T8" fmla="*/ 179213623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8" name="Freeform 1122">
              <a:extLst>
                <a:ext uri="{FF2B5EF4-FFF2-40B4-BE49-F238E27FC236}">
                  <a16:creationId xmlns:a16="http://schemas.microsoft.com/office/drawing/2014/main" id="{8898B7ED-5BCF-8C4E-B1AA-B82AD50FD15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332" y="3569758"/>
              <a:ext cx="214545" cy="47048"/>
            </a:xfrm>
            <a:custGeom>
              <a:avLst/>
              <a:gdLst>
                <a:gd name="T0" fmla="*/ 35658648 w 2773"/>
                <a:gd name="T1" fmla="*/ 0 h 738"/>
                <a:gd name="T2" fmla="*/ 0 w 2773"/>
                <a:gd name="T3" fmla="*/ 16581742 h 738"/>
                <a:gd name="T4" fmla="*/ 573357470 w 2773"/>
                <a:gd name="T5" fmla="*/ 33163485 h 738"/>
                <a:gd name="T6" fmla="*/ 573357470 w 2773"/>
                <a:gd name="T7" fmla="*/ 16581742 h 738"/>
                <a:gd name="T8" fmla="*/ 35658648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99" name="Freeform 1123">
              <a:extLst>
                <a:ext uri="{FF2B5EF4-FFF2-40B4-BE49-F238E27FC236}">
                  <a16:creationId xmlns:a16="http://schemas.microsoft.com/office/drawing/2014/main" id="{5A7F91EF-AD6B-D64E-B73E-C762D73A7A3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83165" y="3477902"/>
              <a:ext cx="54786" cy="139965"/>
            </a:xfrm>
            <a:custGeom>
              <a:avLst/>
              <a:gdLst>
                <a:gd name="T0" fmla="*/ 656550006 w 637"/>
                <a:gd name="T1" fmla="*/ 0 h 1659"/>
                <a:gd name="T2" fmla="*/ 656550006 w 637"/>
                <a:gd name="T3" fmla="*/ 0 h 1659"/>
                <a:gd name="T4" fmla="*/ 54716163 w 637"/>
                <a:gd name="T5" fmla="*/ 2147483646 h 1659"/>
                <a:gd name="T6" fmla="*/ 0 w 637"/>
                <a:gd name="T7" fmla="*/ 2147483646 h 1659"/>
                <a:gd name="T8" fmla="*/ 656550006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0" name="Freeform 1124">
              <a:extLst>
                <a:ext uri="{FF2B5EF4-FFF2-40B4-BE49-F238E27FC236}">
                  <a16:creationId xmlns:a16="http://schemas.microsoft.com/office/drawing/2014/main" id="{BBB1B153-2E6F-7246-9B11-B68D01DF60E3}"/>
                </a:ext>
              </a:extLst>
            </p:cNvPr>
            <p:cNvSpPr>
              <a:spLocks/>
            </p:cNvSpPr>
            <p:nvPr/>
          </p:nvSpPr>
          <p:spPr bwMode="auto">
            <a:xfrm>
              <a:off x="7596588" y="3576007"/>
              <a:ext cx="190792" cy="46458"/>
            </a:xfrm>
            <a:custGeom>
              <a:avLst/>
              <a:gdLst>
                <a:gd name="T0" fmla="*/ 0 w 2216"/>
                <a:gd name="T1" fmla="*/ 0 h 550"/>
                <a:gd name="T2" fmla="*/ 54884212 w 2216"/>
                <a:gd name="T3" fmla="*/ 101852492 h 550"/>
                <a:gd name="T4" fmla="*/ 2147483646 w 2216"/>
                <a:gd name="T5" fmla="*/ 1017940055 h 550"/>
                <a:gd name="T6" fmla="*/ 2147483646 w 2216"/>
                <a:gd name="T7" fmla="*/ 865464562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01" name="Group 1125">
              <a:extLst>
                <a:ext uri="{FF2B5EF4-FFF2-40B4-BE49-F238E27FC236}">
                  <a16:creationId xmlns:a16="http://schemas.microsoft.com/office/drawing/2014/main" id="{57060979-075D-9D4D-B12E-DA0CCD4C6B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593395" y="3625649"/>
              <a:ext cx="64747" cy="27592"/>
              <a:chOff x="1740" y="2642"/>
              <a:chExt cx="752" cy="327"/>
            </a:xfrm>
          </p:grpSpPr>
          <p:sp>
            <p:nvSpPr>
              <p:cNvPr id="140" name="Freeform 1126">
                <a:extLst>
                  <a:ext uri="{FF2B5EF4-FFF2-40B4-BE49-F238E27FC236}">
                    <a16:creationId xmlns:a16="http://schemas.microsoft.com/office/drawing/2014/main" id="{8DFFF656-1361-C546-8336-177F79E469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1" name="Freeform 1127">
                <a:extLst>
                  <a:ext uri="{FF2B5EF4-FFF2-40B4-BE49-F238E27FC236}">
                    <a16:creationId xmlns:a16="http://schemas.microsoft.com/office/drawing/2014/main" id="{60C6C6B3-72DE-664B-B4DE-3C04B0C5BF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2" name="Freeform 1128">
                <a:extLst>
                  <a:ext uri="{FF2B5EF4-FFF2-40B4-BE49-F238E27FC236}">
                    <a16:creationId xmlns:a16="http://schemas.microsoft.com/office/drawing/2014/main" id="{0D48292A-917D-D046-A974-043CEE5A41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3" name="Freeform 1129">
                <a:extLst>
                  <a:ext uri="{FF2B5EF4-FFF2-40B4-BE49-F238E27FC236}">
                    <a16:creationId xmlns:a16="http://schemas.microsoft.com/office/drawing/2014/main" id="{DB6BAAEB-BADD-0A4F-8A9D-D72AFCA99A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4" name="Freeform 1130">
                <a:extLst>
                  <a:ext uri="{FF2B5EF4-FFF2-40B4-BE49-F238E27FC236}">
                    <a16:creationId xmlns:a16="http://schemas.microsoft.com/office/drawing/2014/main" id="{05D5969F-F3B9-414D-975E-A6700098F2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45" name="Freeform 1131">
                <a:extLst>
                  <a:ext uri="{FF2B5EF4-FFF2-40B4-BE49-F238E27FC236}">
                    <a16:creationId xmlns:a16="http://schemas.microsoft.com/office/drawing/2014/main" id="{41BB174D-6019-384D-A5AC-1B4D92D93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02" name="Freeform 1132">
              <a:extLst>
                <a:ext uri="{FF2B5EF4-FFF2-40B4-BE49-F238E27FC236}">
                  <a16:creationId xmlns:a16="http://schemas.microsoft.com/office/drawing/2014/main" id="{F8739864-4836-E447-8FC8-5886923FF49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4243" y="3629776"/>
              <a:ext cx="78411" cy="60608"/>
            </a:xfrm>
            <a:custGeom>
              <a:avLst/>
              <a:gdLst>
                <a:gd name="T0" fmla="*/ 39250883 w 990"/>
                <a:gd name="T1" fmla="*/ 342828616 h 792"/>
                <a:gd name="T2" fmla="*/ 354255671 w 990"/>
                <a:gd name="T3" fmla="*/ 0 h 792"/>
                <a:gd name="T4" fmla="*/ 354255671 w 990"/>
                <a:gd name="T5" fmla="*/ 34504242 h 792"/>
                <a:gd name="T6" fmla="*/ 0 w 990"/>
                <a:gd name="T7" fmla="*/ 342828616 h 792"/>
                <a:gd name="T8" fmla="*/ 39250883 w 990"/>
                <a:gd name="T9" fmla="*/ 342828616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3" name="Freeform 1133">
              <a:extLst>
                <a:ext uri="{FF2B5EF4-FFF2-40B4-BE49-F238E27FC236}">
                  <a16:creationId xmlns:a16="http://schemas.microsoft.com/office/drawing/2014/main" id="{C59CADF3-CD09-FB48-A672-C2C50B66CEB8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129" y="3634611"/>
              <a:ext cx="200625" cy="55302"/>
            </a:xfrm>
            <a:custGeom>
              <a:avLst/>
              <a:gdLst>
                <a:gd name="T0" fmla="*/ 39302216 w 2532"/>
                <a:gd name="T1" fmla="*/ 0 h 723"/>
                <a:gd name="T2" fmla="*/ 39302216 w 2532"/>
                <a:gd name="T3" fmla="*/ 0 h 723"/>
                <a:gd name="T4" fmla="*/ 867084690 w 2532"/>
                <a:gd name="T5" fmla="*/ 307891170 h 723"/>
                <a:gd name="T6" fmla="*/ 867084690 w 2532"/>
                <a:gd name="T7" fmla="*/ 342351506 h 723"/>
                <a:gd name="T8" fmla="*/ 0 w 2532"/>
                <a:gd name="T9" fmla="*/ 34009889 h 723"/>
                <a:gd name="T10" fmla="*/ 39302216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4" name="Freeform 1134">
              <a:extLst>
                <a:ext uri="{FF2B5EF4-FFF2-40B4-BE49-F238E27FC236}">
                  <a16:creationId xmlns:a16="http://schemas.microsoft.com/office/drawing/2014/main" id="{628AB6FD-35F6-0345-BD13-22EAAF9EC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257" y="3624470"/>
              <a:ext cx="2171" cy="11202"/>
            </a:xfrm>
            <a:custGeom>
              <a:avLst/>
              <a:gdLst>
                <a:gd name="T0" fmla="*/ 48903362 w 26"/>
                <a:gd name="T1" fmla="*/ 33634500 h 147"/>
                <a:gd name="T2" fmla="*/ 48903362 w 26"/>
                <a:gd name="T3" fmla="*/ 67263209 h 147"/>
                <a:gd name="T4" fmla="*/ 0 w 26"/>
                <a:gd name="T5" fmla="*/ 67263209 h 147"/>
                <a:gd name="T6" fmla="*/ 48903362 w 26"/>
                <a:gd name="T7" fmla="*/ 0 h 147"/>
                <a:gd name="T8" fmla="*/ 48903362 w 26"/>
                <a:gd name="T9" fmla="*/ 33634500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5" name="Freeform 1135">
              <a:extLst>
                <a:ext uri="{FF2B5EF4-FFF2-40B4-BE49-F238E27FC236}">
                  <a16:creationId xmlns:a16="http://schemas.microsoft.com/office/drawing/2014/main" id="{76529D44-B4FD-DE4D-812E-E461A0FCCA6C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4384" y="3578837"/>
              <a:ext cx="93225" cy="46340"/>
            </a:xfrm>
            <a:custGeom>
              <a:avLst/>
              <a:gdLst>
                <a:gd name="T0" fmla="*/ 395043791 w 1176"/>
                <a:gd name="T1" fmla="*/ 0 h 606"/>
                <a:gd name="T2" fmla="*/ 0 w 1176"/>
                <a:gd name="T3" fmla="*/ 273654982 h 606"/>
                <a:gd name="T4" fmla="*/ 39357994 w 1176"/>
                <a:gd name="T5" fmla="*/ 273654982 h 606"/>
                <a:gd name="T6" fmla="*/ 395043791 w 1176"/>
                <a:gd name="T7" fmla="*/ 33985420 h 606"/>
                <a:gd name="T8" fmla="*/ 39504379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6" name="Freeform 1136">
              <a:extLst>
                <a:ext uri="{FF2B5EF4-FFF2-40B4-BE49-F238E27FC236}">
                  <a16:creationId xmlns:a16="http://schemas.microsoft.com/office/drawing/2014/main" id="{44CD9A89-0E3B-2C40-8436-71B7526BA66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0642" y="3626829"/>
              <a:ext cx="190281" cy="53180"/>
            </a:xfrm>
            <a:custGeom>
              <a:avLst/>
              <a:gdLst>
                <a:gd name="T0" fmla="*/ 31829833 w 2532"/>
                <a:gd name="T1" fmla="*/ 0 h 723"/>
                <a:gd name="T2" fmla="*/ 31829833 w 2532"/>
                <a:gd name="T3" fmla="*/ 0 h 723"/>
                <a:gd name="T4" fmla="*/ 382827787 w 2532"/>
                <a:gd name="T5" fmla="*/ 175498781 h 723"/>
                <a:gd name="T6" fmla="*/ 382827787 w 2532"/>
                <a:gd name="T7" fmla="*/ 175498781 h 723"/>
                <a:gd name="T8" fmla="*/ 0 w 2532"/>
                <a:gd name="T9" fmla="*/ 29448186 h 723"/>
                <a:gd name="T10" fmla="*/ 31829833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07" name="Freeform 1137">
              <a:extLst>
                <a:ext uri="{FF2B5EF4-FFF2-40B4-BE49-F238E27FC236}">
                  <a16:creationId xmlns:a16="http://schemas.microsoft.com/office/drawing/2014/main" id="{92BF681C-02FC-8F49-A2CD-8F3446ECE5D3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7700668" y="3623055"/>
              <a:ext cx="77645" cy="55066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302641137 h 723"/>
                <a:gd name="T6" fmla="*/ 0 w 2532"/>
                <a:gd name="T7" fmla="*/ 302641137 h 723"/>
                <a:gd name="T8" fmla="*/ 0 w 2532"/>
                <a:gd name="T9" fmla="*/ 33575256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694" name="Group 693">
            <a:extLst>
              <a:ext uri="{FF2B5EF4-FFF2-40B4-BE49-F238E27FC236}">
                <a16:creationId xmlns:a16="http://schemas.microsoft.com/office/drawing/2014/main" id="{14715B6C-9A50-FE4B-A8D2-1E669BF891E3}"/>
              </a:ext>
            </a:extLst>
          </p:cNvPr>
          <p:cNvGrpSpPr/>
          <p:nvPr/>
        </p:nvGrpSpPr>
        <p:grpSpPr>
          <a:xfrm>
            <a:off x="7803435" y="3325424"/>
            <a:ext cx="347997" cy="396620"/>
            <a:chOff x="7797061" y="3296104"/>
            <a:chExt cx="347997" cy="396620"/>
          </a:xfrm>
        </p:grpSpPr>
        <p:pic>
          <p:nvPicPr>
            <p:cNvPr id="113" name="Picture 571" descr="fridge2.png">
              <a:extLst>
                <a:ext uri="{FF2B5EF4-FFF2-40B4-BE49-F238E27FC236}">
                  <a16:creationId xmlns:a16="http://schemas.microsoft.com/office/drawing/2014/main" id="{29DD0F98-F93B-0145-A925-F4125ED490DD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96825" y="3355697"/>
              <a:ext cx="189578" cy="3370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4" name="Picture 1115" descr="antenna_stylized">
              <a:extLst>
                <a:ext uri="{FF2B5EF4-FFF2-40B4-BE49-F238E27FC236}">
                  <a16:creationId xmlns:a16="http://schemas.microsoft.com/office/drawing/2014/main" id="{C1A64F68-4D16-AE4F-AB60-09D2C0CF0E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97061" y="3296104"/>
              <a:ext cx="347997" cy="1675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95" name="Group 794">
            <a:extLst>
              <a:ext uri="{FF2B5EF4-FFF2-40B4-BE49-F238E27FC236}">
                <a16:creationId xmlns:a16="http://schemas.microsoft.com/office/drawing/2014/main" id="{AF73DE4B-526E-9C4F-9242-9BC0D43F8CBA}"/>
              </a:ext>
            </a:extLst>
          </p:cNvPr>
          <p:cNvGrpSpPr/>
          <p:nvPr/>
        </p:nvGrpSpPr>
        <p:grpSpPr>
          <a:xfrm>
            <a:off x="11064947" y="3428485"/>
            <a:ext cx="518448" cy="1212242"/>
            <a:chOff x="11058573" y="3399165"/>
            <a:chExt cx="518448" cy="1212242"/>
          </a:xfrm>
        </p:grpSpPr>
        <p:grpSp>
          <p:nvGrpSpPr>
            <p:cNvPr id="375" name="Group 374">
              <a:extLst>
                <a:ext uri="{FF2B5EF4-FFF2-40B4-BE49-F238E27FC236}">
                  <a16:creationId xmlns:a16="http://schemas.microsoft.com/office/drawing/2014/main" id="{433FEDDB-405E-DB4E-815F-55EE9E62EF1A}"/>
                </a:ext>
              </a:extLst>
            </p:cNvPr>
            <p:cNvGrpSpPr/>
            <p:nvPr/>
          </p:nvGrpSpPr>
          <p:grpSpPr>
            <a:xfrm>
              <a:off x="11087182" y="4159591"/>
              <a:ext cx="489839" cy="451816"/>
              <a:chOff x="5103720" y="2693365"/>
              <a:chExt cx="611650" cy="414788"/>
            </a:xfrm>
          </p:grpSpPr>
          <p:cxnSp>
            <p:nvCxnSpPr>
              <p:cNvPr id="376" name="Straight Connector 375">
                <a:extLst>
                  <a:ext uri="{FF2B5EF4-FFF2-40B4-BE49-F238E27FC236}">
                    <a16:creationId xmlns:a16="http://schemas.microsoft.com/office/drawing/2014/main" id="{1D164102-BE0D-AF40-9A7B-7F2B261B2C20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8" name="Group 377">
                <a:extLst>
                  <a:ext uri="{FF2B5EF4-FFF2-40B4-BE49-F238E27FC236}">
                    <a16:creationId xmlns:a16="http://schemas.microsoft.com/office/drawing/2014/main" id="{9018E7EF-EB96-424D-962A-FEB80B43946F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79" name="Picture 378" descr="server_rack.png">
                  <a:extLst>
                    <a:ext uri="{FF2B5EF4-FFF2-40B4-BE49-F238E27FC236}">
                      <a16:creationId xmlns:a16="http://schemas.microsoft.com/office/drawing/2014/main" id="{C865CB27-BCE1-654B-9519-9B39D4CB587D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0" name="Picture 379" descr="server_rack.png">
                  <a:extLst>
                    <a:ext uri="{FF2B5EF4-FFF2-40B4-BE49-F238E27FC236}">
                      <a16:creationId xmlns:a16="http://schemas.microsoft.com/office/drawing/2014/main" id="{41D005B5-0BAE-3E48-A2D4-576E4F7B946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81" name="Picture 380" descr="server_rack.png">
                  <a:extLst>
                    <a:ext uri="{FF2B5EF4-FFF2-40B4-BE49-F238E27FC236}">
                      <a16:creationId xmlns:a16="http://schemas.microsoft.com/office/drawing/2014/main" id="{89060F4D-6C40-724C-BD1E-F12A5CA65DE7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  <p:grpSp>
          <p:nvGrpSpPr>
            <p:cNvPr id="392" name="Group 391">
              <a:extLst>
                <a:ext uri="{FF2B5EF4-FFF2-40B4-BE49-F238E27FC236}">
                  <a16:creationId xmlns:a16="http://schemas.microsoft.com/office/drawing/2014/main" id="{710FDFDB-5658-6346-883B-53F72A0E1C90}"/>
                </a:ext>
              </a:extLst>
            </p:cNvPr>
            <p:cNvGrpSpPr/>
            <p:nvPr/>
          </p:nvGrpSpPr>
          <p:grpSpPr>
            <a:xfrm>
              <a:off x="11058573" y="3399165"/>
              <a:ext cx="423724" cy="405973"/>
              <a:chOff x="5103720" y="2693365"/>
              <a:chExt cx="611650" cy="414788"/>
            </a:xfrm>
          </p:grpSpPr>
          <p:cxnSp>
            <p:nvCxnSpPr>
              <p:cNvPr id="393" name="Straight Connector 392">
                <a:extLst>
                  <a:ext uri="{FF2B5EF4-FFF2-40B4-BE49-F238E27FC236}">
                    <a16:creationId xmlns:a16="http://schemas.microsoft.com/office/drawing/2014/main" id="{21121473-8384-8944-A0B5-DD441780262C}"/>
                  </a:ext>
                </a:extLst>
              </p:cNvPr>
              <p:cNvCxnSpPr/>
              <p:nvPr/>
            </p:nvCxnSpPr>
            <p:spPr>
              <a:xfrm>
                <a:off x="5103720" y="2914214"/>
                <a:ext cx="232559" cy="0"/>
              </a:xfrm>
              <a:prstGeom prst="line">
                <a:avLst/>
              </a:prstGeom>
              <a:ln w="12700">
                <a:solidFill>
                  <a:schemeClr val="tx1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95" name="Group 394">
                <a:extLst>
                  <a:ext uri="{FF2B5EF4-FFF2-40B4-BE49-F238E27FC236}">
                    <a16:creationId xmlns:a16="http://schemas.microsoft.com/office/drawing/2014/main" id="{11366773-360A-0449-911A-80462659C660}"/>
                  </a:ext>
                </a:extLst>
              </p:cNvPr>
              <p:cNvGrpSpPr/>
              <p:nvPr/>
            </p:nvGrpSpPr>
            <p:grpSpPr>
              <a:xfrm>
                <a:off x="5275406" y="2693365"/>
                <a:ext cx="439964" cy="414788"/>
                <a:chOff x="5275406" y="2711455"/>
                <a:chExt cx="452949" cy="405518"/>
              </a:xfrm>
            </p:grpSpPr>
            <p:pic>
              <p:nvPicPr>
                <p:cNvPr id="396" name="Picture 395" descr="server_rack.png">
                  <a:extLst>
                    <a:ext uri="{FF2B5EF4-FFF2-40B4-BE49-F238E27FC236}">
                      <a16:creationId xmlns:a16="http://schemas.microsoft.com/office/drawing/2014/main" id="{361EFF3D-6A1F-2646-B975-1FACB4284FB6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537367" y="2770786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7" name="Picture 396" descr="server_rack.png">
                  <a:extLst>
                    <a:ext uri="{FF2B5EF4-FFF2-40B4-BE49-F238E27FC236}">
                      <a16:creationId xmlns:a16="http://schemas.microsoft.com/office/drawing/2014/main" id="{E83F8942-DE11-A747-A5A4-EDFBB17BFC8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275406" y="2764002"/>
                  <a:ext cx="190988" cy="313366"/>
                </a:xfrm>
                <a:prstGeom prst="rect">
                  <a:avLst/>
                </a:prstGeom>
              </p:spPr>
            </p:pic>
            <p:pic>
              <p:nvPicPr>
                <p:cNvPr id="398" name="Picture 397" descr="server_rack.png">
                  <a:extLst>
                    <a:ext uri="{FF2B5EF4-FFF2-40B4-BE49-F238E27FC236}">
                      <a16:creationId xmlns:a16="http://schemas.microsoft.com/office/drawing/2014/main" id="{300ED1AC-F5EE-3C49-B963-42178C24340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1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tretch>
                  <a:fillRect/>
                </a:stretch>
              </p:blipFill>
              <p:spPr>
                <a:xfrm>
                  <a:off x="5385676" y="2711455"/>
                  <a:ext cx="247152" cy="405518"/>
                </a:xfrm>
                <a:prstGeom prst="rect">
                  <a:avLst/>
                </a:prstGeom>
              </p:spPr>
            </p:pic>
          </p:grpSp>
        </p:grpSp>
      </p:grpSp>
      <p:grpSp>
        <p:nvGrpSpPr>
          <p:cNvPr id="71" name="Group 950">
            <a:extLst>
              <a:ext uri="{FF2B5EF4-FFF2-40B4-BE49-F238E27FC236}">
                <a16:creationId xmlns:a16="http://schemas.microsoft.com/office/drawing/2014/main" id="{2B0A745F-DA32-E140-AB36-BC5E1C4E2D48}"/>
              </a:ext>
            </a:extLst>
          </p:cNvPr>
          <p:cNvGrpSpPr>
            <a:grpSpLocks/>
          </p:cNvGrpSpPr>
          <p:nvPr/>
        </p:nvGrpSpPr>
        <p:grpSpPr bwMode="auto">
          <a:xfrm>
            <a:off x="10288915" y="5273951"/>
            <a:ext cx="177192" cy="330833"/>
            <a:chOff x="4140" y="429"/>
            <a:chExt cx="1425" cy="2396"/>
          </a:xfrm>
        </p:grpSpPr>
        <p:sp>
          <p:nvSpPr>
            <p:cNvPr id="207" name="Freeform 951">
              <a:extLst>
                <a:ext uri="{FF2B5EF4-FFF2-40B4-BE49-F238E27FC236}">
                  <a16:creationId xmlns:a16="http://schemas.microsoft.com/office/drawing/2014/main" id="{12CB3660-4D63-014F-8CC9-FDFB8140AB8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8" name="Rectangle 952">
              <a:extLst>
                <a:ext uri="{FF2B5EF4-FFF2-40B4-BE49-F238E27FC236}">
                  <a16:creationId xmlns:a16="http://schemas.microsoft.com/office/drawing/2014/main" id="{EFE1382F-B768-3541-8BD1-06AB71BFA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9" name="Freeform 953">
              <a:extLst>
                <a:ext uri="{FF2B5EF4-FFF2-40B4-BE49-F238E27FC236}">
                  <a16:creationId xmlns:a16="http://schemas.microsoft.com/office/drawing/2014/main" id="{FB363E8F-CA06-2449-A66C-B14735894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0" name="Freeform 954">
              <a:extLst>
                <a:ext uri="{FF2B5EF4-FFF2-40B4-BE49-F238E27FC236}">
                  <a16:creationId xmlns:a16="http://schemas.microsoft.com/office/drawing/2014/main" id="{8A74E36A-A735-7440-A2B1-55846B516D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1" name="Rectangle 955">
              <a:extLst>
                <a:ext uri="{FF2B5EF4-FFF2-40B4-BE49-F238E27FC236}">
                  <a16:creationId xmlns:a16="http://schemas.microsoft.com/office/drawing/2014/main" id="{FC433BF5-02C8-F540-AE86-53BF5696001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12" name="Group 956">
              <a:extLst>
                <a:ext uri="{FF2B5EF4-FFF2-40B4-BE49-F238E27FC236}">
                  <a16:creationId xmlns:a16="http://schemas.microsoft.com/office/drawing/2014/main" id="{969A0B36-D994-A24C-8329-146363A51C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37" name="AutoShape 957">
                <a:extLst>
                  <a:ext uri="{FF2B5EF4-FFF2-40B4-BE49-F238E27FC236}">
                    <a16:creationId xmlns:a16="http://schemas.microsoft.com/office/drawing/2014/main" id="{75A7B329-681F-2B4A-8470-FC0231FE25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8" name="AutoShape 958">
                <a:extLst>
                  <a:ext uri="{FF2B5EF4-FFF2-40B4-BE49-F238E27FC236}">
                    <a16:creationId xmlns:a16="http://schemas.microsoft.com/office/drawing/2014/main" id="{197CEF08-20F4-5741-AC2B-1EBB072FA5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3" name="Rectangle 959">
              <a:extLst>
                <a:ext uri="{FF2B5EF4-FFF2-40B4-BE49-F238E27FC236}">
                  <a16:creationId xmlns:a16="http://schemas.microsoft.com/office/drawing/2014/main" id="{775AA9F7-199B-ED4C-B422-5E1B766FBA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14" name="Group 960">
              <a:extLst>
                <a:ext uri="{FF2B5EF4-FFF2-40B4-BE49-F238E27FC236}">
                  <a16:creationId xmlns:a16="http://schemas.microsoft.com/office/drawing/2014/main" id="{4EED0C22-3BA6-E24F-B528-BF018CB34F5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35" name="AutoShape 961">
                <a:extLst>
                  <a:ext uri="{FF2B5EF4-FFF2-40B4-BE49-F238E27FC236}">
                    <a16:creationId xmlns:a16="http://schemas.microsoft.com/office/drawing/2014/main" id="{FE30D28F-02DD-D041-8551-45D9D2836E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6" name="AutoShape 962">
                <a:extLst>
                  <a:ext uri="{FF2B5EF4-FFF2-40B4-BE49-F238E27FC236}">
                    <a16:creationId xmlns:a16="http://schemas.microsoft.com/office/drawing/2014/main" id="{92F33680-18D6-7C4A-88C2-46C4FA3D08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5" name="Rectangle 963">
              <a:extLst>
                <a:ext uri="{FF2B5EF4-FFF2-40B4-BE49-F238E27FC236}">
                  <a16:creationId xmlns:a16="http://schemas.microsoft.com/office/drawing/2014/main" id="{A0014856-A5F8-544F-98BE-B1D6878A67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16" name="Rectangle 964">
              <a:extLst>
                <a:ext uri="{FF2B5EF4-FFF2-40B4-BE49-F238E27FC236}">
                  <a16:creationId xmlns:a16="http://schemas.microsoft.com/office/drawing/2014/main" id="{0E6FC61A-EACA-7D4E-9AA7-C7690D0936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217" name="Group 965">
              <a:extLst>
                <a:ext uri="{FF2B5EF4-FFF2-40B4-BE49-F238E27FC236}">
                  <a16:creationId xmlns:a16="http://schemas.microsoft.com/office/drawing/2014/main" id="{CF083CE2-2403-FD4E-8F7D-758E7F67FF5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33" name="AutoShape 966">
                <a:extLst>
                  <a:ext uri="{FF2B5EF4-FFF2-40B4-BE49-F238E27FC236}">
                    <a16:creationId xmlns:a16="http://schemas.microsoft.com/office/drawing/2014/main" id="{5ED8E2CD-DB59-0040-9493-378A5D7DF1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4" name="AutoShape 967">
                <a:extLst>
                  <a:ext uri="{FF2B5EF4-FFF2-40B4-BE49-F238E27FC236}">
                    <a16:creationId xmlns:a16="http://schemas.microsoft.com/office/drawing/2014/main" id="{F249F021-1652-2041-9D37-82D9ADAF20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18" name="Freeform 968">
              <a:extLst>
                <a:ext uri="{FF2B5EF4-FFF2-40B4-BE49-F238E27FC236}">
                  <a16:creationId xmlns:a16="http://schemas.microsoft.com/office/drawing/2014/main" id="{2DA20985-B59E-DD4F-B452-9726DAD28D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19" name="Group 969">
              <a:extLst>
                <a:ext uri="{FF2B5EF4-FFF2-40B4-BE49-F238E27FC236}">
                  <a16:creationId xmlns:a16="http://schemas.microsoft.com/office/drawing/2014/main" id="{68489279-23CF-FB42-9AE3-CAB3A000B96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31" name="AutoShape 970">
                <a:extLst>
                  <a:ext uri="{FF2B5EF4-FFF2-40B4-BE49-F238E27FC236}">
                    <a16:creationId xmlns:a16="http://schemas.microsoft.com/office/drawing/2014/main" id="{12532EDD-6029-FD41-90A0-EB4B9A3B8C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232" name="AutoShape 971">
                <a:extLst>
                  <a:ext uri="{FF2B5EF4-FFF2-40B4-BE49-F238E27FC236}">
                    <a16:creationId xmlns:a16="http://schemas.microsoft.com/office/drawing/2014/main" id="{2ADE9625-767F-5247-8211-3638BECC98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220" name="Rectangle 972">
              <a:extLst>
                <a:ext uri="{FF2B5EF4-FFF2-40B4-BE49-F238E27FC236}">
                  <a16:creationId xmlns:a16="http://schemas.microsoft.com/office/drawing/2014/main" id="{71E52DA0-9A54-7744-90B9-E438CBE00C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1" name="Freeform 973">
              <a:extLst>
                <a:ext uri="{FF2B5EF4-FFF2-40B4-BE49-F238E27FC236}">
                  <a16:creationId xmlns:a16="http://schemas.microsoft.com/office/drawing/2014/main" id="{D950FAED-4EC6-7B4B-AFA5-CA2701F74D0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2" name="Freeform 974">
              <a:extLst>
                <a:ext uri="{FF2B5EF4-FFF2-40B4-BE49-F238E27FC236}">
                  <a16:creationId xmlns:a16="http://schemas.microsoft.com/office/drawing/2014/main" id="{55AF3FE0-BBE4-A74C-A9EF-B8F3AA7A0D1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3" name="Oval 975">
              <a:extLst>
                <a:ext uri="{FF2B5EF4-FFF2-40B4-BE49-F238E27FC236}">
                  <a16:creationId xmlns:a16="http://schemas.microsoft.com/office/drawing/2014/main" id="{AC808981-49D6-D840-800C-F21BB91061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4" name="Freeform 976">
              <a:extLst>
                <a:ext uri="{FF2B5EF4-FFF2-40B4-BE49-F238E27FC236}">
                  <a16:creationId xmlns:a16="http://schemas.microsoft.com/office/drawing/2014/main" id="{EBD04B6D-F8F6-FE45-BBD9-3CFFE7B287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" name="AutoShape 977">
              <a:extLst>
                <a:ext uri="{FF2B5EF4-FFF2-40B4-BE49-F238E27FC236}">
                  <a16:creationId xmlns:a16="http://schemas.microsoft.com/office/drawing/2014/main" id="{EB968B78-CEDA-2949-925F-D6EE71A8ED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6" name="AutoShape 978">
              <a:extLst>
                <a:ext uri="{FF2B5EF4-FFF2-40B4-BE49-F238E27FC236}">
                  <a16:creationId xmlns:a16="http://schemas.microsoft.com/office/drawing/2014/main" id="{6127245D-2639-C841-ABBD-0A2EB87194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7" name="Oval 979">
              <a:extLst>
                <a:ext uri="{FF2B5EF4-FFF2-40B4-BE49-F238E27FC236}">
                  <a16:creationId xmlns:a16="http://schemas.microsoft.com/office/drawing/2014/main" id="{CBCE7727-73A7-814E-B244-E80EED405F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28" name="Oval 980">
              <a:extLst>
                <a:ext uri="{FF2B5EF4-FFF2-40B4-BE49-F238E27FC236}">
                  <a16:creationId xmlns:a16="http://schemas.microsoft.com/office/drawing/2014/main" id="{7A66ECF6-DDAE-2842-92B5-EA8F14A121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229" name="Oval 981">
              <a:extLst>
                <a:ext uri="{FF2B5EF4-FFF2-40B4-BE49-F238E27FC236}">
                  <a16:creationId xmlns:a16="http://schemas.microsoft.com/office/drawing/2014/main" id="{5A97568E-F028-FD44-8E47-C92EC6C012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30" name="Rectangle 982">
              <a:extLst>
                <a:ext uri="{FF2B5EF4-FFF2-40B4-BE49-F238E27FC236}">
                  <a16:creationId xmlns:a16="http://schemas.microsoft.com/office/drawing/2014/main" id="{A834B858-68E5-0D45-8391-2A0A996FA3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grpSp>
        <p:nvGrpSpPr>
          <p:cNvPr id="44" name="Group 590">
            <a:extLst>
              <a:ext uri="{FF2B5EF4-FFF2-40B4-BE49-F238E27FC236}">
                <a16:creationId xmlns:a16="http://schemas.microsoft.com/office/drawing/2014/main" id="{2648262B-E78D-1D4B-B3FD-3AE9CD5C321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80855" y="4900161"/>
            <a:ext cx="345630" cy="320302"/>
            <a:chOff x="2839" y="3501"/>
            <a:chExt cx="755" cy="803"/>
          </a:xfrm>
        </p:grpSpPr>
        <p:pic>
          <p:nvPicPr>
            <p:cNvPr id="367" name="Picture 591" descr="desktop_computer_stylized_medium">
              <a:extLst>
                <a:ext uri="{FF2B5EF4-FFF2-40B4-BE49-F238E27FC236}">
                  <a16:creationId xmlns:a16="http://schemas.microsoft.com/office/drawing/2014/main" id="{35FBE2DB-60A7-B340-A5BB-B3699CCC02B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8" name="Freeform 592">
              <a:extLst>
                <a:ext uri="{FF2B5EF4-FFF2-40B4-BE49-F238E27FC236}">
                  <a16:creationId xmlns:a16="http://schemas.microsoft.com/office/drawing/2014/main" id="{0263E665-BF2A-2F4A-ADA8-20F44C312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0" name="Group 590">
            <a:extLst>
              <a:ext uri="{FF2B5EF4-FFF2-40B4-BE49-F238E27FC236}">
                <a16:creationId xmlns:a16="http://schemas.microsoft.com/office/drawing/2014/main" id="{A66A00B8-C906-204A-9EA8-BF8007089AFF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53909" y="5504657"/>
            <a:ext cx="345630" cy="320302"/>
            <a:chOff x="2839" y="3501"/>
            <a:chExt cx="755" cy="803"/>
          </a:xfrm>
        </p:grpSpPr>
        <p:pic>
          <p:nvPicPr>
            <p:cNvPr id="491" name="Picture 591" descr="desktop_computer_stylized_medium">
              <a:extLst>
                <a:ext uri="{FF2B5EF4-FFF2-40B4-BE49-F238E27FC236}">
                  <a16:creationId xmlns:a16="http://schemas.microsoft.com/office/drawing/2014/main" id="{0D26BE9F-5A6F-194D-95F5-9A26085A8BC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2" name="Freeform 592">
              <a:extLst>
                <a:ext uri="{FF2B5EF4-FFF2-40B4-BE49-F238E27FC236}">
                  <a16:creationId xmlns:a16="http://schemas.microsoft.com/office/drawing/2014/main" id="{F940FA7C-0178-FC42-989D-133C7D3EF0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3" name="Group 590">
            <a:extLst>
              <a:ext uri="{FF2B5EF4-FFF2-40B4-BE49-F238E27FC236}">
                <a16:creationId xmlns:a16="http://schemas.microsoft.com/office/drawing/2014/main" id="{AADF67FB-3BE7-EF42-B8A5-B005B506931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552134" y="5526130"/>
            <a:ext cx="345630" cy="320302"/>
            <a:chOff x="2839" y="3501"/>
            <a:chExt cx="755" cy="803"/>
          </a:xfrm>
        </p:grpSpPr>
        <p:pic>
          <p:nvPicPr>
            <p:cNvPr id="494" name="Picture 591" descr="desktop_computer_stylized_medium">
              <a:extLst>
                <a:ext uri="{FF2B5EF4-FFF2-40B4-BE49-F238E27FC236}">
                  <a16:creationId xmlns:a16="http://schemas.microsoft.com/office/drawing/2014/main" id="{0BBC0FBB-DA3F-874A-8EBE-B51C772E068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5" name="Freeform 592">
              <a:extLst>
                <a:ext uri="{FF2B5EF4-FFF2-40B4-BE49-F238E27FC236}">
                  <a16:creationId xmlns:a16="http://schemas.microsoft.com/office/drawing/2014/main" id="{A9932DBD-03D1-3E48-AE83-712DE720F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96" name="Group 1064">
            <a:extLst>
              <a:ext uri="{FF2B5EF4-FFF2-40B4-BE49-F238E27FC236}">
                <a16:creationId xmlns:a16="http://schemas.microsoft.com/office/drawing/2014/main" id="{FC2552CF-9AC0-3243-8999-6808B911C762}"/>
              </a:ext>
            </a:extLst>
          </p:cNvPr>
          <p:cNvGrpSpPr>
            <a:grpSpLocks/>
          </p:cNvGrpSpPr>
          <p:nvPr/>
        </p:nvGrpSpPr>
        <p:grpSpPr bwMode="auto">
          <a:xfrm>
            <a:off x="9534746" y="5795138"/>
            <a:ext cx="319264" cy="253379"/>
            <a:chOff x="877" y="1008"/>
            <a:chExt cx="2747" cy="2591"/>
          </a:xfrm>
        </p:grpSpPr>
        <p:pic>
          <p:nvPicPr>
            <p:cNvPr id="497" name="Picture 1065" descr="antenna_stylized">
              <a:extLst>
                <a:ext uri="{FF2B5EF4-FFF2-40B4-BE49-F238E27FC236}">
                  <a16:creationId xmlns:a16="http://schemas.microsoft.com/office/drawing/2014/main" id="{87938519-94DB-D545-A29A-7EDE5E412B2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498" name="Picture 1066" descr="laptop_keyboard">
              <a:extLst>
                <a:ext uri="{FF2B5EF4-FFF2-40B4-BE49-F238E27FC236}">
                  <a16:creationId xmlns:a16="http://schemas.microsoft.com/office/drawing/2014/main" id="{2D71707C-83CA-1C4B-8508-67E56E2ADD0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99" name="Freeform 1067">
              <a:extLst>
                <a:ext uri="{FF2B5EF4-FFF2-40B4-BE49-F238E27FC236}">
                  <a16:creationId xmlns:a16="http://schemas.microsoft.com/office/drawing/2014/main" id="{73F0FEB4-8393-CC4E-8318-ED16B301B6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500" name="Picture 1068" descr="screen">
              <a:extLst>
                <a:ext uri="{FF2B5EF4-FFF2-40B4-BE49-F238E27FC236}">
                  <a16:creationId xmlns:a16="http://schemas.microsoft.com/office/drawing/2014/main" id="{7FE7C88C-9EAD-8349-A46B-E909AEA6578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501" name="Freeform 1069">
              <a:extLst>
                <a:ext uri="{FF2B5EF4-FFF2-40B4-BE49-F238E27FC236}">
                  <a16:creationId xmlns:a16="http://schemas.microsoft.com/office/drawing/2014/main" id="{0DBCF6AD-8352-3C40-B68E-0383519D2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2" name="Freeform 1070">
              <a:extLst>
                <a:ext uri="{FF2B5EF4-FFF2-40B4-BE49-F238E27FC236}">
                  <a16:creationId xmlns:a16="http://schemas.microsoft.com/office/drawing/2014/main" id="{3C23673E-599F-5241-B844-C8F96A051D1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3" name="Freeform 1071">
              <a:extLst>
                <a:ext uri="{FF2B5EF4-FFF2-40B4-BE49-F238E27FC236}">
                  <a16:creationId xmlns:a16="http://schemas.microsoft.com/office/drawing/2014/main" id="{4D502A0C-8868-2C4E-B6B7-F46718640A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4" name="Freeform 1072">
              <a:extLst>
                <a:ext uri="{FF2B5EF4-FFF2-40B4-BE49-F238E27FC236}">
                  <a16:creationId xmlns:a16="http://schemas.microsoft.com/office/drawing/2014/main" id="{154DEECF-C451-B140-A650-9DB9DCC417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5" name="Freeform 1073">
              <a:extLst>
                <a:ext uri="{FF2B5EF4-FFF2-40B4-BE49-F238E27FC236}">
                  <a16:creationId xmlns:a16="http://schemas.microsoft.com/office/drawing/2014/main" id="{61C09639-BDA6-1848-86B4-033F9F997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6" name="Freeform 1074">
              <a:extLst>
                <a:ext uri="{FF2B5EF4-FFF2-40B4-BE49-F238E27FC236}">
                  <a16:creationId xmlns:a16="http://schemas.microsoft.com/office/drawing/2014/main" id="{BBF9A35C-4B4A-604C-BCA3-20BC6C3D2D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507" name="Group 1075">
              <a:extLst>
                <a:ext uri="{FF2B5EF4-FFF2-40B4-BE49-F238E27FC236}">
                  <a16:creationId xmlns:a16="http://schemas.microsoft.com/office/drawing/2014/main" id="{C228B10E-0BB1-8D40-9DB1-545E285C760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514" name="Freeform 1076">
                <a:extLst>
                  <a:ext uri="{FF2B5EF4-FFF2-40B4-BE49-F238E27FC236}">
                    <a16:creationId xmlns:a16="http://schemas.microsoft.com/office/drawing/2014/main" id="{DBE93115-3362-AE4D-A30A-337520C73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5" name="Freeform 1077">
                <a:extLst>
                  <a:ext uri="{FF2B5EF4-FFF2-40B4-BE49-F238E27FC236}">
                    <a16:creationId xmlns:a16="http://schemas.microsoft.com/office/drawing/2014/main" id="{E980EACA-94CF-194A-AC7A-1415DBB4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6" name="Freeform 1078">
                <a:extLst>
                  <a:ext uri="{FF2B5EF4-FFF2-40B4-BE49-F238E27FC236}">
                    <a16:creationId xmlns:a16="http://schemas.microsoft.com/office/drawing/2014/main" id="{67C8CECC-A4D3-D543-A1C2-92A3DDD604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7" name="Freeform 1079">
                <a:extLst>
                  <a:ext uri="{FF2B5EF4-FFF2-40B4-BE49-F238E27FC236}">
                    <a16:creationId xmlns:a16="http://schemas.microsoft.com/office/drawing/2014/main" id="{DF7F90DA-E9FF-E64E-979A-F2C4CF6F27E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8" name="Freeform 1080">
                <a:extLst>
                  <a:ext uri="{FF2B5EF4-FFF2-40B4-BE49-F238E27FC236}">
                    <a16:creationId xmlns:a16="http://schemas.microsoft.com/office/drawing/2014/main" id="{1FB7CFF5-5312-6B45-B1C9-1E8019D9A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519" name="Freeform 1081">
                <a:extLst>
                  <a:ext uri="{FF2B5EF4-FFF2-40B4-BE49-F238E27FC236}">
                    <a16:creationId xmlns:a16="http://schemas.microsoft.com/office/drawing/2014/main" id="{F6743163-40E8-634F-BDA5-FD850E9C9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508" name="Freeform 1082">
              <a:extLst>
                <a:ext uri="{FF2B5EF4-FFF2-40B4-BE49-F238E27FC236}">
                  <a16:creationId xmlns:a16="http://schemas.microsoft.com/office/drawing/2014/main" id="{5C688E93-8024-AF4A-9FAE-F872353A7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09" name="Freeform 1083">
              <a:extLst>
                <a:ext uri="{FF2B5EF4-FFF2-40B4-BE49-F238E27FC236}">
                  <a16:creationId xmlns:a16="http://schemas.microsoft.com/office/drawing/2014/main" id="{E2D8B864-6DD1-D042-9409-8862ACC1A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0" name="Freeform 1084">
              <a:extLst>
                <a:ext uri="{FF2B5EF4-FFF2-40B4-BE49-F238E27FC236}">
                  <a16:creationId xmlns:a16="http://schemas.microsoft.com/office/drawing/2014/main" id="{CC7A3F9E-B0BC-2945-B124-91C53102EA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1" name="Freeform 1085">
              <a:extLst>
                <a:ext uri="{FF2B5EF4-FFF2-40B4-BE49-F238E27FC236}">
                  <a16:creationId xmlns:a16="http://schemas.microsoft.com/office/drawing/2014/main" id="{B8E20EA9-88B9-0A42-A470-7AF9E8810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2" name="Freeform 1086">
              <a:extLst>
                <a:ext uri="{FF2B5EF4-FFF2-40B4-BE49-F238E27FC236}">
                  <a16:creationId xmlns:a16="http://schemas.microsoft.com/office/drawing/2014/main" id="{A9D04135-B045-A743-95D7-CA5EF36EE7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3" name="Freeform 1087">
              <a:extLst>
                <a:ext uri="{FF2B5EF4-FFF2-40B4-BE49-F238E27FC236}">
                  <a16:creationId xmlns:a16="http://schemas.microsoft.com/office/drawing/2014/main" id="{C0583F57-71B7-B142-BC2A-15444A0CF4E5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75" name="Freeform 984">
            <a:extLst>
              <a:ext uri="{FF2B5EF4-FFF2-40B4-BE49-F238E27FC236}">
                <a16:creationId xmlns:a16="http://schemas.microsoft.com/office/drawing/2014/main" id="{69921432-2526-D74B-B1B3-EF4990D573EA}"/>
              </a:ext>
            </a:extLst>
          </p:cNvPr>
          <p:cNvSpPr>
            <a:spLocks/>
          </p:cNvSpPr>
          <p:nvPr/>
        </p:nvSpPr>
        <p:spPr bwMode="auto">
          <a:xfrm>
            <a:off x="10153593" y="5636971"/>
            <a:ext cx="34049" cy="332924"/>
          </a:xfrm>
          <a:custGeom>
            <a:avLst/>
            <a:gdLst>
              <a:gd name="T0" fmla="*/ 3 w 354"/>
              <a:gd name="T1" fmla="*/ 0 h 2742"/>
              <a:gd name="T2" fmla="*/ 15 w 354"/>
              <a:gd name="T3" fmla="*/ 27 h 2742"/>
              <a:gd name="T4" fmla="*/ 15 w 354"/>
              <a:gd name="T5" fmla="*/ 205 h 2742"/>
              <a:gd name="T6" fmla="*/ 0 w 354"/>
              <a:gd name="T7" fmla="*/ 215 h 2742"/>
              <a:gd name="T8" fmla="*/ 3 w 354"/>
              <a:gd name="T9" fmla="*/ 0 h 274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54"/>
              <a:gd name="T16" fmla="*/ 0 h 2742"/>
              <a:gd name="T17" fmla="*/ 354 w 354"/>
              <a:gd name="T18" fmla="*/ 2742 h 2742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54" h="2742">
                <a:moveTo>
                  <a:pt x="63" y="0"/>
                </a:moveTo>
                <a:lnTo>
                  <a:pt x="354" y="339"/>
                </a:lnTo>
                <a:lnTo>
                  <a:pt x="346" y="2624"/>
                </a:lnTo>
                <a:lnTo>
                  <a:pt x="0" y="2742"/>
                </a:lnTo>
                <a:lnTo>
                  <a:pt x="63" y="0"/>
                </a:lnTo>
                <a:close/>
              </a:path>
            </a:pathLst>
          </a:custGeom>
          <a:gradFill rotWithShape="1">
            <a:gsLst>
              <a:gs pos="0">
                <a:srgbClr val="DDDDDD"/>
              </a:gs>
              <a:gs pos="100000">
                <a:srgbClr val="333333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7" name="Freeform 986">
            <a:extLst>
              <a:ext uri="{FF2B5EF4-FFF2-40B4-BE49-F238E27FC236}">
                <a16:creationId xmlns:a16="http://schemas.microsoft.com/office/drawing/2014/main" id="{210AB56E-8E3A-464C-BA90-E5EE13DE14AA}"/>
              </a:ext>
            </a:extLst>
          </p:cNvPr>
          <p:cNvSpPr>
            <a:spLocks/>
          </p:cNvSpPr>
          <p:nvPr/>
        </p:nvSpPr>
        <p:spPr bwMode="auto">
          <a:xfrm>
            <a:off x="10159970" y="5656923"/>
            <a:ext cx="20333" cy="308020"/>
          </a:xfrm>
          <a:custGeom>
            <a:avLst/>
            <a:gdLst>
              <a:gd name="T0" fmla="*/ 2 w 211"/>
              <a:gd name="T1" fmla="*/ 0 h 2537"/>
              <a:gd name="T2" fmla="*/ 9 w 211"/>
              <a:gd name="T3" fmla="*/ 18 h 2537"/>
              <a:gd name="T4" fmla="*/ 2 w 211"/>
              <a:gd name="T5" fmla="*/ 196 h 2537"/>
              <a:gd name="T6" fmla="*/ 2 w 211"/>
              <a:gd name="T7" fmla="*/ 0 h 2537"/>
              <a:gd name="T8" fmla="*/ 0 60000 65536"/>
              <a:gd name="T9" fmla="*/ 0 60000 65536"/>
              <a:gd name="T10" fmla="*/ 0 60000 65536"/>
              <a:gd name="T11" fmla="*/ 0 60000 65536"/>
              <a:gd name="T12" fmla="*/ 0 w 211"/>
              <a:gd name="T13" fmla="*/ 0 h 2537"/>
              <a:gd name="T14" fmla="*/ 211 w 211"/>
              <a:gd name="T15" fmla="*/ 2537 h 2537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211" h="2537">
                <a:moveTo>
                  <a:pt x="7" y="0"/>
                </a:moveTo>
                <a:cubicBezTo>
                  <a:pt x="7" y="0"/>
                  <a:pt x="57" y="28"/>
                  <a:pt x="211" y="218"/>
                </a:cubicBezTo>
                <a:cubicBezTo>
                  <a:pt x="0" y="1229"/>
                  <a:pt x="41" y="2537"/>
                  <a:pt x="7" y="2501"/>
                </a:cubicBezTo>
                <a:lnTo>
                  <a:pt x="7" y="0"/>
                </a:lnTo>
                <a:close/>
              </a:path>
            </a:pathLst>
          </a:custGeom>
          <a:gradFill rotWithShape="1">
            <a:gsLst>
              <a:gs pos="0">
                <a:srgbClr val="808080"/>
              </a:gs>
              <a:gs pos="100000">
                <a:srgbClr val="F8F8F8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8" name="Freeform 987">
            <a:extLst>
              <a:ext uri="{FF2B5EF4-FFF2-40B4-BE49-F238E27FC236}">
                <a16:creationId xmlns:a16="http://schemas.microsoft.com/office/drawing/2014/main" id="{4B6304D8-37E4-9743-9663-D2140A3373CD}"/>
              </a:ext>
            </a:extLst>
          </p:cNvPr>
          <p:cNvSpPr>
            <a:spLocks/>
          </p:cNvSpPr>
          <p:nvPr/>
        </p:nvSpPr>
        <p:spPr bwMode="auto">
          <a:xfrm>
            <a:off x="10155518" y="5812753"/>
            <a:ext cx="31643" cy="27525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1 h 226"/>
              <a:gd name="T4" fmla="*/ 14 w 328"/>
              <a:gd name="T5" fmla="*/ 19 h 226"/>
              <a:gd name="T6" fmla="*/ 0 w 328"/>
              <a:gd name="T7" fmla="*/ 8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79" name="Rectangle 988">
            <a:extLst>
              <a:ext uri="{FF2B5EF4-FFF2-40B4-BE49-F238E27FC236}">
                <a16:creationId xmlns:a16="http://schemas.microsoft.com/office/drawing/2014/main" id="{01DA0D94-4858-4748-835A-0A295C76DA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674399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grpSp>
        <p:nvGrpSpPr>
          <p:cNvPr id="180" name="Group 989">
            <a:extLst>
              <a:ext uri="{FF2B5EF4-FFF2-40B4-BE49-F238E27FC236}">
                <a16:creationId xmlns:a16="http://schemas.microsoft.com/office/drawing/2014/main" id="{653C7E87-1F7F-B94B-970F-8043BE6AD494}"/>
              </a:ext>
            </a:extLst>
          </p:cNvPr>
          <p:cNvGrpSpPr>
            <a:grpSpLocks/>
          </p:cNvGrpSpPr>
          <p:nvPr/>
        </p:nvGrpSpPr>
        <p:grpSpPr bwMode="auto">
          <a:xfrm>
            <a:off x="10091149" y="5671195"/>
            <a:ext cx="69903" cy="21117"/>
            <a:chOff x="614" y="2568"/>
            <a:chExt cx="725" cy="139"/>
          </a:xfrm>
        </p:grpSpPr>
        <p:sp>
          <p:nvSpPr>
            <p:cNvPr id="205" name="AutoShape 990">
              <a:extLst>
                <a:ext uri="{FF2B5EF4-FFF2-40B4-BE49-F238E27FC236}">
                  <a16:creationId xmlns:a16="http://schemas.microsoft.com/office/drawing/2014/main" id="{9E8BF054-B12E-C746-9DCC-FFC0FBE117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66"/>
              <a:ext cx="721" cy="14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6" name="AutoShape 991">
              <a:extLst>
                <a:ext uri="{FF2B5EF4-FFF2-40B4-BE49-F238E27FC236}">
                  <a16:creationId xmlns:a16="http://schemas.microsoft.com/office/drawing/2014/main" id="{60A26098-3AC3-5F48-AF12-0376133BA2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1"/>
              <a:ext cx="696" cy="114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81" name="Rectangle 992">
            <a:extLst>
              <a:ext uri="{FF2B5EF4-FFF2-40B4-BE49-F238E27FC236}">
                <a16:creationId xmlns:a16="http://schemas.microsoft.com/office/drawing/2014/main" id="{AB0AE9A0-AEC6-B542-BAA1-AD6A9E2574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22750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grpSp>
        <p:nvGrpSpPr>
          <p:cNvPr id="182" name="Group 993">
            <a:extLst>
              <a:ext uri="{FF2B5EF4-FFF2-40B4-BE49-F238E27FC236}">
                <a16:creationId xmlns:a16="http://schemas.microsoft.com/office/drawing/2014/main" id="{2E23BBDE-93A3-014A-8AD9-509F2B133316}"/>
              </a:ext>
            </a:extLst>
          </p:cNvPr>
          <p:cNvGrpSpPr>
            <a:grpSpLocks/>
          </p:cNvGrpSpPr>
          <p:nvPr/>
        </p:nvGrpSpPr>
        <p:grpSpPr bwMode="auto">
          <a:xfrm>
            <a:off x="10090909" y="5718672"/>
            <a:ext cx="69903" cy="19515"/>
            <a:chOff x="614" y="2568"/>
            <a:chExt cx="725" cy="139"/>
          </a:xfrm>
        </p:grpSpPr>
        <p:sp>
          <p:nvSpPr>
            <p:cNvPr id="203" name="AutoShape 994">
              <a:extLst>
                <a:ext uri="{FF2B5EF4-FFF2-40B4-BE49-F238E27FC236}">
                  <a16:creationId xmlns:a16="http://schemas.microsoft.com/office/drawing/2014/main" id="{CF10A6D2-6E36-BA46-8AB3-2A153E9ECE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5" y="2564"/>
              <a:ext cx="721" cy="139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4" name="AutoShape 995">
              <a:extLst>
                <a:ext uri="{FF2B5EF4-FFF2-40B4-BE49-F238E27FC236}">
                  <a16:creationId xmlns:a16="http://schemas.microsoft.com/office/drawing/2014/main" id="{964D14B2-2639-5A46-B2D5-48A8B0C319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8" y="2581"/>
              <a:ext cx="696" cy="107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83" name="Rectangle 996">
            <a:extLst>
              <a:ext uri="{FF2B5EF4-FFF2-40B4-BE49-F238E27FC236}">
                <a16:creationId xmlns:a16="http://schemas.microsoft.com/office/drawing/2014/main" id="{426E7337-36DD-B64A-88F7-00D5A742F9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7502" y="5771101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84" name="Rectangle 997">
            <a:extLst>
              <a:ext uri="{FF2B5EF4-FFF2-40B4-BE49-F238E27FC236}">
                <a16:creationId xmlns:a16="http://schemas.microsoft.com/office/drawing/2014/main" id="{BE4D7353-7D2D-9F42-8A6A-65BAA6259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8705" y="5814938"/>
            <a:ext cx="71949" cy="6845"/>
          </a:xfrm>
          <a:prstGeom prst="rect">
            <a:avLst/>
          </a:prstGeom>
          <a:solidFill>
            <a:schemeClr val="tx1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grpSp>
        <p:nvGrpSpPr>
          <p:cNvPr id="185" name="Group 998">
            <a:extLst>
              <a:ext uri="{FF2B5EF4-FFF2-40B4-BE49-F238E27FC236}">
                <a16:creationId xmlns:a16="http://schemas.microsoft.com/office/drawing/2014/main" id="{10644FFB-BF70-614B-94F5-58CB99D12E0E}"/>
              </a:ext>
            </a:extLst>
          </p:cNvPr>
          <p:cNvGrpSpPr>
            <a:grpSpLocks/>
          </p:cNvGrpSpPr>
          <p:nvPr/>
        </p:nvGrpSpPr>
        <p:grpSpPr bwMode="auto">
          <a:xfrm>
            <a:off x="10089465" y="5810860"/>
            <a:ext cx="70024" cy="21991"/>
            <a:chOff x="614" y="2568"/>
            <a:chExt cx="725" cy="139"/>
          </a:xfrm>
        </p:grpSpPr>
        <p:sp>
          <p:nvSpPr>
            <p:cNvPr id="201" name="AutoShape 999">
              <a:extLst>
                <a:ext uri="{FF2B5EF4-FFF2-40B4-BE49-F238E27FC236}">
                  <a16:creationId xmlns:a16="http://schemas.microsoft.com/office/drawing/2014/main" id="{2EEDFBCE-8402-0442-A96B-A6412C51C6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8" y="2586"/>
              <a:ext cx="720" cy="12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2" name="AutoShape 1000">
              <a:extLst>
                <a:ext uri="{FF2B5EF4-FFF2-40B4-BE49-F238E27FC236}">
                  <a16:creationId xmlns:a16="http://schemas.microsoft.com/office/drawing/2014/main" id="{5BBF678C-8365-374C-8592-2F40109183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0" y="2586"/>
              <a:ext cx="695" cy="10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86" name="Freeform 1001">
            <a:extLst>
              <a:ext uri="{FF2B5EF4-FFF2-40B4-BE49-F238E27FC236}">
                <a16:creationId xmlns:a16="http://schemas.microsoft.com/office/drawing/2014/main" id="{43320BBC-6D3F-CE4C-AE57-EE45F3319F3F}"/>
              </a:ext>
            </a:extLst>
          </p:cNvPr>
          <p:cNvSpPr>
            <a:spLocks/>
          </p:cNvSpPr>
          <p:nvPr/>
        </p:nvSpPr>
        <p:spPr bwMode="auto">
          <a:xfrm>
            <a:off x="10156000" y="5771101"/>
            <a:ext cx="31643" cy="27380"/>
          </a:xfrm>
          <a:custGeom>
            <a:avLst/>
            <a:gdLst>
              <a:gd name="T0" fmla="*/ 2 w 328"/>
              <a:gd name="T1" fmla="*/ 0 h 226"/>
              <a:gd name="T2" fmla="*/ 14 w 328"/>
              <a:gd name="T3" fmla="*/ 10 h 226"/>
              <a:gd name="T4" fmla="*/ 14 w 328"/>
              <a:gd name="T5" fmla="*/ 17 h 226"/>
              <a:gd name="T6" fmla="*/ 0 w 328"/>
              <a:gd name="T7" fmla="*/ 7 h 226"/>
              <a:gd name="T8" fmla="*/ 2 w 328"/>
              <a:gd name="T9" fmla="*/ 0 h 22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28"/>
              <a:gd name="T16" fmla="*/ 0 h 226"/>
              <a:gd name="T17" fmla="*/ 328 w 328"/>
              <a:gd name="T18" fmla="*/ 226 h 22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28" h="226">
                <a:moveTo>
                  <a:pt x="4" y="0"/>
                </a:moveTo>
                <a:cubicBezTo>
                  <a:pt x="60" y="10"/>
                  <a:pt x="182" y="74"/>
                  <a:pt x="328" y="128"/>
                </a:cubicBezTo>
                <a:cubicBezTo>
                  <a:pt x="326" y="162"/>
                  <a:pt x="326" y="158"/>
                  <a:pt x="326" y="226"/>
                </a:cubicBezTo>
                <a:cubicBezTo>
                  <a:pt x="326" y="226"/>
                  <a:pt x="169" y="155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87" name="Group 1002">
            <a:extLst>
              <a:ext uri="{FF2B5EF4-FFF2-40B4-BE49-F238E27FC236}">
                <a16:creationId xmlns:a16="http://schemas.microsoft.com/office/drawing/2014/main" id="{4ED748C4-471F-B74E-9328-2437DB94B8F7}"/>
              </a:ext>
            </a:extLst>
          </p:cNvPr>
          <p:cNvGrpSpPr>
            <a:grpSpLocks/>
          </p:cNvGrpSpPr>
          <p:nvPr/>
        </p:nvGrpSpPr>
        <p:grpSpPr bwMode="auto">
          <a:xfrm>
            <a:off x="10089946" y="5767169"/>
            <a:ext cx="70024" cy="20243"/>
            <a:chOff x="614" y="2568"/>
            <a:chExt cx="725" cy="139"/>
          </a:xfrm>
        </p:grpSpPr>
        <p:sp>
          <p:nvSpPr>
            <p:cNvPr id="199" name="AutoShape 1003">
              <a:extLst>
                <a:ext uri="{FF2B5EF4-FFF2-40B4-BE49-F238E27FC236}">
                  <a16:creationId xmlns:a16="http://schemas.microsoft.com/office/drawing/2014/main" id="{DE163CA4-FABE-9B4C-973B-7160FB0CA8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13" y="2571"/>
              <a:ext cx="732" cy="134"/>
            </a:xfrm>
            <a:prstGeom prst="roundRect">
              <a:avLst>
                <a:gd name="adj" fmla="val 50000"/>
              </a:avLst>
            </a:prstGeom>
            <a:solidFill>
              <a:schemeClr val="tx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200" name="AutoShape 1004">
              <a:extLst>
                <a:ext uri="{FF2B5EF4-FFF2-40B4-BE49-F238E27FC236}">
                  <a16:creationId xmlns:a16="http://schemas.microsoft.com/office/drawing/2014/main" id="{D50A283A-2FFB-A24F-A406-2910EEA8C4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5" y="2587"/>
              <a:ext cx="720" cy="10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FF"/>
                </a:gs>
                <a:gs pos="50000">
                  <a:srgbClr val="99CCFF"/>
                </a:gs>
                <a:gs pos="100000">
                  <a:srgbClr val="0000FF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188" name="Rectangle 1005">
            <a:extLst>
              <a:ext uri="{FF2B5EF4-FFF2-40B4-BE49-F238E27FC236}">
                <a16:creationId xmlns:a16="http://schemas.microsoft.com/office/drawing/2014/main" id="{42659E43-E287-8942-BD23-94141CB4BE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50946" y="5636388"/>
            <a:ext cx="8422" cy="332778"/>
          </a:xfrm>
          <a:prstGeom prst="rect">
            <a:avLst/>
          </a:prstGeom>
          <a:gradFill rotWithShape="1">
            <a:gsLst>
              <a:gs pos="0">
                <a:srgbClr val="333333"/>
              </a:gs>
              <a:gs pos="50000">
                <a:srgbClr val="DDDDDD"/>
              </a:gs>
              <a:gs pos="100000">
                <a:srgbClr val="333333"/>
              </a:gs>
            </a:gsLst>
            <a:lin ang="0" scaled="1"/>
          </a:gra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89" name="Freeform 1006">
            <a:extLst>
              <a:ext uri="{FF2B5EF4-FFF2-40B4-BE49-F238E27FC236}">
                <a16:creationId xmlns:a16="http://schemas.microsoft.com/office/drawing/2014/main" id="{48DEF8E3-26E3-0E48-88EA-BAB435AE5150}"/>
              </a:ext>
            </a:extLst>
          </p:cNvPr>
          <p:cNvSpPr>
            <a:spLocks/>
          </p:cNvSpPr>
          <p:nvPr/>
        </p:nvSpPr>
        <p:spPr bwMode="auto">
          <a:xfrm>
            <a:off x="10158887" y="5720566"/>
            <a:ext cx="28515" cy="31020"/>
          </a:xfrm>
          <a:custGeom>
            <a:avLst/>
            <a:gdLst>
              <a:gd name="T0" fmla="*/ 2 w 296"/>
              <a:gd name="T1" fmla="*/ 0 h 256"/>
              <a:gd name="T2" fmla="*/ 14 w 296"/>
              <a:gd name="T3" fmla="*/ 10 h 256"/>
              <a:gd name="T4" fmla="*/ 14 w 296"/>
              <a:gd name="T5" fmla="*/ 19 h 256"/>
              <a:gd name="T6" fmla="*/ 0 w 296"/>
              <a:gd name="T7" fmla="*/ 7 h 256"/>
              <a:gd name="T8" fmla="*/ 2 w 296"/>
              <a:gd name="T9" fmla="*/ 0 h 25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296"/>
              <a:gd name="T16" fmla="*/ 0 h 256"/>
              <a:gd name="T17" fmla="*/ 296 w 296"/>
              <a:gd name="T18" fmla="*/ 256 h 25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296" h="256">
                <a:moveTo>
                  <a:pt x="4" y="0"/>
                </a:moveTo>
                <a:cubicBezTo>
                  <a:pt x="55" y="10"/>
                  <a:pt x="144" y="68"/>
                  <a:pt x="292" y="144"/>
                </a:cubicBezTo>
                <a:cubicBezTo>
                  <a:pt x="290" y="178"/>
                  <a:pt x="296" y="188"/>
                  <a:pt x="296" y="256"/>
                </a:cubicBezTo>
                <a:cubicBezTo>
                  <a:pt x="296" y="256"/>
                  <a:pt x="160" y="176"/>
                  <a:pt x="0" y="100"/>
                </a:cubicBezTo>
                <a:cubicBezTo>
                  <a:pt x="0" y="48"/>
                  <a:pt x="4" y="17"/>
                  <a:pt x="4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0" name="Freeform 1007">
            <a:extLst>
              <a:ext uri="{FF2B5EF4-FFF2-40B4-BE49-F238E27FC236}">
                <a16:creationId xmlns:a16="http://schemas.microsoft.com/office/drawing/2014/main" id="{7869EB64-11F6-624E-9B28-6986DD9D076F}"/>
              </a:ext>
            </a:extLst>
          </p:cNvPr>
          <p:cNvSpPr>
            <a:spLocks/>
          </p:cNvSpPr>
          <p:nvPr/>
        </p:nvSpPr>
        <p:spPr bwMode="auto">
          <a:xfrm>
            <a:off x="10159248" y="5672943"/>
            <a:ext cx="29357" cy="34953"/>
          </a:xfrm>
          <a:custGeom>
            <a:avLst/>
            <a:gdLst>
              <a:gd name="T0" fmla="*/ 0 w 304"/>
              <a:gd name="T1" fmla="*/ 0 h 288"/>
              <a:gd name="T2" fmla="*/ 14 w 304"/>
              <a:gd name="T3" fmla="*/ 13 h 288"/>
              <a:gd name="T4" fmla="*/ 13 w 304"/>
              <a:gd name="T5" fmla="*/ 23 h 288"/>
              <a:gd name="T6" fmla="*/ 2 w 304"/>
              <a:gd name="T7" fmla="*/ 10 h 288"/>
              <a:gd name="T8" fmla="*/ 0 w 304"/>
              <a:gd name="T9" fmla="*/ 0 h 28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4"/>
              <a:gd name="T16" fmla="*/ 0 h 288"/>
              <a:gd name="T17" fmla="*/ 304 w 304"/>
              <a:gd name="T18" fmla="*/ 288 h 28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4" h="288">
                <a:moveTo>
                  <a:pt x="0" y="0"/>
                </a:moveTo>
                <a:cubicBezTo>
                  <a:pt x="51" y="10"/>
                  <a:pt x="148" y="76"/>
                  <a:pt x="304" y="164"/>
                </a:cubicBezTo>
                <a:cubicBezTo>
                  <a:pt x="302" y="198"/>
                  <a:pt x="284" y="220"/>
                  <a:pt x="284" y="288"/>
                </a:cubicBezTo>
                <a:cubicBezTo>
                  <a:pt x="284" y="288"/>
                  <a:pt x="163" y="179"/>
                  <a:pt x="8" y="124"/>
                </a:cubicBezTo>
                <a:cubicBezTo>
                  <a:pt x="8" y="72"/>
                  <a:pt x="0" y="17"/>
                  <a:pt x="0" y="0"/>
                </a:cubicBezTo>
                <a:close/>
              </a:path>
            </a:pathLst>
          </a:custGeom>
          <a:gradFill rotWithShape="1">
            <a:gsLst>
              <a:gs pos="0">
                <a:srgbClr val="292929"/>
              </a:gs>
              <a:gs pos="100000">
                <a:srgbClr val="808080"/>
              </a:gs>
            </a:gsLst>
            <a:lin ang="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1" name="Oval 1008">
            <a:extLst>
              <a:ext uri="{FF2B5EF4-FFF2-40B4-BE49-F238E27FC236}">
                <a16:creationId xmlns:a16="http://schemas.microsoft.com/office/drawing/2014/main" id="{322E0F0C-40A1-7E43-B9BC-A271C6411E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83311" y="5954166"/>
            <a:ext cx="6016" cy="13835"/>
          </a:xfrm>
          <a:prstGeom prst="ellipse">
            <a:avLst/>
          </a:pr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2" name="Freeform 1009">
            <a:extLst>
              <a:ext uri="{FF2B5EF4-FFF2-40B4-BE49-F238E27FC236}">
                <a16:creationId xmlns:a16="http://schemas.microsoft.com/office/drawing/2014/main" id="{2C34A91D-8DF1-DE40-8F88-B7AB2BE630CE}"/>
              </a:ext>
            </a:extLst>
          </p:cNvPr>
          <p:cNvSpPr>
            <a:spLocks/>
          </p:cNvSpPr>
          <p:nvPr/>
        </p:nvSpPr>
        <p:spPr bwMode="auto">
          <a:xfrm>
            <a:off x="10157684" y="5954603"/>
            <a:ext cx="29477" cy="29127"/>
          </a:xfrm>
          <a:custGeom>
            <a:avLst/>
            <a:gdLst>
              <a:gd name="T0" fmla="*/ 0 w 306"/>
              <a:gd name="T1" fmla="*/ 9 h 240"/>
              <a:gd name="T2" fmla="*/ 2 w 306"/>
              <a:gd name="T3" fmla="*/ 19 h 240"/>
              <a:gd name="T4" fmla="*/ 14 w 306"/>
              <a:gd name="T5" fmla="*/ 9 h 240"/>
              <a:gd name="T6" fmla="*/ 14 w 306"/>
              <a:gd name="T7" fmla="*/ 0 h 240"/>
              <a:gd name="T8" fmla="*/ 0 w 306"/>
              <a:gd name="T9" fmla="*/ 9 h 240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306"/>
              <a:gd name="T16" fmla="*/ 0 h 240"/>
              <a:gd name="T17" fmla="*/ 306 w 306"/>
              <a:gd name="T18" fmla="*/ 240 h 240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306" h="240">
                <a:moveTo>
                  <a:pt x="0" y="106"/>
                </a:moveTo>
                <a:lnTo>
                  <a:pt x="2" y="240"/>
                </a:lnTo>
                <a:lnTo>
                  <a:pt x="306" y="110"/>
                </a:lnTo>
                <a:lnTo>
                  <a:pt x="300" y="0"/>
                </a:lnTo>
                <a:lnTo>
                  <a:pt x="0" y="106"/>
                </a:lnTo>
                <a:close/>
              </a:path>
            </a:pathLst>
          </a:custGeom>
          <a:solidFill>
            <a:srgbClr val="3333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93" name="AutoShape 1010">
            <a:extLst>
              <a:ext uri="{FF2B5EF4-FFF2-40B4-BE49-F238E27FC236}">
                <a16:creationId xmlns:a16="http://schemas.microsoft.com/office/drawing/2014/main" id="{C10585A3-5046-F44C-A720-1B5360D1A1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17877" y="5963487"/>
            <a:ext cx="143898" cy="21845"/>
          </a:xfrm>
          <a:prstGeom prst="roundRect">
            <a:avLst>
              <a:gd name="adj" fmla="val 50000"/>
            </a:avLst>
          </a:prstGeom>
          <a:solidFill>
            <a:srgbClr val="DDDDDD"/>
          </a:soli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4" name="AutoShape 1011">
            <a:extLst>
              <a:ext uri="{FF2B5EF4-FFF2-40B4-BE49-F238E27FC236}">
                <a16:creationId xmlns:a16="http://schemas.microsoft.com/office/drawing/2014/main" id="{0F1CC371-A8A5-1146-9D54-06BA5783B2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26299" y="5969166"/>
            <a:ext cx="128257" cy="11505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chemeClr val="tx2"/>
              </a:gs>
              <a:gs pos="100000">
                <a:schemeClr val="bg2"/>
              </a:gs>
            </a:gsLst>
            <a:lin ang="0" scaled="1"/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5" name="Oval 1012">
            <a:extLst>
              <a:ext uri="{FF2B5EF4-FFF2-40B4-BE49-F238E27FC236}">
                <a16:creationId xmlns:a16="http://schemas.microsoft.com/office/drawing/2014/main" id="{165ACFDB-EB0A-EF4A-A53B-E952BF38B28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38210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6" name="Oval 1013">
            <a:extLst>
              <a:ext uri="{FF2B5EF4-FFF2-40B4-BE49-F238E27FC236}">
                <a16:creationId xmlns:a16="http://schemas.microsoft.com/office/drawing/2014/main" id="{8E1C86F1-E8A5-AB43-9FBE-05329F11F8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59867" y="5920815"/>
            <a:ext cx="19130" cy="2068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 algn="ctr" eaLnBrk="1" hangingPunct="1"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>
              <a:solidFill>
                <a:srgbClr val="FF0000"/>
              </a:solidFill>
              <a:latin typeface="Arial" panose="020B0604020202020204" pitchFamily="34" charset="0"/>
            </a:endParaRPr>
          </a:p>
        </p:txBody>
      </p:sp>
      <p:sp>
        <p:nvSpPr>
          <p:cNvPr id="197" name="Oval 1014">
            <a:extLst>
              <a:ext uri="{FF2B5EF4-FFF2-40B4-BE49-F238E27FC236}">
                <a16:creationId xmlns:a16="http://schemas.microsoft.com/office/drawing/2014/main" id="{0C189499-8A09-3E4B-B216-1DBC5D3CDC7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080201" y="5920815"/>
            <a:ext cx="19130" cy="20680"/>
          </a:xfrm>
          <a:prstGeom prst="ellipse">
            <a:avLst/>
          </a:prstGeom>
          <a:solidFill>
            <a:srgbClr val="33CC33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198" name="Rectangle 1015">
            <a:extLst>
              <a:ext uri="{FF2B5EF4-FFF2-40B4-BE49-F238E27FC236}">
                <a16:creationId xmlns:a16="http://schemas.microsoft.com/office/drawing/2014/main" id="{F801E0C5-03DC-4947-89BB-24F841D73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129410" y="5841444"/>
            <a:ext cx="9625" cy="110538"/>
          </a:xfrm>
          <a:prstGeom prst="rect">
            <a:avLst/>
          </a:prstGeom>
          <a:solidFill>
            <a:srgbClr val="292929"/>
          </a:solidFill>
          <a:ln w="9525">
            <a:solidFill>
              <a:schemeClr val="tx1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lnSpc>
                <a:spcPct val="85000"/>
              </a:lnSpc>
              <a:spcBef>
                <a:spcPts val="1675"/>
              </a:spcBef>
              <a:buClr>
                <a:srgbClr val="000090"/>
              </a:buClr>
              <a:buSzPct val="100000"/>
              <a:buFont typeface="Wingdings" panose="05000000000000000000" pitchFamily="2" charset="2"/>
              <a:buChar char="§"/>
              <a:defRPr sz="2800">
                <a:solidFill>
                  <a:schemeClr val="tx1"/>
                </a:solidFill>
                <a:latin typeface="Gill Sans MT" panose="020B0502020104020203" pitchFamily="34" charset="0"/>
                <a:ea typeface="MS PGothic" panose="020B0600070205080204" pitchFamily="34" charset="-128"/>
                <a:cs typeface="Arial" panose="020B0604020202020204" pitchFamily="34" charset="0"/>
              </a:defRPr>
            </a:lvl1pPr>
            <a:lvl2pPr marL="742950" indent="-285750">
              <a:lnSpc>
                <a:spcPct val="85000"/>
              </a:lnSpc>
              <a:spcBef>
                <a:spcPts val="1438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400">
                <a:solidFill>
                  <a:schemeClr val="tx1"/>
                </a:solidFill>
                <a:latin typeface="Gill Sans MT" panose="020B0502020104020203" pitchFamily="34" charset="0"/>
                <a:ea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Comic Sans MS" panose="030F0702030302020204" pitchFamily="66" charset="0"/>
                <a:ea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009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Comic Sans MS" panose="030F0702030302020204" pitchFamily="66" charset="0"/>
                <a:ea typeface="Comic Sans MS" panose="030F0702030302020204" pitchFamily="66" charset="0"/>
                <a:cs typeface="Arial" panose="020B0604020202020204" pitchFamily="34" charset="0"/>
              </a:defRPr>
            </a:lvl9pPr>
          </a:lstStyle>
          <a:p>
            <a:pPr>
              <a:lnSpc>
                <a:spcPct val="100000"/>
              </a:lnSpc>
              <a:spcBef>
                <a:spcPct val="0"/>
              </a:spcBef>
              <a:buClrTx/>
              <a:buSzTx/>
              <a:buFontTx/>
              <a:buNone/>
            </a:pPr>
            <a:endParaRPr lang="en-US" altLang="en-US" sz="2400">
              <a:latin typeface="Arial" panose="020B0604020202020204" pitchFamily="34" charset="0"/>
            </a:endParaRP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Peer-to-peer </a:t>
            </a:r>
            <a:r>
              <a:rPr lang="en-US" altLang="en-US" sz="3600" dirty="0">
                <a:ea typeface="ＭＳ Ｐゴシック" panose="020B0600070205080204" pitchFamily="34" charset="-128"/>
              </a:rPr>
              <a:t>(P2P) </a:t>
            </a:r>
            <a:r>
              <a:rPr lang="en-US" altLang="en-US" dirty="0">
                <a:ea typeface="ＭＳ Ｐゴシック" panose="020B0600070205080204" pitchFamily="34" charset="-128"/>
              </a:rPr>
              <a:t>a</a:t>
            </a:r>
            <a:r>
              <a:rPr lang="en-US" altLang="en-US" sz="4400" dirty="0">
                <a:ea typeface="ＭＳ Ｐゴシック" panose="020B0600070205080204" pitchFamily="34" charset="-128"/>
              </a:rPr>
              <a:t>rchitecture</a:t>
            </a:r>
            <a:endParaRPr lang="en-US" sz="4400" dirty="0"/>
          </a:p>
        </p:txBody>
      </p:sp>
      <p:sp>
        <p:nvSpPr>
          <p:cNvPr id="656" name="Content Placeholder 3">
            <a:extLst>
              <a:ext uri="{FF2B5EF4-FFF2-40B4-BE49-F238E27FC236}">
                <a16:creationId xmlns:a16="http://schemas.microsoft.com/office/drawing/2014/main" id="{97C6B0DF-3B81-1046-A02E-98C8247EB000}"/>
              </a:ext>
            </a:extLst>
          </p:cNvPr>
          <p:cNvSpPr txBox="1">
            <a:spLocks/>
          </p:cNvSpPr>
          <p:nvPr/>
        </p:nvSpPr>
        <p:spPr>
          <a:xfrm>
            <a:off x="664326" y="1290326"/>
            <a:ext cx="6067848" cy="497469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spcBef>
                <a:spcPts val="400"/>
              </a:spcBef>
            </a:pPr>
            <a:r>
              <a:rPr lang="en-US" altLang="en-US" i="1" dirty="0">
                <a:ea typeface="ＭＳ Ｐゴシック" panose="020B0600070205080204" pitchFamily="34" charset="-128"/>
              </a:rPr>
              <a:t>no</a:t>
            </a:r>
            <a:r>
              <a:rPr lang="en-US" altLang="en-US" dirty="0">
                <a:ea typeface="ＭＳ Ｐゴシック" panose="020B0600070205080204" pitchFamily="34" charset="-128"/>
              </a:rPr>
              <a:t> always-on server</a:t>
            </a:r>
          </a:p>
          <a:p>
            <a:pPr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arbitrary end systems directly communicate</a:t>
            </a:r>
          </a:p>
          <a:p>
            <a:pPr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peers request service from other peers, provide service in return to other peers</a:t>
            </a:r>
          </a:p>
          <a:p>
            <a:pPr marL="582613" lvl="1" indent="-225425"/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self scalability</a:t>
            </a: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– new peers bring new service capacity, and new service demands</a:t>
            </a:r>
          </a:p>
          <a:p>
            <a:pPr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peers are intermittently connected and change IP addresses</a:t>
            </a:r>
          </a:p>
          <a:p>
            <a:pPr lvl="1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complex management</a:t>
            </a:r>
          </a:p>
          <a:p>
            <a:pPr>
              <a:spcBef>
                <a:spcPts val="400"/>
              </a:spcBef>
            </a:pPr>
            <a:r>
              <a:rPr lang="en-US" dirty="0"/>
              <a:t>examples: </a:t>
            </a:r>
            <a:r>
              <a:rPr lang="en-US" sz="2400" dirty="0"/>
              <a:t>P2P file sharing (BitTorrent), streaming (</a:t>
            </a:r>
            <a:r>
              <a:rPr lang="en-US" sz="2400" dirty="0" err="1"/>
              <a:t>KanKan</a:t>
            </a:r>
            <a:r>
              <a:rPr lang="en-US" sz="2400" dirty="0"/>
              <a:t>), VoIP (Skype)</a:t>
            </a:r>
            <a:endParaRPr lang="en-US" dirty="0"/>
          </a:p>
        </p:txBody>
      </p:sp>
      <p:grpSp>
        <p:nvGrpSpPr>
          <p:cNvPr id="661" name="Group 950">
            <a:extLst>
              <a:ext uri="{FF2B5EF4-FFF2-40B4-BE49-F238E27FC236}">
                <a16:creationId xmlns:a16="http://schemas.microsoft.com/office/drawing/2014/main" id="{221CDB90-F15F-3B40-BE7C-5642BDA8CF7F}"/>
              </a:ext>
            </a:extLst>
          </p:cNvPr>
          <p:cNvGrpSpPr>
            <a:grpSpLocks/>
          </p:cNvGrpSpPr>
          <p:nvPr/>
        </p:nvGrpSpPr>
        <p:grpSpPr bwMode="auto">
          <a:xfrm>
            <a:off x="10002508" y="5616400"/>
            <a:ext cx="214974" cy="403920"/>
            <a:chOff x="4140" y="429"/>
            <a:chExt cx="1425" cy="2396"/>
          </a:xfrm>
        </p:grpSpPr>
        <p:sp>
          <p:nvSpPr>
            <p:cNvPr id="662" name="Freeform 951">
              <a:extLst>
                <a:ext uri="{FF2B5EF4-FFF2-40B4-BE49-F238E27FC236}">
                  <a16:creationId xmlns:a16="http://schemas.microsoft.com/office/drawing/2014/main" id="{3F5BE32F-BF2D-5D43-A3F8-8015366B904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3 w 354"/>
                <a:gd name="T1" fmla="*/ 0 h 2742"/>
                <a:gd name="T2" fmla="*/ 15 w 354"/>
                <a:gd name="T3" fmla="*/ 27 h 2742"/>
                <a:gd name="T4" fmla="*/ 15 w 354"/>
                <a:gd name="T5" fmla="*/ 205 h 2742"/>
                <a:gd name="T6" fmla="*/ 0 w 354"/>
                <a:gd name="T7" fmla="*/ 215 h 2742"/>
                <a:gd name="T8" fmla="*/ 3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3" name="Rectangle 952">
              <a:extLst>
                <a:ext uri="{FF2B5EF4-FFF2-40B4-BE49-F238E27FC236}">
                  <a16:creationId xmlns:a16="http://schemas.microsoft.com/office/drawing/2014/main" id="{74DD6C49-0B6B-3445-ABF4-46D45AE697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429"/>
              <a:ext cx="1046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64" name="Freeform 953">
              <a:extLst>
                <a:ext uri="{FF2B5EF4-FFF2-40B4-BE49-F238E27FC236}">
                  <a16:creationId xmlns:a16="http://schemas.microsoft.com/office/drawing/2014/main" id="{20913D95-E88A-A848-9963-B3BA4505F5C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9 w 211"/>
                <a:gd name="T3" fmla="*/ 18 h 2537"/>
                <a:gd name="T4" fmla="*/ 2 w 211"/>
                <a:gd name="T5" fmla="*/ 196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5" name="Freeform 954">
              <a:extLst>
                <a:ext uri="{FF2B5EF4-FFF2-40B4-BE49-F238E27FC236}">
                  <a16:creationId xmlns:a16="http://schemas.microsoft.com/office/drawing/2014/main" id="{0DE93F6C-FE6F-AA44-96FD-B6D85A46DC7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1 h 226"/>
                <a:gd name="T4" fmla="*/ 14 w 328"/>
                <a:gd name="T5" fmla="*/ 19 h 226"/>
                <a:gd name="T6" fmla="*/ 0 w 328"/>
                <a:gd name="T7" fmla="*/ 8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66" name="Rectangle 955">
              <a:extLst>
                <a:ext uri="{FF2B5EF4-FFF2-40B4-BE49-F238E27FC236}">
                  <a16:creationId xmlns:a16="http://schemas.microsoft.com/office/drawing/2014/main" id="{529745F5-82EA-8148-9AA1-BA608BD7BE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0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667" name="Group 956">
              <a:extLst>
                <a:ext uri="{FF2B5EF4-FFF2-40B4-BE49-F238E27FC236}">
                  <a16:creationId xmlns:a16="http://schemas.microsoft.com/office/drawing/2014/main" id="{B8FB9448-22B7-FE4A-8748-ABEF4BEADF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92" name="AutoShape 957">
                <a:extLst>
                  <a:ext uri="{FF2B5EF4-FFF2-40B4-BE49-F238E27FC236}">
                    <a16:creationId xmlns:a16="http://schemas.microsoft.com/office/drawing/2014/main" id="{EADB5D3D-04E2-EF48-B58E-48F7BABA0B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1" cy="14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93" name="AutoShape 958">
                <a:extLst>
                  <a:ext uri="{FF2B5EF4-FFF2-40B4-BE49-F238E27FC236}">
                    <a16:creationId xmlns:a16="http://schemas.microsoft.com/office/drawing/2014/main" id="{F98E41BE-EA39-754F-82C7-36D93FBD74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1"/>
                <a:ext cx="696" cy="11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68" name="Rectangle 959">
              <a:extLst>
                <a:ext uri="{FF2B5EF4-FFF2-40B4-BE49-F238E27FC236}">
                  <a16:creationId xmlns:a16="http://schemas.microsoft.com/office/drawing/2014/main" id="{327755D1-B209-404D-9363-9EDC28F7F3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022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669" name="Group 960">
              <a:extLst>
                <a:ext uri="{FF2B5EF4-FFF2-40B4-BE49-F238E27FC236}">
                  <a16:creationId xmlns:a16="http://schemas.microsoft.com/office/drawing/2014/main" id="{26E2E8A6-CFB6-044F-85B5-1DAAEA7FA1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90" name="AutoShape 961">
                <a:extLst>
                  <a:ext uri="{FF2B5EF4-FFF2-40B4-BE49-F238E27FC236}">
                    <a16:creationId xmlns:a16="http://schemas.microsoft.com/office/drawing/2014/main" id="{17D69473-78FB-C74F-B4D2-8D565D3F9D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4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91" name="AutoShape 962">
                <a:extLst>
                  <a:ext uri="{FF2B5EF4-FFF2-40B4-BE49-F238E27FC236}">
                    <a16:creationId xmlns:a16="http://schemas.microsoft.com/office/drawing/2014/main" id="{17A1D2AB-658B-704B-AE35-B18C119E5A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1"/>
                <a:ext cx="696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70" name="Rectangle 963">
              <a:extLst>
                <a:ext uri="{FF2B5EF4-FFF2-40B4-BE49-F238E27FC236}">
                  <a16:creationId xmlns:a16="http://schemas.microsoft.com/office/drawing/2014/main" id="{F2475D91-5410-684E-A143-AE723E9081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0" y="1354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71" name="Rectangle 964">
              <a:extLst>
                <a:ext uri="{FF2B5EF4-FFF2-40B4-BE49-F238E27FC236}">
                  <a16:creationId xmlns:a16="http://schemas.microsoft.com/office/drawing/2014/main" id="{88C09684-E90D-B34B-AA01-5F070FE819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30" y="1655"/>
              <a:ext cx="598" cy="47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grpSp>
          <p:nvGrpSpPr>
            <p:cNvPr id="672" name="Group 965">
              <a:extLst>
                <a:ext uri="{FF2B5EF4-FFF2-40B4-BE49-F238E27FC236}">
                  <a16:creationId xmlns:a16="http://schemas.microsoft.com/office/drawing/2014/main" id="{8ACC4595-9F78-AF46-887A-914807075E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688" name="AutoShape 966">
                <a:extLst>
                  <a:ext uri="{FF2B5EF4-FFF2-40B4-BE49-F238E27FC236}">
                    <a16:creationId xmlns:a16="http://schemas.microsoft.com/office/drawing/2014/main" id="{0A202C7C-1909-AC47-A2CA-695CE34F55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6"/>
                <a:ext cx="720" cy="12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89" name="AutoShape 967">
                <a:extLst>
                  <a:ext uri="{FF2B5EF4-FFF2-40B4-BE49-F238E27FC236}">
                    <a16:creationId xmlns:a16="http://schemas.microsoft.com/office/drawing/2014/main" id="{E346AA42-C439-DA48-84D9-5D4DD0ABF0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6"/>
                <a:ext cx="695" cy="10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73" name="Freeform 968">
              <a:extLst>
                <a:ext uri="{FF2B5EF4-FFF2-40B4-BE49-F238E27FC236}">
                  <a16:creationId xmlns:a16="http://schemas.microsoft.com/office/drawing/2014/main" id="{5FD4884A-2CB1-894E-8CB9-2067C75F07C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4 w 328"/>
                <a:gd name="T3" fmla="*/ 10 h 226"/>
                <a:gd name="T4" fmla="*/ 14 w 328"/>
                <a:gd name="T5" fmla="*/ 17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674" name="Group 969">
              <a:extLst>
                <a:ext uri="{FF2B5EF4-FFF2-40B4-BE49-F238E27FC236}">
                  <a16:creationId xmlns:a16="http://schemas.microsoft.com/office/drawing/2014/main" id="{B2CB40CE-804C-0948-841C-9A509EE86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686" name="AutoShape 970">
                <a:extLst>
                  <a:ext uri="{FF2B5EF4-FFF2-40B4-BE49-F238E27FC236}">
                    <a16:creationId xmlns:a16="http://schemas.microsoft.com/office/drawing/2014/main" id="{58614F2D-DA1A-F842-A886-A2F0D8C2BA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1"/>
                <a:ext cx="732" cy="134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  <p:sp>
            <p:nvSpPr>
              <p:cNvPr id="687" name="AutoShape 971">
                <a:extLst>
                  <a:ext uri="{FF2B5EF4-FFF2-40B4-BE49-F238E27FC236}">
                    <a16:creationId xmlns:a16="http://schemas.microsoft.com/office/drawing/2014/main" id="{8B641E3D-5D3B-2B4B-B634-292AB1DA65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7"/>
                <a:ext cx="720" cy="103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lnSpc>
                    <a:spcPct val="85000"/>
                  </a:lnSpc>
                  <a:spcBef>
                    <a:spcPts val="1675"/>
                  </a:spcBef>
                  <a:buClr>
                    <a:srgbClr val="000090"/>
                  </a:buClr>
                  <a:buSzPct val="100000"/>
                  <a:buFont typeface="Wingdings" panose="05000000000000000000" pitchFamily="2" charset="2"/>
                  <a:buChar char="§"/>
                  <a:defRPr sz="2800">
                    <a:solidFill>
                      <a:schemeClr val="tx1"/>
                    </a:solidFill>
                    <a:latin typeface="Gill Sans MT" panose="020B0502020104020203" pitchFamily="34" charset="0"/>
                    <a:ea typeface="MS PGothic" panose="020B0600070205080204" pitchFamily="34" charset="-128"/>
                    <a:cs typeface="Arial" panose="020B0604020202020204" pitchFamily="34" charset="0"/>
                  </a:defRPr>
                </a:lvl1pPr>
                <a:lvl2pPr marL="742950" indent="-285750">
                  <a:lnSpc>
                    <a:spcPct val="85000"/>
                  </a:lnSpc>
                  <a:spcBef>
                    <a:spcPts val="1438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400">
                    <a:solidFill>
                      <a:schemeClr val="tx1"/>
                    </a:solidFill>
                    <a:latin typeface="Gill Sans MT" panose="020B0502020104020203" pitchFamily="34" charset="0"/>
                    <a:ea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2000">
                    <a:solidFill>
                      <a:schemeClr val="tx1"/>
                    </a:solidFill>
                    <a:latin typeface="Comic Sans MS" panose="030F0702030302020204" pitchFamily="66" charset="0"/>
                    <a:ea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4pPr>
                <a:lvl5pPr marL="2057400" indent="-228600">
                  <a:spcBef>
                    <a:spcPct val="20000"/>
                  </a:spcBef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rgbClr val="000090"/>
                  </a:buClr>
                  <a:buFont typeface="Wingdings" panose="05000000000000000000" pitchFamily="2" charset="2"/>
                  <a:buChar char="§"/>
                  <a:defRPr sz="1600">
                    <a:solidFill>
                      <a:schemeClr val="tx1"/>
                    </a:solidFill>
                    <a:latin typeface="Comic Sans MS" panose="030F0702030302020204" pitchFamily="66" charset="0"/>
                    <a:ea typeface="Comic Sans MS" panose="030F0702030302020204" pitchFamily="66" charset="0"/>
                    <a:cs typeface="Arial" panose="020B0604020202020204" pitchFamily="34" charset="0"/>
                  </a:defRPr>
                </a:lvl9pPr>
              </a:lstStyle>
              <a:p>
                <a:pPr>
                  <a:lnSpc>
                    <a:spcPct val="100000"/>
                  </a:lnSpc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 sz="2400">
                  <a:latin typeface="Arial" panose="020B0604020202020204" pitchFamily="34" charset="0"/>
                </a:endParaRPr>
              </a:p>
            </p:txBody>
          </p:sp>
        </p:grpSp>
        <p:sp>
          <p:nvSpPr>
            <p:cNvPr id="675" name="Rectangle 972">
              <a:extLst>
                <a:ext uri="{FF2B5EF4-FFF2-40B4-BE49-F238E27FC236}">
                  <a16:creationId xmlns:a16="http://schemas.microsoft.com/office/drawing/2014/main" id="{34776F72-1048-254B-9F43-F004B26E0C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6" y="429"/>
              <a:ext cx="70" cy="2285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76" name="Freeform 973">
              <a:extLst>
                <a:ext uri="{FF2B5EF4-FFF2-40B4-BE49-F238E27FC236}">
                  <a16:creationId xmlns:a16="http://schemas.microsoft.com/office/drawing/2014/main" id="{A2E37FDF-DD02-AA46-A996-DF9614588BC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4 w 296"/>
                <a:gd name="T3" fmla="*/ 10 h 256"/>
                <a:gd name="T4" fmla="*/ 14 w 296"/>
                <a:gd name="T5" fmla="*/ 19 h 256"/>
                <a:gd name="T6" fmla="*/ 0 w 296"/>
                <a:gd name="T7" fmla="*/ 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7" name="Freeform 974">
              <a:extLst>
                <a:ext uri="{FF2B5EF4-FFF2-40B4-BE49-F238E27FC236}">
                  <a16:creationId xmlns:a16="http://schemas.microsoft.com/office/drawing/2014/main" id="{5E599968-E309-0C41-A6E5-1A2E8D0D7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4 w 304"/>
                <a:gd name="T3" fmla="*/ 13 h 288"/>
                <a:gd name="T4" fmla="*/ 13 w 304"/>
                <a:gd name="T5" fmla="*/ 23 h 288"/>
                <a:gd name="T6" fmla="*/ 2 w 304"/>
                <a:gd name="T7" fmla="*/ 1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78" name="Oval 975">
              <a:extLst>
                <a:ext uri="{FF2B5EF4-FFF2-40B4-BE49-F238E27FC236}">
                  <a16:creationId xmlns:a16="http://schemas.microsoft.com/office/drawing/2014/main" id="{8B76954B-B2F9-7644-B168-314EF4AAF2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5" y="2611"/>
              <a:ext cx="50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79" name="Freeform 976">
              <a:extLst>
                <a:ext uri="{FF2B5EF4-FFF2-40B4-BE49-F238E27FC236}">
                  <a16:creationId xmlns:a16="http://schemas.microsoft.com/office/drawing/2014/main" id="{D9EAE5CF-636D-F54A-8351-01EA3167DF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9 h 240"/>
                <a:gd name="T2" fmla="*/ 2 w 306"/>
                <a:gd name="T3" fmla="*/ 19 h 240"/>
                <a:gd name="T4" fmla="*/ 14 w 306"/>
                <a:gd name="T5" fmla="*/ 9 h 240"/>
                <a:gd name="T6" fmla="*/ 14 w 306"/>
                <a:gd name="T7" fmla="*/ 0 h 240"/>
                <a:gd name="T8" fmla="*/ 0 w 306"/>
                <a:gd name="T9" fmla="*/ 9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80" name="AutoShape 977">
              <a:extLst>
                <a:ext uri="{FF2B5EF4-FFF2-40B4-BE49-F238E27FC236}">
                  <a16:creationId xmlns:a16="http://schemas.microsoft.com/office/drawing/2014/main" id="{BA3B7F84-E639-E547-B5C6-A02DC55829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196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1" name="AutoShape 978">
              <a:extLst>
                <a:ext uri="{FF2B5EF4-FFF2-40B4-BE49-F238E27FC236}">
                  <a16:creationId xmlns:a16="http://schemas.microsoft.com/office/drawing/2014/main" id="{0442B1DD-1D97-9F4D-B5C4-F5A4F4BB48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2714"/>
              <a:ext cx="1066" cy="79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2" name="Oval 979">
              <a:extLst>
                <a:ext uri="{FF2B5EF4-FFF2-40B4-BE49-F238E27FC236}">
                  <a16:creationId xmlns:a16="http://schemas.microsoft.com/office/drawing/2014/main" id="{EA6FE86C-D41E-1949-A3C7-77647ACF0C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9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3" name="Oval 980">
              <a:extLst>
                <a:ext uri="{FF2B5EF4-FFF2-40B4-BE49-F238E27FC236}">
                  <a16:creationId xmlns:a16="http://schemas.microsoft.com/office/drawing/2014/main" id="{38AA7182-25E5-E442-9745-7BAF64CEAA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9" y="2382"/>
              <a:ext cx="159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 algn="ctr" eaLnBrk="1" hangingPunct="1"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84" name="Oval 981">
              <a:extLst>
                <a:ext uri="{FF2B5EF4-FFF2-40B4-BE49-F238E27FC236}">
                  <a16:creationId xmlns:a16="http://schemas.microsoft.com/office/drawing/2014/main" id="{16842D0E-A2D6-0745-B8FB-E328BE5B32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8" y="2382"/>
              <a:ext cx="159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  <p:sp>
          <p:nvSpPr>
            <p:cNvPr id="685" name="Rectangle 982">
              <a:extLst>
                <a:ext uri="{FF2B5EF4-FFF2-40B4-BE49-F238E27FC236}">
                  <a16:creationId xmlns:a16="http://schemas.microsoft.com/office/drawing/2014/main" id="{8F08011A-E991-A946-A958-0A487EA356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7" y="1837"/>
              <a:ext cx="80" cy="759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lnSpc>
                  <a:spcPct val="85000"/>
                </a:lnSpc>
                <a:spcBef>
                  <a:spcPts val="1675"/>
                </a:spcBef>
                <a:buClr>
                  <a:srgbClr val="000090"/>
                </a:buClr>
                <a:buSzPct val="100000"/>
                <a:buFont typeface="Wingdings" panose="05000000000000000000" pitchFamily="2" charset="2"/>
                <a:buChar char="§"/>
                <a:defRPr sz="2800">
                  <a:solidFill>
                    <a:schemeClr val="tx1"/>
                  </a:solidFill>
                  <a:latin typeface="Gill Sans MT" panose="020B0502020104020203" pitchFamily="34" charset="0"/>
                  <a:ea typeface="MS PGothic" panose="020B0600070205080204" pitchFamily="34" charset="-128"/>
                  <a:cs typeface="Arial" panose="020B0604020202020204" pitchFamily="34" charset="0"/>
                </a:defRPr>
              </a:lvl1pPr>
              <a:lvl2pPr marL="742950" indent="-285750">
                <a:lnSpc>
                  <a:spcPct val="85000"/>
                </a:lnSpc>
                <a:spcBef>
                  <a:spcPts val="1438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400">
                  <a:solidFill>
                    <a:schemeClr val="tx1"/>
                  </a:solidFill>
                  <a:latin typeface="Gill Sans MT" panose="020B0502020104020203" pitchFamily="34" charset="0"/>
                  <a:ea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Comic Sans MS" panose="030F0702030302020204" pitchFamily="66" charset="0"/>
                  <a:ea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0090"/>
                </a:buClr>
                <a:buFont typeface="Wingdings" panose="05000000000000000000" pitchFamily="2" charset="2"/>
                <a:buChar char="§"/>
                <a:defRPr sz="1600">
                  <a:solidFill>
                    <a:schemeClr val="tx1"/>
                  </a:solidFill>
                  <a:latin typeface="Comic Sans MS" panose="030F0702030302020204" pitchFamily="66" charset="0"/>
                  <a:ea typeface="Comic Sans MS" panose="030F0702030302020204" pitchFamily="66" charset="0"/>
                  <a:cs typeface="Arial" panose="020B0604020202020204" pitchFamily="34" charset="0"/>
                </a:defRPr>
              </a:lvl9pPr>
            </a:lstStyle>
            <a:p>
              <a:pPr>
                <a:lnSpc>
                  <a:spcPct val="100000"/>
                </a:lnSpc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2400">
                <a:latin typeface="Arial" panose="020B0604020202020204" pitchFamily="34" charset="0"/>
              </a:endParaRPr>
            </a:p>
          </p:txBody>
        </p:sp>
      </p:grpSp>
      <p:sp>
        <p:nvSpPr>
          <p:cNvPr id="575" name="Rectangle 574">
            <a:extLst>
              <a:ext uri="{FF2B5EF4-FFF2-40B4-BE49-F238E27FC236}">
                <a16:creationId xmlns:a16="http://schemas.microsoft.com/office/drawing/2014/main" id="{2DA99646-DBA9-0746-9A79-29EAA25D43FE}"/>
              </a:ext>
            </a:extLst>
          </p:cNvPr>
          <p:cNvSpPr/>
          <p:nvPr/>
        </p:nvSpPr>
        <p:spPr>
          <a:xfrm>
            <a:off x="6747501" y="1488461"/>
            <a:ext cx="5359400" cy="4954628"/>
          </a:xfrm>
          <a:prstGeom prst="rect">
            <a:avLst/>
          </a:prstGeom>
          <a:solidFill>
            <a:schemeClr val="bg1">
              <a:alpha val="68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EF227275-E754-4D43-889C-5A2BD4A21205}"/>
              </a:ext>
            </a:extLst>
          </p:cNvPr>
          <p:cNvGrpSpPr/>
          <p:nvPr/>
        </p:nvGrpSpPr>
        <p:grpSpPr>
          <a:xfrm>
            <a:off x="7680324" y="1814171"/>
            <a:ext cx="1991221" cy="4482411"/>
            <a:chOff x="7680324" y="1814171"/>
            <a:chExt cx="1991221" cy="4482411"/>
          </a:xfrm>
        </p:grpSpPr>
        <p:sp>
          <p:nvSpPr>
            <p:cNvPr id="612" name="Oval 611">
              <a:extLst>
                <a:ext uri="{FF2B5EF4-FFF2-40B4-BE49-F238E27FC236}">
                  <a16:creationId xmlns:a16="http://schemas.microsoft.com/office/drawing/2014/main" id="{626C6AB3-E95B-4E45-912D-03BD50D0AB9E}"/>
                </a:ext>
              </a:extLst>
            </p:cNvPr>
            <p:cNvSpPr/>
            <p:nvPr/>
          </p:nvSpPr>
          <p:spPr>
            <a:xfrm>
              <a:off x="7689254" y="516084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35" name="Oval 634">
              <a:extLst>
                <a:ext uri="{FF2B5EF4-FFF2-40B4-BE49-F238E27FC236}">
                  <a16:creationId xmlns:a16="http://schemas.microsoft.com/office/drawing/2014/main" id="{78E6AF30-B350-C649-8449-B69F6002DF42}"/>
                </a:ext>
              </a:extLst>
            </p:cNvPr>
            <p:cNvSpPr/>
            <p:nvPr/>
          </p:nvSpPr>
          <p:spPr>
            <a:xfrm>
              <a:off x="7680324" y="1814171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51" name="Line 913">
              <a:extLst>
                <a:ext uri="{FF2B5EF4-FFF2-40B4-BE49-F238E27FC236}">
                  <a16:creationId xmlns:a16="http://schemas.microsoft.com/office/drawing/2014/main" id="{47A3D5AF-94CC-B24F-922A-C603CC0A5A25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353326" y="2438326"/>
              <a:ext cx="498897" cy="1114752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52" name="Line 911">
              <a:extLst>
                <a:ext uri="{FF2B5EF4-FFF2-40B4-BE49-F238E27FC236}">
                  <a16:creationId xmlns:a16="http://schemas.microsoft.com/office/drawing/2014/main" id="{8E6A54E5-62F1-544B-AE41-5137E62BFCE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971176" y="2321758"/>
              <a:ext cx="1187" cy="2793530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71" name="Oval 570">
              <a:extLst>
                <a:ext uri="{FF2B5EF4-FFF2-40B4-BE49-F238E27FC236}">
                  <a16:creationId xmlns:a16="http://schemas.microsoft.com/office/drawing/2014/main" id="{1E120312-45B0-4C42-82FC-F180847C8246}"/>
                </a:ext>
              </a:extLst>
            </p:cNvPr>
            <p:cNvSpPr/>
            <p:nvPr/>
          </p:nvSpPr>
          <p:spPr>
            <a:xfrm>
              <a:off x="8703904" y="194341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2" name="Oval 571">
              <a:extLst>
                <a:ext uri="{FF2B5EF4-FFF2-40B4-BE49-F238E27FC236}">
                  <a16:creationId xmlns:a16="http://schemas.microsoft.com/office/drawing/2014/main" id="{05394771-B526-F445-85E3-3C2DA3BC4892}"/>
                </a:ext>
              </a:extLst>
            </p:cNvPr>
            <p:cNvSpPr/>
            <p:nvPr/>
          </p:nvSpPr>
          <p:spPr>
            <a:xfrm>
              <a:off x="8013358" y="3440898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76" name="Oval 575">
              <a:extLst>
                <a:ext uri="{FF2B5EF4-FFF2-40B4-BE49-F238E27FC236}">
                  <a16:creationId xmlns:a16="http://schemas.microsoft.com/office/drawing/2014/main" id="{01400376-9630-4440-8893-6D129686EE19}"/>
                </a:ext>
              </a:extLst>
            </p:cNvPr>
            <p:cNvSpPr/>
            <p:nvPr/>
          </p:nvSpPr>
          <p:spPr>
            <a:xfrm>
              <a:off x="9059242" y="5786513"/>
              <a:ext cx="612303" cy="510069"/>
            </a:xfrm>
            <a:prstGeom prst="ellipse">
              <a:avLst/>
            </a:prstGeom>
            <a:noFill/>
            <a:ln w="28575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09" name="Line 913">
              <a:extLst>
                <a:ext uri="{FF2B5EF4-FFF2-40B4-BE49-F238E27FC236}">
                  <a16:creationId xmlns:a16="http://schemas.microsoft.com/office/drawing/2014/main" id="{4FC33EFC-28C4-404D-91B5-F7C18E70644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9143664" y="2462348"/>
              <a:ext cx="228982" cy="3299611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610" name="Line 913">
              <a:extLst>
                <a:ext uri="{FF2B5EF4-FFF2-40B4-BE49-F238E27FC236}">
                  <a16:creationId xmlns:a16="http://schemas.microsoft.com/office/drawing/2014/main" id="{7602507B-BECA-7042-893E-42D6FF9E5D3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485044" y="3911282"/>
              <a:ext cx="764880" cy="1866664"/>
            </a:xfrm>
            <a:prstGeom prst="line">
              <a:avLst/>
            </a:prstGeom>
            <a:noFill/>
            <a:ln w="76200">
              <a:solidFill>
                <a:srgbClr val="CC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9" name="Group 652">
            <a:extLst>
              <a:ext uri="{FF2B5EF4-FFF2-40B4-BE49-F238E27FC236}">
                <a16:creationId xmlns:a16="http://schemas.microsoft.com/office/drawing/2014/main" id="{F4E63F52-683B-8244-A48E-D8CF833CC085}"/>
              </a:ext>
            </a:extLst>
          </p:cNvPr>
          <p:cNvGrpSpPr>
            <a:grpSpLocks/>
          </p:cNvGrpSpPr>
          <p:nvPr/>
        </p:nvGrpSpPr>
        <p:grpSpPr bwMode="auto">
          <a:xfrm>
            <a:off x="7750224" y="1859725"/>
            <a:ext cx="415925" cy="385763"/>
            <a:chOff x="2751" y="1851"/>
            <a:chExt cx="462" cy="478"/>
          </a:xfrm>
        </p:grpSpPr>
        <p:pic>
          <p:nvPicPr>
            <p:cNvPr id="359" name="Picture 653" descr="iphone_stylized_small">
              <a:extLst>
                <a:ext uri="{FF2B5EF4-FFF2-40B4-BE49-F238E27FC236}">
                  <a16:creationId xmlns:a16="http://schemas.microsoft.com/office/drawing/2014/main" id="{EDF1EC93-A6E5-964F-B0D6-EE56B282AEB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928" y="1922"/>
              <a:ext cx="152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0" name="Picture 654" descr="antenna_radiation_stylized">
              <a:extLst>
                <a:ext uri="{FF2B5EF4-FFF2-40B4-BE49-F238E27FC236}">
                  <a16:creationId xmlns:a16="http://schemas.microsoft.com/office/drawing/2014/main" id="{0A17C594-505E-6F41-AEEB-272A31DFD26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751" y="1851"/>
              <a:ext cx="462" cy="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786" name="Group 785">
            <a:extLst>
              <a:ext uri="{FF2B5EF4-FFF2-40B4-BE49-F238E27FC236}">
                <a16:creationId xmlns:a16="http://schemas.microsoft.com/office/drawing/2014/main" id="{46F998A3-3B85-214A-927A-3BF067B7C2A0}"/>
              </a:ext>
            </a:extLst>
          </p:cNvPr>
          <p:cNvGrpSpPr/>
          <p:nvPr/>
        </p:nvGrpSpPr>
        <p:grpSpPr>
          <a:xfrm>
            <a:off x="8499539" y="2059124"/>
            <a:ext cx="849312" cy="226109"/>
            <a:chOff x="8493165" y="2029804"/>
            <a:chExt cx="849312" cy="226109"/>
          </a:xfrm>
        </p:grpSpPr>
        <p:pic>
          <p:nvPicPr>
            <p:cNvPr id="48" name="Picture 603" descr="car_icon_small">
              <a:extLst>
                <a:ext uri="{FF2B5EF4-FFF2-40B4-BE49-F238E27FC236}">
                  <a16:creationId xmlns:a16="http://schemas.microsoft.com/office/drawing/2014/main" id="{147E2796-D425-6645-93B3-B97E69B146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493165" y="2087638"/>
              <a:ext cx="849312" cy="16827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2" name="Picture 1017" descr="antenna_stylized">
              <a:extLst>
                <a:ext uri="{FF2B5EF4-FFF2-40B4-BE49-F238E27FC236}">
                  <a16:creationId xmlns:a16="http://schemas.microsoft.com/office/drawing/2014/main" id="{F0886BE8-9B0B-F046-92AA-1AC818378E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04645" y="2029804"/>
              <a:ext cx="530702" cy="223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108" name="Group 1139">
            <a:extLst>
              <a:ext uri="{FF2B5EF4-FFF2-40B4-BE49-F238E27FC236}">
                <a16:creationId xmlns:a16="http://schemas.microsoft.com/office/drawing/2014/main" id="{904B7C12-C509-8641-BB63-56DEDB95F954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991996" y="3567143"/>
            <a:ext cx="359261" cy="342045"/>
            <a:chOff x="2839" y="3501"/>
            <a:chExt cx="755" cy="803"/>
          </a:xfrm>
        </p:grpSpPr>
        <p:pic>
          <p:nvPicPr>
            <p:cNvPr id="138" name="Picture 1140" descr="desktop_computer_stylized_medium">
              <a:extLst>
                <a:ext uri="{FF2B5EF4-FFF2-40B4-BE49-F238E27FC236}">
                  <a16:creationId xmlns:a16="http://schemas.microsoft.com/office/drawing/2014/main" id="{BDC7F552-21C9-C942-90FF-0162099A3D5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39" name="Freeform 1141">
              <a:extLst>
                <a:ext uri="{FF2B5EF4-FFF2-40B4-BE49-F238E27FC236}">
                  <a16:creationId xmlns:a16="http://schemas.microsoft.com/office/drawing/2014/main" id="{654B43BA-608E-5D4D-B11B-71762CFBE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487" name="Group 590">
            <a:extLst>
              <a:ext uri="{FF2B5EF4-FFF2-40B4-BE49-F238E27FC236}">
                <a16:creationId xmlns:a16="http://schemas.microsoft.com/office/drawing/2014/main" id="{B2AAF0C3-BD73-634D-B492-B7CCF9735ED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73981" y="5281060"/>
            <a:ext cx="345630" cy="320302"/>
            <a:chOff x="2839" y="3501"/>
            <a:chExt cx="755" cy="803"/>
          </a:xfrm>
        </p:grpSpPr>
        <p:pic>
          <p:nvPicPr>
            <p:cNvPr id="488" name="Picture 591" descr="desktop_computer_stylized_medium">
              <a:extLst>
                <a:ext uri="{FF2B5EF4-FFF2-40B4-BE49-F238E27FC236}">
                  <a16:creationId xmlns:a16="http://schemas.microsoft.com/office/drawing/2014/main" id="{1B000E5D-AA79-9741-93EF-69776E79DCF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839" y="3501"/>
              <a:ext cx="755" cy="8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89" name="Freeform 592">
              <a:extLst>
                <a:ext uri="{FF2B5EF4-FFF2-40B4-BE49-F238E27FC236}">
                  <a16:creationId xmlns:a16="http://schemas.microsoft.com/office/drawing/2014/main" id="{E285DBFE-A1C0-DE49-94FA-3F8D49F9A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6" y="3578"/>
              <a:ext cx="356" cy="368"/>
            </a:xfrm>
            <a:custGeom>
              <a:avLst/>
              <a:gdLst>
                <a:gd name="T0" fmla="*/ 0 w 356"/>
                <a:gd name="T1" fmla="*/ 0 h 368"/>
                <a:gd name="T2" fmla="*/ 300 w 356"/>
                <a:gd name="T3" fmla="*/ 14 h 368"/>
                <a:gd name="T4" fmla="*/ 356 w 356"/>
                <a:gd name="T5" fmla="*/ 294 h 368"/>
                <a:gd name="T6" fmla="*/ 78 w 356"/>
                <a:gd name="T7" fmla="*/ 368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90" name="Group 1064">
            <a:extLst>
              <a:ext uri="{FF2B5EF4-FFF2-40B4-BE49-F238E27FC236}">
                <a16:creationId xmlns:a16="http://schemas.microsoft.com/office/drawing/2014/main" id="{1E483C21-97F2-6C41-9217-2187E09B541E}"/>
              </a:ext>
            </a:extLst>
          </p:cNvPr>
          <p:cNvGrpSpPr>
            <a:grpSpLocks/>
          </p:cNvGrpSpPr>
          <p:nvPr/>
        </p:nvGrpSpPr>
        <p:grpSpPr bwMode="auto">
          <a:xfrm>
            <a:off x="9201681" y="5852809"/>
            <a:ext cx="310186" cy="307808"/>
            <a:chOff x="877" y="1008"/>
            <a:chExt cx="2747" cy="2591"/>
          </a:xfrm>
        </p:grpSpPr>
        <p:pic>
          <p:nvPicPr>
            <p:cNvPr id="146" name="Picture 1065" descr="antenna_stylized">
              <a:extLst>
                <a:ext uri="{FF2B5EF4-FFF2-40B4-BE49-F238E27FC236}">
                  <a16:creationId xmlns:a16="http://schemas.microsoft.com/office/drawing/2014/main" id="{EC1E8FF9-A5AB-904A-91B8-DF493826053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77" y="1008"/>
              <a:ext cx="2725" cy="142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7" name="Picture 1066" descr="laptop_keyboard">
              <a:extLst>
                <a:ext uri="{FF2B5EF4-FFF2-40B4-BE49-F238E27FC236}">
                  <a16:creationId xmlns:a16="http://schemas.microsoft.com/office/drawing/2014/main" id="{71E89937-428E-3447-B221-C34E0D71ACE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rot="109064" flipH="1">
              <a:off x="1009" y="2586"/>
              <a:ext cx="2245" cy="10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48" name="Freeform 1067">
              <a:extLst>
                <a:ext uri="{FF2B5EF4-FFF2-40B4-BE49-F238E27FC236}">
                  <a16:creationId xmlns:a16="http://schemas.microsoft.com/office/drawing/2014/main" id="{43C21467-3265-FC4F-AF31-44A0281634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53" y="1603"/>
              <a:ext cx="1807" cy="1322"/>
            </a:xfrm>
            <a:custGeom>
              <a:avLst/>
              <a:gdLst>
                <a:gd name="T0" fmla="*/ 1 w 2982"/>
                <a:gd name="T1" fmla="*/ 0 h 2442"/>
                <a:gd name="T2" fmla="*/ 0 w 2982"/>
                <a:gd name="T3" fmla="*/ 1 h 2442"/>
                <a:gd name="T4" fmla="*/ 2 w 2982"/>
                <a:gd name="T5" fmla="*/ 1 h 2442"/>
                <a:gd name="T6" fmla="*/ 2 w 2982"/>
                <a:gd name="T7" fmla="*/ 1 h 2442"/>
                <a:gd name="T8" fmla="*/ 1 w 2982"/>
                <a:gd name="T9" fmla="*/ 0 h 24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82"/>
                <a:gd name="T16" fmla="*/ 0 h 2442"/>
                <a:gd name="T17" fmla="*/ 2982 w 2982"/>
                <a:gd name="T18" fmla="*/ 2442 h 24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82" h="2442">
                  <a:moveTo>
                    <a:pt x="540" y="0"/>
                  </a:moveTo>
                  <a:lnTo>
                    <a:pt x="0" y="1734"/>
                  </a:lnTo>
                  <a:lnTo>
                    <a:pt x="2394" y="2442"/>
                  </a:lnTo>
                  <a:lnTo>
                    <a:pt x="2982" y="318"/>
                  </a:lnTo>
                  <a:lnTo>
                    <a:pt x="540" y="0"/>
                  </a:lnTo>
                  <a:close/>
                </a:path>
              </a:pathLst>
            </a:custGeom>
            <a:solidFill>
              <a:schemeClr val="tx1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pic>
          <p:nvPicPr>
            <p:cNvPr id="149" name="Picture 1068" descr="screen">
              <a:extLst>
                <a:ext uri="{FF2B5EF4-FFF2-40B4-BE49-F238E27FC236}">
                  <a16:creationId xmlns:a16="http://schemas.microsoft.com/office/drawing/2014/main" id="{9868250A-D477-2944-B0F8-A7DE63DA469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842" y="1637"/>
              <a:ext cx="1642" cy="12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50" name="Freeform 1069">
              <a:extLst>
                <a:ext uri="{FF2B5EF4-FFF2-40B4-BE49-F238E27FC236}">
                  <a16:creationId xmlns:a16="http://schemas.microsoft.com/office/drawing/2014/main" id="{A4015B9E-FE1F-594E-AFA2-A5277482EA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1564"/>
              <a:ext cx="1531" cy="246"/>
            </a:xfrm>
            <a:custGeom>
              <a:avLst/>
              <a:gdLst>
                <a:gd name="T0" fmla="*/ 1 w 2528"/>
                <a:gd name="T1" fmla="*/ 0 h 455"/>
                <a:gd name="T2" fmla="*/ 2 w 2528"/>
                <a:gd name="T3" fmla="*/ 1 h 455"/>
                <a:gd name="T4" fmla="*/ 2 w 2528"/>
                <a:gd name="T5" fmla="*/ 1 h 455"/>
                <a:gd name="T6" fmla="*/ 0 w 2528"/>
                <a:gd name="T7" fmla="*/ 1 h 455"/>
                <a:gd name="T8" fmla="*/ 1 w 2528"/>
                <a:gd name="T9" fmla="*/ 0 h 4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528"/>
                <a:gd name="T16" fmla="*/ 0 h 455"/>
                <a:gd name="T17" fmla="*/ 2528 w 2528"/>
                <a:gd name="T18" fmla="*/ 455 h 455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528" h="455">
                  <a:moveTo>
                    <a:pt x="14" y="0"/>
                  </a:moveTo>
                  <a:lnTo>
                    <a:pt x="2528" y="341"/>
                  </a:lnTo>
                  <a:lnTo>
                    <a:pt x="2480" y="455"/>
                  </a:lnTo>
                  <a:lnTo>
                    <a:pt x="0" y="86"/>
                  </a:lnTo>
                  <a:lnTo>
                    <a:pt x="14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EAEAEA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1" name="Freeform 1070">
              <a:extLst>
                <a:ext uri="{FF2B5EF4-FFF2-40B4-BE49-F238E27FC236}">
                  <a16:creationId xmlns:a16="http://schemas.microsoft.com/office/drawing/2014/main" id="{1D5AA9CA-3334-2341-A3C4-E983724886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7" y="1562"/>
              <a:ext cx="425" cy="1024"/>
            </a:xfrm>
            <a:custGeom>
              <a:avLst/>
              <a:gdLst>
                <a:gd name="T0" fmla="*/ 1 w 702"/>
                <a:gd name="T1" fmla="*/ 0 h 1893"/>
                <a:gd name="T2" fmla="*/ 0 w 702"/>
                <a:gd name="T3" fmla="*/ 1 h 1893"/>
                <a:gd name="T4" fmla="*/ 1 w 702"/>
                <a:gd name="T5" fmla="*/ 1 h 1893"/>
                <a:gd name="T6" fmla="*/ 1 w 702"/>
                <a:gd name="T7" fmla="*/ 1 h 1893"/>
                <a:gd name="T8" fmla="*/ 1 w 702"/>
                <a:gd name="T9" fmla="*/ 0 h 189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02"/>
                <a:gd name="T16" fmla="*/ 0 h 1893"/>
                <a:gd name="T17" fmla="*/ 702 w 702"/>
                <a:gd name="T18" fmla="*/ 1893 h 1893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02" h="1893">
                  <a:moveTo>
                    <a:pt x="579" y="0"/>
                  </a:moveTo>
                  <a:lnTo>
                    <a:pt x="0" y="1869"/>
                  </a:lnTo>
                  <a:lnTo>
                    <a:pt x="114" y="1893"/>
                  </a:lnTo>
                  <a:lnTo>
                    <a:pt x="702" y="51"/>
                  </a:lnTo>
                  <a:lnTo>
                    <a:pt x="579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2" name="Freeform 1071">
              <a:extLst>
                <a:ext uri="{FF2B5EF4-FFF2-40B4-BE49-F238E27FC236}">
                  <a16:creationId xmlns:a16="http://schemas.microsoft.com/office/drawing/2014/main" id="{408815EA-3342-2D4A-AB4D-6A6AD669E0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4" y="1745"/>
              <a:ext cx="458" cy="1182"/>
            </a:xfrm>
            <a:custGeom>
              <a:avLst/>
              <a:gdLst>
                <a:gd name="T0" fmla="*/ 1 w 756"/>
                <a:gd name="T1" fmla="*/ 0 h 2184"/>
                <a:gd name="T2" fmla="*/ 1 w 756"/>
                <a:gd name="T3" fmla="*/ 1 h 2184"/>
                <a:gd name="T4" fmla="*/ 0 w 756"/>
                <a:gd name="T5" fmla="*/ 1 h 2184"/>
                <a:gd name="T6" fmla="*/ 1 w 756"/>
                <a:gd name="T7" fmla="*/ 1 h 2184"/>
                <a:gd name="T8" fmla="*/ 1 w 756"/>
                <a:gd name="T9" fmla="*/ 0 h 218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756"/>
                <a:gd name="T16" fmla="*/ 0 h 2184"/>
                <a:gd name="T17" fmla="*/ 756 w 756"/>
                <a:gd name="T18" fmla="*/ 2184 h 2184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756" h="2184">
                  <a:moveTo>
                    <a:pt x="756" y="0"/>
                  </a:moveTo>
                  <a:lnTo>
                    <a:pt x="138" y="2184"/>
                  </a:lnTo>
                  <a:lnTo>
                    <a:pt x="0" y="2148"/>
                  </a:lnTo>
                  <a:lnTo>
                    <a:pt x="606" y="78"/>
                  </a:lnTo>
                  <a:lnTo>
                    <a:pt x="756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chemeClr val="bg1"/>
                </a:gs>
              </a:gsLst>
              <a:lin ang="54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3" name="Freeform 1072">
              <a:extLst>
                <a:ext uri="{FF2B5EF4-FFF2-40B4-BE49-F238E27FC236}">
                  <a16:creationId xmlns:a16="http://schemas.microsoft.com/office/drawing/2014/main" id="{180DED07-429A-A242-A9E3-1BBEEAF42B0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2534"/>
              <a:ext cx="1680" cy="399"/>
            </a:xfrm>
            <a:custGeom>
              <a:avLst/>
              <a:gdLst>
                <a:gd name="T0" fmla="*/ 1 w 2773"/>
                <a:gd name="T1" fmla="*/ 0 h 738"/>
                <a:gd name="T2" fmla="*/ 0 w 2773"/>
                <a:gd name="T3" fmla="*/ 1 h 738"/>
                <a:gd name="T4" fmla="*/ 2 w 2773"/>
                <a:gd name="T5" fmla="*/ 1 h 738"/>
                <a:gd name="T6" fmla="*/ 2 w 2773"/>
                <a:gd name="T7" fmla="*/ 1 h 738"/>
                <a:gd name="T8" fmla="*/ 1 w 2773"/>
                <a:gd name="T9" fmla="*/ 0 h 7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773"/>
                <a:gd name="T16" fmla="*/ 0 h 738"/>
                <a:gd name="T17" fmla="*/ 2773 w 2773"/>
                <a:gd name="T18" fmla="*/ 738 h 7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773" h="738">
                  <a:moveTo>
                    <a:pt x="33" y="0"/>
                  </a:moveTo>
                  <a:lnTo>
                    <a:pt x="0" y="99"/>
                  </a:lnTo>
                  <a:lnTo>
                    <a:pt x="2436" y="738"/>
                  </a:lnTo>
                  <a:cubicBezTo>
                    <a:pt x="2499" y="501"/>
                    <a:pt x="2773" y="727"/>
                    <a:pt x="2373" y="603"/>
                  </a:cubicBezTo>
                  <a:lnTo>
                    <a:pt x="33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C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4" name="Freeform 1073">
              <a:extLst>
                <a:ext uri="{FF2B5EF4-FFF2-40B4-BE49-F238E27FC236}">
                  <a16:creationId xmlns:a16="http://schemas.microsoft.com/office/drawing/2014/main" id="{A86B5E1C-D4A7-804E-9345-DD2099CCFCD1}"/>
                </a:ext>
              </a:extLst>
            </p:cNvPr>
            <p:cNvSpPr>
              <a:spLocks/>
            </p:cNvSpPr>
            <p:nvPr/>
          </p:nvSpPr>
          <p:spPr bwMode="auto">
            <a:xfrm>
              <a:off x="3195" y="1755"/>
              <a:ext cx="429" cy="1187"/>
            </a:xfrm>
            <a:custGeom>
              <a:avLst/>
              <a:gdLst>
                <a:gd name="T0" fmla="*/ 2 w 637"/>
                <a:gd name="T1" fmla="*/ 0 h 1659"/>
                <a:gd name="T2" fmla="*/ 2 w 637"/>
                <a:gd name="T3" fmla="*/ 0 h 1659"/>
                <a:gd name="T4" fmla="*/ 1 w 637"/>
                <a:gd name="T5" fmla="*/ 15 h 1659"/>
                <a:gd name="T6" fmla="*/ 0 w 637"/>
                <a:gd name="T7" fmla="*/ 15 h 1659"/>
                <a:gd name="T8" fmla="*/ 2 w 637"/>
                <a:gd name="T9" fmla="*/ 0 h 16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37"/>
                <a:gd name="T16" fmla="*/ 0 h 1659"/>
                <a:gd name="T17" fmla="*/ 637 w 637"/>
                <a:gd name="T18" fmla="*/ 1659 h 1659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37" h="1659">
                  <a:moveTo>
                    <a:pt x="615" y="0"/>
                  </a:moveTo>
                  <a:lnTo>
                    <a:pt x="637" y="0"/>
                  </a:lnTo>
                  <a:lnTo>
                    <a:pt x="68" y="1659"/>
                  </a:lnTo>
                  <a:lnTo>
                    <a:pt x="0" y="1647"/>
                  </a:lnTo>
                  <a:lnTo>
                    <a:pt x="615" y="0"/>
                  </a:lnTo>
                  <a:close/>
                </a:path>
              </a:pathLst>
            </a:custGeom>
            <a:solidFill>
              <a:srgbClr val="4D4D4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5" name="Freeform 1074">
              <a:extLst>
                <a:ext uri="{FF2B5EF4-FFF2-40B4-BE49-F238E27FC236}">
                  <a16:creationId xmlns:a16="http://schemas.microsoft.com/office/drawing/2014/main" id="{278E44FF-9118-764F-B154-D54B6D088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4" y="2587"/>
              <a:ext cx="1494" cy="394"/>
            </a:xfrm>
            <a:custGeom>
              <a:avLst/>
              <a:gdLst>
                <a:gd name="T0" fmla="*/ 0 w 2216"/>
                <a:gd name="T1" fmla="*/ 0 h 550"/>
                <a:gd name="T2" fmla="*/ 1 w 2216"/>
                <a:gd name="T3" fmla="*/ 1 h 550"/>
                <a:gd name="T4" fmla="*/ 9 w 2216"/>
                <a:gd name="T5" fmla="*/ 5 h 550"/>
                <a:gd name="T6" fmla="*/ 9 w 2216"/>
                <a:gd name="T7" fmla="*/ 4 h 550"/>
                <a:gd name="T8" fmla="*/ 0 w 2216"/>
                <a:gd name="T9" fmla="*/ 0 h 5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216"/>
                <a:gd name="T16" fmla="*/ 0 h 550"/>
                <a:gd name="T17" fmla="*/ 2216 w 2216"/>
                <a:gd name="T18" fmla="*/ 550 h 55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216" h="550">
                  <a:moveTo>
                    <a:pt x="0" y="0"/>
                  </a:moveTo>
                  <a:lnTo>
                    <a:pt x="9" y="57"/>
                  </a:lnTo>
                  <a:lnTo>
                    <a:pt x="2164" y="550"/>
                  </a:lnTo>
                  <a:lnTo>
                    <a:pt x="2216" y="496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156" name="Group 1075">
              <a:extLst>
                <a:ext uri="{FF2B5EF4-FFF2-40B4-BE49-F238E27FC236}">
                  <a16:creationId xmlns:a16="http://schemas.microsoft.com/office/drawing/2014/main" id="{B07A4D51-63EA-ED46-9283-3C066C8F805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709" y="3008"/>
              <a:ext cx="507" cy="234"/>
              <a:chOff x="1740" y="2642"/>
              <a:chExt cx="752" cy="327"/>
            </a:xfrm>
          </p:grpSpPr>
          <p:sp>
            <p:nvSpPr>
              <p:cNvPr id="163" name="Freeform 1076">
                <a:extLst>
                  <a:ext uri="{FF2B5EF4-FFF2-40B4-BE49-F238E27FC236}">
                    <a16:creationId xmlns:a16="http://schemas.microsoft.com/office/drawing/2014/main" id="{362CE3DF-6498-9044-80D1-5B57C954B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0" y="2642"/>
                <a:ext cx="752" cy="327"/>
              </a:xfrm>
              <a:custGeom>
                <a:avLst/>
                <a:gdLst>
                  <a:gd name="T0" fmla="*/ 293 w 752"/>
                  <a:gd name="T1" fmla="*/ 0 h 327"/>
                  <a:gd name="T2" fmla="*/ 752 w 752"/>
                  <a:gd name="T3" fmla="*/ 124 h 327"/>
                  <a:gd name="T4" fmla="*/ 470 w 752"/>
                  <a:gd name="T5" fmla="*/ 327 h 327"/>
                  <a:gd name="T6" fmla="*/ 0 w 752"/>
                  <a:gd name="T7" fmla="*/ 183 h 327"/>
                  <a:gd name="T8" fmla="*/ 293 w 752"/>
                  <a:gd name="T9" fmla="*/ 0 h 3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2"/>
                  <a:gd name="T16" fmla="*/ 0 h 327"/>
                  <a:gd name="T17" fmla="*/ 752 w 752"/>
                  <a:gd name="T18" fmla="*/ 327 h 3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2" h="327">
                    <a:moveTo>
                      <a:pt x="293" y="0"/>
                    </a:moveTo>
                    <a:lnTo>
                      <a:pt x="752" y="124"/>
                    </a:lnTo>
                    <a:lnTo>
                      <a:pt x="470" y="327"/>
                    </a:lnTo>
                    <a:lnTo>
                      <a:pt x="0" y="183"/>
                    </a:lnTo>
                    <a:lnTo>
                      <a:pt x="293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4" name="Freeform 1077">
                <a:extLst>
                  <a:ext uri="{FF2B5EF4-FFF2-40B4-BE49-F238E27FC236}">
                    <a16:creationId xmlns:a16="http://schemas.microsoft.com/office/drawing/2014/main" id="{232B6CC8-39FA-8E41-89F9-D454D1953B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4" y="2649"/>
                <a:ext cx="726" cy="311"/>
              </a:xfrm>
              <a:custGeom>
                <a:avLst/>
                <a:gdLst>
                  <a:gd name="T0" fmla="*/ 282 w 726"/>
                  <a:gd name="T1" fmla="*/ 0 h 311"/>
                  <a:gd name="T2" fmla="*/ 726 w 726"/>
                  <a:gd name="T3" fmla="*/ 119 h 311"/>
                  <a:gd name="T4" fmla="*/ 457 w 726"/>
                  <a:gd name="T5" fmla="*/ 311 h 311"/>
                  <a:gd name="T6" fmla="*/ 0 w 726"/>
                  <a:gd name="T7" fmla="*/ 173 h 311"/>
                  <a:gd name="T8" fmla="*/ 282 w 726"/>
                  <a:gd name="T9" fmla="*/ 0 h 3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26"/>
                  <a:gd name="T16" fmla="*/ 0 h 311"/>
                  <a:gd name="T17" fmla="*/ 726 w 726"/>
                  <a:gd name="T18" fmla="*/ 311 h 31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26" h="311">
                    <a:moveTo>
                      <a:pt x="282" y="0"/>
                    </a:moveTo>
                    <a:lnTo>
                      <a:pt x="726" y="119"/>
                    </a:lnTo>
                    <a:lnTo>
                      <a:pt x="457" y="311"/>
                    </a:lnTo>
                    <a:lnTo>
                      <a:pt x="0" y="173"/>
                    </a:lnTo>
                    <a:lnTo>
                      <a:pt x="282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4D4D4D"/>
                  </a:gs>
                  <a:gs pos="100000">
                    <a:srgbClr val="DDDDDD"/>
                  </a:gs>
                </a:gsLst>
                <a:lin ang="189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5" name="Freeform 1078">
                <a:extLst>
                  <a:ext uri="{FF2B5EF4-FFF2-40B4-BE49-F238E27FC236}">
                    <a16:creationId xmlns:a16="http://schemas.microsoft.com/office/drawing/2014/main" id="{14BE6CD7-1B00-AE45-A0A2-B46139077D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8" y="2770"/>
                <a:ext cx="258" cy="100"/>
              </a:xfrm>
              <a:custGeom>
                <a:avLst/>
                <a:gdLst>
                  <a:gd name="T0" fmla="*/ 0 w 258"/>
                  <a:gd name="T1" fmla="*/ 44 h 100"/>
                  <a:gd name="T2" fmla="*/ 75 w 258"/>
                  <a:gd name="T3" fmla="*/ 0 h 100"/>
                  <a:gd name="T4" fmla="*/ 258 w 258"/>
                  <a:gd name="T5" fmla="*/ 50 h 100"/>
                  <a:gd name="T6" fmla="*/ 183 w 258"/>
                  <a:gd name="T7" fmla="*/ 100 h 100"/>
                  <a:gd name="T8" fmla="*/ 0 w 258"/>
                  <a:gd name="T9" fmla="*/ 44 h 1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0"/>
                  <a:gd name="T17" fmla="*/ 258 w 258"/>
                  <a:gd name="T18" fmla="*/ 100 h 10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0">
                    <a:moveTo>
                      <a:pt x="0" y="44"/>
                    </a:moveTo>
                    <a:lnTo>
                      <a:pt x="75" y="0"/>
                    </a:lnTo>
                    <a:lnTo>
                      <a:pt x="258" y="50"/>
                    </a:lnTo>
                    <a:lnTo>
                      <a:pt x="183" y="100"/>
                    </a:lnTo>
                    <a:lnTo>
                      <a:pt x="0" y="44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6" name="Freeform 1079">
                <a:extLst>
                  <a:ext uri="{FF2B5EF4-FFF2-40B4-BE49-F238E27FC236}">
                    <a16:creationId xmlns:a16="http://schemas.microsoft.com/office/drawing/2014/main" id="{17D2993A-DA09-154C-81CE-F00D6DF0DB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9" y="2816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7" name="Freeform 1080">
                <a:extLst>
                  <a:ext uri="{FF2B5EF4-FFF2-40B4-BE49-F238E27FC236}">
                    <a16:creationId xmlns:a16="http://schemas.microsoft.com/office/drawing/2014/main" id="{AD580132-3A72-CF47-B834-B58CA201F7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2834"/>
                <a:ext cx="258" cy="102"/>
              </a:xfrm>
              <a:custGeom>
                <a:avLst/>
                <a:gdLst>
                  <a:gd name="T0" fmla="*/ 0 w 258"/>
                  <a:gd name="T1" fmla="*/ 46 h 102"/>
                  <a:gd name="T2" fmla="*/ 71 w 258"/>
                  <a:gd name="T3" fmla="*/ 0 h 102"/>
                  <a:gd name="T4" fmla="*/ 258 w 258"/>
                  <a:gd name="T5" fmla="*/ 52 h 102"/>
                  <a:gd name="T6" fmla="*/ 183 w 258"/>
                  <a:gd name="T7" fmla="*/ 102 h 102"/>
                  <a:gd name="T8" fmla="*/ 0 w 258"/>
                  <a:gd name="T9" fmla="*/ 46 h 10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8"/>
                  <a:gd name="T16" fmla="*/ 0 h 102"/>
                  <a:gd name="T17" fmla="*/ 258 w 258"/>
                  <a:gd name="T18" fmla="*/ 102 h 10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8" h="102">
                    <a:moveTo>
                      <a:pt x="0" y="46"/>
                    </a:moveTo>
                    <a:lnTo>
                      <a:pt x="71" y="0"/>
                    </a:lnTo>
                    <a:lnTo>
                      <a:pt x="258" y="52"/>
                    </a:lnTo>
                    <a:lnTo>
                      <a:pt x="183" y="102"/>
                    </a:lnTo>
                    <a:lnTo>
                      <a:pt x="0" y="46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168" name="Freeform 1081">
                <a:extLst>
                  <a:ext uri="{FF2B5EF4-FFF2-40B4-BE49-F238E27FC236}">
                    <a16:creationId xmlns:a16="http://schemas.microsoft.com/office/drawing/2014/main" id="{E900C928-6E45-6449-A6C9-3DBE801B01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1" y="2882"/>
                <a:ext cx="194" cy="63"/>
              </a:xfrm>
              <a:custGeom>
                <a:avLst/>
                <a:gdLst>
                  <a:gd name="T0" fmla="*/ 12 w 194"/>
                  <a:gd name="T1" fmla="*/ 0 h 63"/>
                  <a:gd name="T2" fmla="*/ 194 w 194"/>
                  <a:gd name="T3" fmla="*/ 53 h 63"/>
                  <a:gd name="T4" fmla="*/ 180 w 194"/>
                  <a:gd name="T5" fmla="*/ 63 h 63"/>
                  <a:gd name="T6" fmla="*/ 0 w 194"/>
                  <a:gd name="T7" fmla="*/ 9 h 63"/>
                  <a:gd name="T8" fmla="*/ 12 w 194"/>
                  <a:gd name="T9" fmla="*/ 0 h 6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94"/>
                  <a:gd name="T16" fmla="*/ 0 h 63"/>
                  <a:gd name="T17" fmla="*/ 194 w 194"/>
                  <a:gd name="T18" fmla="*/ 63 h 6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94" h="63">
                    <a:moveTo>
                      <a:pt x="12" y="0"/>
                    </a:moveTo>
                    <a:lnTo>
                      <a:pt x="194" y="53"/>
                    </a:lnTo>
                    <a:lnTo>
                      <a:pt x="180" y="63"/>
                    </a:lnTo>
                    <a:lnTo>
                      <a:pt x="0" y="9"/>
                    </a:lnTo>
                    <a:lnTo>
                      <a:pt x="12" y="0"/>
                    </a:lnTo>
                    <a:close/>
                  </a:path>
                </a:pathLst>
              </a:custGeom>
              <a:solidFill>
                <a:srgbClr val="00009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157" name="Freeform 1082">
              <a:extLst>
                <a:ext uri="{FF2B5EF4-FFF2-40B4-BE49-F238E27FC236}">
                  <a16:creationId xmlns:a16="http://schemas.microsoft.com/office/drawing/2014/main" id="{1ECD1A08-63F7-2B4E-84E4-3FA628039E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7" y="3043"/>
              <a:ext cx="614" cy="514"/>
            </a:xfrm>
            <a:custGeom>
              <a:avLst/>
              <a:gdLst>
                <a:gd name="T0" fmla="*/ 1 w 990"/>
                <a:gd name="T1" fmla="*/ 2 h 792"/>
                <a:gd name="T2" fmla="*/ 1 w 990"/>
                <a:gd name="T3" fmla="*/ 0 h 792"/>
                <a:gd name="T4" fmla="*/ 1 w 990"/>
                <a:gd name="T5" fmla="*/ 1 h 792"/>
                <a:gd name="T6" fmla="*/ 0 w 990"/>
                <a:gd name="T7" fmla="*/ 2 h 792"/>
                <a:gd name="T8" fmla="*/ 1 w 990"/>
                <a:gd name="T9" fmla="*/ 2 h 7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990"/>
                <a:gd name="T16" fmla="*/ 0 h 792"/>
                <a:gd name="T17" fmla="*/ 990 w 990"/>
                <a:gd name="T18" fmla="*/ 792 h 79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990" h="792">
                  <a:moveTo>
                    <a:pt x="3" y="738"/>
                  </a:moveTo>
                  <a:lnTo>
                    <a:pt x="990" y="0"/>
                  </a:lnTo>
                  <a:lnTo>
                    <a:pt x="987" y="60"/>
                  </a:lnTo>
                  <a:lnTo>
                    <a:pt x="0" y="792"/>
                  </a:lnTo>
                  <a:lnTo>
                    <a:pt x="3" y="738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8" name="Freeform 1083">
              <a:extLst>
                <a:ext uri="{FF2B5EF4-FFF2-40B4-BE49-F238E27FC236}">
                  <a16:creationId xmlns:a16="http://schemas.microsoft.com/office/drawing/2014/main" id="{E0CE0778-AA7C-994B-8AC5-676F1A825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3084"/>
              <a:ext cx="1571" cy="469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4 w 2532"/>
                <a:gd name="T5" fmla="*/ 2 h 723"/>
                <a:gd name="T6" fmla="*/ 4 w 2532"/>
                <a:gd name="T7" fmla="*/ 2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59" name="Freeform 1084">
              <a:extLst>
                <a:ext uri="{FF2B5EF4-FFF2-40B4-BE49-F238E27FC236}">
                  <a16:creationId xmlns:a16="http://schemas.microsoft.com/office/drawing/2014/main" id="{D2A296F6-56E0-0141-8E63-F209F1106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1" y="2998"/>
              <a:ext cx="17" cy="95"/>
            </a:xfrm>
            <a:custGeom>
              <a:avLst/>
              <a:gdLst>
                <a:gd name="T0" fmla="*/ 1 w 26"/>
                <a:gd name="T1" fmla="*/ 1 h 147"/>
                <a:gd name="T2" fmla="*/ 1 w 26"/>
                <a:gd name="T3" fmla="*/ 1 h 147"/>
                <a:gd name="T4" fmla="*/ 0 w 26"/>
                <a:gd name="T5" fmla="*/ 1 h 147"/>
                <a:gd name="T6" fmla="*/ 1 w 26"/>
                <a:gd name="T7" fmla="*/ 0 h 147"/>
                <a:gd name="T8" fmla="*/ 1 w 26"/>
                <a:gd name="T9" fmla="*/ 1 h 14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6"/>
                <a:gd name="T16" fmla="*/ 0 h 147"/>
                <a:gd name="T17" fmla="*/ 26 w 26"/>
                <a:gd name="T18" fmla="*/ 147 h 147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6" h="147">
                  <a:moveTo>
                    <a:pt x="26" y="10"/>
                  </a:moveTo>
                  <a:lnTo>
                    <a:pt x="23" y="147"/>
                  </a:lnTo>
                  <a:lnTo>
                    <a:pt x="0" y="144"/>
                  </a:lnTo>
                  <a:lnTo>
                    <a:pt x="3" y="0"/>
                  </a:lnTo>
                  <a:lnTo>
                    <a:pt x="26" y="1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0" name="Freeform 1085">
              <a:extLst>
                <a:ext uri="{FF2B5EF4-FFF2-40B4-BE49-F238E27FC236}">
                  <a16:creationId xmlns:a16="http://schemas.microsoft.com/office/drawing/2014/main" id="{06824F88-EE84-D347-A023-F053DA4B2B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2" y="2611"/>
              <a:ext cx="730" cy="393"/>
            </a:xfrm>
            <a:custGeom>
              <a:avLst/>
              <a:gdLst>
                <a:gd name="T0" fmla="*/ 1 w 1176"/>
                <a:gd name="T1" fmla="*/ 0 h 606"/>
                <a:gd name="T2" fmla="*/ 0 w 1176"/>
                <a:gd name="T3" fmla="*/ 1 h 606"/>
                <a:gd name="T4" fmla="*/ 1 w 1176"/>
                <a:gd name="T5" fmla="*/ 1 h 606"/>
                <a:gd name="T6" fmla="*/ 1 w 1176"/>
                <a:gd name="T7" fmla="*/ 1 h 606"/>
                <a:gd name="T8" fmla="*/ 1 w 1176"/>
                <a:gd name="T9" fmla="*/ 0 h 60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176"/>
                <a:gd name="T16" fmla="*/ 0 h 606"/>
                <a:gd name="T17" fmla="*/ 1176 w 1176"/>
                <a:gd name="T18" fmla="*/ 606 h 60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176" h="606">
                  <a:moveTo>
                    <a:pt x="1170" y="0"/>
                  </a:moveTo>
                  <a:lnTo>
                    <a:pt x="0" y="597"/>
                  </a:lnTo>
                  <a:lnTo>
                    <a:pt x="30" y="606"/>
                  </a:lnTo>
                  <a:lnTo>
                    <a:pt x="1176" y="18"/>
                  </a:lnTo>
                  <a:lnTo>
                    <a:pt x="1170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1" name="Freeform 1086">
              <a:extLst>
                <a:ext uri="{FF2B5EF4-FFF2-40B4-BE49-F238E27FC236}">
                  <a16:creationId xmlns:a16="http://schemas.microsoft.com/office/drawing/2014/main" id="{36F4BB90-D696-0945-AC5D-7CBFD97A96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018"/>
              <a:ext cx="1490" cy="451"/>
            </a:xfrm>
            <a:custGeom>
              <a:avLst/>
              <a:gdLst>
                <a:gd name="T0" fmla="*/ 1 w 2532"/>
                <a:gd name="T1" fmla="*/ 0 h 723"/>
                <a:gd name="T2" fmla="*/ 1 w 2532"/>
                <a:gd name="T3" fmla="*/ 0 h 723"/>
                <a:gd name="T4" fmla="*/ 1 w 2532"/>
                <a:gd name="T5" fmla="*/ 1 h 723"/>
                <a:gd name="T6" fmla="*/ 1 w 2532"/>
                <a:gd name="T7" fmla="*/ 1 h 723"/>
                <a:gd name="T8" fmla="*/ 0 w 2532"/>
                <a:gd name="T9" fmla="*/ 1 h 723"/>
                <a:gd name="T10" fmla="*/ 1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62" name="Freeform 1087">
              <a:extLst>
                <a:ext uri="{FF2B5EF4-FFF2-40B4-BE49-F238E27FC236}">
                  <a16:creationId xmlns:a16="http://schemas.microsoft.com/office/drawing/2014/main" id="{9FC45AEE-F94E-2C41-BB56-2055DE618B24}"/>
                </a:ext>
              </a:extLst>
            </p:cNvPr>
            <p:cNvSpPr>
              <a:spLocks/>
            </p:cNvSpPr>
            <p:nvPr/>
          </p:nvSpPr>
          <p:spPr bwMode="auto">
            <a:xfrm flipV="1">
              <a:off x="2549" y="2986"/>
              <a:ext cx="608" cy="467"/>
            </a:xfrm>
            <a:custGeom>
              <a:avLst/>
              <a:gdLst>
                <a:gd name="T0" fmla="*/ 0 w 2532"/>
                <a:gd name="T1" fmla="*/ 0 h 723"/>
                <a:gd name="T2" fmla="*/ 0 w 2532"/>
                <a:gd name="T3" fmla="*/ 0 h 723"/>
                <a:gd name="T4" fmla="*/ 0 w 2532"/>
                <a:gd name="T5" fmla="*/ 2 h 723"/>
                <a:gd name="T6" fmla="*/ 0 w 2532"/>
                <a:gd name="T7" fmla="*/ 2 h 723"/>
                <a:gd name="T8" fmla="*/ 0 w 2532"/>
                <a:gd name="T9" fmla="*/ 1 h 723"/>
                <a:gd name="T10" fmla="*/ 0 w 2532"/>
                <a:gd name="T11" fmla="*/ 0 h 7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2532"/>
                <a:gd name="T19" fmla="*/ 0 h 723"/>
                <a:gd name="T20" fmla="*/ 2532 w 2532"/>
                <a:gd name="T21" fmla="*/ 723 h 723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532" h="723">
                  <a:moveTo>
                    <a:pt x="6" y="0"/>
                  </a:moveTo>
                  <a:cubicBezTo>
                    <a:pt x="16" y="0"/>
                    <a:pt x="26" y="0"/>
                    <a:pt x="36" y="0"/>
                  </a:cubicBezTo>
                  <a:lnTo>
                    <a:pt x="2532" y="678"/>
                  </a:lnTo>
                  <a:lnTo>
                    <a:pt x="2529" y="723"/>
                  </a:lnTo>
                  <a:lnTo>
                    <a:pt x="0" y="24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11" name="Slide Number Placeholder 2">
            <a:extLst>
              <a:ext uri="{FF2B5EF4-FFF2-40B4-BE49-F238E27FC236}">
                <a16:creationId xmlns:a16="http://schemas.microsoft.com/office/drawing/2014/main" id="{033BFF8E-A045-F641-9334-CFBF85BE3F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183449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9035B-463A-1E40-A130-AE9AA3E37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</a:t>
            </a:fld>
            <a:endParaRPr lang="en-US" dirty="0"/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File distribution: client-server vs P2P</a:t>
            </a:r>
            <a:endParaRPr lang="en-US" sz="4400" dirty="0"/>
          </a:p>
        </p:txBody>
      </p:sp>
      <p:sp>
        <p:nvSpPr>
          <p:cNvPr id="613" name="Rectangle 3">
            <a:extLst>
              <a:ext uri="{FF2B5EF4-FFF2-40B4-BE49-F238E27FC236}">
                <a16:creationId xmlns:a16="http://schemas.microsoft.com/office/drawing/2014/main" id="{D33C12FB-7815-3541-8A29-9A4570C91901}"/>
              </a:ext>
            </a:extLst>
          </p:cNvPr>
          <p:cNvSpPr txBox="1">
            <a:spLocks noChangeArrowheads="1"/>
          </p:cNvSpPr>
          <p:nvPr/>
        </p:nvSpPr>
        <p:spPr>
          <a:xfrm>
            <a:off x="863043" y="1302088"/>
            <a:ext cx="10515600" cy="12967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08013" indent="-542925">
              <a:buFont typeface="Wingdings" pitchFamily="2" charset="2"/>
              <a:buNone/>
            </a:pPr>
            <a:r>
              <a:rPr lang="en-US" altLang="en-US" sz="3200" i="1" u="sng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Q</a:t>
            </a: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:</a:t>
            </a:r>
            <a:r>
              <a:rPr lang="en-US" altLang="en-US" sz="3200" dirty="0">
                <a:ea typeface="ＭＳ Ｐゴシック" panose="020B0600070205080204" pitchFamily="34" charset="-128"/>
              </a:rPr>
              <a:t> how much time to distribute file (size </a:t>
            </a:r>
            <a:r>
              <a:rPr lang="en-US" altLang="en-US" sz="3200" i="1" dirty="0">
                <a:ea typeface="ＭＳ Ｐゴシック" panose="020B0600070205080204" pitchFamily="34" charset="-128"/>
              </a:rPr>
              <a:t>F</a:t>
            </a:r>
            <a:r>
              <a:rPr lang="en-US" altLang="en-US" sz="3200" dirty="0">
                <a:ea typeface="ＭＳ Ｐゴシック" panose="020B0600070205080204" pitchFamily="34" charset="-128"/>
              </a:rPr>
              <a:t>) from one server to  </a:t>
            </a:r>
            <a:r>
              <a:rPr lang="en-US" altLang="en-US" sz="3200" i="1" dirty="0">
                <a:ea typeface="ＭＳ Ｐゴシック" panose="020B0600070205080204" pitchFamily="34" charset="-128"/>
              </a:rPr>
              <a:t>N  peers</a:t>
            </a:r>
            <a:r>
              <a:rPr lang="en-US" altLang="en-US" sz="3200" dirty="0">
                <a:ea typeface="ＭＳ Ｐゴシック" panose="020B0600070205080204" pitchFamily="34" charset="-128"/>
              </a:rPr>
              <a:t>?</a:t>
            </a:r>
          </a:p>
          <a:p>
            <a:pPr marL="858838" lvl="1" indent="-238125"/>
            <a:r>
              <a:rPr lang="en-US" altLang="en-US" dirty="0">
                <a:ea typeface="ＭＳ Ｐゴシック" panose="020B0600070205080204" pitchFamily="34" charset="-128"/>
              </a:rPr>
              <a:t>peer upload/download capacity is limited resource</a:t>
            </a:r>
          </a:p>
        </p:txBody>
      </p:sp>
      <p:sp>
        <p:nvSpPr>
          <p:cNvPr id="749" name="Freeform 4">
            <a:extLst>
              <a:ext uri="{FF2B5EF4-FFF2-40B4-BE49-F238E27FC236}">
                <a16:creationId xmlns:a16="http://schemas.microsoft.com/office/drawing/2014/main" id="{5781B526-D87C-EC44-AD4E-445965AD662B}"/>
              </a:ext>
            </a:extLst>
          </p:cNvPr>
          <p:cNvSpPr>
            <a:spLocks/>
          </p:cNvSpPr>
          <p:nvPr/>
        </p:nvSpPr>
        <p:spPr bwMode="auto">
          <a:xfrm>
            <a:off x="4208462" y="4079079"/>
            <a:ext cx="3775075" cy="1755775"/>
          </a:xfrm>
          <a:custGeom>
            <a:avLst/>
            <a:gdLst>
              <a:gd name="T0" fmla="*/ 2147483647 w 1292"/>
              <a:gd name="T1" fmla="*/ 2147483647 h 1255"/>
              <a:gd name="T2" fmla="*/ 2147483647 w 1292"/>
              <a:gd name="T3" fmla="*/ 2147483647 h 1255"/>
              <a:gd name="T4" fmla="*/ 2147483647 w 1292"/>
              <a:gd name="T5" fmla="*/ 2147483647 h 1255"/>
              <a:gd name="T6" fmla="*/ 2147483647 w 1292"/>
              <a:gd name="T7" fmla="*/ 2147483647 h 1255"/>
              <a:gd name="T8" fmla="*/ 2147483647 w 1292"/>
              <a:gd name="T9" fmla="*/ 2147483647 h 1255"/>
              <a:gd name="T10" fmla="*/ 2147483647 w 1292"/>
              <a:gd name="T11" fmla="*/ 2147483647 h 1255"/>
              <a:gd name="T12" fmla="*/ 2147483647 w 1292"/>
              <a:gd name="T13" fmla="*/ 2147483647 h 1255"/>
              <a:gd name="T14" fmla="*/ 2147483647 w 1292"/>
              <a:gd name="T15" fmla="*/ 2147483647 h 1255"/>
              <a:gd name="T16" fmla="*/ 2147483647 w 1292"/>
              <a:gd name="T17" fmla="*/ 2147483647 h 1255"/>
              <a:gd name="T18" fmla="*/ 2147483647 w 1292"/>
              <a:gd name="T19" fmla="*/ 2147483647 h 1255"/>
              <a:gd name="T20" fmla="*/ 2147483647 w 1292"/>
              <a:gd name="T21" fmla="*/ 2147483647 h 1255"/>
              <a:gd name="T22" fmla="*/ 2147483647 w 1292"/>
              <a:gd name="T23" fmla="*/ 2147483647 h 1255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w 1292"/>
              <a:gd name="T37" fmla="*/ 0 h 1255"/>
              <a:gd name="T38" fmla="*/ 1292 w 1292"/>
              <a:gd name="T39" fmla="*/ 1255 h 1255"/>
            </a:gdLst>
            <a:ahLst/>
            <a:cxnLst>
              <a:cxn ang="T24">
                <a:pos x="T0" y="T1"/>
              </a:cxn>
              <a:cxn ang="T25">
                <a:pos x="T2" y="T3"/>
              </a:cxn>
              <a:cxn ang="T26">
                <a:pos x="T4" y="T5"/>
              </a:cxn>
              <a:cxn ang="T27">
                <a:pos x="T6" y="T7"/>
              </a:cxn>
              <a:cxn ang="T28">
                <a:pos x="T8" y="T9"/>
              </a:cxn>
              <a:cxn ang="T29">
                <a:pos x="T10" y="T11"/>
              </a:cxn>
              <a:cxn ang="T30">
                <a:pos x="T12" y="T13"/>
              </a:cxn>
              <a:cxn ang="T31">
                <a:pos x="T14" y="T15"/>
              </a:cxn>
              <a:cxn ang="T32">
                <a:pos x="T16" y="T17"/>
              </a:cxn>
              <a:cxn ang="T33">
                <a:pos x="T18" y="T19"/>
              </a:cxn>
              <a:cxn ang="T34">
                <a:pos x="T20" y="T21"/>
              </a:cxn>
              <a:cxn ang="T35">
                <a:pos x="T22" y="T23"/>
              </a:cxn>
            </a:cxnLst>
            <a:rect l="T36" t="T37" r="T38" b="T39"/>
            <a:pathLst>
              <a:path w="1292" h="1255">
                <a:moveTo>
                  <a:pt x="239" y="7"/>
                </a:moveTo>
                <a:cubicBezTo>
                  <a:pt x="120" y="14"/>
                  <a:pt x="70" y="71"/>
                  <a:pt x="35" y="157"/>
                </a:cubicBezTo>
                <a:cubicBezTo>
                  <a:pt x="0" y="243"/>
                  <a:pt x="26" y="411"/>
                  <a:pt x="29" y="523"/>
                </a:cubicBezTo>
                <a:cubicBezTo>
                  <a:pt x="32" y="635"/>
                  <a:pt x="17" y="771"/>
                  <a:pt x="53" y="829"/>
                </a:cubicBezTo>
                <a:cubicBezTo>
                  <a:pt x="89" y="887"/>
                  <a:pt x="146" y="821"/>
                  <a:pt x="245" y="871"/>
                </a:cubicBezTo>
                <a:cubicBezTo>
                  <a:pt x="344" y="921"/>
                  <a:pt x="522" y="1068"/>
                  <a:pt x="647" y="1129"/>
                </a:cubicBezTo>
                <a:cubicBezTo>
                  <a:pt x="772" y="1190"/>
                  <a:pt x="903" y="1255"/>
                  <a:pt x="995" y="1237"/>
                </a:cubicBezTo>
                <a:cubicBezTo>
                  <a:pt x="1087" y="1219"/>
                  <a:pt x="1153" y="1153"/>
                  <a:pt x="1199" y="1021"/>
                </a:cubicBezTo>
                <a:cubicBezTo>
                  <a:pt x="1245" y="889"/>
                  <a:pt x="1270" y="580"/>
                  <a:pt x="1271" y="445"/>
                </a:cubicBezTo>
                <a:cubicBezTo>
                  <a:pt x="1272" y="310"/>
                  <a:pt x="1292" y="266"/>
                  <a:pt x="1205" y="211"/>
                </a:cubicBezTo>
                <a:cubicBezTo>
                  <a:pt x="1118" y="156"/>
                  <a:pt x="908" y="150"/>
                  <a:pt x="749" y="115"/>
                </a:cubicBezTo>
                <a:cubicBezTo>
                  <a:pt x="590" y="80"/>
                  <a:pt x="358" y="0"/>
                  <a:pt x="239" y="7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0" name="Line 14">
            <a:extLst>
              <a:ext uri="{FF2B5EF4-FFF2-40B4-BE49-F238E27FC236}">
                <a16:creationId xmlns:a16="http://schemas.microsoft.com/office/drawing/2014/main" id="{88305A7F-251D-B74C-8F8E-CCB1F71A8C69}"/>
              </a:ext>
            </a:extLst>
          </p:cNvPr>
          <p:cNvSpPr>
            <a:spLocks noChangeShapeType="1"/>
          </p:cNvSpPr>
          <p:nvPr/>
        </p:nvSpPr>
        <p:spPr bwMode="auto">
          <a:xfrm>
            <a:off x="3743324" y="4042566"/>
            <a:ext cx="803275" cy="31115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1" name="Text Box 15">
            <a:extLst>
              <a:ext uri="{FF2B5EF4-FFF2-40B4-BE49-F238E27FC236}">
                <a16:creationId xmlns:a16="http://schemas.microsoft.com/office/drawing/2014/main" id="{B8157757-C95F-CB42-9942-11A4F3D252C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27487" y="3840954"/>
            <a:ext cx="412292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u</a:t>
            </a:r>
            <a:r>
              <a:rPr kumimoji="0" lang="en-US" altLang="en-US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</a:t>
            </a:r>
          </a:p>
        </p:txBody>
      </p:sp>
      <p:sp>
        <p:nvSpPr>
          <p:cNvPr id="752" name="Line 39">
            <a:extLst>
              <a:ext uri="{FF2B5EF4-FFF2-40B4-BE49-F238E27FC236}">
                <a16:creationId xmlns:a16="http://schemas.microsoft.com/office/drawing/2014/main" id="{33B391C4-AA6E-EF49-929E-18C688BE0299}"/>
              </a:ext>
            </a:extLst>
          </p:cNvPr>
          <p:cNvSpPr>
            <a:spLocks noChangeShapeType="1"/>
          </p:cNvSpPr>
          <p:nvPr/>
        </p:nvSpPr>
        <p:spPr bwMode="auto">
          <a:xfrm>
            <a:off x="3300412" y="4953791"/>
            <a:ext cx="10160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3" name="Line 40">
            <a:extLst>
              <a:ext uri="{FF2B5EF4-FFF2-40B4-BE49-F238E27FC236}">
                <a16:creationId xmlns:a16="http://schemas.microsoft.com/office/drawing/2014/main" id="{55D5EF82-1A60-6045-9491-ACB495A754FE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355974" y="5101429"/>
            <a:ext cx="1003300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4" name="Text Box 41">
            <a:extLst>
              <a:ext uri="{FF2B5EF4-FFF2-40B4-BE49-F238E27FC236}">
                <a16:creationId xmlns:a16="http://schemas.microsoft.com/office/drawing/2014/main" id="{551344A9-80D5-6B4D-8C5F-1C743F9C41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89337" y="4564854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u</a:t>
            </a:r>
            <a:r>
              <a:rPr kumimoji="0" lang="en-US" altLang="en-US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</a:p>
        </p:txBody>
      </p:sp>
      <p:sp>
        <p:nvSpPr>
          <p:cNvPr id="755" name="Text Box 42">
            <a:extLst>
              <a:ext uri="{FF2B5EF4-FFF2-40B4-BE49-F238E27FC236}">
                <a16:creationId xmlns:a16="http://schemas.microsoft.com/office/drawing/2014/main" id="{DA13FA8F-3C26-0B46-A3A1-BC7065C4DDF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70287" y="5079204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kumimoji="0" lang="en-US" altLang="en-US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N</a:t>
            </a:r>
          </a:p>
        </p:txBody>
      </p:sp>
      <p:sp>
        <p:nvSpPr>
          <p:cNvPr id="756" name="Text Box 43">
            <a:extLst>
              <a:ext uri="{FF2B5EF4-FFF2-40B4-BE49-F238E27FC236}">
                <a16:creationId xmlns:a16="http://schemas.microsoft.com/office/drawing/2014/main" id="{1E15BC0C-6AFB-CF4C-B899-707280EA49E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0224" y="4063204"/>
            <a:ext cx="1173163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server</a:t>
            </a:r>
            <a:endParaRPr kumimoji="0" lang="en-US" altLang="en-US" b="0" i="0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7" name="Text Box 44">
            <a:extLst>
              <a:ext uri="{FF2B5EF4-FFF2-40B4-BE49-F238E27FC236}">
                <a16:creationId xmlns:a16="http://schemas.microsoft.com/office/drawing/2014/main" id="{B744D31B-0064-CC4C-813B-2342EBCCC1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5759" y="4590254"/>
            <a:ext cx="2834430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network (with abundant</a:t>
            </a:r>
          </a:p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 bandwidth)</a:t>
            </a:r>
          </a:p>
        </p:txBody>
      </p:sp>
      <p:sp>
        <p:nvSpPr>
          <p:cNvPr id="758" name="Text Box 47">
            <a:extLst>
              <a:ext uri="{FF2B5EF4-FFF2-40B4-BE49-F238E27FC236}">
                <a16:creationId xmlns:a16="http://schemas.microsoft.com/office/drawing/2014/main" id="{3CFD7627-4852-C14C-83FC-5338E04E251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78049" y="3815554"/>
            <a:ext cx="1397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file, size F</a:t>
            </a:r>
            <a:endParaRPr kumimoji="0" lang="en-US" altLang="en-US" sz="1800" b="0" i="1" u="none" strike="noStrike" kern="0" cap="none" spc="0" normalizeH="0" baseline="-2500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59" name="Text Box 49">
            <a:extLst>
              <a:ext uri="{FF2B5EF4-FFF2-40B4-BE49-F238E27FC236}">
                <a16:creationId xmlns:a16="http://schemas.microsoft.com/office/drawing/2014/main" id="{59DA6353-13D5-E042-BEEE-6FF767E864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48953" y="2641737"/>
            <a:ext cx="2486510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u</a:t>
            </a:r>
            <a:r>
              <a:rPr kumimoji="0" lang="en-US" altLang="en-US" sz="2400" b="1" i="1" u="none" strike="noStrike" kern="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s</a:t>
            </a:r>
            <a:r>
              <a:rPr kumimoji="0" lang="en-US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: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server upload capacity</a:t>
            </a:r>
            <a:endParaRPr kumimoji="0" lang="en-US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760" name="Text Box 50">
            <a:extLst>
              <a:ext uri="{FF2B5EF4-FFF2-40B4-BE49-F238E27FC236}">
                <a16:creationId xmlns:a16="http://schemas.microsoft.com/office/drawing/2014/main" id="{51F84BDF-7DCA-0A43-ACDB-9BE7083915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01024" y="5482429"/>
            <a:ext cx="2590800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1" u="none" strike="noStrike" kern="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u</a:t>
            </a:r>
            <a:r>
              <a:rPr kumimoji="0" lang="en-US" altLang="en-US" sz="2400" b="1" i="1" u="none" strike="noStrike" kern="0" cap="none" spc="0" normalizeH="0" baseline="-2500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i</a:t>
            </a:r>
            <a:r>
              <a:rPr kumimoji="0" lang="en-US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: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peer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i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upload capacity</a:t>
            </a:r>
          </a:p>
        </p:txBody>
      </p:sp>
      <p:sp>
        <p:nvSpPr>
          <p:cNvPr id="761" name="Text Box 51">
            <a:extLst>
              <a:ext uri="{FF2B5EF4-FFF2-40B4-BE49-F238E27FC236}">
                <a16:creationId xmlns:a16="http://schemas.microsoft.com/office/drawing/2014/main" id="{A5D79A43-11C7-6349-BEB0-7438447D9B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63868" y="3463243"/>
            <a:ext cx="2743200" cy="7229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d</a:t>
            </a:r>
            <a:r>
              <a:rPr kumimoji="0" lang="en-US" altLang="en-US" sz="2400" b="1" i="1" u="none" strike="noStrike" kern="0" cap="none" spc="0" normalizeH="0" baseline="-2500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i</a:t>
            </a:r>
            <a:r>
              <a:rPr kumimoji="0" lang="en-US" altLang="en-US" sz="2400" b="1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: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peer </a:t>
            </a:r>
            <a:r>
              <a:rPr kumimoji="0" lang="en-US" altLang="en-US" sz="2400" b="0" i="0" u="none" strike="noStrike" kern="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i</a:t>
            </a:r>
            <a:r>
              <a:rPr kumimoji="0" lang="en-US" altLang="en-US" sz="24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ＭＳ Ｐゴシック" panose="020B0600070205080204" pitchFamily="34" charset="-128"/>
              </a:rPr>
              <a:t> download capacity</a:t>
            </a:r>
            <a:endParaRPr kumimoji="0" lang="en-US" altLang="en-US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762" name="AutoShape 327">
            <a:extLst>
              <a:ext uri="{FF2B5EF4-FFF2-40B4-BE49-F238E27FC236}">
                <a16:creationId xmlns:a16="http://schemas.microsoft.com/office/drawing/2014/main" id="{369AE872-BFBD-8443-A484-E1FE4F07BC7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87637" y="3261516"/>
            <a:ext cx="592137" cy="581025"/>
          </a:xfrm>
          <a:prstGeom prst="can">
            <a:avLst>
              <a:gd name="adj" fmla="val 20218"/>
            </a:avLst>
          </a:prstGeom>
          <a:gradFill rotWithShape="1">
            <a:gsLst>
              <a:gs pos="0">
                <a:srgbClr val="000099"/>
              </a:gs>
              <a:gs pos="100000">
                <a:srgbClr val="FFFFFF"/>
              </a:gs>
            </a:gsLst>
            <a:lin ang="0" scaled="1"/>
          </a:gra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763" name="Group 76">
            <a:extLst>
              <a:ext uri="{FF2B5EF4-FFF2-40B4-BE49-F238E27FC236}">
                <a16:creationId xmlns:a16="http://schemas.microsoft.com/office/drawing/2014/main" id="{1E070762-6E91-C249-87E6-742CA28F4553}"/>
              </a:ext>
            </a:extLst>
          </p:cNvPr>
          <p:cNvGrpSpPr>
            <a:grpSpLocks/>
          </p:cNvGrpSpPr>
          <p:nvPr/>
        </p:nvGrpSpPr>
        <p:grpSpPr bwMode="auto">
          <a:xfrm>
            <a:off x="5422899" y="3539329"/>
            <a:ext cx="2138363" cy="903287"/>
            <a:chOff x="2204" y="2030"/>
            <a:chExt cx="1347" cy="774"/>
          </a:xfrm>
        </p:grpSpPr>
        <p:sp>
          <p:nvSpPr>
            <p:cNvPr id="764" name="Text Box 19">
              <a:extLst>
                <a:ext uri="{FF2B5EF4-FFF2-40B4-BE49-F238E27FC236}">
                  <a16:creationId xmlns:a16="http://schemas.microsoft.com/office/drawing/2014/main" id="{616B15BE-44B0-0344-B31F-91A938627F5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56" y="2271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u</a:t>
              </a:r>
              <a:r>
                <a:rPr kumimoji="0" lang="en-US" altLang="en-US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2</a:t>
              </a:r>
            </a:p>
          </p:txBody>
        </p:sp>
        <p:sp>
          <p:nvSpPr>
            <p:cNvPr id="765" name="Line 22">
              <a:extLst>
                <a:ext uri="{FF2B5EF4-FFF2-40B4-BE49-F238E27FC236}">
                  <a16:creationId xmlns:a16="http://schemas.microsoft.com/office/drawing/2014/main" id="{468AACC5-62A5-624B-8074-C32AC02B5E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97" y="2133"/>
              <a:ext cx="200" cy="6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66" name="Line 23">
              <a:extLst>
                <a:ext uri="{FF2B5EF4-FFF2-40B4-BE49-F238E27FC236}">
                  <a16:creationId xmlns:a16="http://schemas.microsoft.com/office/drawing/2014/main" id="{6ADDCF08-0E06-944A-88C1-8C3B5B0B51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082" y="2141"/>
              <a:ext cx="208" cy="6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67" name="Text Box 24">
              <a:extLst>
                <a:ext uri="{FF2B5EF4-FFF2-40B4-BE49-F238E27FC236}">
                  <a16:creationId xmlns:a16="http://schemas.microsoft.com/office/drawing/2014/main" id="{0F3475ED-2A92-4E41-84C3-7C019E7EFE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67" y="2332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d</a:t>
              </a:r>
              <a:r>
                <a:rPr kumimoji="0" lang="en-US" altLang="en-US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2</a:t>
              </a:r>
            </a:p>
          </p:txBody>
        </p:sp>
        <p:sp>
          <p:nvSpPr>
            <p:cNvPr id="768" name="Text Box 19">
              <a:extLst>
                <a:ext uri="{FF2B5EF4-FFF2-40B4-BE49-F238E27FC236}">
                  <a16:creationId xmlns:a16="http://schemas.microsoft.com/office/drawing/2014/main" id="{0B070290-50F4-544A-8EB8-39FD5D7075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04" y="2167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u</a:t>
              </a:r>
              <a:r>
                <a:rPr kumimoji="0" lang="en-US" altLang="en-US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1</a:t>
              </a:r>
            </a:p>
          </p:txBody>
        </p:sp>
        <p:sp>
          <p:nvSpPr>
            <p:cNvPr id="769" name="Line 22">
              <a:extLst>
                <a:ext uri="{FF2B5EF4-FFF2-40B4-BE49-F238E27FC236}">
                  <a16:creationId xmlns:a16="http://schemas.microsoft.com/office/drawing/2014/main" id="{EDD90978-FEC1-EC4A-9B82-FE08AA88213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345" y="2030"/>
              <a:ext cx="200" cy="65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70" name="Line 23">
              <a:extLst>
                <a:ext uri="{FF2B5EF4-FFF2-40B4-BE49-F238E27FC236}">
                  <a16:creationId xmlns:a16="http://schemas.microsoft.com/office/drawing/2014/main" id="{D06A7A37-85E1-7F49-8794-07F8D4C654D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2430" y="2038"/>
              <a:ext cx="208" cy="6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71" name="Text Box 24">
              <a:extLst>
                <a:ext uri="{FF2B5EF4-FFF2-40B4-BE49-F238E27FC236}">
                  <a16:creationId xmlns:a16="http://schemas.microsoft.com/office/drawing/2014/main" id="{EB274E98-7508-9441-B445-9BFA8D56FBF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515" y="2229"/>
              <a:ext cx="384" cy="3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d</a:t>
              </a:r>
              <a:r>
                <a:rPr kumimoji="0" lang="en-US" altLang="en-US" b="0" i="1" u="none" strike="noStrike" kern="0" cap="none" spc="0" normalizeH="0" baseline="-2500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rPr>
                <a:t>1</a:t>
              </a:r>
            </a:p>
          </p:txBody>
        </p:sp>
      </p:grpSp>
      <p:sp>
        <p:nvSpPr>
          <p:cNvPr id="772" name="Line 72">
            <a:extLst>
              <a:ext uri="{FF2B5EF4-FFF2-40B4-BE49-F238E27FC236}">
                <a16:creationId xmlns:a16="http://schemas.microsoft.com/office/drawing/2014/main" id="{47A84A96-E7A3-1843-B72F-6E2E41F4ECFC}"/>
              </a:ext>
            </a:extLst>
          </p:cNvPr>
          <p:cNvSpPr>
            <a:spLocks noChangeShapeType="1"/>
          </p:cNvSpPr>
          <p:nvPr/>
        </p:nvSpPr>
        <p:spPr bwMode="auto">
          <a:xfrm>
            <a:off x="7954962" y="4758529"/>
            <a:ext cx="11652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73" name="Line 73">
            <a:extLst>
              <a:ext uri="{FF2B5EF4-FFF2-40B4-BE49-F238E27FC236}">
                <a16:creationId xmlns:a16="http://schemas.microsoft.com/office/drawing/2014/main" id="{13604104-CB34-D540-BE37-408B7E70081B}"/>
              </a:ext>
            </a:extLst>
          </p:cNvPr>
          <p:cNvSpPr>
            <a:spLocks noChangeShapeType="1"/>
          </p:cNvSpPr>
          <p:nvPr/>
        </p:nvSpPr>
        <p:spPr bwMode="auto">
          <a:xfrm>
            <a:off x="7962899" y="4910929"/>
            <a:ext cx="1165225" cy="0"/>
          </a:xfrm>
          <a:prstGeom prst="line">
            <a:avLst/>
          </a:prstGeom>
          <a:noFill/>
          <a:ln w="19050">
            <a:solidFill>
              <a:srgbClr val="000000"/>
            </a:solidFill>
            <a:round/>
            <a:headEnd type="triangle" w="med" len="med"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74" name="Text Box 41">
            <a:extLst>
              <a:ext uri="{FF2B5EF4-FFF2-40B4-BE49-F238E27FC236}">
                <a16:creationId xmlns:a16="http://schemas.microsoft.com/office/drawing/2014/main" id="{6AECF13A-63DD-6440-9CEA-60EFAAE2DE1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15299" y="4347366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d</a:t>
            </a:r>
            <a:r>
              <a:rPr kumimoji="0" lang="en-US" altLang="en-US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</a:p>
        </p:txBody>
      </p:sp>
      <p:sp>
        <p:nvSpPr>
          <p:cNvPr id="775" name="Text Box 41">
            <a:extLst>
              <a:ext uri="{FF2B5EF4-FFF2-40B4-BE49-F238E27FC236}">
                <a16:creationId xmlns:a16="http://schemas.microsoft.com/office/drawing/2014/main" id="{B1B85AB8-3F48-6B40-9E0F-095E131ACC5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39112" y="4880766"/>
            <a:ext cx="609600" cy="40011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b="0" i="1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u</a:t>
            </a:r>
            <a:r>
              <a:rPr kumimoji="0" lang="en-US" altLang="en-US" b="0" i="1" u="none" strike="noStrike" kern="0" cap="none" spc="0" normalizeH="0" baseline="-2500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rPr>
              <a:t>i</a:t>
            </a:r>
          </a:p>
        </p:txBody>
      </p:sp>
      <p:sp>
        <p:nvSpPr>
          <p:cNvPr id="776" name="Line 77">
            <a:extLst>
              <a:ext uri="{FF2B5EF4-FFF2-40B4-BE49-F238E27FC236}">
                <a16:creationId xmlns:a16="http://schemas.microsoft.com/office/drawing/2014/main" id="{04740FC7-F24A-9E49-ABD5-CC405E4D6CE3}"/>
              </a:ext>
            </a:extLst>
          </p:cNvPr>
          <p:cNvSpPr>
            <a:spLocks noChangeShapeType="1"/>
          </p:cNvSpPr>
          <p:nvPr/>
        </p:nvSpPr>
        <p:spPr bwMode="auto">
          <a:xfrm>
            <a:off x="4189412" y="3223416"/>
            <a:ext cx="0" cy="6635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77" name="Line 78">
            <a:extLst>
              <a:ext uri="{FF2B5EF4-FFF2-40B4-BE49-F238E27FC236}">
                <a16:creationId xmlns:a16="http://schemas.microsoft.com/office/drawing/2014/main" id="{644C7641-7528-D04F-B35B-B86B81EEAE45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402637" y="4137816"/>
            <a:ext cx="369887" cy="41433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sp>
        <p:nvSpPr>
          <p:cNvPr id="778" name="Line 79">
            <a:extLst>
              <a:ext uri="{FF2B5EF4-FFF2-40B4-BE49-F238E27FC236}">
                <a16:creationId xmlns:a16="http://schemas.microsoft.com/office/drawing/2014/main" id="{21210937-40A2-D945-A261-60D041388D1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8432799" y="5083966"/>
            <a:ext cx="369888" cy="414338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</a:pPr>
            <a:endParaRPr lang="en-US" sz="2400">
              <a:solidFill>
                <a:srgbClr val="000000"/>
              </a:solidFill>
              <a:latin typeface="Arial" panose="020B0604020202020204" pitchFamily="34" charset="0"/>
              <a:ea typeface="ＭＳ Ｐゴシック" panose="020B0600070205080204" pitchFamily="34" charset="-128"/>
            </a:endParaRPr>
          </a:p>
        </p:txBody>
      </p:sp>
      <p:grpSp>
        <p:nvGrpSpPr>
          <p:cNvPr id="779" name="Group 81">
            <a:extLst>
              <a:ext uri="{FF2B5EF4-FFF2-40B4-BE49-F238E27FC236}">
                <a16:creationId xmlns:a16="http://schemas.microsoft.com/office/drawing/2014/main" id="{70E00E57-2D7F-E34A-A62C-8B64AA1FAC60}"/>
              </a:ext>
            </a:extLst>
          </p:cNvPr>
          <p:cNvGrpSpPr>
            <a:grpSpLocks/>
          </p:cNvGrpSpPr>
          <p:nvPr/>
        </p:nvGrpSpPr>
        <p:grpSpPr bwMode="auto">
          <a:xfrm>
            <a:off x="3459162" y="3323429"/>
            <a:ext cx="465137" cy="803275"/>
            <a:chOff x="4140" y="429"/>
            <a:chExt cx="1425" cy="2396"/>
          </a:xfrm>
        </p:grpSpPr>
        <p:sp>
          <p:nvSpPr>
            <p:cNvPr id="780" name="Freeform 82">
              <a:extLst>
                <a:ext uri="{FF2B5EF4-FFF2-40B4-BE49-F238E27FC236}">
                  <a16:creationId xmlns:a16="http://schemas.microsoft.com/office/drawing/2014/main" id="{79E2F9B0-711F-DE4C-965B-924CC303B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81" name="Rectangle 83">
              <a:extLst>
                <a:ext uri="{FF2B5EF4-FFF2-40B4-BE49-F238E27FC236}">
                  <a16:creationId xmlns:a16="http://schemas.microsoft.com/office/drawing/2014/main" id="{F06DAE2F-17DE-D941-923C-E70BDCB41B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429"/>
              <a:ext cx="1046" cy="2282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82" name="Freeform 84">
              <a:extLst>
                <a:ext uri="{FF2B5EF4-FFF2-40B4-BE49-F238E27FC236}">
                  <a16:creationId xmlns:a16="http://schemas.microsoft.com/office/drawing/2014/main" id="{946A9E21-9E85-934A-A686-0A8D135B290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83" name="Freeform 85">
              <a:extLst>
                <a:ext uri="{FF2B5EF4-FFF2-40B4-BE49-F238E27FC236}">
                  <a16:creationId xmlns:a16="http://schemas.microsoft.com/office/drawing/2014/main" id="{72BE6A9C-0FBC-364A-A7ED-A2A6F0179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84" name="Rectangle 86">
              <a:extLst>
                <a:ext uri="{FF2B5EF4-FFF2-40B4-BE49-F238E27FC236}">
                  <a16:creationId xmlns:a16="http://schemas.microsoft.com/office/drawing/2014/main" id="{6408A6CA-7347-8E43-98E8-BCFA043840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3" y="694"/>
              <a:ext cx="593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787" name="Group 87">
              <a:extLst>
                <a:ext uri="{FF2B5EF4-FFF2-40B4-BE49-F238E27FC236}">
                  <a16:creationId xmlns:a16="http://schemas.microsoft.com/office/drawing/2014/main" id="{3BB80181-EFB9-654A-9C2B-37611F58AC5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822" name="AutoShape 88">
                <a:extLst>
                  <a:ext uri="{FF2B5EF4-FFF2-40B4-BE49-F238E27FC236}">
                    <a16:creationId xmlns:a16="http://schemas.microsoft.com/office/drawing/2014/main" id="{755E2639-6DC2-B445-8BA7-4A95A040D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6"/>
                <a:ext cx="728" cy="141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24" name="AutoShape 89">
                <a:extLst>
                  <a:ext uri="{FF2B5EF4-FFF2-40B4-BE49-F238E27FC236}">
                    <a16:creationId xmlns:a16="http://schemas.microsoft.com/office/drawing/2014/main" id="{60B2F854-EFB8-E64E-8D27-5F6F8D396A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788" name="Rectangle 90">
              <a:extLst>
                <a:ext uri="{FF2B5EF4-FFF2-40B4-BE49-F238E27FC236}">
                  <a16:creationId xmlns:a16="http://schemas.microsoft.com/office/drawing/2014/main" id="{57F9C28A-1132-144B-9916-B507ADCEDDF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1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789" name="Group 91">
              <a:extLst>
                <a:ext uri="{FF2B5EF4-FFF2-40B4-BE49-F238E27FC236}">
                  <a16:creationId xmlns:a16="http://schemas.microsoft.com/office/drawing/2014/main" id="{5E2EEB51-C433-4146-9A07-B904C9EFB0A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820" name="AutoShape 92">
                <a:extLst>
                  <a:ext uri="{FF2B5EF4-FFF2-40B4-BE49-F238E27FC236}">
                    <a16:creationId xmlns:a16="http://schemas.microsoft.com/office/drawing/2014/main" id="{3A27EE24-9EA3-5849-AF8B-3DE9ED4D0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6"/>
                <a:ext cx="722" cy="142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21" name="AutoShape 93">
                <a:extLst>
                  <a:ext uri="{FF2B5EF4-FFF2-40B4-BE49-F238E27FC236}">
                    <a16:creationId xmlns:a16="http://schemas.microsoft.com/office/drawing/2014/main" id="{6AFF8567-F6C4-0747-BA7C-1662595446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3" y="2581"/>
                <a:ext cx="686" cy="10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790" name="Rectangle 94">
              <a:extLst>
                <a:ext uri="{FF2B5EF4-FFF2-40B4-BE49-F238E27FC236}">
                  <a16:creationId xmlns:a16="http://schemas.microsoft.com/office/drawing/2014/main" id="{481071F4-7660-1F49-867C-3C721C3F028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57"/>
              <a:ext cx="593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91" name="Rectangle 95">
              <a:extLst>
                <a:ext uri="{FF2B5EF4-FFF2-40B4-BE49-F238E27FC236}">
                  <a16:creationId xmlns:a16="http://schemas.microsoft.com/office/drawing/2014/main" id="{F9E573B0-F1E0-0244-84F0-5D9DC86D8E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8" y="1655"/>
              <a:ext cx="598" cy="47"/>
            </a:xfrm>
            <a:prstGeom prst="rect">
              <a:avLst/>
            </a:prstGeom>
            <a:solidFill>
              <a:srgbClr val="000000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793" name="Group 96">
              <a:extLst>
                <a:ext uri="{FF2B5EF4-FFF2-40B4-BE49-F238E27FC236}">
                  <a16:creationId xmlns:a16="http://schemas.microsoft.com/office/drawing/2014/main" id="{60F43234-7837-E047-B8D9-B93960C93F0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815" name="AutoShape 97">
                <a:extLst>
                  <a:ext uri="{FF2B5EF4-FFF2-40B4-BE49-F238E27FC236}">
                    <a16:creationId xmlns:a16="http://schemas.microsoft.com/office/drawing/2014/main" id="{AA061C9E-39EE-B14D-A8E3-104E27013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8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17" name="AutoShape 98">
                <a:extLst>
                  <a:ext uri="{FF2B5EF4-FFF2-40B4-BE49-F238E27FC236}">
                    <a16:creationId xmlns:a16="http://schemas.microsoft.com/office/drawing/2014/main" id="{12C304B6-6E69-644F-91BB-9F1C86D1DB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5"/>
                <a:ext cx="691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794" name="Freeform 99">
              <a:extLst>
                <a:ext uri="{FF2B5EF4-FFF2-40B4-BE49-F238E27FC236}">
                  <a16:creationId xmlns:a16="http://schemas.microsoft.com/office/drawing/2014/main" id="{D5358657-0340-9248-AA9C-2F41E4340A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grpSp>
          <p:nvGrpSpPr>
            <p:cNvPr id="796" name="Group 100">
              <a:extLst>
                <a:ext uri="{FF2B5EF4-FFF2-40B4-BE49-F238E27FC236}">
                  <a16:creationId xmlns:a16="http://schemas.microsoft.com/office/drawing/2014/main" id="{87CDCAD0-C1B4-8646-B58D-6CD9FF24326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12" name="AutoShape 101">
                <a:extLst>
                  <a:ext uri="{FF2B5EF4-FFF2-40B4-BE49-F238E27FC236}">
                    <a16:creationId xmlns:a16="http://schemas.microsoft.com/office/drawing/2014/main" id="{53F473DF-D46D-0345-9F7F-49F5BE50C9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70"/>
                <a:ext cx="727" cy="137"/>
              </a:xfrm>
              <a:prstGeom prst="roundRect">
                <a:avLst>
                  <a:gd name="adj" fmla="val 50000"/>
                </a:avLst>
              </a:prstGeom>
              <a:solidFill>
                <a:srgbClr val="00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814" name="AutoShape 102">
                <a:extLst>
                  <a:ext uri="{FF2B5EF4-FFF2-40B4-BE49-F238E27FC236}">
                    <a16:creationId xmlns:a16="http://schemas.microsoft.com/office/drawing/2014/main" id="{EF047A49-61C2-3A41-8A53-6F24E9E5C0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1" y="2584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sp>
          <p:nvSpPr>
            <p:cNvPr id="797" name="Rectangle 103">
              <a:extLst>
                <a:ext uri="{FF2B5EF4-FFF2-40B4-BE49-F238E27FC236}">
                  <a16:creationId xmlns:a16="http://schemas.microsoft.com/office/drawing/2014/main" id="{0DC41427-3FCF-3949-97B5-7D608D26FC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68" cy="2287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98" name="Freeform 104">
              <a:extLst>
                <a:ext uri="{FF2B5EF4-FFF2-40B4-BE49-F238E27FC236}">
                  <a16:creationId xmlns:a16="http://schemas.microsoft.com/office/drawing/2014/main" id="{8F8A38B2-57F8-E945-BFD5-DF65BDBFA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799" name="Freeform 105">
              <a:extLst>
                <a:ext uri="{FF2B5EF4-FFF2-40B4-BE49-F238E27FC236}">
                  <a16:creationId xmlns:a16="http://schemas.microsoft.com/office/drawing/2014/main" id="{0F08B7AC-3180-754D-94CE-9FA5F6748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1" name="Oval 106">
              <a:extLst>
                <a:ext uri="{FF2B5EF4-FFF2-40B4-BE49-F238E27FC236}">
                  <a16:creationId xmlns:a16="http://schemas.microsoft.com/office/drawing/2014/main" id="{C5F7D344-4D6F-D646-8C93-A97BAB8C49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6" y="2612"/>
              <a:ext cx="49" cy="95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2" name="Freeform 107">
              <a:extLst>
                <a:ext uri="{FF2B5EF4-FFF2-40B4-BE49-F238E27FC236}">
                  <a16:creationId xmlns:a16="http://schemas.microsoft.com/office/drawing/2014/main" id="{BE829AA4-D020-7348-B510-9FB2A8536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4" name="AutoShape 108">
              <a:extLst>
                <a:ext uri="{FF2B5EF4-FFF2-40B4-BE49-F238E27FC236}">
                  <a16:creationId xmlns:a16="http://schemas.microsoft.com/office/drawing/2014/main" id="{35AAD988-1211-1E40-91C0-3937CD2ECC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8"/>
              <a:ext cx="1201" cy="147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5" name="AutoShape 109">
              <a:extLst>
                <a:ext uri="{FF2B5EF4-FFF2-40B4-BE49-F238E27FC236}">
                  <a16:creationId xmlns:a16="http://schemas.microsoft.com/office/drawing/2014/main" id="{4305931D-5D5C-9D4F-AAD7-AB64D64AD9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8" y="2711"/>
              <a:ext cx="1070" cy="80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rgbClr val="000000"/>
                </a:gs>
                <a:gs pos="100000">
                  <a:srgbClr val="808080"/>
                </a:gs>
              </a:gsLst>
              <a:lin ang="0" scaled="1"/>
            </a:gra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6" name="Oval 110">
              <a:extLst>
                <a:ext uri="{FF2B5EF4-FFF2-40B4-BE49-F238E27FC236}">
                  <a16:creationId xmlns:a16="http://schemas.microsoft.com/office/drawing/2014/main" id="{83363F10-1097-A54D-ADAB-24C8B3E21A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5"/>
              <a:ext cx="156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07" name="Oval 111">
              <a:extLst>
                <a:ext uri="{FF2B5EF4-FFF2-40B4-BE49-F238E27FC236}">
                  <a16:creationId xmlns:a16="http://schemas.microsoft.com/office/drawing/2014/main" id="{B44F4B51-7681-9C40-9F0A-A4B6452612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5" y="2385"/>
              <a:ext cx="160" cy="142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b="0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09" name="Oval 112">
              <a:extLst>
                <a:ext uri="{FF2B5EF4-FFF2-40B4-BE49-F238E27FC236}">
                  <a16:creationId xmlns:a16="http://schemas.microsoft.com/office/drawing/2014/main" id="{5582586B-92B3-3A4A-8CAC-5102119501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0"/>
              <a:ext cx="160" cy="142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810" name="Rectangle 113">
              <a:extLst>
                <a:ext uri="{FF2B5EF4-FFF2-40B4-BE49-F238E27FC236}">
                  <a16:creationId xmlns:a16="http://schemas.microsoft.com/office/drawing/2014/main" id="{5238CEC3-5101-4E45-98C3-C884DC620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5"/>
              <a:ext cx="83" cy="762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rgbClr val="000000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alt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826" name="Group 114">
            <a:extLst>
              <a:ext uri="{FF2B5EF4-FFF2-40B4-BE49-F238E27FC236}">
                <a16:creationId xmlns:a16="http://schemas.microsoft.com/office/drawing/2014/main" id="{CE9E5FE1-98E9-5B4B-A4A4-DFCEF9DD2F2A}"/>
              </a:ext>
            </a:extLst>
          </p:cNvPr>
          <p:cNvGrpSpPr>
            <a:grpSpLocks/>
          </p:cNvGrpSpPr>
          <p:nvPr/>
        </p:nvGrpSpPr>
        <p:grpSpPr bwMode="auto">
          <a:xfrm>
            <a:off x="2368549" y="4626766"/>
            <a:ext cx="925513" cy="795338"/>
            <a:chOff x="-44" y="1473"/>
            <a:chExt cx="981" cy="1105"/>
          </a:xfrm>
        </p:grpSpPr>
        <p:pic>
          <p:nvPicPr>
            <p:cNvPr id="828" name="Picture 115" descr="desktop_computer_stylized_medium">
              <a:extLst>
                <a:ext uri="{FF2B5EF4-FFF2-40B4-BE49-F238E27FC236}">
                  <a16:creationId xmlns:a16="http://schemas.microsoft.com/office/drawing/2014/main" id="{EA6E5654-65B1-E143-93FC-22FF8A007C3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9" name="Freeform 116">
              <a:extLst>
                <a:ext uri="{FF2B5EF4-FFF2-40B4-BE49-F238E27FC236}">
                  <a16:creationId xmlns:a16="http://schemas.microsoft.com/office/drawing/2014/main" id="{2A3D29B4-8BC4-A546-9C7A-F25B946004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831" name="Group 117">
            <a:extLst>
              <a:ext uri="{FF2B5EF4-FFF2-40B4-BE49-F238E27FC236}">
                <a16:creationId xmlns:a16="http://schemas.microsoft.com/office/drawing/2014/main" id="{9E284045-6147-7B47-BC5C-5CC7FF81FE0A}"/>
              </a:ext>
            </a:extLst>
          </p:cNvPr>
          <p:cNvGrpSpPr>
            <a:grpSpLocks/>
          </p:cNvGrpSpPr>
          <p:nvPr/>
        </p:nvGrpSpPr>
        <p:grpSpPr bwMode="auto">
          <a:xfrm>
            <a:off x="5589587" y="2807491"/>
            <a:ext cx="925512" cy="795338"/>
            <a:chOff x="-44" y="1473"/>
            <a:chExt cx="981" cy="1105"/>
          </a:xfrm>
        </p:grpSpPr>
        <p:pic>
          <p:nvPicPr>
            <p:cNvPr id="832" name="Picture 118" descr="desktop_computer_stylized_medium">
              <a:extLst>
                <a:ext uri="{FF2B5EF4-FFF2-40B4-BE49-F238E27FC236}">
                  <a16:creationId xmlns:a16="http://schemas.microsoft.com/office/drawing/2014/main" id="{ED57643D-213A-0D48-ACB2-47375B1F698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3" name="Freeform 119">
              <a:extLst>
                <a:ext uri="{FF2B5EF4-FFF2-40B4-BE49-F238E27FC236}">
                  <a16:creationId xmlns:a16="http://schemas.microsoft.com/office/drawing/2014/main" id="{C945A6F0-C64A-034A-808B-026CA37D34AA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834" name="Group 120">
            <a:extLst>
              <a:ext uri="{FF2B5EF4-FFF2-40B4-BE49-F238E27FC236}">
                <a16:creationId xmlns:a16="http://schemas.microsoft.com/office/drawing/2014/main" id="{DC1F1924-84C9-2D4F-BED7-1D7A99AAAF5D}"/>
              </a:ext>
            </a:extLst>
          </p:cNvPr>
          <p:cNvGrpSpPr>
            <a:grpSpLocks/>
          </p:cNvGrpSpPr>
          <p:nvPr/>
        </p:nvGrpSpPr>
        <p:grpSpPr bwMode="auto">
          <a:xfrm>
            <a:off x="6634162" y="2948779"/>
            <a:ext cx="925512" cy="795337"/>
            <a:chOff x="-44" y="1473"/>
            <a:chExt cx="981" cy="1105"/>
          </a:xfrm>
        </p:grpSpPr>
        <p:pic>
          <p:nvPicPr>
            <p:cNvPr id="835" name="Picture 121" descr="desktop_computer_stylized_medium">
              <a:extLst>
                <a:ext uri="{FF2B5EF4-FFF2-40B4-BE49-F238E27FC236}">
                  <a16:creationId xmlns:a16="http://schemas.microsoft.com/office/drawing/2014/main" id="{5CB3D6E4-1267-BA47-946E-11A72D2BB2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6" name="Freeform 122">
              <a:extLst>
                <a:ext uri="{FF2B5EF4-FFF2-40B4-BE49-F238E27FC236}">
                  <a16:creationId xmlns:a16="http://schemas.microsoft.com/office/drawing/2014/main" id="{0260D56A-2D23-4B40-82DB-9E620FF6E88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  <p:grpSp>
        <p:nvGrpSpPr>
          <p:cNvPr id="837" name="Group 123">
            <a:extLst>
              <a:ext uri="{FF2B5EF4-FFF2-40B4-BE49-F238E27FC236}">
                <a16:creationId xmlns:a16="http://schemas.microsoft.com/office/drawing/2014/main" id="{7F9A075B-9EA6-8048-A759-51935B47F745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9104312" y="4396579"/>
            <a:ext cx="925512" cy="795337"/>
            <a:chOff x="-44" y="1473"/>
            <a:chExt cx="981" cy="1105"/>
          </a:xfrm>
        </p:grpSpPr>
        <p:pic>
          <p:nvPicPr>
            <p:cNvPr id="838" name="Picture 124" descr="desktop_computer_stylized_medium">
              <a:extLst>
                <a:ext uri="{FF2B5EF4-FFF2-40B4-BE49-F238E27FC236}">
                  <a16:creationId xmlns:a16="http://schemas.microsoft.com/office/drawing/2014/main" id="{BECC09C1-57D5-7847-8F83-B0BFE5CF6A1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39" name="Freeform 125">
              <a:extLst>
                <a:ext uri="{FF2B5EF4-FFF2-40B4-BE49-F238E27FC236}">
                  <a16:creationId xmlns:a16="http://schemas.microsoft.com/office/drawing/2014/main" id="{7D172349-8EB7-C043-850F-2ACA8BB1C89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318179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89035B-463A-1E40-A130-AE9AA3E376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File distribution time: client-server</a:t>
            </a:r>
            <a:endParaRPr lang="en-US" sz="4400" dirty="0"/>
          </a:p>
        </p:txBody>
      </p:sp>
      <p:sp>
        <p:nvSpPr>
          <p:cNvPr id="80" name="Rectangle 47">
            <a:extLst>
              <a:ext uri="{FF2B5EF4-FFF2-40B4-BE49-F238E27FC236}">
                <a16:creationId xmlns:a16="http://schemas.microsoft.com/office/drawing/2014/main" id="{B88328AA-6216-394D-8D58-0ECC1E0888AE}"/>
              </a:ext>
            </a:extLst>
          </p:cNvPr>
          <p:cNvSpPr txBox="1">
            <a:spLocks noChangeArrowheads="1"/>
          </p:cNvSpPr>
          <p:nvPr/>
        </p:nvSpPr>
        <p:spPr>
          <a:xfrm>
            <a:off x="545123" y="1309462"/>
            <a:ext cx="6098355" cy="2014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server transmission: </a:t>
            </a:r>
            <a:r>
              <a:rPr lang="en-US" altLang="en-US" dirty="0">
                <a:ea typeface="ＭＳ Ｐゴシック" panose="020B0600070205080204" pitchFamily="34" charset="-128"/>
              </a:rPr>
              <a:t>must</a:t>
            </a: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sequentially send (upload) </a:t>
            </a:r>
            <a:r>
              <a:rPr lang="en-US" altLang="en-US" i="1" dirty="0">
                <a:ea typeface="ＭＳ Ｐゴシック" panose="020B0600070205080204" pitchFamily="34" charset="-128"/>
              </a:rPr>
              <a:t>N </a:t>
            </a:r>
            <a:r>
              <a:rPr lang="en-US" altLang="en-US" dirty="0">
                <a:ea typeface="ＭＳ Ｐゴシック" panose="020B0600070205080204" pitchFamily="34" charset="-128"/>
              </a:rPr>
              <a:t>file</a:t>
            </a:r>
            <a:r>
              <a:rPr lang="en-US" altLang="en-US" i="1" dirty="0"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copies:</a:t>
            </a:r>
          </a:p>
          <a:p>
            <a:pPr lvl="1">
              <a:lnSpc>
                <a:spcPct val="10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time to send one copy: </a:t>
            </a:r>
            <a:r>
              <a:rPr lang="en-US" altLang="en-US" i="1" dirty="0">
                <a:ea typeface="ＭＳ Ｐゴシック" panose="020B0600070205080204" pitchFamily="34" charset="-128"/>
              </a:rPr>
              <a:t>F/u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s </a:t>
            </a:r>
            <a:endParaRPr lang="en-US" altLang="en-US" dirty="0">
              <a:ea typeface="ＭＳ Ｐゴシック" panose="020B0600070205080204" pitchFamily="34" charset="-128"/>
            </a:endParaRPr>
          </a:p>
          <a:p>
            <a:pPr lvl="1">
              <a:lnSpc>
                <a:spcPct val="10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time to send </a:t>
            </a:r>
            <a:r>
              <a:rPr lang="en-US" altLang="en-US" i="1" dirty="0">
                <a:ea typeface="ＭＳ Ｐゴシック" panose="020B0600070205080204" pitchFamily="34" charset="-128"/>
              </a:rPr>
              <a:t>N</a:t>
            </a:r>
            <a:r>
              <a:rPr lang="en-US" altLang="en-US" dirty="0">
                <a:ea typeface="ＭＳ Ｐゴシック" panose="020B0600070205080204" pitchFamily="34" charset="-128"/>
              </a:rPr>
              <a:t> copies: </a:t>
            </a:r>
            <a:r>
              <a:rPr lang="en-US" altLang="en-US" i="1" dirty="0">
                <a:ea typeface="ＭＳ Ｐゴシック" panose="020B0600070205080204" pitchFamily="34" charset="-128"/>
              </a:rPr>
              <a:t>NF/u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s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81" name="Rectangle 47">
            <a:extLst>
              <a:ext uri="{FF2B5EF4-FFF2-40B4-BE49-F238E27FC236}">
                <a16:creationId xmlns:a16="http://schemas.microsoft.com/office/drawing/2014/main" id="{646323ED-CAE9-B942-8F14-B61CB7708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899" y="3219848"/>
            <a:ext cx="5773736" cy="20145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client: </a:t>
            </a:r>
            <a:r>
              <a:rPr lang="en-US" altLang="en-US" sz="2800" dirty="0">
                <a:latin typeface="+mn-lt"/>
              </a:rPr>
              <a:t>each client must download file copy</a:t>
            </a:r>
          </a:p>
          <a:p>
            <a:pPr lvl="1">
              <a:lnSpc>
                <a:spcPct val="99000"/>
              </a:lnSpc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2400" i="1" dirty="0" err="1">
                <a:latin typeface="+mn-lt"/>
              </a:rPr>
              <a:t>d</a:t>
            </a:r>
            <a:r>
              <a:rPr lang="en-US" altLang="en-US" sz="2400" i="1" baseline="-25000" dirty="0" err="1">
                <a:latin typeface="+mn-lt"/>
              </a:rPr>
              <a:t>mi</a:t>
            </a:r>
            <a:r>
              <a:rPr lang="en-US" altLang="en-US" sz="2400" baseline="-25000" dirty="0" err="1">
                <a:latin typeface="+mn-lt"/>
              </a:rPr>
              <a:t>n</a:t>
            </a:r>
            <a:r>
              <a:rPr lang="en-US" altLang="en-US" sz="2400" dirty="0">
                <a:latin typeface="+mn-lt"/>
              </a:rPr>
              <a:t> = min client download rate</a:t>
            </a:r>
          </a:p>
          <a:p>
            <a:pPr lvl="1">
              <a:lnSpc>
                <a:spcPct val="99000"/>
              </a:lnSpc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n-lt"/>
              </a:rPr>
              <a:t>min client download time: </a:t>
            </a:r>
            <a:r>
              <a:rPr lang="en-US" altLang="en-US" sz="2400" i="1" dirty="0">
                <a:latin typeface="+mn-lt"/>
              </a:rPr>
              <a:t>F/</a:t>
            </a:r>
            <a:r>
              <a:rPr lang="en-US" altLang="en-US" sz="2400" i="1" dirty="0" err="1">
                <a:latin typeface="+mn-lt"/>
              </a:rPr>
              <a:t>d</a:t>
            </a:r>
            <a:r>
              <a:rPr lang="en-US" altLang="en-US" sz="2400" i="1" baseline="-25000" dirty="0" err="1">
                <a:latin typeface="+mn-lt"/>
              </a:rPr>
              <a:t>min</a:t>
            </a:r>
            <a:r>
              <a:rPr lang="en-US" altLang="en-US" sz="2400" i="1" dirty="0">
                <a:solidFill>
                  <a:srgbClr val="CC0000"/>
                </a:solidFill>
                <a:latin typeface="+mn-lt"/>
              </a:rPr>
              <a:t> </a:t>
            </a:r>
            <a:endParaRPr lang="en-US" altLang="en-US" sz="2400" i="1" dirty="0">
              <a:latin typeface="+mn-l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193E6F0-6AB2-EC43-BC1A-D75808C2FB26}"/>
              </a:ext>
            </a:extLst>
          </p:cNvPr>
          <p:cNvGrpSpPr/>
          <p:nvPr/>
        </p:nvGrpSpPr>
        <p:grpSpPr>
          <a:xfrm>
            <a:off x="6796266" y="1727769"/>
            <a:ext cx="4518025" cy="2036762"/>
            <a:chOff x="4471988" y="1284288"/>
            <a:chExt cx="4518025" cy="2036762"/>
          </a:xfrm>
        </p:grpSpPr>
        <p:sp>
          <p:nvSpPr>
            <p:cNvPr id="84" name="Freeform 4">
              <a:extLst>
                <a:ext uri="{FF2B5EF4-FFF2-40B4-BE49-F238E27FC236}">
                  <a16:creationId xmlns:a16="http://schemas.microsoft.com/office/drawing/2014/main" id="{64409998-6B21-6843-AEE3-D4B2D80FE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0700" y="2111375"/>
              <a:ext cx="2136775" cy="1209675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85" name="Line 14">
              <a:extLst>
                <a:ext uri="{FF2B5EF4-FFF2-40B4-BE49-F238E27FC236}">
                  <a16:creationId xmlns:a16="http://schemas.microsoft.com/office/drawing/2014/main" id="{05D67BD2-8DEF-EC43-87F6-22A4D3E1D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8763" y="2085975"/>
              <a:ext cx="455612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" name="Text Box 15">
              <a:extLst>
                <a:ext uri="{FF2B5EF4-FFF2-40B4-BE49-F238E27FC236}">
                  <a16:creationId xmlns:a16="http://schemas.microsoft.com/office/drawing/2014/main" id="{B5B6E9F6-DA21-FF49-8DD4-F3C6E1FE6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163" y="1763713"/>
              <a:ext cx="362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u</a:t>
              </a:r>
              <a:r>
                <a:rPr lang="en-US" altLang="en-US" sz="1800" i="1" baseline="-25000">
                  <a:latin typeface="+mn-lt"/>
                </a:rPr>
                <a:t>s</a:t>
              </a:r>
            </a:p>
          </p:txBody>
        </p:sp>
        <p:sp>
          <p:nvSpPr>
            <p:cNvPr id="87" name="Line 39">
              <a:extLst>
                <a:ext uri="{FF2B5EF4-FFF2-40B4-BE49-F238E27FC236}">
                  <a16:creationId xmlns:a16="http://schemas.microsoft.com/office/drawing/2014/main" id="{31CED78D-7737-214B-BCE4-DCAB761FE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9525" y="2713038"/>
              <a:ext cx="574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8" name="Line 40">
              <a:extLst>
                <a:ext uri="{FF2B5EF4-FFF2-40B4-BE49-F238E27FC236}">
                  <a16:creationId xmlns:a16="http://schemas.microsoft.com/office/drawing/2014/main" id="{FD1ACD18-F196-1746-9009-0670E710D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688" y="2814638"/>
              <a:ext cx="566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9" name="Text Box 44">
              <a:extLst>
                <a:ext uri="{FF2B5EF4-FFF2-40B4-BE49-F238E27FC236}">
                  <a16:creationId xmlns:a16="http://schemas.microsoft.com/office/drawing/2014/main" id="{4F15E7E5-19D5-AE49-B8AC-295EC6160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3696" y="2460625"/>
              <a:ext cx="105458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>
                  <a:solidFill>
                    <a:schemeClr val="bg1"/>
                  </a:solidFill>
                  <a:latin typeface="+mn-lt"/>
                </a:rPr>
                <a:t>network</a:t>
              </a:r>
              <a:endParaRPr lang="en-US" alt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90" name="AutoShape 327">
              <a:extLst>
                <a:ext uri="{FF2B5EF4-FFF2-40B4-BE49-F238E27FC236}">
                  <a16:creationId xmlns:a16="http://schemas.microsoft.com/office/drawing/2014/main" id="{F1CA6701-3613-AE49-BD0C-998D6498E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275" y="1562100"/>
              <a:ext cx="334963" cy="401638"/>
            </a:xfrm>
            <a:prstGeom prst="can">
              <a:avLst>
                <a:gd name="adj" fmla="val 24242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9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91" name="Line 22">
              <a:extLst>
                <a:ext uri="{FF2B5EF4-FFF2-40B4-BE49-F238E27FC236}">
                  <a16:creationId xmlns:a16="http://schemas.microsoft.com/office/drawing/2014/main" id="{7769C7C9-ADC5-B848-B48C-F422C7EBE8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00875" y="1819275"/>
              <a:ext cx="180975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2" name="Line 23">
              <a:extLst>
                <a:ext uri="{FF2B5EF4-FFF2-40B4-BE49-F238E27FC236}">
                  <a16:creationId xmlns:a16="http://schemas.microsoft.com/office/drawing/2014/main" id="{E579FF7F-DE73-E14A-8EE9-65BCC9EF0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78663" y="1825625"/>
              <a:ext cx="187325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3" name="Line 22">
              <a:extLst>
                <a:ext uri="{FF2B5EF4-FFF2-40B4-BE49-F238E27FC236}">
                  <a16:creationId xmlns:a16="http://schemas.microsoft.com/office/drawing/2014/main" id="{6407598A-1198-B046-ACD6-89FFBAE9F5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16675" y="1736725"/>
              <a:ext cx="179388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4" name="Line 23">
              <a:extLst>
                <a:ext uri="{FF2B5EF4-FFF2-40B4-BE49-F238E27FC236}">
                  <a16:creationId xmlns:a16="http://schemas.microsoft.com/office/drawing/2014/main" id="{AA613AE8-B26B-304E-9B36-0E639788D6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92875" y="1743075"/>
              <a:ext cx="185738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5" name="Line 138">
              <a:extLst>
                <a:ext uri="{FF2B5EF4-FFF2-40B4-BE49-F238E27FC236}">
                  <a16:creationId xmlns:a16="http://schemas.microsoft.com/office/drawing/2014/main" id="{6F964BD8-116B-D445-82F9-8C9897E3E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3188" y="2579688"/>
              <a:ext cx="6588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6" name="Line 139">
              <a:extLst>
                <a:ext uri="{FF2B5EF4-FFF2-40B4-BE49-F238E27FC236}">
                  <a16:creationId xmlns:a16="http://schemas.microsoft.com/office/drawing/2014/main" id="{A562798A-3EC4-1E41-99DB-FA81FB640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6363" y="2682875"/>
              <a:ext cx="660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7" name="Text Box 41">
              <a:extLst>
                <a:ext uri="{FF2B5EF4-FFF2-40B4-BE49-F238E27FC236}">
                  <a16:creationId xmlns:a16="http://schemas.microsoft.com/office/drawing/2014/main" id="{FEE3AD0E-92A3-9E48-8C36-9A0805BC8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675" y="2146300"/>
              <a:ext cx="450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d</a:t>
              </a:r>
              <a:r>
                <a:rPr lang="en-US" altLang="en-US" sz="1800" i="1" baseline="-25000">
                  <a:latin typeface="+mn-lt"/>
                </a:rPr>
                <a:t>i</a:t>
              </a:r>
            </a:p>
          </p:txBody>
        </p:sp>
        <p:sp>
          <p:nvSpPr>
            <p:cNvPr id="98" name="Text Box 41">
              <a:extLst>
                <a:ext uri="{FF2B5EF4-FFF2-40B4-BE49-F238E27FC236}">
                  <a16:creationId xmlns:a16="http://schemas.microsoft.com/office/drawing/2014/main" id="{0D2E1DAB-DBC4-2B41-8914-2E86878AE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9550" y="2663825"/>
              <a:ext cx="506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u</a:t>
              </a:r>
              <a:r>
                <a:rPr lang="en-US" altLang="en-US" sz="1800" i="1" baseline="-25000">
                  <a:latin typeface="+mn-lt"/>
                </a:rPr>
                <a:t>i</a:t>
              </a:r>
            </a:p>
          </p:txBody>
        </p:sp>
        <p:sp>
          <p:nvSpPr>
            <p:cNvPr id="99" name="Text Box 47">
              <a:extLst>
                <a:ext uri="{FF2B5EF4-FFF2-40B4-BE49-F238E27FC236}">
                  <a16:creationId xmlns:a16="http://schemas.microsoft.com/office/drawing/2014/main" id="{A5050569-3116-8F4C-B19A-31999F9F2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975" y="1616075"/>
              <a:ext cx="79057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latin typeface="+mn-lt"/>
                </a:rPr>
                <a:t>F</a:t>
              </a:r>
              <a:endParaRPr lang="en-US" altLang="en-US" sz="1600" i="1" baseline="-25000">
                <a:latin typeface="+mn-lt"/>
              </a:endParaRPr>
            </a:p>
          </p:txBody>
        </p:sp>
        <p:grpSp>
          <p:nvGrpSpPr>
            <p:cNvPr id="100" name="Group 143">
              <a:extLst>
                <a:ext uri="{FF2B5EF4-FFF2-40B4-BE49-F238E27FC236}">
                  <a16:creationId xmlns:a16="http://schemas.microsoft.com/office/drawing/2014/main" id="{479599EE-E0AC-5747-8F3A-66F7F72E86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113" name="Freeform 144">
                <a:extLst>
                  <a:ext uri="{FF2B5EF4-FFF2-40B4-BE49-F238E27FC236}">
                    <a16:creationId xmlns:a16="http://schemas.microsoft.com/office/drawing/2014/main" id="{6A822DAE-E587-7E49-A7EE-6F64DAB03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4" name="Rectangle 145">
                <a:extLst>
                  <a:ext uri="{FF2B5EF4-FFF2-40B4-BE49-F238E27FC236}">
                    <a16:creationId xmlns:a16="http://schemas.microsoft.com/office/drawing/2014/main" id="{5A81F0A7-6B44-1748-BC35-BE178F0E17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15" name="Freeform 146">
                <a:extLst>
                  <a:ext uri="{FF2B5EF4-FFF2-40B4-BE49-F238E27FC236}">
                    <a16:creationId xmlns:a16="http://schemas.microsoft.com/office/drawing/2014/main" id="{918EEC88-C8A9-2846-970B-50B7E9833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6" name="Freeform 147">
                <a:extLst>
                  <a:ext uri="{FF2B5EF4-FFF2-40B4-BE49-F238E27FC236}">
                    <a16:creationId xmlns:a16="http://schemas.microsoft.com/office/drawing/2014/main" id="{AFDAC2FD-EE20-3E45-9DA1-1D9100AA9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7" name="Rectangle 148">
                <a:extLst>
                  <a:ext uri="{FF2B5EF4-FFF2-40B4-BE49-F238E27FC236}">
                    <a16:creationId xmlns:a16="http://schemas.microsoft.com/office/drawing/2014/main" id="{E97CC808-FCA7-0341-9D5A-7F9EC0853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18" name="Group 149">
                <a:extLst>
                  <a:ext uri="{FF2B5EF4-FFF2-40B4-BE49-F238E27FC236}">
                    <a16:creationId xmlns:a16="http://schemas.microsoft.com/office/drawing/2014/main" id="{FC0B1F07-1C50-E64F-B63B-8D1C420C1E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3" name="AutoShape 150">
                  <a:extLst>
                    <a:ext uri="{FF2B5EF4-FFF2-40B4-BE49-F238E27FC236}">
                      <a16:creationId xmlns:a16="http://schemas.microsoft.com/office/drawing/2014/main" id="{5F68B800-F174-0B4B-9F2F-A2B1F0AC8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5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4" name="AutoShape 151">
                  <a:extLst>
                    <a:ext uri="{FF2B5EF4-FFF2-40B4-BE49-F238E27FC236}">
                      <a16:creationId xmlns:a16="http://schemas.microsoft.com/office/drawing/2014/main" id="{66170CD7-30F0-104F-9FDE-D6C6D3ADF1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5"/>
                  <a:ext cx="686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19" name="Rectangle 152">
                <a:extLst>
                  <a:ext uri="{FF2B5EF4-FFF2-40B4-BE49-F238E27FC236}">
                    <a16:creationId xmlns:a16="http://schemas.microsoft.com/office/drawing/2014/main" id="{D5D7F168-5271-A741-AF1D-3A72BD2B5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20" name="Group 153">
                <a:extLst>
                  <a:ext uri="{FF2B5EF4-FFF2-40B4-BE49-F238E27FC236}">
                    <a16:creationId xmlns:a16="http://schemas.microsoft.com/office/drawing/2014/main" id="{9BE27AD1-B49A-CD43-AEEF-1EB19E35FB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1" name="AutoShape 154">
                  <a:extLst>
                    <a:ext uri="{FF2B5EF4-FFF2-40B4-BE49-F238E27FC236}">
                      <a16:creationId xmlns:a16="http://schemas.microsoft.com/office/drawing/2014/main" id="{772812CA-D08B-5644-9C8E-95F457081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69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2" name="AutoShape 155">
                  <a:extLst>
                    <a:ext uri="{FF2B5EF4-FFF2-40B4-BE49-F238E27FC236}">
                      <a16:creationId xmlns:a16="http://schemas.microsoft.com/office/drawing/2014/main" id="{3D32E2F5-24C6-A54D-954E-F3C1A4849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1" name="Rectangle 156">
                <a:extLst>
                  <a:ext uri="{FF2B5EF4-FFF2-40B4-BE49-F238E27FC236}">
                    <a16:creationId xmlns:a16="http://schemas.microsoft.com/office/drawing/2014/main" id="{59BDA1ED-A7F9-324D-9FF2-5D9F73B3B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22" name="Rectangle 157">
                <a:extLst>
                  <a:ext uri="{FF2B5EF4-FFF2-40B4-BE49-F238E27FC236}">
                    <a16:creationId xmlns:a16="http://schemas.microsoft.com/office/drawing/2014/main" id="{C0BFAB3F-AC35-F648-8105-682E59ADB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23" name="Group 158">
                <a:extLst>
                  <a:ext uri="{FF2B5EF4-FFF2-40B4-BE49-F238E27FC236}">
                    <a16:creationId xmlns:a16="http://schemas.microsoft.com/office/drawing/2014/main" id="{8FF69078-E28B-AD46-85BF-C0BBF789E7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9" name="AutoShape 159">
                  <a:extLst>
                    <a:ext uri="{FF2B5EF4-FFF2-40B4-BE49-F238E27FC236}">
                      <a16:creationId xmlns:a16="http://schemas.microsoft.com/office/drawing/2014/main" id="{9B0DD67E-9E17-0249-BE4A-653C3A8D28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4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0" name="AutoShape 160">
                  <a:extLst>
                    <a:ext uri="{FF2B5EF4-FFF2-40B4-BE49-F238E27FC236}">
                      <a16:creationId xmlns:a16="http://schemas.microsoft.com/office/drawing/2014/main" id="{5D2A256B-AF19-C745-A1FF-3A72EC870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2"/>
                  <a:ext cx="685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4" name="Freeform 161">
                <a:extLst>
                  <a:ext uri="{FF2B5EF4-FFF2-40B4-BE49-F238E27FC236}">
                    <a16:creationId xmlns:a16="http://schemas.microsoft.com/office/drawing/2014/main" id="{A83F5805-F3B3-3346-A9B8-FDEF2D105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grpSp>
            <p:nvGrpSpPr>
              <p:cNvPr id="125" name="Group 162">
                <a:extLst>
                  <a:ext uri="{FF2B5EF4-FFF2-40B4-BE49-F238E27FC236}">
                    <a16:creationId xmlns:a16="http://schemas.microsoft.com/office/drawing/2014/main" id="{A2204E45-948E-A34A-A108-2294B7FAFA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7" name="AutoShape 163">
                  <a:extLst>
                    <a:ext uri="{FF2B5EF4-FFF2-40B4-BE49-F238E27FC236}">
                      <a16:creationId xmlns:a16="http://schemas.microsoft.com/office/drawing/2014/main" id="{3CCECF35-2FC0-5E40-B1DA-1DB0D6F7BC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38" name="AutoShape 164">
                  <a:extLst>
                    <a:ext uri="{FF2B5EF4-FFF2-40B4-BE49-F238E27FC236}">
                      <a16:creationId xmlns:a16="http://schemas.microsoft.com/office/drawing/2014/main" id="{8B74FE84-F46F-BD45-B59C-4B4E221C6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1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6" name="Rectangle 165">
                <a:extLst>
                  <a:ext uri="{FF2B5EF4-FFF2-40B4-BE49-F238E27FC236}">
                    <a16:creationId xmlns:a16="http://schemas.microsoft.com/office/drawing/2014/main" id="{EFB8CB6A-6447-D24D-BD88-7D176E410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27" name="Freeform 166">
                <a:extLst>
                  <a:ext uri="{FF2B5EF4-FFF2-40B4-BE49-F238E27FC236}">
                    <a16:creationId xmlns:a16="http://schemas.microsoft.com/office/drawing/2014/main" id="{7DA25C04-818C-944B-AA5E-5C80E73C0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8" name="Freeform 167">
                <a:extLst>
                  <a:ext uri="{FF2B5EF4-FFF2-40B4-BE49-F238E27FC236}">
                    <a16:creationId xmlns:a16="http://schemas.microsoft.com/office/drawing/2014/main" id="{047480B1-08CE-354D-B27C-4B6428A5A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9" name="Oval 168">
                <a:extLst>
                  <a:ext uri="{FF2B5EF4-FFF2-40B4-BE49-F238E27FC236}">
                    <a16:creationId xmlns:a16="http://schemas.microsoft.com/office/drawing/2014/main" id="{809BB7F4-67B7-B54C-A450-898CD1825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0" name="Freeform 169">
                <a:extLst>
                  <a:ext uri="{FF2B5EF4-FFF2-40B4-BE49-F238E27FC236}">
                    <a16:creationId xmlns:a16="http://schemas.microsoft.com/office/drawing/2014/main" id="{DA683EDC-F6BF-7C4C-8A71-32D3320CA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31" name="AutoShape 170">
                <a:extLst>
                  <a:ext uri="{FF2B5EF4-FFF2-40B4-BE49-F238E27FC236}">
                    <a16:creationId xmlns:a16="http://schemas.microsoft.com/office/drawing/2014/main" id="{96EA98F8-F846-2A44-824F-71FAA477B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0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2" name="AutoShape 171">
                <a:extLst>
                  <a:ext uri="{FF2B5EF4-FFF2-40B4-BE49-F238E27FC236}">
                    <a16:creationId xmlns:a16="http://schemas.microsoft.com/office/drawing/2014/main" id="{23E7F763-52E6-DF40-9EB6-F8624D7B1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07"/>
                <a:ext cx="1069" cy="8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3" name="Oval 172">
                <a:extLst>
                  <a:ext uri="{FF2B5EF4-FFF2-40B4-BE49-F238E27FC236}">
                    <a16:creationId xmlns:a16="http://schemas.microsoft.com/office/drawing/2014/main" id="{99202063-5BB9-474C-B3CE-B9C1D5A1B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4" name="Oval 173">
                <a:extLst>
                  <a:ext uri="{FF2B5EF4-FFF2-40B4-BE49-F238E27FC236}">
                    <a16:creationId xmlns:a16="http://schemas.microsoft.com/office/drawing/2014/main" id="{B09AE0A9-5898-4647-9779-E5BDE41A5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  <p:sp>
            <p:nvSpPr>
              <p:cNvPr id="135" name="Oval 174">
                <a:extLst>
                  <a:ext uri="{FF2B5EF4-FFF2-40B4-BE49-F238E27FC236}">
                    <a16:creationId xmlns:a16="http://schemas.microsoft.com/office/drawing/2014/main" id="{8844CEFC-6420-264F-A5ED-01CEFDBE7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6" name="Rectangle 175">
                <a:extLst>
                  <a:ext uri="{FF2B5EF4-FFF2-40B4-BE49-F238E27FC236}">
                    <a16:creationId xmlns:a16="http://schemas.microsoft.com/office/drawing/2014/main" id="{C4C6A502-6F38-784C-A809-5E5499386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</p:grpSp>
        <p:grpSp>
          <p:nvGrpSpPr>
            <p:cNvPr id="101" name="Group 176">
              <a:extLst>
                <a:ext uri="{FF2B5EF4-FFF2-40B4-BE49-F238E27FC236}">
                  <a16:creationId xmlns:a16="http://schemas.microsoft.com/office/drawing/2014/main" id="{7458836E-953E-904B-914D-ECEC36221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id="111" name="Picture 177" descr="desktop_computer_stylized_medium">
                <a:extLst>
                  <a:ext uri="{FF2B5EF4-FFF2-40B4-BE49-F238E27FC236}">
                    <a16:creationId xmlns:a16="http://schemas.microsoft.com/office/drawing/2014/main" id="{176B8344-E22D-204D-807C-E9CE58B1B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2" name="Freeform 178">
                <a:extLst>
                  <a:ext uri="{FF2B5EF4-FFF2-40B4-BE49-F238E27FC236}">
                    <a16:creationId xmlns:a16="http://schemas.microsoft.com/office/drawing/2014/main" id="{1A078022-91F2-3F4E-9EA0-44DFCAF22D0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2" name="Group 179">
              <a:extLst>
                <a:ext uri="{FF2B5EF4-FFF2-40B4-BE49-F238E27FC236}">
                  <a16:creationId xmlns:a16="http://schemas.microsoft.com/office/drawing/2014/main" id="{B3CDB5E9-406A-8D48-A50D-C935BF4A56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id="109" name="Picture 180" descr="desktop_computer_stylized_medium">
                <a:extLst>
                  <a:ext uri="{FF2B5EF4-FFF2-40B4-BE49-F238E27FC236}">
                    <a16:creationId xmlns:a16="http://schemas.microsoft.com/office/drawing/2014/main" id="{9E1583F0-4FBC-314F-B2AB-B24E50144F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" name="Freeform 181">
                <a:extLst>
                  <a:ext uri="{FF2B5EF4-FFF2-40B4-BE49-F238E27FC236}">
                    <a16:creationId xmlns:a16="http://schemas.microsoft.com/office/drawing/2014/main" id="{6E0AAFA3-AC83-6048-B318-2420EC961D5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3" name="Group 182">
              <a:extLst>
                <a:ext uri="{FF2B5EF4-FFF2-40B4-BE49-F238E27FC236}">
                  <a16:creationId xmlns:a16="http://schemas.microsoft.com/office/drawing/2014/main" id="{DCBBB39F-5E4C-C245-BE28-58A83FA44F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id="107" name="Picture 183" descr="desktop_computer_stylized_medium">
                <a:extLst>
                  <a:ext uri="{FF2B5EF4-FFF2-40B4-BE49-F238E27FC236}">
                    <a16:creationId xmlns:a16="http://schemas.microsoft.com/office/drawing/2014/main" id="{E5D20624-0F1B-4B43-A13C-C75A9292C5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8" name="Freeform 184">
                <a:extLst>
                  <a:ext uri="{FF2B5EF4-FFF2-40B4-BE49-F238E27FC236}">
                    <a16:creationId xmlns:a16="http://schemas.microsoft.com/office/drawing/2014/main" id="{35980134-57CB-D848-8F7C-C5F772511B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4" name="Group 185">
              <a:extLst>
                <a:ext uri="{FF2B5EF4-FFF2-40B4-BE49-F238E27FC236}">
                  <a16:creationId xmlns:a16="http://schemas.microsoft.com/office/drawing/2014/main" id="{CAAE67A0-6730-B94B-A304-CFA3F109B65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id="105" name="Picture 186" descr="desktop_computer_stylized_medium">
                <a:extLst>
                  <a:ext uri="{FF2B5EF4-FFF2-40B4-BE49-F238E27FC236}">
                    <a16:creationId xmlns:a16="http://schemas.microsoft.com/office/drawing/2014/main" id="{374F131D-15C0-B347-9AFE-5A5EEADA4E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Freeform 187">
                <a:extLst>
                  <a:ext uri="{FF2B5EF4-FFF2-40B4-BE49-F238E27FC236}">
                    <a16:creationId xmlns:a16="http://schemas.microsoft.com/office/drawing/2014/main" id="{D81A3509-0DD0-1042-A6A3-8C677E9DCC5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</p:grpSp>
      <p:sp>
        <p:nvSpPr>
          <p:cNvPr id="145" name="Line 53">
            <a:extLst>
              <a:ext uri="{FF2B5EF4-FFF2-40B4-BE49-F238E27FC236}">
                <a16:creationId xmlns:a16="http://schemas.microsoft.com/office/drawing/2014/main" id="{5B4F3401-24CB-7648-BD89-1A7CFF53418C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7346884" y="5742831"/>
            <a:ext cx="430213" cy="692150"/>
          </a:xfrm>
          <a:prstGeom prst="line">
            <a:avLst/>
          </a:prstGeom>
          <a:noFill/>
          <a:ln w="9525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  <p:sp>
        <p:nvSpPr>
          <p:cNvPr id="146" name="Text Box 54">
            <a:extLst>
              <a:ext uri="{FF2B5EF4-FFF2-40B4-BE49-F238E27FC236}">
                <a16:creationId xmlns:a16="http://schemas.microsoft.com/office/drawing/2014/main" id="{5BD0C7E9-770D-0B41-BE6E-3ADF8479781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93784" y="6271469"/>
            <a:ext cx="2905732" cy="39517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0000"/>
              </a:lnSpc>
            </a:pPr>
            <a:r>
              <a:rPr lang="en-US" altLang="en-US" sz="2400" dirty="0">
                <a:latin typeface="+mn-lt"/>
              </a:rPr>
              <a:t>increases linearly in N</a:t>
            </a:r>
          </a:p>
        </p:txBody>
      </p:sp>
      <p:sp>
        <p:nvSpPr>
          <p:cNvPr id="147" name="Text Box 51">
            <a:extLst>
              <a:ext uri="{FF2B5EF4-FFF2-40B4-BE49-F238E27FC236}">
                <a16:creationId xmlns:a16="http://schemas.microsoft.com/office/drawing/2014/main" id="{49B83A0D-0FBE-7E43-85D0-C80B2E74DD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36226" y="5036394"/>
            <a:ext cx="3049233" cy="10365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80000"/>
              </a:lnSpc>
            </a:pPr>
            <a:r>
              <a:rPr lang="en-US" altLang="en-US" sz="2400" i="1">
                <a:latin typeface="+mn-lt"/>
              </a:rPr>
              <a:t>time to  distribute F </a:t>
            </a:r>
          </a:p>
          <a:p>
            <a:pPr algn="r">
              <a:lnSpc>
                <a:spcPct val="80000"/>
              </a:lnSpc>
            </a:pPr>
            <a:r>
              <a:rPr lang="en-US" altLang="en-US" sz="2400" i="1">
                <a:latin typeface="+mn-lt"/>
              </a:rPr>
              <a:t>to N clients using </a:t>
            </a:r>
          </a:p>
          <a:p>
            <a:pPr algn="r">
              <a:lnSpc>
                <a:spcPct val="80000"/>
              </a:lnSpc>
            </a:pPr>
            <a:r>
              <a:rPr lang="en-US" altLang="en-US" sz="2400" i="1">
                <a:latin typeface="+mn-lt"/>
              </a:rPr>
              <a:t>client-server approach</a:t>
            </a:r>
            <a:r>
              <a:rPr lang="en-US" altLang="en-US" sz="2800">
                <a:latin typeface="+mn-lt"/>
              </a:rPr>
              <a:t> </a:t>
            </a:r>
            <a:endParaRPr lang="en-US" altLang="en-US" sz="3200">
              <a:latin typeface="+mn-lt"/>
            </a:endParaRPr>
          </a:p>
        </p:txBody>
      </p:sp>
      <p:sp>
        <p:nvSpPr>
          <p:cNvPr id="148" name="Rectangle 55">
            <a:extLst>
              <a:ext uri="{FF2B5EF4-FFF2-40B4-BE49-F238E27FC236}">
                <a16:creationId xmlns:a16="http://schemas.microsoft.com/office/drawing/2014/main" id="{01D3C4E1-DA80-A24C-A094-D590BCC346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8348" y="4964956"/>
            <a:ext cx="7421599" cy="1235075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800">
              <a:latin typeface="+mn-lt"/>
            </a:endParaRPr>
          </a:p>
        </p:txBody>
      </p:sp>
      <p:sp>
        <p:nvSpPr>
          <p:cNvPr id="149" name="Text Box 96">
            <a:extLst>
              <a:ext uri="{FF2B5EF4-FFF2-40B4-BE49-F238E27FC236}">
                <a16:creationId xmlns:a16="http://schemas.microsoft.com/office/drawing/2014/main" id="{11EFB657-3D70-CB41-8FB4-5E358070DDC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96559" y="5279281"/>
            <a:ext cx="4343690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 i="1">
                <a:latin typeface="+mn-lt"/>
              </a:rPr>
              <a:t> D</a:t>
            </a:r>
            <a:r>
              <a:rPr lang="en-US" altLang="en-US" sz="3200" i="1" baseline="-25000">
                <a:latin typeface="+mn-lt"/>
              </a:rPr>
              <a:t>c-s</a:t>
            </a:r>
            <a:r>
              <a:rPr lang="en-US" altLang="en-US" sz="3200" i="1">
                <a:latin typeface="+mn-lt"/>
              </a:rPr>
              <a:t> &gt; max{NF/u</a:t>
            </a:r>
            <a:r>
              <a:rPr lang="en-US" altLang="en-US" sz="3200" i="1" baseline="-25000">
                <a:latin typeface="+mn-lt"/>
              </a:rPr>
              <a:t>s,</a:t>
            </a:r>
            <a:r>
              <a:rPr lang="en-US" altLang="en-US" sz="3200" i="1">
                <a:latin typeface="+mn-lt"/>
              </a:rPr>
              <a:t>,F/d</a:t>
            </a:r>
            <a:r>
              <a:rPr lang="en-US" altLang="en-US" sz="3200" i="1" baseline="-25000">
                <a:latin typeface="+mn-lt"/>
              </a:rPr>
              <a:t>min</a:t>
            </a:r>
            <a:r>
              <a:rPr lang="en-US" altLang="en-US" sz="3200" i="1">
                <a:latin typeface="+mn-lt"/>
              </a:rPr>
              <a:t>}</a:t>
            </a:r>
            <a:r>
              <a:rPr lang="en-US" altLang="en-US" sz="3200" i="1">
                <a:solidFill>
                  <a:srgbClr val="CC0000"/>
                </a:solidFill>
                <a:latin typeface="+mn-lt"/>
              </a:rPr>
              <a:t> </a:t>
            </a:r>
          </a:p>
        </p:txBody>
      </p:sp>
      <p:sp>
        <p:nvSpPr>
          <p:cNvPr id="150" name="Line 120">
            <a:extLst>
              <a:ext uri="{FF2B5EF4-FFF2-40B4-BE49-F238E27FC236}">
                <a16:creationId xmlns:a16="http://schemas.microsoft.com/office/drawing/2014/main" id="{804EF034-3125-A746-B994-CD76FEE71CF1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3497" y="5707906"/>
            <a:ext cx="174625" cy="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831995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File distribution time: P2P</a:t>
            </a:r>
            <a:endParaRPr lang="en-US" sz="4400" dirty="0"/>
          </a:p>
        </p:txBody>
      </p:sp>
      <p:sp>
        <p:nvSpPr>
          <p:cNvPr id="80" name="Rectangle 47">
            <a:extLst>
              <a:ext uri="{FF2B5EF4-FFF2-40B4-BE49-F238E27FC236}">
                <a16:creationId xmlns:a16="http://schemas.microsoft.com/office/drawing/2014/main" id="{B88328AA-6216-394D-8D58-0ECC1E0888AE}"/>
              </a:ext>
            </a:extLst>
          </p:cNvPr>
          <p:cNvSpPr txBox="1">
            <a:spLocks noChangeArrowheads="1"/>
          </p:cNvSpPr>
          <p:nvPr/>
        </p:nvSpPr>
        <p:spPr>
          <a:xfrm>
            <a:off x="755629" y="1323701"/>
            <a:ext cx="6098355" cy="201453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server transmission: </a:t>
            </a:r>
            <a:r>
              <a:rPr lang="en-US" altLang="en-US" dirty="0">
                <a:ea typeface="ＭＳ Ｐゴシック" panose="020B0600070205080204" pitchFamily="34" charset="-128"/>
              </a:rPr>
              <a:t>must</a:t>
            </a:r>
            <a:r>
              <a:rPr lang="en-US" altLang="en-US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dirty="0">
                <a:ea typeface="ＭＳ Ｐゴシック" panose="020B0600070205080204" pitchFamily="34" charset="-128"/>
              </a:rPr>
              <a:t>upload at least one copy:</a:t>
            </a:r>
          </a:p>
          <a:p>
            <a:pPr lvl="1">
              <a:lnSpc>
                <a:spcPct val="100000"/>
              </a:lnSpc>
            </a:pPr>
            <a:r>
              <a:rPr lang="en-US" altLang="en-US" dirty="0">
                <a:ea typeface="ＭＳ Ｐゴシック" panose="020B0600070205080204" pitchFamily="34" charset="-128"/>
              </a:rPr>
              <a:t>time to send one copy: </a:t>
            </a:r>
            <a:r>
              <a:rPr lang="en-US" altLang="en-US" i="1" dirty="0">
                <a:ea typeface="ＭＳ Ｐゴシック" panose="020B0600070205080204" pitchFamily="34" charset="-128"/>
              </a:rPr>
              <a:t>F/u</a:t>
            </a:r>
            <a:r>
              <a:rPr lang="en-US" altLang="en-US" i="1" baseline="-25000" dirty="0">
                <a:ea typeface="ＭＳ Ｐゴシック" panose="020B0600070205080204" pitchFamily="34" charset="-128"/>
              </a:rPr>
              <a:t>s </a:t>
            </a:r>
            <a:endParaRPr lang="en-US" altLang="en-US" dirty="0">
              <a:ea typeface="ＭＳ Ｐゴシック" panose="020B0600070205080204" pitchFamily="34" charset="-128"/>
            </a:endParaRPr>
          </a:p>
        </p:txBody>
      </p:sp>
      <p:sp>
        <p:nvSpPr>
          <p:cNvPr id="81" name="Rectangle 47">
            <a:extLst>
              <a:ext uri="{FF2B5EF4-FFF2-40B4-BE49-F238E27FC236}">
                <a16:creationId xmlns:a16="http://schemas.microsoft.com/office/drawing/2014/main" id="{646323ED-CAE9-B942-8F14-B61CB7708E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7866" y="2707749"/>
            <a:ext cx="5773736" cy="12096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8001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client: </a:t>
            </a:r>
            <a:r>
              <a:rPr lang="en-US" altLang="en-US" sz="2800" dirty="0">
                <a:latin typeface="+mn-lt"/>
              </a:rPr>
              <a:t>each client must download file copy</a:t>
            </a:r>
          </a:p>
          <a:p>
            <a:pPr lvl="1">
              <a:lnSpc>
                <a:spcPct val="99000"/>
              </a:lnSpc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n-lt"/>
              </a:rPr>
              <a:t>min client download time: </a:t>
            </a:r>
            <a:r>
              <a:rPr lang="en-US" altLang="en-US" sz="2400" i="1" dirty="0">
                <a:latin typeface="+mn-lt"/>
              </a:rPr>
              <a:t>F/</a:t>
            </a:r>
            <a:r>
              <a:rPr lang="en-US" altLang="en-US" sz="2400" i="1" dirty="0" err="1">
                <a:latin typeface="+mn-lt"/>
              </a:rPr>
              <a:t>d</a:t>
            </a:r>
            <a:r>
              <a:rPr lang="en-US" altLang="en-US" sz="2400" i="1" baseline="-25000" dirty="0" err="1">
                <a:latin typeface="+mn-lt"/>
              </a:rPr>
              <a:t>min</a:t>
            </a:r>
            <a:r>
              <a:rPr lang="en-US" altLang="en-US" sz="2400" i="1" dirty="0">
                <a:solidFill>
                  <a:srgbClr val="CC0000"/>
                </a:solidFill>
                <a:latin typeface="+mn-lt"/>
              </a:rPr>
              <a:t> </a:t>
            </a:r>
            <a:endParaRPr lang="en-US" altLang="en-US" sz="2400" i="1" dirty="0">
              <a:latin typeface="+mn-lt"/>
            </a:endParaRPr>
          </a:p>
        </p:txBody>
      </p:sp>
      <p:grpSp>
        <p:nvGrpSpPr>
          <p:cNvPr id="83" name="Group 82">
            <a:extLst>
              <a:ext uri="{FF2B5EF4-FFF2-40B4-BE49-F238E27FC236}">
                <a16:creationId xmlns:a16="http://schemas.microsoft.com/office/drawing/2014/main" id="{D193E6F0-6AB2-EC43-BC1A-D75808C2FB26}"/>
              </a:ext>
            </a:extLst>
          </p:cNvPr>
          <p:cNvGrpSpPr/>
          <p:nvPr/>
        </p:nvGrpSpPr>
        <p:grpSpPr>
          <a:xfrm>
            <a:off x="7006772" y="1790995"/>
            <a:ext cx="4518025" cy="2036762"/>
            <a:chOff x="4471988" y="1284288"/>
            <a:chExt cx="4518025" cy="2036762"/>
          </a:xfrm>
        </p:grpSpPr>
        <p:sp>
          <p:nvSpPr>
            <p:cNvPr id="84" name="Freeform 4">
              <a:extLst>
                <a:ext uri="{FF2B5EF4-FFF2-40B4-BE49-F238E27FC236}">
                  <a16:creationId xmlns:a16="http://schemas.microsoft.com/office/drawing/2014/main" id="{64409998-6B21-6843-AEE3-D4B2D80FE5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00700" y="2111375"/>
              <a:ext cx="2136775" cy="1209675"/>
            </a:xfrm>
            <a:custGeom>
              <a:avLst/>
              <a:gdLst>
                <a:gd name="T0" fmla="*/ 2147483647 w 1292"/>
                <a:gd name="T1" fmla="*/ 2147483647 h 1255"/>
                <a:gd name="T2" fmla="*/ 2147483647 w 1292"/>
                <a:gd name="T3" fmla="*/ 2147483647 h 1255"/>
                <a:gd name="T4" fmla="*/ 2147483647 w 1292"/>
                <a:gd name="T5" fmla="*/ 2147483647 h 1255"/>
                <a:gd name="T6" fmla="*/ 2147483647 w 1292"/>
                <a:gd name="T7" fmla="*/ 2147483647 h 1255"/>
                <a:gd name="T8" fmla="*/ 2147483647 w 1292"/>
                <a:gd name="T9" fmla="*/ 2147483647 h 1255"/>
                <a:gd name="T10" fmla="*/ 2147483647 w 1292"/>
                <a:gd name="T11" fmla="*/ 2147483647 h 1255"/>
                <a:gd name="T12" fmla="*/ 2147483647 w 1292"/>
                <a:gd name="T13" fmla="*/ 2147483647 h 1255"/>
                <a:gd name="T14" fmla="*/ 2147483647 w 1292"/>
                <a:gd name="T15" fmla="*/ 2147483647 h 1255"/>
                <a:gd name="T16" fmla="*/ 2147483647 w 1292"/>
                <a:gd name="T17" fmla="*/ 2147483647 h 1255"/>
                <a:gd name="T18" fmla="*/ 2147483647 w 1292"/>
                <a:gd name="T19" fmla="*/ 2147483647 h 1255"/>
                <a:gd name="T20" fmla="*/ 2147483647 w 1292"/>
                <a:gd name="T21" fmla="*/ 2147483647 h 1255"/>
                <a:gd name="T22" fmla="*/ 2147483647 w 1292"/>
                <a:gd name="T23" fmla="*/ 2147483647 h 125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w 1292"/>
                <a:gd name="T37" fmla="*/ 0 h 1255"/>
                <a:gd name="T38" fmla="*/ 1292 w 1292"/>
                <a:gd name="T39" fmla="*/ 1255 h 1255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T36" t="T37" r="T38" b="T39"/>
              <a:pathLst>
                <a:path w="1292" h="1255">
                  <a:moveTo>
                    <a:pt x="239" y="7"/>
                  </a:moveTo>
                  <a:cubicBezTo>
                    <a:pt x="120" y="14"/>
                    <a:pt x="70" y="71"/>
                    <a:pt x="35" y="157"/>
                  </a:cubicBezTo>
                  <a:cubicBezTo>
                    <a:pt x="0" y="243"/>
                    <a:pt x="26" y="411"/>
                    <a:pt x="29" y="523"/>
                  </a:cubicBezTo>
                  <a:cubicBezTo>
                    <a:pt x="32" y="635"/>
                    <a:pt x="17" y="771"/>
                    <a:pt x="53" y="829"/>
                  </a:cubicBezTo>
                  <a:cubicBezTo>
                    <a:pt x="89" y="887"/>
                    <a:pt x="146" y="821"/>
                    <a:pt x="245" y="871"/>
                  </a:cubicBezTo>
                  <a:cubicBezTo>
                    <a:pt x="344" y="921"/>
                    <a:pt x="522" y="1068"/>
                    <a:pt x="647" y="1129"/>
                  </a:cubicBezTo>
                  <a:cubicBezTo>
                    <a:pt x="772" y="1190"/>
                    <a:pt x="903" y="1255"/>
                    <a:pt x="995" y="1237"/>
                  </a:cubicBezTo>
                  <a:cubicBezTo>
                    <a:pt x="1087" y="1219"/>
                    <a:pt x="1153" y="1153"/>
                    <a:pt x="1199" y="1021"/>
                  </a:cubicBezTo>
                  <a:cubicBezTo>
                    <a:pt x="1245" y="889"/>
                    <a:pt x="1270" y="580"/>
                    <a:pt x="1271" y="445"/>
                  </a:cubicBezTo>
                  <a:cubicBezTo>
                    <a:pt x="1272" y="310"/>
                    <a:pt x="1292" y="266"/>
                    <a:pt x="1205" y="211"/>
                  </a:cubicBezTo>
                  <a:cubicBezTo>
                    <a:pt x="1118" y="156"/>
                    <a:pt x="908" y="150"/>
                    <a:pt x="749" y="115"/>
                  </a:cubicBezTo>
                  <a:cubicBezTo>
                    <a:pt x="590" y="80"/>
                    <a:pt x="358" y="0"/>
                    <a:pt x="239" y="7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endParaRPr lang="en-US" sz="2000"/>
            </a:p>
          </p:txBody>
        </p:sp>
        <p:sp>
          <p:nvSpPr>
            <p:cNvPr id="85" name="Line 14">
              <a:extLst>
                <a:ext uri="{FF2B5EF4-FFF2-40B4-BE49-F238E27FC236}">
                  <a16:creationId xmlns:a16="http://schemas.microsoft.com/office/drawing/2014/main" id="{05D67BD2-8DEF-EC43-87F6-22A4D3E1D77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338763" y="2085975"/>
              <a:ext cx="455612" cy="21431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6" name="Text Box 15">
              <a:extLst>
                <a:ext uri="{FF2B5EF4-FFF2-40B4-BE49-F238E27FC236}">
                  <a16:creationId xmlns:a16="http://schemas.microsoft.com/office/drawing/2014/main" id="{B5B6E9F6-DA21-FF49-8DD4-F3C6E1FE6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64163" y="1763713"/>
              <a:ext cx="36260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u</a:t>
              </a:r>
              <a:r>
                <a:rPr lang="en-US" altLang="en-US" sz="1800" i="1" baseline="-25000">
                  <a:latin typeface="+mn-lt"/>
                </a:rPr>
                <a:t>s</a:t>
              </a:r>
            </a:p>
          </p:txBody>
        </p:sp>
        <p:sp>
          <p:nvSpPr>
            <p:cNvPr id="87" name="Line 39">
              <a:extLst>
                <a:ext uri="{FF2B5EF4-FFF2-40B4-BE49-F238E27FC236}">
                  <a16:creationId xmlns:a16="http://schemas.microsoft.com/office/drawing/2014/main" id="{31CED78D-7737-214B-BCE4-DCAB761FE9A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089525" y="2713038"/>
              <a:ext cx="57467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8" name="Line 40">
              <a:extLst>
                <a:ext uri="{FF2B5EF4-FFF2-40B4-BE49-F238E27FC236}">
                  <a16:creationId xmlns:a16="http://schemas.microsoft.com/office/drawing/2014/main" id="{FD1ACD18-F196-1746-9009-0670E710DC08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5119688" y="2814638"/>
              <a:ext cx="566737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9" name="Text Box 44">
              <a:extLst>
                <a:ext uri="{FF2B5EF4-FFF2-40B4-BE49-F238E27FC236}">
                  <a16:creationId xmlns:a16="http://schemas.microsoft.com/office/drawing/2014/main" id="{4F15E7E5-19D5-AE49-B8AC-295EC6160CE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103696" y="2460625"/>
              <a:ext cx="1054583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dirty="0">
                  <a:solidFill>
                    <a:schemeClr val="bg1"/>
                  </a:solidFill>
                  <a:latin typeface="+mn-lt"/>
                </a:rPr>
                <a:t>network</a:t>
              </a:r>
              <a:endParaRPr lang="en-US" altLang="en-US" sz="1800" dirty="0">
                <a:solidFill>
                  <a:schemeClr val="bg1"/>
                </a:solidFill>
                <a:latin typeface="+mn-lt"/>
              </a:endParaRPr>
            </a:p>
          </p:txBody>
        </p:sp>
        <p:sp>
          <p:nvSpPr>
            <p:cNvPr id="90" name="AutoShape 327">
              <a:extLst>
                <a:ext uri="{FF2B5EF4-FFF2-40B4-BE49-F238E27FC236}">
                  <a16:creationId xmlns:a16="http://schemas.microsoft.com/office/drawing/2014/main" id="{F1CA6701-3613-AE49-BD0C-998D6498E9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40275" y="1562100"/>
              <a:ext cx="334963" cy="401638"/>
            </a:xfrm>
            <a:prstGeom prst="can">
              <a:avLst>
                <a:gd name="adj" fmla="val 24242"/>
              </a:avLst>
            </a:pr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900"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91" name="Line 22">
              <a:extLst>
                <a:ext uri="{FF2B5EF4-FFF2-40B4-BE49-F238E27FC236}">
                  <a16:creationId xmlns:a16="http://schemas.microsoft.com/office/drawing/2014/main" id="{7769C7C9-ADC5-B848-B48C-F422C7EBE8FB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000875" y="1819275"/>
              <a:ext cx="180975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2" name="Line 23">
              <a:extLst>
                <a:ext uri="{FF2B5EF4-FFF2-40B4-BE49-F238E27FC236}">
                  <a16:creationId xmlns:a16="http://schemas.microsoft.com/office/drawing/2014/main" id="{E579FF7F-DE73-E14A-8EE9-65BCC9EF0D0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078663" y="1825625"/>
              <a:ext cx="187325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3" name="Line 22">
              <a:extLst>
                <a:ext uri="{FF2B5EF4-FFF2-40B4-BE49-F238E27FC236}">
                  <a16:creationId xmlns:a16="http://schemas.microsoft.com/office/drawing/2014/main" id="{6407598A-1198-B046-ACD6-89FFBAE9F5D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416675" y="1736725"/>
              <a:ext cx="179388" cy="530225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4" name="Line 23">
              <a:extLst>
                <a:ext uri="{FF2B5EF4-FFF2-40B4-BE49-F238E27FC236}">
                  <a16:creationId xmlns:a16="http://schemas.microsoft.com/office/drawing/2014/main" id="{AA613AE8-B26B-304E-9B36-0E639788D60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492875" y="1743075"/>
              <a:ext cx="185738" cy="53498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5" name="Line 138">
              <a:extLst>
                <a:ext uri="{FF2B5EF4-FFF2-40B4-BE49-F238E27FC236}">
                  <a16:creationId xmlns:a16="http://schemas.microsoft.com/office/drawing/2014/main" id="{6F964BD8-116B-D445-82F9-8C9897E3E73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3188" y="2579688"/>
              <a:ext cx="658812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6" name="Line 139">
              <a:extLst>
                <a:ext uri="{FF2B5EF4-FFF2-40B4-BE49-F238E27FC236}">
                  <a16:creationId xmlns:a16="http://schemas.microsoft.com/office/drawing/2014/main" id="{A562798A-3EC4-1E41-99DB-FA81FB640E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726363" y="2682875"/>
              <a:ext cx="66040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97" name="Text Box 41">
              <a:extLst>
                <a:ext uri="{FF2B5EF4-FFF2-40B4-BE49-F238E27FC236}">
                  <a16:creationId xmlns:a16="http://schemas.microsoft.com/office/drawing/2014/main" id="{FEE3AD0E-92A3-9E48-8C36-9A0805BC837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13675" y="2146300"/>
              <a:ext cx="450850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d</a:t>
              </a:r>
              <a:r>
                <a:rPr lang="en-US" altLang="en-US" sz="1800" i="1" baseline="-25000">
                  <a:latin typeface="+mn-lt"/>
                </a:rPr>
                <a:t>i</a:t>
              </a:r>
            </a:p>
          </p:txBody>
        </p:sp>
        <p:sp>
          <p:nvSpPr>
            <p:cNvPr id="98" name="Text Box 41">
              <a:extLst>
                <a:ext uri="{FF2B5EF4-FFF2-40B4-BE49-F238E27FC236}">
                  <a16:creationId xmlns:a16="http://schemas.microsoft.com/office/drawing/2014/main" id="{0D2E1DAB-DBC4-2B41-8914-2E86878AE90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829550" y="2663825"/>
              <a:ext cx="506413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800" i="1">
                  <a:latin typeface="+mn-lt"/>
                </a:rPr>
                <a:t>u</a:t>
              </a:r>
              <a:r>
                <a:rPr lang="en-US" altLang="en-US" sz="1800" i="1" baseline="-25000">
                  <a:latin typeface="+mn-lt"/>
                </a:rPr>
                <a:t>i</a:t>
              </a:r>
            </a:p>
          </p:txBody>
        </p:sp>
        <p:sp>
          <p:nvSpPr>
            <p:cNvPr id="99" name="Text Box 47">
              <a:extLst>
                <a:ext uri="{FF2B5EF4-FFF2-40B4-BE49-F238E27FC236}">
                  <a16:creationId xmlns:a16="http://schemas.microsoft.com/office/drawing/2014/main" id="{A5050569-3116-8F4C-B19A-31999F9F230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498975" y="1616075"/>
              <a:ext cx="790575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600" i="1">
                  <a:latin typeface="+mn-lt"/>
                </a:rPr>
                <a:t>F</a:t>
              </a:r>
              <a:endParaRPr lang="en-US" altLang="en-US" sz="1600" i="1" baseline="-25000">
                <a:latin typeface="+mn-lt"/>
              </a:endParaRPr>
            </a:p>
          </p:txBody>
        </p:sp>
        <p:grpSp>
          <p:nvGrpSpPr>
            <p:cNvPr id="100" name="Group 143">
              <a:extLst>
                <a:ext uri="{FF2B5EF4-FFF2-40B4-BE49-F238E27FC236}">
                  <a16:creationId xmlns:a16="http://schemas.microsoft.com/office/drawing/2014/main" id="{479599EE-E0AC-5747-8F3A-66F7F72E864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14925" y="1690688"/>
              <a:ext cx="292100" cy="517525"/>
              <a:chOff x="4140" y="429"/>
              <a:chExt cx="1425" cy="2396"/>
            </a:xfrm>
          </p:grpSpPr>
          <p:sp>
            <p:nvSpPr>
              <p:cNvPr id="113" name="Freeform 144">
                <a:extLst>
                  <a:ext uri="{FF2B5EF4-FFF2-40B4-BE49-F238E27FC236}">
                    <a16:creationId xmlns:a16="http://schemas.microsoft.com/office/drawing/2014/main" id="{6A822DAE-E587-7E49-A7EE-6F64DAB036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4" name="Rectangle 145">
                <a:extLst>
                  <a:ext uri="{FF2B5EF4-FFF2-40B4-BE49-F238E27FC236}">
                    <a16:creationId xmlns:a16="http://schemas.microsoft.com/office/drawing/2014/main" id="{5A81F0A7-6B44-1748-BC35-BE178F0E17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15" name="Freeform 146">
                <a:extLst>
                  <a:ext uri="{FF2B5EF4-FFF2-40B4-BE49-F238E27FC236}">
                    <a16:creationId xmlns:a16="http://schemas.microsoft.com/office/drawing/2014/main" id="{918EEC88-C8A9-2846-970B-50B7E98331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6" name="Freeform 147">
                <a:extLst>
                  <a:ext uri="{FF2B5EF4-FFF2-40B4-BE49-F238E27FC236}">
                    <a16:creationId xmlns:a16="http://schemas.microsoft.com/office/drawing/2014/main" id="{AFDAC2FD-EE20-3E45-9DA1-1D9100AA97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17" name="Rectangle 148">
                <a:extLst>
                  <a:ext uri="{FF2B5EF4-FFF2-40B4-BE49-F238E27FC236}">
                    <a16:creationId xmlns:a16="http://schemas.microsoft.com/office/drawing/2014/main" id="{E97CC808-FCA7-0341-9D5A-7F9EC08532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4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18" name="Group 149">
                <a:extLst>
                  <a:ext uri="{FF2B5EF4-FFF2-40B4-BE49-F238E27FC236}">
                    <a16:creationId xmlns:a16="http://schemas.microsoft.com/office/drawing/2014/main" id="{FC0B1F07-1C50-E64F-B63B-8D1C420C1E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3" name="AutoShape 150">
                  <a:extLst>
                    <a:ext uri="{FF2B5EF4-FFF2-40B4-BE49-F238E27FC236}">
                      <a16:creationId xmlns:a16="http://schemas.microsoft.com/office/drawing/2014/main" id="{5F68B800-F174-0B4B-9F2F-A2B1F0AC8F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5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4" name="AutoShape 151">
                  <a:extLst>
                    <a:ext uri="{FF2B5EF4-FFF2-40B4-BE49-F238E27FC236}">
                      <a16:creationId xmlns:a16="http://schemas.microsoft.com/office/drawing/2014/main" id="{66170CD7-30F0-104F-9FDE-D6C6D3ADF1E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5"/>
                  <a:ext cx="686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19" name="Rectangle 152">
                <a:extLst>
                  <a:ext uri="{FF2B5EF4-FFF2-40B4-BE49-F238E27FC236}">
                    <a16:creationId xmlns:a16="http://schemas.microsoft.com/office/drawing/2014/main" id="{D5D7F168-5271-A741-AF1D-3A72BD2B5F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7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20" name="Group 153">
                <a:extLst>
                  <a:ext uri="{FF2B5EF4-FFF2-40B4-BE49-F238E27FC236}">
                    <a16:creationId xmlns:a16="http://schemas.microsoft.com/office/drawing/2014/main" id="{9BE27AD1-B49A-CD43-AEEF-1EB19E35FB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1" name="AutoShape 154">
                  <a:extLst>
                    <a:ext uri="{FF2B5EF4-FFF2-40B4-BE49-F238E27FC236}">
                      <a16:creationId xmlns:a16="http://schemas.microsoft.com/office/drawing/2014/main" id="{772812CA-D08B-5644-9C8E-95F4570817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69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2" name="AutoShape 155">
                  <a:extLst>
                    <a:ext uri="{FF2B5EF4-FFF2-40B4-BE49-F238E27FC236}">
                      <a16:creationId xmlns:a16="http://schemas.microsoft.com/office/drawing/2014/main" id="{3D32E2F5-24C6-A54D-954E-F3C1A484996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1" name="Rectangle 156">
                <a:extLst>
                  <a:ext uri="{FF2B5EF4-FFF2-40B4-BE49-F238E27FC236}">
                    <a16:creationId xmlns:a16="http://schemas.microsoft.com/office/drawing/2014/main" id="{59BDA1ED-A7F9-324D-9FF2-5D9F73B3BB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5"/>
                <a:ext cx="596" cy="51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22" name="Rectangle 157">
                <a:extLst>
                  <a:ext uri="{FF2B5EF4-FFF2-40B4-BE49-F238E27FC236}">
                    <a16:creationId xmlns:a16="http://schemas.microsoft.com/office/drawing/2014/main" id="{C0BFAB3F-AC35-F648-8105-682E59ADBC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6"/>
                <a:ext cx="596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grpSp>
            <p:nvGrpSpPr>
              <p:cNvPr id="123" name="Group 158">
                <a:extLst>
                  <a:ext uri="{FF2B5EF4-FFF2-40B4-BE49-F238E27FC236}">
                    <a16:creationId xmlns:a16="http://schemas.microsoft.com/office/drawing/2014/main" id="{8FF69078-E28B-AD46-85BF-C0BBF789E7F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39" name="AutoShape 159">
                  <a:extLst>
                    <a:ext uri="{FF2B5EF4-FFF2-40B4-BE49-F238E27FC236}">
                      <a16:creationId xmlns:a16="http://schemas.microsoft.com/office/drawing/2014/main" id="{9B0DD67E-9E17-0249-BE4A-653C3A8D28A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4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40" name="AutoShape 160">
                  <a:extLst>
                    <a:ext uri="{FF2B5EF4-FFF2-40B4-BE49-F238E27FC236}">
                      <a16:creationId xmlns:a16="http://schemas.microsoft.com/office/drawing/2014/main" id="{5D2A256B-AF19-C745-A1FF-3A72EC8701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2"/>
                  <a:ext cx="685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4" name="Freeform 161">
                <a:extLst>
                  <a:ext uri="{FF2B5EF4-FFF2-40B4-BE49-F238E27FC236}">
                    <a16:creationId xmlns:a16="http://schemas.microsoft.com/office/drawing/2014/main" id="{A83F5805-F3B3-3346-A9B8-FDEF2D105CC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grpSp>
            <p:nvGrpSpPr>
              <p:cNvPr id="125" name="Group 162">
                <a:extLst>
                  <a:ext uri="{FF2B5EF4-FFF2-40B4-BE49-F238E27FC236}">
                    <a16:creationId xmlns:a16="http://schemas.microsoft.com/office/drawing/2014/main" id="{A2204E45-948E-A34A-A108-2294B7FAFA3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37" name="AutoShape 163">
                  <a:extLst>
                    <a:ext uri="{FF2B5EF4-FFF2-40B4-BE49-F238E27FC236}">
                      <a16:creationId xmlns:a16="http://schemas.microsoft.com/office/drawing/2014/main" id="{3CCECF35-2FC0-5E40-B1DA-1DB0D6F7BC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  <p:sp>
              <p:nvSpPr>
                <p:cNvPr id="138" name="AutoShape 164">
                  <a:extLst>
                    <a:ext uri="{FF2B5EF4-FFF2-40B4-BE49-F238E27FC236}">
                      <a16:creationId xmlns:a16="http://schemas.microsoft.com/office/drawing/2014/main" id="{8B74FE84-F46F-BD45-B59C-4B4E221C60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1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endParaRPr lang="en-US" altLang="en-US" sz="2400">
                    <a:latin typeface="+mn-lt"/>
                  </a:endParaRPr>
                </a:p>
              </p:txBody>
            </p:sp>
          </p:grpSp>
          <p:sp>
            <p:nvSpPr>
              <p:cNvPr id="126" name="Rectangle 165">
                <a:extLst>
                  <a:ext uri="{FF2B5EF4-FFF2-40B4-BE49-F238E27FC236}">
                    <a16:creationId xmlns:a16="http://schemas.microsoft.com/office/drawing/2014/main" id="{EFB8CB6A-6447-D24D-BD88-7D176E410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27" name="Freeform 166">
                <a:extLst>
                  <a:ext uri="{FF2B5EF4-FFF2-40B4-BE49-F238E27FC236}">
                    <a16:creationId xmlns:a16="http://schemas.microsoft.com/office/drawing/2014/main" id="{7DA25C04-818C-944B-AA5E-5C80E73C01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8" name="Freeform 167">
                <a:extLst>
                  <a:ext uri="{FF2B5EF4-FFF2-40B4-BE49-F238E27FC236}">
                    <a16:creationId xmlns:a16="http://schemas.microsoft.com/office/drawing/2014/main" id="{047480B1-08CE-354D-B27C-4B6428A5A8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29" name="Oval 168">
                <a:extLst>
                  <a:ext uri="{FF2B5EF4-FFF2-40B4-BE49-F238E27FC236}">
                    <a16:creationId xmlns:a16="http://schemas.microsoft.com/office/drawing/2014/main" id="{809BB7F4-67B7-B54C-A450-898CD1825B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0" name="Freeform 169">
                <a:extLst>
                  <a:ext uri="{FF2B5EF4-FFF2-40B4-BE49-F238E27FC236}">
                    <a16:creationId xmlns:a16="http://schemas.microsoft.com/office/drawing/2014/main" id="{DA683EDC-F6BF-7C4C-8A71-32D3320CA3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 sz="2000"/>
              </a:p>
            </p:txBody>
          </p:sp>
          <p:sp>
            <p:nvSpPr>
              <p:cNvPr id="131" name="AutoShape 170">
                <a:extLst>
                  <a:ext uri="{FF2B5EF4-FFF2-40B4-BE49-F238E27FC236}">
                    <a16:creationId xmlns:a16="http://schemas.microsoft.com/office/drawing/2014/main" id="{96EA98F8-F846-2A44-824F-71FAA477B5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0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2" name="AutoShape 171">
                <a:extLst>
                  <a:ext uri="{FF2B5EF4-FFF2-40B4-BE49-F238E27FC236}">
                    <a16:creationId xmlns:a16="http://schemas.microsoft.com/office/drawing/2014/main" id="{23E7F763-52E6-DF40-9EB6-F8624D7B13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07"/>
                <a:ext cx="1069" cy="8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3" name="Oval 172">
                <a:extLst>
                  <a:ext uri="{FF2B5EF4-FFF2-40B4-BE49-F238E27FC236}">
                    <a16:creationId xmlns:a16="http://schemas.microsoft.com/office/drawing/2014/main" id="{99202063-5BB9-474C-B3CE-B9C1D5A1BF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4" name="Oval 173">
                <a:extLst>
                  <a:ext uri="{FF2B5EF4-FFF2-40B4-BE49-F238E27FC236}">
                    <a16:creationId xmlns:a16="http://schemas.microsoft.com/office/drawing/2014/main" id="{B09AE0A9-5898-4647-9779-E5BDE41A54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SzTx/>
                  <a:buFontTx/>
                  <a:buNone/>
                </a:pPr>
                <a:endParaRPr lang="en-US" altLang="en-US">
                  <a:solidFill>
                    <a:srgbClr val="FF0000"/>
                  </a:solidFill>
                  <a:latin typeface="+mn-lt"/>
                  <a:cs typeface="Arial" panose="020B0604020202020204" pitchFamily="34" charset="0"/>
                </a:endParaRPr>
              </a:p>
            </p:txBody>
          </p:sp>
          <p:sp>
            <p:nvSpPr>
              <p:cNvPr id="135" name="Oval 174">
                <a:extLst>
                  <a:ext uri="{FF2B5EF4-FFF2-40B4-BE49-F238E27FC236}">
                    <a16:creationId xmlns:a16="http://schemas.microsoft.com/office/drawing/2014/main" id="{8844CEFC-6420-264F-A5ED-01CEFDBE79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  <p:sp>
            <p:nvSpPr>
              <p:cNvPr id="136" name="Rectangle 175">
                <a:extLst>
                  <a:ext uri="{FF2B5EF4-FFF2-40B4-BE49-F238E27FC236}">
                    <a16:creationId xmlns:a16="http://schemas.microsoft.com/office/drawing/2014/main" id="{C4C6A502-6F38-784C-A809-5E5499386B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 sz="2400">
                  <a:latin typeface="+mn-lt"/>
                </a:endParaRPr>
              </a:p>
            </p:txBody>
          </p:sp>
        </p:grpSp>
        <p:grpSp>
          <p:nvGrpSpPr>
            <p:cNvPr id="101" name="Group 176">
              <a:extLst>
                <a:ext uri="{FF2B5EF4-FFF2-40B4-BE49-F238E27FC236}">
                  <a16:creationId xmlns:a16="http://schemas.microsoft.com/office/drawing/2014/main" id="{7458836E-953E-904B-914D-ECEC36221A8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471988" y="2492375"/>
              <a:ext cx="620712" cy="512763"/>
              <a:chOff x="-44" y="1473"/>
              <a:chExt cx="981" cy="1105"/>
            </a:xfrm>
          </p:grpSpPr>
          <p:pic>
            <p:nvPicPr>
              <p:cNvPr id="111" name="Picture 177" descr="desktop_computer_stylized_medium">
                <a:extLst>
                  <a:ext uri="{FF2B5EF4-FFF2-40B4-BE49-F238E27FC236}">
                    <a16:creationId xmlns:a16="http://schemas.microsoft.com/office/drawing/2014/main" id="{176B8344-E22D-204D-807C-E9CE58B1B9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2" name="Freeform 178">
                <a:extLst>
                  <a:ext uri="{FF2B5EF4-FFF2-40B4-BE49-F238E27FC236}">
                    <a16:creationId xmlns:a16="http://schemas.microsoft.com/office/drawing/2014/main" id="{1A078022-91F2-3F4E-9EA0-44DFCAF22D0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2" name="Group 179">
              <a:extLst>
                <a:ext uri="{FF2B5EF4-FFF2-40B4-BE49-F238E27FC236}">
                  <a16:creationId xmlns:a16="http://schemas.microsoft.com/office/drawing/2014/main" id="{B3CDB5E9-406A-8D48-A50D-C935BF4A569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00788" y="1284288"/>
              <a:ext cx="620712" cy="512762"/>
              <a:chOff x="-44" y="1473"/>
              <a:chExt cx="981" cy="1105"/>
            </a:xfrm>
          </p:grpSpPr>
          <p:pic>
            <p:nvPicPr>
              <p:cNvPr id="109" name="Picture 180" descr="desktop_computer_stylized_medium">
                <a:extLst>
                  <a:ext uri="{FF2B5EF4-FFF2-40B4-BE49-F238E27FC236}">
                    <a16:creationId xmlns:a16="http://schemas.microsoft.com/office/drawing/2014/main" id="{9E1583F0-4FBC-314F-B2AB-B24E50144FD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10" name="Freeform 181">
                <a:extLst>
                  <a:ext uri="{FF2B5EF4-FFF2-40B4-BE49-F238E27FC236}">
                    <a16:creationId xmlns:a16="http://schemas.microsoft.com/office/drawing/2014/main" id="{6E0AAFA3-AC83-6048-B318-2420EC961D5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3" name="Group 182">
              <a:extLst>
                <a:ext uri="{FF2B5EF4-FFF2-40B4-BE49-F238E27FC236}">
                  <a16:creationId xmlns:a16="http://schemas.microsoft.com/office/drawing/2014/main" id="{DCBBB39F-5E4C-C245-BE28-58A83FA44FE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910388" y="1360488"/>
              <a:ext cx="620712" cy="512762"/>
              <a:chOff x="-44" y="1473"/>
              <a:chExt cx="981" cy="1105"/>
            </a:xfrm>
          </p:grpSpPr>
          <p:pic>
            <p:nvPicPr>
              <p:cNvPr id="107" name="Picture 183" descr="desktop_computer_stylized_medium">
                <a:extLst>
                  <a:ext uri="{FF2B5EF4-FFF2-40B4-BE49-F238E27FC236}">
                    <a16:creationId xmlns:a16="http://schemas.microsoft.com/office/drawing/2014/main" id="{E5D20624-0F1B-4B43-A13C-C75A9292C55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8" name="Freeform 184">
                <a:extLst>
                  <a:ext uri="{FF2B5EF4-FFF2-40B4-BE49-F238E27FC236}">
                    <a16:creationId xmlns:a16="http://schemas.microsoft.com/office/drawing/2014/main" id="{35980134-57CB-D848-8F7C-C5F772511B7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  <p:grpSp>
          <p:nvGrpSpPr>
            <p:cNvPr id="104" name="Group 185">
              <a:extLst>
                <a:ext uri="{FF2B5EF4-FFF2-40B4-BE49-F238E27FC236}">
                  <a16:creationId xmlns:a16="http://schemas.microsoft.com/office/drawing/2014/main" id="{CAAE67A0-6730-B94B-A304-CFA3F109B65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369300" y="2362200"/>
              <a:ext cx="620713" cy="512763"/>
              <a:chOff x="-44" y="1473"/>
              <a:chExt cx="981" cy="1105"/>
            </a:xfrm>
          </p:grpSpPr>
          <p:pic>
            <p:nvPicPr>
              <p:cNvPr id="105" name="Picture 186" descr="desktop_computer_stylized_medium">
                <a:extLst>
                  <a:ext uri="{FF2B5EF4-FFF2-40B4-BE49-F238E27FC236}">
                    <a16:creationId xmlns:a16="http://schemas.microsoft.com/office/drawing/2014/main" id="{374F131D-15C0-B347-9AFE-5A5EEADA4E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106" name="Freeform 187">
                <a:extLst>
                  <a:ext uri="{FF2B5EF4-FFF2-40B4-BE49-F238E27FC236}">
                    <a16:creationId xmlns:a16="http://schemas.microsoft.com/office/drawing/2014/main" id="{D81A3509-0DD0-1042-A6A3-8C677E9DCC52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</p:grpSp>
      <p:sp>
        <p:nvSpPr>
          <p:cNvPr id="74" name="Rectangle 47">
            <a:extLst>
              <a:ext uri="{FF2B5EF4-FFF2-40B4-BE49-F238E27FC236}">
                <a16:creationId xmlns:a16="http://schemas.microsoft.com/office/drawing/2014/main" id="{26E15167-D083-564B-BF0B-913CAA6175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5984" y="3876829"/>
            <a:ext cx="8524160" cy="12525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clients: </a:t>
            </a:r>
            <a:r>
              <a:rPr lang="en-US" altLang="en-US" sz="2800" dirty="0">
                <a:latin typeface="+mn-lt"/>
              </a:rPr>
              <a:t>as aggregate must download </a:t>
            </a:r>
            <a:r>
              <a:rPr lang="en-US" altLang="en-US" sz="2800" i="1" dirty="0">
                <a:latin typeface="+mn-lt"/>
              </a:rPr>
              <a:t>NF</a:t>
            </a:r>
            <a:r>
              <a:rPr lang="en-US" altLang="en-US" sz="2800" dirty="0">
                <a:latin typeface="+mn-lt"/>
              </a:rPr>
              <a:t> bits</a:t>
            </a:r>
          </a:p>
          <a:p>
            <a:pPr lvl="1">
              <a:lnSpc>
                <a:spcPct val="85000"/>
              </a:lnSpc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n-lt"/>
              </a:rPr>
              <a:t>max upload rate (limiting max download rate) is </a:t>
            </a:r>
            <a:r>
              <a:rPr lang="en-US" altLang="en-US" sz="2400" i="1" dirty="0">
                <a:latin typeface="+mn-lt"/>
              </a:rPr>
              <a:t>u</a:t>
            </a:r>
            <a:r>
              <a:rPr lang="en-US" altLang="en-US" sz="2400" i="1" baseline="-25000" dirty="0">
                <a:latin typeface="+mn-lt"/>
              </a:rPr>
              <a:t>s</a:t>
            </a:r>
            <a:r>
              <a:rPr lang="en-US" altLang="en-US" sz="2400" i="1" dirty="0">
                <a:latin typeface="+mn-lt"/>
              </a:rPr>
              <a:t> + </a:t>
            </a:r>
            <a:r>
              <a:rPr lang="en-US" altLang="en-US" sz="2800" i="1" dirty="0">
                <a:latin typeface="Symbol" pitchFamily="2" charset="2"/>
              </a:rPr>
              <a:t>S</a:t>
            </a:r>
            <a:r>
              <a:rPr lang="en-US" altLang="en-US" sz="2400" i="1" dirty="0">
                <a:latin typeface="+mn-lt"/>
              </a:rPr>
              <a:t>u</a:t>
            </a:r>
            <a:r>
              <a:rPr lang="en-US" altLang="en-US" sz="2400" i="1" baseline="-25000" dirty="0">
                <a:latin typeface="+mn-lt"/>
              </a:rPr>
              <a:t>i</a:t>
            </a:r>
          </a:p>
        </p:txBody>
      </p:sp>
      <p:sp>
        <p:nvSpPr>
          <p:cNvPr id="75" name="Text Box 51">
            <a:extLst>
              <a:ext uri="{FF2B5EF4-FFF2-40B4-BE49-F238E27FC236}">
                <a16:creationId xmlns:a16="http://schemas.microsoft.com/office/drawing/2014/main" id="{6898F8CA-12DA-BE4E-B99B-FD50E8479F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96934" y="5088499"/>
            <a:ext cx="2267800" cy="88761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algn="r">
              <a:lnSpc>
                <a:spcPct val="80000"/>
              </a:lnSpc>
            </a:pPr>
            <a:r>
              <a:rPr lang="en-US" altLang="en-US" i="1" dirty="0">
                <a:latin typeface="+mn-lt"/>
              </a:rPr>
              <a:t>time to  distribute F </a:t>
            </a:r>
          </a:p>
          <a:p>
            <a:pPr algn="r">
              <a:lnSpc>
                <a:spcPct val="80000"/>
              </a:lnSpc>
            </a:pPr>
            <a:r>
              <a:rPr lang="en-US" altLang="en-US" i="1" dirty="0">
                <a:latin typeface="+mn-lt"/>
              </a:rPr>
              <a:t>to N clients using </a:t>
            </a:r>
          </a:p>
          <a:p>
            <a:pPr algn="r">
              <a:lnSpc>
                <a:spcPct val="80000"/>
              </a:lnSpc>
            </a:pPr>
            <a:r>
              <a:rPr lang="en-US" altLang="en-US" i="1" dirty="0">
                <a:latin typeface="+mn-lt"/>
              </a:rPr>
              <a:t>P2P approach</a:t>
            </a:r>
            <a:r>
              <a:rPr lang="en-US" altLang="en-US" sz="2400" dirty="0">
                <a:latin typeface="+mn-lt"/>
              </a:rPr>
              <a:t> </a:t>
            </a:r>
            <a:endParaRPr lang="en-US" altLang="en-US" sz="2800" dirty="0">
              <a:latin typeface="+mn-lt"/>
            </a:endParaRPr>
          </a:p>
        </p:txBody>
      </p:sp>
      <p:sp>
        <p:nvSpPr>
          <p:cNvPr id="76" name="Rectangle 55">
            <a:extLst>
              <a:ext uri="{FF2B5EF4-FFF2-40B4-BE49-F238E27FC236}">
                <a16:creationId xmlns:a16="http://schemas.microsoft.com/office/drawing/2014/main" id="{07D73A35-ECF9-A74A-AC62-7DA2D51708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36619" y="4991768"/>
            <a:ext cx="9155099" cy="1006589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endParaRPr lang="en-US" altLang="en-US" sz="2800">
              <a:latin typeface="+mn-lt"/>
            </a:endParaRPr>
          </a:p>
        </p:txBody>
      </p:sp>
      <p:sp>
        <p:nvSpPr>
          <p:cNvPr id="77" name="Text Box 31">
            <a:extLst>
              <a:ext uri="{FF2B5EF4-FFF2-40B4-BE49-F238E27FC236}">
                <a16:creationId xmlns:a16="http://schemas.microsoft.com/office/drawing/2014/main" id="{1DD5EA55-8934-0448-A71E-1044D6D265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14018" y="5202837"/>
            <a:ext cx="6262099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3200" i="1" dirty="0">
                <a:latin typeface="+mn-lt"/>
              </a:rPr>
              <a:t> D</a:t>
            </a:r>
            <a:r>
              <a:rPr lang="en-US" altLang="en-US" sz="3200" i="1" baseline="-25000" dirty="0">
                <a:latin typeface="+mn-lt"/>
              </a:rPr>
              <a:t>P2P</a:t>
            </a:r>
            <a:r>
              <a:rPr lang="en-US" altLang="en-US" sz="3200" i="1" dirty="0">
                <a:latin typeface="+mn-lt"/>
              </a:rPr>
              <a:t> &gt; max{F/</a:t>
            </a:r>
            <a:r>
              <a:rPr lang="en-US" altLang="en-US" sz="3200" i="1" dirty="0" err="1">
                <a:latin typeface="+mn-lt"/>
              </a:rPr>
              <a:t>u</a:t>
            </a:r>
            <a:r>
              <a:rPr lang="en-US" altLang="en-US" sz="3200" i="1" baseline="-25000" dirty="0" err="1">
                <a:latin typeface="+mn-lt"/>
              </a:rPr>
              <a:t>s,</a:t>
            </a:r>
            <a:r>
              <a:rPr lang="en-US" altLang="en-US" sz="3200" i="1" dirty="0" err="1">
                <a:latin typeface="+mn-lt"/>
              </a:rPr>
              <a:t>,F</a:t>
            </a:r>
            <a:r>
              <a:rPr lang="en-US" altLang="en-US" sz="3200" i="1" dirty="0">
                <a:latin typeface="+mn-lt"/>
              </a:rPr>
              <a:t>/</a:t>
            </a:r>
            <a:r>
              <a:rPr lang="en-US" altLang="en-US" sz="3200" i="1" dirty="0" err="1">
                <a:latin typeface="+mn-lt"/>
              </a:rPr>
              <a:t>d</a:t>
            </a:r>
            <a:r>
              <a:rPr lang="en-US" altLang="en-US" sz="3200" i="1" baseline="-25000" dirty="0" err="1">
                <a:latin typeface="+mn-lt"/>
              </a:rPr>
              <a:t>min</a:t>
            </a:r>
            <a:r>
              <a:rPr lang="en-US" altLang="en-US" sz="3200" i="1" baseline="-25000" dirty="0">
                <a:latin typeface="+mn-lt"/>
              </a:rPr>
              <a:t>,</a:t>
            </a:r>
            <a:r>
              <a:rPr lang="en-US" altLang="en-US" sz="3200" i="1" dirty="0">
                <a:latin typeface="+mn-lt"/>
              </a:rPr>
              <a:t>,NF/(</a:t>
            </a:r>
            <a:r>
              <a:rPr lang="en-US" altLang="en-US" sz="2800" i="1" dirty="0">
                <a:latin typeface="+mn-lt"/>
              </a:rPr>
              <a:t>u</a:t>
            </a:r>
            <a:r>
              <a:rPr lang="en-US" altLang="en-US" sz="2800" i="1" baseline="-25000" dirty="0">
                <a:latin typeface="+mn-lt"/>
              </a:rPr>
              <a:t>s</a:t>
            </a:r>
            <a:r>
              <a:rPr lang="en-US" altLang="en-US" sz="2800" i="1" dirty="0">
                <a:latin typeface="+mn-lt"/>
              </a:rPr>
              <a:t> + </a:t>
            </a:r>
            <a:r>
              <a:rPr lang="en-US" altLang="en-US" sz="3200" i="1" dirty="0">
                <a:latin typeface="Symbol" pitchFamily="2" charset="2"/>
              </a:rPr>
              <a:t>S</a:t>
            </a:r>
            <a:r>
              <a:rPr lang="en-US" altLang="en-US" sz="2800" i="1" dirty="0">
                <a:latin typeface="+mn-lt"/>
              </a:rPr>
              <a:t>u</a:t>
            </a:r>
            <a:r>
              <a:rPr lang="en-US" altLang="en-US" sz="2800" i="1" baseline="-25000" dirty="0">
                <a:latin typeface="+mn-lt"/>
              </a:rPr>
              <a:t>i</a:t>
            </a:r>
            <a:r>
              <a:rPr lang="en-US" altLang="en-US" sz="3200" dirty="0">
                <a:latin typeface="+mn-lt"/>
              </a:rPr>
              <a:t>)</a:t>
            </a:r>
            <a:r>
              <a:rPr lang="en-US" altLang="en-US" sz="3200" i="1" dirty="0">
                <a:latin typeface="+mn-lt"/>
              </a:rPr>
              <a:t>}</a:t>
            </a:r>
            <a:r>
              <a:rPr lang="en-US" altLang="en-US" sz="3200" i="1" dirty="0">
                <a:solidFill>
                  <a:srgbClr val="CC0000"/>
                </a:solidFill>
                <a:latin typeface="+mn-lt"/>
              </a:rPr>
              <a:t> 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2ECD18A4-3D93-C746-80BB-B1FC987C2D33}"/>
              </a:ext>
            </a:extLst>
          </p:cNvPr>
          <p:cNvGrpSpPr/>
          <p:nvPr/>
        </p:nvGrpSpPr>
        <p:grpSpPr>
          <a:xfrm>
            <a:off x="3027135" y="5637812"/>
            <a:ext cx="7034618" cy="1072227"/>
            <a:chOff x="3027135" y="5637812"/>
            <a:chExt cx="7034618" cy="1072227"/>
          </a:xfrm>
        </p:grpSpPr>
        <p:sp>
          <p:nvSpPr>
            <p:cNvPr id="78" name="Line 33">
              <a:extLst>
                <a:ext uri="{FF2B5EF4-FFF2-40B4-BE49-F238E27FC236}">
                  <a16:creationId xmlns:a16="http://schemas.microsoft.com/office/drawing/2014/main" id="{9C4B1B80-0BB4-8F40-8465-4FD53B2DEE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47481" y="5669562"/>
              <a:ext cx="174625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79" name="Line 53">
              <a:extLst>
                <a:ext uri="{FF2B5EF4-FFF2-40B4-BE49-F238E27FC236}">
                  <a16:creationId xmlns:a16="http://schemas.microsoft.com/office/drawing/2014/main" id="{79E64125-C1DB-B546-9439-BAE60A04A25F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9282594" y="5731183"/>
              <a:ext cx="376235" cy="579911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82" name="Text Box 54">
              <a:extLst>
                <a:ext uri="{FF2B5EF4-FFF2-40B4-BE49-F238E27FC236}">
                  <a16:creationId xmlns:a16="http://schemas.microsoft.com/office/drawing/2014/main" id="{8D508472-5111-9543-8884-ADE49373600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027135" y="6314866"/>
              <a:ext cx="7034618" cy="39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2400" dirty="0">
                  <a:latin typeface="+mn-lt"/>
                </a:rPr>
                <a:t>… but so does this, as each peer brings service capacity</a:t>
              </a:r>
            </a:p>
          </p:txBody>
        </p:sp>
        <p:sp>
          <p:nvSpPr>
            <p:cNvPr id="151" name="Line 53">
              <a:extLst>
                <a:ext uri="{FF2B5EF4-FFF2-40B4-BE49-F238E27FC236}">
                  <a16:creationId xmlns:a16="http://schemas.microsoft.com/office/drawing/2014/main" id="{C2E61335-33C5-8040-B976-4A6DABA4E40E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7935121" y="5637812"/>
              <a:ext cx="376235" cy="462537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sp>
          <p:nvSpPr>
            <p:cNvPr id="152" name="Text Box 54">
              <a:extLst>
                <a:ext uri="{FF2B5EF4-FFF2-40B4-BE49-F238E27FC236}">
                  <a16:creationId xmlns:a16="http://schemas.microsoft.com/office/drawing/2014/main" id="{5FCFA7D9-F5C4-B849-A76B-A54251B68B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084684" y="6045728"/>
              <a:ext cx="3187860" cy="39517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marL="342900" indent="-3429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>
                <a:lnSpc>
                  <a:spcPct val="80000"/>
                </a:lnSpc>
              </a:pPr>
              <a:r>
                <a:rPr lang="en-US" altLang="en-US" sz="2400" dirty="0">
                  <a:latin typeface="+mn-lt"/>
                </a:rPr>
                <a:t>increases linearly in </a:t>
              </a:r>
              <a:r>
                <a:rPr lang="en-US" altLang="en-US" sz="2400" i="1" dirty="0">
                  <a:latin typeface="+mn-lt"/>
                </a:rPr>
                <a:t>N</a:t>
              </a:r>
              <a:r>
                <a:rPr lang="en-US" altLang="en-US" sz="2400" dirty="0">
                  <a:latin typeface="+mn-lt"/>
                </a:rPr>
                <a:t> …</a:t>
              </a:r>
            </a:p>
          </p:txBody>
        </p:sp>
      </p:grpSp>
      <p:sp>
        <p:nvSpPr>
          <p:cNvPr id="145" name="Slide Number Placeholder 2">
            <a:extLst>
              <a:ext uri="{FF2B5EF4-FFF2-40B4-BE49-F238E27FC236}">
                <a16:creationId xmlns:a16="http://schemas.microsoft.com/office/drawing/2014/main" id="{BC91CBC4-36C0-F74A-BE01-5502315631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411986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Client-server vs. P2P: example</a:t>
            </a:r>
          </a:p>
        </p:txBody>
      </p:sp>
      <p:sp>
        <p:nvSpPr>
          <p:cNvPr id="145" name="Text Box 5">
            <a:extLst>
              <a:ext uri="{FF2B5EF4-FFF2-40B4-BE49-F238E27FC236}">
                <a16:creationId xmlns:a16="http://schemas.microsoft.com/office/drawing/2014/main" id="{EEB38FFC-0E85-9543-BFA8-AC6EA14AA8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752045" y="1362602"/>
            <a:ext cx="7481468" cy="47467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r>
              <a:rPr lang="en-US" altLang="en-US" sz="2400" dirty="0">
                <a:latin typeface="+mn-lt"/>
              </a:rPr>
              <a:t>client upload rate =</a:t>
            </a:r>
            <a:r>
              <a:rPr lang="en-US" altLang="en-US" sz="2400" i="1" dirty="0">
                <a:latin typeface="+mn-lt"/>
              </a:rPr>
              <a:t> u</a:t>
            </a:r>
            <a:r>
              <a:rPr lang="en-US" altLang="en-US" sz="2400" dirty="0">
                <a:latin typeface="+mn-lt"/>
              </a:rPr>
              <a:t>,  </a:t>
            </a:r>
            <a:r>
              <a:rPr lang="en-US" altLang="en-US" sz="2400" i="1" dirty="0">
                <a:latin typeface="+mn-lt"/>
              </a:rPr>
              <a:t>F/u </a:t>
            </a:r>
            <a:r>
              <a:rPr lang="en-US" altLang="en-US" sz="2400" dirty="0">
                <a:latin typeface="+mn-lt"/>
              </a:rPr>
              <a:t>= 1 hour,  </a:t>
            </a:r>
            <a:r>
              <a:rPr lang="en-US" altLang="en-US" sz="2400" i="1" dirty="0">
                <a:latin typeface="+mn-lt"/>
              </a:rPr>
              <a:t>u</a:t>
            </a:r>
            <a:r>
              <a:rPr lang="en-US" altLang="en-US" sz="2400" i="1" baseline="-25000" dirty="0">
                <a:latin typeface="+mn-lt"/>
              </a:rPr>
              <a:t>s</a:t>
            </a:r>
            <a:r>
              <a:rPr lang="en-US" altLang="en-US" sz="2400" i="1" dirty="0">
                <a:latin typeface="+mn-lt"/>
              </a:rPr>
              <a:t> = 10u,  </a:t>
            </a:r>
            <a:r>
              <a:rPr lang="en-US" altLang="en-US" sz="2400" i="1" dirty="0" err="1">
                <a:latin typeface="+mn-lt"/>
              </a:rPr>
              <a:t>d</a:t>
            </a:r>
            <a:r>
              <a:rPr lang="en-US" altLang="en-US" sz="2400" i="1" baseline="-25000" dirty="0" err="1">
                <a:latin typeface="+mn-lt"/>
              </a:rPr>
              <a:t>min</a:t>
            </a:r>
            <a:r>
              <a:rPr lang="en-US" altLang="en-US" sz="2400" i="1" dirty="0">
                <a:latin typeface="+mn-lt"/>
              </a:rPr>
              <a:t> ≥ u</a:t>
            </a:r>
            <a:r>
              <a:rPr lang="en-US" altLang="en-US" sz="2400" i="1" baseline="-25000" dirty="0">
                <a:latin typeface="+mn-lt"/>
              </a:rPr>
              <a:t>s</a:t>
            </a:r>
          </a:p>
        </p:txBody>
      </p:sp>
      <p:graphicFrame>
        <p:nvGraphicFramePr>
          <p:cNvPr id="146" name="Object 2">
            <a:extLst>
              <a:ext uri="{FF2B5EF4-FFF2-40B4-BE49-F238E27FC236}">
                <a16:creationId xmlns:a16="http://schemas.microsoft.com/office/drawing/2014/main" id="{DA2A3735-C6EA-E243-957F-9D948479EA07}"/>
              </a:ext>
            </a:extLst>
          </p:cNvPr>
          <p:cNvGraphicFramePr>
            <a:graphicFrameLocks noChangeAspect="1"/>
          </p:cNvGraphicFramePr>
          <p:nvPr/>
        </p:nvGraphicFramePr>
        <p:xfrm>
          <a:off x="2976864" y="1835409"/>
          <a:ext cx="7031830" cy="479024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Chart" r:id="rId3" imgW="7734300" imgH="5295900" progId="Excel.Chart.8">
                  <p:embed/>
                </p:oleObj>
              </mc:Choice>
              <mc:Fallback>
                <p:oleObj name="Chart" r:id="rId3" imgW="7734300" imgH="5295900" progId="Excel.Chart.8">
                  <p:embed/>
                  <p:pic>
                    <p:nvPicPr>
                      <p:cNvPr id="146" name="Object 2">
                        <a:extLst>
                          <a:ext uri="{FF2B5EF4-FFF2-40B4-BE49-F238E27FC236}">
                            <a16:creationId xmlns:a16="http://schemas.microsoft.com/office/drawing/2014/main" id="{DA2A3735-C6EA-E243-957F-9D948479EA07}"/>
                          </a:ext>
                        </a:extLst>
                      </p:cNvPr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976864" y="1835409"/>
                        <a:ext cx="7031830" cy="4790242"/>
                      </a:xfrm>
                      <a:prstGeom prst="rect">
                        <a:avLst/>
                      </a:prstGeom>
                      <a:noFill/>
                      <a:ln>
                        <a:noFill/>
                      </a:ln>
                      <a:effectLst/>
                    </p:spPr>
                  </p:pic>
                </p:oleObj>
              </mc:Fallback>
            </mc:AlternateContent>
          </a:graphicData>
        </a:graphic>
      </p:graphicFrame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97AAACF9-A4E2-714C-A130-30E3EF5AB8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27453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P2P file distribution: BitTorrent </a:t>
            </a:r>
          </a:p>
        </p:txBody>
      </p:sp>
      <p:sp>
        <p:nvSpPr>
          <p:cNvPr id="8" name="Rectangle 43">
            <a:extLst>
              <a:ext uri="{FF2B5EF4-FFF2-40B4-BE49-F238E27FC236}">
                <a16:creationId xmlns:a16="http://schemas.microsoft.com/office/drawing/2014/main" id="{9F70DCCB-36C3-394B-AA08-EB0F698CB2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5784" y="1260022"/>
            <a:ext cx="7124700" cy="1009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n-lt"/>
              </a:rPr>
              <a:t>file divided into 256Kb chunks</a:t>
            </a:r>
          </a:p>
          <a:p>
            <a:pPr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n-lt"/>
              </a:rPr>
              <a:t>peers in torrent send/receive file chunks</a:t>
            </a:r>
            <a:endParaRPr lang="en-US" altLang="en-US" sz="3200" dirty="0">
              <a:latin typeface="+mn-lt"/>
            </a:endParaRPr>
          </a:p>
        </p:txBody>
      </p:sp>
      <p:sp>
        <p:nvSpPr>
          <p:cNvPr id="9" name="Text Box 37">
            <a:extLst>
              <a:ext uri="{FF2B5EF4-FFF2-40B4-BE49-F238E27FC236}">
                <a16:creationId xmlns:a16="http://schemas.microsoft.com/office/drawing/2014/main" id="{5650BC65-B000-EC4F-B4E6-547C48D655D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12096" y="2371997"/>
            <a:ext cx="3018775" cy="775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tracker:</a:t>
            </a:r>
            <a:r>
              <a:rPr lang="en-US" altLang="en-US" sz="2800" dirty="0">
                <a:latin typeface="+mn-lt"/>
              </a:rPr>
              <a:t> </a:t>
            </a:r>
            <a:r>
              <a:rPr lang="en-US" altLang="en-US" sz="2400" dirty="0">
                <a:latin typeface="+mn-lt"/>
              </a:rPr>
              <a:t>tracks peers </a:t>
            </a:r>
          </a:p>
          <a:p>
            <a:pPr eaLnBrk="1" hangingPunct="1">
              <a:lnSpc>
                <a:spcPct val="85000"/>
              </a:lnSpc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+mn-lt"/>
              </a:rPr>
              <a:t>participating in torrent</a:t>
            </a:r>
          </a:p>
        </p:txBody>
      </p:sp>
      <p:sp>
        <p:nvSpPr>
          <p:cNvPr id="10" name="Text Box 41">
            <a:extLst>
              <a:ext uri="{FF2B5EF4-FFF2-40B4-BE49-F238E27FC236}">
                <a16:creationId xmlns:a16="http://schemas.microsoft.com/office/drawing/2014/main" id="{2814A19F-08C5-434B-8DB2-D40537539D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24019" y="2385559"/>
            <a:ext cx="4044723" cy="7752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>
              <a:lnSpc>
                <a:spcPct val="85000"/>
              </a:lnSpc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torrent:</a:t>
            </a:r>
            <a:r>
              <a:rPr lang="en-US" altLang="en-US" sz="2800" dirty="0">
                <a:latin typeface="+mn-lt"/>
              </a:rPr>
              <a:t> </a:t>
            </a:r>
            <a:r>
              <a:rPr lang="en-US" altLang="en-US" sz="2400" dirty="0">
                <a:latin typeface="+mn-lt"/>
              </a:rPr>
              <a:t>group of peers exchanging  chunks of a file</a:t>
            </a:r>
          </a:p>
        </p:txBody>
      </p:sp>
      <p:sp>
        <p:nvSpPr>
          <p:cNvPr id="11" name="Line 21">
            <a:extLst>
              <a:ext uri="{FF2B5EF4-FFF2-40B4-BE49-F238E27FC236}">
                <a16:creationId xmlns:a16="http://schemas.microsoft.com/office/drawing/2014/main" id="{91218428-BF18-064C-AC6D-09C6F280B6C1}"/>
              </a:ext>
            </a:extLst>
          </p:cNvPr>
          <p:cNvSpPr>
            <a:spLocks noChangeShapeType="1"/>
          </p:cNvSpPr>
          <p:nvPr/>
        </p:nvSpPr>
        <p:spPr bwMode="auto">
          <a:xfrm>
            <a:off x="4149045" y="3765096"/>
            <a:ext cx="1587" cy="536575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2" name="Line 25">
            <a:extLst>
              <a:ext uri="{FF2B5EF4-FFF2-40B4-BE49-F238E27FC236}">
                <a16:creationId xmlns:a16="http://schemas.microsoft.com/office/drawing/2014/main" id="{83D9B80D-0209-4147-9E8B-F917A5CACC46}"/>
              </a:ext>
            </a:extLst>
          </p:cNvPr>
          <p:cNvSpPr>
            <a:spLocks noChangeShapeType="1"/>
          </p:cNvSpPr>
          <p:nvPr/>
        </p:nvSpPr>
        <p:spPr bwMode="auto">
          <a:xfrm>
            <a:off x="5495245" y="3493634"/>
            <a:ext cx="2551112" cy="14097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3" name="Line 26">
            <a:extLst>
              <a:ext uri="{FF2B5EF4-FFF2-40B4-BE49-F238E27FC236}">
                <a16:creationId xmlns:a16="http://schemas.microsoft.com/office/drawing/2014/main" id="{F9471077-2BA5-5449-84C5-497550D1A88E}"/>
              </a:ext>
            </a:extLst>
          </p:cNvPr>
          <p:cNvSpPr>
            <a:spLocks noChangeShapeType="1"/>
          </p:cNvSpPr>
          <p:nvPr/>
        </p:nvSpPr>
        <p:spPr bwMode="auto">
          <a:xfrm>
            <a:off x="5292045" y="3644446"/>
            <a:ext cx="247650" cy="18161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4" name="Line 27">
            <a:extLst>
              <a:ext uri="{FF2B5EF4-FFF2-40B4-BE49-F238E27FC236}">
                <a16:creationId xmlns:a16="http://schemas.microsoft.com/office/drawing/2014/main" id="{10E079A5-4F27-9043-ABC7-F13963D847DE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931932" y="3404734"/>
            <a:ext cx="1168400" cy="3063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5" name="Line 28">
            <a:extLst>
              <a:ext uri="{FF2B5EF4-FFF2-40B4-BE49-F238E27FC236}">
                <a16:creationId xmlns:a16="http://schemas.microsoft.com/office/drawing/2014/main" id="{5691CE8D-190A-8F4F-81D8-DA20F9A0255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115957" y="3941309"/>
            <a:ext cx="2039938" cy="19875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6" name="Line 29">
            <a:extLst>
              <a:ext uri="{FF2B5EF4-FFF2-40B4-BE49-F238E27FC236}">
                <a16:creationId xmlns:a16="http://schemas.microsoft.com/office/drawing/2014/main" id="{0B716A5B-3226-9240-889D-C421A6779BC9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6203270" y="5906634"/>
            <a:ext cx="739775" cy="1635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7" name="Line 30">
            <a:extLst>
              <a:ext uri="{FF2B5EF4-FFF2-40B4-BE49-F238E27FC236}">
                <a16:creationId xmlns:a16="http://schemas.microsoft.com/office/drawing/2014/main" id="{CB541843-3E52-6849-8C3D-ACA1E8B0A9D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5722257" y="3603171"/>
            <a:ext cx="900113" cy="1676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8" name="Line 31">
            <a:extLst>
              <a:ext uri="{FF2B5EF4-FFF2-40B4-BE49-F238E27FC236}">
                <a16:creationId xmlns:a16="http://schemas.microsoft.com/office/drawing/2014/main" id="{52216A70-C583-4540-BB2D-CF1771FB2AD5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5887357" y="4989059"/>
            <a:ext cx="2120900" cy="4826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9" name="Line 32">
            <a:extLst>
              <a:ext uri="{FF2B5EF4-FFF2-40B4-BE49-F238E27FC236}">
                <a16:creationId xmlns:a16="http://schemas.microsoft.com/office/drawing/2014/main" id="{F807AF1E-A5B9-A540-A172-58D4029FDE3C}"/>
              </a:ext>
            </a:extLst>
          </p:cNvPr>
          <p:cNvSpPr>
            <a:spLocks noChangeShapeType="1"/>
          </p:cNvSpPr>
          <p:nvPr/>
        </p:nvSpPr>
        <p:spPr bwMode="auto">
          <a:xfrm>
            <a:off x="6887482" y="3547609"/>
            <a:ext cx="1182688" cy="1276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0" name="Line 33">
            <a:extLst>
              <a:ext uri="{FF2B5EF4-FFF2-40B4-BE49-F238E27FC236}">
                <a16:creationId xmlns:a16="http://schemas.microsoft.com/office/drawing/2014/main" id="{57AE3ACE-B172-774D-A007-D1E10D3347F5}"/>
              </a:ext>
            </a:extLst>
          </p:cNvPr>
          <p:cNvSpPr>
            <a:spLocks noChangeShapeType="1"/>
          </p:cNvSpPr>
          <p:nvPr/>
        </p:nvSpPr>
        <p:spPr bwMode="auto">
          <a:xfrm>
            <a:off x="7330395" y="5928859"/>
            <a:ext cx="376237" cy="2174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1" name="Line 34">
            <a:extLst>
              <a:ext uri="{FF2B5EF4-FFF2-40B4-BE49-F238E27FC236}">
                <a16:creationId xmlns:a16="http://schemas.microsoft.com/office/drawing/2014/main" id="{AD1B36D1-84DC-F74A-AFE8-CA1FD75FB991}"/>
              </a:ext>
            </a:extLst>
          </p:cNvPr>
          <p:cNvSpPr>
            <a:spLocks noChangeShapeType="1"/>
          </p:cNvSpPr>
          <p:nvPr/>
        </p:nvSpPr>
        <p:spPr bwMode="auto">
          <a:xfrm>
            <a:off x="6215970" y="6224134"/>
            <a:ext cx="1490662" cy="15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2" name="Text Box 35">
            <a:extLst>
              <a:ext uri="{FF2B5EF4-FFF2-40B4-BE49-F238E27FC236}">
                <a16:creationId xmlns:a16="http://schemas.microsoft.com/office/drawing/2014/main" id="{4EFE36E1-3543-7248-A7C0-2AC7D4F78F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80570" y="4766809"/>
            <a:ext cx="1585049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n-lt"/>
              </a:rPr>
              <a:t>Alice arrives  …</a:t>
            </a:r>
          </a:p>
        </p:txBody>
      </p:sp>
      <p:sp>
        <p:nvSpPr>
          <p:cNvPr id="23" name="Line 38">
            <a:extLst>
              <a:ext uri="{FF2B5EF4-FFF2-40B4-BE49-F238E27FC236}">
                <a16:creationId xmlns:a16="http://schemas.microsoft.com/office/drawing/2014/main" id="{E123A252-D37E-4649-B66C-7F9C1DB6CC0B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7881257" y="5163684"/>
            <a:ext cx="263525" cy="9398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US"/>
          </a:p>
        </p:txBody>
      </p:sp>
      <p:pic>
        <p:nvPicPr>
          <p:cNvPr id="24" name="Picture 39" descr="Alice">
            <a:extLst>
              <a:ext uri="{FF2B5EF4-FFF2-40B4-BE49-F238E27FC236}">
                <a16:creationId xmlns:a16="http://schemas.microsoft.com/office/drawing/2014/main" id="{6F308F82-9362-FC4F-921E-2715C3D3E71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36270" y="4284209"/>
            <a:ext cx="474662" cy="511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Line 42">
            <a:extLst>
              <a:ext uri="{FF2B5EF4-FFF2-40B4-BE49-F238E27FC236}">
                <a16:creationId xmlns:a16="http://schemas.microsoft.com/office/drawing/2014/main" id="{3C11B289-FD57-9D4E-9E24-3A266C61D954}"/>
              </a:ext>
            </a:extLst>
          </p:cNvPr>
          <p:cNvSpPr>
            <a:spLocks noChangeShapeType="1"/>
          </p:cNvSpPr>
          <p:nvPr/>
        </p:nvSpPr>
        <p:spPr bwMode="auto">
          <a:xfrm>
            <a:off x="3364820" y="3122159"/>
            <a:ext cx="476250" cy="258762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6" name="Text Box 35">
            <a:extLst>
              <a:ext uri="{FF2B5EF4-FFF2-40B4-BE49-F238E27FC236}">
                <a16:creationId xmlns:a16="http://schemas.microsoft.com/office/drawing/2014/main" id="{927C2D32-6615-3F4A-95AB-84426525C9F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94857" y="5027159"/>
            <a:ext cx="216052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n-lt"/>
              </a:rPr>
              <a:t>… obtains list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n-lt"/>
              </a:rPr>
              <a:t>of peers from tracker</a:t>
            </a:r>
          </a:p>
        </p:txBody>
      </p:sp>
      <p:grpSp>
        <p:nvGrpSpPr>
          <p:cNvPr id="27" name="Group 68">
            <a:extLst>
              <a:ext uri="{FF2B5EF4-FFF2-40B4-BE49-F238E27FC236}">
                <a16:creationId xmlns:a16="http://schemas.microsoft.com/office/drawing/2014/main" id="{0CB0B1F3-FC8E-0A48-BF34-45F53DE7FC53}"/>
              </a:ext>
            </a:extLst>
          </p:cNvPr>
          <p:cNvGrpSpPr>
            <a:grpSpLocks/>
          </p:cNvGrpSpPr>
          <p:nvPr/>
        </p:nvGrpSpPr>
        <p:grpSpPr bwMode="auto">
          <a:xfrm>
            <a:off x="4528457" y="3571421"/>
            <a:ext cx="3492500" cy="2163763"/>
            <a:chOff x="1752" y="2166"/>
            <a:chExt cx="2200" cy="1363"/>
          </a:xfrm>
        </p:grpSpPr>
        <p:sp>
          <p:nvSpPr>
            <p:cNvPr id="28" name="Line 22">
              <a:extLst>
                <a:ext uri="{FF2B5EF4-FFF2-40B4-BE49-F238E27FC236}">
                  <a16:creationId xmlns:a16="http://schemas.microsoft.com/office/drawing/2014/main" id="{07CCED51-0858-B14F-BA5F-7B3C851D3C7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52" y="2166"/>
              <a:ext cx="361" cy="5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9" name="Line 23">
              <a:extLst>
                <a:ext uri="{FF2B5EF4-FFF2-40B4-BE49-F238E27FC236}">
                  <a16:creationId xmlns:a16="http://schemas.microsoft.com/office/drawing/2014/main" id="{AE1CB49D-CE6D-D143-95DB-E659615A3630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1770" y="2352"/>
              <a:ext cx="2182" cy="4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0" name="Line 24">
              <a:extLst>
                <a:ext uri="{FF2B5EF4-FFF2-40B4-BE49-F238E27FC236}">
                  <a16:creationId xmlns:a16="http://schemas.microsoft.com/office/drawing/2014/main" id="{327E99FD-0AAB-E84D-845A-9A6E34919AAE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786" y="2820"/>
              <a:ext cx="1550" cy="7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</p:grpSp>
      <p:sp>
        <p:nvSpPr>
          <p:cNvPr id="31" name="Text Box 35">
            <a:extLst>
              <a:ext uri="{FF2B5EF4-FFF2-40B4-BE49-F238E27FC236}">
                <a16:creationId xmlns:a16="http://schemas.microsoft.com/office/drawing/2014/main" id="{41FA99F8-69D2-FB4B-B615-224F5CEB2B2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55170" y="5568496"/>
            <a:ext cx="3172022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n-lt"/>
              </a:rPr>
              <a:t>… and begins exchanging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>
                <a:latin typeface="+mn-lt"/>
              </a:rPr>
              <a:t>file chunks with peers in torrent</a:t>
            </a:r>
          </a:p>
        </p:txBody>
      </p:sp>
      <p:grpSp>
        <p:nvGrpSpPr>
          <p:cNvPr id="32" name="Group 71">
            <a:extLst>
              <a:ext uri="{FF2B5EF4-FFF2-40B4-BE49-F238E27FC236}">
                <a16:creationId xmlns:a16="http://schemas.microsoft.com/office/drawing/2014/main" id="{A0FCD1EA-5119-B341-A835-E304CBD33AC4}"/>
              </a:ext>
            </a:extLst>
          </p:cNvPr>
          <p:cNvGrpSpPr>
            <a:grpSpLocks/>
          </p:cNvGrpSpPr>
          <p:nvPr/>
        </p:nvGrpSpPr>
        <p:grpSpPr bwMode="auto">
          <a:xfrm>
            <a:off x="3931557" y="3080884"/>
            <a:ext cx="379413" cy="604837"/>
            <a:chOff x="4140" y="429"/>
            <a:chExt cx="1425" cy="2396"/>
          </a:xfrm>
        </p:grpSpPr>
        <p:sp>
          <p:nvSpPr>
            <p:cNvPr id="33" name="Freeform 72">
              <a:extLst>
                <a:ext uri="{FF2B5EF4-FFF2-40B4-BE49-F238E27FC236}">
                  <a16:creationId xmlns:a16="http://schemas.microsoft.com/office/drawing/2014/main" id="{36B6D999-1302-CA4C-9CFD-B5CDD5323C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4" name="Rectangle 73">
              <a:extLst>
                <a:ext uri="{FF2B5EF4-FFF2-40B4-BE49-F238E27FC236}">
                  <a16:creationId xmlns:a16="http://schemas.microsoft.com/office/drawing/2014/main" id="{AE763A03-0DD4-834A-B674-79B06662738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429"/>
              <a:ext cx="1049" cy="2283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35" name="Freeform 74">
              <a:extLst>
                <a:ext uri="{FF2B5EF4-FFF2-40B4-BE49-F238E27FC236}">
                  <a16:creationId xmlns:a16="http://schemas.microsoft.com/office/drawing/2014/main" id="{1AF22850-A524-C34B-9648-D7E113A51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6" name="Freeform 75">
              <a:extLst>
                <a:ext uri="{FF2B5EF4-FFF2-40B4-BE49-F238E27FC236}">
                  <a16:creationId xmlns:a16="http://schemas.microsoft.com/office/drawing/2014/main" id="{E1031A0C-C898-9240-84A5-5DF224E40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37" name="Rectangle 76">
              <a:extLst>
                <a:ext uri="{FF2B5EF4-FFF2-40B4-BE49-F238E27FC236}">
                  <a16:creationId xmlns:a16="http://schemas.microsoft.com/office/drawing/2014/main" id="{FE7D0B4D-AB22-7349-A08A-69B9AFDFEE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2" y="693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grpSp>
          <p:nvGrpSpPr>
            <p:cNvPr id="38" name="Group 77">
              <a:extLst>
                <a:ext uri="{FF2B5EF4-FFF2-40B4-BE49-F238E27FC236}">
                  <a16:creationId xmlns:a16="http://schemas.microsoft.com/office/drawing/2014/main" id="{4BEA5B83-9C56-7E41-BD11-39235643453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3" name="AutoShape 78">
                <a:extLst>
                  <a:ext uri="{FF2B5EF4-FFF2-40B4-BE49-F238E27FC236}">
                    <a16:creationId xmlns:a16="http://schemas.microsoft.com/office/drawing/2014/main" id="{A1F98537-39E1-5140-824E-666C1A8D18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3" y="2568"/>
                <a:ext cx="729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64" name="AutoShape 79">
                <a:extLst>
                  <a:ext uri="{FF2B5EF4-FFF2-40B4-BE49-F238E27FC236}">
                    <a16:creationId xmlns:a16="http://schemas.microsoft.com/office/drawing/2014/main" id="{3E630405-7E91-474D-81B7-5BE15C86F4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8" y="2586"/>
                <a:ext cx="699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39" name="Rectangle 80">
              <a:extLst>
                <a:ext uri="{FF2B5EF4-FFF2-40B4-BE49-F238E27FC236}">
                  <a16:creationId xmlns:a16="http://schemas.microsoft.com/office/drawing/2014/main" id="{B81937BA-7B8F-934F-9886-304C1E0FE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3" y="1020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grpSp>
          <p:nvGrpSpPr>
            <p:cNvPr id="40" name="Group 81">
              <a:extLst>
                <a:ext uri="{FF2B5EF4-FFF2-40B4-BE49-F238E27FC236}">
                  <a16:creationId xmlns:a16="http://schemas.microsoft.com/office/drawing/2014/main" id="{EB47381C-540F-D44E-B9A6-D96D60900C1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61" name="AutoShape 82">
                <a:extLst>
                  <a:ext uri="{FF2B5EF4-FFF2-40B4-BE49-F238E27FC236}">
                    <a16:creationId xmlns:a16="http://schemas.microsoft.com/office/drawing/2014/main" id="{CB241153-BE70-A046-A468-0E9F962F2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9"/>
                <a:ext cx="722" cy="137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62" name="AutoShape 83">
                <a:extLst>
                  <a:ext uri="{FF2B5EF4-FFF2-40B4-BE49-F238E27FC236}">
                    <a16:creationId xmlns:a16="http://schemas.microsoft.com/office/drawing/2014/main" id="{AE4F9DC7-0CE7-224E-AC2E-7172DE8E45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2"/>
                <a:ext cx="692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41" name="Rectangle 84">
              <a:extLst>
                <a:ext uri="{FF2B5EF4-FFF2-40B4-BE49-F238E27FC236}">
                  <a16:creationId xmlns:a16="http://schemas.microsoft.com/office/drawing/2014/main" id="{8C5EDE9F-7A54-8E4C-9F85-07C13C5C2FA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8" y="1360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42" name="Rectangle 85">
              <a:extLst>
                <a:ext uri="{FF2B5EF4-FFF2-40B4-BE49-F238E27FC236}">
                  <a16:creationId xmlns:a16="http://schemas.microsoft.com/office/drawing/2014/main" id="{6FEC7A6E-AAC2-3842-B9A4-935F2060DA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9" y="1655"/>
              <a:ext cx="596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grpSp>
          <p:nvGrpSpPr>
            <p:cNvPr id="43" name="Group 86">
              <a:extLst>
                <a:ext uri="{FF2B5EF4-FFF2-40B4-BE49-F238E27FC236}">
                  <a16:creationId xmlns:a16="http://schemas.microsoft.com/office/drawing/2014/main" id="{CAC1B168-07EE-3C44-9AEE-5914C1B8DC3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9" name="AutoShape 87">
                <a:extLst>
                  <a:ext uri="{FF2B5EF4-FFF2-40B4-BE49-F238E27FC236}">
                    <a16:creationId xmlns:a16="http://schemas.microsoft.com/office/drawing/2014/main" id="{F49F383C-F941-F64A-8DDE-13A4D8D16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82"/>
                <a:ext cx="720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60" name="AutoShape 88">
                <a:extLst>
                  <a:ext uri="{FF2B5EF4-FFF2-40B4-BE49-F238E27FC236}">
                    <a16:creationId xmlns:a16="http://schemas.microsoft.com/office/drawing/2014/main" id="{E3456229-948B-9C4F-B503-DD55D32308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8"/>
                <a:ext cx="691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44" name="Freeform 89">
              <a:extLst>
                <a:ext uri="{FF2B5EF4-FFF2-40B4-BE49-F238E27FC236}">
                  <a16:creationId xmlns:a16="http://schemas.microsoft.com/office/drawing/2014/main" id="{3234093D-FE87-774F-B1CC-0588229AE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45" name="Group 90">
              <a:extLst>
                <a:ext uri="{FF2B5EF4-FFF2-40B4-BE49-F238E27FC236}">
                  <a16:creationId xmlns:a16="http://schemas.microsoft.com/office/drawing/2014/main" id="{BA746CA5-383B-584C-B3CE-776F388C94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7" name="AutoShape 91">
                <a:extLst>
                  <a:ext uri="{FF2B5EF4-FFF2-40B4-BE49-F238E27FC236}">
                    <a16:creationId xmlns:a16="http://schemas.microsoft.com/office/drawing/2014/main" id="{68AEEFFF-F3C4-BE40-8529-27EE2B3574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1" y="2569"/>
                <a:ext cx="728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  <p:sp>
            <p:nvSpPr>
              <p:cNvPr id="58" name="AutoShape 92">
                <a:extLst>
                  <a:ext uri="{FF2B5EF4-FFF2-40B4-BE49-F238E27FC236}">
                    <a16:creationId xmlns:a16="http://schemas.microsoft.com/office/drawing/2014/main" id="{A5A04A8A-7369-354C-9B2B-CE0C0C5721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8" y="2588"/>
                <a:ext cx="706" cy="101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endParaRPr lang="en-US" altLang="en-US">
                  <a:latin typeface="+mn-lt"/>
                </a:endParaRPr>
              </a:p>
            </p:txBody>
          </p:sp>
        </p:grpSp>
        <p:sp>
          <p:nvSpPr>
            <p:cNvPr id="46" name="Rectangle 93">
              <a:extLst>
                <a:ext uri="{FF2B5EF4-FFF2-40B4-BE49-F238E27FC236}">
                  <a16:creationId xmlns:a16="http://schemas.microsoft.com/office/drawing/2014/main" id="{618A0788-435C-8042-AA0E-E94601F030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2" cy="2289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25054F67-2153-544C-AC14-FB9950D7202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F3155E84-B2BA-A749-84BE-14633D97E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49" name="Oval 96">
              <a:extLst>
                <a:ext uri="{FF2B5EF4-FFF2-40B4-BE49-F238E27FC236}">
                  <a16:creationId xmlns:a16="http://schemas.microsoft.com/office/drawing/2014/main" id="{CA182219-7AC0-E240-972C-91BD56BAF1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1"/>
              <a:ext cx="48" cy="94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85F80E33-0DDA-284C-9587-26BBD9164AE8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51" name="AutoShape 98">
              <a:extLst>
                <a:ext uri="{FF2B5EF4-FFF2-40B4-BE49-F238E27FC236}">
                  <a16:creationId xmlns:a16="http://schemas.microsoft.com/office/drawing/2014/main" id="{882E6AD3-0779-D044-AD1D-25D362270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198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52" name="AutoShape 99">
              <a:extLst>
                <a:ext uri="{FF2B5EF4-FFF2-40B4-BE49-F238E27FC236}">
                  <a16:creationId xmlns:a16="http://schemas.microsoft.com/office/drawing/2014/main" id="{7B40A6F7-0BA7-7E46-8BEC-61560B6932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6" y="2712"/>
              <a:ext cx="1073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53" name="Oval 100">
              <a:extLst>
                <a:ext uri="{FF2B5EF4-FFF2-40B4-BE49-F238E27FC236}">
                  <a16:creationId xmlns:a16="http://schemas.microsoft.com/office/drawing/2014/main" id="{F7339661-C71C-C74D-AC1D-5ED32FE9B9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7" y="2385"/>
              <a:ext cx="161" cy="138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54" name="Oval 101">
              <a:extLst>
                <a:ext uri="{FF2B5EF4-FFF2-40B4-BE49-F238E27FC236}">
                  <a16:creationId xmlns:a16="http://schemas.microsoft.com/office/drawing/2014/main" id="{B23B5791-AF12-DF45-86A6-EECA1ABBE5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6" y="2385"/>
              <a:ext cx="161" cy="145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800">
                <a:solidFill>
                  <a:srgbClr val="FF0000"/>
                </a:solidFill>
                <a:latin typeface="+mn-lt"/>
                <a:cs typeface="Arial" panose="020B0604020202020204" pitchFamily="34" charset="0"/>
              </a:endParaRPr>
            </a:p>
          </p:txBody>
        </p:sp>
        <p:sp>
          <p:nvSpPr>
            <p:cNvPr id="55" name="Oval 102">
              <a:extLst>
                <a:ext uri="{FF2B5EF4-FFF2-40B4-BE49-F238E27FC236}">
                  <a16:creationId xmlns:a16="http://schemas.microsoft.com/office/drawing/2014/main" id="{276ECC61-535B-904F-A386-35EBB8EC43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5" y="2379"/>
              <a:ext cx="155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  <p:sp>
          <p:nvSpPr>
            <p:cNvPr id="56" name="Rectangle 103">
              <a:extLst>
                <a:ext uri="{FF2B5EF4-FFF2-40B4-BE49-F238E27FC236}">
                  <a16:creationId xmlns:a16="http://schemas.microsoft.com/office/drawing/2014/main" id="{EA9915CD-687B-DC45-B384-ED68394FB0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4" y="1838"/>
              <a:ext cx="83" cy="761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endParaRPr lang="en-US" altLang="en-US">
                <a:latin typeface="+mn-lt"/>
              </a:endParaRPr>
            </a:p>
          </p:txBody>
        </p:sp>
      </p:grpSp>
      <p:grpSp>
        <p:nvGrpSpPr>
          <p:cNvPr id="65" name="Group 104">
            <a:extLst>
              <a:ext uri="{FF2B5EF4-FFF2-40B4-BE49-F238E27FC236}">
                <a16:creationId xmlns:a16="http://schemas.microsoft.com/office/drawing/2014/main" id="{A1CC28AD-9104-D040-9B79-0D23AB0DAD5C}"/>
              </a:ext>
            </a:extLst>
          </p:cNvPr>
          <p:cNvGrpSpPr>
            <a:grpSpLocks/>
          </p:cNvGrpSpPr>
          <p:nvPr/>
        </p:nvGrpSpPr>
        <p:grpSpPr bwMode="auto">
          <a:xfrm>
            <a:off x="3825195" y="4320721"/>
            <a:ext cx="685800" cy="588963"/>
            <a:chOff x="-44" y="1473"/>
            <a:chExt cx="981" cy="1105"/>
          </a:xfrm>
        </p:grpSpPr>
        <p:pic>
          <p:nvPicPr>
            <p:cNvPr id="66" name="Picture 105" descr="desktop_computer_stylized_medium">
              <a:extLst>
                <a:ext uri="{FF2B5EF4-FFF2-40B4-BE49-F238E27FC236}">
                  <a16:creationId xmlns:a16="http://schemas.microsoft.com/office/drawing/2014/main" id="{AAA9C191-A724-DE4E-A0DA-AF600AE1B46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7" name="Freeform 106">
              <a:extLst>
                <a:ext uri="{FF2B5EF4-FFF2-40B4-BE49-F238E27FC236}">
                  <a16:creationId xmlns:a16="http://schemas.microsoft.com/office/drawing/2014/main" id="{E6FC85B1-48F0-1149-9E86-28C220903AB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68" name="Group 107">
            <a:extLst>
              <a:ext uri="{FF2B5EF4-FFF2-40B4-BE49-F238E27FC236}">
                <a16:creationId xmlns:a16="http://schemas.microsoft.com/office/drawing/2014/main" id="{291F0955-3988-7649-881A-FC89468189F9}"/>
              </a:ext>
            </a:extLst>
          </p:cNvPr>
          <p:cNvGrpSpPr>
            <a:grpSpLocks/>
          </p:cNvGrpSpPr>
          <p:nvPr/>
        </p:nvGrpSpPr>
        <p:grpSpPr bwMode="auto">
          <a:xfrm>
            <a:off x="5195207" y="5333546"/>
            <a:ext cx="728663" cy="620713"/>
            <a:chOff x="-44" y="1473"/>
            <a:chExt cx="981" cy="1105"/>
          </a:xfrm>
        </p:grpSpPr>
        <p:pic>
          <p:nvPicPr>
            <p:cNvPr id="69" name="Picture 108" descr="desktop_computer_stylized_medium">
              <a:extLst>
                <a:ext uri="{FF2B5EF4-FFF2-40B4-BE49-F238E27FC236}">
                  <a16:creationId xmlns:a16="http://schemas.microsoft.com/office/drawing/2014/main" id="{A5B37F88-7E58-784C-A670-1879282E526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0" name="Freeform 109">
              <a:extLst>
                <a:ext uri="{FF2B5EF4-FFF2-40B4-BE49-F238E27FC236}">
                  <a16:creationId xmlns:a16="http://schemas.microsoft.com/office/drawing/2014/main" id="{36940F9B-2451-784C-B12A-984CF4F87314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1" name="Group 110">
            <a:extLst>
              <a:ext uri="{FF2B5EF4-FFF2-40B4-BE49-F238E27FC236}">
                <a16:creationId xmlns:a16="http://schemas.microsoft.com/office/drawing/2014/main" id="{7F424135-822E-074D-8C17-2A6D6E4ECAFC}"/>
              </a:ext>
            </a:extLst>
          </p:cNvPr>
          <p:cNvGrpSpPr>
            <a:grpSpLocks/>
          </p:cNvGrpSpPr>
          <p:nvPr/>
        </p:nvGrpSpPr>
        <p:grpSpPr bwMode="auto">
          <a:xfrm>
            <a:off x="5477782" y="5911396"/>
            <a:ext cx="728663" cy="620713"/>
            <a:chOff x="-44" y="1473"/>
            <a:chExt cx="981" cy="1105"/>
          </a:xfrm>
        </p:grpSpPr>
        <p:pic>
          <p:nvPicPr>
            <p:cNvPr id="72" name="Picture 111" descr="desktop_computer_stylized_medium">
              <a:extLst>
                <a:ext uri="{FF2B5EF4-FFF2-40B4-BE49-F238E27FC236}">
                  <a16:creationId xmlns:a16="http://schemas.microsoft.com/office/drawing/2014/main" id="{34FC5600-17A3-934E-9068-3B83CAC0C35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3" name="Freeform 112">
              <a:extLst>
                <a:ext uri="{FF2B5EF4-FFF2-40B4-BE49-F238E27FC236}">
                  <a16:creationId xmlns:a16="http://schemas.microsoft.com/office/drawing/2014/main" id="{1F97F168-3D00-8E46-92E2-721EC7E48C6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4" name="Group 113">
            <a:extLst>
              <a:ext uri="{FF2B5EF4-FFF2-40B4-BE49-F238E27FC236}">
                <a16:creationId xmlns:a16="http://schemas.microsoft.com/office/drawing/2014/main" id="{C0B69BA7-0A27-7147-8AE9-1235C7C2A05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11445" y="4757284"/>
            <a:ext cx="728662" cy="620712"/>
            <a:chOff x="-44" y="1473"/>
            <a:chExt cx="981" cy="1105"/>
          </a:xfrm>
        </p:grpSpPr>
        <p:pic>
          <p:nvPicPr>
            <p:cNvPr id="75" name="Picture 114" descr="desktop_computer_stylized_medium">
              <a:extLst>
                <a:ext uri="{FF2B5EF4-FFF2-40B4-BE49-F238E27FC236}">
                  <a16:creationId xmlns:a16="http://schemas.microsoft.com/office/drawing/2014/main" id="{F68E7B52-0A00-E34D-9DA2-D7620DF995E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6" name="Freeform 115">
              <a:extLst>
                <a:ext uri="{FF2B5EF4-FFF2-40B4-BE49-F238E27FC236}">
                  <a16:creationId xmlns:a16="http://schemas.microsoft.com/office/drawing/2014/main" id="{CE23A1DF-EAD7-2749-B795-7C811DC2D39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77" name="Group 116">
            <a:extLst>
              <a:ext uri="{FF2B5EF4-FFF2-40B4-BE49-F238E27FC236}">
                <a16:creationId xmlns:a16="http://schemas.microsoft.com/office/drawing/2014/main" id="{C526BB6F-CCDA-0147-8FD0-0F99323F14AB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763782" y="6095546"/>
            <a:ext cx="728663" cy="620713"/>
            <a:chOff x="-44" y="1473"/>
            <a:chExt cx="981" cy="1105"/>
          </a:xfrm>
        </p:grpSpPr>
        <p:pic>
          <p:nvPicPr>
            <p:cNvPr id="78" name="Picture 117" descr="desktop_computer_stylized_medium">
              <a:extLst>
                <a:ext uri="{FF2B5EF4-FFF2-40B4-BE49-F238E27FC236}">
                  <a16:creationId xmlns:a16="http://schemas.microsoft.com/office/drawing/2014/main" id="{CDFEDAF9-00CE-D646-8AE3-A7056CD30CD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79" name="Freeform 118">
              <a:extLst>
                <a:ext uri="{FF2B5EF4-FFF2-40B4-BE49-F238E27FC236}">
                  <a16:creationId xmlns:a16="http://schemas.microsoft.com/office/drawing/2014/main" id="{3D90A292-9B8F-C447-9D79-AE8C9EFF4827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0" name="Group 119">
            <a:extLst>
              <a:ext uri="{FF2B5EF4-FFF2-40B4-BE49-F238E27FC236}">
                <a16:creationId xmlns:a16="http://schemas.microsoft.com/office/drawing/2014/main" id="{EBC84D0D-5129-DF4C-A746-CE2C76A20F2E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165420" y="3569834"/>
            <a:ext cx="728662" cy="620712"/>
            <a:chOff x="-44" y="1473"/>
            <a:chExt cx="981" cy="1105"/>
          </a:xfrm>
        </p:grpSpPr>
        <p:pic>
          <p:nvPicPr>
            <p:cNvPr id="81" name="Picture 120" descr="desktop_computer_stylized_medium">
              <a:extLst>
                <a:ext uri="{FF2B5EF4-FFF2-40B4-BE49-F238E27FC236}">
                  <a16:creationId xmlns:a16="http://schemas.microsoft.com/office/drawing/2014/main" id="{2B752977-E9AF-8448-A2A8-48B1A471FE0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2" name="Freeform 121">
              <a:extLst>
                <a:ext uri="{FF2B5EF4-FFF2-40B4-BE49-F238E27FC236}">
                  <a16:creationId xmlns:a16="http://schemas.microsoft.com/office/drawing/2014/main" id="{2274D970-5334-1C44-8D20-95FD2587ECE2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3" name="Group 122">
            <a:extLst>
              <a:ext uri="{FF2B5EF4-FFF2-40B4-BE49-F238E27FC236}">
                <a16:creationId xmlns:a16="http://schemas.microsoft.com/office/drawing/2014/main" id="{62B3C8B1-8466-CB42-A6EE-7A22909BC2AD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368370" y="3036434"/>
            <a:ext cx="641350" cy="620712"/>
            <a:chOff x="-44" y="1473"/>
            <a:chExt cx="981" cy="1105"/>
          </a:xfrm>
        </p:grpSpPr>
        <p:pic>
          <p:nvPicPr>
            <p:cNvPr id="84" name="Picture 123" descr="desktop_computer_stylized_medium">
              <a:extLst>
                <a:ext uri="{FF2B5EF4-FFF2-40B4-BE49-F238E27FC236}">
                  <a16:creationId xmlns:a16="http://schemas.microsoft.com/office/drawing/2014/main" id="{AD943130-CC29-0E45-BFE5-3AE7F2348BB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5" name="Freeform 124">
              <a:extLst>
                <a:ext uri="{FF2B5EF4-FFF2-40B4-BE49-F238E27FC236}">
                  <a16:creationId xmlns:a16="http://schemas.microsoft.com/office/drawing/2014/main" id="{D17179B0-F425-1A49-8872-7CDBB0C5274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6" name="Group 125">
            <a:extLst>
              <a:ext uri="{FF2B5EF4-FFF2-40B4-BE49-F238E27FC236}">
                <a16:creationId xmlns:a16="http://schemas.microsoft.com/office/drawing/2014/main" id="{E26E3FBF-E723-C040-AEE6-20EB441E8176}"/>
              </a:ext>
            </a:extLst>
          </p:cNvPr>
          <p:cNvGrpSpPr>
            <a:grpSpLocks/>
          </p:cNvGrpSpPr>
          <p:nvPr/>
        </p:nvGrpSpPr>
        <p:grpSpPr bwMode="auto">
          <a:xfrm>
            <a:off x="4758645" y="3026909"/>
            <a:ext cx="728662" cy="620712"/>
            <a:chOff x="-44" y="1473"/>
            <a:chExt cx="981" cy="1105"/>
          </a:xfrm>
        </p:grpSpPr>
        <p:pic>
          <p:nvPicPr>
            <p:cNvPr id="87" name="Picture 126" descr="desktop_computer_stylized_medium">
              <a:extLst>
                <a:ext uri="{FF2B5EF4-FFF2-40B4-BE49-F238E27FC236}">
                  <a16:creationId xmlns:a16="http://schemas.microsoft.com/office/drawing/2014/main" id="{CF1B6F22-9E2D-1944-A52E-E77715BBD7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88" name="Freeform 127">
              <a:extLst>
                <a:ext uri="{FF2B5EF4-FFF2-40B4-BE49-F238E27FC236}">
                  <a16:creationId xmlns:a16="http://schemas.microsoft.com/office/drawing/2014/main" id="{22CD730C-689A-E44A-91FA-E8E769CE6D9C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grpSp>
        <p:nvGrpSpPr>
          <p:cNvPr id="89" name="Group 129">
            <a:extLst>
              <a:ext uri="{FF2B5EF4-FFF2-40B4-BE49-F238E27FC236}">
                <a16:creationId xmlns:a16="http://schemas.microsoft.com/office/drawing/2014/main" id="{A7C3F63D-74FF-7040-B1D2-88A6E501954B}"/>
              </a:ext>
            </a:extLst>
          </p:cNvPr>
          <p:cNvGrpSpPr>
            <a:grpSpLocks/>
          </p:cNvGrpSpPr>
          <p:nvPr/>
        </p:nvGrpSpPr>
        <p:grpSpPr bwMode="auto">
          <a:xfrm>
            <a:off x="6858907" y="5639934"/>
            <a:ext cx="490538" cy="412750"/>
            <a:chOff x="-44" y="1473"/>
            <a:chExt cx="981" cy="1105"/>
          </a:xfrm>
        </p:grpSpPr>
        <p:pic>
          <p:nvPicPr>
            <p:cNvPr id="90" name="Picture 130" descr="desktop_computer_stylized_medium">
              <a:extLst>
                <a:ext uri="{FF2B5EF4-FFF2-40B4-BE49-F238E27FC236}">
                  <a16:creationId xmlns:a16="http://schemas.microsoft.com/office/drawing/2014/main" id="{45B574F8-532C-7A46-A7F4-34C6C8EBE1D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1" name="Freeform 131">
              <a:extLst>
                <a:ext uri="{FF2B5EF4-FFF2-40B4-BE49-F238E27FC236}">
                  <a16:creationId xmlns:a16="http://schemas.microsoft.com/office/drawing/2014/main" id="{AA7D8503-5853-054D-99AB-15405424F7A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/>
            </a:p>
          </p:txBody>
        </p:sp>
      </p:grpSp>
      <p:sp>
        <p:nvSpPr>
          <p:cNvPr id="92" name="Slide Number Placeholder 2">
            <a:extLst>
              <a:ext uri="{FF2B5EF4-FFF2-40B4-BE49-F238E27FC236}">
                <a16:creationId xmlns:a16="http://schemas.microsoft.com/office/drawing/2014/main" id="{D180C486-5822-2A45-9DAC-775AB430BAD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2877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10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1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9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  <p:bldP spid="26" grpId="0"/>
      <p:bldP spid="31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P2P file distribution: BitTorrent </a:t>
            </a:r>
          </a:p>
        </p:txBody>
      </p:sp>
      <p:sp>
        <p:nvSpPr>
          <p:cNvPr id="170" name="Rectangle 3">
            <a:extLst>
              <a:ext uri="{FF2B5EF4-FFF2-40B4-BE49-F238E27FC236}">
                <a16:creationId xmlns:a16="http://schemas.microsoft.com/office/drawing/2014/main" id="{BE01B437-A61A-9B44-A8C0-5BAD0C5014B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2727" y="1548887"/>
            <a:ext cx="5988276" cy="2457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287338" indent="-287338"/>
            <a:r>
              <a:rPr lang="en-US" altLang="en-US" kern="0" dirty="0">
                <a:latin typeface="+mn-lt"/>
                <a:ea typeface="ＭＳ Ｐゴシック" panose="020B0600070205080204" pitchFamily="34" charset="-128"/>
              </a:rPr>
              <a:t>peer joining torrent: </a:t>
            </a:r>
          </a:p>
          <a:p>
            <a:pPr marL="681038" lvl="1" indent="-223838"/>
            <a:r>
              <a:rPr lang="en-US" altLang="en-US" kern="0" dirty="0">
                <a:latin typeface="+mn-lt"/>
                <a:ea typeface="ＭＳ Ｐゴシック" panose="020B0600070205080204" pitchFamily="34" charset="-128"/>
              </a:rPr>
              <a:t>has no chunks, but will accumulate them over time from other peers</a:t>
            </a:r>
          </a:p>
          <a:p>
            <a:pPr marL="681038" lvl="1" indent="-223838"/>
            <a:r>
              <a:rPr lang="en-US" altLang="en-US" kern="0" dirty="0">
                <a:latin typeface="+mn-lt"/>
                <a:ea typeface="ＭＳ Ｐゴシック" panose="020B0600070205080204" pitchFamily="34" charset="-128"/>
              </a:rPr>
              <a:t>registers with tracker to get list of peers, connects to subset of peers (</a:t>
            </a:r>
            <a:r>
              <a:rPr lang="ja-JP" altLang="en-US" kern="0">
                <a:latin typeface="+mn-lt"/>
                <a:ea typeface="ＭＳ Ｐゴシック" panose="020B0600070205080204" pitchFamily="34" charset="-128"/>
              </a:rPr>
              <a:t>“</a:t>
            </a:r>
            <a:r>
              <a:rPr lang="en-US" altLang="ja-JP" kern="0" dirty="0">
                <a:latin typeface="+mn-lt"/>
                <a:ea typeface="ＭＳ Ｐゴシック" panose="020B0600070205080204" pitchFamily="34" charset="-128"/>
              </a:rPr>
              <a:t>neighbors</a:t>
            </a:r>
            <a:r>
              <a:rPr lang="ja-JP" altLang="en-US" kern="0">
                <a:latin typeface="+mn-lt"/>
                <a:ea typeface="ＭＳ Ｐゴシック" panose="020B0600070205080204" pitchFamily="34" charset="-128"/>
              </a:rPr>
              <a:t>”</a:t>
            </a:r>
            <a:r>
              <a:rPr lang="en-US" altLang="ja-JP" kern="0" dirty="0">
                <a:latin typeface="+mn-lt"/>
                <a:ea typeface="ＭＳ Ｐゴシック" panose="020B0600070205080204" pitchFamily="34" charset="-128"/>
              </a:rPr>
              <a:t>)</a:t>
            </a:r>
            <a:endParaRPr lang="en-US" altLang="en-US" kern="0" dirty="0">
              <a:latin typeface="+mn-lt"/>
              <a:ea typeface="ＭＳ Ｐゴシック" panose="020B0600070205080204" pitchFamily="34" charset="-128"/>
            </a:endParaRPr>
          </a:p>
        </p:txBody>
      </p:sp>
      <p:sp>
        <p:nvSpPr>
          <p:cNvPr id="171" name="Rectangle 3">
            <a:extLst>
              <a:ext uri="{FF2B5EF4-FFF2-40B4-BE49-F238E27FC236}">
                <a16:creationId xmlns:a16="http://schemas.microsoft.com/office/drawing/2014/main" id="{5C2EB95A-93B0-5840-9C4D-A1762DAEA7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9056" y="3728719"/>
            <a:ext cx="10987087" cy="2338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7338" indent="-2873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solidFill>
                  <a:srgbClr val="000000"/>
                </a:solidFill>
                <a:latin typeface="+mn-lt"/>
              </a:rPr>
              <a:t>while downloading, peer uploads chunks to other peers</a:t>
            </a:r>
          </a:p>
          <a:p>
            <a:pPr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solidFill>
                  <a:srgbClr val="000000"/>
                </a:solidFill>
                <a:latin typeface="+mn-lt"/>
              </a:rPr>
              <a:t>peer may change peers with whom it exchanges chunks</a:t>
            </a:r>
          </a:p>
          <a:p>
            <a:pPr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i="1" dirty="0">
                <a:solidFill>
                  <a:srgbClr val="CC0000"/>
                </a:solidFill>
                <a:latin typeface="+mn-lt"/>
              </a:rPr>
              <a:t>churn:</a:t>
            </a:r>
            <a:r>
              <a:rPr lang="en-US" altLang="en-US" sz="2800" dirty="0">
                <a:solidFill>
                  <a:srgbClr val="000000"/>
                </a:solidFill>
                <a:latin typeface="+mn-lt"/>
              </a:rPr>
              <a:t> peers may come and go</a:t>
            </a:r>
          </a:p>
          <a:p>
            <a:pPr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solidFill>
                  <a:srgbClr val="000000"/>
                </a:solidFill>
                <a:latin typeface="+mn-lt"/>
              </a:rPr>
              <a:t>once peer has entire file, it may (selfishly) leave or (altruistically) remain in torrent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DCC6C24-30FA-4B4E-A269-8C92EE25BC46}"/>
              </a:ext>
            </a:extLst>
          </p:cNvPr>
          <p:cNvGrpSpPr/>
          <p:nvPr/>
        </p:nvGrpSpPr>
        <p:grpSpPr>
          <a:xfrm>
            <a:off x="7622267" y="1307114"/>
            <a:ext cx="3567113" cy="2233613"/>
            <a:chOff x="4911725" y="1368425"/>
            <a:chExt cx="3567113" cy="2233613"/>
          </a:xfrm>
        </p:grpSpPr>
        <p:sp>
          <p:nvSpPr>
            <p:cNvPr id="172" name="Line 25">
              <a:extLst>
                <a:ext uri="{FF2B5EF4-FFF2-40B4-BE49-F238E27FC236}">
                  <a16:creationId xmlns:a16="http://schemas.microsoft.com/office/drawing/2014/main" id="{14C1BFA3-2422-AC40-9443-EBE4B0BA4E5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245225" y="1646238"/>
              <a:ext cx="1736725" cy="8794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3" name="Line 26">
              <a:extLst>
                <a:ext uri="{FF2B5EF4-FFF2-40B4-BE49-F238E27FC236}">
                  <a16:creationId xmlns:a16="http://schemas.microsoft.com/office/drawing/2014/main" id="{858C722B-AFD5-3E4D-9F07-FC6900AAFE1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107113" y="1739900"/>
              <a:ext cx="168275" cy="113347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4" name="Line 27">
              <a:extLst>
                <a:ext uri="{FF2B5EF4-FFF2-40B4-BE49-F238E27FC236}">
                  <a16:creationId xmlns:a16="http://schemas.microsoft.com/office/drawing/2014/main" id="{BE071C26-5E10-4944-8BF4-10C7EC327E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7223125" y="1590675"/>
              <a:ext cx="795338" cy="1905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5" name="Line 28">
              <a:extLst>
                <a:ext uri="{FF2B5EF4-FFF2-40B4-BE49-F238E27FC236}">
                  <a16:creationId xmlns:a16="http://schemas.microsoft.com/office/drawing/2014/main" id="{75CAFCCB-E9E5-7E49-A3F5-4958D9F89A1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667500" y="1925638"/>
              <a:ext cx="1389063" cy="1239837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6" name="Line 29">
              <a:extLst>
                <a:ext uri="{FF2B5EF4-FFF2-40B4-BE49-F238E27FC236}">
                  <a16:creationId xmlns:a16="http://schemas.microsoft.com/office/drawing/2014/main" id="{1D50DE5F-310E-1E44-85DE-D65DD48DF2AF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726238" y="3152775"/>
              <a:ext cx="504825" cy="10160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7" name="Line 30">
              <a:extLst>
                <a:ext uri="{FF2B5EF4-FFF2-40B4-BE49-F238E27FC236}">
                  <a16:creationId xmlns:a16="http://schemas.microsoft.com/office/drawing/2014/main" id="{FCC71024-B200-2142-949F-7D4A1B58CB7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6399213" y="1714500"/>
              <a:ext cx="612775" cy="1046163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8" name="Line 31">
              <a:extLst>
                <a:ext uri="{FF2B5EF4-FFF2-40B4-BE49-F238E27FC236}">
                  <a16:creationId xmlns:a16="http://schemas.microsoft.com/office/drawing/2014/main" id="{1790AC52-1931-A649-B99C-E0E7A089EC28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6511925" y="2579688"/>
              <a:ext cx="1443038" cy="3016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79" name="Line 32">
              <a:extLst>
                <a:ext uri="{FF2B5EF4-FFF2-40B4-BE49-F238E27FC236}">
                  <a16:creationId xmlns:a16="http://schemas.microsoft.com/office/drawing/2014/main" id="{89975C97-C827-D24A-B1B2-BA5EA5D13E31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192963" y="1679575"/>
              <a:ext cx="804862" cy="7969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0" name="Line 33">
              <a:extLst>
                <a:ext uri="{FF2B5EF4-FFF2-40B4-BE49-F238E27FC236}">
                  <a16:creationId xmlns:a16="http://schemas.microsoft.com/office/drawing/2014/main" id="{955D94CA-F543-6C42-A481-B95EE01861C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494588" y="3165475"/>
              <a:ext cx="255587" cy="13652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1" name="Line 34">
              <a:extLst>
                <a:ext uri="{FF2B5EF4-FFF2-40B4-BE49-F238E27FC236}">
                  <a16:creationId xmlns:a16="http://schemas.microsoft.com/office/drawing/2014/main" id="{951F72DA-656A-D04D-A6C4-F256EFF9FBB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735763" y="3351213"/>
              <a:ext cx="1014412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sp>
          <p:nvSpPr>
            <p:cNvPr id="182" name="Line 38">
              <a:extLst>
                <a:ext uri="{FF2B5EF4-FFF2-40B4-BE49-F238E27FC236}">
                  <a16:creationId xmlns:a16="http://schemas.microsoft.com/office/drawing/2014/main" id="{ADF91B87-973E-B548-B697-7A4079F1C792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7869238" y="2689225"/>
              <a:ext cx="179387" cy="58578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pPr marL="0" marR="0" lvl="0" indent="0" defTabSz="91440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</a:endParaRPr>
            </a:p>
          </p:txBody>
        </p:sp>
        <p:pic>
          <p:nvPicPr>
            <p:cNvPr id="183" name="Picture 39" descr="Alice">
              <a:extLst>
                <a:ext uri="{FF2B5EF4-FFF2-40B4-BE49-F238E27FC236}">
                  <a16:creationId xmlns:a16="http://schemas.microsoft.com/office/drawing/2014/main" id="{6B053B54-9371-384F-AA52-C17465B4D35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11725" y="2139950"/>
              <a:ext cx="323850" cy="3190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84" name="Group 70">
              <a:extLst>
                <a:ext uri="{FF2B5EF4-FFF2-40B4-BE49-F238E27FC236}">
                  <a16:creationId xmlns:a16="http://schemas.microsoft.com/office/drawing/2014/main" id="{C2114C23-66BC-A94F-90FC-3D02C545B2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586413" y="1693863"/>
              <a:ext cx="2378075" cy="1350962"/>
              <a:chOff x="1752" y="2166"/>
              <a:chExt cx="2200" cy="1363"/>
            </a:xfrm>
          </p:grpSpPr>
          <p:sp>
            <p:nvSpPr>
              <p:cNvPr id="185" name="Line 22">
                <a:extLst>
                  <a:ext uri="{FF2B5EF4-FFF2-40B4-BE49-F238E27FC236}">
                    <a16:creationId xmlns:a16="http://schemas.microsoft.com/office/drawing/2014/main" id="{1EE108AC-8EA8-9E4A-8B60-F03F959667A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52" y="2166"/>
                <a:ext cx="361" cy="53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86" name="Line 23">
                <a:extLst>
                  <a:ext uri="{FF2B5EF4-FFF2-40B4-BE49-F238E27FC236}">
                    <a16:creationId xmlns:a16="http://schemas.microsoft.com/office/drawing/2014/main" id="{94D6AFB9-0FA7-C54C-9273-1A9C925AB8F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V="1">
                <a:off x="1770" y="2352"/>
                <a:ext cx="2182" cy="400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87" name="Line 24">
                <a:extLst>
                  <a:ext uri="{FF2B5EF4-FFF2-40B4-BE49-F238E27FC236}">
                    <a16:creationId xmlns:a16="http://schemas.microsoft.com/office/drawing/2014/main" id="{5EF4CD56-8EA9-104D-8536-971136B66A3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786" y="2820"/>
                <a:ext cx="1550" cy="709"/>
              </a:xfrm>
              <a:prstGeom prst="line">
                <a:avLst/>
              </a:prstGeom>
              <a:noFill/>
              <a:ln w="9525">
                <a:solidFill>
                  <a:srgbClr val="000000"/>
                </a:solidFill>
                <a:round/>
                <a:headEnd type="triangle" w="med" len="med"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188" name="Group 74">
              <a:extLst>
                <a:ext uri="{FF2B5EF4-FFF2-40B4-BE49-F238E27FC236}">
                  <a16:creationId xmlns:a16="http://schemas.microsoft.com/office/drawing/2014/main" id="{6DD06914-3CEB-5944-8E89-2281584DCD9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245100" y="1374775"/>
              <a:ext cx="292100" cy="517525"/>
              <a:chOff x="4140" y="429"/>
              <a:chExt cx="1425" cy="2396"/>
            </a:xfrm>
          </p:grpSpPr>
          <p:sp>
            <p:nvSpPr>
              <p:cNvPr id="189" name="Freeform 75">
                <a:extLst>
                  <a:ext uri="{FF2B5EF4-FFF2-40B4-BE49-F238E27FC236}">
                    <a16:creationId xmlns:a16="http://schemas.microsoft.com/office/drawing/2014/main" id="{F5672D96-1DC0-8542-9E0B-AF784B6A0C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2 w 354"/>
                  <a:gd name="T1" fmla="*/ 0 h 2742"/>
                  <a:gd name="T2" fmla="*/ 12 w 354"/>
                  <a:gd name="T3" fmla="*/ 23 h 2742"/>
                  <a:gd name="T4" fmla="*/ 12 w 354"/>
                  <a:gd name="T5" fmla="*/ 171 h 2742"/>
                  <a:gd name="T6" fmla="*/ 0 w 354"/>
                  <a:gd name="T7" fmla="*/ 179 h 2742"/>
                  <a:gd name="T8" fmla="*/ 2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0" name="Rectangle 76">
                <a:extLst>
                  <a:ext uri="{FF2B5EF4-FFF2-40B4-BE49-F238E27FC236}">
                    <a16:creationId xmlns:a16="http://schemas.microsoft.com/office/drawing/2014/main" id="{C336E614-D216-1B4B-9137-3DC6CF7E49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1" name="Freeform 77">
                <a:extLst>
                  <a:ext uri="{FF2B5EF4-FFF2-40B4-BE49-F238E27FC236}">
                    <a16:creationId xmlns:a16="http://schemas.microsoft.com/office/drawing/2014/main" id="{CF30086E-5442-B544-9BE6-2A8083677B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7 w 211"/>
                  <a:gd name="T3" fmla="*/ 15 h 2537"/>
                  <a:gd name="T4" fmla="*/ 2 w 211"/>
                  <a:gd name="T5" fmla="*/ 163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2" name="Freeform 78">
                <a:extLst>
                  <a:ext uri="{FF2B5EF4-FFF2-40B4-BE49-F238E27FC236}">
                    <a16:creationId xmlns:a16="http://schemas.microsoft.com/office/drawing/2014/main" id="{6218844C-628C-9547-A930-560D56E3C7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9 h 226"/>
                  <a:gd name="T4" fmla="*/ 11 w 328"/>
                  <a:gd name="T5" fmla="*/ 16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3" name="Rectangle 79">
                <a:extLst>
                  <a:ext uri="{FF2B5EF4-FFF2-40B4-BE49-F238E27FC236}">
                    <a16:creationId xmlns:a16="http://schemas.microsoft.com/office/drawing/2014/main" id="{78F96A30-FAB7-9144-8F42-1A1B06A335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4"/>
                <a:ext cx="596" cy="44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194" name="Group 80">
                <a:extLst>
                  <a:ext uri="{FF2B5EF4-FFF2-40B4-BE49-F238E27FC236}">
                    <a16:creationId xmlns:a16="http://schemas.microsoft.com/office/drawing/2014/main" id="{CECE58F7-7C4A-6F4D-B141-662B63F4AA8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9" name="AutoShape 81">
                  <a:extLst>
                    <a:ext uri="{FF2B5EF4-FFF2-40B4-BE49-F238E27FC236}">
                      <a16:creationId xmlns:a16="http://schemas.microsoft.com/office/drawing/2014/main" id="{D6885AAA-38B2-874F-868F-D00AB0AE0D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71"/>
                  <a:ext cx="725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220" name="AutoShape 82">
                  <a:extLst>
                    <a:ext uri="{FF2B5EF4-FFF2-40B4-BE49-F238E27FC236}">
                      <a16:creationId xmlns:a16="http://schemas.microsoft.com/office/drawing/2014/main" id="{D61DCFC9-1720-7344-ADE6-5BD09A2BF1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7" y="2585"/>
                  <a:ext cx="686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195" name="Rectangle 83">
                <a:extLst>
                  <a:ext uri="{FF2B5EF4-FFF2-40B4-BE49-F238E27FC236}">
                    <a16:creationId xmlns:a16="http://schemas.microsoft.com/office/drawing/2014/main" id="{00D3BEA9-BA94-4044-B1D5-60A03C5C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17"/>
                <a:ext cx="596" cy="51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196" name="Group 84">
                <a:extLst>
                  <a:ext uri="{FF2B5EF4-FFF2-40B4-BE49-F238E27FC236}">
                    <a16:creationId xmlns:a16="http://schemas.microsoft.com/office/drawing/2014/main" id="{641C2446-7A8F-504B-A8D3-FFEE0A9F63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7" name="AutoShape 85">
                  <a:extLst>
                    <a:ext uri="{FF2B5EF4-FFF2-40B4-BE49-F238E27FC236}">
                      <a16:creationId xmlns:a16="http://schemas.microsoft.com/office/drawing/2014/main" id="{C1F8A523-4462-AA4E-A2CA-29700E5DA9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69"/>
                  <a:ext cx="725" cy="137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218" name="AutoShape 86">
                  <a:extLst>
                    <a:ext uri="{FF2B5EF4-FFF2-40B4-BE49-F238E27FC236}">
                      <a16:creationId xmlns:a16="http://schemas.microsoft.com/office/drawing/2014/main" id="{A7658F20-DB1E-464F-B607-89092583FB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197" name="Rectangle 87">
                <a:extLst>
                  <a:ext uri="{FF2B5EF4-FFF2-40B4-BE49-F238E27FC236}">
                    <a16:creationId xmlns:a16="http://schemas.microsoft.com/office/drawing/2014/main" id="{FF6AAAAA-212A-7640-8D6B-0B6EBD377D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5"/>
                <a:ext cx="596" cy="51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198" name="Rectangle 88">
                <a:extLst>
                  <a:ext uri="{FF2B5EF4-FFF2-40B4-BE49-F238E27FC236}">
                    <a16:creationId xmlns:a16="http://schemas.microsoft.com/office/drawing/2014/main" id="{634123E3-AB71-9F41-AD39-43B0691F13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6"/>
                <a:ext cx="596" cy="44"/>
              </a:xfrm>
              <a:prstGeom prst="rect">
                <a:avLst/>
              </a:prstGeom>
              <a:solidFill>
                <a:srgbClr val="000000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199" name="Group 89">
                <a:extLst>
                  <a:ext uri="{FF2B5EF4-FFF2-40B4-BE49-F238E27FC236}">
                    <a16:creationId xmlns:a16="http://schemas.microsoft.com/office/drawing/2014/main" id="{DC8E4BD8-4B64-1943-9731-721699A50BD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5" name="AutoShape 90">
                  <a:extLst>
                    <a:ext uri="{FF2B5EF4-FFF2-40B4-BE49-F238E27FC236}">
                      <a16:creationId xmlns:a16="http://schemas.microsoft.com/office/drawing/2014/main" id="{9D762048-3A14-564D-8D32-3584214E9D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8"/>
                  <a:ext cx="724" cy="142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216" name="AutoShape 91">
                  <a:extLst>
                    <a:ext uri="{FF2B5EF4-FFF2-40B4-BE49-F238E27FC236}">
                      <a16:creationId xmlns:a16="http://schemas.microsoft.com/office/drawing/2014/main" id="{70B9E041-38D0-8A42-BB42-D0980C10A86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5" y="2582"/>
                  <a:ext cx="685" cy="108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00" name="Freeform 92">
                <a:extLst>
                  <a:ext uri="{FF2B5EF4-FFF2-40B4-BE49-F238E27FC236}">
                    <a16:creationId xmlns:a16="http://schemas.microsoft.com/office/drawing/2014/main" id="{A2F57490-585D-EB4E-AE3D-BCA33E2C5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1 w 328"/>
                  <a:gd name="T3" fmla="*/ 8 h 226"/>
                  <a:gd name="T4" fmla="*/ 11 w 328"/>
                  <a:gd name="T5" fmla="*/ 14 h 226"/>
                  <a:gd name="T6" fmla="*/ 0 w 328"/>
                  <a:gd name="T7" fmla="*/ 6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grpSp>
            <p:nvGrpSpPr>
              <p:cNvPr id="201" name="Group 93">
                <a:extLst>
                  <a:ext uri="{FF2B5EF4-FFF2-40B4-BE49-F238E27FC236}">
                    <a16:creationId xmlns:a16="http://schemas.microsoft.com/office/drawing/2014/main" id="{E23C7B19-F840-FC48-9713-9AD00E8223E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3" name="AutoShape 94">
                  <a:extLst>
                    <a:ext uri="{FF2B5EF4-FFF2-40B4-BE49-F238E27FC236}">
                      <a16:creationId xmlns:a16="http://schemas.microsoft.com/office/drawing/2014/main" id="{BF66CD5C-FF99-7742-A14E-2BF2A67A6C1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1" y="2567"/>
                  <a:ext cx="724" cy="14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00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  <p:sp>
              <p:nvSpPr>
                <p:cNvPr id="214" name="AutoShape 95">
                  <a:extLst>
                    <a:ext uri="{FF2B5EF4-FFF2-40B4-BE49-F238E27FC236}">
                      <a16:creationId xmlns:a16="http://schemas.microsoft.com/office/drawing/2014/main" id="{F9BFFD59-AD2B-894C-819C-8D0DB9F2B53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1"/>
                  <a:ext cx="685" cy="11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defTabSz="91440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 typeface="ZapfDingbats" charset="2"/>
                    <a:buNone/>
                    <a:tabLst/>
                    <a:defRPr/>
                  </a:pPr>
                  <a:endParaRPr kumimoji="0" lang="en-US" altLang="en-US" sz="20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</a:endParaRPr>
                </a:p>
              </p:txBody>
            </p:sp>
          </p:grpSp>
          <p:sp>
            <p:nvSpPr>
              <p:cNvPr id="202" name="Rectangle 96">
                <a:extLst>
                  <a:ext uri="{FF2B5EF4-FFF2-40B4-BE49-F238E27FC236}">
                    <a16:creationId xmlns:a16="http://schemas.microsoft.com/office/drawing/2014/main" id="{136171A0-1A0E-8D4C-968B-D17501670E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7" y="429"/>
                <a:ext cx="7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3" name="Freeform 97">
                <a:extLst>
                  <a:ext uri="{FF2B5EF4-FFF2-40B4-BE49-F238E27FC236}">
                    <a16:creationId xmlns:a16="http://schemas.microsoft.com/office/drawing/2014/main" id="{C874C361-C380-FC49-8D1C-E30AEEA3FF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1 w 296"/>
                  <a:gd name="T3" fmla="*/ 8 h 256"/>
                  <a:gd name="T4" fmla="*/ 11 w 296"/>
                  <a:gd name="T5" fmla="*/ 16 h 256"/>
                  <a:gd name="T6" fmla="*/ 0 w 296"/>
                  <a:gd name="T7" fmla="*/ 6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4" name="Freeform 98">
                <a:extLst>
                  <a:ext uri="{FF2B5EF4-FFF2-40B4-BE49-F238E27FC236}">
                    <a16:creationId xmlns:a16="http://schemas.microsoft.com/office/drawing/2014/main" id="{69C7F287-7595-D94A-87BF-95ED49C48A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1 w 304"/>
                  <a:gd name="T3" fmla="*/ 11 h 288"/>
                  <a:gd name="T4" fmla="*/ 10 w 304"/>
                  <a:gd name="T5" fmla="*/ 19 h 288"/>
                  <a:gd name="T6" fmla="*/ 2 w 304"/>
                  <a:gd name="T7" fmla="*/ 8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5" name="Oval 99">
                <a:extLst>
                  <a:ext uri="{FF2B5EF4-FFF2-40B4-BE49-F238E27FC236}">
                    <a16:creationId xmlns:a16="http://schemas.microsoft.com/office/drawing/2014/main" id="{B6E84AB5-17E1-1D48-BB79-04D2F00750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9" y="2612"/>
                <a:ext cx="46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6" name="Freeform 100">
                <a:extLst>
                  <a:ext uri="{FF2B5EF4-FFF2-40B4-BE49-F238E27FC236}">
                    <a16:creationId xmlns:a16="http://schemas.microsoft.com/office/drawing/2014/main" id="{AF0BF05C-4E38-CD4D-AAFA-E3493B1552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8 h 240"/>
                  <a:gd name="T2" fmla="*/ 2 w 306"/>
                  <a:gd name="T3" fmla="*/ 16 h 240"/>
                  <a:gd name="T4" fmla="*/ 11 w 306"/>
                  <a:gd name="T5" fmla="*/ 8 h 240"/>
                  <a:gd name="T6" fmla="*/ 11 w 306"/>
                  <a:gd name="T7" fmla="*/ 0 h 240"/>
                  <a:gd name="T8" fmla="*/ 0 w 306"/>
                  <a:gd name="T9" fmla="*/ 8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7" name="AutoShape 101">
                <a:extLst>
                  <a:ext uri="{FF2B5EF4-FFF2-40B4-BE49-F238E27FC236}">
                    <a16:creationId xmlns:a16="http://schemas.microsoft.com/office/drawing/2014/main" id="{3BB53BC2-8678-8446-A21F-7F33E9E596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8"/>
                <a:ext cx="1200" cy="147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8" name="AutoShape 102">
                <a:extLst>
                  <a:ext uri="{FF2B5EF4-FFF2-40B4-BE49-F238E27FC236}">
                    <a16:creationId xmlns:a16="http://schemas.microsoft.com/office/drawing/2014/main" id="{FA369464-AABC-BC43-830F-4E4F32FF70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07"/>
                <a:ext cx="1069" cy="88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00"/>
                  </a:gs>
                  <a:gs pos="100000">
                    <a:srgbClr val="808080"/>
                  </a:gs>
                </a:gsLst>
                <a:lin ang="0" scaled="1"/>
              </a:gradFill>
              <a:ln w="9525">
                <a:solidFill>
                  <a:srgbClr val="000000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09" name="Oval 103">
                <a:extLst>
                  <a:ext uri="{FF2B5EF4-FFF2-40B4-BE49-F238E27FC236}">
                    <a16:creationId xmlns:a16="http://schemas.microsoft.com/office/drawing/2014/main" id="{0447F744-AF3E-9645-978F-EF1BDF0F82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4"/>
                <a:ext cx="155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10" name="Oval 104">
                <a:extLst>
                  <a:ext uri="{FF2B5EF4-FFF2-40B4-BE49-F238E27FC236}">
                    <a16:creationId xmlns:a16="http://schemas.microsoft.com/office/drawing/2014/main" id="{F3C8D210-BF7D-C848-B9FD-FC1172BBD0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4"/>
                <a:ext cx="155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endParaRPr>
              </a:p>
            </p:txBody>
          </p:sp>
          <p:sp>
            <p:nvSpPr>
              <p:cNvPr id="211" name="Oval 105">
                <a:extLst>
                  <a:ext uri="{FF2B5EF4-FFF2-40B4-BE49-F238E27FC236}">
                    <a16:creationId xmlns:a16="http://schemas.microsoft.com/office/drawing/2014/main" id="{1162ED20-6D4D-2B4D-84EF-299FDEE0E9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9" y="2384"/>
                <a:ext cx="163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  <p:sp>
            <p:nvSpPr>
              <p:cNvPr id="212" name="Rectangle 106">
                <a:extLst>
                  <a:ext uri="{FF2B5EF4-FFF2-40B4-BE49-F238E27FC236}">
                    <a16:creationId xmlns:a16="http://schemas.microsoft.com/office/drawing/2014/main" id="{922CF934-873F-EE4F-8726-E969CD36EA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3"/>
                <a:ext cx="85" cy="764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21" name="Group 107">
              <a:extLst>
                <a:ext uri="{FF2B5EF4-FFF2-40B4-BE49-F238E27FC236}">
                  <a16:creationId xmlns:a16="http://schemas.microsoft.com/office/drawing/2014/main" id="{C09F8334-EB5D-B748-8BA6-989D939E72C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311900" y="3176588"/>
              <a:ext cx="434975" cy="349250"/>
              <a:chOff x="-44" y="1473"/>
              <a:chExt cx="981" cy="1105"/>
            </a:xfrm>
          </p:grpSpPr>
          <p:pic>
            <p:nvPicPr>
              <p:cNvPr id="222" name="Picture 108" descr="desktop_computer_stylized_medium">
                <a:extLst>
                  <a:ext uri="{FF2B5EF4-FFF2-40B4-BE49-F238E27FC236}">
                    <a16:creationId xmlns:a16="http://schemas.microsoft.com/office/drawing/2014/main" id="{7B90278E-E343-294D-95CB-02DB24F6F55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3" name="Freeform 109">
                <a:extLst>
                  <a:ext uri="{FF2B5EF4-FFF2-40B4-BE49-F238E27FC236}">
                    <a16:creationId xmlns:a16="http://schemas.microsoft.com/office/drawing/2014/main" id="{C59628E1-7338-E340-96DD-685A37B0462A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24" name="Group 110">
              <a:extLst>
                <a:ext uri="{FF2B5EF4-FFF2-40B4-BE49-F238E27FC236}">
                  <a16:creationId xmlns:a16="http://schemas.microsoft.com/office/drawing/2014/main" id="{698F5DBF-2E9C-2B40-817E-23F3F51AF6C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16838" y="3252788"/>
              <a:ext cx="434975" cy="349250"/>
              <a:chOff x="-44" y="1473"/>
              <a:chExt cx="981" cy="1105"/>
            </a:xfrm>
          </p:grpSpPr>
          <p:pic>
            <p:nvPicPr>
              <p:cNvPr id="225" name="Picture 111" descr="desktop_computer_stylized_medium">
                <a:extLst>
                  <a:ext uri="{FF2B5EF4-FFF2-40B4-BE49-F238E27FC236}">
                    <a16:creationId xmlns:a16="http://schemas.microsoft.com/office/drawing/2014/main" id="{A569F870-B03B-2547-AF54-2C7AB5CBA06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6" name="Freeform 112">
                <a:extLst>
                  <a:ext uri="{FF2B5EF4-FFF2-40B4-BE49-F238E27FC236}">
                    <a16:creationId xmlns:a16="http://schemas.microsoft.com/office/drawing/2014/main" id="{FE964CAF-BEB0-BB4E-AFC5-27ADA2EB8BD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27" name="Group 113">
              <a:extLst>
                <a:ext uri="{FF2B5EF4-FFF2-40B4-BE49-F238E27FC236}">
                  <a16:creationId xmlns:a16="http://schemas.microsoft.com/office/drawing/2014/main" id="{87763CBB-3A99-594D-9997-C76D56E76D3C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88300" y="2457450"/>
              <a:ext cx="434975" cy="349250"/>
              <a:chOff x="-44" y="1473"/>
              <a:chExt cx="981" cy="1105"/>
            </a:xfrm>
          </p:grpSpPr>
          <p:pic>
            <p:nvPicPr>
              <p:cNvPr id="228" name="Picture 114" descr="desktop_computer_stylized_medium">
                <a:extLst>
                  <a:ext uri="{FF2B5EF4-FFF2-40B4-BE49-F238E27FC236}">
                    <a16:creationId xmlns:a16="http://schemas.microsoft.com/office/drawing/2014/main" id="{3267E1E1-F140-B44D-B892-C5FED1C2776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29" name="Freeform 115">
                <a:extLst>
                  <a:ext uri="{FF2B5EF4-FFF2-40B4-BE49-F238E27FC236}">
                    <a16:creationId xmlns:a16="http://schemas.microsoft.com/office/drawing/2014/main" id="{4F25EA7B-20CB-6C44-8B62-34CDC7762107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30" name="Group 116">
              <a:extLst>
                <a:ext uri="{FF2B5EF4-FFF2-40B4-BE49-F238E27FC236}">
                  <a16:creationId xmlns:a16="http://schemas.microsoft.com/office/drawing/2014/main" id="{169372BE-08CD-7743-8E5E-EC2549832F55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043863" y="1706563"/>
              <a:ext cx="434975" cy="349250"/>
              <a:chOff x="-44" y="1473"/>
              <a:chExt cx="981" cy="1105"/>
            </a:xfrm>
          </p:grpSpPr>
          <p:pic>
            <p:nvPicPr>
              <p:cNvPr id="231" name="Picture 117" descr="desktop_computer_stylized_medium">
                <a:extLst>
                  <a:ext uri="{FF2B5EF4-FFF2-40B4-BE49-F238E27FC236}">
                    <a16:creationId xmlns:a16="http://schemas.microsoft.com/office/drawing/2014/main" id="{5232EB59-D06A-CC48-8C1F-E6DAC4976BC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2" name="Freeform 118">
                <a:extLst>
                  <a:ext uri="{FF2B5EF4-FFF2-40B4-BE49-F238E27FC236}">
                    <a16:creationId xmlns:a16="http://schemas.microsoft.com/office/drawing/2014/main" id="{7E7C9F9D-CF89-7545-A1F6-153E2A098F8D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33" name="Group 119">
              <a:extLst>
                <a:ext uri="{FF2B5EF4-FFF2-40B4-BE49-F238E27FC236}">
                  <a16:creationId xmlns:a16="http://schemas.microsoft.com/office/drawing/2014/main" id="{6869CE49-D074-8547-B1D6-1F3B5B649CF4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6911975" y="1368425"/>
              <a:ext cx="434975" cy="349250"/>
              <a:chOff x="-44" y="1473"/>
              <a:chExt cx="981" cy="1105"/>
            </a:xfrm>
          </p:grpSpPr>
          <p:pic>
            <p:nvPicPr>
              <p:cNvPr id="234" name="Picture 120" descr="desktop_computer_stylized_medium">
                <a:extLst>
                  <a:ext uri="{FF2B5EF4-FFF2-40B4-BE49-F238E27FC236}">
                    <a16:creationId xmlns:a16="http://schemas.microsoft.com/office/drawing/2014/main" id="{CE44033F-D4B7-7D46-9D32-0960EEB7B50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5" name="Freeform 121">
                <a:extLst>
                  <a:ext uri="{FF2B5EF4-FFF2-40B4-BE49-F238E27FC236}">
                    <a16:creationId xmlns:a16="http://schemas.microsoft.com/office/drawing/2014/main" id="{45A28D47-C9B3-0346-8D70-361E7A4895B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36" name="Group 123">
              <a:extLst>
                <a:ext uri="{FF2B5EF4-FFF2-40B4-BE49-F238E27FC236}">
                  <a16:creationId xmlns:a16="http://schemas.microsoft.com/office/drawing/2014/main" id="{4E1A9762-2C71-9742-9958-EB2D29E68E6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824538" y="1411288"/>
              <a:ext cx="434975" cy="349250"/>
              <a:chOff x="-44" y="1473"/>
              <a:chExt cx="981" cy="1105"/>
            </a:xfrm>
          </p:grpSpPr>
          <p:pic>
            <p:nvPicPr>
              <p:cNvPr id="237" name="Picture 124" descr="desktop_computer_stylized_medium">
                <a:extLst>
                  <a:ext uri="{FF2B5EF4-FFF2-40B4-BE49-F238E27FC236}">
                    <a16:creationId xmlns:a16="http://schemas.microsoft.com/office/drawing/2014/main" id="{55B1C28D-66D6-DE4E-ADB5-D53BE1D2A0D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38" name="Freeform 125">
                <a:extLst>
                  <a:ext uri="{FF2B5EF4-FFF2-40B4-BE49-F238E27FC236}">
                    <a16:creationId xmlns:a16="http://schemas.microsoft.com/office/drawing/2014/main" id="{4765CFB0-3F34-B94A-BC7F-EA339FAACF44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39" name="Group 126">
              <a:extLst>
                <a:ext uri="{FF2B5EF4-FFF2-40B4-BE49-F238E27FC236}">
                  <a16:creationId xmlns:a16="http://schemas.microsoft.com/office/drawing/2014/main" id="{BE7F0DCF-B627-C847-8279-68A197C89CA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159375" y="2162175"/>
              <a:ext cx="434975" cy="349250"/>
              <a:chOff x="-44" y="1473"/>
              <a:chExt cx="981" cy="1105"/>
            </a:xfrm>
          </p:grpSpPr>
          <p:pic>
            <p:nvPicPr>
              <p:cNvPr id="240" name="Picture 127" descr="desktop_computer_stylized_medium">
                <a:extLst>
                  <a:ext uri="{FF2B5EF4-FFF2-40B4-BE49-F238E27FC236}">
                    <a16:creationId xmlns:a16="http://schemas.microsoft.com/office/drawing/2014/main" id="{BA3AF685-5B1F-CC40-BCAF-7158B2390DB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1" name="Freeform 128">
                <a:extLst>
                  <a:ext uri="{FF2B5EF4-FFF2-40B4-BE49-F238E27FC236}">
                    <a16:creationId xmlns:a16="http://schemas.microsoft.com/office/drawing/2014/main" id="{1A33777F-82DA-EC46-B881-5C25C2D626A3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42" name="Group 129">
              <a:extLst>
                <a:ext uri="{FF2B5EF4-FFF2-40B4-BE49-F238E27FC236}">
                  <a16:creationId xmlns:a16="http://schemas.microsoft.com/office/drawing/2014/main" id="{A4323D8E-CD7F-4742-B00D-A10D592D03E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29338" y="2749550"/>
              <a:ext cx="434975" cy="349250"/>
              <a:chOff x="-44" y="1473"/>
              <a:chExt cx="981" cy="1105"/>
            </a:xfrm>
          </p:grpSpPr>
          <p:pic>
            <p:nvPicPr>
              <p:cNvPr id="243" name="Picture 130" descr="desktop_computer_stylized_medium">
                <a:extLst>
                  <a:ext uri="{FF2B5EF4-FFF2-40B4-BE49-F238E27FC236}">
                    <a16:creationId xmlns:a16="http://schemas.microsoft.com/office/drawing/2014/main" id="{39C6AFB3-E3B3-AA47-9771-00781B94A96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4" name="Freeform 131">
                <a:extLst>
                  <a:ext uri="{FF2B5EF4-FFF2-40B4-BE49-F238E27FC236}">
                    <a16:creationId xmlns:a16="http://schemas.microsoft.com/office/drawing/2014/main" id="{4679D4E0-5A0A-B34D-AA7C-D7A6E8AE3F8B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  <p:grpSp>
          <p:nvGrpSpPr>
            <p:cNvPr id="245" name="Group 132">
              <a:extLst>
                <a:ext uri="{FF2B5EF4-FFF2-40B4-BE49-F238E27FC236}">
                  <a16:creationId xmlns:a16="http://schemas.microsoft.com/office/drawing/2014/main" id="{73C52904-5489-6E4E-8226-879A262911C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5025" y="2989263"/>
              <a:ext cx="325438" cy="261937"/>
              <a:chOff x="-44" y="1473"/>
              <a:chExt cx="981" cy="1105"/>
            </a:xfrm>
          </p:grpSpPr>
          <p:pic>
            <p:nvPicPr>
              <p:cNvPr id="246" name="Picture 133" descr="desktop_computer_stylized_medium">
                <a:extLst>
                  <a:ext uri="{FF2B5EF4-FFF2-40B4-BE49-F238E27FC236}">
                    <a16:creationId xmlns:a16="http://schemas.microsoft.com/office/drawing/2014/main" id="{E7C23640-AF67-8245-9B29-88C1A9B1664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247" name="Freeform 134">
                <a:extLst>
                  <a:ext uri="{FF2B5EF4-FFF2-40B4-BE49-F238E27FC236}">
                    <a16:creationId xmlns:a16="http://schemas.microsoft.com/office/drawing/2014/main" id="{CDD2AFE9-4A15-5147-897C-7BE6039DB5A9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rgbClr val="FFFFFF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pPr marL="0" marR="0" lvl="0" indent="0" defTabSz="91440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</a:endParaRPr>
              </a:p>
            </p:txBody>
          </p:sp>
        </p:grpSp>
      </p:grpSp>
      <p:sp>
        <p:nvSpPr>
          <p:cNvPr id="83" name="Slide Number Placeholder 2">
            <a:extLst>
              <a:ext uri="{FF2B5EF4-FFF2-40B4-BE49-F238E27FC236}">
                <a16:creationId xmlns:a16="http://schemas.microsoft.com/office/drawing/2014/main" id="{4878E67F-D509-FD42-BE8D-29D25C1A4FC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6141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BitTorrent: requesting, sending file chunks</a:t>
            </a:r>
          </a:p>
        </p:txBody>
      </p:sp>
      <p:sp>
        <p:nvSpPr>
          <p:cNvPr id="85" name="Rectangle 4">
            <a:extLst>
              <a:ext uri="{FF2B5EF4-FFF2-40B4-BE49-F238E27FC236}">
                <a16:creationId xmlns:a16="http://schemas.microsoft.com/office/drawing/2014/main" id="{ABE3BA82-1C3D-064A-9166-C67DC2170C39}"/>
              </a:ext>
            </a:extLst>
          </p:cNvPr>
          <p:cNvSpPr txBox="1">
            <a:spLocks noChangeArrowheads="1"/>
          </p:cNvSpPr>
          <p:nvPr/>
        </p:nvSpPr>
        <p:spPr>
          <a:xfrm>
            <a:off x="798691" y="1510619"/>
            <a:ext cx="4521200" cy="4117975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5875" indent="0">
              <a:buFont typeface="Wingdings" charset="0"/>
              <a:buNone/>
              <a:defRPr/>
            </a:pPr>
            <a:r>
              <a:rPr lang="en-US" sz="3200" dirty="0">
                <a:solidFill>
                  <a:srgbClr val="CC0000"/>
                </a:solidFill>
              </a:rPr>
              <a:t>Requesting chunks:</a:t>
            </a:r>
          </a:p>
          <a:p>
            <a:pPr marL="406400" indent="-276225">
              <a:buFont typeface="Wingdings" charset="2"/>
              <a:buChar char="§"/>
              <a:defRPr/>
            </a:pPr>
            <a:r>
              <a:rPr lang="en-US" dirty="0"/>
              <a:t>at any given time, different peers have different subsets of file chunks</a:t>
            </a:r>
          </a:p>
          <a:p>
            <a:pPr marL="406400" indent="-276225">
              <a:buFont typeface="Wingdings" charset="2"/>
              <a:buChar char="§"/>
              <a:defRPr/>
            </a:pPr>
            <a:r>
              <a:rPr lang="en-US" dirty="0"/>
              <a:t>periodically, Alice asks each peer for list of chunks that they have</a:t>
            </a:r>
          </a:p>
          <a:p>
            <a:pPr marL="406400" indent="-276225">
              <a:buFont typeface="Wingdings" charset="2"/>
              <a:buChar char="§"/>
              <a:defRPr/>
            </a:pPr>
            <a:r>
              <a:rPr lang="en-US" dirty="0"/>
              <a:t>Alice requests missing chunks from peers, rarest first</a:t>
            </a:r>
          </a:p>
        </p:txBody>
      </p:sp>
      <p:sp>
        <p:nvSpPr>
          <p:cNvPr id="86" name="Rectangle 6">
            <a:extLst>
              <a:ext uri="{FF2B5EF4-FFF2-40B4-BE49-F238E27FC236}">
                <a16:creationId xmlns:a16="http://schemas.microsoft.com/office/drawing/2014/main" id="{5CFA8E56-2FAA-FC49-B7B7-8A06FD9D1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27271" y="1412473"/>
            <a:ext cx="5714999" cy="503900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15875" indent="0"/>
            <a:r>
              <a:rPr lang="en-US" altLang="en-US" sz="3200" dirty="0">
                <a:solidFill>
                  <a:srgbClr val="CC0000"/>
                </a:solidFill>
                <a:latin typeface="+mn-lt"/>
              </a:rPr>
              <a:t>Sending chunks: tit-for-tat</a:t>
            </a:r>
          </a:p>
          <a:p>
            <a:pPr marL="406400" indent="-341313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n-lt"/>
              </a:rPr>
              <a:t>Alice sends chunks to those four peers currently sending her chunks </a:t>
            </a:r>
            <a:r>
              <a:rPr lang="en-US" altLang="en-US" sz="2800" i="1" dirty="0">
                <a:latin typeface="+mn-lt"/>
              </a:rPr>
              <a:t>at highest rate</a:t>
            </a:r>
            <a:r>
              <a:rPr lang="en-US" altLang="en-US" sz="2800" dirty="0">
                <a:latin typeface="+mn-lt"/>
              </a:rPr>
              <a:t> </a:t>
            </a:r>
          </a:p>
          <a:p>
            <a:pPr lvl="1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n-lt"/>
              </a:rPr>
              <a:t>other peers are choked by Alice (do not receive chunks from her)</a:t>
            </a:r>
          </a:p>
          <a:p>
            <a:pPr lvl="1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n-lt"/>
              </a:rPr>
              <a:t>re-evaluate top 4 every10 secs</a:t>
            </a:r>
          </a:p>
          <a:p>
            <a:pPr marL="471488" indent="-341313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SzPct val="100000"/>
              <a:buFont typeface="Wingdings" pitchFamily="2" charset="2"/>
              <a:buChar char="§"/>
            </a:pPr>
            <a:r>
              <a:rPr lang="en-US" altLang="en-US" sz="2800" dirty="0">
                <a:latin typeface="+mn-lt"/>
              </a:rPr>
              <a:t>every 30 secs: randomly select another peer, starts sending chunks</a:t>
            </a:r>
          </a:p>
          <a:p>
            <a:pPr lvl="1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ja-JP" sz="2400" dirty="0">
                <a:latin typeface="+mn-lt"/>
              </a:rPr>
              <a:t>“optimistically unchoke” this peer</a:t>
            </a:r>
          </a:p>
          <a:p>
            <a:pPr lvl="1">
              <a:lnSpc>
                <a:spcPct val="90000"/>
              </a:lnSpc>
              <a:spcBef>
                <a:spcPts val="400"/>
              </a:spcBef>
              <a:buClr>
                <a:srgbClr val="000099"/>
              </a:buClr>
              <a:buSzTx/>
              <a:buFont typeface="Arial" panose="020B0604020202020204" pitchFamily="34" charset="0"/>
              <a:buChar char="•"/>
            </a:pPr>
            <a:r>
              <a:rPr lang="en-US" altLang="en-US" sz="2400" dirty="0">
                <a:latin typeface="+mn-lt"/>
              </a:rPr>
              <a:t>newly chosen peer may join top 4</a:t>
            </a:r>
          </a:p>
          <a:p>
            <a:pPr>
              <a:buClr>
                <a:srgbClr val="000099"/>
              </a:buClr>
              <a:buSzTx/>
              <a:buFont typeface="Wingdings" pitchFamily="2" charset="2"/>
              <a:buChar char="§"/>
            </a:pPr>
            <a:endParaRPr lang="en-US" altLang="en-US" dirty="0">
              <a:latin typeface="Gill Sans MT" panose="020B0502020104020203" pitchFamily="34" charset="77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CEB65444-34EE-4547-8616-7800EB55C6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06589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BitTorrent: tit-for-tat</a:t>
            </a:r>
          </a:p>
        </p:txBody>
      </p:sp>
      <p:pic>
        <p:nvPicPr>
          <p:cNvPr id="7" name="Picture 13" descr="Alice">
            <a:extLst>
              <a:ext uri="{FF2B5EF4-FFF2-40B4-BE49-F238E27FC236}">
                <a16:creationId xmlns:a16="http://schemas.microsoft.com/office/drawing/2014/main" id="{8741BF70-C5D5-9A4F-93C1-15959E9CE0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69027" y="5178425"/>
            <a:ext cx="561975" cy="693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Line 15">
            <a:extLst>
              <a:ext uri="{FF2B5EF4-FFF2-40B4-BE49-F238E27FC236}">
                <a16:creationId xmlns:a16="http://schemas.microsoft.com/office/drawing/2014/main" id="{EC6F316B-7159-F14D-8C61-058945C987B9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2452914" y="4184650"/>
            <a:ext cx="1473200" cy="5969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 sz="2000"/>
          </a:p>
        </p:txBody>
      </p:sp>
      <p:sp>
        <p:nvSpPr>
          <p:cNvPr id="9" name="Line 16">
            <a:extLst>
              <a:ext uri="{FF2B5EF4-FFF2-40B4-BE49-F238E27FC236}">
                <a16:creationId xmlns:a16="http://schemas.microsoft.com/office/drawing/2014/main" id="{85312597-E60F-8D4C-A9EB-F6893D485124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933927" y="5010150"/>
            <a:ext cx="965200" cy="3810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 sz="2000"/>
          </a:p>
        </p:txBody>
      </p:sp>
      <p:sp>
        <p:nvSpPr>
          <p:cNvPr id="10" name="Line 17">
            <a:extLst>
              <a:ext uri="{FF2B5EF4-FFF2-40B4-BE49-F238E27FC236}">
                <a16:creationId xmlns:a16="http://schemas.microsoft.com/office/drawing/2014/main" id="{792D9181-0B03-BC4F-899D-82D2EA8580FC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3608614" y="5124450"/>
            <a:ext cx="596900" cy="10414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 sz="2000"/>
          </a:p>
        </p:txBody>
      </p:sp>
      <p:sp>
        <p:nvSpPr>
          <p:cNvPr id="11" name="Line 18">
            <a:extLst>
              <a:ext uri="{FF2B5EF4-FFF2-40B4-BE49-F238E27FC236}">
                <a16:creationId xmlns:a16="http://schemas.microsoft.com/office/drawing/2014/main" id="{2D784DE7-BFF3-9C40-B976-5BA78149FDDA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491514" y="3308350"/>
            <a:ext cx="419100" cy="6477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 sz="2000"/>
          </a:p>
        </p:txBody>
      </p:sp>
      <p:sp>
        <p:nvSpPr>
          <p:cNvPr id="12" name="Line 20">
            <a:extLst>
              <a:ext uri="{FF2B5EF4-FFF2-40B4-BE49-F238E27FC236}">
                <a16:creationId xmlns:a16="http://schemas.microsoft.com/office/drawing/2014/main" id="{A1C1198D-163B-9148-9612-0787A145D32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593114" y="3892550"/>
            <a:ext cx="787400" cy="3048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 sz="2000"/>
          </a:p>
        </p:txBody>
      </p:sp>
      <p:sp>
        <p:nvSpPr>
          <p:cNvPr id="13" name="Line 21">
            <a:extLst>
              <a:ext uri="{FF2B5EF4-FFF2-40B4-BE49-F238E27FC236}">
                <a16:creationId xmlns:a16="http://schemas.microsoft.com/office/drawing/2014/main" id="{C2DCB036-D113-5443-8F3C-DF1496779B07}"/>
              </a:ext>
            </a:extLst>
          </p:cNvPr>
          <p:cNvSpPr>
            <a:spLocks noChangeShapeType="1"/>
          </p:cNvSpPr>
          <p:nvPr/>
        </p:nvSpPr>
        <p:spPr bwMode="auto">
          <a:xfrm>
            <a:off x="6593114" y="4362450"/>
            <a:ext cx="596900" cy="317500"/>
          </a:xfrm>
          <a:prstGeom prst="line">
            <a:avLst/>
          </a:prstGeom>
          <a:noFill/>
          <a:ln w="25400">
            <a:solidFill>
              <a:schemeClr val="tx1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 sz="2000"/>
          </a:p>
        </p:txBody>
      </p:sp>
      <p:pic>
        <p:nvPicPr>
          <p:cNvPr id="14" name="Picture 22" descr="Bob">
            <a:extLst>
              <a:ext uri="{FF2B5EF4-FFF2-40B4-BE49-F238E27FC236}">
                <a16:creationId xmlns:a16="http://schemas.microsoft.com/office/drawing/2014/main" id="{A84998C7-BF5D-E24D-8A4A-8765DDF4B2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59702" y="4606925"/>
            <a:ext cx="676275" cy="6905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" name="Line 23">
            <a:extLst>
              <a:ext uri="{FF2B5EF4-FFF2-40B4-BE49-F238E27FC236}">
                <a16:creationId xmlns:a16="http://schemas.microsoft.com/office/drawing/2014/main" id="{26116A51-4E13-DE4D-96FD-9486C5FBFE51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10314" y="4159250"/>
            <a:ext cx="1435100" cy="482600"/>
          </a:xfrm>
          <a:prstGeom prst="line">
            <a:avLst/>
          </a:prstGeom>
          <a:noFill/>
          <a:ln w="25400">
            <a:solidFill>
              <a:srgbClr val="CC0000"/>
            </a:solidFill>
            <a:prstDash val="sysDot"/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lIns="0" tIns="0" rIns="0" bIns="0">
            <a:spAutoFit/>
          </a:bodyPr>
          <a:lstStyle/>
          <a:p>
            <a:endParaRPr lang="en-US" sz="2000"/>
          </a:p>
        </p:txBody>
      </p:sp>
      <p:sp>
        <p:nvSpPr>
          <p:cNvPr id="16" name="Line 24">
            <a:extLst>
              <a:ext uri="{FF2B5EF4-FFF2-40B4-BE49-F238E27FC236}">
                <a16:creationId xmlns:a16="http://schemas.microsoft.com/office/drawing/2014/main" id="{5E5EFBCB-9F3E-F141-A779-E04A3C86C95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523014" y="4248150"/>
            <a:ext cx="1397000" cy="4699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 sz="2000"/>
          </a:p>
        </p:txBody>
      </p:sp>
      <p:sp>
        <p:nvSpPr>
          <p:cNvPr id="17" name="Line 25">
            <a:extLst>
              <a:ext uri="{FF2B5EF4-FFF2-40B4-BE49-F238E27FC236}">
                <a16:creationId xmlns:a16="http://schemas.microsoft.com/office/drawing/2014/main" id="{FD13D6CC-D7F1-884F-8F51-9C419483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561114" y="4349750"/>
            <a:ext cx="1371600" cy="482600"/>
          </a:xfrm>
          <a:prstGeom prst="line">
            <a:avLst/>
          </a:prstGeom>
          <a:noFill/>
          <a:ln w="25400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lIns="0" tIns="0" rIns="0" bIns="0">
            <a:spAutoFit/>
          </a:bodyPr>
          <a:lstStyle/>
          <a:p>
            <a:endParaRPr lang="en-US" sz="2000"/>
          </a:p>
        </p:txBody>
      </p:sp>
      <p:sp>
        <p:nvSpPr>
          <p:cNvPr id="18" name="Text Box 26">
            <a:extLst>
              <a:ext uri="{FF2B5EF4-FFF2-40B4-BE49-F238E27FC236}">
                <a16:creationId xmlns:a16="http://schemas.microsoft.com/office/drawing/2014/main" id="{DACC5EA5-F1C3-BD42-A042-51775E5F668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5046" y="1288142"/>
            <a:ext cx="478919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+mn-lt"/>
              </a:rPr>
              <a:t>(1) Alice “</a:t>
            </a:r>
            <a:r>
              <a:rPr lang="en-US" altLang="ja-JP" sz="2400" dirty="0">
                <a:latin typeface="+mn-lt"/>
              </a:rPr>
              <a:t>optimistically unchokes” Bob</a:t>
            </a:r>
            <a:endParaRPr lang="en-US" altLang="en-US" sz="2400" dirty="0">
              <a:latin typeface="+mn-lt"/>
            </a:endParaRPr>
          </a:p>
        </p:txBody>
      </p:sp>
      <p:sp>
        <p:nvSpPr>
          <p:cNvPr id="19" name="Text Box 27">
            <a:extLst>
              <a:ext uri="{FF2B5EF4-FFF2-40B4-BE49-F238E27FC236}">
                <a16:creationId xmlns:a16="http://schemas.microsoft.com/office/drawing/2014/main" id="{DE11FF06-2EB6-DE4E-9955-89EC60B610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2327" y="1711330"/>
            <a:ext cx="849675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+mn-lt"/>
              </a:rPr>
              <a:t>(2) Alice becomes one of Bob’</a:t>
            </a:r>
            <a:r>
              <a:rPr lang="en-US" altLang="ja-JP" sz="2400" dirty="0">
                <a:latin typeface="+mn-lt"/>
              </a:rPr>
              <a:t>s top-four providers; Bob reciprocates</a:t>
            </a:r>
            <a:endParaRPr lang="en-US" altLang="en-US" sz="2400" dirty="0">
              <a:latin typeface="+mn-lt"/>
            </a:endParaRPr>
          </a:p>
        </p:txBody>
      </p:sp>
      <p:sp>
        <p:nvSpPr>
          <p:cNvPr id="20" name="Text Box 28">
            <a:extLst>
              <a:ext uri="{FF2B5EF4-FFF2-40B4-BE49-F238E27FC236}">
                <a16:creationId xmlns:a16="http://schemas.microsoft.com/office/drawing/2014/main" id="{16606440-1C32-3D4E-A1E4-E55876C8B16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4389" y="2124086"/>
            <a:ext cx="625748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dirty="0">
                <a:latin typeface="+mn-lt"/>
              </a:rPr>
              <a:t>(3) Bob becomes one of Alice’</a:t>
            </a:r>
            <a:r>
              <a:rPr lang="en-US" altLang="ja-JP" sz="2400" dirty="0">
                <a:latin typeface="+mn-lt"/>
              </a:rPr>
              <a:t>s top-four providers</a:t>
            </a:r>
            <a:endParaRPr lang="en-US" altLang="en-US" sz="2400" dirty="0">
              <a:latin typeface="+mn-lt"/>
            </a:endParaRPr>
          </a:p>
        </p:txBody>
      </p:sp>
      <p:sp>
        <p:nvSpPr>
          <p:cNvPr id="21" name="Text Box 29">
            <a:extLst>
              <a:ext uri="{FF2B5EF4-FFF2-40B4-BE49-F238E27FC236}">
                <a16:creationId xmlns:a16="http://schemas.microsoft.com/office/drawing/2014/main" id="{F65951EA-D399-4948-A91F-C888B7CDFD6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16902" y="5338537"/>
            <a:ext cx="4897389" cy="830997"/>
          </a:xfrm>
          <a:prstGeom prst="rect">
            <a:avLst/>
          </a:prstGeom>
          <a:noFill/>
          <a:ln w="19050">
            <a:solidFill>
              <a:srgbClr val="CC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2400" i="1" dirty="0">
                <a:latin typeface="+mn-lt"/>
              </a:rPr>
              <a:t>higher upload rate:</a:t>
            </a:r>
            <a:r>
              <a:rPr lang="en-US" altLang="en-US" sz="2400" dirty="0">
                <a:latin typeface="+mn-lt"/>
              </a:rPr>
              <a:t> find better trading partners, get file faster !</a:t>
            </a:r>
          </a:p>
        </p:txBody>
      </p:sp>
      <p:grpSp>
        <p:nvGrpSpPr>
          <p:cNvPr id="22" name="Group 52">
            <a:extLst>
              <a:ext uri="{FF2B5EF4-FFF2-40B4-BE49-F238E27FC236}">
                <a16:creationId xmlns:a16="http://schemas.microsoft.com/office/drawing/2014/main" id="{65490274-4BA6-774A-B416-07955688B60F}"/>
              </a:ext>
            </a:extLst>
          </p:cNvPr>
          <p:cNvGrpSpPr>
            <a:grpSpLocks/>
          </p:cNvGrpSpPr>
          <p:nvPr/>
        </p:nvGrpSpPr>
        <p:grpSpPr bwMode="auto">
          <a:xfrm>
            <a:off x="2194152" y="5014913"/>
            <a:ext cx="762000" cy="752475"/>
            <a:chOff x="-44" y="1473"/>
            <a:chExt cx="981" cy="1105"/>
          </a:xfrm>
        </p:grpSpPr>
        <p:pic>
          <p:nvPicPr>
            <p:cNvPr id="23" name="Picture 53" descr="desktop_computer_stylized_medium">
              <a:extLst>
                <a:ext uri="{FF2B5EF4-FFF2-40B4-BE49-F238E27FC236}">
                  <a16:creationId xmlns:a16="http://schemas.microsoft.com/office/drawing/2014/main" id="{72C8D70E-1AE3-CB40-AFD6-460B7618288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4" name="Freeform 54">
              <a:extLst>
                <a:ext uri="{FF2B5EF4-FFF2-40B4-BE49-F238E27FC236}">
                  <a16:creationId xmlns:a16="http://schemas.microsoft.com/office/drawing/2014/main" id="{E4AA1D2E-1517-8A4B-AB9B-C7191BBEA370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25" name="Group 55">
            <a:extLst>
              <a:ext uri="{FF2B5EF4-FFF2-40B4-BE49-F238E27FC236}">
                <a16:creationId xmlns:a16="http://schemas.microsoft.com/office/drawing/2014/main" id="{B5877426-113E-4645-9901-821F444D3C78}"/>
              </a:ext>
            </a:extLst>
          </p:cNvPr>
          <p:cNvGrpSpPr>
            <a:grpSpLocks/>
          </p:cNvGrpSpPr>
          <p:nvPr/>
        </p:nvGrpSpPr>
        <p:grpSpPr bwMode="auto">
          <a:xfrm>
            <a:off x="2889477" y="5776913"/>
            <a:ext cx="762000" cy="752475"/>
            <a:chOff x="-44" y="1473"/>
            <a:chExt cx="981" cy="1105"/>
          </a:xfrm>
        </p:grpSpPr>
        <p:pic>
          <p:nvPicPr>
            <p:cNvPr id="26" name="Picture 56" descr="desktop_computer_stylized_medium">
              <a:extLst>
                <a:ext uri="{FF2B5EF4-FFF2-40B4-BE49-F238E27FC236}">
                  <a16:creationId xmlns:a16="http://schemas.microsoft.com/office/drawing/2014/main" id="{ED1A5E6B-965E-454E-9989-4DEC33639D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7" name="Freeform 57">
              <a:extLst>
                <a:ext uri="{FF2B5EF4-FFF2-40B4-BE49-F238E27FC236}">
                  <a16:creationId xmlns:a16="http://schemas.microsoft.com/office/drawing/2014/main" id="{DD6D3C44-22E2-B449-9FDA-221947FA5EBD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28" name="Group 58">
            <a:extLst>
              <a:ext uri="{FF2B5EF4-FFF2-40B4-BE49-F238E27FC236}">
                <a16:creationId xmlns:a16="http://schemas.microsoft.com/office/drawing/2014/main" id="{0E9167DB-CB01-E04A-946E-D0BD377ECA5A}"/>
              </a:ext>
            </a:extLst>
          </p:cNvPr>
          <p:cNvGrpSpPr>
            <a:grpSpLocks/>
          </p:cNvGrpSpPr>
          <p:nvPr/>
        </p:nvGrpSpPr>
        <p:grpSpPr bwMode="auto">
          <a:xfrm>
            <a:off x="1708377" y="3894138"/>
            <a:ext cx="762000" cy="752475"/>
            <a:chOff x="-44" y="1473"/>
            <a:chExt cx="981" cy="1105"/>
          </a:xfrm>
        </p:grpSpPr>
        <p:pic>
          <p:nvPicPr>
            <p:cNvPr id="29" name="Picture 59" descr="desktop_computer_stylized_medium">
              <a:extLst>
                <a:ext uri="{FF2B5EF4-FFF2-40B4-BE49-F238E27FC236}">
                  <a16:creationId xmlns:a16="http://schemas.microsoft.com/office/drawing/2014/main" id="{3FC86540-2AE3-6C45-A57C-8C7A57DEE81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" name="Freeform 60">
              <a:extLst>
                <a:ext uri="{FF2B5EF4-FFF2-40B4-BE49-F238E27FC236}">
                  <a16:creationId xmlns:a16="http://schemas.microsoft.com/office/drawing/2014/main" id="{7D582964-4BDA-5043-B12E-8CB52E1A4AA8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31" name="Group 61">
            <a:extLst>
              <a:ext uri="{FF2B5EF4-FFF2-40B4-BE49-F238E27FC236}">
                <a16:creationId xmlns:a16="http://schemas.microsoft.com/office/drawing/2014/main" id="{AC057CF7-B165-FC49-A311-D35170CD591D}"/>
              </a:ext>
            </a:extLst>
          </p:cNvPr>
          <p:cNvGrpSpPr>
            <a:grpSpLocks/>
          </p:cNvGrpSpPr>
          <p:nvPr/>
        </p:nvGrpSpPr>
        <p:grpSpPr bwMode="auto">
          <a:xfrm>
            <a:off x="3672114" y="4427538"/>
            <a:ext cx="762000" cy="752475"/>
            <a:chOff x="-44" y="1473"/>
            <a:chExt cx="981" cy="1105"/>
          </a:xfrm>
        </p:grpSpPr>
        <p:pic>
          <p:nvPicPr>
            <p:cNvPr id="32" name="Picture 62" descr="desktop_computer_stylized_medium">
              <a:extLst>
                <a:ext uri="{FF2B5EF4-FFF2-40B4-BE49-F238E27FC236}">
                  <a16:creationId xmlns:a16="http://schemas.microsoft.com/office/drawing/2014/main" id="{18C1044E-BABC-1349-9269-834754B686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3" name="Freeform 63">
              <a:extLst>
                <a:ext uri="{FF2B5EF4-FFF2-40B4-BE49-F238E27FC236}">
                  <a16:creationId xmlns:a16="http://schemas.microsoft.com/office/drawing/2014/main" id="{78C58B97-061E-EA4D-AA38-0150EABAFC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34" name="Group 64">
            <a:extLst>
              <a:ext uri="{FF2B5EF4-FFF2-40B4-BE49-F238E27FC236}">
                <a16:creationId xmlns:a16="http://schemas.microsoft.com/office/drawing/2014/main" id="{8374CADC-5475-174C-A033-E425F815732C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199539" y="4351338"/>
            <a:ext cx="762000" cy="752475"/>
            <a:chOff x="-44" y="1473"/>
            <a:chExt cx="981" cy="1105"/>
          </a:xfrm>
        </p:grpSpPr>
        <p:pic>
          <p:nvPicPr>
            <p:cNvPr id="35" name="Picture 65" descr="desktop_computer_stylized_medium">
              <a:extLst>
                <a:ext uri="{FF2B5EF4-FFF2-40B4-BE49-F238E27FC236}">
                  <a16:creationId xmlns:a16="http://schemas.microsoft.com/office/drawing/2014/main" id="{E829CC9A-8A66-4B4E-9FF3-CEAE73497DD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6" name="Freeform 66">
              <a:extLst>
                <a:ext uri="{FF2B5EF4-FFF2-40B4-BE49-F238E27FC236}">
                  <a16:creationId xmlns:a16="http://schemas.microsoft.com/office/drawing/2014/main" id="{BE509D07-5156-594C-9BF4-2A36E639DBD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37" name="Group 67">
            <a:extLst>
              <a:ext uri="{FF2B5EF4-FFF2-40B4-BE49-F238E27FC236}">
                <a16:creationId xmlns:a16="http://schemas.microsoft.com/office/drawing/2014/main" id="{BFB32E89-5273-0E4F-AB0A-3A5BD8870626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7350352" y="3513138"/>
            <a:ext cx="762000" cy="752475"/>
            <a:chOff x="-44" y="1473"/>
            <a:chExt cx="981" cy="1105"/>
          </a:xfrm>
        </p:grpSpPr>
        <p:pic>
          <p:nvPicPr>
            <p:cNvPr id="38" name="Picture 68" descr="desktop_computer_stylized_medium">
              <a:extLst>
                <a:ext uri="{FF2B5EF4-FFF2-40B4-BE49-F238E27FC236}">
                  <a16:creationId xmlns:a16="http://schemas.microsoft.com/office/drawing/2014/main" id="{7E65096A-F8A7-654C-9729-36316DFF5B2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9" name="Freeform 69">
              <a:extLst>
                <a:ext uri="{FF2B5EF4-FFF2-40B4-BE49-F238E27FC236}">
                  <a16:creationId xmlns:a16="http://schemas.microsoft.com/office/drawing/2014/main" id="{FE95B6B4-20A8-EF43-BAAF-C599F2F3BC1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40" name="Group 70">
            <a:extLst>
              <a:ext uri="{FF2B5EF4-FFF2-40B4-BE49-F238E27FC236}">
                <a16:creationId xmlns:a16="http://schemas.microsoft.com/office/drawing/2014/main" id="{C47D9ABE-3F3C-2147-9673-332BCE8C2E7A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958239" y="2892425"/>
            <a:ext cx="762000" cy="752475"/>
            <a:chOff x="-44" y="1473"/>
            <a:chExt cx="981" cy="1105"/>
          </a:xfrm>
        </p:grpSpPr>
        <p:pic>
          <p:nvPicPr>
            <p:cNvPr id="41" name="Picture 71" descr="desktop_computer_stylized_medium">
              <a:extLst>
                <a:ext uri="{FF2B5EF4-FFF2-40B4-BE49-F238E27FC236}">
                  <a16:creationId xmlns:a16="http://schemas.microsoft.com/office/drawing/2014/main" id="{E0B0EA6D-DC65-F345-866C-FF8D43D273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2" name="Freeform 72">
              <a:extLst>
                <a:ext uri="{FF2B5EF4-FFF2-40B4-BE49-F238E27FC236}">
                  <a16:creationId xmlns:a16="http://schemas.microsoft.com/office/drawing/2014/main" id="{4B8179CA-F544-1947-AB02-D4AFC3D01105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43" name="Group 74">
            <a:extLst>
              <a:ext uri="{FF2B5EF4-FFF2-40B4-BE49-F238E27FC236}">
                <a16:creationId xmlns:a16="http://schemas.microsoft.com/office/drawing/2014/main" id="{3AAB7190-C86B-6B40-A2D8-F0FAFE0A2599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6035902" y="3883025"/>
            <a:ext cx="762000" cy="752475"/>
            <a:chOff x="-44" y="1473"/>
            <a:chExt cx="981" cy="1105"/>
          </a:xfrm>
        </p:grpSpPr>
        <p:pic>
          <p:nvPicPr>
            <p:cNvPr id="44" name="Picture 75" descr="desktop_computer_stylized_medium">
              <a:extLst>
                <a:ext uri="{FF2B5EF4-FFF2-40B4-BE49-F238E27FC236}">
                  <a16:creationId xmlns:a16="http://schemas.microsoft.com/office/drawing/2014/main" id="{E10FCAF4-5DCA-C147-944D-68091F53F37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5" name="Freeform 76">
              <a:extLst>
                <a:ext uri="{FF2B5EF4-FFF2-40B4-BE49-F238E27FC236}">
                  <a16:creationId xmlns:a16="http://schemas.microsoft.com/office/drawing/2014/main" id="{ED9B8D15-5F2D-AE4E-95C9-E1F0A26E1BFE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endParaRPr lang="en-US" sz="2000"/>
            </a:p>
          </p:txBody>
        </p:sp>
      </p:grpSp>
      <p:grpSp>
        <p:nvGrpSpPr>
          <p:cNvPr id="46" name="Group 80">
            <a:extLst>
              <a:ext uri="{FF2B5EF4-FFF2-40B4-BE49-F238E27FC236}">
                <a16:creationId xmlns:a16="http://schemas.microsoft.com/office/drawing/2014/main" id="{76F60E48-C369-D742-9AC3-453C2EB2296B}"/>
              </a:ext>
            </a:extLst>
          </p:cNvPr>
          <p:cNvGrpSpPr>
            <a:grpSpLocks/>
          </p:cNvGrpSpPr>
          <p:nvPr/>
        </p:nvGrpSpPr>
        <p:grpSpPr bwMode="auto">
          <a:xfrm>
            <a:off x="5815239" y="2717800"/>
            <a:ext cx="762000" cy="1177925"/>
            <a:chOff x="4746" y="1528"/>
            <a:chExt cx="480" cy="742"/>
          </a:xfrm>
        </p:grpSpPr>
        <p:sp>
          <p:nvSpPr>
            <p:cNvPr id="47" name="Line 50">
              <a:extLst>
                <a:ext uri="{FF2B5EF4-FFF2-40B4-BE49-F238E27FC236}">
                  <a16:creationId xmlns:a16="http://schemas.microsoft.com/office/drawing/2014/main" id="{713595DD-629E-964F-90C7-0E04B74B20F3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964" y="1962"/>
              <a:ext cx="2" cy="308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grpSp>
          <p:nvGrpSpPr>
            <p:cNvPr id="48" name="Group 77">
              <a:extLst>
                <a:ext uri="{FF2B5EF4-FFF2-40B4-BE49-F238E27FC236}">
                  <a16:creationId xmlns:a16="http://schemas.microsoft.com/office/drawing/2014/main" id="{AD97E688-C674-9D46-B533-DA6C65ECA57D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4746" y="1528"/>
              <a:ext cx="480" cy="474"/>
              <a:chOff x="-44" y="1473"/>
              <a:chExt cx="981" cy="1105"/>
            </a:xfrm>
          </p:grpSpPr>
          <p:pic>
            <p:nvPicPr>
              <p:cNvPr id="49" name="Picture 78" descr="desktop_computer_stylized_medium">
                <a:extLst>
                  <a:ext uri="{FF2B5EF4-FFF2-40B4-BE49-F238E27FC236}">
                    <a16:creationId xmlns:a16="http://schemas.microsoft.com/office/drawing/2014/main" id="{A710A2EC-D64C-6A4F-A921-3C453CCA3D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0" name="Freeform 79">
                <a:extLst>
                  <a:ext uri="{FF2B5EF4-FFF2-40B4-BE49-F238E27FC236}">
                    <a16:creationId xmlns:a16="http://schemas.microsoft.com/office/drawing/2014/main" id="{AEBDADBC-EFC3-B643-B7C3-E2DB8819FDC5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</p:grpSp>
      <p:grpSp>
        <p:nvGrpSpPr>
          <p:cNvPr id="51" name="Group 87">
            <a:extLst>
              <a:ext uri="{FF2B5EF4-FFF2-40B4-BE49-F238E27FC236}">
                <a16:creationId xmlns:a16="http://schemas.microsoft.com/office/drawing/2014/main" id="{C55F25CE-5FFF-CB47-A09A-CEBC929646BA}"/>
              </a:ext>
            </a:extLst>
          </p:cNvPr>
          <p:cNvGrpSpPr>
            <a:grpSpLocks/>
          </p:cNvGrpSpPr>
          <p:nvPr/>
        </p:nvGrpSpPr>
        <p:grpSpPr bwMode="auto">
          <a:xfrm>
            <a:off x="2905352" y="3206750"/>
            <a:ext cx="1112837" cy="1219200"/>
            <a:chOff x="4779" y="2386"/>
            <a:chExt cx="701" cy="768"/>
          </a:xfrm>
        </p:grpSpPr>
        <p:sp>
          <p:nvSpPr>
            <p:cNvPr id="52" name="Line 46">
              <a:extLst>
                <a:ext uri="{FF2B5EF4-FFF2-40B4-BE49-F238E27FC236}">
                  <a16:creationId xmlns:a16="http://schemas.microsoft.com/office/drawing/2014/main" id="{8CEC77D4-CDB3-A04E-93BD-09A60C76B09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5239" y="2812"/>
              <a:ext cx="241" cy="34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 sz="2000"/>
            </a:p>
          </p:txBody>
        </p:sp>
        <p:grpSp>
          <p:nvGrpSpPr>
            <p:cNvPr id="53" name="Group 84">
              <a:extLst>
                <a:ext uri="{FF2B5EF4-FFF2-40B4-BE49-F238E27FC236}">
                  <a16:creationId xmlns:a16="http://schemas.microsoft.com/office/drawing/2014/main" id="{39CD941B-F7CC-0249-91C8-8CDBC223857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79" y="2386"/>
              <a:ext cx="480" cy="474"/>
              <a:chOff x="-44" y="1473"/>
              <a:chExt cx="981" cy="1105"/>
            </a:xfrm>
          </p:grpSpPr>
          <p:pic>
            <p:nvPicPr>
              <p:cNvPr id="54" name="Picture 85" descr="desktop_computer_stylized_medium">
                <a:extLst>
                  <a:ext uri="{FF2B5EF4-FFF2-40B4-BE49-F238E27FC236}">
                    <a16:creationId xmlns:a16="http://schemas.microsoft.com/office/drawing/2014/main" id="{0384D9E6-2AF2-1444-833F-1ACDCE8105E1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 flipH="1">
                <a:off x="-44" y="1473"/>
                <a:ext cx="981" cy="110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sp>
            <p:nvSpPr>
              <p:cNvPr id="55" name="Freeform 86">
                <a:extLst>
                  <a:ext uri="{FF2B5EF4-FFF2-40B4-BE49-F238E27FC236}">
                    <a16:creationId xmlns:a16="http://schemas.microsoft.com/office/drawing/2014/main" id="{140BEEB3-51A1-3146-AD4E-D014FC9826D6}"/>
                  </a:ext>
                </a:extLst>
              </p:cNvPr>
              <p:cNvSpPr>
                <a:spLocks/>
              </p:cNvSpPr>
              <p:nvPr/>
            </p:nvSpPr>
            <p:spPr bwMode="auto">
              <a:xfrm flipH="1">
                <a:off x="374" y="1579"/>
                <a:ext cx="477" cy="506"/>
              </a:xfrm>
              <a:custGeom>
                <a:avLst/>
                <a:gdLst>
                  <a:gd name="T0" fmla="*/ 0 w 356"/>
                  <a:gd name="T1" fmla="*/ 0 h 368"/>
                  <a:gd name="T2" fmla="*/ 24164 w 356"/>
                  <a:gd name="T3" fmla="*/ 1678 h 368"/>
                  <a:gd name="T4" fmla="*/ 28666 w 356"/>
                  <a:gd name="T5" fmla="*/ 34959 h 368"/>
                  <a:gd name="T6" fmla="*/ 6318 w 356"/>
                  <a:gd name="T7" fmla="*/ 43721 h 368"/>
                  <a:gd name="T8" fmla="*/ 0 w 356"/>
                  <a:gd name="T9" fmla="*/ 0 h 3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6"/>
                  <a:gd name="T16" fmla="*/ 0 h 368"/>
                  <a:gd name="T17" fmla="*/ 356 w 356"/>
                  <a:gd name="T18" fmla="*/ 368 h 36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6" h="368">
                    <a:moveTo>
                      <a:pt x="0" y="0"/>
                    </a:moveTo>
                    <a:lnTo>
                      <a:pt x="300" y="14"/>
                    </a:lnTo>
                    <a:lnTo>
                      <a:pt x="356" y="294"/>
                    </a:lnTo>
                    <a:lnTo>
                      <a:pt x="78" y="36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000099"/>
                  </a:gs>
                  <a:gs pos="100000">
                    <a:schemeClr val="bg1"/>
                  </a:gs>
                </a:gsLst>
                <a:lin ang="270000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</a:extLst>
            </p:spPr>
            <p:txBody>
              <a:bodyPr wrap="none"/>
              <a:lstStyle/>
              <a:p>
                <a:endParaRPr lang="en-US" sz="2000"/>
              </a:p>
            </p:txBody>
          </p:sp>
        </p:grpSp>
      </p:grpSp>
      <p:sp>
        <p:nvSpPr>
          <p:cNvPr id="56" name="Slide Number Placeholder 2">
            <a:extLst>
              <a:ext uri="{FF2B5EF4-FFF2-40B4-BE49-F238E27FC236}">
                <a16:creationId xmlns:a16="http://schemas.microsoft.com/office/drawing/2014/main" id="{E1ED86EA-C149-2945-9786-9D3CB50C6D1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5079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8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" presetClass="exit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blinds(horizontal)">
                                      <p:cBhvr>
                                        <p:cTn id="3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F00EB8-6C39-503C-FDA3-D784B230D4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ea typeface="ＭＳ Ｐゴシック" panose="020B0600070205080204" pitchFamily="34" charset="-128"/>
              </a:rPr>
              <a:t>P2P Applications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C3DBE-E5EF-7B28-4CAD-247EF9DFA939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File Sharing and Distribution</a:t>
            </a:r>
          </a:p>
          <a:p>
            <a:pPr lvl="1"/>
            <a:r>
              <a:rPr lang="en-US" dirty="0"/>
              <a:t>BitTorrent</a:t>
            </a:r>
          </a:p>
          <a:p>
            <a:r>
              <a:rPr lang="en-US" dirty="0"/>
              <a:t>Cryptocurrency Networks</a:t>
            </a:r>
          </a:p>
          <a:p>
            <a:pPr lvl="1"/>
            <a:r>
              <a:rPr lang="en-US" dirty="0"/>
              <a:t>Bitcoin</a:t>
            </a:r>
          </a:p>
          <a:p>
            <a:pPr lvl="1"/>
            <a:r>
              <a:rPr lang="en-US" dirty="0"/>
              <a:t>Ethereum</a:t>
            </a:r>
          </a:p>
          <a:p>
            <a:r>
              <a:rPr lang="en-US" dirty="0"/>
              <a:t>P2P Gaming</a:t>
            </a:r>
          </a:p>
          <a:p>
            <a:endParaRPr lang="en-US" dirty="0"/>
          </a:p>
          <a:p>
            <a:r>
              <a:rPr lang="en-US" dirty="0"/>
              <a:t>Decentralized Market Places</a:t>
            </a:r>
          </a:p>
          <a:p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5DEFE3B-0DEC-53C6-42F4-FF0A7213EEE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P2P VPN</a:t>
            </a:r>
          </a:p>
          <a:p>
            <a:endParaRPr lang="en-US" dirty="0"/>
          </a:p>
          <a:p>
            <a:r>
              <a:rPr lang="en-US" dirty="0"/>
              <a:t>P2P Cloud Storage</a:t>
            </a:r>
          </a:p>
          <a:p>
            <a:endParaRPr lang="en-US" dirty="0"/>
          </a:p>
          <a:p>
            <a:r>
              <a:rPr lang="en-US" dirty="0"/>
              <a:t>P2P Video Streaming</a:t>
            </a:r>
          </a:p>
        </p:txBody>
      </p:sp>
    </p:spTree>
    <p:extLst>
      <p:ext uri="{BB962C8B-B14F-4D97-AF65-F5344CB8AC3E}">
        <p14:creationId xmlns:p14="http://schemas.microsoft.com/office/powerpoint/2010/main" val="229429744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P2P applications</a:t>
            </a:r>
          </a:p>
          <a:p>
            <a:pPr marL="349250" indent="-349250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video streaming and content distribution networks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12</a:t>
            </a:fld>
            <a:endParaRPr lang="en-US" dirty="0"/>
          </a:p>
        </p:txBody>
      </p:sp>
      <p:pic>
        <p:nvPicPr>
          <p:cNvPr id="7" name="Picture 6" descr="Kurose&amp;Ross 8th edition photo">
            <a:extLst>
              <a:ext uri="{FF2B5EF4-FFF2-40B4-BE49-F238E27FC236}">
                <a16:creationId xmlns:a16="http://schemas.microsoft.com/office/drawing/2014/main" id="{1916A9E8-0AFB-C84D-84BA-FF165A7B2C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81926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Video Streaming and CDNs: context</a:t>
            </a:r>
          </a:p>
        </p:txBody>
      </p:sp>
      <p:sp>
        <p:nvSpPr>
          <p:cNvPr id="83" name="Rectangle 43">
            <a:extLst>
              <a:ext uri="{FF2B5EF4-FFF2-40B4-BE49-F238E27FC236}">
                <a16:creationId xmlns:a16="http://schemas.microsoft.com/office/drawing/2014/main" id="{314CB26F-FC68-EA47-A348-5C2202E9DB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683" y="1457742"/>
            <a:ext cx="8448901" cy="894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84" name="Rectangle 43">
            <a:extLst>
              <a:ext uri="{FF2B5EF4-FFF2-40B4-BE49-F238E27FC236}">
                <a16:creationId xmlns:a16="http://schemas.microsoft.com/office/drawing/2014/main" id="{429AF3E8-B41E-F946-8623-A777210624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99123" y="1492538"/>
            <a:ext cx="6164385" cy="4821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57188" marR="0" lvl="0" indent="-3413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A3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stream video traffic: major consumer of Internet bandwidth</a:t>
            </a:r>
          </a:p>
          <a:p>
            <a:pPr marL="681038" marR="0" lvl="1" indent="-2238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Netflix, YouTube, Amazon Prime: 80% of residential ISP traffic 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(2020)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challenge: 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scale - how to reach ~1B users?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6665E308-402E-4042-A40D-C589192435C8}"/>
              </a:ext>
            </a:extLst>
          </p:cNvPr>
          <p:cNvGrpSpPr/>
          <p:nvPr/>
        </p:nvGrpSpPr>
        <p:grpSpPr>
          <a:xfrm>
            <a:off x="8502619" y="3784268"/>
            <a:ext cx="3689381" cy="2624305"/>
            <a:chOff x="8502619" y="4539639"/>
            <a:chExt cx="3689381" cy="2624305"/>
          </a:xfrm>
        </p:grpSpPr>
        <p:pic>
          <p:nvPicPr>
            <p:cNvPr id="86" name="Picture 2">
              <a:extLst>
                <a:ext uri="{FF2B5EF4-FFF2-40B4-BE49-F238E27FC236}">
                  <a16:creationId xmlns:a16="http://schemas.microsoft.com/office/drawing/2014/main" id="{4DE1A959-4B7D-1A4F-80C4-8A52E85610D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30975" y="6101881"/>
              <a:ext cx="1710592" cy="106206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5" name="Picture 5">
              <a:extLst>
                <a:ext uri="{FF2B5EF4-FFF2-40B4-BE49-F238E27FC236}">
                  <a16:creationId xmlns:a16="http://schemas.microsoft.com/office/drawing/2014/main" id="{8CD6D4B6-6A4F-D142-9B0C-0E622DB3E5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520238" y="4539639"/>
              <a:ext cx="2671762" cy="14954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7" name="Picture 3">
              <a:extLst>
                <a:ext uri="{FF2B5EF4-FFF2-40B4-BE49-F238E27FC236}">
                  <a16:creationId xmlns:a16="http://schemas.microsoft.com/office/drawing/2014/main" id="{F2FB8318-CA96-2746-94FD-3A5ACA1FDC2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502619" y="4874389"/>
              <a:ext cx="1227138" cy="5699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89" name="Picture 6">
              <a:extLst>
                <a:ext uri="{FF2B5EF4-FFF2-40B4-BE49-F238E27FC236}">
                  <a16:creationId xmlns:a16="http://schemas.microsoft.com/office/drawing/2014/main" id="{4FD2F200-10A9-4643-8C58-A3B6FC3409FA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72122" y="5629397"/>
              <a:ext cx="1501775" cy="7080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11" name="Rectangle 43">
            <a:extLst>
              <a:ext uri="{FF2B5EF4-FFF2-40B4-BE49-F238E27FC236}">
                <a16:creationId xmlns:a16="http://schemas.microsoft.com/office/drawing/2014/main" id="{4D8B542F-9DF5-C749-A79E-89811A1F48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7738" y="4177497"/>
            <a:ext cx="9341339" cy="2133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challenge: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heterogeneity</a:t>
            </a:r>
          </a:p>
          <a:p>
            <a:pPr marL="681038" marR="0" lvl="1" indent="-2238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different users have different capabilities (e.g., wired versus mobile; bandwidth rich versus bandwidth poor)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solution: </a:t>
            </a:r>
            <a:r>
              <a:rPr kumimoji="0" lang="en-US" altLang="en-US" sz="3200" b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distributed, application-level infrastructure</a:t>
            </a:r>
          </a:p>
        </p:txBody>
      </p: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18329690-E6B4-B94C-B527-578B12C7E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004221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Multimedia: video</a:t>
            </a:r>
          </a:p>
        </p:txBody>
      </p:sp>
      <p:sp>
        <p:nvSpPr>
          <p:cNvPr id="12" name="Rectangle 3">
            <a:extLst>
              <a:ext uri="{FF2B5EF4-FFF2-40B4-BE49-F238E27FC236}">
                <a16:creationId xmlns:a16="http://schemas.microsoft.com/office/drawing/2014/main" id="{A0D96511-8EAA-9E47-AC3E-FE198A32EB27}"/>
              </a:ext>
            </a:extLst>
          </p:cNvPr>
          <p:cNvSpPr txBox="1">
            <a:spLocks noChangeArrowheads="1"/>
          </p:cNvSpPr>
          <p:nvPr/>
        </p:nvSpPr>
        <p:spPr>
          <a:xfrm>
            <a:off x="864007" y="1452894"/>
            <a:ext cx="5710237" cy="49085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video: sequence of images displayed at constant rate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e.g., 24 images/sec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digital image: array of pixels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pixel represented by bits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coding: use redundancy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within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and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between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images to decrease # bits used to encode image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spatial (within image)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temporal (from one image to next)</a:t>
            </a:r>
          </a:p>
        </p:txBody>
      </p:sp>
      <p:pic>
        <p:nvPicPr>
          <p:cNvPr id="14" name="Picture 4">
            <a:extLst>
              <a:ext uri="{FF2B5EF4-FFF2-40B4-BE49-F238E27FC236}">
                <a16:creationId xmlns:a16="http://schemas.microsoft.com/office/drawing/2014/main" id="{D85E706C-FCF7-AC4A-9E47-5DFF51091E6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1760" y="2016918"/>
            <a:ext cx="1642671" cy="1860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grpSp>
        <p:nvGrpSpPr>
          <p:cNvPr id="15" name="Group 15">
            <a:extLst>
              <a:ext uri="{FF2B5EF4-FFF2-40B4-BE49-F238E27FC236}">
                <a16:creationId xmlns:a16="http://schemas.microsoft.com/office/drawing/2014/main" id="{2AFDBD94-0A0F-514F-85AA-B38C47FEB64F}"/>
              </a:ext>
            </a:extLst>
          </p:cNvPr>
          <p:cNvGrpSpPr>
            <a:grpSpLocks/>
          </p:cNvGrpSpPr>
          <p:nvPr/>
        </p:nvGrpSpPr>
        <p:grpSpPr bwMode="auto">
          <a:xfrm>
            <a:off x="7728905" y="562768"/>
            <a:ext cx="3274430" cy="1730347"/>
            <a:chOff x="5345311" y="524250"/>
            <a:chExt cx="3274238" cy="1730214"/>
          </a:xfrm>
        </p:grpSpPr>
        <p:sp>
          <p:nvSpPr>
            <p:cNvPr id="21" name="TextBox 5">
              <a:extLst>
                <a:ext uri="{FF2B5EF4-FFF2-40B4-BE49-F238E27FC236}">
                  <a16:creationId xmlns:a16="http://schemas.microsoft.com/office/drawing/2014/main" id="{C3AFF6B0-484E-4A4F-A21E-6EFE00895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45311" y="1789936"/>
              <a:ext cx="1856071" cy="369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ＭＳ Ｐゴシック" panose="020B0600070205080204" pitchFamily="34" charset="-128"/>
                  <a:cs typeface="+mn-cs"/>
                </a:rPr>
                <a:t>……………………..</a:t>
              </a:r>
            </a:p>
          </p:txBody>
        </p:sp>
        <p:sp>
          <p:nvSpPr>
            <p:cNvPr id="22" name="TextBox 8">
              <a:extLst>
                <a:ext uri="{FF2B5EF4-FFF2-40B4-BE49-F238E27FC236}">
                  <a16:creationId xmlns:a16="http://schemas.microsoft.com/office/drawing/2014/main" id="{63B989F6-9A2F-064B-A0D7-BF8ECA3B84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08125" y="524250"/>
              <a:ext cx="2811424" cy="11695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spatial coding example: </a:t>
              </a: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instead of sending</a:t>
              </a: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 N </a:t>
              </a: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values of same color (all purple), send only two values: color  value (</a:t>
              </a: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purple)  and number of repeated values (</a:t>
              </a: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N)</a:t>
              </a:r>
            </a:p>
          </p:txBody>
        </p:sp>
        <p:sp>
          <p:nvSpPr>
            <p:cNvPr id="23" name="TextBox 13">
              <a:extLst>
                <a:ext uri="{FF2B5EF4-FFF2-40B4-BE49-F238E27FC236}">
                  <a16:creationId xmlns:a16="http://schemas.microsoft.com/office/drawing/2014/main" id="{0DD140F0-90AD-754F-A1E7-CA495B44B40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54771" y="1885160"/>
              <a:ext cx="1803448" cy="36930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 Narrow" panose="020B0604020202020204" pitchFamily="34" charset="0"/>
                  <a:ea typeface="ＭＳ Ｐゴシック" panose="020B0600070205080204" pitchFamily="34" charset="-128"/>
                  <a:cs typeface="+mn-cs"/>
                </a:rPr>
                <a:t>……………….…….</a:t>
              </a:r>
            </a:p>
          </p:txBody>
        </p:sp>
        <p:cxnSp>
          <p:nvCxnSpPr>
            <p:cNvPr id="24" name="Straight Connector 10">
              <a:extLst>
                <a:ext uri="{FF2B5EF4-FFF2-40B4-BE49-F238E27FC236}">
                  <a16:creationId xmlns:a16="http://schemas.microsoft.com/office/drawing/2014/main" id="{5678A114-1893-1B47-8BF5-FA9D37D271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5565603" y="756253"/>
              <a:ext cx="313958" cy="1155782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sp>
        <p:nvSpPr>
          <p:cNvPr id="16" name="TextBox 17">
            <a:extLst>
              <a:ext uri="{FF2B5EF4-FFF2-40B4-BE49-F238E27FC236}">
                <a16:creationId xmlns:a16="http://schemas.microsoft.com/office/drawing/2014/main" id="{F235BCD2-CAC3-414C-B96D-3CE715DE671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07517" y="3922158"/>
            <a:ext cx="933284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frame</a:t>
            </a: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</a:t>
            </a:r>
          </a:p>
        </p:txBody>
      </p:sp>
      <p:sp>
        <p:nvSpPr>
          <p:cNvPr id="17" name="TextBox 23">
            <a:extLst>
              <a:ext uri="{FF2B5EF4-FFF2-40B4-BE49-F238E27FC236}">
                <a16:creationId xmlns:a16="http://schemas.microsoft.com/office/drawing/2014/main" id="{478FF525-6EF9-2D42-9776-10197504274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435347" y="5878584"/>
            <a:ext cx="11967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frame</a:t>
            </a:r>
            <a:r>
              <a:rPr kumimoji="0" lang="en-US" altLang="en-US" sz="18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 i+1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A6970339-7C15-1D44-9D1C-0D1C2D58B670}"/>
              </a:ext>
            </a:extLst>
          </p:cNvPr>
          <p:cNvGrpSpPr/>
          <p:nvPr/>
        </p:nvGrpSpPr>
        <p:grpSpPr>
          <a:xfrm>
            <a:off x="6722609" y="4288938"/>
            <a:ext cx="2646470" cy="2006293"/>
            <a:chOff x="6722609" y="4288938"/>
            <a:chExt cx="2646470" cy="2006293"/>
          </a:xfrm>
        </p:grpSpPr>
        <p:sp>
          <p:nvSpPr>
            <p:cNvPr id="18" name="TextBox 26">
              <a:extLst>
                <a:ext uri="{FF2B5EF4-FFF2-40B4-BE49-F238E27FC236}">
                  <a16:creationId xmlns:a16="http://schemas.microsoft.com/office/drawing/2014/main" id="{168CFF8A-2A4E-1B4B-9CAC-8B43C91BF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722609" y="5125243"/>
              <a:ext cx="2277657" cy="1169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temporal coding example: </a:t>
              </a: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instead of sending complete frame at i+1, send only differences from frame i</a:t>
              </a:r>
            </a:p>
          </p:txBody>
        </p:sp>
        <p:cxnSp>
          <p:nvCxnSpPr>
            <p:cNvPr id="19" name="Straight Connector 28">
              <a:extLst>
                <a:ext uri="{FF2B5EF4-FFF2-40B4-BE49-F238E27FC236}">
                  <a16:creationId xmlns:a16="http://schemas.microsoft.com/office/drawing/2014/main" id="{445534AE-2E68-BD45-8A38-E71043EB22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356199" y="4288938"/>
              <a:ext cx="1012880" cy="1783949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</p:grpSp>
      <p:pic>
        <p:nvPicPr>
          <p:cNvPr id="20" name="Picture 4">
            <a:extLst>
              <a:ext uri="{FF2B5EF4-FFF2-40B4-BE49-F238E27FC236}">
                <a16:creationId xmlns:a16="http://schemas.microsoft.com/office/drawing/2014/main" id="{51B74521-834E-524B-AAD9-D92F3C5683F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496363" y="4074213"/>
            <a:ext cx="1642671" cy="18605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" name="Slide Number Placeholder 2">
            <a:extLst>
              <a:ext uri="{FF2B5EF4-FFF2-40B4-BE49-F238E27FC236}">
                <a16:creationId xmlns:a16="http://schemas.microsoft.com/office/drawing/2014/main" id="{6403B6E8-FB16-964A-85D2-C2E978C0F6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49731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1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Multimedia: video</a:t>
            </a:r>
          </a:p>
        </p:txBody>
      </p:sp>
      <p:grpSp>
        <p:nvGrpSpPr>
          <p:cNvPr id="13" name="Group 18">
            <a:extLst>
              <a:ext uri="{FF2B5EF4-FFF2-40B4-BE49-F238E27FC236}">
                <a16:creationId xmlns:a16="http://schemas.microsoft.com/office/drawing/2014/main" id="{98FBBA2F-969E-0D47-BE6F-DB3DDC40CD64}"/>
              </a:ext>
            </a:extLst>
          </p:cNvPr>
          <p:cNvGrpSpPr>
            <a:grpSpLocks/>
          </p:cNvGrpSpPr>
          <p:nvPr/>
        </p:nvGrpSpPr>
        <p:grpSpPr bwMode="auto">
          <a:xfrm>
            <a:off x="6722609" y="562768"/>
            <a:ext cx="4416425" cy="5732463"/>
            <a:chOff x="4338638" y="295275"/>
            <a:chExt cx="4417210" cy="5732463"/>
          </a:xfrm>
        </p:grpSpPr>
        <p:pic>
          <p:nvPicPr>
            <p:cNvPr id="14" name="Picture 4">
              <a:extLst>
                <a:ext uri="{FF2B5EF4-FFF2-40B4-BE49-F238E27FC236}">
                  <a16:creationId xmlns:a16="http://schemas.microsoft.com/office/drawing/2014/main" id="{D85E706C-FCF7-AC4A-9E47-5DFF51091E6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87975" y="1749425"/>
              <a:ext cx="1642963" cy="1860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5" name="Group 15">
              <a:extLst>
                <a:ext uri="{FF2B5EF4-FFF2-40B4-BE49-F238E27FC236}">
                  <a16:creationId xmlns:a16="http://schemas.microsoft.com/office/drawing/2014/main" id="{2AFDBD94-0A0F-514F-85AA-B38C47FEB64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345113" y="295275"/>
              <a:ext cx="3275012" cy="1730347"/>
              <a:chOff x="5345311" y="524250"/>
              <a:chExt cx="3274238" cy="1730214"/>
            </a:xfrm>
          </p:grpSpPr>
          <p:sp>
            <p:nvSpPr>
              <p:cNvPr id="21" name="TextBox 5">
                <a:extLst>
                  <a:ext uri="{FF2B5EF4-FFF2-40B4-BE49-F238E27FC236}">
                    <a16:creationId xmlns:a16="http://schemas.microsoft.com/office/drawing/2014/main" id="{C3AFF6B0-484E-4A4F-A21E-6EFE008958B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45311" y="1789936"/>
                <a:ext cx="1856071" cy="369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……………………..</a:t>
                </a:r>
              </a:p>
            </p:txBody>
          </p:sp>
          <p:sp>
            <p:nvSpPr>
              <p:cNvPr id="22" name="TextBox 8">
                <a:extLst>
                  <a:ext uri="{FF2B5EF4-FFF2-40B4-BE49-F238E27FC236}">
                    <a16:creationId xmlns:a16="http://schemas.microsoft.com/office/drawing/2014/main" id="{63B989F6-9A2F-064B-A0D7-BF8ECA3B842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808125" y="524250"/>
                <a:ext cx="2811424" cy="1169551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1" u="none" strike="noStrike" kern="120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spatial coding example: </a:t>
                </a: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instead of sending</a:t>
                </a:r>
                <a:r>
                  <a:rPr kumimoji="0" lang="en-US" altLang="en-US" sz="14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 N </a:t>
                </a: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values of same color (all purple), send only two values: color  value (</a:t>
                </a:r>
                <a:r>
                  <a:rPr kumimoji="0" lang="en-US" altLang="en-US" sz="1400" b="0" i="1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purple)  and number of repeated values (</a:t>
                </a: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 panose="020B0604020202020204" pitchFamily="34" charset="0"/>
                  </a:rPr>
                  <a:t>N)</a:t>
                </a:r>
              </a:p>
            </p:txBody>
          </p:sp>
          <p:sp>
            <p:nvSpPr>
              <p:cNvPr id="23" name="TextBox 13">
                <a:extLst>
                  <a:ext uri="{FF2B5EF4-FFF2-40B4-BE49-F238E27FC236}">
                    <a16:creationId xmlns:a16="http://schemas.microsoft.com/office/drawing/2014/main" id="{0DD140F0-90AD-754F-A1E7-CA495B44B40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354771" y="1885160"/>
                <a:ext cx="1803448" cy="36930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 Narrow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……………….…….</a:t>
                </a:r>
              </a:p>
            </p:txBody>
          </p:sp>
          <p:cxnSp>
            <p:nvCxnSpPr>
              <p:cNvPr id="24" name="Straight Connector 10">
                <a:extLst>
                  <a:ext uri="{FF2B5EF4-FFF2-40B4-BE49-F238E27FC236}">
                    <a16:creationId xmlns:a16="http://schemas.microsoft.com/office/drawing/2014/main" id="{5678A114-1893-1B47-8BF5-FA9D37D271C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>
                <a:off x="5565603" y="756253"/>
                <a:ext cx="313958" cy="1155782"/>
              </a:xfrm>
              <a:prstGeom prst="line">
                <a:avLst/>
              </a:prstGeom>
              <a:noFill/>
              <a:ln w="9525">
                <a:solidFill>
                  <a:srgbClr val="CC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sp>
          <p:nvSpPr>
            <p:cNvPr id="16" name="TextBox 17">
              <a:extLst>
                <a:ext uri="{FF2B5EF4-FFF2-40B4-BE49-F238E27FC236}">
                  <a16:creationId xmlns:a16="http://schemas.microsoft.com/office/drawing/2014/main" id="{F235BCD2-CAC3-414C-B96D-3CE715DE671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323721" y="3654665"/>
              <a:ext cx="933450" cy="3683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frame</a:t>
              </a: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 i</a:t>
              </a:r>
            </a:p>
          </p:txBody>
        </p:sp>
        <p:sp>
          <p:nvSpPr>
            <p:cNvPr id="17" name="TextBox 23">
              <a:extLst>
                <a:ext uri="{FF2B5EF4-FFF2-40B4-BE49-F238E27FC236}">
                  <a16:creationId xmlns:a16="http://schemas.microsoft.com/office/drawing/2014/main" id="{478FF525-6EF9-2D42-9776-10197504274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51858" y="5611091"/>
              <a:ext cx="1196975" cy="3698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frame</a:t>
              </a:r>
              <a:r>
                <a:rPr kumimoji="0" lang="en-US" altLang="en-US" sz="1800" b="0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 i+1</a:t>
              </a:r>
            </a:p>
          </p:txBody>
        </p:sp>
        <p:sp>
          <p:nvSpPr>
            <p:cNvPr id="18" name="TextBox 26">
              <a:extLst>
                <a:ext uri="{FF2B5EF4-FFF2-40B4-BE49-F238E27FC236}">
                  <a16:creationId xmlns:a16="http://schemas.microsoft.com/office/drawing/2014/main" id="{168CFF8A-2A4E-1B4B-9CAC-8B43C91BFA2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338638" y="4857750"/>
              <a:ext cx="2278062" cy="11699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1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temporal coding example: </a:t>
              </a: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 panose="020B0604020202020204" pitchFamily="34" charset="0"/>
                </a:rPr>
                <a:t>instead of sending complete frame at i+1, send only differences from frame i</a:t>
              </a:r>
            </a:p>
          </p:txBody>
        </p:sp>
        <p:cxnSp>
          <p:nvCxnSpPr>
            <p:cNvPr id="19" name="Straight Connector 28">
              <a:extLst>
                <a:ext uri="{FF2B5EF4-FFF2-40B4-BE49-F238E27FC236}">
                  <a16:creationId xmlns:a16="http://schemas.microsoft.com/office/drawing/2014/main" id="{445534AE-2E68-BD45-8A38-E71043EB228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5972518" y="4021445"/>
              <a:ext cx="1013060" cy="1783949"/>
            </a:xfrm>
            <a:prstGeom prst="line">
              <a:avLst/>
            </a:prstGeom>
            <a:noFill/>
            <a:ln w="9525">
              <a:solidFill>
                <a:srgbClr val="CC0000"/>
              </a:solidFill>
              <a:round/>
              <a:headEnd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cxnSp>
        <p:pic>
          <p:nvPicPr>
            <p:cNvPr id="20" name="Picture 4">
              <a:extLst>
                <a:ext uri="{FF2B5EF4-FFF2-40B4-BE49-F238E27FC236}">
                  <a16:creationId xmlns:a16="http://schemas.microsoft.com/office/drawing/2014/main" id="{51B74521-834E-524B-AAD9-D92F3C5683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12885" y="3806720"/>
              <a:ext cx="1642963" cy="186057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5" name="Rectangle 4">
            <a:extLst>
              <a:ext uri="{FF2B5EF4-FFF2-40B4-BE49-F238E27FC236}">
                <a16:creationId xmlns:a16="http://schemas.microsoft.com/office/drawing/2014/main" id="{8C8D6FF8-065E-9B45-9C85-04117FC6D7D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33466" y="1458684"/>
            <a:ext cx="5254061" cy="4908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1800">
                <a:solidFill>
                  <a:schemeClr val="tx1"/>
                </a:solidFill>
                <a:latin typeface="Times New Roman" pitchFamily="-109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Gill Sans MT"/>
              </a:rPr>
              <a:t>CBR: (constant bit rate):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Gill Sans MT"/>
              </a:rPr>
              <a:t>video encoding rate fixed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Gill Sans MT"/>
              </a:rPr>
              <a:t>VBR:  (variable bit rate):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Gill Sans MT"/>
              </a:rPr>
              <a:t>video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Gill Sans MT"/>
              </a:rPr>
              <a:t>encoding rate changes as amount of spatial, temporal coding changes </a:t>
            </a: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Gill Sans MT"/>
              </a:rPr>
              <a:t>examples: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Gill Sans MT"/>
              </a:rPr>
              <a:t>MPEG 1 (CD-ROM) 1.5 Mbps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Gill Sans MT"/>
              </a:rPr>
              <a:t>MPEG2 (DVD) 3-6 Mbps</a:t>
            </a:r>
          </a:p>
          <a:p>
            <a:pPr marL="742950" marR="0" lvl="1" indent="-28575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Gill Sans MT"/>
              </a:rPr>
              <a:t>MPEG4 (often used in Internet,  64Kbps – 12 Mbps)</a:t>
            </a:r>
          </a:p>
        </p:txBody>
      </p:sp>
      <p:sp>
        <p:nvSpPr>
          <p:cNvPr id="26" name="Slide Number Placeholder 2">
            <a:extLst>
              <a:ext uri="{FF2B5EF4-FFF2-40B4-BE49-F238E27FC236}">
                <a16:creationId xmlns:a16="http://schemas.microsoft.com/office/drawing/2014/main" id="{410CB071-0A91-C647-A7D5-67DAB10B43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33190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2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013BA9B-C174-AD4D-AD19-58B7018D28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7142" y="4099627"/>
            <a:ext cx="10923837" cy="2543879"/>
          </a:xfrm>
        </p:spPr>
        <p:txBody>
          <a:bodyPr>
            <a:normAutofit lnSpcReduction="10000"/>
          </a:bodyPr>
          <a:lstStyle/>
          <a:p>
            <a:pPr marL="15875" indent="0">
              <a:buNone/>
            </a:pPr>
            <a:r>
              <a:rPr lang="en-US" sz="3000" dirty="0"/>
              <a:t>Main challenges: </a:t>
            </a:r>
          </a:p>
          <a:p>
            <a:pPr marL="471488" indent="-293688"/>
            <a:r>
              <a:rPr lang="en-US" dirty="0"/>
              <a:t>server-to-client bandwidth will </a:t>
            </a:r>
            <a:r>
              <a:rPr lang="en-US" i="1" dirty="0">
                <a:solidFill>
                  <a:srgbClr val="C00000"/>
                </a:solidFill>
              </a:rPr>
              <a:t>vary</a:t>
            </a:r>
            <a:r>
              <a:rPr lang="en-US" dirty="0"/>
              <a:t> over time, with changing network congestion levels (in house, access network, network core, video server)</a:t>
            </a:r>
          </a:p>
          <a:p>
            <a:pPr marL="471488" indent="-293688"/>
            <a:r>
              <a:rPr lang="en-US" dirty="0"/>
              <a:t>packet loss, delay due to congestion will delay playout, or result in poor video quality</a:t>
            </a:r>
          </a:p>
        </p:txBody>
      </p: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Streaming stored </a:t>
            </a:r>
            <a:r>
              <a:rPr lang="en-US" altLang="en-US" dirty="0">
                <a:ea typeface="ＭＳ Ｐゴシック" panose="020B0600070205080204" pitchFamily="34" charset="-128"/>
              </a:rPr>
              <a:t>v</a:t>
            </a:r>
            <a:r>
              <a:rPr lang="en-US" altLang="en-US" sz="4400" dirty="0">
                <a:ea typeface="ＭＳ Ｐゴシック" panose="020B0600070205080204" pitchFamily="34" charset="-128"/>
              </a:rPr>
              <a:t>ideo</a:t>
            </a:r>
          </a:p>
        </p:txBody>
      </p:sp>
      <p:sp>
        <p:nvSpPr>
          <p:cNvPr id="72" name="TextBox 1">
            <a:extLst>
              <a:ext uri="{FF2B5EF4-FFF2-40B4-BE49-F238E27FC236}">
                <a16:creationId xmlns:a16="http://schemas.microsoft.com/office/drawing/2014/main" id="{4CC3C510-CDC9-9A45-BB56-DAF1C3969DC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5242" y="1331912"/>
            <a:ext cx="2749550" cy="522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simple scenario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:</a:t>
            </a:r>
          </a:p>
        </p:txBody>
      </p:sp>
      <p:sp>
        <p:nvSpPr>
          <p:cNvPr id="76" name="TextBox 64">
            <a:extLst>
              <a:ext uri="{FF2B5EF4-FFF2-40B4-BE49-F238E27FC236}">
                <a16:creationId xmlns:a16="http://schemas.microsoft.com/office/drawing/2014/main" id="{E7D816E0-AEC6-6141-B74F-CA3A687B8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23341" y="3132138"/>
            <a:ext cx="1652588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video server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(stored video)</a:t>
            </a:r>
            <a:endParaRPr kumimoji="0" lang="en-US" altLang="en-US" sz="18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grpSp>
        <p:nvGrpSpPr>
          <p:cNvPr id="26" name="Group 2">
            <a:extLst>
              <a:ext uri="{FF2B5EF4-FFF2-40B4-BE49-F238E27FC236}">
                <a16:creationId xmlns:a16="http://schemas.microsoft.com/office/drawing/2014/main" id="{ABD16E8C-A39C-0341-8FF0-29E0FC72AA0F}"/>
              </a:ext>
            </a:extLst>
          </p:cNvPr>
          <p:cNvGrpSpPr>
            <a:grpSpLocks/>
          </p:cNvGrpSpPr>
          <p:nvPr/>
        </p:nvGrpSpPr>
        <p:grpSpPr bwMode="auto">
          <a:xfrm>
            <a:off x="4485341" y="1757362"/>
            <a:ext cx="1815446" cy="1481575"/>
            <a:chOff x="1842724" y="2867233"/>
            <a:chExt cx="5649912" cy="3416300"/>
          </a:xfrm>
        </p:grpSpPr>
        <p:sp>
          <p:nvSpPr>
            <p:cNvPr id="27" name="AutoShape 99">
              <a:extLst>
                <a:ext uri="{FF2B5EF4-FFF2-40B4-BE49-F238E27FC236}">
                  <a16:creationId xmlns:a16="http://schemas.microsoft.com/office/drawing/2014/main" id="{5F39FB43-6F0D-8346-B384-FE3F906F5C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2724" y="2867233"/>
              <a:ext cx="5649912" cy="768350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8" name="Rectangle 87">
              <a:extLst>
                <a:ext uri="{FF2B5EF4-FFF2-40B4-BE49-F238E27FC236}">
                  <a16:creationId xmlns:a16="http://schemas.microsoft.com/office/drawing/2014/main" id="{B4A52C97-C542-D645-B17C-5AD21E358C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29" name="Group 249">
            <a:extLst>
              <a:ext uri="{FF2B5EF4-FFF2-40B4-BE49-F238E27FC236}">
                <a16:creationId xmlns:a16="http://schemas.microsoft.com/office/drawing/2014/main" id="{39ED9F48-D95A-6F4F-BDE3-A1E8105C4698}"/>
              </a:ext>
            </a:extLst>
          </p:cNvPr>
          <p:cNvGrpSpPr>
            <a:grpSpLocks/>
          </p:cNvGrpSpPr>
          <p:nvPr/>
        </p:nvGrpSpPr>
        <p:grpSpPr bwMode="auto">
          <a:xfrm>
            <a:off x="1538452" y="2381945"/>
            <a:ext cx="367460" cy="735587"/>
            <a:chOff x="4140" y="429"/>
            <a:chExt cx="1425" cy="2396"/>
          </a:xfrm>
        </p:grpSpPr>
        <p:sp>
          <p:nvSpPr>
            <p:cNvPr id="30" name="Freeform 250">
              <a:extLst>
                <a:ext uri="{FF2B5EF4-FFF2-40B4-BE49-F238E27FC236}">
                  <a16:creationId xmlns:a16="http://schemas.microsoft.com/office/drawing/2014/main" id="{76646FC7-F29F-1A45-9514-B09BE347ADB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" name="Rectangle 251">
              <a:extLst>
                <a:ext uri="{FF2B5EF4-FFF2-40B4-BE49-F238E27FC236}">
                  <a16:creationId xmlns:a16="http://schemas.microsoft.com/office/drawing/2014/main" id="{88A356D3-831C-D347-994A-F65A950894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2" name="Freeform 252">
              <a:extLst>
                <a:ext uri="{FF2B5EF4-FFF2-40B4-BE49-F238E27FC236}">
                  <a16:creationId xmlns:a16="http://schemas.microsoft.com/office/drawing/2014/main" id="{CE7B2044-F42D-C44D-8632-D955A3E6A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" name="Freeform 253">
              <a:extLst>
                <a:ext uri="{FF2B5EF4-FFF2-40B4-BE49-F238E27FC236}">
                  <a16:creationId xmlns:a16="http://schemas.microsoft.com/office/drawing/2014/main" id="{722C4379-BF5B-0445-B9AE-9F5F717C0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4" name="Rectangle 254">
              <a:extLst>
                <a:ext uri="{FF2B5EF4-FFF2-40B4-BE49-F238E27FC236}">
                  <a16:creationId xmlns:a16="http://schemas.microsoft.com/office/drawing/2014/main" id="{2C79221E-12AF-B24F-BB52-5E6E39C089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5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35" name="Group 255">
              <a:extLst>
                <a:ext uri="{FF2B5EF4-FFF2-40B4-BE49-F238E27FC236}">
                  <a16:creationId xmlns:a16="http://schemas.microsoft.com/office/drawing/2014/main" id="{BD880B28-AD46-9941-A2DF-357290A7C93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60" name="AutoShape 256">
                <a:extLst>
                  <a:ext uri="{FF2B5EF4-FFF2-40B4-BE49-F238E27FC236}">
                    <a16:creationId xmlns:a16="http://schemas.microsoft.com/office/drawing/2014/main" id="{598FB7B1-3D02-6A46-8155-0C53677AC9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1" name="AutoShape 257">
                <a:extLst>
                  <a:ext uri="{FF2B5EF4-FFF2-40B4-BE49-F238E27FC236}">
                    <a16:creationId xmlns:a16="http://schemas.microsoft.com/office/drawing/2014/main" id="{95A6D50F-AA40-5E46-82D5-85FFB86B88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36" name="Rectangle 258">
              <a:extLst>
                <a:ext uri="{FF2B5EF4-FFF2-40B4-BE49-F238E27FC236}">
                  <a16:creationId xmlns:a16="http://schemas.microsoft.com/office/drawing/2014/main" id="{3BBED6A9-E122-884A-BFCB-917467B170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20"/>
              <a:ext cx="593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37" name="Group 259">
              <a:extLst>
                <a:ext uri="{FF2B5EF4-FFF2-40B4-BE49-F238E27FC236}">
                  <a16:creationId xmlns:a16="http://schemas.microsoft.com/office/drawing/2014/main" id="{69E8B4EF-424D-7A4C-984C-DCF79BB34A7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58" name="AutoShape 260">
                <a:extLst>
                  <a:ext uri="{FF2B5EF4-FFF2-40B4-BE49-F238E27FC236}">
                    <a16:creationId xmlns:a16="http://schemas.microsoft.com/office/drawing/2014/main" id="{E3C4D787-982A-0649-9FCF-FBC6AFF8D7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9"/>
                <a:ext cx="72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9" name="AutoShape 261">
                <a:extLst>
                  <a:ext uri="{FF2B5EF4-FFF2-40B4-BE49-F238E27FC236}">
                    <a16:creationId xmlns:a16="http://schemas.microsoft.com/office/drawing/2014/main" id="{D631F2FF-3CDB-FD4A-A123-AC04BDA7B6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38" name="Rectangle 262">
              <a:extLst>
                <a:ext uri="{FF2B5EF4-FFF2-40B4-BE49-F238E27FC236}">
                  <a16:creationId xmlns:a16="http://schemas.microsoft.com/office/drawing/2014/main" id="{481E9B3A-8C3E-DF4C-AB1C-C85480804E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58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9" name="Rectangle 263">
              <a:extLst>
                <a:ext uri="{FF2B5EF4-FFF2-40B4-BE49-F238E27FC236}">
                  <a16:creationId xmlns:a16="http://schemas.microsoft.com/office/drawing/2014/main" id="{7B14BE57-C773-FD48-9B13-9F6F0BF7B2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4"/>
              <a:ext cx="599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40" name="Group 264">
              <a:extLst>
                <a:ext uri="{FF2B5EF4-FFF2-40B4-BE49-F238E27FC236}">
                  <a16:creationId xmlns:a16="http://schemas.microsoft.com/office/drawing/2014/main" id="{9DF03BCD-626B-D94B-BE2A-09BBF3DAE6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56" name="AutoShape 265">
                <a:extLst>
                  <a:ext uri="{FF2B5EF4-FFF2-40B4-BE49-F238E27FC236}">
                    <a16:creationId xmlns:a16="http://schemas.microsoft.com/office/drawing/2014/main" id="{1F479030-4D4B-E443-ABFA-C981D61926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7" name="AutoShape 266">
                <a:extLst>
                  <a:ext uri="{FF2B5EF4-FFF2-40B4-BE49-F238E27FC236}">
                    <a16:creationId xmlns:a16="http://schemas.microsoft.com/office/drawing/2014/main" id="{FB0BC1AA-3E7B-FE44-A49C-699A13366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8"/>
                <a:ext cx="693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41" name="Freeform 267">
              <a:extLst>
                <a:ext uri="{FF2B5EF4-FFF2-40B4-BE49-F238E27FC236}">
                  <a16:creationId xmlns:a16="http://schemas.microsoft.com/office/drawing/2014/main" id="{240F983A-C024-2946-A153-DCA336EE3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42" name="Group 268">
              <a:extLst>
                <a:ext uri="{FF2B5EF4-FFF2-40B4-BE49-F238E27FC236}">
                  <a16:creationId xmlns:a16="http://schemas.microsoft.com/office/drawing/2014/main" id="{AF71A7D5-DA6A-5A40-B62A-70C26F937E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54" name="AutoShape 269">
                <a:extLst>
                  <a:ext uri="{FF2B5EF4-FFF2-40B4-BE49-F238E27FC236}">
                    <a16:creationId xmlns:a16="http://schemas.microsoft.com/office/drawing/2014/main" id="{710A4673-BCCB-3C45-BADB-4394A01ED0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55" name="AutoShape 270">
                <a:extLst>
                  <a:ext uri="{FF2B5EF4-FFF2-40B4-BE49-F238E27FC236}">
                    <a16:creationId xmlns:a16="http://schemas.microsoft.com/office/drawing/2014/main" id="{36881B2D-0EAD-6843-B634-4D64F4537D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43" name="Rectangle 271">
              <a:extLst>
                <a:ext uri="{FF2B5EF4-FFF2-40B4-BE49-F238E27FC236}">
                  <a16:creationId xmlns:a16="http://schemas.microsoft.com/office/drawing/2014/main" id="{71D6C8F5-67D3-CE4E-B214-A0025B0EDF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4" name="Freeform 272">
              <a:extLst>
                <a:ext uri="{FF2B5EF4-FFF2-40B4-BE49-F238E27FC236}">
                  <a16:creationId xmlns:a16="http://schemas.microsoft.com/office/drawing/2014/main" id="{658C6ACF-A2F8-3543-AD55-FBD673207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Freeform 273">
              <a:extLst>
                <a:ext uri="{FF2B5EF4-FFF2-40B4-BE49-F238E27FC236}">
                  <a16:creationId xmlns:a16="http://schemas.microsoft.com/office/drawing/2014/main" id="{4000ABDF-9E28-2C48-9455-466517C6CF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6" name="Oval 274">
              <a:extLst>
                <a:ext uri="{FF2B5EF4-FFF2-40B4-BE49-F238E27FC236}">
                  <a16:creationId xmlns:a16="http://schemas.microsoft.com/office/drawing/2014/main" id="{20856062-F77E-B241-A4D9-A61D5EE11C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7" name="Freeform 275">
              <a:extLst>
                <a:ext uri="{FF2B5EF4-FFF2-40B4-BE49-F238E27FC236}">
                  <a16:creationId xmlns:a16="http://schemas.microsoft.com/office/drawing/2014/main" id="{2D221150-9A1E-9241-BFF6-B9E305FBB61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8" name="AutoShape 276">
              <a:extLst>
                <a:ext uri="{FF2B5EF4-FFF2-40B4-BE49-F238E27FC236}">
                  <a16:creationId xmlns:a16="http://schemas.microsoft.com/office/drawing/2014/main" id="{ED49DD6F-7587-3A47-9598-505CAEC071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3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49" name="AutoShape 277">
              <a:extLst>
                <a:ext uri="{FF2B5EF4-FFF2-40B4-BE49-F238E27FC236}">
                  <a16:creationId xmlns:a16="http://schemas.microsoft.com/office/drawing/2014/main" id="{4D6E82C4-7463-5243-A940-AEED3C72BB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5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0" name="Oval 278">
              <a:extLst>
                <a:ext uri="{FF2B5EF4-FFF2-40B4-BE49-F238E27FC236}">
                  <a16:creationId xmlns:a16="http://schemas.microsoft.com/office/drawing/2014/main" id="{899B1CB5-B227-724F-9170-358019617B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1" name="Oval 279">
              <a:extLst>
                <a:ext uri="{FF2B5EF4-FFF2-40B4-BE49-F238E27FC236}">
                  <a16:creationId xmlns:a16="http://schemas.microsoft.com/office/drawing/2014/main" id="{C8289CCE-CFB0-374C-96C9-F65B1BC1AE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2" name="Oval 280">
              <a:extLst>
                <a:ext uri="{FF2B5EF4-FFF2-40B4-BE49-F238E27FC236}">
                  <a16:creationId xmlns:a16="http://schemas.microsoft.com/office/drawing/2014/main" id="{4587FD07-E1CE-7141-A608-1A7A09854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53" name="Rectangle 281">
              <a:extLst>
                <a:ext uri="{FF2B5EF4-FFF2-40B4-BE49-F238E27FC236}">
                  <a16:creationId xmlns:a16="http://schemas.microsoft.com/office/drawing/2014/main" id="{D5AE84CC-F42F-2C44-82F4-7AE6F437189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62" name="Group 134">
            <a:extLst>
              <a:ext uri="{FF2B5EF4-FFF2-40B4-BE49-F238E27FC236}">
                <a16:creationId xmlns:a16="http://schemas.microsoft.com/office/drawing/2014/main" id="{261DAB2A-DE55-0E45-811B-AB29DEB3F9C5}"/>
              </a:ext>
            </a:extLst>
          </p:cNvPr>
          <p:cNvGrpSpPr>
            <a:grpSpLocks/>
          </p:cNvGrpSpPr>
          <p:nvPr/>
        </p:nvGrpSpPr>
        <p:grpSpPr bwMode="auto">
          <a:xfrm>
            <a:off x="1170991" y="2037185"/>
            <a:ext cx="1102382" cy="340302"/>
            <a:chOff x="3621" y="3265"/>
            <a:chExt cx="1776" cy="744"/>
          </a:xfrm>
        </p:grpSpPr>
        <p:pic>
          <p:nvPicPr>
            <p:cNvPr id="63" name="Picture 135" descr="reellogo">
              <a:extLst>
                <a:ext uri="{FF2B5EF4-FFF2-40B4-BE49-F238E27FC236}">
                  <a16:creationId xmlns:a16="http://schemas.microsoft.com/office/drawing/2014/main" id="{086D2B7E-1DCC-AB4D-9969-323F964B3E1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1" y="3265"/>
              <a:ext cx="1776" cy="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64" name="Freeform 136">
              <a:extLst>
                <a:ext uri="{FF2B5EF4-FFF2-40B4-BE49-F238E27FC236}">
                  <a16:creationId xmlns:a16="http://schemas.microsoft.com/office/drawing/2014/main" id="{488D2B7B-AD72-6A4E-98F1-F409AF553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3288"/>
              <a:ext cx="1402" cy="439"/>
            </a:xfrm>
            <a:custGeom>
              <a:avLst/>
              <a:gdLst>
                <a:gd name="T0" fmla="*/ 0 w 1401"/>
                <a:gd name="T1" fmla="*/ 6 h 438"/>
                <a:gd name="T2" fmla="*/ 27 w 1401"/>
                <a:gd name="T3" fmla="*/ 385 h 438"/>
                <a:gd name="T4" fmla="*/ 114 w 1401"/>
                <a:gd name="T5" fmla="*/ 382 h 438"/>
                <a:gd name="T6" fmla="*/ 132 w 1401"/>
                <a:gd name="T7" fmla="*/ 358 h 438"/>
                <a:gd name="T8" fmla="*/ 210 w 1401"/>
                <a:gd name="T9" fmla="*/ 403 h 438"/>
                <a:gd name="T10" fmla="*/ 450 w 1401"/>
                <a:gd name="T11" fmla="*/ 385 h 438"/>
                <a:gd name="T12" fmla="*/ 486 w 1401"/>
                <a:gd name="T13" fmla="*/ 394 h 438"/>
                <a:gd name="T14" fmla="*/ 690 w 1401"/>
                <a:gd name="T15" fmla="*/ 418 h 438"/>
                <a:gd name="T16" fmla="*/ 1075 w 1401"/>
                <a:gd name="T17" fmla="*/ 439 h 438"/>
                <a:gd name="T18" fmla="*/ 1402 w 1401"/>
                <a:gd name="T19" fmla="*/ 421 h 438"/>
                <a:gd name="T20" fmla="*/ 1393 w 1401"/>
                <a:gd name="T21" fmla="*/ 165 h 438"/>
                <a:gd name="T22" fmla="*/ 291 w 1401"/>
                <a:gd name="T23" fmla="*/ 0 h 438"/>
                <a:gd name="T24" fmla="*/ 0 w 1401"/>
                <a:gd name="T25" fmla="*/ 6 h 4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01" h="438">
                  <a:moveTo>
                    <a:pt x="0" y="6"/>
                  </a:moveTo>
                  <a:lnTo>
                    <a:pt x="27" y="384"/>
                  </a:lnTo>
                  <a:lnTo>
                    <a:pt x="114" y="381"/>
                  </a:lnTo>
                  <a:lnTo>
                    <a:pt x="132" y="357"/>
                  </a:lnTo>
                  <a:lnTo>
                    <a:pt x="210" y="402"/>
                  </a:lnTo>
                  <a:lnTo>
                    <a:pt x="450" y="384"/>
                  </a:lnTo>
                  <a:lnTo>
                    <a:pt x="486" y="393"/>
                  </a:lnTo>
                  <a:lnTo>
                    <a:pt x="690" y="417"/>
                  </a:lnTo>
                  <a:lnTo>
                    <a:pt x="1074" y="438"/>
                  </a:lnTo>
                  <a:lnTo>
                    <a:pt x="1401" y="420"/>
                  </a:lnTo>
                  <a:lnTo>
                    <a:pt x="1392" y="165"/>
                  </a:lnTo>
                  <a:lnTo>
                    <a:pt x="291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5" name="Freeform 137">
              <a:extLst>
                <a:ext uri="{FF2B5EF4-FFF2-40B4-BE49-F238E27FC236}">
                  <a16:creationId xmlns:a16="http://schemas.microsoft.com/office/drawing/2014/main" id="{5940D471-4A2E-EC49-9A0A-534664113F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3860"/>
              <a:ext cx="999" cy="120"/>
            </a:xfrm>
            <a:custGeom>
              <a:avLst/>
              <a:gdLst>
                <a:gd name="T0" fmla="*/ 0 w 999"/>
                <a:gd name="T1" fmla="*/ 6 h 123"/>
                <a:gd name="T2" fmla="*/ 717 w 999"/>
                <a:gd name="T3" fmla="*/ 12 h 123"/>
                <a:gd name="T4" fmla="*/ 744 w 999"/>
                <a:gd name="T5" fmla="*/ 35 h 123"/>
                <a:gd name="T6" fmla="*/ 801 w 999"/>
                <a:gd name="T7" fmla="*/ 41 h 123"/>
                <a:gd name="T8" fmla="*/ 876 w 999"/>
                <a:gd name="T9" fmla="*/ 6 h 123"/>
                <a:gd name="T10" fmla="*/ 933 w 999"/>
                <a:gd name="T11" fmla="*/ 0 h 123"/>
                <a:gd name="T12" fmla="*/ 981 w 999"/>
                <a:gd name="T13" fmla="*/ 15 h 123"/>
                <a:gd name="T14" fmla="*/ 999 w 999"/>
                <a:gd name="T15" fmla="*/ 50 h 123"/>
                <a:gd name="T16" fmla="*/ 987 w 999"/>
                <a:gd name="T17" fmla="*/ 120 h 123"/>
                <a:gd name="T18" fmla="*/ 18 w 999"/>
                <a:gd name="T19" fmla="*/ 117 h 123"/>
                <a:gd name="T20" fmla="*/ 0 w 999"/>
                <a:gd name="T21" fmla="*/ 6 h 12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99" h="123">
                  <a:moveTo>
                    <a:pt x="0" y="6"/>
                  </a:moveTo>
                  <a:lnTo>
                    <a:pt x="717" y="12"/>
                  </a:lnTo>
                  <a:lnTo>
                    <a:pt x="744" y="36"/>
                  </a:lnTo>
                  <a:lnTo>
                    <a:pt x="801" y="42"/>
                  </a:lnTo>
                  <a:lnTo>
                    <a:pt x="876" y="6"/>
                  </a:lnTo>
                  <a:lnTo>
                    <a:pt x="933" y="0"/>
                  </a:lnTo>
                  <a:lnTo>
                    <a:pt x="981" y="15"/>
                  </a:lnTo>
                  <a:lnTo>
                    <a:pt x="999" y="51"/>
                  </a:lnTo>
                  <a:lnTo>
                    <a:pt x="987" y="123"/>
                  </a:lnTo>
                  <a:lnTo>
                    <a:pt x="18" y="12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7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pic>
          <p:nvPicPr>
            <p:cNvPr id="66" name="Picture 138" descr="video1">
              <a:extLst>
                <a:ext uri="{FF2B5EF4-FFF2-40B4-BE49-F238E27FC236}">
                  <a16:creationId xmlns:a16="http://schemas.microsoft.com/office/drawing/2014/main" id="{B2DF913B-0088-D047-8E12-A578FC3D38A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3" y="3400"/>
              <a:ext cx="889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grpSp>
        <p:nvGrpSpPr>
          <p:cNvPr id="67" name="Group 349">
            <a:extLst>
              <a:ext uri="{FF2B5EF4-FFF2-40B4-BE49-F238E27FC236}">
                <a16:creationId xmlns:a16="http://schemas.microsoft.com/office/drawing/2014/main" id="{A8D2D0E4-8A9D-5F41-B48D-FC769689ADFF}"/>
              </a:ext>
            </a:extLst>
          </p:cNvPr>
          <p:cNvGrpSpPr>
            <a:grpSpLocks/>
          </p:cNvGrpSpPr>
          <p:nvPr/>
        </p:nvGrpSpPr>
        <p:grpSpPr bwMode="auto">
          <a:xfrm>
            <a:off x="5138301" y="2487004"/>
            <a:ext cx="583292" cy="621162"/>
            <a:chOff x="4437" y="1472"/>
            <a:chExt cx="427" cy="418"/>
          </a:xfrm>
        </p:grpSpPr>
        <p:sp>
          <p:nvSpPr>
            <p:cNvPr id="68" name="Rectangle 350">
              <a:extLst>
                <a:ext uri="{FF2B5EF4-FFF2-40B4-BE49-F238E27FC236}">
                  <a16:creationId xmlns:a16="http://schemas.microsoft.com/office/drawing/2014/main" id="{7C696386-B7C3-484A-867B-0D97C3E295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3" y="1475"/>
              <a:ext cx="421" cy="361"/>
            </a:xfrm>
            <a:prstGeom prst="rect">
              <a:avLst/>
            </a:pr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5000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9050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69" name="Rectangle 351">
              <a:extLst>
                <a:ext uri="{FF2B5EF4-FFF2-40B4-BE49-F238E27FC236}">
                  <a16:creationId xmlns:a16="http://schemas.microsoft.com/office/drawing/2014/main" id="{80E64DF2-CAD9-D44B-A4E7-34F5E1C092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70" name="Rectangle 352">
              <a:extLst>
                <a:ext uri="{FF2B5EF4-FFF2-40B4-BE49-F238E27FC236}">
                  <a16:creationId xmlns:a16="http://schemas.microsoft.com/office/drawing/2014/main" id="{1D8E5D70-F00A-BE4D-BC86-BB934A0697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1866"/>
              <a:ext cx="414" cy="24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71" name="Rectangle 353">
              <a:extLst>
                <a:ext uri="{FF2B5EF4-FFF2-40B4-BE49-F238E27FC236}">
                  <a16:creationId xmlns:a16="http://schemas.microsoft.com/office/drawing/2014/main" id="{7D6F4F20-44DD-6543-9079-83C96AAAE6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1472"/>
              <a:ext cx="423" cy="356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</p:grpSp>
      <p:sp>
        <p:nvSpPr>
          <p:cNvPr id="73" name="Freeform 1287">
            <a:extLst>
              <a:ext uri="{FF2B5EF4-FFF2-40B4-BE49-F238E27FC236}">
                <a16:creationId xmlns:a16="http://schemas.microsoft.com/office/drawing/2014/main" id="{BE3F4D34-D002-FF47-ADC9-CAFBBDBBD046}"/>
              </a:ext>
            </a:extLst>
          </p:cNvPr>
          <p:cNvSpPr>
            <a:spLocks/>
          </p:cNvSpPr>
          <p:nvPr/>
        </p:nvSpPr>
        <p:spPr bwMode="auto">
          <a:xfrm>
            <a:off x="2405877" y="2063933"/>
            <a:ext cx="1997127" cy="1150190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74" name="Straight Connector 45">
            <a:extLst>
              <a:ext uri="{FF2B5EF4-FFF2-40B4-BE49-F238E27FC236}">
                <a16:creationId xmlns:a16="http://schemas.microsoft.com/office/drawing/2014/main" id="{8A8560CF-513B-B545-88A5-17807275F8B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97155" y="2592961"/>
            <a:ext cx="1068231" cy="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cxnSp>
        <p:nvCxnSpPr>
          <p:cNvPr id="75" name="Straight Connector 46">
            <a:extLst>
              <a:ext uri="{FF2B5EF4-FFF2-40B4-BE49-F238E27FC236}">
                <a16:creationId xmlns:a16="http://schemas.microsoft.com/office/drawing/2014/main" id="{49DD2A4D-3F1C-7743-9C44-C80C99333AC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827908" y="2621196"/>
            <a:ext cx="1044130" cy="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77" name="TextBox 64">
            <a:extLst>
              <a:ext uri="{FF2B5EF4-FFF2-40B4-BE49-F238E27FC236}">
                <a16:creationId xmlns:a16="http://schemas.microsoft.com/office/drawing/2014/main" id="{7B2A481B-313E-CB4A-BBF3-C6B1CD4E98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065901" y="3249340"/>
            <a:ext cx="659790" cy="34476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client</a:t>
            </a:r>
            <a:endParaRPr kumimoji="0" lang="en-US" altLang="en-US" sz="1800" b="0" i="1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8" name="TextBox 64">
            <a:extLst>
              <a:ext uri="{FF2B5EF4-FFF2-40B4-BE49-F238E27FC236}">
                <a16:creationId xmlns:a16="http://schemas.microsoft.com/office/drawing/2014/main" id="{8EF78B8E-FFDC-3842-BA26-33E096491BB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68679" y="2839643"/>
            <a:ext cx="790928" cy="3165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Internet</a:t>
            </a:r>
            <a:endParaRPr kumimoji="0" lang="en-US" altLang="en-US" sz="1800" b="0" i="1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9" name="Slide Number Placeholder 2">
            <a:extLst>
              <a:ext uri="{FF2B5EF4-FFF2-40B4-BE49-F238E27FC236}">
                <a16:creationId xmlns:a16="http://schemas.microsoft.com/office/drawing/2014/main" id="{E59B6253-15F0-6B43-92F4-CFCEFA7140A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47717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Streaming stored </a:t>
            </a:r>
            <a:r>
              <a:rPr lang="en-US" altLang="en-US" dirty="0">
                <a:ea typeface="ＭＳ Ｐゴシック" panose="020B0600070205080204" pitchFamily="34" charset="-128"/>
              </a:rPr>
              <a:t>v</a:t>
            </a:r>
            <a:r>
              <a:rPr lang="en-US" altLang="en-US" sz="4400" dirty="0">
                <a:ea typeface="ＭＳ Ｐゴシック" panose="020B0600070205080204" pitchFamily="34" charset="-128"/>
              </a:rPr>
              <a:t>ideo</a:t>
            </a:r>
          </a:p>
        </p:txBody>
      </p:sp>
      <p:grpSp>
        <p:nvGrpSpPr>
          <p:cNvPr id="266" name="Group 249">
            <a:extLst>
              <a:ext uri="{FF2B5EF4-FFF2-40B4-BE49-F238E27FC236}">
                <a16:creationId xmlns:a16="http://schemas.microsoft.com/office/drawing/2014/main" id="{AEF99E4D-FC62-9E44-84B6-19BBBFEFF1DB}"/>
              </a:ext>
            </a:extLst>
          </p:cNvPr>
          <p:cNvGrpSpPr>
            <a:grpSpLocks/>
          </p:cNvGrpSpPr>
          <p:nvPr/>
        </p:nvGrpSpPr>
        <p:grpSpPr bwMode="auto">
          <a:xfrm>
            <a:off x="3788806" y="4809551"/>
            <a:ext cx="427037" cy="785812"/>
            <a:chOff x="4140" y="429"/>
            <a:chExt cx="1425" cy="2396"/>
          </a:xfrm>
        </p:grpSpPr>
        <p:sp>
          <p:nvSpPr>
            <p:cNvPr id="267" name="Freeform 250">
              <a:extLst>
                <a:ext uri="{FF2B5EF4-FFF2-40B4-BE49-F238E27FC236}">
                  <a16:creationId xmlns:a16="http://schemas.microsoft.com/office/drawing/2014/main" id="{152BA2F1-00EA-F348-896B-A5C53F1E6F4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6 w 354"/>
                <a:gd name="T1" fmla="*/ 0 h 2742"/>
                <a:gd name="T2" fmla="*/ 145 w 354"/>
                <a:gd name="T3" fmla="*/ 164 h 2742"/>
                <a:gd name="T4" fmla="*/ 142 w 354"/>
                <a:gd name="T5" fmla="*/ 1268 h 2742"/>
                <a:gd name="T6" fmla="*/ 0 w 354"/>
                <a:gd name="T7" fmla="*/ 1325 h 2742"/>
                <a:gd name="T8" fmla="*/ 26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8" name="Rectangle 251">
              <a:extLst>
                <a:ext uri="{FF2B5EF4-FFF2-40B4-BE49-F238E27FC236}">
                  <a16:creationId xmlns:a16="http://schemas.microsoft.com/office/drawing/2014/main" id="{300E6F11-612F-A14C-87F7-A8851BB4FE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endParaRPr>
            </a:p>
          </p:txBody>
        </p:sp>
        <p:sp>
          <p:nvSpPr>
            <p:cNvPr id="269" name="Freeform 252">
              <a:extLst>
                <a:ext uri="{FF2B5EF4-FFF2-40B4-BE49-F238E27FC236}">
                  <a16:creationId xmlns:a16="http://schemas.microsoft.com/office/drawing/2014/main" id="{826227F8-DADF-1E4A-9A6E-834CD4D3F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3 w 211"/>
                <a:gd name="T1" fmla="*/ 0 h 2537"/>
                <a:gd name="T2" fmla="*/ 87 w 211"/>
                <a:gd name="T3" fmla="*/ 106 h 2537"/>
                <a:gd name="T4" fmla="*/ 3 w 211"/>
                <a:gd name="T5" fmla="*/ 1208 h 2537"/>
                <a:gd name="T6" fmla="*/ 3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0" name="Freeform 253">
              <a:extLst>
                <a:ext uri="{FF2B5EF4-FFF2-40B4-BE49-F238E27FC236}">
                  <a16:creationId xmlns:a16="http://schemas.microsoft.com/office/drawing/2014/main" id="{D7185AF3-6DE0-EB40-87C6-269CBC3D782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2 h 226"/>
                <a:gd name="T4" fmla="*/ 135 w 328"/>
                <a:gd name="T5" fmla="*/ 110 h 226"/>
                <a:gd name="T6" fmla="*/ 0 w 328"/>
                <a:gd name="T7" fmla="*/ 49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1" name="Rectangle 254">
              <a:extLst>
                <a:ext uri="{FF2B5EF4-FFF2-40B4-BE49-F238E27FC236}">
                  <a16:creationId xmlns:a16="http://schemas.microsoft.com/office/drawing/2014/main" id="{2B2FED80-6596-EF4F-BE23-37718C8615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5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endParaRPr>
            </a:p>
          </p:txBody>
        </p:sp>
        <p:grpSp>
          <p:nvGrpSpPr>
            <p:cNvPr id="272" name="Group 255">
              <a:extLst>
                <a:ext uri="{FF2B5EF4-FFF2-40B4-BE49-F238E27FC236}">
                  <a16:creationId xmlns:a16="http://schemas.microsoft.com/office/drawing/2014/main" id="{A9BE197D-0488-3C45-8D78-A04741AC7C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97" name="AutoShape 256">
                <a:extLst>
                  <a:ext uri="{FF2B5EF4-FFF2-40B4-BE49-F238E27FC236}">
                    <a16:creationId xmlns:a16="http://schemas.microsoft.com/office/drawing/2014/main" id="{8AEACE4E-2F2E-074E-944A-FD899A8CC1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charset="0"/>
                </a:endParaRPr>
              </a:p>
            </p:txBody>
          </p:sp>
          <p:sp>
            <p:nvSpPr>
              <p:cNvPr id="298" name="AutoShape 257">
                <a:extLst>
                  <a:ext uri="{FF2B5EF4-FFF2-40B4-BE49-F238E27FC236}">
                    <a16:creationId xmlns:a16="http://schemas.microsoft.com/office/drawing/2014/main" id="{47728FA0-225D-FB46-B5EE-A102087858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charset="0"/>
                </a:endParaRPr>
              </a:p>
            </p:txBody>
          </p:sp>
        </p:grpSp>
        <p:sp>
          <p:nvSpPr>
            <p:cNvPr id="273" name="Rectangle 258">
              <a:extLst>
                <a:ext uri="{FF2B5EF4-FFF2-40B4-BE49-F238E27FC236}">
                  <a16:creationId xmlns:a16="http://schemas.microsoft.com/office/drawing/2014/main" id="{5835E575-F49C-344B-9FDD-DA2C3607B7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20"/>
              <a:ext cx="593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endParaRPr>
            </a:p>
          </p:txBody>
        </p:sp>
        <p:grpSp>
          <p:nvGrpSpPr>
            <p:cNvPr id="274" name="Group 259">
              <a:extLst>
                <a:ext uri="{FF2B5EF4-FFF2-40B4-BE49-F238E27FC236}">
                  <a16:creationId xmlns:a16="http://schemas.microsoft.com/office/drawing/2014/main" id="{AA22B6E8-7F7A-CB4E-8291-401102CED3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95" name="AutoShape 260">
                <a:extLst>
                  <a:ext uri="{FF2B5EF4-FFF2-40B4-BE49-F238E27FC236}">
                    <a16:creationId xmlns:a16="http://schemas.microsoft.com/office/drawing/2014/main" id="{C1C77C6E-EED3-394E-B167-C41757211F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9"/>
                <a:ext cx="72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charset="0"/>
                </a:endParaRPr>
              </a:p>
            </p:txBody>
          </p:sp>
          <p:sp>
            <p:nvSpPr>
              <p:cNvPr id="296" name="AutoShape 261">
                <a:extLst>
                  <a:ext uri="{FF2B5EF4-FFF2-40B4-BE49-F238E27FC236}">
                    <a16:creationId xmlns:a16="http://schemas.microsoft.com/office/drawing/2014/main" id="{AA09AEA7-1D87-B24F-B374-BDBF7482BD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charset="0"/>
                </a:endParaRPr>
              </a:p>
            </p:txBody>
          </p:sp>
        </p:grpSp>
        <p:sp>
          <p:nvSpPr>
            <p:cNvPr id="275" name="Rectangle 262">
              <a:extLst>
                <a:ext uri="{FF2B5EF4-FFF2-40B4-BE49-F238E27FC236}">
                  <a16:creationId xmlns:a16="http://schemas.microsoft.com/office/drawing/2014/main" id="{3F42A0BC-CF2E-E24A-A739-845C15ECFE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58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endParaRPr>
            </a:p>
          </p:txBody>
        </p:sp>
        <p:sp>
          <p:nvSpPr>
            <p:cNvPr id="276" name="Rectangle 263">
              <a:extLst>
                <a:ext uri="{FF2B5EF4-FFF2-40B4-BE49-F238E27FC236}">
                  <a16:creationId xmlns:a16="http://schemas.microsoft.com/office/drawing/2014/main" id="{E64B3966-F003-C44C-9B00-0FD0B4E8C8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4"/>
              <a:ext cx="599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endParaRPr>
            </a:p>
          </p:txBody>
        </p:sp>
        <p:grpSp>
          <p:nvGrpSpPr>
            <p:cNvPr id="277" name="Group 264">
              <a:extLst>
                <a:ext uri="{FF2B5EF4-FFF2-40B4-BE49-F238E27FC236}">
                  <a16:creationId xmlns:a16="http://schemas.microsoft.com/office/drawing/2014/main" id="{EF07E87F-184A-DE45-8C7F-573AF2537DC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93" name="AutoShape 265">
                <a:extLst>
                  <a:ext uri="{FF2B5EF4-FFF2-40B4-BE49-F238E27FC236}">
                    <a16:creationId xmlns:a16="http://schemas.microsoft.com/office/drawing/2014/main" id="{E5E61D30-25AE-8741-9618-75C55AD79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charset="0"/>
                </a:endParaRPr>
              </a:p>
            </p:txBody>
          </p:sp>
          <p:sp>
            <p:nvSpPr>
              <p:cNvPr id="294" name="AutoShape 266">
                <a:extLst>
                  <a:ext uri="{FF2B5EF4-FFF2-40B4-BE49-F238E27FC236}">
                    <a16:creationId xmlns:a16="http://schemas.microsoft.com/office/drawing/2014/main" id="{CF8FF070-F087-7840-9F19-7200142BF4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4"/>
                <a:ext cx="693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charset="0"/>
                </a:endParaRPr>
              </a:p>
            </p:txBody>
          </p:sp>
        </p:grpSp>
        <p:sp>
          <p:nvSpPr>
            <p:cNvPr id="278" name="Freeform 267">
              <a:extLst>
                <a:ext uri="{FF2B5EF4-FFF2-40B4-BE49-F238E27FC236}">
                  <a16:creationId xmlns:a16="http://schemas.microsoft.com/office/drawing/2014/main" id="{4672D609-04BB-4646-8153-6950398068B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36 w 328"/>
                <a:gd name="T3" fmla="*/ 61 h 226"/>
                <a:gd name="T4" fmla="*/ 135 w 328"/>
                <a:gd name="T5" fmla="*/ 108 h 226"/>
                <a:gd name="T6" fmla="*/ 0 w 328"/>
                <a:gd name="T7" fmla="*/ 4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79" name="Group 268">
              <a:extLst>
                <a:ext uri="{FF2B5EF4-FFF2-40B4-BE49-F238E27FC236}">
                  <a16:creationId xmlns:a16="http://schemas.microsoft.com/office/drawing/2014/main" id="{521FCA2B-F1A7-DA40-B114-6914827409D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91" name="AutoShape 269">
                <a:extLst>
                  <a:ext uri="{FF2B5EF4-FFF2-40B4-BE49-F238E27FC236}">
                    <a16:creationId xmlns:a16="http://schemas.microsoft.com/office/drawing/2014/main" id="{9DDABA87-8024-3345-81DC-B285EC1C09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charset="0"/>
                </a:endParaRPr>
              </a:p>
            </p:txBody>
          </p:sp>
          <p:sp>
            <p:nvSpPr>
              <p:cNvPr id="292" name="AutoShape 270">
                <a:extLst>
                  <a:ext uri="{FF2B5EF4-FFF2-40B4-BE49-F238E27FC236}">
                    <a16:creationId xmlns:a16="http://schemas.microsoft.com/office/drawing/2014/main" id="{314CD0E5-F403-E245-A748-507AF5E0B0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=""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 charset="0"/>
                </a:endParaRPr>
              </a:p>
            </p:txBody>
          </p:sp>
        </p:grpSp>
        <p:sp>
          <p:nvSpPr>
            <p:cNvPr id="280" name="Rectangle 271">
              <a:extLst>
                <a:ext uri="{FF2B5EF4-FFF2-40B4-BE49-F238E27FC236}">
                  <a16:creationId xmlns:a16="http://schemas.microsoft.com/office/drawing/2014/main" id="{B559F645-7351-C144-9AE2-DCA74DB207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endParaRPr>
            </a:p>
          </p:txBody>
        </p:sp>
        <p:sp>
          <p:nvSpPr>
            <p:cNvPr id="281" name="Freeform 272">
              <a:extLst>
                <a:ext uri="{FF2B5EF4-FFF2-40B4-BE49-F238E27FC236}">
                  <a16:creationId xmlns:a16="http://schemas.microsoft.com/office/drawing/2014/main" id="{BDBAE511-74F9-3244-94BC-D6E8C23A4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20 w 296"/>
                <a:gd name="T3" fmla="*/ 69 h 256"/>
                <a:gd name="T4" fmla="*/ 122 w 296"/>
                <a:gd name="T5" fmla="*/ 122 h 256"/>
                <a:gd name="T6" fmla="*/ 0 w 296"/>
                <a:gd name="T7" fmla="*/ 47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2" name="Freeform 273">
              <a:extLst>
                <a:ext uri="{FF2B5EF4-FFF2-40B4-BE49-F238E27FC236}">
                  <a16:creationId xmlns:a16="http://schemas.microsoft.com/office/drawing/2014/main" id="{F24246BA-27AC-EC49-8B17-EBFCCF1ECD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26 w 304"/>
                <a:gd name="T3" fmla="*/ 79 h 288"/>
                <a:gd name="T4" fmla="*/ 118 w 304"/>
                <a:gd name="T5" fmla="*/ 139 h 288"/>
                <a:gd name="T6" fmla="*/ 3 w 304"/>
                <a:gd name="T7" fmla="*/ 60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3" name="Oval 274">
              <a:extLst>
                <a:ext uri="{FF2B5EF4-FFF2-40B4-BE49-F238E27FC236}">
                  <a16:creationId xmlns:a16="http://schemas.microsoft.com/office/drawing/2014/main" id="{AE61D6B1-7441-3042-851B-64FDF1B98A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endParaRPr>
            </a:p>
          </p:txBody>
        </p:sp>
        <p:sp>
          <p:nvSpPr>
            <p:cNvPr id="284" name="Freeform 275">
              <a:extLst>
                <a:ext uri="{FF2B5EF4-FFF2-40B4-BE49-F238E27FC236}">
                  <a16:creationId xmlns:a16="http://schemas.microsoft.com/office/drawing/2014/main" id="{949FFF87-993A-424E-B000-F5B7857D897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51 h 240"/>
                <a:gd name="T2" fmla="*/ 2 w 306"/>
                <a:gd name="T3" fmla="*/ 116 h 240"/>
                <a:gd name="T4" fmla="*/ 126 w 306"/>
                <a:gd name="T5" fmla="*/ 53 h 240"/>
                <a:gd name="T6" fmla="*/ 123 w 306"/>
                <a:gd name="T7" fmla="*/ 0 h 240"/>
                <a:gd name="T8" fmla="*/ 0 w 306"/>
                <a:gd name="T9" fmla="*/ 51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5" name="AutoShape 276">
              <a:extLst>
                <a:ext uri="{FF2B5EF4-FFF2-40B4-BE49-F238E27FC236}">
                  <a16:creationId xmlns:a16="http://schemas.microsoft.com/office/drawing/2014/main" id="{4730E002-A069-AD40-BDAF-BCE034E211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3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endParaRPr>
            </a:p>
          </p:txBody>
        </p:sp>
        <p:sp>
          <p:nvSpPr>
            <p:cNvPr id="286" name="AutoShape 277">
              <a:extLst>
                <a:ext uri="{FF2B5EF4-FFF2-40B4-BE49-F238E27FC236}">
                  <a16:creationId xmlns:a16="http://schemas.microsoft.com/office/drawing/2014/main" id="{6A5BF613-0ADA-FE48-97C8-629542574E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5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endParaRPr>
            </a:p>
          </p:txBody>
        </p:sp>
        <p:sp>
          <p:nvSpPr>
            <p:cNvPr id="287" name="Oval 278">
              <a:extLst>
                <a:ext uri="{FF2B5EF4-FFF2-40B4-BE49-F238E27FC236}">
                  <a16:creationId xmlns:a16="http://schemas.microsoft.com/office/drawing/2014/main" id="{93CD8B37-7AC2-934F-A6E3-3F0FBCB014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endParaRPr>
            </a:p>
          </p:txBody>
        </p:sp>
        <p:sp>
          <p:nvSpPr>
            <p:cNvPr id="288" name="Oval 279">
              <a:extLst>
                <a:ext uri="{FF2B5EF4-FFF2-40B4-BE49-F238E27FC236}">
                  <a16:creationId xmlns:a16="http://schemas.microsoft.com/office/drawing/2014/main" id="{51EF5D37-9B48-6343-A5F5-69AB853370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endParaRPr>
            </a:p>
          </p:txBody>
        </p:sp>
        <p:sp>
          <p:nvSpPr>
            <p:cNvPr id="289" name="Oval 280">
              <a:extLst>
                <a:ext uri="{FF2B5EF4-FFF2-40B4-BE49-F238E27FC236}">
                  <a16:creationId xmlns:a16="http://schemas.microsoft.com/office/drawing/2014/main" id="{6B00B086-5270-394E-9B40-A976F059E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endParaRPr>
            </a:p>
          </p:txBody>
        </p:sp>
        <p:sp>
          <p:nvSpPr>
            <p:cNvPr id="290" name="Rectangle 281">
              <a:extLst>
                <a:ext uri="{FF2B5EF4-FFF2-40B4-BE49-F238E27FC236}">
                  <a16:creationId xmlns:a16="http://schemas.microsoft.com/office/drawing/2014/main" id="{14B0BF53-3A29-964D-B23D-4740369843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 charset="0"/>
              </a:endParaRPr>
            </a:p>
          </p:txBody>
        </p:sp>
      </p:grpSp>
      <p:grpSp>
        <p:nvGrpSpPr>
          <p:cNvPr id="299" name="Group 134">
            <a:extLst>
              <a:ext uri="{FF2B5EF4-FFF2-40B4-BE49-F238E27FC236}">
                <a16:creationId xmlns:a16="http://schemas.microsoft.com/office/drawing/2014/main" id="{035EEFA2-3531-EF4E-A6EF-BC8C83C2B5B5}"/>
              </a:ext>
            </a:extLst>
          </p:cNvPr>
          <p:cNvGrpSpPr>
            <a:grpSpLocks/>
          </p:cNvGrpSpPr>
          <p:nvPr/>
        </p:nvGrpSpPr>
        <p:grpSpPr bwMode="auto">
          <a:xfrm>
            <a:off x="3361768" y="4441251"/>
            <a:ext cx="1281113" cy="363537"/>
            <a:chOff x="3621" y="3265"/>
            <a:chExt cx="1776" cy="744"/>
          </a:xfrm>
        </p:grpSpPr>
        <p:pic>
          <p:nvPicPr>
            <p:cNvPr id="300" name="Picture 135" descr="reellogo">
              <a:extLst>
                <a:ext uri="{FF2B5EF4-FFF2-40B4-BE49-F238E27FC236}">
                  <a16:creationId xmlns:a16="http://schemas.microsoft.com/office/drawing/2014/main" id="{14DC10E9-52C9-8142-A6BD-FA98F27C71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621" y="3265"/>
              <a:ext cx="1776" cy="7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01" name="Freeform 136">
              <a:extLst>
                <a:ext uri="{FF2B5EF4-FFF2-40B4-BE49-F238E27FC236}">
                  <a16:creationId xmlns:a16="http://schemas.microsoft.com/office/drawing/2014/main" id="{E8A0CF9D-AEF9-274D-8B33-ACF3DD6B2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1" y="3288"/>
              <a:ext cx="1402" cy="439"/>
            </a:xfrm>
            <a:custGeom>
              <a:avLst/>
              <a:gdLst>
                <a:gd name="T0" fmla="*/ 0 w 1401"/>
                <a:gd name="T1" fmla="*/ 6 h 438"/>
                <a:gd name="T2" fmla="*/ 27 w 1401"/>
                <a:gd name="T3" fmla="*/ 384 h 438"/>
                <a:gd name="T4" fmla="*/ 114 w 1401"/>
                <a:gd name="T5" fmla="*/ 381 h 438"/>
                <a:gd name="T6" fmla="*/ 132 w 1401"/>
                <a:gd name="T7" fmla="*/ 357 h 438"/>
                <a:gd name="T8" fmla="*/ 210 w 1401"/>
                <a:gd name="T9" fmla="*/ 402 h 438"/>
                <a:gd name="T10" fmla="*/ 450 w 1401"/>
                <a:gd name="T11" fmla="*/ 384 h 438"/>
                <a:gd name="T12" fmla="*/ 486 w 1401"/>
                <a:gd name="T13" fmla="*/ 393 h 438"/>
                <a:gd name="T14" fmla="*/ 690 w 1401"/>
                <a:gd name="T15" fmla="*/ 417 h 438"/>
                <a:gd name="T16" fmla="*/ 1074 w 1401"/>
                <a:gd name="T17" fmla="*/ 438 h 438"/>
                <a:gd name="T18" fmla="*/ 1401 w 1401"/>
                <a:gd name="T19" fmla="*/ 420 h 438"/>
                <a:gd name="T20" fmla="*/ 1392 w 1401"/>
                <a:gd name="T21" fmla="*/ 165 h 438"/>
                <a:gd name="T22" fmla="*/ 291 w 1401"/>
                <a:gd name="T23" fmla="*/ 0 h 438"/>
                <a:gd name="T24" fmla="*/ 0 w 1401"/>
                <a:gd name="T25" fmla="*/ 6 h 43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1401" h="438">
                  <a:moveTo>
                    <a:pt x="0" y="6"/>
                  </a:moveTo>
                  <a:lnTo>
                    <a:pt x="27" y="384"/>
                  </a:lnTo>
                  <a:lnTo>
                    <a:pt x="114" y="381"/>
                  </a:lnTo>
                  <a:lnTo>
                    <a:pt x="132" y="357"/>
                  </a:lnTo>
                  <a:lnTo>
                    <a:pt x="210" y="402"/>
                  </a:lnTo>
                  <a:lnTo>
                    <a:pt x="450" y="384"/>
                  </a:lnTo>
                  <a:lnTo>
                    <a:pt x="486" y="393"/>
                  </a:lnTo>
                  <a:lnTo>
                    <a:pt x="690" y="417"/>
                  </a:lnTo>
                  <a:lnTo>
                    <a:pt x="1074" y="438"/>
                  </a:lnTo>
                  <a:lnTo>
                    <a:pt x="1401" y="420"/>
                  </a:lnTo>
                  <a:lnTo>
                    <a:pt x="1392" y="165"/>
                  </a:lnTo>
                  <a:lnTo>
                    <a:pt x="291" y="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02" name="Freeform 137">
              <a:extLst>
                <a:ext uri="{FF2B5EF4-FFF2-40B4-BE49-F238E27FC236}">
                  <a16:creationId xmlns:a16="http://schemas.microsoft.com/office/drawing/2014/main" id="{DE9583DA-16F1-2D4B-929C-271789F62D5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3860"/>
              <a:ext cx="999" cy="120"/>
            </a:xfrm>
            <a:custGeom>
              <a:avLst/>
              <a:gdLst>
                <a:gd name="T0" fmla="*/ 0 w 999"/>
                <a:gd name="T1" fmla="*/ 6 h 123"/>
                <a:gd name="T2" fmla="*/ 717 w 999"/>
                <a:gd name="T3" fmla="*/ 12 h 123"/>
                <a:gd name="T4" fmla="*/ 744 w 999"/>
                <a:gd name="T5" fmla="*/ 36 h 123"/>
                <a:gd name="T6" fmla="*/ 801 w 999"/>
                <a:gd name="T7" fmla="*/ 42 h 123"/>
                <a:gd name="T8" fmla="*/ 876 w 999"/>
                <a:gd name="T9" fmla="*/ 6 h 123"/>
                <a:gd name="T10" fmla="*/ 933 w 999"/>
                <a:gd name="T11" fmla="*/ 0 h 123"/>
                <a:gd name="T12" fmla="*/ 981 w 999"/>
                <a:gd name="T13" fmla="*/ 15 h 123"/>
                <a:gd name="T14" fmla="*/ 999 w 999"/>
                <a:gd name="T15" fmla="*/ 51 h 123"/>
                <a:gd name="T16" fmla="*/ 987 w 999"/>
                <a:gd name="T17" fmla="*/ 123 h 123"/>
                <a:gd name="T18" fmla="*/ 18 w 999"/>
                <a:gd name="T19" fmla="*/ 120 h 123"/>
                <a:gd name="T20" fmla="*/ 0 w 999"/>
                <a:gd name="T21" fmla="*/ 6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999" h="123">
                  <a:moveTo>
                    <a:pt x="0" y="6"/>
                  </a:moveTo>
                  <a:lnTo>
                    <a:pt x="717" y="12"/>
                  </a:lnTo>
                  <a:lnTo>
                    <a:pt x="744" y="36"/>
                  </a:lnTo>
                  <a:lnTo>
                    <a:pt x="801" y="42"/>
                  </a:lnTo>
                  <a:lnTo>
                    <a:pt x="876" y="6"/>
                  </a:lnTo>
                  <a:lnTo>
                    <a:pt x="933" y="0"/>
                  </a:lnTo>
                  <a:lnTo>
                    <a:pt x="981" y="15"/>
                  </a:lnTo>
                  <a:lnTo>
                    <a:pt x="999" y="51"/>
                  </a:lnTo>
                  <a:lnTo>
                    <a:pt x="987" y="123"/>
                  </a:lnTo>
                  <a:lnTo>
                    <a:pt x="18" y="120"/>
                  </a:lnTo>
                  <a:lnTo>
                    <a:pt x="0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solidFill>
                <a:schemeClr val="bg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pic>
          <p:nvPicPr>
            <p:cNvPr id="303" name="Picture 138" descr="video1">
              <a:extLst>
                <a:ext uri="{FF2B5EF4-FFF2-40B4-BE49-F238E27FC236}">
                  <a16:creationId xmlns:a16="http://schemas.microsoft.com/office/drawing/2014/main" id="{34AB05AF-3A1D-5E4A-AF17-1A795E8C62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83" y="3400"/>
              <a:ext cx="889" cy="46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304" name="Line 168">
            <a:extLst>
              <a:ext uri="{FF2B5EF4-FFF2-40B4-BE49-F238E27FC236}">
                <a16:creationId xmlns:a16="http://schemas.microsoft.com/office/drawing/2014/main" id="{482428A4-15BB-F740-B74C-16D5589A557B}"/>
              </a:ext>
            </a:extLst>
          </p:cNvPr>
          <p:cNvSpPr>
            <a:spLocks noChangeShapeType="1"/>
          </p:cNvSpPr>
          <p:nvPr/>
        </p:nvSpPr>
        <p:spPr bwMode="auto">
          <a:xfrm>
            <a:off x="1396443" y="1371026"/>
            <a:ext cx="0" cy="2852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305" name="Group 357">
            <a:extLst>
              <a:ext uri="{FF2B5EF4-FFF2-40B4-BE49-F238E27FC236}">
                <a16:creationId xmlns:a16="http://schemas.microsoft.com/office/drawing/2014/main" id="{581A8529-F504-3846-8B36-89B971CA7477}"/>
              </a:ext>
            </a:extLst>
          </p:cNvPr>
          <p:cNvGrpSpPr>
            <a:grpSpLocks/>
          </p:cNvGrpSpPr>
          <p:nvPr/>
        </p:nvGrpSpPr>
        <p:grpSpPr bwMode="auto">
          <a:xfrm>
            <a:off x="2056843" y="3347465"/>
            <a:ext cx="1662113" cy="1489076"/>
            <a:chOff x="944" y="2184"/>
            <a:chExt cx="1047" cy="938"/>
          </a:xfrm>
        </p:grpSpPr>
        <p:sp>
          <p:nvSpPr>
            <p:cNvPr id="306" name="Freeform 207">
              <a:extLst>
                <a:ext uri="{FF2B5EF4-FFF2-40B4-BE49-F238E27FC236}">
                  <a16:creationId xmlns:a16="http://schemas.microsoft.com/office/drawing/2014/main" id="{FB5DBF6C-CEEB-DA4C-8661-582EC86195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8" y="2184"/>
              <a:ext cx="660" cy="666"/>
            </a:xfrm>
            <a:custGeom>
              <a:avLst/>
              <a:gdLst>
                <a:gd name="T0" fmla="*/ 0 w 660"/>
                <a:gd name="T1" fmla="*/ 0 h 666"/>
                <a:gd name="T2" fmla="*/ 660 w 660"/>
                <a:gd name="T3" fmla="*/ 666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0" h="666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w="19050" cap="flat" cmpd="sng">
              <a:solidFill>
                <a:schemeClr val="tx1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07" name="Text Box 208">
              <a:extLst>
                <a:ext uri="{FF2B5EF4-FFF2-40B4-BE49-F238E27FC236}">
                  <a16:creationId xmlns:a16="http://schemas.microsoft.com/office/drawing/2014/main" id="{814C88A0-3287-EB46-9C41-FEA42D1AC9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44" y="2366"/>
              <a:ext cx="1047" cy="75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marL="342900" marR="0" lvl="0" indent="-34290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AutoNum type="arabicPeriod"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video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recorded (e.g., 30 frames/sec)</a:t>
              </a:r>
            </a:p>
          </p:txBody>
        </p:sp>
      </p:grpSp>
      <p:grpSp>
        <p:nvGrpSpPr>
          <p:cNvPr id="308" name="Group 262">
            <a:extLst>
              <a:ext uri="{FF2B5EF4-FFF2-40B4-BE49-F238E27FC236}">
                <a16:creationId xmlns:a16="http://schemas.microsoft.com/office/drawing/2014/main" id="{CECCA62F-4456-C34B-9177-029B14A96C8F}"/>
              </a:ext>
            </a:extLst>
          </p:cNvPr>
          <p:cNvGrpSpPr>
            <a:grpSpLocks/>
          </p:cNvGrpSpPr>
          <p:nvPr/>
        </p:nvGrpSpPr>
        <p:grpSpPr bwMode="auto">
          <a:xfrm>
            <a:off x="1586943" y="1691701"/>
            <a:ext cx="2552700" cy="2525712"/>
            <a:chOff x="648" y="1147"/>
            <a:chExt cx="1608" cy="1591"/>
          </a:xfrm>
        </p:grpSpPr>
        <p:grpSp>
          <p:nvGrpSpPr>
            <p:cNvPr id="309" name="Group 206">
              <a:extLst>
                <a:ext uri="{FF2B5EF4-FFF2-40B4-BE49-F238E27FC236}">
                  <a16:creationId xmlns:a16="http://schemas.microsoft.com/office/drawing/2014/main" id="{C77333BA-89DD-5D42-B008-4B67B599CF2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325" name="Group 189">
                <a:extLst>
                  <a:ext uri="{FF2B5EF4-FFF2-40B4-BE49-F238E27FC236}">
                    <a16:creationId xmlns:a16="http://schemas.microsoft.com/office/drawing/2014/main" id="{8A85A2D3-A990-8B41-B23F-258454EAAF2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336" name="Group 181">
                  <a:extLst>
                    <a:ext uri="{FF2B5EF4-FFF2-40B4-BE49-F238E27FC236}">
                      <a16:creationId xmlns:a16="http://schemas.microsoft.com/office/drawing/2014/main" id="{7BDB39B8-53B4-9640-A017-C997019C694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44" name="Group 177">
                    <a:extLst>
                      <a:ext uri="{FF2B5EF4-FFF2-40B4-BE49-F238E27FC236}">
                        <a16:creationId xmlns:a16="http://schemas.microsoft.com/office/drawing/2014/main" id="{8EEE6973-A2DA-CC47-BBFC-6F5DF3C1820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348" name="Line 173">
                      <a:extLst>
                        <a:ext uri="{FF2B5EF4-FFF2-40B4-BE49-F238E27FC236}">
                          <a16:creationId xmlns:a16="http://schemas.microsoft.com/office/drawing/2014/main" id="{EA80EC66-00D7-FA43-A803-FB245F2B604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349" name="Line 176">
                      <a:extLst>
                        <a:ext uri="{FF2B5EF4-FFF2-40B4-BE49-F238E27FC236}">
                          <a16:creationId xmlns:a16="http://schemas.microsoft.com/office/drawing/2014/main" id="{F568A800-6A4E-6E4C-A167-13E4AE46AF8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45" name="Group 178">
                    <a:extLst>
                      <a:ext uri="{FF2B5EF4-FFF2-40B4-BE49-F238E27FC236}">
                        <a16:creationId xmlns:a16="http://schemas.microsoft.com/office/drawing/2014/main" id="{302EE25B-7A88-5F4B-B370-A03D1B2E52E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346" name="Line 179">
                      <a:extLst>
                        <a:ext uri="{FF2B5EF4-FFF2-40B4-BE49-F238E27FC236}">
                          <a16:creationId xmlns:a16="http://schemas.microsoft.com/office/drawing/2014/main" id="{40C6F382-C5D0-DC4C-9C98-5B6A9F97A11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347" name="Line 180">
                      <a:extLst>
                        <a:ext uri="{FF2B5EF4-FFF2-40B4-BE49-F238E27FC236}">
                          <a16:creationId xmlns:a16="http://schemas.microsoft.com/office/drawing/2014/main" id="{8060F88C-6D9A-F042-9854-C307CF9849B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37" name="Group 182">
                  <a:extLst>
                    <a:ext uri="{FF2B5EF4-FFF2-40B4-BE49-F238E27FC236}">
                      <a16:creationId xmlns:a16="http://schemas.microsoft.com/office/drawing/2014/main" id="{D0EB01A1-2EA5-0244-A29B-7580513BED0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38" name="Group 183">
                    <a:extLst>
                      <a:ext uri="{FF2B5EF4-FFF2-40B4-BE49-F238E27FC236}">
                        <a16:creationId xmlns:a16="http://schemas.microsoft.com/office/drawing/2014/main" id="{DBF9543B-F39B-274E-978C-E4A708F0B5D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342" name="Line 184">
                      <a:extLst>
                        <a:ext uri="{FF2B5EF4-FFF2-40B4-BE49-F238E27FC236}">
                          <a16:creationId xmlns:a16="http://schemas.microsoft.com/office/drawing/2014/main" id="{F7E287B9-5EBA-D74E-B700-9B84F2EC573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343" name="Line 185">
                      <a:extLst>
                        <a:ext uri="{FF2B5EF4-FFF2-40B4-BE49-F238E27FC236}">
                          <a16:creationId xmlns:a16="http://schemas.microsoft.com/office/drawing/2014/main" id="{C9CC3AA3-BDCE-0744-85DB-208F60B23AC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39" name="Group 186">
                    <a:extLst>
                      <a:ext uri="{FF2B5EF4-FFF2-40B4-BE49-F238E27FC236}">
                        <a16:creationId xmlns:a16="http://schemas.microsoft.com/office/drawing/2014/main" id="{8734C907-441E-C244-A935-5A9EB6ADD3D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340" name="Line 187">
                      <a:extLst>
                        <a:ext uri="{FF2B5EF4-FFF2-40B4-BE49-F238E27FC236}">
                          <a16:creationId xmlns:a16="http://schemas.microsoft.com/office/drawing/2014/main" id="{AC34B541-4E74-6E49-BE49-136888103733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341" name="Line 188">
                      <a:extLst>
                        <a:ext uri="{FF2B5EF4-FFF2-40B4-BE49-F238E27FC236}">
                          <a16:creationId xmlns:a16="http://schemas.microsoft.com/office/drawing/2014/main" id="{C37337D0-1B0B-F845-B482-8E0EF9CEDCD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chemeClr val="tx1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326" name="Group 191">
                <a:extLst>
                  <a:ext uri="{FF2B5EF4-FFF2-40B4-BE49-F238E27FC236}">
                    <a16:creationId xmlns:a16="http://schemas.microsoft.com/office/drawing/2014/main" id="{7BAA7828-347D-144C-A484-CBD99CA1A1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330" name="Group 192">
                  <a:extLst>
                    <a:ext uri="{FF2B5EF4-FFF2-40B4-BE49-F238E27FC236}">
                      <a16:creationId xmlns:a16="http://schemas.microsoft.com/office/drawing/2014/main" id="{080D745B-F776-FE43-B32E-EC1B13E0B7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334" name="Line 193">
                    <a:extLst>
                      <a:ext uri="{FF2B5EF4-FFF2-40B4-BE49-F238E27FC236}">
                        <a16:creationId xmlns:a16="http://schemas.microsoft.com/office/drawing/2014/main" id="{F073E972-0C07-B94E-84EB-F8A969E5451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335" name="Line 194">
                    <a:extLst>
                      <a:ext uri="{FF2B5EF4-FFF2-40B4-BE49-F238E27FC236}">
                        <a16:creationId xmlns:a16="http://schemas.microsoft.com/office/drawing/2014/main" id="{BF80B266-F6B9-2A4A-AD3E-D1EF434B78D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</p:grpSp>
            <p:grpSp>
              <p:nvGrpSpPr>
                <p:cNvPr id="331" name="Group 195">
                  <a:extLst>
                    <a:ext uri="{FF2B5EF4-FFF2-40B4-BE49-F238E27FC236}">
                      <a16:creationId xmlns:a16="http://schemas.microsoft.com/office/drawing/2014/main" id="{BEFF0755-D770-E64E-BB14-71631F6530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332" name="Line 196">
                    <a:extLst>
                      <a:ext uri="{FF2B5EF4-FFF2-40B4-BE49-F238E27FC236}">
                        <a16:creationId xmlns:a16="http://schemas.microsoft.com/office/drawing/2014/main" id="{9970CA13-0D4D-6C45-B64C-ECA2953D292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333" name="Line 197">
                    <a:extLst>
                      <a:ext uri="{FF2B5EF4-FFF2-40B4-BE49-F238E27FC236}">
                        <a16:creationId xmlns:a16="http://schemas.microsoft.com/office/drawing/2014/main" id="{544A36AB-3BBC-2940-8CEB-E11FCED7C09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27" name="Group 199">
                <a:extLst>
                  <a:ext uri="{FF2B5EF4-FFF2-40B4-BE49-F238E27FC236}">
                    <a16:creationId xmlns:a16="http://schemas.microsoft.com/office/drawing/2014/main" id="{55C303CA-BC99-6643-8004-D37635DAFB1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1" y="1071"/>
                <a:ext cx="145" cy="144"/>
                <a:chOff x="672" y="1920"/>
                <a:chExt cx="145" cy="144"/>
              </a:xfrm>
            </p:grpSpPr>
            <p:sp>
              <p:nvSpPr>
                <p:cNvPr id="328" name="Line 200">
                  <a:extLst>
                    <a:ext uri="{FF2B5EF4-FFF2-40B4-BE49-F238E27FC236}">
                      <a16:creationId xmlns:a16="http://schemas.microsoft.com/office/drawing/2014/main" id="{D7E3913D-9FDC-F340-A052-D88746D124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endParaRPr>
                </a:p>
              </p:txBody>
            </p:sp>
            <p:sp>
              <p:nvSpPr>
                <p:cNvPr id="329" name="Line 201">
                  <a:extLst>
                    <a:ext uri="{FF2B5EF4-FFF2-40B4-BE49-F238E27FC236}">
                      <a16:creationId xmlns:a16="http://schemas.microsoft.com/office/drawing/2014/main" id="{142EF7B4-50D8-2943-AD1B-C335009812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endParaRPr>
                </a:p>
              </p:txBody>
            </p:sp>
          </p:grpSp>
        </p:grpSp>
        <p:grpSp>
          <p:nvGrpSpPr>
            <p:cNvPr id="310" name="Group 237">
              <a:extLst>
                <a:ext uri="{FF2B5EF4-FFF2-40B4-BE49-F238E27FC236}">
                  <a16:creationId xmlns:a16="http://schemas.microsoft.com/office/drawing/2014/main" id="{9B34BEB4-4FF9-8B40-B66D-4EDCA35D74F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311" name="Group 238">
                <a:extLst>
                  <a:ext uri="{FF2B5EF4-FFF2-40B4-BE49-F238E27FC236}">
                    <a16:creationId xmlns:a16="http://schemas.microsoft.com/office/drawing/2014/main" id="{0D1959A2-DB88-6F4B-8C5B-3061C8A94F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319" name="Group 239">
                  <a:extLst>
                    <a:ext uri="{FF2B5EF4-FFF2-40B4-BE49-F238E27FC236}">
                      <a16:creationId xmlns:a16="http://schemas.microsoft.com/office/drawing/2014/main" id="{3C6F65E0-86EC-1641-A410-19EF0049575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323" name="Line 240">
                    <a:extLst>
                      <a:ext uri="{FF2B5EF4-FFF2-40B4-BE49-F238E27FC236}">
                        <a16:creationId xmlns:a16="http://schemas.microsoft.com/office/drawing/2014/main" id="{A4A03A53-563D-2E4E-B447-0601F752DEE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324" name="Line 241">
                    <a:extLst>
                      <a:ext uri="{FF2B5EF4-FFF2-40B4-BE49-F238E27FC236}">
                        <a16:creationId xmlns:a16="http://schemas.microsoft.com/office/drawing/2014/main" id="{4272D3B1-5096-A24D-9784-DFE7C5ED000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</p:grpSp>
            <p:grpSp>
              <p:nvGrpSpPr>
                <p:cNvPr id="320" name="Group 242">
                  <a:extLst>
                    <a:ext uri="{FF2B5EF4-FFF2-40B4-BE49-F238E27FC236}">
                      <a16:creationId xmlns:a16="http://schemas.microsoft.com/office/drawing/2014/main" id="{B2D22486-FFD1-1042-8AF1-5A878A82D10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321" name="Line 243">
                    <a:extLst>
                      <a:ext uri="{FF2B5EF4-FFF2-40B4-BE49-F238E27FC236}">
                        <a16:creationId xmlns:a16="http://schemas.microsoft.com/office/drawing/2014/main" id="{597BFF9E-F6C6-C84E-8FFA-8CFC0406DBC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322" name="Line 244">
                    <a:extLst>
                      <a:ext uri="{FF2B5EF4-FFF2-40B4-BE49-F238E27FC236}">
                        <a16:creationId xmlns:a16="http://schemas.microsoft.com/office/drawing/2014/main" id="{964E8744-6FF4-724B-A203-2418454DE57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12" name="Group 245">
                <a:extLst>
                  <a:ext uri="{FF2B5EF4-FFF2-40B4-BE49-F238E27FC236}">
                    <a16:creationId xmlns:a16="http://schemas.microsoft.com/office/drawing/2014/main" id="{47D01BA6-9852-834A-B5F1-D93F8DCE2CD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313" name="Group 246">
                  <a:extLst>
                    <a:ext uri="{FF2B5EF4-FFF2-40B4-BE49-F238E27FC236}">
                      <a16:creationId xmlns:a16="http://schemas.microsoft.com/office/drawing/2014/main" id="{A27FE7C3-AFCC-BD42-B31C-4050EDEC47B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317" name="Line 247">
                    <a:extLst>
                      <a:ext uri="{FF2B5EF4-FFF2-40B4-BE49-F238E27FC236}">
                        <a16:creationId xmlns:a16="http://schemas.microsoft.com/office/drawing/2014/main" id="{C9007E8A-3559-C441-BD8C-B8D23A4202A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318" name="Line 248">
                    <a:extLst>
                      <a:ext uri="{FF2B5EF4-FFF2-40B4-BE49-F238E27FC236}">
                        <a16:creationId xmlns:a16="http://schemas.microsoft.com/office/drawing/2014/main" id="{79923FA7-D368-3A45-9EB3-81814AFFCB3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</p:grpSp>
            <p:grpSp>
              <p:nvGrpSpPr>
                <p:cNvPr id="314" name="Group 249">
                  <a:extLst>
                    <a:ext uri="{FF2B5EF4-FFF2-40B4-BE49-F238E27FC236}">
                      <a16:creationId xmlns:a16="http://schemas.microsoft.com/office/drawing/2014/main" id="{59663083-2325-5045-AACD-16293E50CA9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315" name="Line 250">
                    <a:extLst>
                      <a:ext uri="{FF2B5EF4-FFF2-40B4-BE49-F238E27FC236}">
                        <a16:creationId xmlns:a16="http://schemas.microsoft.com/office/drawing/2014/main" id="{3DA93C20-E9D3-5F48-8A08-30C0C6E0D0F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316" name="Line 251">
                    <a:extLst>
                      <a:ext uri="{FF2B5EF4-FFF2-40B4-BE49-F238E27FC236}">
                        <a16:creationId xmlns:a16="http://schemas.microsoft.com/office/drawing/2014/main" id="{E7B69FBE-F697-5843-A2CF-1BC0FB43C51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</p:grpSp>
          </p:grpSp>
        </p:grpSp>
      </p:grpSp>
      <p:grpSp>
        <p:nvGrpSpPr>
          <p:cNvPr id="350" name="Group 358">
            <a:extLst>
              <a:ext uri="{FF2B5EF4-FFF2-40B4-BE49-F238E27FC236}">
                <a16:creationId xmlns:a16="http://schemas.microsoft.com/office/drawing/2014/main" id="{B1A75650-3CD8-7F42-A19F-FB22F9C5426D}"/>
              </a:ext>
            </a:extLst>
          </p:cNvPr>
          <p:cNvGrpSpPr>
            <a:grpSpLocks/>
          </p:cNvGrpSpPr>
          <p:nvPr/>
        </p:nvGrpSpPr>
        <p:grpSpPr bwMode="auto">
          <a:xfrm>
            <a:off x="3723718" y="3122038"/>
            <a:ext cx="1373188" cy="1296988"/>
            <a:chOff x="1994" y="2042"/>
            <a:chExt cx="865" cy="817"/>
          </a:xfrm>
        </p:grpSpPr>
        <p:sp>
          <p:nvSpPr>
            <p:cNvPr id="351" name="Freeform 209">
              <a:extLst>
                <a:ext uri="{FF2B5EF4-FFF2-40B4-BE49-F238E27FC236}">
                  <a16:creationId xmlns:a16="http://schemas.microsoft.com/office/drawing/2014/main" id="{726DD585-FDAA-D146-A36E-E461C4F3AF00}"/>
                </a:ext>
              </a:extLst>
            </p:cNvPr>
            <p:cNvSpPr>
              <a:spLocks/>
            </p:cNvSpPr>
            <p:nvPr/>
          </p:nvSpPr>
          <p:spPr bwMode="auto">
            <a:xfrm rot="-5400000">
              <a:off x="2196" y="2196"/>
              <a:ext cx="660" cy="666"/>
            </a:xfrm>
            <a:custGeom>
              <a:avLst/>
              <a:gdLst>
                <a:gd name="T0" fmla="*/ 0 w 660"/>
                <a:gd name="T1" fmla="*/ 0 h 666"/>
                <a:gd name="T2" fmla="*/ 660 w 660"/>
                <a:gd name="T3" fmla="*/ 666 h 66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</a:cxnLst>
              <a:rect l="0" t="0" r="r" b="b"/>
              <a:pathLst>
                <a:path w="660" h="666">
                  <a:moveTo>
                    <a:pt x="0" y="0"/>
                  </a:moveTo>
                  <a:cubicBezTo>
                    <a:pt x="0" y="0"/>
                    <a:pt x="486" y="168"/>
                    <a:pt x="660" y="666"/>
                  </a:cubicBezTo>
                </a:path>
              </a:pathLst>
            </a:custGeom>
            <a:noFill/>
            <a:ln w="19050" cap="flat" cmpd="sng">
              <a:solidFill>
                <a:srgbClr val="CC0000"/>
              </a:solidFill>
              <a:prstDash val="solid"/>
              <a:round/>
              <a:headEnd type="none" w="med" len="med"/>
              <a:tailEnd type="triangle" w="med" len="med"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52" name="Text Box 305">
              <a:extLst>
                <a:ext uri="{FF2B5EF4-FFF2-40B4-BE49-F238E27FC236}">
                  <a16:creationId xmlns:a16="http://schemas.microsoft.com/office/drawing/2014/main" id="{0ADC53BD-DC1E-0447-B68F-69D1E40B8E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94" y="2042"/>
              <a:ext cx="638" cy="44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2.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video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sent</a:t>
              </a:r>
            </a:p>
          </p:txBody>
        </p:sp>
      </p:grpSp>
      <p:sp>
        <p:nvSpPr>
          <p:cNvPr id="353" name="Text Box 354">
            <a:extLst>
              <a:ext uri="{FF2B5EF4-FFF2-40B4-BE49-F238E27FC236}">
                <a16:creationId xmlns:a16="http://schemas.microsoft.com/office/drawing/2014/main" id="{42A079BA-138E-2D44-8617-F62E7B879731}"/>
              </a:ext>
            </a:extLst>
          </p:cNvPr>
          <p:cNvSpPr txBox="1">
            <a:spLocks noChangeArrowheads="1"/>
          </p:cNvSpPr>
          <p:nvPr/>
        </p:nvSpPr>
        <p:spPr bwMode="auto">
          <a:xfrm rot="-5433387">
            <a:off x="145493" y="2518789"/>
            <a:ext cx="1957387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bg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Cumulative data</a:t>
            </a:r>
          </a:p>
        </p:txBody>
      </p:sp>
      <p:grpSp>
        <p:nvGrpSpPr>
          <p:cNvPr id="354" name="Group 365">
            <a:extLst>
              <a:ext uri="{FF2B5EF4-FFF2-40B4-BE49-F238E27FC236}">
                <a16:creationId xmlns:a16="http://schemas.microsoft.com/office/drawing/2014/main" id="{9B87CE31-DB37-9A44-A229-BC284C3E993B}"/>
              </a:ext>
            </a:extLst>
          </p:cNvPr>
          <p:cNvGrpSpPr>
            <a:grpSpLocks/>
          </p:cNvGrpSpPr>
          <p:nvPr/>
        </p:nvGrpSpPr>
        <p:grpSpPr bwMode="auto">
          <a:xfrm>
            <a:off x="5009593" y="1507551"/>
            <a:ext cx="5768976" cy="4732339"/>
            <a:chOff x="2804" y="903"/>
            <a:chExt cx="3634" cy="2981"/>
          </a:xfrm>
        </p:grpSpPr>
        <p:sp>
          <p:nvSpPr>
            <p:cNvPr id="355" name="Line 360">
              <a:extLst>
                <a:ext uri="{FF2B5EF4-FFF2-40B4-BE49-F238E27FC236}">
                  <a16:creationId xmlns:a16="http://schemas.microsoft.com/office/drawing/2014/main" id="{F2FACE5B-2598-2B4B-A1C2-C2BAFF66854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52" y="903"/>
              <a:ext cx="0" cy="229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sysDot"/>
              <a:round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noFill/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endParaRPr>
            </a:p>
          </p:txBody>
        </p:sp>
        <p:sp>
          <p:nvSpPr>
            <p:cNvPr id="356" name="Text Box 361">
              <a:extLst>
                <a:ext uri="{FF2B5EF4-FFF2-40B4-BE49-F238E27FC236}">
                  <a16:creationId xmlns:a16="http://schemas.microsoft.com/office/drawing/2014/main" id="{D1AB6A8D-7F02-5641-A31E-07D5852A462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804" y="3198"/>
              <a:ext cx="3634" cy="686"/>
            </a:xfrm>
            <a:prstGeom prst="rect">
              <a:avLst/>
            </a:prstGeom>
            <a:noFill/>
            <a:ln w="19050">
              <a:solidFill>
                <a:schemeClr val="tx1"/>
              </a:solidFill>
              <a:prstDash val="sysDot"/>
              <a:miter lim="800000"/>
              <a:headEnd/>
              <a:tailEnd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streaming</a:t>
              </a:r>
              <a:r>
                <a: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: at this time, client  playing out early part of video, while server still sending later part of video</a:t>
              </a:r>
            </a:p>
          </p:txBody>
        </p:sp>
      </p:grpSp>
      <p:sp>
        <p:nvSpPr>
          <p:cNvPr id="360" name="Text Box 366">
            <a:extLst>
              <a:ext uri="{FF2B5EF4-FFF2-40B4-BE49-F238E27FC236}">
                <a16:creationId xmlns:a16="http://schemas.microsoft.com/office/drawing/2014/main" id="{58466624-90AF-9D42-9091-9FAEB77AA6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57668" y="4236463"/>
            <a:ext cx="620713" cy="3698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+mn-ea"/>
                <a:cs typeface="Arial"/>
              </a:rPr>
              <a:t>time</a:t>
            </a:r>
          </a:p>
        </p:txBody>
      </p:sp>
      <p:grpSp>
        <p:nvGrpSpPr>
          <p:cNvPr id="362" name="Group 263">
            <a:extLst>
              <a:ext uri="{FF2B5EF4-FFF2-40B4-BE49-F238E27FC236}">
                <a16:creationId xmlns:a16="http://schemas.microsoft.com/office/drawing/2014/main" id="{EA56C58B-56AC-834F-849E-EA54C767221C}"/>
              </a:ext>
            </a:extLst>
          </p:cNvPr>
          <p:cNvGrpSpPr>
            <a:grpSpLocks/>
          </p:cNvGrpSpPr>
          <p:nvPr/>
        </p:nvGrpSpPr>
        <p:grpSpPr bwMode="auto">
          <a:xfrm>
            <a:off x="4478338" y="1693820"/>
            <a:ext cx="2552700" cy="2525713"/>
            <a:chOff x="648" y="1147"/>
            <a:chExt cx="1608" cy="1591"/>
          </a:xfrm>
        </p:grpSpPr>
        <p:grpSp>
          <p:nvGrpSpPr>
            <p:cNvPr id="411" name="Group 264">
              <a:extLst>
                <a:ext uri="{FF2B5EF4-FFF2-40B4-BE49-F238E27FC236}">
                  <a16:creationId xmlns:a16="http://schemas.microsoft.com/office/drawing/2014/main" id="{A10C73EE-575B-0448-A214-6B59FB271FD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427" name="Group 265">
                <a:extLst>
                  <a:ext uri="{FF2B5EF4-FFF2-40B4-BE49-F238E27FC236}">
                    <a16:creationId xmlns:a16="http://schemas.microsoft.com/office/drawing/2014/main" id="{F163D769-B2B9-5944-B2D0-4C48E895A9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438" name="Group 266">
                  <a:extLst>
                    <a:ext uri="{FF2B5EF4-FFF2-40B4-BE49-F238E27FC236}">
                      <a16:creationId xmlns:a16="http://schemas.microsoft.com/office/drawing/2014/main" id="{47CE18EE-DF25-8F4A-9956-7FA1F500B11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446" name="Group 267">
                    <a:extLst>
                      <a:ext uri="{FF2B5EF4-FFF2-40B4-BE49-F238E27FC236}">
                        <a16:creationId xmlns:a16="http://schemas.microsoft.com/office/drawing/2014/main" id="{3BB4504D-1A2B-9343-8787-5B23B121367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450" name="Line 268">
                      <a:extLst>
                        <a:ext uri="{FF2B5EF4-FFF2-40B4-BE49-F238E27FC236}">
                          <a16:creationId xmlns:a16="http://schemas.microsoft.com/office/drawing/2014/main" id="{47C9C95F-7187-0B4A-8496-E31A38F679B9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451" name="Line 269">
                      <a:extLst>
                        <a:ext uri="{FF2B5EF4-FFF2-40B4-BE49-F238E27FC236}">
                          <a16:creationId xmlns:a16="http://schemas.microsoft.com/office/drawing/2014/main" id="{33A91F87-4A1F-2D40-8D8C-B09DE015907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447" name="Group 270">
                    <a:extLst>
                      <a:ext uri="{FF2B5EF4-FFF2-40B4-BE49-F238E27FC236}">
                        <a16:creationId xmlns:a16="http://schemas.microsoft.com/office/drawing/2014/main" id="{500194A4-54C5-0641-B353-57816A03636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448" name="Line 271">
                      <a:extLst>
                        <a:ext uri="{FF2B5EF4-FFF2-40B4-BE49-F238E27FC236}">
                          <a16:creationId xmlns:a16="http://schemas.microsoft.com/office/drawing/2014/main" id="{1FDA36DA-2649-534C-B0C6-3320116F465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449" name="Line 272">
                      <a:extLst>
                        <a:ext uri="{FF2B5EF4-FFF2-40B4-BE49-F238E27FC236}">
                          <a16:creationId xmlns:a16="http://schemas.microsoft.com/office/drawing/2014/main" id="{ED38F4B9-ADDD-1740-ACAD-6B7D2291F3D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439" name="Group 273">
                  <a:extLst>
                    <a:ext uri="{FF2B5EF4-FFF2-40B4-BE49-F238E27FC236}">
                      <a16:creationId xmlns:a16="http://schemas.microsoft.com/office/drawing/2014/main" id="{DBA0E83F-92A1-3B41-828B-8B2BBBBAA69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440" name="Group 274">
                    <a:extLst>
                      <a:ext uri="{FF2B5EF4-FFF2-40B4-BE49-F238E27FC236}">
                        <a16:creationId xmlns:a16="http://schemas.microsoft.com/office/drawing/2014/main" id="{ADE50871-4E66-4249-9CD5-5873E4222FC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444" name="Line 275">
                      <a:extLst>
                        <a:ext uri="{FF2B5EF4-FFF2-40B4-BE49-F238E27FC236}">
                          <a16:creationId xmlns:a16="http://schemas.microsoft.com/office/drawing/2014/main" id="{6105385D-B8C1-9E47-B0C5-FD41228A2B3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445" name="Line 276">
                      <a:extLst>
                        <a:ext uri="{FF2B5EF4-FFF2-40B4-BE49-F238E27FC236}">
                          <a16:creationId xmlns:a16="http://schemas.microsoft.com/office/drawing/2014/main" id="{E47EBE3F-A869-2749-9EBA-837F378EC1B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441" name="Group 277">
                    <a:extLst>
                      <a:ext uri="{FF2B5EF4-FFF2-40B4-BE49-F238E27FC236}">
                        <a16:creationId xmlns:a16="http://schemas.microsoft.com/office/drawing/2014/main" id="{C321EA68-449A-194D-B714-57BECE87067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442" name="Line 278">
                      <a:extLst>
                        <a:ext uri="{FF2B5EF4-FFF2-40B4-BE49-F238E27FC236}">
                          <a16:creationId xmlns:a16="http://schemas.microsoft.com/office/drawing/2014/main" id="{0BC1D629-7CBF-4947-BBB5-DF0E6A1B00D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443" name="Line 279">
                      <a:extLst>
                        <a:ext uri="{FF2B5EF4-FFF2-40B4-BE49-F238E27FC236}">
                          <a16:creationId xmlns:a16="http://schemas.microsoft.com/office/drawing/2014/main" id="{E702AD42-70DB-5441-87E9-BC7872AFFF3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428" name="Group 280">
                <a:extLst>
                  <a:ext uri="{FF2B5EF4-FFF2-40B4-BE49-F238E27FC236}">
                    <a16:creationId xmlns:a16="http://schemas.microsoft.com/office/drawing/2014/main" id="{BE071EE1-B986-0248-B7C6-E944D585DA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432" name="Group 281">
                  <a:extLst>
                    <a:ext uri="{FF2B5EF4-FFF2-40B4-BE49-F238E27FC236}">
                      <a16:creationId xmlns:a16="http://schemas.microsoft.com/office/drawing/2014/main" id="{7229A489-CAC6-274F-AF69-A101419B763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436" name="Line 282">
                    <a:extLst>
                      <a:ext uri="{FF2B5EF4-FFF2-40B4-BE49-F238E27FC236}">
                        <a16:creationId xmlns:a16="http://schemas.microsoft.com/office/drawing/2014/main" id="{74E31333-2568-0642-8D3B-1650F159FCF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437" name="Line 283">
                    <a:extLst>
                      <a:ext uri="{FF2B5EF4-FFF2-40B4-BE49-F238E27FC236}">
                        <a16:creationId xmlns:a16="http://schemas.microsoft.com/office/drawing/2014/main" id="{98BA3F1E-08EE-4746-B16D-A5A2FB8E92D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</p:grpSp>
            <p:grpSp>
              <p:nvGrpSpPr>
                <p:cNvPr id="433" name="Group 284">
                  <a:extLst>
                    <a:ext uri="{FF2B5EF4-FFF2-40B4-BE49-F238E27FC236}">
                      <a16:creationId xmlns:a16="http://schemas.microsoft.com/office/drawing/2014/main" id="{199D0F45-97C2-344B-85F5-3E8B9657CFE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434" name="Line 285">
                    <a:extLst>
                      <a:ext uri="{FF2B5EF4-FFF2-40B4-BE49-F238E27FC236}">
                        <a16:creationId xmlns:a16="http://schemas.microsoft.com/office/drawing/2014/main" id="{B2664896-9A99-934B-910D-7193C0DAD30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435" name="Line 286">
                    <a:extLst>
                      <a:ext uri="{FF2B5EF4-FFF2-40B4-BE49-F238E27FC236}">
                        <a16:creationId xmlns:a16="http://schemas.microsoft.com/office/drawing/2014/main" id="{E43C55B4-FF96-6947-854C-72D13A10754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</p:grpSp>
          </p:grpSp>
          <p:grpSp>
            <p:nvGrpSpPr>
              <p:cNvPr id="429" name="Group 287">
                <a:extLst>
                  <a:ext uri="{FF2B5EF4-FFF2-40B4-BE49-F238E27FC236}">
                    <a16:creationId xmlns:a16="http://schemas.microsoft.com/office/drawing/2014/main" id="{E773068B-72AF-1E4E-805C-FB886AD6640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1" y="1071"/>
                <a:ext cx="145" cy="144"/>
                <a:chOff x="672" y="1920"/>
                <a:chExt cx="145" cy="144"/>
              </a:xfrm>
            </p:grpSpPr>
            <p:sp>
              <p:nvSpPr>
                <p:cNvPr id="430" name="Line 288">
                  <a:extLst>
                    <a:ext uri="{FF2B5EF4-FFF2-40B4-BE49-F238E27FC236}">
                      <a16:creationId xmlns:a16="http://schemas.microsoft.com/office/drawing/2014/main" id="{016DE7C6-744C-CF4D-9603-B9B0567975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endParaRPr>
                </a:p>
              </p:txBody>
            </p:sp>
            <p:sp>
              <p:nvSpPr>
                <p:cNvPr id="431" name="Line 289">
                  <a:extLst>
                    <a:ext uri="{FF2B5EF4-FFF2-40B4-BE49-F238E27FC236}">
                      <a16:creationId xmlns:a16="http://schemas.microsoft.com/office/drawing/2014/main" id="{3936F322-2E52-8A48-98FB-C4941C484F3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="" xmlns:a14="http://schemas.microsoft.com/office/drawing/2010/main">
                      <a:noFill/>
                    </a14:hiddenFill>
                  </a:ext>
                  <a:ext uri="{AF507438-7753-43e0-B8FC-AC1667EBCBE1}">
                    <a14:hiddenEffects xmlns="" xmlns:a14="http://schemas.microsoft.com/office/drawing/2010/main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/>
                    <a:ea typeface="+mn-ea"/>
                    <a:cs typeface="Arial"/>
                  </a:endParaRPr>
                </a:p>
              </p:txBody>
            </p:sp>
          </p:grpSp>
        </p:grpSp>
        <p:grpSp>
          <p:nvGrpSpPr>
            <p:cNvPr id="412" name="Group 290">
              <a:extLst>
                <a:ext uri="{FF2B5EF4-FFF2-40B4-BE49-F238E27FC236}">
                  <a16:creationId xmlns:a16="http://schemas.microsoft.com/office/drawing/2014/main" id="{F68B663C-2198-094C-B28B-2828EAAB82D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413" name="Group 291">
                <a:extLst>
                  <a:ext uri="{FF2B5EF4-FFF2-40B4-BE49-F238E27FC236}">
                    <a16:creationId xmlns:a16="http://schemas.microsoft.com/office/drawing/2014/main" id="{5A97AB60-18EF-0243-A1FF-2BF42CBB2F7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421" name="Group 292">
                  <a:extLst>
                    <a:ext uri="{FF2B5EF4-FFF2-40B4-BE49-F238E27FC236}">
                      <a16:creationId xmlns:a16="http://schemas.microsoft.com/office/drawing/2014/main" id="{2B4B77F7-854F-F143-9436-9C80F22387D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425" name="Line 293">
                    <a:extLst>
                      <a:ext uri="{FF2B5EF4-FFF2-40B4-BE49-F238E27FC236}">
                        <a16:creationId xmlns:a16="http://schemas.microsoft.com/office/drawing/2014/main" id="{2FF0E93C-F1F9-7B49-8B1B-8BAD10F67A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426" name="Line 294">
                    <a:extLst>
                      <a:ext uri="{FF2B5EF4-FFF2-40B4-BE49-F238E27FC236}">
                        <a16:creationId xmlns:a16="http://schemas.microsoft.com/office/drawing/2014/main" id="{44E6EFCD-AE01-414D-8B02-800D0BCBAB2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</p:grpSp>
            <p:grpSp>
              <p:nvGrpSpPr>
                <p:cNvPr id="422" name="Group 295">
                  <a:extLst>
                    <a:ext uri="{FF2B5EF4-FFF2-40B4-BE49-F238E27FC236}">
                      <a16:creationId xmlns:a16="http://schemas.microsoft.com/office/drawing/2014/main" id="{F14A7FE1-7840-A04E-8A45-1602A0A5CB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423" name="Line 296">
                    <a:extLst>
                      <a:ext uri="{FF2B5EF4-FFF2-40B4-BE49-F238E27FC236}">
                        <a16:creationId xmlns:a16="http://schemas.microsoft.com/office/drawing/2014/main" id="{0C44817A-8DE7-E74C-8DEF-886B482227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424" name="Line 297">
                    <a:extLst>
                      <a:ext uri="{FF2B5EF4-FFF2-40B4-BE49-F238E27FC236}">
                        <a16:creationId xmlns:a16="http://schemas.microsoft.com/office/drawing/2014/main" id="{C7FE7A0E-E74D-E840-B1B1-ED9C2641F67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</p:grpSp>
          </p:grpSp>
          <p:grpSp>
            <p:nvGrpSpPr>
              <p:cNvPr id="414" name="Group 298">
                <a:extLst>
                  <a:ext uri="{FF2B5EF4-FFF2-40B4-BE49-F238E27FC236}">
                    <a16:creationId xmlns:a16="http://schemas.microsoft.com/office/drawing/2014/main" id="{BAE76EE8-D72E-7B46-9B65-1BDDB924335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415" name="Group 299">
                  <a:extLst>
                    <a:ext uri="{FF2B5EF4-FFF2-40B4-BE49-F238E27FC236}">
                      <a16:creationId xmlns:a16="http://schemas.microsoft.com/office/drawing/2014/main" id="{83CD0457-8AD2-E843-AAF8-B0F1829FB9D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419" name="Line 300">
                    <a:extLst>
                      <a:ext uri="{FF2B5EF4-FFF2-40B4-BE49-F238E27FC236}">
                        <a16:creationId xmlns:a16="http://schemas.microsoft.com/office/drawing/2014/main" id="{A755790D-3242-B64C-B9BA-B6E2166A5622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420" name="Line 301">
                    <a:extLst>
                      <a:ext uri="{FF2B5EF4-FFF2-40B4-BE49-F238E27FC236}">
                        <a16:creationId xmlns:a16="http://schemas.microsoft.com/office/drawing/2014/main" id="{EE069ECB-9B06-9247-8CA7-98D070E6CE5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</p:grpSp>
            <p:grpSp>
              <p:nvGrpSpPr>
                <p:cNvPr id="416" name="Group 302">
                  <a:extLst>
                    <a:ext uri="{FF2B5EF4-FFF2-40B4-BE49-F238E27FC236}">
                      <a16:creationId xmlns:a16="http://schemas.microsoft.com/office/drawing/2014/main" id="{65323115-99B2-2B48-9A17-90D66814A4D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417" name="Line 303">
                    <a:extLst>
                      <a:ext uri="{FF2B5EF4-FFF2-40B4-BE49-F238E27FC236}">
                        <a16:creationId xmlns:a16="http://schemas.microsoft.com/office/drawing/2014/main" id="{19BED610-B77A-0442-981F-B9C075A7899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418" name="Line 304">
                    <a:extLst>
                      <a:ext uri="{FF2B5EF4-FFF2-40B4-BE49-F238E27FC236}">
                        <a16:creationId xmlns:a16="http://schemas.microsoft.com/office/drawing/2014/main" id="{66FBF5F5-B319-504D-8CF7-D8606838AD4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</p:grpSp>
          </p:grpSp>
        </p:grpSp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B26649D5-E4EE-4F43-8952-3DE73D1995E6}"/>
              </a:ext>
            </a:extLst>
          </p:cNvPr>
          <p:cNvGrpSpPr/>
          <p:nvPr/>
        </p:nvGrpSpPr>
        <p:grpSpPr>
          <a:xfrm>
            <a:off x="6369579" y="1703345"/>
            <a:ext cx="4535488" cy="2581276"/>
            <a:chOff x="7656512" y="-921322"/>
            <a:chExt cx="4535488" cy="2581276"/>
          </a:xfrm>
        </p:grpSpPr>
        <p:grpSp>
          <p:nvGrpSpPr>
            <p:cNvPr id="363" name="Group 306">
              <a:extLst>
                <a:ext uri="{FF2B5EF4-FFF2-40B4-BE49-F238E27FC236}">
                  <a16:creationId xmlns:a16="http://schemas.microsoft.com/office/drawing/2014/main" id="{0516F032-FE9D-2B4F-8986-B4FAAF3F016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656512" y="-921322"/>
              <a:ext cx="2552700" cy="2525713"/>
              <a:chOff x="648" y="1147"/>
              <a:chExt cx="1608" cy="1591"/>
            </a:xfrm>
          </p:grpSpPr>
          <p:grpSp>
            <p:nvGrpSpPr>
              <p:cNvPr id="370" name="Group 307">
                <a:extLst>
                  <a:ext uri="{FF2B5EF4-FFF2-40B4-BE49-F238E27FC236}">
                    <a16:creationId xmlns:a16="http://schemas.microsoft.com/office/drawing/2014/main" id="{FCE877C4-30B2-B143-B2B5-3F9FC5C206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386" name="Group 308">
                  <a:extLst>
                    <a:ext uri="{FF2B5EF4-FFF2-40B4-BE49-F238E27FC236}">
                      <a16:creationId xmlns:a16="http://schemas.microsoft.com/office/drawing/2014/main" id="{FAA05A91-979A-6E4C-A6D3-AF67FC04652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397" name="Group 309">
                    <a:extLst>
                      <a:ext uri="{FF2B5EF4-FFF2-40B4-BE49-F238E27FC236}">
                        <a16:creationId xmlns:a16="http://schemas.microsoft.com/office/drawing/2014/main" id="{6021DC4E-9A45-C14C-A354-9C1D3F32B88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405" name="Group 310">
                      <a:extLst>
                        <a:ext uri="{FF2B5EF4-FFF2-40B4-BE49-F238E27FC236}">
                          <a16:creationId xmlns:a16="http://schemas.microsoft.com/office/drawing/2014/main" id="{47E1CFDB-4FDB-1C44-93F6-7ABDF732EA83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409" name="Line 311">
                        <a:extLst>
                          <a:ext uri="{FF2B5EF4-FFF2-40B4-BE49-F238E27FC236}">
                            <a16:creationId xmlns:a16="http://schemas.microsoft.com/office/drawing/2014/main" id="{52426066-BE78-FA40-BA19-55914C827C4A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A3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endParaRPr>
                      </a:p>
                    </p:txBody>
                  </p:sp>
                  <p:sp>
                    <p:nvSpPr>
                      <p:cNvPr id="410" name="Line 312">
                        <a:extLst>
                          <a:ext uri="{FF2B5EF4-FFF2-40B4-BE49-F238E27FC236}">
                            <a16:creationId xmlns:a16="http://schemas.microsoft.com/office/drawing/2014/main" id="{E2F7B2B2-36A4-CA4B-A8CF-83716F4F674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A3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406" name="Group 313">
                      <a:extLst>
                        <a:ext uri="{FF2B5EF4-FFF2-40B4-BE49-F238E27FC236}">
                          <a16:creationId xmlns:a16="http://schemas.microsoft.com/office/drawing/2014/main" id="{4755E447-E81B-0944-A9A7-DF6C99CDB035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407" name="Line 314">
                        <a:extLst>
                          <a:ext uri="{FF2B5EF4-FFF2-40B4-BE49-F238E27FC236}">
                            <a16:creationId xmlns:a16="http://schemas.microsoft.com/office/drawing/2014/main" id="{F1EF30CE-F055-0149-B8A3-9DEF6EF73A84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A3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endParaRPr>
                      </a:p>
                    </p:txBody>
                  </p:sp>
                  <p:sp>
                    <p:nvSpPr>
                      <p:cNvPr id="408" name="Line 315">
                        <a:extLst>
                          <a:ext uri="{FF2B5EF4-FFF2-40B4-BE49-F238E27FC236}">
                            <a16:creationId xmlns:a16="http://schemas.microsoft.com/office/drawing/2014/main" id="{0BB5EB04-9952-174C-99CD-3427A06864B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A3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398" name="Group 316">
                    <a:extLst>
                      <a:ext uri="{FF2B5EF4-FFF2-40B4-BE49-F238E27FC236}">
                        <a16:creationId xmlns:a16="http://schemas.microsoft.com/office/drawing/2014/main" id="{58F1F43C-1F32-F443-BAEB-492023EFC88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399" name="Group 317">
                      <a:extLst>
                        <a:ext uri="{FF2B5EF4-FFF2-40B4-BE49-F238E27FC236}">
                          <a16:creationId xmlns:a16="http://schemas.microsoft.com/office/drawing/2014/main" id="{90824723-F5D4-E244-8DF6-AE09CB2E7FE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403" name="Line 318">
                        <a:extLst>
                          <a:ext uri="{FF2B5EF4-FFF2-40B4-BE49-F238E27FC236}">
                            <a16:creationId xmlns:a16="http://schemas.microsoft.com/office/drawing/2014/main" id="{ACB7FC2A-303F-4648-9F38-4CCCB1BB39B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A3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endParaRPr>
                      </a:p>
                    </p:txBody>
                  </p:sp>
                  <p:sp>
                    <p:nvSpPr>
                      <p:cNvPr id="404" name="Line 319">
                        <a:extLst>
                          <a:ext uri="{FF2B5EF4-FFF2-40B4-BE49-F238E27FC236}">
                            <a16:creationId xmlns:a16="http://schemas.microsoft.com/office/drawing/2014/main" id="{09ABC1E4-7543-A340-914F-466169FB484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A3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400" name="Group 320">
                      <a:extLst>
                        <a:ext uri="{FF2B5EF4-FFF2-40B4-BE49-F238E27FC236}">
                          <a16:creationId xmlns:a16="http://schemas.microsoft.com/office/drawing/2014/main" id="{D7DAEDF4-8339-8F41-B87B-88131AEDDC5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401" name="Line 321">
                        <a:extLst>
                          <a:ext uri="{FF2B5EF4-FFF2-40B4-BE49-F238E27FC236}">
                            <a16:creationId xmlns:a16="http://schemas.microsoft.com/office/drawing/2014/main" id="{E0F86CC7-DAB8-AD47-9235-069B9F5E2988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A3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endParaRPr>
                      </a:p>
                    </p:txBody>
                  </p:sp>
                  <p:sp>
                    <p:nvSpPr>
                      <p:cNvPr id="402" name="Line 322">
                        <a:extLst>
                          <a:ext uri="{FF2B5EF4-FFF2-40B4-BE49-F238E27FC236}">
                            <a16:creationId xmlns:a16="http://schemas.microsoft.com/office/drawing/2014/main" id="{8BE66779-1A50-884A-851D-35266CBCC86C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A3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="" xmlns:a14="http://schemas.microsoft.com/office/drawing/2010/main">
                            <a:noFill/>
                          </a14:hiddenFill>
                        </a:ext>
                        <a:ext uri="{AF507438-7753-43e0-B8FC-AC1667EBCBE1}">
                          <a14:hiddenEffects xmlns="" xmlns:a14="http://schemas.microsoft.com/office/drawing/2010/main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10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18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387" name="Group 323">
                  <a:extLst>
                    <a:ext uri="{FF2B5EF4-FFF2-40B4-BE49-F238E27FC236}">
                      <a16:creationId xmlns:a16="http://schemas.microsoft.com/office/drawing/2014/main" id="{BE59FF33-CDA5-7244-B201-8AAE14DC6D5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91" name="Group 324">
                    <a:extLst>
                      <a:ext uri="{FF2B5EF4-FFF2-40B4-BE49-F238E27FC236}">
                        <a16:creationId xmlns:a16="http://schemas.microsoft.com/office/drawing/2014/main" id="{3E3B7537-9F96-EE42-A049-F8C1ACA68B5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395" name="Line 325">
                      <a:extLst>
                        <a:ext uri="{FF2B5EF4-FFF2-40B4-BE49-F238E27FC236}">
                          <a16:creationId xmlns:a16="http://schemas.microsoft.com/office/drawing/2014/main" id="{E1F9D205-0879-BF4E-BAAF-622A6E70515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396" name="Line 326">
                      <a:extLst>
                        <a:ext uri="{FF2B5EF4-FFF2-40B4-BE49-F238E27FC236}">
                          <a16:creationId xmlns:a16="http://schemas.microsoft.com/office/drawing/2014/main" id="{2EE9D9A7-6728-744E-806D-B66ED0F1538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92" name="Group 327">
                    <a:extLst>
                      <a:ext uri="{FF2B5EF4-FFF2-40B4-BE49-F238E27FC236}">
                        <a16:creationId xmlns:a16="http://schemas.microsoft.com/office/drawing/2014/main" id="{CF99EC66-E905-E94E-9D9A-19C9F943BBA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393" name="Line 328">
                      <a:extLst>
                        <a:ext uri="{FF2B5EF4-FFF2-40B4-BE49-F238E27FC236}">
                          <a16:creationId xmlns:a16="http://schemas.microsoft.com/office/drawing/2014/main" id="{F9B5BC5E-33FB-D349-A3DD-AE03FB3C1E1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394" name="Line 329">
                      <a:extLst>
                        <a:ext uri="{FF2B5EF4-FFF2-40B4-BE49-F238E27FC236}">
                          <a16:creationId xmlns:a16="http://schemas.microsoft.com/office/drawing/2014/main" id="{CBD9259E-F38C-E54B-B7E4-98FDD08A911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88" name="Group 330">
                  <a:extLst>
                    <a:ext uri="{FF2B5EF4-FFF2-40B4-BE49-F238E27FC236}">
                      <a16:creationId xmlns:a16="http://schemas.microsoft.com/office/drawing/2014/main" id="{5323BDFE-0961-3146-B4B4-FC0E9736C8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sp>
                <p:nvSpPr>
                  <p:cNvPr id="389" name="Line 331">
                    <a:extLst>
                      <a:ext uri="{FF2B5EF4-FFF2-40B4-BE49-F238E27FC236}">
                        <a16:creationId xmlns:a16="http://schemas.microsoft.com/office/drawing/2014/main" id="{6115D713-81B5-6747-96FA-0F9C8C6035B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0000A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390" name="Line 332">
                    <a:extLst>
                      <a:ext uri="{FF2B5EF4-FFF2-40B4-BE49-F238E27FC236}">
                        <a16:creationId xmlns:a16="http://schemas.microsoft.com/office/drawing/2014/main" id="{B9642549-AB85-A04B-8EC5-ADCFF9097C0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0000A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="" xmlns:a14="http://schemas.microsoft.com/office/drawing/2010/main">
                        <a:noFill/>
                      </a14:hiddenFill>
                    </a:ext>
                    <a:ext uri="{AF507438-7753-43e0-B8FC-AC1667EBCBE1}">
                      <a14:hiddenEffects xmlns="" xmlns:a14="http://schemas.microsoft.com/office/drawing/2010/main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Arial"/>
                      <a:ea typeface="+mn-ea"/>
                      <a:cs typeface="Arial"/>
                    </a:endParaRPr>
                  </a:p>
                </p:txBody>
              </p:sp>
            </p:grpSp>
          </p:grpSp>
          <p:grpSp>
            <p:nvGrpSpPr>
              <p:cNvPr id="371" name="Group 333">
                <a:extLst>
                  <a:ext uri="{FF2B5EF4-FFF2-40B4-BE49-F238E27FC236}">
                    <a16:creationId xmlns:a16="http://schemas.microsoft.com/office/drawing/2014/main" id="{CAC31C7D-05D6-2F4D-A00D-F83483273BA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372" name="Group 334">
                  <a:extLst>
                    <a:ext uri="{FF2B5EF4-FFF2-40B4-BE49-F238E27FC236}">
                      <a16:creationId xmlns:a16="http://schemas.microsoft.com/office/drawing/2014/main" id="{71C7249F-3067-1F4D-8F66-1B5B1094A3C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80" name="Group 335">
                    <a:extLst>
                      <a:ext uri="{FF2B5EF4-FFF2-40B4-BE49-F238E27FC236}">
                        <a16:creationId xmlns:a16="http://schemas.microsoft.com/office/drawing/2014/main" id="{C5A6F622-F154-BF45-9F94-C3B10DC0A85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384" name="Line 336">
                      <a:extLst>
                        <a:ext uri="{FF2B5EF4-FFF2-40B4-BE49-F238E27FC236}">
                          <a16:creationId xmlns:a16="http://schemas.microsoft.com/office/drawing/2014/main" id="{DD57CCE3-92DB-3247-9E4F-34ADAD46C15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385" name="Line 337">
                      <a:extLst>
                        <a:ext uri="{FF2B5EF4-FFF2-40B4-BE49-F238E27FC236}">
                          <a16:creationId xmlns:a16="http://schemas.microsoft.com/office/drawing/2014/main" id="{CCEF5726-C82F-2140-91D2-989A78841E5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81" name="Group 338">
                    <a:extLst>
                      <a:ext uri="{FF2B5EF4-FFF2-40B4-BE49-F238E27FC236}">
                        <a16:creationId xmlns:a16="http://schemas.microsoft.com/office/drawing/2014/main" id="{A14C6AF9-8449-1549-B8F5-37FD02854ED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382" name="Line 339">
                      <a:extLst>
                        <a:ext uri="{FF2B5EF4-FFF2-40B4-BE49-F238E27FC236}">
                          <a16:creationId xmlns:a16="http://schemas.microsoft.com/office/drawing/2014/main" id="{E22E39A0-17D3-5348-8C6E-A704BE850B0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383" name="Line 340">
                      <a:extLst>
                        <a:ext uri="{FF2B5EF4-FFF2-40B4-BE49-F238E27FC236}">
                          <a16:creationId xmlns:a16="http://schemas.microsoft.com/office/drawing/2014/main" id="{5846B49D-0E13-4949-B39E-580AB2FACA2A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373" name="Group 341">
                  <a:extLst>
                    <a:ext uri="{FF2B5EF4-FFF2-40B4-BE49-F238E27FC236}">
                      <a16:creationId xmlns:a16="http://schemas.microsoft.com/office/drawing/2014/main" id="{4D3495D5-9154-054B-BBB9-65F4FEE5F5C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374" name="Group 342">
                    <a:extLst>
                      <a:ext uri="{FF2B5EF4-FFF2-40B4-BE49-F238E27FC236}">
                        <a16:creationId xmlns:a16="http://schemas.microsoft.com/office/drawing/2014/main" id="{E8975124-5DEB-2042-8ABB-BA0BC8FC6E6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378" name="Line 343">
                      <a:extLst>
                        <a:ext uri="{FF2B5EF4-FFF2-40B4-BE49-F238E27FC236}">
                          <a16:creationId xmlns:a16="http://schemas.microsoft.com/office/drawing/2014/main" id="{ADD7229B-D47C-E645-BBB5-A8204AC76F3F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379" name="Line 344">
                      <a:extLst>
                        <a:ext uri="{FF2B5EF4-FFF2-40B4-BE49-F238E27FC236}">
                          <a16:creationId xmlns:a16="http://schemas.microsoft.com/office/drawing/2014/main" id="{93FA844C-058B-B945-9BEC-1FC4A08EC3A6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375" name="Group 345">
                    <a:extLst>
                      <a:ext uri="{FF2B5EF4-FFF2-40B4-BE49-F238E27FC236}">
                        <a16:creationId xmlns:a16="http://schemas.microsoft.com/office/drawing/2014/main" id="{936A7715-A350-CD4E-AD3B-646C2FC0EB7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376" name="Line 346">
                      <a:extLst>
                        <a:ext uri="{FF2B5EF4-FFF2-40B4-BE49-F238E27FC236}">
                          <a16:creationId xmlns:a16="http://schemas.microsoft.com/office/drawing/2014/main" id="{45FC6DFA-C931-4E4B-9342-F3BF4820A7F5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377" name="Line 347">
                      <a:extLst>
                        <a:ext uri="{FF2B5EF4-FFF2-40B4-BE49-F238E27FC236}">
                          <a16:creationId xmlns:a16="http://schemas.microsoft.com/office/drawing/2014/main" id="{1ABA2EAC-0A2B-D945-84F7-2973AB6D7D2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="" xmlns:a14="http://schemas.microsoft.com/office/drawing/2010/main">
                          <a:noFill/>
                        </a14:hiddenFill>
                      </a:ext>
                      <a:ext uri="{AF507438-7753-43e0-B8FC-AC1667EBCBE1}">
                        <a14:hiddenEffects xmlns="" xmlns:a14="http://schemas.microsoft.com/office/drawing/2010/main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364" name="Text Box 348">
              <a:extLst>
                <a:ext uri="{FF2B5EF4-FFF2-40B4-BE49-F238E27FC236}">
                  <a16:creationId xmlns:a16="http://schemas.microsoft.com/office/drawing/2014/main" id="{1EE074AD-465E-A046-A879-EADCFBBADE8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26412" y="951929"/>
              <a:ext cx="4065588" cy="7080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="" xmlns:a14="http://schemas.microsoft.com/office/drawing/2010/main">
                  <a:solidFill>
                    <a:schemeClr val="bg1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3. </a:t>
              </a: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video received, played out at client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(30 frames/sec)</a:t>
              </a: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endParaRPr>
            </a:p>
          </p:txBody>
        </p:sp>
        <p:grpSp>
          <p:nvGrpSpPr>
            <p:cNvPr id="365" name="Group 349">
              <a:extLst>
                <a:ext uri="{FF2B5EF4-FFF2-40B4-BE49-F238E27FC236}">
                  <a16:creationId xmlns:a16="http://schemas.microsoft.com/office/drawing/2014/main" id="{0388287B-726E-2B4E-A59D-B016F4430D4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312275" y="210566"/>
              <a:ext cx="677863" cy="663575"/>
              <a:chOff x="4437" y="1472"/>
              <a:chExt cx="427" cy="418"/>
            </a:xfrm>
          </p:grpSpPr>
          <p:sp>
            <p:nvSpPr>
              <p:cNvPr id="366" name="Rectangle 350">
                <a:extLst>
                  <a:ext uri="{FF2B5EF4-FFF2-40B4-BE49-F238E27FC236}">
                    <a16:creationId xmlns:a16="http://schemas.microsoft.com/office/drawing/2014/main" id="{BFCF8F0E-EC75-D24F-AAFC-E0B1D5278C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3" y="1475"/>
                <a:ext cx="421" cy="361"/>
              </a:xfrm>
              <a:prstGeom prst="rect">
                <a:avLst/>
              </a:prstGeom>
              <a:gradFill rotWithShape="0">
                <a:gsLst>
                  <a:gs pos="0">
                    <a:srgbClr val="99CCFF">
                      <a:gamma/>
                      <a:shade val="46275"/>
                      <a:invGamma/>
                    </a:srgbClr>
                  </a:gs>
                  <a:gs pos="50000">
                    <a:srgbClr val="99CCFF"/>
                  </a:gs>
                  <a:gs pos="100000">
                    <a:srgbClr val="99CCFF">
                      <a:gamma/>
                      <a:shade val="46275"/>
                      <a:invGamma/>
                    </a:srgbClr>
                  </a:gs>
                </a:gsLst>
                <a:lin ang="5400000" scaled="1"/>
              </a:gra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367" name="Rectangle 351">
                <a:extLst>
                  <a:ext uri="{FF2B5EF4-FFF2-40B4-BE49-F238E27FC236}">
                    <a16:creationId xmlns:a16="http://schemas.microsoft.com/office/drawing/2014/main" id="{14E93C87-60E1-B54D-BE05-A6BA7A645D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67" y="1837"/>
                <a:ext cx="179" cy="23"/>
              </a:xfrm>
              <a:prstGeom prst="rect">
                <a:avLst/>
              </a:prstGeom>
              <a:solidFill>
                <a:srgbClr val="5F5F5F"/>
              </a:solidFill>
              <a:ln w="19050">
                <a:solidFill>
                  <a:srgbClr val="5F5F5F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368" name="Rectangle 352">
                <a:extLst>
                  <a:ext uri="{FF2B5EF4-FFF2-40B4-BE49-F238E27FC236}">
                    <a16:creationId xmlns:a16="http://schemas.microsoft.com/office/drawing/2014/main" id="{F78CE801-66E6-3847-8195-5DFE1E22B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2" y="1866"/>
                <a:ext cx="414" cy="24"/>
              </a:xfrm>
              <a:prstGeom prst="rect">
                <a:avLst/>
              </a:prstGeom>
              <a:solidFill>
                <a:schemeClr val="tx2"/>
              </a:solidFill>
              <a:ln w="19050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  <p:sp>
            <p:nvSpPr>
              <p:cNvPr id="369" name="Rectangle 353">
                <a:extLst>
                  <a:ext uri="{FF2B5EF4-FFF2-40B4-BE49-F238E27FC236}">
                    <a16:creationId xmlns:a16="http://schemas.microsoft.com/office/drawing/2014/main" id="{28642E6F-604C-1A49-B871-85987CBF86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37" y="1472"/>
                <a:ext cx="423" cy="356"/>
              </a:xfrm>
              <a:prstGeom prst="rect">
                <a:avLst/>
              </a:prstGeom>
              <a:noFill/>
              <a:ln w="19050">
                <a:solidFill>
                  <a:srgbClr val="0000A3"/>
                </a:solidFill>
                <a:miter lim="800000"/>
                <a:headEnd/>
                <a:tailEnd/>
              </a:ln>
              <a:effectLst/>
              <a:extLst>
                <a:ext uri="{909E8E84-426E-40dd-AFC4-6F175D3DCCD1}">
                  <a14:hiddenFill xmlns=""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="" xmlns:a14="http://schemas.microsoft.com/office/drawing/2010/main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/>
                  <a:ea typeface="+mn-ea"/>
                  <a:cs typeface="Arial"/>
                </a:endParaRPr>
              </a:p>
            </p:txBody>
          </p:sp>
        </p:grpSp>
      </p:grpSp>
      <p:sp>
        <p:nvSpPr>
          <p:cNvPr id="452" name="Line 169">
            <a:extLst>
              <a:ext uri="{FF2B5EF4-FFF2-40B4-BE49-F238E27FC236}">
                <a16:creationId xmlns:a16="http://schemas.microsoft.com/office/drawing/2014/main" id="{DA225847-8F7D-9F44-BA01-7DC68D99A9B7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1386918" y="4214238"/>
            <a:ext cx="7815263" cy="14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="" xmlns:a14="http://schemas.microsoft.com/office/drawing/2010/main">
                <a:noFill/>
              </a14:hiddenFill>
            </a:ext>
            <a:ext uri="{AF507438-7753-43e0-B8FC-AC1667EBCBE1}">
              <a14:hiddenEffects xmlns=""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/>
              <a:ea typeface="+mn-ea"/>
              <a:cs typeface="Arial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E0D6503-9562-024F-BE70-62D92EDC5180}"/>
              </a:ext>
            </a:extLst>
          </p:cNvPr>
          <p:cNvGrpSpPr/>
          <p:nvPr/>
        </p:nvGrpSpPr>
        <p:grpSpPr>
          <a:xfrm>
            <a:off x="3779783" y="4034727"/>
            <a:ext cx="249757" cy="291754"/>
            <a:chOff x="9055510" y="606165"/>
            <a:chExt cx="249757" cy="291754"/>
          </a:xfrm>
        </p:grpSpPr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8B913BD-3831-124B-83EB-5B289E761C4D}"/>
                </a:ext>
              </a:extLst>
            </p:cNvPr>
            <p:cNvSpPr/>
            <p:nvPr/>
          </p:nvSpPr>
          <p:spPr>
            <a:xfrm rot="1596992">
              <a:off x="9109854" y="606165"/>
              <a:ext cx="133240" cy="291754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417BA7FC-5B58-E045-9862-35230DAF716C}"/>
                </a:ext>
              </a:extLst>
            </p:cNvPr>
            <p:cNvCxnSpPr/>
            <p:nvPr/>
          </p:nvCxnSpPr>
          <p:spPr>
            <a:xfrm flipH="1">
              <a:off x="9055510" y="634181"/>
              <a:ext cx="128405" cy="25072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3" name="Straight Connector 452">
              <a:extLst>
                <a:ext uri="{FF2B5EF4-FFF2-40B4-BE49-F238E27FC236}">
                  <a16:creationId xmlns:a16="http://schemas.microsoft.com/office/drawing/2014/main" id="{3989452D-2D4A-884A-9775-581E405FF2DD}"/>
                </a:ext>
              </a:extLst>
            </p:cNvPr>
            <p:cNvCxnSpPr/>
            <p:nvPr/>
          </p:nvCxnSpPr>
          <p:spPr>
            <a:xfrm flipH="1">
              <a:off x="9176862" y="638677"/>
              <a:ext cx="128405" cy="25072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" name="Group 6">
            <a:extLst>
              <a:ext uri="{FF2B5EF4-FFF2-40B4-BE49-F238E27FC236}">
                <a16:creationId xmlns:a16="http://schemas.microsoft.com/office/drawing/2014/main" id="{0DFDC198-9A1E-FB42-8983-6DE13CE8C154}"/>
              </a:ext>
            </a:extLst>
          </p:cNvPr>
          <p:cNvGrpSpPr/>
          <p:nvPr/>
        </p:nvGrpSpPr>
        <p:grpSpPr>
          <a:xfrm>
            <a:off x="4470401" y="4318000"/>
            <a:ext cx="1930400" cy="869908"/>
            <a:chOff x="6858000" y="237067"/>
            <a:chExt cx="1930400" cy="869908"/>
          </a:xfrm>
        </p:grpSpPr>
        <p:sp>
          <p:nvSpPr>
            <p:cNvPr id="358" name="Text Box 362">
              <a:extLst>
                <a:ext uri="{FF2B5EF4-FFF2-40B4-BE49-F238E27FC236}">
                  <a16:creationId xmlns:a16="http://schemas.microsoft.com/office/drawing/2014/main" id="{33CCCA46-E288-AE45-B982-2DDD8E2B00D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999260" y="267187"/>
              <a:ext cx="1616075" cy="839788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  <a:extLst>
              <a:ext uri="{91240B29-F687-4f45-9708-019B960494DF}">
                <a14:hiddenLine xmlns="" xmlns:a14="http://schemas.microsoft.com/office/drawing/2010/main" w="19050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="" xmlns:a14="http://schemas.microsoft.com/office/drawing/2010/main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squar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network delay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(fixed in this example)</a:t>
              </a:r>
            </a:p>
          </p:txBody>
        </p:sp>
        <p:cxnSp>
          <p:nvCxnSpPr>
            <p:cNvPr id="6" name="Straight Arrow Connector 5">
              <a:extLst>
                <a:ext uri="{FF2B5EF4-FFF2-40B4-BE49-F238E27FC236}">
                  <a16:creationId xmlns:a16="http://schemas.microsoft.com/office/drawing/2014/main" id="{4638F084-4052-604E-8890-A35DAF4397B3}"/>
                </a:ext>
              </a:extLst>
            </p:cNvPr>
            <p:cNvCxnSpPr/>
            <p:nvPr/>
          </p:nvCxnSpPr>
          <p:spPr>
            <a:xfrm>
              <a:off x="6858000" y="237067"/>
              <a:ext cx="1930400" cy="0"/>
            </a:xfrm>
            <a:prstGeom prst="straightConnector1">
              <a:avLst/>
            </a:prstGeom>
            <a:ln w="15875">
              <a:solidFill>
                <a:schemeClr val="tx1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94" name="Slide Number Placeholder 2">
            <a:extLst>
              <a:ext uri="{FF2B5EF4-FFF2-40B4-BE49-F238E27FC236}">
                <a16:creationId xmlns:a16="http://schemas.microsoft.com/office/drawing/2014/main" id="{200F8D35-5C8A-854F-A1A3-1381940E739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35470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" dur="500"/>
                                        <p:tgtEl>
                                          <p:spTgt spid="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3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6" dur="500"/>
                                        <p:tgtEl>
                                          <p:spTgt spid="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Streaming stored </a:t>
            </a:r>
            <a:r>
              <a:rPr lang="en-US" altLang="en-US" dirty="0">
                <a:ea typeface="ＭＳ Ｐゴシック" panose="020B0600070205080204" pitchFamily="34" charset="-128"/>
              </a:rPr>
              <a:t>v</a:t>
            </a:r>
            <a:r>
              <a:rPr lang="en-US" altLang="en-US" sz="4400" dirty="0">
                <a:ea typeface="ＭＳ Ｐゴシック" panose="020B0600070205080204" pitchFamily="34" charset="-128"/>
              </a:rPr>
              <a:t>ideo: challenges</a:t>
            </a:r>
          </a:p>
        </p:txBody>
      </p:sp>
      <p:sp>
        <p:nvSpPr>
          <p:cNvPr id="195" name="Rectangle 153">
            <a:extLst>
              <a:ext uri="{FF2B5EF4-FFF2-40B4-BE49-F238E27FC236}">
                <a16:creationId xmlns:a16="http://schemas.microsoft.com/office/drawing/2014/main" id="{F0360033-494E-BF42-811C-9015EDCF8F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801" y="1389828"/>
            <a:ext cx="8553400" cy="448876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continuous playout constraint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 during client video playout, playout timing must match original timing </a:t>
            </a:r>
          </a:p>
          <a:p>
            <a:pPr marL="682625" marR="0" lvl="1" indent="-225425" algn="l" defTabSz="914400" rtl="0" eaLnBrk="1" fontAlgn="auto" latinLnBrk="0" hangingPunct="1">
              <a:lnSpc>
                <a:spcPct val="90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 but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network delays are variable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(jitter), so will need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client-side buffer </a:t>
            </a: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to match continuous playout constraint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75000"/>
              <a:buFont typeface="Wingdings" charset="0"/>
              <a:buChar char="v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4034" name="Picture 2" descr="Image result for netflix rebuffering">
            <a:extLst>
              <a:ext uri="{FF2B5EF4-FFF2-40B4-BE49-F238E27FC236}">
                <a16:creationId xmlns:a16="http://schemas.microsoft.com/office/drawing/2014/main" id="{781B3964-3F60-B74D-87BD-9FF56B024D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35393" y="3044149"/>
            <a:ext cx="2124226" cy="11801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153">
            <a:extLst>
              <a:ext uri="{FF2B5EF4-FFF2-40B4-BE49-F238E27FC236}">
                <a16:creationId xmlns:a16="http://schemas.microsoft.com/office/drawing/2014/main" id="{2D8ACF56-1254-EA43-AF00-B0937780F2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801" y="4167220"/>
            <a:ext cx="8171815" cy="11664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/>
          <a:lstStyle/>
          <a:p>
            <a:pPr marL="282575" marR="0" lvl="0" indent="-28257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other challenges:</a:t>
            </a:r>
          </a:p>
          <a:p>
            <a:pPr marL="682625" marR="0" lvl="1" indent="-22542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 interactivity: pause, fast-forward, rewind, jump through video</a:t>
            </a:r>
          </a:p>
          <a:p>
            <a:pPr marL="682625" marR="0" lvl="1" indent="-225425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Arial"/>
              <a:buChar char="•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video packets may be lost, retransmitted</a:t>
            </a:r>
          </a:p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>
                <a:srgbClr val="000099"/>
              </a:buClr>
              <a:buSzPct val="75000"/>
              <a:buFont typeface="Wingdings" charset="0"/>
              <a:buChar char="v"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A5D2AE2C-F374-234F-A82C-47425405A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66424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9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Streaming stored </a:t>
            </a:r>
            <a:r>
              <a:rPr lang="en-US" altLang="en-US" dirty="0">
                <a:ea typeface="ＭＳ Ｐゴシック" panose="020B0600070205080204" pitchFamily="34" charset="-128"/>
              </a:rPr>
              <a:t>v</a:t>
            </a:r>
            <a:r>
              <a:rPr lang="en-US" altLang="en-US" sz="4400" dirty="0">
                <a:ea typeface="ＭＳ Ｐゴシック" panose="020B0600070205080204" pitchFamily="34" charset="-128"/>
              </a:rPr>
              <a:t>ideo: playout buffering</a:t>
            </a:r>
          </a:p>
        </p:txBody>
      </p:sp>
      <p:sp>
        <p:nvSpPr>
          <p:cNvPr id="195" name="Line 9">
            <a:extLst>
              <a:ext uri="{FF2B5EF4-FFF2-40B4-BE49-F238E27FC236}">
                <a16:creationId xmlns:a16="http://schemas.microsoft.com/office/drawing/2014/main" id="{A2879A06-676B-2645-9200-7687B4C31E56}"/>
              </a:ext>
            </a:extLst>
          </p:cNvPr>
          <p:cNvSpPr>
            <a:spLocks noChangeShapeType="1"/>
          </p:cNvSpPr>
          <p:nvPr/>
        </p:nvSpPr>
        <p:spPr bwMode="auto">
          <a:xfrm>
            <a:off x="2445774" y="1667644"/>
            <a:ext cx="0" cy="2852737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</a:endParaRPr>
          </a:p>
        </p:txBody>
      </p:sp>
      <p:sp>
        <p:nvSpPr>
          <p:cNvPr id="196" name="Line 10">
            <a:extLst>
              <a:ext uri="{FF2B5EF4-FFF2-40B4-BE49-F238E27FC236}">
                <a16:creationId xmlns:a16="http://schemas.microsoft.com/office/drawing/2014/main" id="{0C277100-E592-BE4A-81BB-FCEE0F16D6D6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2436249" y="4510856"/>
            <a:ext cx="7815263" cy="1428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 type="triangle" w="med" len="med"/>
            <a:tailEnd/>
          </a:ln>
          <a:effectLst/>
          <a:extLst>
            <a:ext uri="{909E8E84-426E-40dd-AFC4-6F175D3DCCD1}">
              <a14:hiddenFill xmlns:a14="http://schemas.microsoft.com/office/drawing/2010/main" xmlns="">
                <a:noFill/>
              </a14:hiddenFill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Arial"/>
            </a:endParaRPr>
          </a:p>
        </p:txBody>
      </p:sp>
      <p:sp>
        <p:nvSpPr>
          <p:cNvPr id="197" name="Text Box 58">
            <a:extLst>
              <a:ext uri="{FF2B5EF4-FFF2-40B4-BE49-F238E27FC236}">
                <a16:creationId xmlns:a16="http://schemas.microsoft.com/office/drawing/2014/main" id="{28926672-6078-6B4D-A3A9-0F8C03FF115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077599" y="1770831"/>
            <a:ext cx="1884555" cy="9233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rPr>
              <a:t>       constant bit 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rPr>
              <a:t>      rate video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rPr>
              <a:t>transmission</a:t>
            </a:r>
          </a:p>
        </p:txBody>
      </p:sp>
      <p:grpSp>
        <p:nvGrpSpPr>
          <p:cNvPr id="198" name="Group 60">
            <a:extLst>
              <a:ext uri="{FF2B5EF4-FFF2-40B4-BE49-F238E27FC236}">
                <a16:creationId xmlns:a16="http://schemas.microsoft.com/office/drawing/2014/main" id="{6210DD39-CD82-1A47-A671-C6E1E92DF70E}"/>
              </a:ext>
            </a:extLst>
          </p:cNvPr>
          <p:cNvGrpSpPr>
            <a:grpSpLocks/>
          </p:cNvGrpSpPr>
          <p:nvPr/>
        </p:nvGrpSpPr>
        <p:grpSpPr bwMode="auto">
          <a:xfrm>
            <a:off x="2826774" y="1997844"/>
            <a:ext cx="2552700" cy="2525712"/>
            <a:chOff x="648" y="1147"/>
            <a:chExt cx="1608" cy="1591"/>
          </a:xfrm>
        </p:grpSpPr>
        <p:grpSp>
          <p:nvGrpSpPr>
            <p:cNvPr id="199" name="Group 61">
              <a:extLst>
                <a:ext uri="{FF2B5EF4-FFF2-40B4-BE49-F238E27FC236}">
                  <a16:creationId xmlns:a16="http://schemas.microsoft.com/office/drawing/2014/main" id="{ABD85516-4FF1-C344-BFB9-73A3F6FA6D9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48" y="1725"/>
              <a:ext cx="1024" cy="1013"/>
              <a:chOff x="672" y="1071"/>
              <a:chExt cx="1024" cy="1013"/>
            </a:xfrm>
          </p:grpSpPr>
          <p:grpSp>
            <p:nvGrpSpPr>
              <p:cNvPr id="215" name="Group 62">
                <a:extLst>
                  <a:ext uri="{FF2B5EF4-FFF2-40B4-BE49-F238E27FC236}">
                    <a16:creationId xmlns:a16="http://schemas.microsoft.com/office/drawing/2014/main" id="{086027DC-6B25-C241-B8C9-FEBDD311ABA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1506"/>
                <a:ext cx="583" cy="578"/>
                <a:chOff x="672" y="1486"/>
                <a:chExt cx="583" cy="578"/>
              </a:xfrm>
            </p:grpSpPr>
            <p:grpSp>
              <p:nvGrpSpPr>
                <p:cNvPr id="226" name="Group 63">
                  <a:extLst>
                    <a:ext uri="{FF2B5EF4-FFF2-40B4-BE49-F238E27FC236}">
                      <a16:creationId xmlns:a16="http://schemas.microsoft.com/office/drawing/2014/main" id="{28E8BE44-A8E6-2B43-940A-815DCEC4C39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234" name="Group 64">
                    <a:extLst>
                      <a:ext uri="{FF2B5EF4-FFF2-40B4-BE49-F238E27FC236}">
                        <a16:creationId xmlns:a16="http://schemas.microsoft.com/office/drawing/2014/main" id="{6B9BE568-EF77-CD4A-9005-22142300C86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38" name="Line 65">
                      <a:extLst>
                        <a:ext uri="{FF2B5EF4-FFF2-40B4-BE49-F238E27FC236}">
                          <a16:creationId xmlns:a16="http://schemas.microsoft.com/office/drawing/2014/main" id="{0687693B-9E3C-F04D-9053-65D5D8F93D3C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239" name="Line 66">
                      <a:extLst>
                        <a:ext uri="{FF2B5EF4-FFF2-40B4-BE49-F238E27FC236}">
                          <a16:creationId xmlns:a16="http://schemas.microsoft.com/office/drawing/2014/main" id="{DD417D04-76E1-A948-AC8A-D4CA4D6CB3C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235" name="Group 67">
                    <a:extLst>
                      <a:ext uri="{FF2B5EF4-FFF2-40B4-BE49-F238E27FC236}">
                        <a16:creationId xmlns:a16="http://schemas.microsoft.com/office/drawing/2014/main" id="{A7A42189-5DDA-0545-BE4F-EFA25AAF3F8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36" name="Line 68">
                      <a:extLst>
                        <a:ext uri="{FF2B5EF4-FFF2-40B4-BE49-F238E27FC236}">
                          <a16:creationId xmlns:a16="http://schemas.microsoft.com/office/drawing/2014/main" id="{50AC0BCB-A3E3-AB4C-A202-1D77C93E171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237" name="Line 69">
                      <a:extLst>
                        <a:ext uri="{FF2B5EF4-FFF2-40B4-BE49-F238E27FC236}">
                          <a16:creationId xmlns:a16="http://schemas.microsoft.com/office/drawing/2014/main" id="{BE6AC399-19AF-C649-B200-4C0B9FF6422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227" name="Group 70">
                  <a:extLst>
                    <a:ext uri="{FF2B5EF4-FFF2-40B4-BE49-F238E27FC236}">
                      <a16:creationId xmlns:a16="http://schemas.microsoft.com/office/drawing/2014/main" id="{2CB93727-C3F2-764D-92C8-69C0B80B293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228" name="Group 71">
                    <a:extLst>
                      <a:ext uri="{FF2B5EF4-FFF2-40B4-BE49-F238E27FC236}">
                        <a16:creationId xmlns:a16="http://schemas.microsoft.com/office/drawing/2014/main" id="{A186A73E-EB20-7248-8BB6-E12926A2D07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32" name="Line 72">
                      <a:extLst>
                        <a:ext uri="{FF2B5EF4-FFF2-40B4-BE49-F238E27FC236}">
                          <a16:creationId xmlns:a16="http://schemas.microsoft.com/office/drawing/2014/main" id="{294595A7-42B6-F544-BABC-C613EC72184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233" name="Line 73">
                      <a:extLst>
                        <a:ext uri="{FF2B5EF4-FFF2-40B4-BE49-F238E27FC236}">
                          <a16:creationId xmlns:a16="http://schemas.microsoft.com/office/drawing/2014/main" id="{103FB363-2880-8749-B505-92061192195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229" name="Group 74">
                    <a:extLst>
                      <a:ext uri="{FF2B5EF4-FFF2-40B4-BE49-F238E27FC236}">
                        <a16:creationId xmlns:a16="http://schemas.microsoft.com/office/drawing/2014/main" id="{0C2A5C19-D154-BA4B-B77F-BAC13B85C42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230" name="Line 75">
                      <a:extLst>
                        <a:ext uri="{FF2B5EF4-FFF2-40B4-BE49-F238E27FC236}">
                          <a16:creationId xmlns:a16="http://schemas.microsoft.com/office/drawing/2014/main" id="{AA436D38-A4BD-9F48-ACB6-71E3584679B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231" name="Line 76">
                      <a:extLst>
                        <a:ext uri="{FF2B5EF4-FFF2-40B4-BE49-F238E27FC236}">
                          <a16:creationId xmlns:a16="http://schemas.microsoft.com/office/drawing/2014/main" id="{AD5E16CE-9C60-924E-AEA8-771C8F7BE91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FF0000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</p:grpSp>
            </p:grpSp>
          </p:grpSp>
          <p:grpSp>
            <p:nvGrpSpPr>
              <p:cNvPr id="216" name="Group 77">
                <a:extLst>
                  <a:ext uri="{FF2B5EF4-FFF2-40B4-BE49-F238E27FC236}">
                    <a16:creationId xmlns:a16="http://schemas.microsoft.com/office/drawing/2014/main" id="{590906C3-8438-564F-A18A-B01F4CBACB2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259" y="1217"/>
                <a:ext cx="291" cy="288"/>
                <a:chOff x="672" y="1776"/>
                <a:chExt cx="291" cy="288"/>
              </a:xfrm>
            </p:grpSpPr>
            <p:grpSp>
              <p:nvGrpSpPr>
                <p:cNvPr id="220" name="Group 78">
                  <a:extLst>
                    <a:ext uri="{FF2B5EF4-FFF2-40B4-BE49-F238E27FC236}">
                      <a16:creationId xmlns:a16="http://schemas.microsoft.com/office/drawing/2014/main" id="{90B7B172-FE74-474A-860F-950A4E5E2FB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24" name="Line 79">
                    <a:extLst>
                      <a:ext uri="{FF2B5EF4-FFF2-40B4-BE49-F238E27FC236}">
                        <a16:creationId xmlns:a16="http://schemas.microsoft.com/office/drawing/2014/main" id="{DA98A219-B383-CD4D-8C19-E7062BA1CB8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225" name="Line 80">
                    <a:extLst>
                      <a:ext uri="{FF2B5EF4-FFF2-40B4-BE49-F238E27FC236}">
                        <a16:creationId xmlns:a16="http://schemas.microsoft.com/office/drawing/2014/main" id="{99DDF2C7-4BB4-444F-88C9-EC97B73784D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</p:grpSp>
            <p:grpSp>
              <p:nvGrpSpPr>
                <p:cNvPr id="221" name="Group 81">
                  <a:extLst>
                    <a:ext uri="{FF2B5EF4-FFF2-40B4-BE49-F238E27FC236}">
                      <a16:creationId xmlns:a16="http://schemas.microsoft.com/office/drawing/2014/main" id="{9E407ECB-B0DD-2542-84E4-67E112276A0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22" name="Line 82">
                    <a:extLst>
                      <a:ext uri="{FF2B5EF4-FFF2-40B4-BE49-F238E27FC236}">
                        <a16:creationId xmlns:a16="http://schemas.microsoft.com/office/drawing/2014/main" id="{7A966565-D20D-BC4D-BFEF-684E75D8237A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223" name="Line 83">
                    <a:extLst>
                      <a:ext uri="{FF2B5EF4-FFF2-40B4-BE49-F238E27FC236}">
                        <a16:creationId xmlns:a16="http://schemas.microsoft.com/office/drawing/2014/main" id="{DE790389-F96F-3645-8B5C-56C99B7A623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</p:grpSp>
          </p:grpSp>
          <p:grpSp>
            <p:nvGrpSpPr>
              <p:cNvPr id="217" name="Group 84">
                <a:extLst>
                  <a:ext uri="{FF2B5EF4-FFF2-40B4-BE49-F238E27FC236}">
                    <a16:creationId xmlns:a16="http://schemas.microsoft.com/office/drawing/2014/main" id="{B44615B9-9107-AE4B-B6B2-5C8842A57D6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551" y="1071"/>
                <a:ext cx="145" cy="144"/>
                <a:chOff x="672" y="1920"/>
                <a:chExt cx="145" cy="144"/>
              </a:xfrm>
            </p:grpSpPr>
            <p:sp>
              <p:nvSpPr>
                <p:cNvPr id="218" name="Line 85">
                  <a:extLst>
                    <a:ext uri="{FF2B5EF4-FFF2-40B4-BE49-F238E27FC236}">
                      <a16:creationId xmlns:a16="http://schemas.microsoft.com/office/drawing/2014/main" id="{3A621BC4-A685-9B4E-914E-9C7F23251DF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/>
                  </a:endParaRPr>
                </a:p>
              </p:txBody>
            </p:sp>
            <p:sp>
              <p:nvSpPr>
                <p:cNvPr id="219" name="Line 86">
                  <a:extLst>
                    <a:ext uri="{FF2B5EF4-FFF2-40B4-BE49-F238E27FC236}">
                      <a16:creationId xmlns:a16="http://schemas.microsoft.com/office/drawing/2014/main" id="{71296EA3-B1E3-434E-B779-CC6E8E61265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rgbClr val="FF0000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/>
                  </a:endParaRPr>
                </a:p>
              </p:txBody>
            </p:sp>
          </p:grpSp>
        </p:grpSp>
        <p:grpSp>
          <p:nvGrpSpPr>
            <p:cNvPr id="200" name="Group 87">
              <a:extLst>
                <a:ext uri="{FF2B5EF4-FFF2-40B4-BE49-F238E27FC236}">
                  <a16:creationId xmlns:a16="http://schemas.microsoft.com/office/drawing/2014/main" id="{B2EFB5FC-1592-8042-A1C0-0B36516D6C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3" y="1147"/>
              <a:ext cx="583" cy="578"/>
              <a:chOff x="672" y="1486"/>
              <a:chExt cx="583" cy="578"/>
            </a:xfrm>
          </p:grpSpPr>
          <p:grpSp>
            <p:nvGrpSpPr>
              <p:cNvPr id="201" name="Group 88">
                <a:extLst>
                  <a:ext uri="{FF2B5EF4-FFF2-40B4-BE49-F238E27FC236}">
                    <a16:creationId xmlns:a16="http://schemas.microsoft.com/office/drawing/2014/main" id="{32E73C25-B702-224F-854F-9E057ECBED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72" y="1776"/>
                <a:ext cx="291" cy="288"/>
                <a:chOff x="672" y="1776"/>
                <a:chExt cx="291" cy="288"/>
              </a:xfrm>
            </p:grpSpPr>
            <p:grpSp>
              <p:nvGrpSpPr>
                <p:cNvPr id="209" name="Group 89">
                  <a:extLst>
                    <a:ext uri="{FF2B5EF4-FFF2-40B4-BE49-F238E27FC236}">
                      <a16:creationId xmlns:a16="http://schemas.microsoft.com/office/drawing/2014/main" id="{1B7CB7E1-B153-E14D-8D8A-11207424B68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13" name="Line 90">
                    <a:extLst>
                      <a:ext uri="{FF2B5EF4-FFF2-40B4-BE49-F238E27FC236}">
                        <a16:creationId xmlns:a16="http://schemas.microsoft.com/office/drawing/2014/main" id="{27A6C125-E096-AC4A-9964-A4909913280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214" name="Line 91">
                    <a:extLst>
                      <a:ext uri="{FF2B5EF4-FFF2-40B4-BE49-F238E27FC236}">
                        <a16:creationId xmlns:a16="http://schemas.microsoft.com/office/drawing/2014/main" id="{DE0BE3B6-14E9-DF42-B4CC-2E8405F58F2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</p:grpSp>
            <p:grpSp>
              <p:nvGrpSpPr>
                <p:cNvPr id="210" name="Group 92">
                  <a:extLst>
                    <a:ext uri="{FF2B5EF4-FFF2-40B4-BE49-F238E27FC236}">
                      <a16:creationId xmlns:a16="http://schemas.microsoft.com/office/drawing/2014/main" id="{877C2484-7A5E-604F-9B08-1724B41CACC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11" name="Line 93">
                    <a:extLst>
                      <a:ext uri="{FF2B5EF4-FFF2-40B4-BE49-F238E27FC236}">
                        <a16:creationId xmlns:a16="http://schemas.microsoft.com/office/drawing/2014/main" id="{D9C04E3F-D0AB-1745-91FE-A097CA11D78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212" name="Line 94">
                    <a:extLst>
                      <a:ext uri="{FF2B5EF4-FFF2-40B4-BE49-F238E27FC236}">
                        <a16:creationId xmlns:a16="http://schemas.microsoft.com/office/drawing/2014/main" id="{EDC1866B-DE17-3A44-A7FF-A42ACFA6A19C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</p:grpSp>
          </p:grpSp>
          <p:grpSp>
            <p:nvGrpSpPr>
              <p:cNvPr id="202" name="Group 95">
                <a:extLst>
                  <a:ext uri="{FF2B5EF4-FFF2-40B4-BE49-F238E27FC236}">
                    <a16:creationId xmlns:a16="http://schemas.microsoft.com/office/drawing/2014/main" id="{B3FD2508-1A3B-F545-BB35-F836D08E571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64" y="1486"/>
                <a:ext cx="291" cy="288"/>
                <a:chOff x="672" y="1776"/>
                <a:chExt cx="291" cy="288"/>
              </a:xfrm>
            </p:grpSpPr>
            <p:grpSp>
              <p:nvGrpSpPr>
                <p:cNvPr id="203" name="Group 96">
                  <a:extLst>
                    <a:ext uri="{FF2B5EF4-FFF2-40B4-BE49-F238E27FC236}">
                      <a16:creationId xmlns:a16="http://schemas.microsoft.com/office/drawing/2014/main" id="{63FA1812-A241-CA46-94C2-4E003FA31FF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07" name="Line 97">
                    <a:extLst>
                      <a:ext uri="{FF2B5EF4-FFF2-40B4-BE49-F238E27FC236}">
                        <a16:creationId xmlns:a16="http://schemas.microsoft.com/office/drawing/2014/main" id="{5DD14580-BC6A-434D-9D65-4334BD0BCF1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208" name="Line 98">
                    <a:extLst>
                      <a:ext uri="{FF2B5EF4-FFF2-40B4-BE49-F238E27FC236}">
                        <a16:creationId xmlns:a16="http://schemas.microsoft.com/office/drawing/2014/main" id="{A48F997B-99F2-154D-9314-2BC629216B1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</p:grpSp>
            <p:grpSp>
              <p:nvGrpSpPr>
                <p:cNvPr id="204" name="Group 99">
                  <a:extLst>
                    <a:ext uri="{FF2B5EF4-FFF2-40B4-BE49-F238E27FC236}">
                      <a16:creationId xmlns:a16="http://schemas.microsoft.com/office/drawing/2014/main" id="{F8264A2E-19A3-B54A-AAE8-CE725258FFD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05" name="Line 100">
                    <a:extLst>
                      <a:ext uri="{FF2B5EF4-FFF2-40B4-BE49-F238E27FC236}">
                        <a16:creationId xmlns:a16="http://schemas.microsoft.com/office/drawing/2014/main" id="{BF8CE0C4-18BD-2D42-A867-062C10FB608B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206" name="Line 101">
                    <a:extLst>
                      <a:ext uri="{FF2B5EF4-FFF2-40B4-BE49-F238E27FC236}">
                        <a16:creationId xmlns:a16="http://schemas.microsoft.com/office/drawing/2014/main" id="{1417D3B3-BCF8-4444-B762-8DA06CB3777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FF0000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</p:grpSp>
          </p:grpSp>
        </p:grpSp>
      </p:grpSp>
      <p:sp>
        <p:nvSpPr>
          <p:cNvPr id="240" name="Text Box 150">
            <a:extLst>
              <a:ext uri="{FF2B5EF4-FFF2-40B4-BE49-F238E27FC236}">
                <a16:creationId xmlns:a16="http://schemas.microsoft.com/office/drawing/2014/main" id="{F48E0A72-EE06-8747-9412-C085A5FC1DC0}"/>
              </a:ext>
            </a:extLst>
          </p:cNvPr>
          <p:cNvSpPr txBox="1">
            <a:spLocks noChangeArrowheads="1"/>
          </p:cNvSpPr>
          <p:nvPr/>
        </p:nvSpPr>
        <p:spPr bwMode="auto">
          <a:xfrm rot="-5433387">
            <a:off x="1194824" y="2814097"/>
            <a:ext cx="1957387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chemeClr val="bg1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rPr>
              <a:t>Cumulative data</a:t>
            </a:r>
          </a:p>
        </p:txBody>
      </p:sp>
      <p:sp>
        <p:nvSpPr>
          <p:cNvPr id="241" name="Text Box 154">
            <a:extLst>
              <a:ext uri="{FF2B5EF4-FFF2-40B4-BE49-F238E27FC236}">
                <a16:creationId xmlns:a16="http://schemas.microsoft.com/office/drawing/2014/main" id="{8132C866-C3A3-F54B-8107-0983C1BB47A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06999" y="4533081"/>
            <a:ext cx="663964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rPr>
              <a:t>time</a:t>
            </a:r>
          </a:p>
        </p:txBody>
      </p:sp>
      <p:grpSp>
        <p:nvGrpSpPr>
          <p:cNvPr id="242" name="Group 201">
            <a:extLst>
              <a:ext uri="{FF2B5EF4-FFF2-40B4-BE49-F238E27FC236}">
                <a16:creationId xmlns:a16="http://schemas.microsoft.com/office/drawing/2014/main" id="{98B35B39-6845-B44A-A9E2-DDF3A24FBA05}"/>
              </a:ext>
            </a:extLst>
          </p:cNvPr>
          <p:cNvGrpSpPr>
            <a:grpSpLocks/>
          </p:cNvGrpSpPr>
          <p:nvPr/>
        </p:nvGrpSpPr>
        <p:grpSpPr bwMode="auto">
          <a:xfrm>
            <a:off x="4103124" y="2012131"/>
            <a:ext cx="3500438" cy="2520950"/>
            <a:chOff x="1572" y="1156"/>
            <a:chExt cx="2205" cy="1588"/>
          </a:xfrm>
        </p:grpSpPr>
        <p:grpSp>
          <p:nvGrpSpPr>
            <p:cNvPr id="243" name="Group 198">
              <a:extLst>
                <a:ext uri="{FF2B5EF4-FFF2-40B4-BE49-F238E27FC236}">
                  <a16:creationId xmlns:a16="http://schemas.microsoft.com/office/drawing/2014/main" id="{03EED693-FDB3-0940-BE24-338512144B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38" y="1156"/>
              <a:ext cx="1839" cy="1588"/>
              <a:chOff x="1938" y="1156"/>
              <a:chExt cx="1839" cy="1588"/>
            </a:xfrm>
          </p:grpSpPr>
          <p:grpSp>
            <p:nvGrpSpPr>
              <p:cNvPr id="247" name="Group 106">
                <a:extLst>
                  <a:ext uri="{FF2B5EF4-FFF2-40B4-BE49-F238E27FC236}">
                    <a16:creationId xmlns:a16="http://schemas.microsoft.com/office/drawing/2014/main" id="{249BAAF5-FA7A-D147-ABC6-E05F52DB1CF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938" y="2600"/>
                <a:ext cx="319" cy="144"/>
                <a:chOff x="672" y="1920"/>
                <a:chExt cx="145" cy="144"/>
              </a:xfrm>
            </p:grpSpPr>
            <p:sp>
              <p:nvSpPr>
                <p:cNvPr id="469" name="Line 107">
                  <a:extLst>
                    <a:ext uri="{FF2B5EF4-FFF2-40B4-BE49-F238E27FC236}">
                      <a16:creationId xmlns:a16="http://schemas.microsoft.com/office/drawing/2014/main" id="{BCEB014D-84F6-CC4F-B058-2BB9795CA9E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/>
                  </a:endParaRPr>
                </a:p>
              </p:txBody>
            </p:sp>
            <p:sp>
              <p:nvSpPr>
                <p:cNvPr id="470" name="Line 108">
                  <a:extLst>
                    <a:ext uri="{FF2B5EF4-FFF2-40B4-BE49-F238E27FC236}">
                      <a16:creationId xmlns:a16="http://schemas.microsoft.com/office/drawing/2014/main" id="{A731394B-CB70-DC48-82B7-B15FFCD67E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/>
                  </a:endParaRPr>
                </a:p>
              </p:txBody>
            </p:sp>
          </p:grpSp>
          <p:grpSp>
            <p:nvGrpSpPr>
              <p:cNvPr id="248" name="Group 109">
                <a:extLst>
                  <a:ext uri="{FF2B5EF4-FFF2-40B4-BE49-F238E27FC236}">
                    <a16:creationId xmlns:a16="http://schemas.microsoft.com/office/drawing/2014/main" id="{ABBCE7F6-E0A4-9C46-85D9-7B00EE2A1D2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252" y="2456"/>
                <a:ext cx="73" cy="144"/>
                <a:chOff x="672" y="1920"/>
                <a:chExt cx="145" cy="144"/>
              </a:xfrm>
            </p:grpSpPr>
            <p:sp>
              <p:nvSpPr>
                <p:cNvPr id="467" name="Line 110">
                  <a:extLst>
                    <a:ext uri="{FF2B5EF4-FFF2-40B4-BE49-F238E27FC236}">
                      <a16:creationId xmlns:a16="http://schemas.microsoft.com/office/drawing/2014/main" id="{413794F4-A4DC-BA41-B5A9-710F6654FBD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/>
                  </a:endParaRPr>
                </a:p>
              </p:txBody>
            </p:sp>
            <p:sp>
              <p:nvSpPr>
                <p:cNvPr id="468" name="Line 111">
                  <a:extLst>
                    <a:ext uri="{FF2B5EF4-FFF2-40B4-BE49-F238E27FC236}">
                      <a16:creationId xmlns:a16="http://schemas.microsoft.com/office/drawing/2014/main" id="{C1AA099D-2573-154E-82E2-DCE65051084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745" y="1849"/>
                  <a:ext cx="0" cy="141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/>
                  </a:endParaRPr>
                </a:p>
              </p:txBody>
            </p:sp>
          </p:grpSp>
          <p:grpSp>
            <p:nvGrpSpPr>
              <p:cNvPr id="249" name="Group 112">
                <a:extLst>
                  <a:ext uri="{FF2B5EF4-FFF2-40B4-BE49-F238E27FC236}">
                    <a16:creationId xmlns:a16="http://schemas.microsoft.com/office/drawing/2014/main" id="{C42BB911-E80C-A34F-974F-1C46657BBAD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317" y="2169"/>
                <a:ext cx="126" cy="288"/>
                <a:chOff x="672" y="1776"/>
                <a:chExt cx="291" cy="288"/>
              </a:xfrm>
            </p:grpSpPr>
            <p:grpSp>
              <p:nvGrpSpPr>
                <p:cNvPr id="461" name="Group 113">
                  <a:extLst>
                    <a:ext uri="{FF2B5EF4-FFF2-40B4-BE49-F238E27FC236}">
                      <a16:creationId xmlns:a16="http://schemas.microsoft.com/office/drawing/2014/main" id="{0DFA3004-ECFE-DC44-A8A1-99A4A7737F8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465" name="Line 114">
                    <a:extLst>
                      <a:ext uri="{FF2B5EF4-FFF2-40B4-BE49-F238E27FC236}">
                        <a16:creationId xmlns:a16="http://schemas.microsoft.com/office/drawing/2014/main" id="{3DEB4882-8A2F-A547-B051-38774E313800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466" name="Line 115">
                    <a:extLst>
                      <a:ext uri="{FF2B5EF4-FFF2-40B4-BE49-F238E27FC236}">
                        <a16:creationId xmlns:a16="http://schemas.microsoft.com/office/drawing/2014/main" id="{B6148270-BC4A-FE49-89B7-92782BEE0211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7"/>
                    <a:ext cx="0" cy="145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</p:grpSp>
            <p:grpSp>
              <p:nvGrpSpPr>
                <p:cNvPr id="462" name="Group 116">
                  <a:extLst>
                    <a:ext uri="{FF2B5EF4-FFF2-40B4-BE49-F238E27FC236}">
                      <a16:creationId xmlns:a16="http://schemas.microsoft.com/office/drawing/2014/main" id="{8586C9B8-424B-834D-869E-BC829A7C589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463" name="Line 117">
                    <a:extLst>
                      <a:ext uri="{FF2B5EF4-FFF2-40B4-BE49-F238E27FC236}">
                        <a16:creationId xmlns:a16="http://schemas.microsoft.com/office/drawing/2014/main" id="{1FD5AE65-BCFC-EC43-865A-187EBD2DD21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1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464" name="Line 118">
                    <a:extLst>
                      <a:ext uri="{FF2B5EF4-FFF2-40B4-BE49-F238E27FC236}">
                        <a16:creationId xmlns:a16="http://schemas.microsoft.com/office/drawing/2014/main" id="{33DFFECE-C171-2749-A0BE-91786BD5530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4" y="1847"/>
                    <a:ext cx="0" cy="146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</p:grpSp>
          </p:grpSp>
          <p:grpSp>
            <p:nvGrpSpPr>
              <p:cNvPr id="250" name="Group 119">
                <a:extLst>
                  <a:ext uri="{FF2B5EF4-FFF2-40B4-BE49-F238E27FC236}">
                    <a16:creationId xmlns:a16="http://schemas.microsoft.com/office/drawing/2014/main" id="{1F5518E3-719F-B14E-B055-6113FFA0D4F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41" y="1877"/>
                <a:ext cx="609" cy="288"/>
                <a:chOff x="672" y="1776"/>
                <a:chExt cx="291" cy="288"/>
              </a:xfrm>
            </p:grpSpPr>
            <p:grpSp>
              <p:nvGrpSpPr>
                <p:cNvPr id="455" name="Group 120">
                  <a:extLst>
                    <a:ext uri="{FF2B5EF4-FFF2-40B4-BE49-F238E27FC236}">
                      <a16:creationId xmlns:a16="http://schemas.microsoft.com/office/drawing/2014/main" id="{20B31051-705E-9542-AFFC-72559BB0F9A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459" name="Line 121">
                    <a:extLst>
                      <a:ext uri="{FF2B5EF4-FFF2-40B4-BE49-F238E27FC236}">
                        <a16:creationId xmlns:a16="http://schemas.microsoft.com/office/drawing/2014/main" id="{01BB5816-7204-6647-BB2C-26310485E1B8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460" name="Line 122">
                    <a:extLst>
                      <a:ext uri="{FF2B5EF4-FFF2-40B4-BE49-F238E27FC236}">
                        <a16:creationId xmlns:a16="http://schemas.microsoft.com/office/drawing/2014/main" id="{4F4B0D82-EAE7-2242-8DF1-F7B4FFACA8B7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</p:grpSp>
            <p:grpSp>
              <p:nvGrpSpPr>
                <p:cNvPr id="456" name="Group 123">
                  <a:extLst>
                    <a:ext uri="{FF2B5EF4-FFF2-40B4-BE49-F238E27FC236}">
                      <a16:creationId xmlns:a16="http://schemas.microsoft.com/office/drawing/2014/main" id="{83006F75-5500-5748-938E-5D5C5F1A944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457" name="Line 124">
                    <a:extLst>
                      <a:ext uri="{FF2B5EF4-FFF2-40B4-BE49-F238E27FC236}">
                        <a16:creationId xmlns:a16="http://schemas.microsoft.com/office/drawing/2014/main" id="{A2CE2AD8-EED8-BB46-AAA0-229AB680F9E4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458" name="Line 125">
                    <a:extLst>
                      <a:ext uri="{FF2B5EF4-FFF2-40B4-BE49-F238E27FC236}">
                        <a16:creationId xmlns:a16="http://schemas.microsoft.com/office/drawing/2014/main" id="{9CA3C61B-AAE4-644C-902C-0FB0031DD006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</p:grpSp>
          </p:grpSp>
          <p:grpSp>
            <p:nvGrpSpPr>
              <p:cNvPr id="251" name="Group 126">
                <a:extLst>
                  <a:ext uri="{FF2B5EF4-FFF2-40B4-BE49-F238E27FC236}">
                    <a16:creationId xmlns:a16="http://schemas.microsoft.com/office/drawing/2014/main" id="{0D5BD217-3E68-D04C-A046-D2DF3EC87AC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45" y="1740"/>
                <a:ext cx="52" cy="144"/>
                <a:chOff x="672" y="1920"/>
                <a:chExt cx="145" cy="144"/>
              </a:xfrm>
            </p:grpSpPr>
            <p:sp>
              <p:nvSpPr>
                <p:cNvPr id="265" name="Line 127">
                  <a:extLst>
                    <a:ext uri="{FF2B5EF4-FFF2-40B4-BE49-F238E27FC236}">
                      <a16:creationId xmlns:a16="http://schemas.microsoft.com/office/drawing/2014/main" id="{63421A91-A260-604C-B7EF-CE53173E926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/>
                  </a:endParaRPr>
                </a:p>
              </p:txBody>
            </p:sp>
            <p:sp>
              <p:nvSpPr>
                <p:cNvPr id="454" name="Line 128">
                  <a:extLst>
                    <a:ext uri="{FF2B5EF4-FFF2-40B4-BE49-F238E27FC236}">
                      <a16:creationId xmlns:a16="http://schemas.microsoft.com/office/drawing/2014/main" id="{5ACCDE26-4AE7-474C-B0E6-D4317E90F07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745" y="1849"/>
                  <a:ext cx="0" cy="145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/>
                  </a:endParaRPr>
                </a:p>
              </p:txBody>
            </p:sp>
          </p:grpSp>
          <p:grpSp>
            <p:nvGrpSpPr>
              <p:cNvPr id="252" name="Group 131">
                <a:extLst>
                  <a:ext uri="{FF2B5EF4-FFF2-40B4-BE49-F238E27FC236}">
                    <a16:creationId xmlns:a16="http://schemas.microsoft.com/office/drawing/2014/main" id="{C1AC9525-5797-124E-A677-A0A962D778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092" y="1590"/>
                <a:ext cx="469" cy="144"/>
                <a:chOff x="672" y="1920"/>
                <a:chExt cx="145" cy="144"/>
              </a:xfrm>
            </p:grpSpPr>
            <p:sp>
              <p:nvSpPr>
                <p:cNvPr id="263" name="Line 132">
                  <a:extLst>
                    <a:ext uri="{FF2B5EF4-FFF2-40B4-BE49-F238E27FC236}">
                      <a16:creationId xmlns:a16="http://schemas.microsoft.com/office/drawing/2014/main" id="{1B85E59A-4AA2-5647-9EEB-87D45C3C98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/>
                  </a:endParaRPr>
                </a:p>
              </p:txBody>
            </p:sp>
            <p:sp>
              <p:nvSpPr>
                <p:cNvPr id="264" name="Line 133">
                  <a:extLst>
                    <a:ext uri="{FF2B5EF4-FFF2-40B4-BE49-F238E27FC236}">
                      <a16:creationId xmlns:a16="http://schemas.microsoft.com/office/drawing/2014/main" id="{82EE49D4-A79D-D041-AF79-59F7DB57396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/>
                  </a:endParaRPr>
                </a:p>
              </p:txBody>
            </p:sp>
          </p:grpSp>
          <p:grpSp>
            <p:nvGrpSpPr>
              <p:cNvPr id="253" name="Group 134">
                <a:extLst>
                  <a:ext uri="{FF2B5EF4-FFF2-40B4-BE49-F238E27FC236}">
                    <a16:creationId xmlns:a16="http://schemas.microsoft.com/office/drawing/2014/main" id="{514EDBAD-45E8-C341-9B6D-21A7A489FB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550" y="1446"/>
                <a:ext cx="145" cy="144"/>
                <a:chOff x="672" y="1920"/>
                <a:chExt cx="145" cy="144"/>
              </a:xfrm>
            </p:grpSpPr>
            <p:sp>
              <p:nvSpPr>
                <p:cNvPr id="261" name="Line 135">
                  <a:extLst>
                    <a:ext uri="{FF2B5EF4-FFF2-40B4-BE49-F238E27FC236}">
                      <a16:creationId xmlns:a16="http://schemas.microsoft.com/office/drawing/2014/main" id="{C48631F1-3B13-5F46-8A45-26547347B97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672" y="1920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/>
                  </a:endParaRPr>
                </a:p>
              </p:txBody>
            </p:sp>
            <p:sp>
              <p:nvSpPr>
                <p:cNvPr id="262" name="Line 136">
                  <a:extLst>
                    <a:ext uri="{FF2B5EF4-FFF2-40B4-BE49-F238E27FC236}">
                      <a16:creationId xmlns:a16="http://schemas.microsoft.com/office/drawing/2014/main" id="{2650A6FC-C4D0-F54D-8D69-65B6EC19FF3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 rot="5400000">
                  <a:off x="745" y="1848"/>
                  <a:ext cx="0" cy="144"/>
                </a:xfrm>
                <a:prstGeom prst="line">
                  <a:avLst/>
                </a:prstGeom>
                <a:noFill/>
                <a:ln w="19050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909E8E84-426E-40dd-AFC4-6F175D3DCCD1}">
                    <a14:hiddenFill xmlns:a14="http://schemas.microsoft.com/office/drawing/2010/main" xmlns="">
                      <a:noFill/>
                    </a14:hiddenFill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9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/>
                  </a:endParaRPr>
                </a:p>
              </p:txBody>
            </p:sp>
          </p:grpSp>
          <p:grpSp>
            <p:nvGrpSpPr>
              <p:cNvPr id="254" name="Group 137">
                <a:extLst>
                  <a:ext uri="{FF2B5EF4-FFF2-40B4-BE49-F238E27FC236}">
                    <a16:creationId xmlns:a16="http://schemas.microsoft.com/office/drawing/2014/main" id="{E11AEF40-3AE5-6745-964C-3A95695364E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690" y="1156"/>
                <a:ext cx="87" cy="288"/>
                <a:chOff x="672" y="1776"/>
                <a:chExt cx="291" cy="288"/>
              </a:xfrm>
            </p:grpSpPr>
            <p:grpSp>
              <p:nvGrpSpPr>
                <p:cNvPr id="255" name="Group 138">
                  <a:extLst>
                    <a:ext uri="{FF2B5EF4-FFF2-40B4-BE49-F238E27FC236}">
                      <a16:creationId xmlns:a16="http://schemas.microsoft.com/office/drawing/2014/main" id="{1A362898-74D2-1544-8CB1-95EA79C25F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920"/>
                  <a:ext cx="145" cy="144"/>
                  <a:chOff x="672" y="1920"/>
                  <a:chExt cx="145" cy="144"/>
                </a:xfrm>
              </p:grpSpPr>
              <p:sp>
                <p:nvSpPr>
                  <p:cNvPr id="259" name="Line 139">
                    <a:extLst>
                      <a:ext uri="{FF2B5EF4-FFF2-40B4-BE49-F238E27FC236}">
                        <a16:creationId xmlns:a16="http://schemas.microsoft.com/office/drawing/2014/main" id="{5C955EC5-AEF2-C840-94BF-ECDF7E721E3E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260" name="Line 140">
                    <a:extLst>
                      <a:ext uri="{FF2B5EF4-FFF2-40B4-BE49-F238E27FC236}">
                        <a16:creationId xmlns:a16="http://schemas.microsoft.com/office/drawing/2014/main" id="{6DD8161A-D076-C84B-81F0-0A52F1549D55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4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</p:grpSp>
            <p:grpSp>
              <p:nvGrpSpPr>
                <p:cNvPr id="256" name="Group 141">
                  <a:extLst>
                    <a:ext uri="{FF2B5EF4-FFF2-40B4-BE49-F238E27FC236}">
                      <a16:creationId xmlns:a16="http://schemas.microsoft.com/office/drawing/2014/main" id="{C22A4CBA-7C11-AD40-BFCC-9555A0FC6E9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818" y="1776"/>
                  <a:ext cx="145" cy="144"/>
                  <a:chOff x="672" y="1920"/>
                  <a:chExt cx="145" cy="144"/>
                </a:xfrm>
              </p:grpSpPr>
              <p:sp>
                <p:nvSpPr>
                  <p:cNvPr id="257" name="Line 142">
                    <a:extLst>
                      <a:ext uri="{FF2B5EF4-FFF2-40B4-BE49-F238E27FC236}">
                        <a16:creationId xmlns:a16="http://schemas.microsoft.com/office/drawing/2014/main" id="{D34B9002-AD10-5D4B-93B9-4CB7E3CFC3F9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3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258" name="Line 143">
                    <a:extLst>
                      <a:ext uri="{FF2B5EF4-FFF2-40B4-BE49-F238E27FC236}">
                        <a16:creationId xmlns:a16="http://schemas.microsoft.com/office/drawing/2014/main" id="{80DF59F4-160E-D045-8986-77B568B3A67F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</p:grpSp>
          </p:grpSp>
        </p:grpSp>
        <p:sp>
          <p:nvSpPr>
            <p:cNvPr id="244" name="Text Box 152">
              <a:extLst>
                <a:ext uri="{FF2B5EF4-FFF2-40B4-BE49-F238E27FC236}">
                  <a16:creationId xmlns:a16="http://schemas.microsoft.com/office/drawing/2014/main" id="{7EB75F6E-9A0B-7248-957A-DF95A2A9F9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737" y="1724"/>
              <a:ext cx="664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19050">
                  <a:solidFill>
                    <a:schemeClr val="tx1"/>
                  </a:solidFill>
                  <a:prstDash val="sysDot"/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variable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network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delay</a:t>
              </a:r>
            </a:p>
          </p:txBody>
        </p:sp>
        <p:sp>
          <p:nvSpPr>
            <p:cNvPr id="245" name="Line 153">
              <a:extLst>
                <a:ext uri="{FF2B5EF4-FFF2-40B4-BE49-F238E27FC236}">
                  <a16:creationId xmlns:a16="http://schemas.microsoft.com/office/drawing/2014/main" id="{A758800A-7C03-9644-8754-5F8514AC77B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572" y="1938"/>
              <a:ext cx="10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endParaRPr>
            </a:p>
          </p:txBody>
        </p:sp>
        <p:sp>
          <p:nvSpPr>
            <p:cNvPr id="246" name="Text Box 197">
              <a:extLst>
                <a:ext uri="{FF2B5EF4-FFF2-40B4-BE49-F238E27FC236}">
                  <a16:creationId xmlns:a16="http://schemas.microsoft.com/office/drawing/2014/main" id="{E2D57BCC-95D4-B846-8D60-506181360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651" y="1196"/>
              <a:ext cx="875" cy="40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client video</a:t>
              </a:r>
            </a:p>
            <a:p>
              <a:pPr marL="0" marR="0" lvl="0" indent="0" algn="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reception</a:t>
              </a:r>
            </a:p>
          </p:txBody>
        </p:sp>
      </p:grpSp>
      <p:grpSp>
        <p:nvGrpSpPr>
          <p:cNvPr id="471" name="Group 203">
            <a:extLst>
              <a:ext uri="{FF2B5EF4-FFF2-40B4-BE49-F238E27FC236}">
                <a16:creationId xmlns:a16="http://schemas.microsoft.com/office/drawing/2014/main" id="{0A5D4D99-D2D3-5145-8C99-4359533C8DB5}"/>
              </a:ext>
            </a:extLst>
          </p:cNvPr>
          <p:cNvGrpSpPr>
            <a:grpSpLocks/>
          </p:cNvGrpSpPr>
          <p:nvPr/>
        </p:nvGrpSpPr>
        <p:grpSpPr bwMode="auto">
          <a:xfrm>
            <a:off x="4582549" y="1983556"/>
            <a:ext cx="5226054" cy="3214688"/>
            <a:chOff x="1874" y="1138"/>
            <a:chExt cx="3292" cy="2025"/>
          </a:xfrm>
        </p:grpSpPr>
        <p:grpSp>
          <p:nvGrpSpPr>
            <p:cNvPr id="472" name="Group 155">
              <a:extLst>
                <a:ext uri="{FF2B5EF4-FFF2-40B4-BE49-F238E27FC236}">
                  <a16:creationId xmlns:a16="http://schemas.microsoft.com/office/drawing/2014/main" id="{07264358-3F6F-F34E-A331-1214EAB8088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784" y="1138"/>
              <a:ext cx="1608" cy="1591"/>
              <a:chOff x="648" y="1147"/>
              <a:chExt cx="1608" cy="1591"/>
            </a:xfrm>
          </p:grpSpPr>
          <p:grpSp>
            <p:nvGrpSpPr>
              <p:cNvPr id="477" name="Group 156">
                <a:extLst>
                  <a:ext uri="{FF2B5EF4-FFF2-40B4-BE49-F238E27FC236}">
                    <a16:creationId xmlns:a16="http://schemas.microsoft.com/office/drawing/2014/main" id="{E2731D05-9C4A-504E-ADE0-6F211B66B53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48" y="1725"/>
                <a:ext cx="1024" cy="1013"/>
                <a:chOff x="672" y="1071"/>
                <a:chExt cx="1024" cy="1013"/>
              </a:xfrm>
            </p:grpSpPr>
            <p:grpSp>
              <p:nvGrpSpPr>
                <p:cNvPr id="493" name="Group 157">
                  <a:extLst>
                    <a:ext uri="{FF2B5EF4-FFF2-40B4-BE49-F238E27FC236}">
                      <a16:creationId xmlns:a16="http://schemas.microsoft.com/office/drawing/2014/main" id="{7FC78464-051F-134D-8FAE-FBAF0F550A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506"/>
                  <a:ext cx="583" cy="578"/>
                  <a:chOff x="672" y="1486"/>
                  <a:chExt cx="583" cy="578"/>
                </a:xfrm>
              </p:grpSpPr>
              <p:grpSp>
                <p:nvGrpSpPr>
                  <p:cNvPr id="504" name="Group 158">
                    <a:extLst>
                      <a:ext uri="{FF2B5EF4-FFF2-40B4-BE49-F238E27FC236}">
                        <a16:creationId xmlns:a16="http://schemas.microsoft.com/office/drawing/2014/main" id="{3F92BA0B-BE53-FA46-BC59-59D252B71F8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77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512" name="Group 159">
                      <a:extLst>
                        <a:ext uri="{FF2B5EF4-FFF2-40B4-BE49-F238E27FC236}">
                          <a16:creationId xmlns:a16="http://schemas.microsoft.com/office/drawing/2014/main" id="{085B4E92-95EE-3643-A0DC-D7033658CC4A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516" name="Line 160">
                        <a:extLst>
                          <a:ext uri="{FF2B5EF4-FFF2-40B4-BE49-F238E27FC236}">
                            <a16:creationId xmlns:a16="http://schemas.microsoft.com/office/drawing/2014/main" id="{4CCBADDF-3AAD-244C-84F2-955713D33B56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A3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Arial"/>
                        </a:endParaRPr>
                      </a:p>
                    </p:txBody>
                  </p:sp>
                  <p:sp>
                    <p:nvSpPr>
                      <p:cNvPr id="517" name="Line 161">
                        <a:extLst>
                          <a:ext uri="{FF2B5EF4-FFF2-40B4-BE49-F238E27FC236}">
                            <a16:creationId xmlns:a16="http://schemas.microsoft.com/office/drawing/2014/main" id="{60DD74BD-68A2-D642-9D61-2E97298246D9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A3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513" name="Group 162">
                      <a:extLst>
                        <a:ext uri="{FF2B5EF4-FFF2-40B4-BE49-F238E27FC236}">
                          <a16:creationId xmlns:a16="http://schemas.microsoft.com/office/drawing/2014/main" id="{C1989A72-D268-824D-9875-979E1F6D2191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514" name="Line 163">
                        <a:extLst>
                          <a:ext uri="{FF2B5EF4-FFF2-40B4-BE49-F238E27FC236}">
                            <a16:creationId xmlns:a16="http://schemas.microsoft.com/office/drawing/2014/main" id="{E2822205-D42B-A942-A638-4E9E35216C0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A3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Arial"/>
                        </a:endParaRPr>
                      </a:p>
                    </p:txBody>
                  </p:sp>
                  <p:sp>
                    <p:nvSpPr>
                      <p:cNvPr id="515" name="Line 164">
                        <a:extLst>
                          <a:ext uri="{FF2B5EF4-FFF2-40B4-BE49-F238E27FC236}">
                            <a16:creationId xmlns:a16="http://schemas.microsoft.com/office/drawing/2014/main" id="{CBDD1753-3892-2E48-9E57-9DF5FF1106E1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A3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Arial"/>
                        </a:endParaRPr>
                      </a:p>
                    </p:txBody>
                  </p:sp>
                </p:grpSp>
              </p:grpSp>
              <p:grpSp>
                <p:nvGrpSpPr>
                  <p:cNvPr id="505" name="Group 165">
                    <a:extLst>
                      <a:ext uri="{FF2B5EF4-FFF2-40B4-BE49-F238E27FC236}">
                        <a16:creationId xmlns:a16="http://schemas.microsoft.com/office/drawing/2014/main" id="{E13E93F8-7EEA-CD42-AF90-CE67AC1026A4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964" y="1486"/>
                    <a:ext cx="291" cy="288"/>
                    <a:chOff x="672" y="1776"/>
                    <a:chExt cx="291" cy="288"/>
                  </a:xfrm>
                </p:grpSpPr>
                <p:grpSp>
                  <p:nvGrpSpPr>
                    <p:cNvPr id="506" name="Group 166">
                      <a:extLst>
                        <a:ext uri="{FF2B5EF4-FFF2-40B4-BE49-F238E27FC236}">
                          <a16:creationId xmlns:a16="http://schemas.microsoft.com/office/drawing/2014/main" id="{40324903-D84E-FE42-8880-F5D6F8A53F34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672" y="1920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510" name="Line 167">
                        <a:extLst>
                          <a:ext uri="{FF2B5EF4-FFF2-40B4-BE49-F238E27FC236}">
                            <a16:creationId xmlns:a16="http://schemas.microsoft.com/office/drawing/2014/main" id="{B3E7679D-902C-D144-A1D7-B871E1CE6ACD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A3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Arial"/>
                        </a:endParaRPr>
                      </a:p>
                    </p:txBody>
                  </p:sp>
                  <p:sp>
                    <p:nvSpPr>
                      <p:cNvPr id="511" name="Line 168">
                        <a:extLst>
                          <a:ext uri="{FF2B5EF4-FFF2-40B4-BE49-F238E27FC236}">
                            <a16:creationId xmlns:a16="http://schemas.microsoft.com/office/drawing/2014/main" id="{3CDD5500-6D60-1041-B4A6-4098D994E12F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A3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Arial"/>
                        </a:endParaRPr>
                      </a:p>
                    </p:txBody>
                  </p:sp>
                </p:grpSp>
                <p:grpSp>
                  <p:nvGrpSpPr>
                    <p:cNvPr id="507" name="Group 169">
                      <a:extLst>
                        <a:ext uri="{FF2B5EF4-FFF2-40B4-BE49-F238E27FC236}">
                          <a16:creationId xmlns:a16="http://schemas.microsoft.com/office/drawing/2014/main" id="{9B075E85-842D-8943-A399-F54A797ECE6E}"/>
                        </a:ext>
                      </a:extLst>
                    </p:cNvPr>
                    <p:cNvGrpSpPr>
                      <a:grpSpLocks/>
                    </p:cNvGrpSpPr>
                    <p:nvPr/>
                  </p:nvGrpSpPr>
                  <p:grpSpPr bwMode="auto">
                    <a:xfrm>
                      <a:off x="818" y="1776"/>
                      <a:ext cx="145" cy="144"/>
                      <a:chOff x="672" y="1920"/>
                      <a:chExt cx="145" cy="144"/>
                    </a:xfrm>
                  </p:grpSpPr>
                  <p:sp>
                    <p:nvSpPr>
                      <p:cNvPr id="508" name="Line 170">
                        <a:extLst>
                          <a:ext uri="{FF2B5EF4-FFF2-40B4-BE49-F238E27FC236}">
                            <a16:creationId xmlns:a16="http://schemas.microsoft.com/office/drawing/2014/main" id="{9D762FA7-59F0-DA45-9D27-B2CF3B8BA563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>
                        <a:off x="672" y="1920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A3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Arial"/>
                        </a:endParaRPr>
                      </a:p>
                    </p:txBody>
                  </p:sp>
                  <p:sp>
                    <p:nvSpPr>
                      <p:cNvPr id="509" name="Line 171">
                        <a:extLst>
                          <a:ext uri="{FF2B5EF4-FFF2-40B4-BE49-F238E27FC236}">
                            <a16:creationId xmlns:a16="http://schemas.microsoft.com/office/drawing/2014/main" id="{087EFDEE-BDC8-064C-88E6-C6513D297CE2}"/>
                          </a:ext>
                        </a:extLst>
                      </p:cNvPr>
                      <p:cNvSpPr>
                        <a:spLocks noChangeShapeType="1"/>
                      </p:cNvSpPr>
                      <p:nvPr/>
                    </p:nvSpPr>
                    <p:spPr bwMode="auto">
                      <a:xfrm rot="5400000">
                        <a:off x="745" y="1848"/>
                        <a:ext cx="0" cy="144"/>
                      </a:xfrm>
                      <a:prstGeom prst="line">
                        <a:avLst/>
                      </a:prstGeom>
                      <a:noFill/>
                      <a:ln w="19050">
                        <a:solidFill>
                          <a:srgbClr val="0000A3"/>
                        </a:solidFill>
                        <a:round/>
                        <a:headEnd/>
                        <a:tailEnd/>
                      </a:ln>
                      <a:effectLst/>
                      <a:extLst>
                        <a:ext uri="{909E8E84-426E-40dd-AFC4-6F175D3DCCD1}">
                          <a14:hiddenFill xmlns:a14="http://schemas.microsoft.com/office/drawing/2010/main" xmlns="">
                            <a:noFill/>
                          </a14:hiddenFill>
                        </a:ext>
                        <a:ext uri="{AF507438-7753-43e0-B8FC-AC1667EBCBE1}">
                          <a14:hiddenEffects xmlns:a14="http://schemas.microsoft.com/office/drawing/2010/main" xmlns="">
                            <a:effectLst>
                              <a:outerShdw blurRad="63500" dist="38099" dir="2700000" algn="ctr" rotWithShape="0">
                                <a:schemeClr val="bg2">
                                  <a:alpha val="74998"/>
                                </a:schemeClr>
                              </a:outerShdw>
                            </a:effectLst>
                          </a14:hiddenEffects>
                        </a:ext>
                      </a:extLst>
                    </p:spPr>
                    <p:txBody>
                      <a:bodyPr wrap="none" anchor="ctr"/>
                      <a:lstStyle/>
                      <a:p>
                        <a:pPr marL="0" marR="0" lvl="0" indent="0" algn="l" defTabSz="914400" rtl="0" eaLnBrk="1" fontAlgn="auto" latinLnBrk="0" hangingPunct="1">
                          <a:lnSpc>
                            <a:spcPct val="90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ClrTx/>
                          <a:buSzTx/>
                          <a:buFontTx/>
                          <a:buNone/>
                          <a:tabLst/>
                          <a:defRPr/>
                        </a:pPr>
                        <a:endParaRPr kumimoji="0" lang="en-US" sz="20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Arial"/>
                        </a:endParaRPr>
                      </a:p>
                    </p:txBody>
                  </p:sp>
                </p:grpSp>
              </p:grpSp>
            </p:grpSp>
            <p:grpSp>
              <p:nvGrpSpPr>
                <p:cNvPr id="494" name="Group 172">
                  <a:extLst>
                    <a:ext uri="{FF2B5EF4-FFF2-40B4-BE49-F238E27FC236}">
                      <a16:creationId xmlns:a16="http://schemas.microsoft.com/office/drawing/2014/main" id="{647341C8-FCBB-8240-BABA-9DA1ABC3B5D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259" y="1217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498" name="Group 173">
                    <a:extLst>
                      <a:ext uri="{FF2B5EF4-FFF2-40B4-BE49-F238E27FC236}">
                        <a16:creationId xmlns:a16="http://schemas.microsoft.com/office/drawing/2014/main" id="{99A07B8A-25DE-DB4F-B10F-551AD575115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502" name="Line 174">
                      <a:extLst>
                        <a:ext uri="{FF2B5EF4-FFF2-40B4-BE49-F238E27FC236}">
                          <a16:creationId xmlns:a16="http://schemas.microsoft.com/office/drawing/2014/main" id="{459607AA-BBEC-A64A-A370-920FB0AA6660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503" name="Line 175">
                      <a:extLst>
                        <a:ext uri="{FF2B5EF4-FFF2-40B4-BE49-F238E27FC236}">
                          <a16:creationId xmlns:a16="http://schemas.microsoft.com/office/drawing/2014/main" id="{A9BA5078-706D-CA40-8B4F-E87C7F4DEDB2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499" name="Group 176">
                    <a:extLst>
                      <a:ext uri="{FF2B5EF4-FFF2-40B4-BE49-F238E27FC236}">
                        <a16:creationId xmlns:a16="http://schemas.microsoft.com/office/drawing/2014/main" id="{C5B29228-B2C4-104D-8F6E-77622350827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500" name="Line 177">
                      <a:extLst>
                        <a:ext uri="{FF2B5EF4-FFF2-40B4-BE49-F238E27FC236}">
                          <a16:creationId xmlns:a16="http://schemas.microsoft.com/office/drawing/2014/main" id="{AB6FB84E-6945-224D-9263-1A3379FADD9B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501" name="Line 178">
                      <a:extLst>
                        <a:ext uri="{FF2B5EF4-FFF2-40B4-BE49-F238E27FC236}">
                          <a16:creationId xmlns:a16="http://schemas.microsoft.com/office/drawing/2014/main" id="{EACF4AEF-2DA0-BF4C-860B-B166C57159C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495" name="Group 179">
                  <a:extLst>
                    <a:ext uri="{FF2B5EF4-FFF2-40B4-BE49-F238E27FC236}">
                      <a16:creationId xmlns:a16="http://schemas.microsoft.com/office/drawing/2014/main" id="{B94E0988-88DB-A949-B923-553FDE2D79C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1551" y="1071"/>
                  <a:ext cx="145" cy="144"/>
                  <a:chOff x="672" y="1920"/>
                  <a:chExt cx="145" cy="144"/>
                </a:xfrm>
              </p:grpSpPr>
              <p:sp>
                <p:nvSpPr>
                  <p:cNvPr id="496" name="Line 180">
                    <a:extLst>
                      <a:ext uri="{FF2B5EF4-FFF2-40B4-BE49-F238E27FC236}">
                        <a16:creationId xmlns:a16="http://schemas.microsoft.com/office/drawing/2014/main" id="{7610B0EF-3671-9B47-8937-955B079514F3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>
                    <a:off x="672" y="1920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0000A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  <p:sp>
                <p:nvSpPr>
                  <p:cNvPr id="497" name="Line 181">
                    <a:extLst>
                      <a:ext uri="{FF2B5EF4-FFF2-40B4-BE49-F238E27FC236}">
                        <a16:creationId xmlns:a16="http://schemas.microsoft.com/office/drawing/2014/main" id="{1BD97D86-FC68-8941-AE16-6F13A0D4BEDD}"/>
                      </a:ext>
                    </a:extLst>
                  </p:cNvPr>
                  <p:cNvSpPr>
                    <a:spLocks noChangeShapeType="1"/>
                  </p:cNvSpPr>
                  <p:nvPr/>
                </p:nvSpPr>
                <p:spPr bwMode="auto">
                  <a:xfrm rot="5400000">
                    <a:off x="745" y="1848"/>
                    <a:ext cx="0" cy="144"/>
                  </a:xfrm>
                  <a:prstGeom prst="line">
                    <a:avLst/>
                  </a:prstGeom>
                  <a:noFill/>
                  <a:ln w="19050">
                    <a:solidFill>
                      <a:srgbClr val="0000A3"/>
                    </a:solidFill>
                    <a:round/>
                    <a:headEnd/>
                    <a:tailEnd/>
                  </a:ln>
                  <a:effectLst/>
                  <a:extLst>
                    <a:ext uri="{909E8E84-426E-40dd-AFC4-6F175D3DCCD1}">
                      <a14:hiddenFill xmlns:a14="http://schemas.microsoft.com/office/drawing/2010/main" xmlns="">
                        <a:noFill/>
                      </a14:hiddenFill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9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Arial"/>
                    </a:endParaRPr>
                  </a:p>
                </p:txBody>
              </p:sp>
            </p:grpSp>
          </p:grpSp>
          <p:grpSp>
            <p:nvGrpSpPr>
              <p:cNvPr id="478" name="Group 182">
                <a:extLst>
                  <a:ext uri="{FF2B5EF4-FFF2-40B4-BE49-F238E27FC236}">
                    <a16:creationId xmlns:a16="http://schemas.microsoft.com/office/drawing/2014/main" id="{91BD84F8-614F-EE49-8B30-EB628E008C6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3" y="1147"/>
                <a:ext cx="583" cy="578"/>
                <a:chOff x="672" y="1486"/>
                <a:chExt cx="583" cy="578"/>
              </a:xfrm>
            </p:grpSpPr>
            <p:grpSp>
              <p:nvGrpSpPr>
                <p:cNvPr id="479" name="Group 183">
                  <a:extLst>
                    <a:ext uri="{FF2B5EF4-FFF2-40B4-BE49-F238E27FC236}">
                      <a16:creationId xmlns:a16="http://schemas.microsoft.com/office/drawing/2014/main" id="{6B3D007C-D887-E846-ABE5-9D65BE55F5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672" y="177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487" name="Group 184">
                    <a:extLst>
                      <a:ext uri="{FF2B5EF4-FFF2-40B4-BE49-F238E27FC236}">
                        <a16:creationId xmlns:a16="http://schemas.microsoft.com/office/drawing/2014/main" id="{0F4A8FB1-234D-A74B-A92E-F105987D2A8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491" name="Line 185">
                      <a:extLst>
                        <a:ext uri="{FF2B5EF4-FFF2-40B4-BE49-F238E27FC236}">
                          <a16:creationId xmlns:a16="http://schemas.microsoft.com/office/drawing/2014/main" id="{D952B360-FBAF-2741-81A1-732D48B651B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492" name="Line 186">
                      <a:extLst>
                        <a:ext uri="{FF2B5EF4-FFF2-40B4-BE49-F238E27FC236}">
                          <a16:creationId xmlns:a16="http://schemas.microsoft.com/office/drawing/2014/main" id="{AEAD8438-5EA8-234A-A2B5-555235A30D94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488" name="Group 187">
                    <a:extLst>
                      <a:ext uri="{FF2B5EF4-FFF2-40B4-BE49-F238E27FC236}">
                        <a16:creationId xmlns:a16="http://schemas.microsoft.com/office/drawing/2014/main" id="{577925E6-FFEB-3A40-9E76-8B98C0C87A0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489" name="Line 188">
                      <a:extLst>
                        <a:ext uri="{FF2B5EF4-FFF2-40B4-BE49-F238E27FC236}">
                          <a16:creationId xmlns:a16="http://schemas.microsoft.com/office/drawing/2014/main" id="{2E6E6815-69E5-D04B-9ABA-E40A83C8821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490" name="Line 189">
                      <a:extLst>
                        <a:ext uri="{FF2B5EF4-FFF2-40B4-BE49-F238E27FC236}">
                          <a16:creationId xmlns:a16="http://schemas.microsoft.com/office/drawing/2014/main" id="{8BCCFECC-5324-5845-A48C-BB1D60CCAC68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</p:grpSp>
            </p:grpSp>
            <p:grpSp>
              <p:nvGrpSpPr>
                <p:cNvPr id="480" name="Group 190">
                  <a:extLst>
                    <a:ext uri="{FF2B5EF4-FFF2-40B4-BE49-F238E27FC236}">
                      <a16:creationId xmlns:a16="http://schemas.microsoft.com/office/drawing/2014/main" id="{61B305A6-EEB9-964C-9E04-C9D42306C3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964" y="1486"/>
                  <a:ext cx="291" cy="288"/>
                  <a:chOff x="672" y="1776"/>
                  <a:chExt cx="291" cy="288"/>
                </a:xfrm>
              </p:grpSpPr>
              <p:grpSp>
                <p:nvGrpSpPr>
                  <p:cNvPr id="481" name="Group 191">
                    <a:extLst>
                      <a:ext uri="{FF2B5EF4-FFF2-40B4-BE49-F238E27FC236}">
                        <a16:creationId xmlns:a16="http://schemas.microsoft.com/office/drawing/2014/main" id="{FCF6C6CD-53CA-294C-9163-FFBDA5D874D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672" y="1920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485" name="Line 192">
                      <a:extLst>
                        <a:ext uri="{FF2B5EF4-FFF2-40B4-BE49-F238E27FC236}">
                          <a16:creationId xmlns:a16="http://schemas.microsoft.com/office/drawing/2014/main" id="{710DA281-9270-3141-831A-EF64A8D11BD1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486" name="Line 193">
                      <a:extLst>
                        <a:ext uri="{FF2B5EF4-FFF2-40B4-BE49-F238E27FC236}">
                          <a16:creationId xmlns:a16="http://schemas.microsoft.com/office/drawing/2014/main" id="{D28C55A7-2B25-F842-9E06-6A5686B46B6E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</p:grpSp>
              <p:grpSp>
                <p:nvGrpSpPr>
                  <p:cNvPr id="482" name="Group 194">
                    <a:extLst>
                      <a:ext uri="{FF2B5EF4-FFF2-40B4-BE49-F238E27FC236}">
                        <a16:creationId xmlns:a16="http://schemas.microsoft.com/office/drawing/2014/main" id="{DEEA721B-C219-8245-A0C0-33633AEDE75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818" y="1776"/>
                    <a:ext cx="145" cy="144"/>
                    <a:chOff x="672" y="1920"/>
                    <a:chExt cx="145" cy="144"/>
                  </a:xfrm>
                </p:grpSpPr>
                <p:sp>
                  <p:nvSpPr>
                    <p:cNvPr id="483" name="Line 195">
                      <a:extLst>
                        <a:ext uri="{FF2B5EF4-FFF2-40B4-BE49-F238E27FC236}">
                          <a16:creationId xmlns:a16="http://schemas.microsoft.com/office/drawing/2014/main" id="{0A50F111-740E-7940-AB52-4CFF0F471D8D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>
                      <a:off x="672" y="1920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  <p:sp>
                  <p:nvSpPr>
                    <p:cNvPr id="484" name="Line 196">
                      <a:extLst>
                        <a:ext uri="{FF2B5EF4-FFF2-40B4-BE49-F238E27FC236}">
                          <a16:creationId xmlns:a16="http://schemas.microsoft.com/office/drawing/2014/main" id="{90766983-5BAF-F14B-8DDD-484D026ADE37}"/>
                        </a:ext>
                      </a:extLst>
                    </p:cNvPr>
                    <p:cNvSpPr>
                      <a:spLocks noChangeShapeType="1"/>
                    </p:cNvSpPr>
                    <p:nvPr/>
                  </p:nvSpPr>
                  <p:spPr bwMode="auto">
                    <a:xfrm rot="5400000">
                      <a:off x="745" y="1848"/>
                      <a:ext cx="0" cy="144"/>
                    </a:xfrm>
                    <a:prstGeom prst="line">
                      <a:avLst/>
                    </a:prstGeom>
                    <a:noFill/>
                    <a:ln w="19050">
                      <a:solidFill>
                        <a:srgbClr val="0000A3"/>
                      </a:solidFill>
                      <a:round/>
                      <a:headEnd/>
                      <a:tailEnd/>
                    </a:ln>
                    <a:effectLst/>
                    <a:extLst>
                      <a:ext uri="{909E8E84-426E-40dd-AFC4-6F175D3DCCD1}">
                        <a14:hiddenFill xmlns:a14="http://schemas.microsoft.com/office/drawing/2010/main" xmlns="">
                          <a:noFill/>
                        </a14:hiddenFill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9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0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Calibri" panose="020F0502020204030204"/>
                        <a:ea typeface="+mn-ea"/>
                        <a:cs typeface="Arial"/>
                      </a:endParaRPr>
                    </a:p>
                  </p:txBody>
                </p:sp>
              </p:grpSp>
            </p:grpSp>
          </p:grpSp>
        </p:grpSp>
        <p:sp>
          <p:nvSpPr>
            <p:cNvPr id="473" name="Text Box 199">
              <a:extLst>
                <a:ext uri="{FF2B5EF4-FFF2-40B4-BE49-F238E27FC236}">
                  <a16:creationId xmlns:a16="http://schemas.microsoft.com/office/drawing/2014/main" id="{3A6E3EE9-BAAF-5B45-BD91-B018F71B86F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956" y="1225"/>
              <a:ext cx="1210" cy="5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bg1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       constant bit 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     rate video</a:t>
              </a:r>
            </a:p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 playout at client</a:t>
              </a:r>
            </a:p>
          </p:txBody>
        </p:sp>
        <p:grpSp>
          <p:nvGrpSpPr>
            <p:cNvPr id="474" name="Group 202">
              <a:extLst>
                <a:ext uri="{FF2B5EF4-FFF2-40B4-BE49-F238E27FC236}">
                  <a16:creationId xmlns:a16="http://schemas.microsoft.com/office/drawing/2014/main" id="{B198ACDA-9CD7-7242-AB89-3C394AE5E3C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74" y="2756"/>
              <a:ext cx="1059" cy="407"/>
              <a:chOff x="1874" y="2756"/>
              <a:chExt cx="1059" cy="407"/>
            </a:xfrm>
          </p:grpSpPr>
          <p:sp>
            <p:nvSpPr>
              <p:cNvPr id="475" name="Text Box 144">
                <a:extLst>
                  <a:ext uri="{FF2B5EF4-FFF2-40B4-BE49-F238E27FC236}">
                    <a16:creationId xmlns:a16="http://schemas.microsoft.com/office/drawing/2014/main" id="{42AFCD94-B607-E042-AA0B-D3DA375480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874" y="2756"/>
                <a:ext cx="1059" cy="40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solidFill>
                      <a:schemeClr val="bg1"/>
                    </a:solidFill>
                  </a14:hiddenFill>
                </a:ex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/>
                  </a:rPr>
                  <a:t>client playout</a:t>
                </a:r>
              </a:p>
              <a:p>
                <a:pPr marL="0" marR="0" lvl="0" indent="0" algn="ctr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sz="20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99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Arial"/>
                  </a:rPr>
                  <a:t>delay</a:t>
                </a:r>
              </a:p>
            </p:txBody>
          </p:sp>
          <p:sp>
            <p:nvSpPr>
              <p:cNvPr id="476" name="Line 200">
                <a:extLst>
                  <a:ext uri="{FF2B5EF4-FFF2-40B4-BE49-F238E27FC236}">
                    <a16:creationId xmlns:a16="http://schemas.microsoft.com/office/drawing/2014/main" id="{B2F37120-6CC9-8B41-A98D-BBB28D8C424F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1938" y="2952"/>
                <a:ext cx="905" cy="0"/>
              </a:xfrm>
              <a:prstGeom prst="line">
                <a:avLst/>
              </a:prstGeom>
              <a:noFill/>
              <a:ln w="19050">
                <a:solidFill>
                  <a:srgbClr val="010086"/>
                </a:solidFill>
                <a:round/>
                <a:headEnd type="triangle" w="med" len="med"/>
                <a:tailEnd type="triangle" w="med" len="med"/>
              </a:ln>
              <a:effectLst/>
              <a:extLst>
                <a:ext uri="{909E8E84-426E-40dd-AFC4-6F175D3DCCD1}">
                  <a14:hiddenFill xmlns:a14="http://schemas.microsoft.com/office/drawing/2010/main" xmlns="">
                    <a:noFill/>
                  </a14:hiddenFill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9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endParaRPr>
              </a:p>
            </p:txBody>
          </p:sp>
        </p:grpSp>
      </p:grpSp>
      <p:grpSp>
        <p:nvGrpSpPr>
          <p:cNvPr id="518" name="Group 206">
            <a:extLst>
              <a:ext uri="{FF2B5EF4-FFF2-40B4-BE49-F238E27FC236}">
                <a16:creationId xmlns:a16="http://schemas.microsoft.com/office/drawing/2014/main" id="{1D57C5D2-2C50-2F46-9BEF-96B0205E9727}"/>
              </a:ext>
            </a:extLst>
          </p:cNvPr>
          <p:cNvGrpSpPr>
            <a:grpSpLocks/>
          </p:cNvGrpSpPr>
          <p:nvPr/>
        </p:nvGrpSpPr>
        <p:grpSpPr bwMode="auto">
          <a:xfrm>
            <a:off x="6060511" y="3126165"/>
            <a:ext cx="534988" cy="923926"/>
            <a:chOff x="2822" y="1854"/>
            <a:chExt cx="337" cy="582"/>
          </a:xfrm>
        </p:grpSpPr>
        <p:sp>
          <p:nvSpPr>
            <p:cNvPr id="519" name="Line 204">
              <a:extLst>
                <a:ext uri="{FF2B5EF4-FFF2-40B4-BE49-F238E27FC236}">
                  <a16:creationId xmlns:a16="http://schemas.microsoft.com/office/drawing/2014/main" id="{2A631B38-97FE-2F4B-B874-714F6ADE1351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2988" y="1872"/>
              <a:ext cx="0" cy="564"/>
            </a:xfrm>
            <a:prstGeom prst="line">
              <a:avLst/>
            </a:prstGeom>
            <a:noFill/>
            <a:ln w="19050">
              <a:solidFill>
                <a:srgbClr val="0000A3"/>
              </a:solidFill>
              <a:round/>
              <a:headEnd type="triangle" w="med" len="med"/>
              <a:tailEnd type="triangle" w="med" len="med"/>
            </a:ln>
            <a:effectLst/>
            <a:extLst>
              <a:ext uri="{909E8E84-426E-40dd-AFC4-6F175D3DCCD1}">
                <a14:hiddenFill xmlns:a14="http://schemas.microsoft.com/office/drawing/2010/main" xmlns="">
                  <a:noFill/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endParaRPr>
            </a:p>
          </p:txBody>
        </p:sp>
        <p:sp>
          <p:nvSpPr>
            <p:cNvPr id="520" name="Text Box 205">
              <a:extLst>
                <a:ext uri="{FF2B5EF4-FFF2-40B4-BE49-F238E27FC236}">
                  <a16:creationId xmlns:a16="http://schemas.microsoft.com/office/drawing/2014/main" id="{F78B503E-7C5A-E04D-917B-32B040F9BA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200000">
              <a:off x="2707" y="1969"/>
              <a:ext cx="567" cy="33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buffered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A3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Arial"/>
                </a:rPr>
                <a:t>video</a:t>
              </a:r>
              <a:endPara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Arial"/>
              </a:endParaRPr>
            </a:p>
          </p:txBody>
        </p:sp>
      </p:grpSp>
      <p:sp>
        <p:nvSpPr>
          <p:cNvPr id="521" name="Rectangle 208">
            <a:extLst>
              <a:ext uri="{FF2B5EF4-FFF2-40B4-BE49-F238E27FC236}">
                <a16:creationId xmlns:a16="http://schemas.microsoft.com/office/drawing/2014/main" id="{19B23E15-1132-3D4B-A1F4-6A0D9B2054BA}"/>
              </a:ext>
            </a:extLst>
          </p:cNvPr>
          <p:cNvSpPr txBox="1">
            <a:spLocks noChangeArrowheads="1"/>
          </p:cNvSpPr>
          <p:nvPr/>
        </p:nvSpPr>
        <p:spPr>
          <a:xfrm>
            <a:off x="1252768" y="5367320"/>
            <a:ext cx="10515599" cy="8890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sz="32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client-side buffering and playout delay: </a:t>
            </a:r>
            <a:r>
              <a:rPr kumimoji="0" lang="en-US" sz="3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compensate for network-added delay, delay jitter</a:t>
            </a: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2" name="Slide Number Placeholder 2">
            <a:extLst>
              <a:ext uri="{FF2B5EF4-FFF2-40B4-BE49-F238E27FC236}">
                <a16:creationId xmlns:a16="http://schemas.microsoft.com/office/drawing/2014/main" id="{F1384BB5-FDBF-D848-A676-BE0449CF3AF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19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95014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4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52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21" grpId="0" build="p" autoUpdateAnimBg="0" advAuto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Streaming multimedia: DASH</a:t>
            </a:r>
          </a:p>
        </p:txBody>
      </p:sp>
      <p:sp>
        <p:nvSpPr>
          <p:cNvPr id="80" name="Rectangle 3">
            <a:extLst>
              <a:ext uri="{FF2B5EF4-FFF2-40B4-BE49-F238E27FC236}">
                <a16:creationId xmlns:a16="http://schemas.microsoft.com/office/drawing/2014/main" id="{A86288FC-1EC1-EF4E-A6E3-F04D9EE4709E}"/>
              </a:ext>
            </a:extLst>
          </p:cNvPr>
          <p:cNvSpPr txBox="1">
            <a:spLocks noChangeArrowheads="1"/>
          </p:cNvSpPr>
          <p:nvPr/>
        </p:nvSpPr>
        <p:spPr>
          <a:xfrm>
            <a:off x="822435" y="1484670"/>
            <a:ext cx="10369274" cy="5053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None/>
              <a:tabLst/>
              <a:defRPr/>
            </a:pPr>
            <a:r>
              <a:rPr kumimoji="0" lang="en-US" altLang="en-US" b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server:</a:t>
            </a:r>
          </a:p>
          <a:p>
            <a:pPr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divides video file into multiple chunks</a:t>
            </a:r>
          </a:p>
          <a:p>
            <a:pPr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each chunk encoded at multiple different rates</a:t>
            </a:r>
          </a:p>
          <a:p>
            <a:pPr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different rate encodings stored in different files</a:t>
            </a:r>
          </a:p>
          <a:p>
            <a:pPr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lang="en-US" altLang="en-US" dirty="0">
                <a:solidFill>
                  <a:prstClr val="black"/>
                </a:solidFill>
                <a:latin typeface="Calibri" panose="020F0502020204030204"/>
                <a:ea typeface="ＭＳ Ｐゴシック" panose="020B0600070205080204" pitchFamily="34" charset="-128"/>
              </a:rPr>
              <a:t>files replicated in various CDN nodes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manifest file: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provides URLs for different chunks</a:t>
            </a:r>
          </a:p>
        </p:txBody>
      </p:sp>
      <p:grpSp>
        <p:nvGrpSpPr>
          <p:cNvPr id="56" name="Group 2">
            <a:extLst>
              <a:ext uri="{FF2B5EF4-FFF2-40B4-BE49-F238E27FC236}">
                <a16:creationId xmlns:a16="http://schemas.microsoft.com/office/drawing/2014/main" id="{232E2937-932A-8140-A56C-A78B8BFCFF64}"/>
              </a:ext>
            </a:extLst>
          </p:cNvPr>
          <p:cNvGrpSpPr>
            <a:grpSpLocks/>
          </p:cNvGrpSpPr>
          <p:nvPr/>
        </p:nvGrpSpPr>
        <p:grpSpPr bwMode="auto">
          <a:xfrm>
            <a:off x="10418918" y="2387938"/>
            <a:ext cx="1331627" cy="1083147"/>
            <a:chOff x="1842724" y="2867233"/>
            <a:chExt cx="5649912" cy="3416300"/>
          </a:xfrm>
        </p:grpSpPr>
        <p:sp>
          <p:nvSpPr>
            <p:cNvPr id="57" name="AutoShape 99">
              <a:extLst>
                <a:ext uri="{FF2B5EF4-FFF2-40B4-BE49-F238E27FC236}">
                  <a16:creationId xmlns:a16="http://schemas.microsoft.com/office/drawing/2014/main" id="{5055D5A0-B7B0-8947-9D7F-F28A31600D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2724" y="2867233"/>
              <a:ext cx="5649912" cy="768350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Rectangle 87">
              <a:extLst>
                <a:ext uri="{FF2B5EF4-FFF2-40B4-BE49-F238E27FC236}">
                  <a16:creationId xmlns:a16="http://schemas.microsoft.com/office/drawing/2014/main" id="{13B28B0D-9C67-5D40-8231-3A83B9C16D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51" name="Group 349">
            <a:extLst>
              <a:ext uri="{FF2B5EF4-FFF2-40B4-BE49-F238E27FC236}">
                <a16:creationId xmlns:a16="http://schemas.microsoft.com/office/drawing/2014/main" id="{431C7441-FEA9-E649-870D-E4A204A68EA2}"/>
              </a:ext>
            </a:extLst>
          </p:cNvPr>
          <p:cNvGrpSpPr>
            <a:grpSpLocks/>
          </p:cNvGrpSpPr>
          <p:nvPr/>
        </p:nvGrpSpPr>
        <p:grpSpPr bwMode="auto">
          <a:xfrm>
            <a:off x="10897863" y="2829271"/>
            <a:ext cx="427844" cy="454118"/>
            <a:chOff x="4437" y="1472"/>
            <a:chExt cx="427" cy="418"/>
          </a:xfrm>
        </p:grpSpPr>
        <p:sp>
          <p:nvSpPr>
            <p:cNvPr id="152" name="Rectangle 350">
              <a:extLst>
                <a:ext uri="{FF2B5EF4-FFF2-40B4-BE49-F238E27FC236}">
                  <a16:creationId xmlns:a16="http://schemas.microsoft.com/office/drawing/2014/main" id="{5CB65625-7D77-2D48-9EBF-E0DD7EB5555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3" y="1475"/>
              <a:ext cx="421" cy="361"/>
            </a:xfrm>
            <a:prstGeom prst="rect">
              <a:avLst/>
            </a:pr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5000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9050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53" name="Rectangle 351">
              <a:extLst>
                <a:ext uri="{FF2B5EF4-FFF2-40B4-BE49-F238E27FC236}">
                  <a16:creationId xmlns:a16="http://schemas.microsoft.com/office/drawing/2014/main" id="{9179FB7F-3949-174E-9E9E-A161E0EF4A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54" name="Rectangle 352">
              <a:extLst>
                <a:ext uri="{FF2B5EF4-FFF2-40B4-BE49-F238E27FC236}">
                  <a16:creationId xmlns:a16="http://schemas.microsoft.com/office/drawing/2014/main" id="{7E315010-D1DB-594B-B06F-DFFAAC621E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1866"/>
              <a:ext cx="414" cy="24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155" name="Rectangle 353">
              <a:extLst>
                <a:ext uri="{FF2B5EF4-FFF2-40B4-BE49-F238E27FC236}">
                  <a16:creationId xmlns:a16="http://schemas.microsoft.com/office/drawing/2014/main" id="{03963D0C-B78F-CD4C-82A8-1D695049CB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1472"/>
              <a:ext cx="423" cy="356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</p:grpSp>
      <p:sp>
        <p:nvSpPr>
          <p:cNvPr id="156" name="Freeform 1287">
            <a:extLst>
              <a:ext uri="{FF2B5EF4-FFF2-40B4-BE49-F238E27FC236}">
                <a16:creationId xmlns:a16="http://schemas.microsoft.com/office/drawing/2014/main" id="{77B492B9-F4A6-AA4F-886C-26D56EDFBA9C}"/>
              </a:ext>
            </a:extLst>
          </p:cNvPr>
          <p:cNvSpPr>
            <a:spLocks/>
          </p:cNvSpPr>
          <p:nvPr/>
        </p:nvSpPr>
        <p:spPr bwMode="auto">
          <a:xfrm>
            <a:off x="8707673" y="2598154"/>
            <a:ext cx="1464890" cy="840879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57" name="Straight Connector 45">
            <a:extLst>
              <a:ext uri="{FF2B5EF4-FFF2-40B4-BE49-F238E27FC236}">
                <a16:creationId xmlns:a16="http://schemas.microsoft.com/office/drawing/2014/main" id="{EF812D6A-3887-5D48-A2A7-90D0F1858553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593059" y="3030964"/>
            <a:ext cx="2202124" cy="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158" name="TextBox 64">
            <a:extLst>
              <a:ext uri="{FF2B5EF4-FFF2-40B4-BE49-F238E27FC236}">
                <a16:creationId xmlns:a16="http://schemas.microsoft.com/office/drawing/2014/main" id="{47349889-E81A-C242-9729-98BDB7A6D24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4758" y="3478691"/>
            <a:ext cx="483955" cy="252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client</a:t>
            </a:r>
            <a:endParaRPr kumimoji="0" lang="en-US" altLang="en-US" sz="1800" b="0" i="1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237" name="Freeform 236">
            <a:extLst>
              <a:ext uri="{FF2B5EF4-FFF2-40B4-BE49-F238E27FC236}">
                <a16:creationId xmlns:a16="http://schemas.microsoft.com/office/drawing/2014/main" id="{0AB0D303-D269-7F44-8600-794F5467067C}"/>
              </a:ext>
            </a:extLst>
          </p:cNvPr>
          <p:cNvSpPr/>
          <p:nvPr/>
        </p:nvSpPr>
        <p:spPr>
          <a:xfrm>
            <a:off x="9433447" y="2723465"/>
            <a:ext cx="1348576" cy="190774"/>
          </a:xfrm>
          <a:custGeom>
            <a:avLst/>
            <a:gdLst>
              <a:gd name="connsiteX0" fmla="*/ 0 w 1348576"/>
              <a:gd name="connsiteY0" fmla="*/ 0 h 190774"/>
              <a:gd name="connsiteX1" fmla="*/ 374970 w 1348576"/>
              <a:gd name="connsiteY1" fmla="*/ 190774 h 190774"/>
              <a:gd name="connsiteX2" fmla="*/ 1348576 w 1348576"/>
              <a:gd name="connsiteY2" fmla="*/ 190774 h 190774"/>
              <a:gd name="connsiteX3" fmla="*/ 1348576 w 1348576"/>
              <a:gd name="connsiteY3" fmla="*/ 177617 h 190774"/>
              <a:gd name="connsiteX0" fmla="*/ 0 w 1348576"/>
              <a:gd name="connsiteY0" fmla="*/ 0 h 190774"/>
              <a:gd name="connsiteX1" fmla="*/ 374970 w 1348576"/>
              <a:gd name="connsiteY1" fmla="*/ 190774 h 190774"/>
              <a:gd name="connsiteX2" fmla="*/ 1348576 w 1348576"/>
              <a:gd name="connsiteY2" fmla="*/ 190774 h 190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8576" h="190774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w="31750">
            <a:solidFill>
              <a:srgbClr val="CD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8" name="Freeform 237">
            <a:extLst>
              <a:ext uri="{FF2B5EF4-FFF2-40B4-BE49-F238E27FC236}">
                <a16:creationId xmlns:a16="http://schemas.microsoft.com/office/drawing/2014/main" id="{7CE77C4C-F0D2-6344-8886-D4BFC98A935F}"/>
              </a:ext>
            </a:extLst>
          </p:cNvPr>
          <p:cNvSpPr/>
          <p:nvPr/>
        </p:nvSpPr>
        <p:spPr>
          <a:xfrm flipV="1">
            <a:off x="9441126" y="3152158"/>
            <a:ext cx="1348576" cy="190774"/>
          </a:xfrm>
          <a:custGeom>
            <a:avLst/>
            <a:gdLst>
              <a:gd name="connsiteX0" fmla="*/ 0 w 1348576"/>
              <a:gd name="connsiteY0" fmla="*/ 0 h 190774"/>
              <a:gd name="connsiteX1" fmla="*/ 374970 w 1348576"/>
              <a:gd name="connsiteY1" fmla="*/ 190774 h 190774"/>
              <a:gd name="connsiteX2" fmla="*/ 1348576 w 1348576"/>
              <a:gd name="connsiteY2" fmla="*/ 190774 h 190774"/>
              <a:gd name="connsiteX3" fmla="*/ 1348576 w 1348576"/>
              <a:gd name="connsiteY3" fmla="*/ 177617 h 190774"/>
              <a:gd name="connsiteX0" fmla="*/ 0 w 1348576"/>
              <a:gd name="connsiteY0" fmla="*/ 0 h 190774"/>
              <a:gd name="connsiteX1" fmla="*/ 374970 w 1348576"/>
              <a:gd name="connsiteY1" fmla="*/ 190774 h 190774"/>
              <a:gd name="connsiteX2" fmla="*/ 1348576 w 1348576"/>
              <a:gd name="connsiteY2" fmla="*/ 190774 h 190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8576" h="190774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w="31750">
            <a:solidFill>
              <a:srgbClr val="CD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39" name="Group 238">
            <a:extLst>
              <a:ext uri="{FF2B5EF4-FFF2-40B4-BE49-F238E27FC236}">
                <a16:creationId xmlns:a16="http://schemas.microsoft.com/office/drawing/2014/main" id="{0D8A0B99-F17E-9048-89FF-C5E63CBAF4A2}"/>
              </a:ext>
            </a:extLst>
          </p:cNvPr>
          <p:cNvGrpSpPr/>
          <p:nvPr/>
        </p:nvGrpSpPr>
        <p:grpSpPr>
          <a:xfrm>
            <a:off x="10236017" y="2762935"/>
            <a:ext cx="351378" cy="523220"/>
            <a:chOff x="10485997" y="1295948"/>
            <a:chExt cx="351378" cy="523220"/>
          </a:xfrm>
        </p:grpSpPr>
        <p:sp>
          <p:nvSpPr>
            <p:cNvPr id="240" name="Oval 239">
              <a:extLst>
                <a:ext uri="{FF2B5EF4-FFF2-40B4-BE49-F238E27FC236}">
                  <a16:creationId xmlns:a16="http://schemas.microsoft.com/office/drawing/2014/main" id="{336856DC-DFE0-7C40-ABCD-4AD555F9A214}"/>
                </a:ext>
              </a:extLst>
            </p:cNvPr>
            <p:cNvSpPr/>
            <p:nvPr/>
          </p:nvSpPr>
          <p:spPr>
            <a:xfrm>
              <a:off x="10492576" y="1381467"/>
              <a:ext cx="342078" cy="34207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D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41" name="TextBox 240">
              <a:extLst>
                <a:ext uri="{FF2B5EF4-FFF2-40B4-BE49-F238E27FC236}">
                  <a16:creationId xmlns:a16="http://schemas.microsoft.com/office/drawing/2014/main" id="{F96EFC4C-7C92-AA47-8E56-845F6C38BF12}"/>
                </a:ext>
              </a:extLst>
            </p:cNvPr>
            <p:cNvSpPr txBox="1"/>
            <p:nvPr/>
          </p:nvSpPr>
          <p:spPr>
            <a:xfrm>
              <a:off x="10485997" y="1295948"/>
              <a:ext cx="351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CD0000"/>
                  </a:solidFill>
                </a:rPr>
                <a:t>?</a:t>
              </a:r>
            </a:p>
          </p:txBody>
        </p:sp>
      </p:grpSp>
      <p:sp>
        <p:nvSpPr>
          <p:cNvPr id="243" name="Rectangle 3">
            <a:extLst>
              <a:ext uri="{FF2B5EF4-FFF2-40B4-BE49-F238E27FC236}">
                <a16:creationId xmlns:a16="http://schemas.microsoft.com/office/drawing/2014/main" id="{09884CFC-62B5-6946-85A6-0910ED9BC848}"/>
              </a:ext>
            </a:extLst>
          </p:cNvPr>
          <p:cNvSpPr txBox="1">
            <a:spLocks noChangeArrowheads="1"/>
          </p:cNvSpPr>
          <p:nvPr/>
        </p:nvSpPr>
        <p:spPr>
          <a:xfrm>
            <a:off x="857469" y="4086563"/>
            <a:ext cx="10369274" cy="25664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30175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None/>
              <a:tabLst/>
              <a:defRPr/>
            </a:pPr>
            <a:r>
              <a:rPr kumimoji="0" lang="en-US" altLang="en-US" sz="2800" b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client:</a:t>
            </a:r>
          </a:p>
          <a:p>
            <a:pPr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periodically estimates server-to-client bandwidth</a:t>
            </a:r>
          </a:p>
          <a:p>
            <a:pPr marR="0" lvl="1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consulting manifest, requests one chunk at a time 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chooses maximum coding rate sustainable given current bandwidth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3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can choose different coding rates at different points in time (depending on available bandwidth at time), and from different servers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516C6FF-6A10-6041-9BDF-81CF75A59CA8}"/>
              </a:ext>
            </a:extLst>
          </p:cNvPr>
          <p:cNvGrpSpPr/>
          <p:nvPr/>
        </p:nvGrpSpPr>
        <p:grpSpPr>
          <a:xfrm>
            <a:off x="7793102" y="2318615"/>
            <a:ext cx="943482" cy="1132486"/>
            <a:chOff x="7698509" y="2176725"/>
            <a:chExt cx="943482" cy="1132486"/>
          </a:xfrm>
        </p:grpSpPr>
        <p:grpSp>
          <p:nvGrpSpPr>
            <p:cNvPr id="60" name="Group 249">
              <a:extLst>
                <a:ext uri="{FF2B5EF4-FFF2-40B4-BE49-F238E27FC236}">
                  <a16:creationId xmlns:a16="http://schemas.microsoft.com/office/drawing/2014/main" id="{48BBCEB5-A9FB-2642-93D9-9545FFA86D1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8261" y="2771439"/>
              <a:ext cx="269531" cy="537772"/>
              <a:chOff x="4140" y="429"/>
              <a:chExt cx="1425" cy="2396"/>
            </a:xfrm>
          </p:grpSpPr>
          <p:sp>
            <p:nvSpPr>
              <p:cNvPr id="66" name="Freeform 250">
                <a:extLst>
                  <a:ext uri="{FF2B5EF4-FFF2-40B4-BE49-F238E27FC236}">
                    <a16:creationId xmlns:a16="http://schemas.microsoft.com/office/drawing/2014/main" id="{E5578A76-629A-7C4E-929B-B31E9800D6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7" name="Rectangle 251">
                <a:extLst>
                  <a:ext uri="{FF2B5EF4-FFF2-40B4-BE49-F238E27FC236}">
                    <a16:creationId xmlns:a16="http://schemas.microsoft.com/office/drawing/2014/main" id="{1A5867E7-D752-BB44-9E06-DF75CD8E94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68" name="Freeform 252">
                <a:extLst>
                  <a:ext uri="{FF2B5EF4-FFF2-40B4-BE49-F238E27FC236}">
                    <a16:creationId xmlns:a16="http://schemas.microsoft.com/office/drawing/2014/main" id="{18A99A20-76B3-D94B-BCB7-5A84A51A3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69" name="Freeform 253">
                <a:extLst>
                  <a:ext uri="{FF2B5EF4-FFF2-40B4-BE49-F238E27FC236}">
                    <a16:creationId xmlns:a16="http://schemas.microsoft.com/office/drawing/2014/main" id="{A9BB3F94-5FEF-EF4E-97B6-7F746CE255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70" name="Rectangle 254">
                <a:extLst>
                  <a:ext uri="{FF2B5EF4-FFF2-40B4-BE49-F238E27FC236}">
                    <a16:creationId xmlns:a16="http://schemas.microsoft.com/office/drawing/2014/main" id="{24798097-207A-DE46-ABC7-D6731BD906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grpSp>
            <p:nvGrpSpPr>
              <p:cNvPr id="71" name="Group 255">
                <a:extLst>
                  <a:ext uri="{FF2B5EF4-FFF2-40B4-BE49-F238E27FC236}">
                    <a16:creationId xmlns:a16="http://schemas.microsoft.com/office/drawing/2014/main" id="{CE875205-8C0D-754E-8E36-32A41C82095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49" name="AutoShape 256">
                  <a:extLst>
                    <a:ext uri="{FF2B5EF4-FFF2-40B4-BE49-F238E27FC236}">
                      <a16:creationId xmlns:a16="http://schemas.microsoft.com/office/drawing/2014/main" id="{7F68C377-96A4-A844-B707-FF5A78DCF3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7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50" name="AutoShape 257">
                  <a:extLst>
                    <a:ext uri="{FF2B5EF4-FFF2-40B4-BE49-F238E27FC236}">
                      <a16:creationId xmlns:a16="http://schemas.microsoft.com/office/drawing/2014/main" id="{FBBE8A7F-E64A-EE41-B2D4-AD4E2707D85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72" name="Rectangle 258">
                <a:extLst>
                  <a:ext uri="{FF2B5EF4-FFF2-40B4-BE49-F238E27FC236}">
                    <a16:creationId xmlns:a16="http://schemas.microsoft.com/office/drawing/2014/main" id="{B39571E5-0FFF-0740-AC4C-800173B23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grpSp>
            <p:nvGrpSpPr>
              <p:cNvPr id="73" name="Group 259">
                <a:extLst>
                  <a:ext uri="{FF2B5EF4-FFF2-40B4-BE49-F238E27FC236}">
                    <a16:creationId xmlns:a16="http://schemas.microsoft.com/office/drawing/2014/main" id="{2FFD7F69-CFA4-8345-9CDD-4D7CBE793A1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47" name="AutoShape 260">
                  <a:extLst>
                    <a:ext uri="{FF2B5EF4-FFF2-40B4-BE49-F238E27FC236}">
                      <a16:creationId xmlns:a16="http://schemas.microsoft.com/office/drawing/2014/main" id="{C18E76AE-324F-1844-AB10-870723FC048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48" name="AutoShape 261">
                  <a:extLst>
                    <a:ext uri="{FF2B5EF4-FFF2-40B4-BE49-F238E27FC236}">
                      <a16:creationId xmlns:a16="http://schemas.microsoft.com/office/drawing/2014/main" id="{309A2001-6A30-874B-9EF6-99E9B7DA9C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74" name="Rectangle 262">
                <a:extLst>
                  <a:ext uri="{FF2B5EF4-FFF2-40B4-BE49-F238E27FC236}">
                    <a16:creationId xmlns:a16="http://schemas.microsoft.com/office/drawing/2014/main" id="{DA8F8E62-F74D-494C-98D4-A4DCC518E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75" name="Rectangle 263">
                <a:extLst>
                  <a:ext uri="{FF2B5EF4-FFF2-40B4-BE49-F238E27FC236}">
                    <a16:creationId xmlns:a16="http://schemas.microsoft.com/office/drawing/2014/main" id="{5C72FC81-4509-194D-B382-46B04D9F2A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grpSp>
            <p:nvGrpSpPr>
              <p:cNvPr id="76" name="Group 264">
                <a:extLst>
                  <a:ext uri="{FF2B5EF4-FFF2-40B4-BE49-F238E27FC236}">
                    <a16:creationId xmlns:a16="http://schemas.microsoft.com/office/drawing/2014/main" id="{C74557B3-5043-3E4E-950A-F0F9B84E663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45" name="AutoShape 265">
                  <a:extLst>
                    <a:ext uri="{FF2B5EF4-FFF2-40B4-BE49-F238E27FC236}">
                      <a16:creationId xmlns:a16="http://schemas.microsoft.com/office/drawing/2014/main" id="{638031EB-99B8-7647-9188-5101A28F30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1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46" name="AutoShape 266">
                  <a:extLst>
                    <a:ext uri="{FF2B5EF4-FFF2-40B4-BE49-F238E27FC236}">
                      <a16:creationId xmlns:a16="http://schemas.microsoft.com/office/drawing/2014/main" id="{6C8E38B1-9F86-7548-BE82-A1907EA5570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93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77" name="Freeform 267">
                <a:extLst>
                  <a:ext uri="{FF2B5EF4-FFF2-40B4-BE49-F238E27FC236}">
                    <a16:creationId xmlns:a16="http://schemas.microsoft.com/office/drawing/2014/main" id="{780D28F1-F039-7B47-895F-6AF623B759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78" name="Group 268">
                <a:extLst>
                  <a:ext uri="{FF2B5EF4-FFF2-40B4-BE49-F238E27FC236}">
                    <a16:creationId xmlns:a16="http://schemas.microsoft.com/office/drawing/2014/main" id="{F8BA803E-E6FA-BE47-9114-B130D8F91D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43" name="AutoShape 269">
                  <a:extLst>
                    <a:ext uri="{FF2B5EF4-FFF2-40B4-BE49-F238E27FC236}">
                      <a16:creationId xmlns:a16="http://schemas.microsoft.com/office/drawing/2014/main" id="{202CDBC5-C1C3-7647-A70B-88D7C320E4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6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144" name="AutoShape 270">
                  <a:extLst>
                    <a:ext uri="{FF2B5EF4-FFF2-40B4-BE49-F238E27FC236}">
                      <a16:creationId xmlns:a16="http://schemas.microsoft.com/office/drawing/2014/main" id="{C81F10F8-CB38-2F43-AFB2-47C4286EF9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79" name="Rectangle 271">
                <a:extLst>
                  <a:ext uri="{FF2B5EF4-FFF2-40B4-BE49-F238E27FC236}">
                    <a16:creationId xmlns:a16="http://schemas.microsoft.com/office/drawing/2014/main" id="{EDACD190-8FE2-1D43-8E66-2413877FD7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81" name="Freeform 272">
                <a:extLst>
                  <a:ext uri="{FF2B5EF4-FFF2-40B4-BE49-F238E27FC236}">
                    <a16:creationId xmlns:a16="http://schemas.microsoft.com/office/drawing/2014/main" id="{1A163E29-D6C7-7149-AC1F-F9DD28AFE2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4" name="Freeform 273">
                <a:extLst>
                  <a:ext uri="{FF2B5EF4-FFF2-40B4-BE49-F238E27FC236}">
                    <a16:creationId xmlns:a16="http://schemas.microsoft.com/office/drawing/2014/main" id="{9F00C2F4-495D-D44E-A0E9-93BDB71EDD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5" name="Oval 274">
                <a:extLst>
                  <a:ext uri="{FF2B5EF4-FFF2-40B4-BE49-F238E27FC236}">
                    <a16:creationId xmlns:a16="http://schemas.microsoft.com/office/drawing/2014/main" id="{63E29C64-9071-864D-A246-CEF64DEC65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6" name="Freeform 275">
                <a:extLst>
                  <a:ext uri="{FF2B5EF4-FFF2-40B4-BE49-F238E27FC236}">
                    <a16:creationId xmlns:a16="http://schemas.microsoft.com/office/drawing/2014/main" id="{AE0F6E86-0B66-474A-9DCD-C4FF6FA7CE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37" name="AutoShape 276">
                <a:extLst>
                  <a:ext uri="{FF2B5EF4-FFF2-40B4-BE49-F238E27FC236}">
                    <a16:creationId xmlns:a16="http://schemas.microsoft.com/office/drawing/2014/main" id="{8148CE10-81F6-BD49-A93D-108A1FC717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203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8" name="AutoShape 277">
                <a:extLst>
                  <a:ext uri="{FF2B5EF4-FFF2-40B4-BE49-F238E27FC236}">
                    <a16:creationId xmlns:a16="http://schemas.microsoft.com/office/drawing/2014/main" id="{144C2386-07EE-4248-9378-FB93C0BC26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5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39" name="Oval 278">
                <a:extLst>
                  <a:ext uri="{FF2B5EF4-FFF2-40B4-BE49-F238E27FC236}">
                    <a16:creationId xmlns:a16="http://schemas.microsoft.com/office/drawing/2014/main" id="{C1C2D615-BCC4-9E46-B273-E1A3E55E87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40" name="Oval 279">
                <a:extLst>
                  <a:ext uri="{FF2B5EF4-FFF2-40B4-BE49-F238E27FC236}">
                    <a16:creationId xmlns:a16="http://schemas.microsoft.com/office/drawing/2014/main" id="{4A43430F-8E17-BA4B-813F-6DF5E3A63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41" name="Oval 280">
                <a:extLst>
                  <a:ext uri="{FF2B5EF4-FFF2-40B4-BE49-F238E27FC236}">
                    <a16:creationId xmlns:a16="http://schemas.microsoft.com/office/drawing/2014/main" id="{12175F4A-4FB0-4A4F-9F1C-7C8E926B94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142" name="Rectangle 281">
                <a:extLst>
                  <a:ext uri="{FF2B5EF4-FFF2-40B4-BE49-F238E27FC236}">
                    <a16:creationId xmlns:a16="http://schemas.microsoft.com/office/drawing/2014/main" id="{B0AA16F8-71B6-5C4F-B10F-9DC3BFE499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9AD7A477-6AB3-2C42-9267-D8E16A70DFDF}"/>
                </a:ext>
              </a:extLst>
            </p:cNvPr>
            <p:cNvGrpSpPr/>
            <p:nvPr/>
          </p:nvGrpSpPr>
          <p:grpSpPr>
            <a:xfrm>
              <a:off x="7698509" y="2176725"/>
              <a:ext cx="943482" cy="604263"/>
              <a:chOff x="7698509" y="2176725"/>
              <a:chExt cx="943482" cy="604263"/>
            </a:xfrm>
          </p:grpSpPr>
          <p:pic>
            <p:nvPicPr>
              <p:cNvPr id="249" name="Picture 248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179D818A-2B1C-B844-BCFA-131C83CB19E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3" name="Picture 2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CEE00619-23BD-AF41-9096-830564C9636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250" name="Picture 249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903AF558-8324-7947-B3E2-642401604D6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</p:spPr>
          </p:pic>
          <p:sp>
            <p:nvSpPr>
              <p:cNvPr id="4" name="TextBox 3">
                <a:extLst>
                  <a:ext uri="{FF2B5EF4-FFF2-40B4-BE49-F238E27FC236}">
                    <a16:creationId xmlns:a16="http://schemas.microsoft.com/office/drawing/2014/main" id="{1FB37DE4-F93F-BF4D-858B-032ED6AC2D05}"/>
                  </a:ext>
                </a:extLst>
              </p:cNvPr>
              <p:cNvSpPr txBox="1"/>
              <p:nvPr/>
            </p:nvSpPr>
            <p:spPr>
              <a:xfrm>
                <a:off x="8026400" y="2202874"/>
                <a:ext cx="3577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...</a:t>
                </a:r>
              </a:p>
            </p:txBody>
          </p:sp>
        </p:grpSp>
      </p:grpSp>
      <p:grpSp>
        <p:nvGrpSpPr>
          <p:cNvPr id="252" name="Group 249">
            <a:extLst>
              <a:ext uri="{FF2B5EF4-FFF2-40B4-BE49-F238E27FC236}">
                <a16:creationId xmlns:a16="http://schemas.microsoft.com/office/drawing/2014/main" id="{A89F02D6-6C82-594A-B7A0-3D3408E14DAC}"/>
              </a:ext>
            </a:extLst>
          </p:cNvPr>
          <p:cNvGrpSpPr>
            <a:grpSpLocks/>
          </p:cNvGrpSpPr>
          <p:nvPr/>
        </p:nvGrpSpPr>
        <p:grpSpPr bwMode="auto">
          <a:xfrm>
            <a:off x="9125221" y="2229519"/>
            <a:ext cx="269531" cy="537772"/>
            <a:chOff x="4140" y="429"/>
            <a:chExt cx="1425" cy="2396"/>
          </a:xfrm>
        </p:grpSpPr>
        <p:sp>
          <p:nvSpPr>
            <p:cNvPr id="258" name="Freeform 250">
              <a:extLst>
                <a:ext uri="{FF2B5EF4-FFF2-40B4-BE49-F238E27FC236}">
                  <a16:creationId xmlns:a16="http://schemas.microsoft.com/office/drawing/2014/main" id="{2A5F5A5F-CA74-2C48-B238-96383BA10910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59" name="Rectangle 251">
              <a:extLst>
                <a:ext uri="{FF2B5EF4-FFF2-40B4-BE49-F238E27FC236}">
                  <a16:creationId xmlns:a16="http://schemas.microsoft.com/office/drawing/2014/main" id="{ED9D43A5-B7CD-7742-8BDE-5588C54ACE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0" name="Freeform 252">
              <a:extLst>
                <a:ext uri="{FF2B5EF4-FFF2-40B4-BE49-F238E27FC236}">
                  <a16:creationId xmlns:a16="http://schemas.microsoft.com/office/drawing/2014/main" id="{3AD39C54-8D14-1845-BC9A-1AA88847D67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1" name="Freeform 253">
              <a:extLst>
                <a:ext uri="{FF2B5EF4-FFF2-40B4-BE49-F238E27FC236}">
                  <a16:creationId xmlns:a16="http://schemas.microsoft.com/office/drawing/2014/main" id="{3BEC0265-5D1F-AD4E-B4C9-262D929E52D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62" name="Rectangle 254">
              <a:extLst>
                <a:ext uri="{FF2B5EF4-FFF2-40B4-BE49-F238E27FC236}">
                  <a16:creationId xmlns:a16="http://schemas.microsoft.com/office/drawing/2014/main" id="{88BB4285-A16A-E64E-B350-17798B065E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5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63" name="Group 255">
              <a:extLst>
                <a:ext uri="{FF2B5EF4-FFF2-40B4-BE49-F238E27FC236}">
                  <a16:creationId xmlns:a16="http://schemas.microsoft.com/office/drawing/2014/main" id="{D8E0ECAD-4EDB-5B49-88FA-A014D370E8B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288" name="AutoShape 256">
                <a:extLst>
                  <a:ext uri="{FF2B5EF4-FFF2-40B4-BE49-F238E27FC236}">
                    <a16:creationId xmlns:a16="http://schemas.microsoft.com/office/drawing/2014/main" id="{C7661007-6272-D14B-93D3-1A8E8B3789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89" name="AutoShape 257">
                <a:extLst>
                  <a:ext uri="{FF2B5EF4-FFF2-40B4-BE49-F238E27FC236}">
                    <a16:creationId xmlns:a16="http://schemas.microsoft.com/office/drawing/2014/main" id="{129D44D1-24EB-7647-852C-E356E34B20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64" name="Rectangle 258">
              <a:extLst>
                <a:ext uri="{FF2B5EF4-FFF2-40B4-BE49-F238E27FC236}">
                  <a16:creationId xmlns:a16="http://schemas.microsoft.com/office/drawing/2014/main" id="{18ABC360-93DD-C248-B4EC-9E7C1F65E1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20"/>
              <a:ext cx="593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65" name="Group 259">
              <a:extLst>
                <a:ext uri="{FF2B5EF4-FFF2-40B4-BE49-F238E27FC236}">
                  <a16:creationId xmlns:a16="http://schemas.microsoft.com/office/drawing/2014/main" id="{AA09D66D-0A9E-1742-9C64-DDD26D042A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286" name="AutoShape 260">
                <a:extLst>
                  <a:ext uri="{FF2B5EF4-FFF2-40B4-BE49-F238E27FC236}">
                    <a16:creationId xmlns:a16="http://schemas.microsoft.com/office/drawing/2014/main" id="{DD323D01-7023-4043-8747-420E70DE237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9"/>
                <a:ext cx="72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87" name="AutoShape 261">
                <a:extLst>
                  <a:ext uri="{FF2B5EF4-FFF2-40B4-BE49-F238E27FC236}">
                    <a16:creationId xmlns:a16="http://schemas.microsoft.com/office/drawing/2014/main" id="{969AE534-7E50-BC47-893B-5554C35480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66" name="Rectangle 262">
              <a:extLst>
                <a:ext uri="{FF2B5EF4-FFF2-40B4-BE49-F238E27FC236}">
                  <a16:creationId xmlns:a16="http://schemas.microsoft.com/office/drawing/2014/main" id="{D171AE86-5E08-4E45-81FD-D1D77951BA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58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67" name="Rectangle 263">
              <a:extLst>
                <a:ext uri="{FF2B5EF4-FFF2-40B4-BE49-F238E27FC236}">
                  <a16:creationId xmlns:a16="http://schemas.microsoft.com/office/drawing/2014/main" id="{E23D40B4-371D-E348-AD2E-AC8C7848B75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4"/>
              <a:ext cx="599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68" name="Group 264">
              <a:extLst>
                <a:ext uri="{FF2B5EF4-FFF2-40B4-BE49-F238E27FC236}">
                  <a16:creationId xmlns:a16="http://schemas.microsoft.com/office/drawing/2014/main" id="{F616AF06-4DCF-E74C-A765-FA42B5D519C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284" name="AutoShape 265">
                <a:extLst>
                  <a:ext uri="{FF2B5EF4-FFF2-40B4-BE49-F238E27FC236}">
                    <a16:creationId xmlns:a16="http://schemas.microsoft.com/office/drawing/2014/main" id="{E730B0EA-031A-2A4C-B21D-F22BDB28DC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85" name="AutoShape 266">
                <a:extLst>
                  <a:ext uri="{FF2B5EF4-FFF2-40B4-BE49-F238E27FC236}">
                    <a16:creationId xmlns:a16="http://schemas.microsoft.com/office/drawing/2014/main" id="{8D577AF1-C05E-4047-B207-BF9AA3581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8"/>
                <a:ext cx="693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69" name="Freeform 267">
              <a:extLst>
                <a:ext uri="{FF2B5EF4-FFF2-40B4-BE49-F238E27FC236}">
                  <a16:creationId xmlns:a16="http://schemas.microsoft.com/office/drawing/2014/main" id="{B13399E7-EC56-2B45-BD82-759FDD567E1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70" name="Group 268">
              <a:extLst>
                <a:ext uri="{FF2B5EF4-FFF2-40B4-BE49-F238E27FC236}">
                  <a16:creationId xmlns:a16="http://schemas.microsoft.com/office/drawing/2014/main" id="{B1E96D1F-996D-EC43-ACC2-DB0E7005CEA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282" name="AutoShape 269">
                <a:extLst>
                  <a:ext uri="{FF2B5EF4-FFF2-40B4-BE49-F238E27FC236}">
                    <a16:creationId xmlns:a16="http://schemas.microsoft.com/office/drawing/2014/main" id="{2E28CDE4-0437-274C-80BB-8FA5534E1D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83" name="AutoShape 270">
                <a:extLst>
                  <a:ext uri="{FF2B5EF4-FFF2-40B4-BE49-F238E27FC236}">
                    <a16:creationId xmlns:a16="http://schemas.microsoft.com/office/drawing/2014/main" id="{DEC3B476-0F10-D246-B2B3-D0797C095F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71" name="Rectangle 271">
              <a:extLst>
                <a:ext uri="{FF2B5EF4-FFF2-40B4-BE49-F238E27FC236}">
                  <a16:creationId xmlns:a16="http://schemas.microsoft.com/office/drawing/2014/main" id="{E4BE5CAD-E1F3-8040-B728-06430DD8DA3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2" name="Freeform 272">
              <a:extLst>
                <a:ext uri="{FF2B5EF4-FFF2-40B4-BE49-F238E27FC236}">
                  <a16:creationId xmlns:a16="http://schemas.microsoft.com/office/drawing/2014/main" id="{0D612219-E0A6-5E48-BE37-0AB8683A1EF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3" name="Freeform 273">
              <a:extLst>
                <a:ext uri="{FF2B5EF4-FFF2-40B4-BE49-F238E27FC236}">
                  <a16:creationId xmlns:a16="http://schemas.microsoft.com/office/drawing/2014/main" id="{FB565EED-81C8-6448-A1A8-C18F5CECF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4" name="Oval 274">
              <a:extLst>
                <a:ext uri="{FF2B5EF4-FFF2-40B4-BE49-F238E27FC236}">
                  <a16:creationId xmlns:a16="http://schemas.microsoft.com/office/drawing/2014/main" id="{70396F71-C766-E949-8058-DD4F4DC47A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5" name="Freeform 275">
              <a:extLst>
                <a:ext uri="{FF2B5EF4-FFF2-40B4-BE49-F238E27FC236}">
                  <a16:creationId xmlns:a16="http://schemas.microsoft.com/office/drawing/2014/main" id="{C62D9E0C-906D-F441-BB9B-3F014BFC94E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76" name="AutoShape 276">
              <a:extLst>
                <a:ext uri="{FF2B5EF4-FFF2-40B4-BE49-F238E27FC236}">
                  <a16:creationId xmlns:a16="http://schemas.microsoft.com/office/drawing/2014/main" id="{3003A08D-701B-5240-AA13-660F42DD63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3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7" name="AutoShape 277">
              <a:extLst>
                <a:ext uri="{FF2B5EF4-FFF2-40B4-BE49-F238E27FC236}">
                  <a16:creationId xmlns:a16="http://schemas.microsoft.com/office/drawing/2014/main" id="{BE2E45A7-0AFF-F044-9954-10BBB78948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5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8" name="Oval 278">
              <a:extLst>
                <a:ext uri="{FF2B5EF4-FFF2-40B4-BE49-F238E27FC236}">
                  <a16:creationId xmlns:a16="http://schemas.microsoft.com/office/drawing/2014/main" id="{C02FA687-8F28-5D4A-9B7F-3F939AE6C6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79" name="Oval 279">
              <a:extLst>
                <a:ext uri="{FF2B5EF4-FFF2-40B4-BE49-F238E27FC236}">
                  <a16:creationId xmlns:a16="http://schemas.microsoft.com/office/drawing/2014/main" id="{D020FD97-2535-C040-8622-7DCE5ED7EC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80" name="Oval 280">
              <a:extLst>
                <a:ext uri="{FF2B5EF4-FFF2-40B4-BE49-F238E27FC236}">
                  <a16:creationId xmlns:a16="http://schemas.microsoft.com/office/drawing/2014/main" id="{3E62DEBE-6713-D746-8ED5-0A3E029F26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81" name="Rectangle 281">
              <a:extLst>
                <a:ext uri="{FF2B5EF4-FFF2-40B4-BE49-F238E27FC236}">
                  <a16:creationId xmlns:a16="http://schemas.microsoft.com/office/drawing/2014/main" id="{00BF8073-EC7B-494A-9B2D-44BA5C8A6A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253" name="Group 252">
            <a:extLst>
              <a:ext uri="{FF2B5EF4-FFF2-40B4-BE49-F238E27FC236}">
                <a16:creationId xmlns:a16="http://schemas.microsoft.com/office/drawing/2014/main" id="{0727D384-4865-F649-8022-A70BDEA61991}"/>
              </a:ext>
            </a:extLst>
          </p:cNvPr>
          <p:cNvGrpSpPr/>
          <p:nvPr/>
        </p:nvGrpSpPr>
        <p:grpSpPr>
          <a:xfrm>
            <a:off x="9411855" y="1981647"/>
            <a:ext cx="943482" cy="604263"/>
            <a:chOff x="7698509" y="2176725"/>
            <a:chExt cx="943482" cy="604263"/>
          </a:xfrm>
        </p:grpSpPr>
        <p:pic>
          <p:nvPicPr>
            <p:cNvPr id="254" name="Picture 253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B5579205-01C8-6A49-9DED-99860B02C55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</p:spPr>
        </p:pic>
        <p:pic>
          <p:nvPicPr>
            <p:cNvPr id="255" name="Picture 254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184B3F69-F926-6546-9D6A-BA038A1C186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</p:spPr>
        </p:pic>
        <p:pic>
          <p:nvPicPr>
            <p:cNvPr id="256" name="Picture 255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7352044F-0D1B-AF42-8027-0DAEC34F50F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</p:spPr>
        </p:pic>
        <p:sp>
          <p:nvSpPr>
            <p:cNvPr id="257" name="TextBox 256">
              <a:extLst>
                <a:ext uri="{FF2B5EF4-FFF2-40B4-BE49-F238E27FC236}">
                  <a16:creationId xmlns:a16="http://schemas.microsoft.com/office/drawing/2014/main" id="{61D0B0CD-74A4-9D4E-8126-17D0B51AC7D2}"/>
                </a:ext>
              </a:extLst>
            </p:cNvPr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...</a:t>
              </a:r>
            </a:p>
          </p:txBody>
        </p:sp>
      </p:grpSp>
      <p:grpSp>
        <p:nvGrpSpPr>
          <p:cNvPr id="291" name="Group 249">
            <a:extLst>
              <a:ext uri="{FF2B5EF4-FFF2-40B4-BE49-F238E27FC236}">
                <a16:creationId xmlns:a16="http://schemas.microsoft.com/office/drawing/2014/main" id="{6A418EC6-3D97-7D4C-9E28-E68BC18837FC}"/>
              </a:ext>
            </a:extLst>
          </p:cNvPr>
          <p:cNvGrpSpPr>
            <a:grpSpLocks/>
          </p:cNvGrpSpPr>
          <p:nvPr/>
        </p:nvGrpSpPr>
        <p:grpSpPr bwMode="auto">
          <a:xfrm>
            <a:off x="9119966" y="3154428"/>
            <a:ext cx="269531" cy="537772"/>
            <a:chOff x="4140" y="429"/>
            <a:chExt cx="1425" cy="2396"/>
          </a:xfrm>
        </p:grpSpPr>
        <p:sp>
          <p:nvSpPr>
            <p:cNvPr id="297" name="Freeform 250">
              <a:extLst>
                <a:ext uri="{FF2B5EF4-FFF2-40B4-BE49-F238E27FC236}">
                  <a16:creationId xmlns:a16="http://schemas.microsoft.com/office/drawing/2014/main" id="{F63A0FFC-0FE6-BC49-8194-47CB0B3FD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8" name="Rectangle 251">
              <a:extLst>
                <a:ext uri="{FF2B5EF4-FFF2-40B4-BE49-F238E27FC236}">
                  <a16:creationId xmlns:a16="http://schemas.microsoft.com/office/drawing/2014/main" id="{7DA0250F-F115-0E4B-9CB5-A1EF70E2136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99" name="Freeform 252">
              <a:extLst>
                <a:ext uri="{FF2B5EF4-FFF2-40B4-BE49-F238E27FC236}">
                  <a16:creationId xmlns:a16="http://schemas.microsoft.com/office/drawing/2014/main" id="{FD6484A9-C98E-B842-9F6E-08318527EED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0" name="Freeform 253">
              <a:extLst>
                <a:ext uri="{FF2B5EF4-FFF2-40B4-BE49-F238E27FC236}">
                  <a16:creationId xmlns:a16="http://schemas.microsoft.com/office/drawing/2014/main" id="{703D94AE-F6AA-1543-B0D5-284FD96934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1" name="Rectangle 254">
              <a:extLst>
                <a:ext uri="{FF2B5EF4-FFF2-40B4-BE49-F238E27FC236}">
                  <a16:creationId xmlns:a16="http://schemas.microsoft.com/office/drawing/2014/main" id="{FEEEF9BC-9945-6B4C-9083-14805BAD78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5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302" name="Group 255">
              <a:extLst>
                <a:ext uri="{FF2B5EF4-FFF2-40B4-BE49-F238E27FC236}">
                  <a16:creationId xmlns:a16="http://schemas.microsoft.com/office/drawing/2014/main" id="{F872981C-9B9B-3945-9698-6A3160CEDA2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27" name="AutoShape 256">
                <a:extLst>
                  <a:ext uri="{FF2B5EF4-FFF2-40B4-BE49-F238E27FC236}">
                    <a16:creationId xmlns:a16="http://schemas.microsoft.com/office/drawing/2014/main" id="{2147D4C4-549C-5A43-AEF0-47C8EFF7D7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28" name="AutoShape 257">
                <a:extLst>
                  <a:ext uri="{FF2B5EF4-FFF2-40B4-BE49-F238E27FC236}">
                    <a16:creationId xmlns:a16="http://schemas.microsoft.com/office/drawing/2014/main" id="{6AA842ED-99E3-E244-A47A-F9514132E1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303" name="Rectangle 258">
              <a:extLst>
                <a:ext uri="{FF2B5EF4-FFF2-40B4-BE49-F238E27FC236}">
                  <a16:creationId xmlns:a16="http://schemas.microsoft.com/office/drawing/2014/main" id="{089D1323-315F-F34E-8132-DC1553E6AC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20"/>
              <a:ext cx="593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304" name="Group 259">
              <a:extLst>
                <a:ext uri="{FF2B5EF4-FFF2-40B4-BE49-F238E27FC236}">
                  <a16:creationId xmlns:a16="http://schemas.microsoft.com/office/drawing/2014/main" id="{C214FA3C-81BB-ED4E-94DD-B767F38B65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25" name="AutoShape 260">
                <a:extLst>
                  <a:ext uri="{FF2B5EF4-FFF2-40B4-BE49-F238E27FC236}">
                    <a16:creationId xmlns:a16="http://schemas.microsoft.com/office/drawing/2014/main" id="{24D63B96-8C60-274F-8A56-BAA459AD3F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9"/>
                <a:ext cx="72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26" name="AutoShape 261">
                <a:extLst>
                  <a:ext uri="{FF2B5EF4-FFF2-40B4-BE49-F238E27FC236}">
                    <a16:creationId xmlns:a16="http://schemas.microsoft.com/office/drawing/2014/main" id="{50A2F9B6-0AE1-274D-AA8D-FA1344AC9B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305" name="Rectangle 262">
              <a:extLst>
                <a:ext uri="{FF2B5EF4-FFF2-40B4-BE49-F238E27FC236}">
                  <a16:creationId xmlns:a16="http://schemas.microsoft.com/office/drawing/2014/main" id="{54BDAA7A-F6F6-074D-AD4A-8180E6AC48C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58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06" name="Rectangle 263">
              <a:extLst>
                <a:ext uri="{FF2B5EF4-FFF2-40B4-BE49-F238E27FC236}">
                  <a16:creationId xmlns:a16="http://schemas.microsoft.com/office/drawing/2014/main" id="{9FE36278-3B14-3146-83F1-E76D9D53D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4"/>
              <a:ext cx="599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307" name="Group 264">
              <a:extLst>
                <a:ext uri="{FF2B5EF4-FFF2-40B4-BE49-F238E27FC236}">
                  <a16:creationId xmlns:a16="http://schemas.microsoft.com/office/drawing/2014/main" id="{80AA2E3D-D242-6B47-A732-F91B52025B2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23" name="AutoShape 265">
                <a:extLst>
                  <a:ext uri="{FF2B5EF4-FFF2-40B4-BE49-F238E27FC236}">
                    <a16:creationId xmlns:a16="http://schemas.microsoft.com/office/drawing/2014/main" id="{6B250827-5DD6-174E-B415-396207D009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24" name="AutoShape 266">
                <a:extLst>
                  <a:ext uri="{FF2B5EF4-FFF2-40B4-BE49-F238E27FC236}">
                    <a16:creationId xmlns:a16="http://schemas.microsoft.com/office/drawing/2014/main" id="{0687E200-350B-9A45-BC7F-BE04DD2821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8"/>
                <a:ext cx="693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308" name="Freeform 267">
              <a:extLst>
                <a:ext uri="{FF2B5EF4-FFF2-40B4-BE49-F238E27FC236}">
                  <a16:creationId xmlns:a16="http://schemas.microsoft.com/office/drawing/2014/main" id="{6065017D-9794-734F-B95F-7854A6F848A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09" name="Group 268">
              <a:extLst>
                <a:ext uri="{FF2B5EF4-FFF2-40B4-BE49-F238E27FC236}">
                  <a16:creationId xmlns:a16="http://schemas.microsoft.com/office/drawing/2014/main" id="{777D84AE-1E36-4547-B8B5-382F58FEA27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21" name="AutoShape 269">
                <a:extLst>
                  <a:ext uri="{FF2B5EF4-FFF2-40B4-BE49-F238E27FC236}">
                    <a16:creationId xmlns:a16="http://schemas.microsoft.com/office/drawing/2014/main" id="{6C698A22-9BA6-8043-9813-C826D172B1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22" name="AutoShape 270">
                <a:extLst>
                  <a:ext uri="{FF2B5EF4-FFF2-40B4-BE49-F238E27FC236}">
                    <a16:creationId xmlns:a16="http://schemas.microsoft.com/office/drawing/2014/main" id="{CA7D825D-577D-864C-8214-B8EE709F7E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310" name="Rectangle 271">
              <a:extLst>
                <a:ext uri="{FF2B5EF4-FFF2-40B4-BE49-F238E27FC236}">
                  <a16:creationId xmlns:a16="http://schemas.microsoft.com/office/drawing/2014/main" id="{314924AF-49B2-8F4B-B07A-EEAD02E6C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11" name="Freeform 272">
              <a:extLst>
                <a:ext uri="{FF2B5EF4-FFF2-40B4-BE49-F238E27FC236}">
                  <a16:creationId xmlns:a16="http://schemas.microsoft.com/office/drawing/2014/main" id="{0B27D67E-5CDE-564F-B64E-41E4911C640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2" name="Freeform 273">
              <a:extLst>
                <a:ext uri="{FF2B5EF4-FFF2-40B4-BE49-F238E27FC236}">
                  <a16:creationId xmlns:a16="http://schemas.microsoft.com/office/drawing/2014/main" id="{7D9F21DE-9FD0-E845-BE83-AA01CC1C0D7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3" name="Oval 274">
              <a:extLst>
                <a:ext uri="{FF2B5EF4-FFF2-40B4-BE49-F238E27FC236}">
                  <a16:creationId xmlns:a16="http://schemas.microsoft.com/office/drawing/2014/main" id="{29DB98CD-1446-1447-907D-0721013CEB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14" name="Freeform 275">
              <a:extLst>
                <a:ext uri="{FF2B5EF4-FFF2-40B4-BE49-F238E27FC236}">
                  <a16:creationId xmlns:a16="http://schemas.microsoft.com/office/drawing/2014/main" id="{CCE0B802-0ED9-1144-9B41-567C96D9E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15" name="AutoShape 276">
              <a:extLst>
                <a:ext uri="{FF2B5EF4-FFF2-40B4-BE49-F238E27FC236}">
                  <a16:creationId xmlns:a16="http://schemas.microsoft.com/office/drawing/2014/main" id="{0A63D484-0467-EF48-A0D1-307BD44B8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3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16" name="AutoShape 277">
              <a:extLst>
                <a:ext uri="{FF2B5EF4-FFF2-40B4-BE49-F238E27FC236}">
                  <a16:creationId xmlns:a16="http://schemas.microsoft.com/office/drawing/2014/main" id="{9F1755F7-6A75-8A4F-B6E2-BF73697B1A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5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17" name="Oval 278">
              <a:extLst>
                <a:ext uri="{FF2B5EF4-FFF2-40B4-BE49-F238E27FC236}">
                  <a16:creationId xmlns:a16="http://schemas.microsoft.com/office/drawing/2014/main" id="{D6F2BCA4-EAA9-C04A-AB0D-174E8DA65A4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18" name="Oval 279">
              <a:extLst>
                <a:ext uri="{FF2B5EF4-FFF2-40B4-BE49-F238E27FC236}">
                  <a16:creationId xmlns:a16="http://schemas.microsoft.com/office/drawing/2014/main" id="{4D2A8DA3-EE5E-2F48-88C3-2B1DB6DB69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19" name="Oval 280">
              <a:extLst>
                <a:ext uri="{FF2B5EF4-FFF2-40B4-BE49-F238E27FC236}">
                  <a16:creationId xmlns:a16="http://schemas.microsoft.com/office/drawing/2014/main" id="{39A0A350-9C80-984E-9991-E741164E021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20" name="Rectangle 281">
              <a:extLst>
                <a:ext uri="{FF2B5EF4-FFF2-40B4-BE49-F238E27FC236}">
                  <a16:creationId xmlns:a16="http://schemas.microsoft.com/office/drawing/2014/main" id="{4347596D-A5CE-B946-A234-DF07FB80E36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292" name="Group 291">
            <a:extLst>
              <a:ext uri="{FF2B5EF4-FFF2-40B4-BE49-F238E27FC236}">
                <a16:creationId xmlns:a16="http://schemas.microsoft.com/office/drawing/2014/main" id="{31A38548-A84D-B643-BEB5-A359B949B8B9}"/>
              </a:ext>
            </a:extLst>
          </p:cNvPr>
          <p:cNvGrpSpPr/>
          <p:nvPr/>
        </p:nvGrpSpPr>
        <p:grpSpPr>
          <a:xfrm>
            <a:off x="9343538" y="3332225"/>
            <a:ext cx="943482" cy="604263"/>
            <a:chOff x="7698509" y="2176725"/>
            <a:chExt cx="943482" cy="604263"/>
          </a:xfrm>
        </p:grpSpPr>
        <p:pic>
          <p:nvPicPr>
            <p:cNvPr id="293" name="Picture 292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9C558C14-3545-3A4C-A74E-710DED2ECED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</p:spPr>
        </p:pic>
        <p:pic>
          <p:nvPicPr>
            <p:cNvPr id="294" name="Picture 293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B11AB87A-BA5E-F541-93E8-003DAF4DCC5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</p:spPr>
        </p:pic>
        <p:pic>
          <p:nvPicPr>
            <p:cNvPr id="295" name="Picture 294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009FDD7D-5EA5-DC49-BDCF-5450AB5318C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</p:spPr>
        </p:pic>
        <p:sp>
          <p:nvSpPr>
            <p:cNvPr id="296" name="TextBox 295">
              <a:extLst>
                <a:ext uri="{FF2B5EF4-FFF2-40B4-BE49-F238E27FC236}">
                  <a16:creationId xmlns:a16="http://schemas.microsoft.com/office/drawing/2014/main" id="{41EDF864-68A8-2447-868F-ADB0A7AE7A7C}"/>
                </a:ext>
              </a:extLst>
            </p:cNvPr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...</a:t>
              </a:r>
            </a:p>
          </p:txBody>
        </p:sp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429CC926-11E0-4A40-89D2-22A6EDAA3C57}"/>
              </a:ext>
            </a:extLst>
          </p:cNvPr>
          <p:cNvSpPr txBox="1"/>
          <p:nvPr/>
        </p:nvSpPr>
        <p:spPr>
          <a:xfrm>
            <a:off x="8056179" y="362607"/>
            <a:ext cx="3342290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en-US" sz="28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D</a:t>
            </a:r>
            <a:r>
              <a:rPr lang="en-US" altLang="en-US" sz="28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ynamic, </a:t>
            </a:r>
            <a:r>
              <a:rPr lang="en-US" altLang="en-US" sz="28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A</a:t>
            </a:r>
            <a:r>
              <a:rPr lang="en-US" altLang="en-US" sz="28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daptive </a:t>
            </a:r>
            <a:r>
              <a:rPr lang="en-US" altLang="en-US" sz="28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S</a:t>
            </a:r>
            <a:r>
              <a:rPr lang="en-US" altLang="en-US" sz="28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treaming over </a:t>
            </a:r>
            <a:r>
              <a:rPr lang="en-US" altLang="en-US" sz="28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H</a:t>
            </a:r>
            <a:r>
              <a:rPr lang="en-US" altLang="en-US" sz="2800" dirty="0">
                <a:solidFill>
                  <a:prstClr val="black"/>
                </a:solidFill>
                <a:ea typeface="ＭＳ Ｐゴシック" panose="020B0600070205080204" pitchFamily="34" charset="-128"/>
              </a:rPr>
              <a:t>TTP</a:t>
            </a:r>
          </a:p>
        </p:txBody>
      </p:sp>
      <p:sp>
        <p:nvSpPr>
          <p:cNvPr id="159" name="Slide Number Placeholder 2">
            <a:extLst>
              <a:ext uri="{FF2B5EF4-FFF2-40B4-BE49-F238E27FC236}">
                <a16:creationId xmlns:a16="http://schemas.microsoft.com/office/drawing/2014/main" id="{7C0F33DF-63FA-2745-8C97-25D9FA32E08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28344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8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8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" dur="500"/>
                                        <p:tgtEl>
                                          <p:spTgt spid="8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8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8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24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24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5" dur="500"/>
                                        <p:tgtEl>
                                          <p:spTgt spid="24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2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1" dur="500"/>
                                        <p:tgtEl>
                                          <p:spTgt spid="2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Freeform 1287">
            <a:extLst>
              <a:ext uri="{FF2B5EF4-FFF2-40B4-BE49-F238E27FC236}">
                <a16:creationId xmlns:a16="http://schemas.microsoft.com/office/drawing/2014/main" id="{404F16F4-75A1-BF4D-92FE-33BA84DA1278}"/>
              </a:ext>
            </a:extLst>
          </p:cNvPr>
          <p:cNvSpPr>
            <a:spLocks/>
          </p:cNvSpPr>
          <p:nvPr/>
        </p:nvSpPr>
        <p:spPr bwMode="auto">
          <a:xfrm>
            <a:off x="8707673" y="2598154"/>
            <a:ext cx="1464890" cy="840879"/>
          </a:xfrm>
          <a:custGeom>
            <a:avLst/>
            <a:gdLst>
              <a:gd name="T0" fmla="*/ 2147483647 w 1036"/>
              <a:gd name="T1" fmla="*/ 2147483647 h 675"/>
              <a:gd name="T2" fmla="*/ 2147483647 w 1036"/>
              <a:gd name="T3" fmla="*/ 2147483647 h 675"/>
              <a:gd name="T4" fmla="*/ 2147483647 w 1036"/>
              <a:gd name="T5" fmla="*/ 2147483647 h 675"/>
              <a:gd name="T6" fmla="*/ 2147483647 w 1036"/>
              <a:gd name="T7" fmla="*/ 2147483647 h 675"/>
              <a:gd name="T8" fmla="*/ 2147483647 w 1036"/>
              <a:gd name="T9" fmla="*/ 2147483647 h 675"/>
              <a:gd name="T10" fmla="*/ 2147483647 w 1036"/>
              <a:gd name="T11" fmla="*/ 2147483647 h 675"/>
              <a:gd name="T12" fmla="*/ 2147483647 w 1036"/>
              <a:gd name="T13" fmla="*/ 2147483647 h 675"/>
              <a:gd name="T14" fmla="*/ 2147483647 w 1036"/>
              <a:gd name="T15" fmla="*/ 2147483647 h 675"/>
              <a:gd name="T16" fmla="*/ 2147483647 w 1036"/>
              <a:gd name="T17" fmla="*/ 2147483647 h 675"/>
              <a:gd name="T18" fmla="*/ 2147483647 w 1036"/>
              <a:gd name="T19" fmla="*/ 2147483647 h 675"/>
              <a:gd name="T20" fmla="*/ 2147483647 w 1036"/>
              <a:gd name="T21" fmla="*/ 2147483647 h 675"/>
              <a:gd name="T22" fmla="*/ 2147483647 w 1036"/>
              <a:gd name="T23" fmla="*/ 2147483647 h 675"/>
              <a:gd name="T24" fmla="*/ 2147483647 w 1036"/>
              <a:gd name="T25" fmla="*/ 2147483647 h 675"/>
              <a:gd name="T26" fmla="*/ 2147483647 w 1036"/>
              <a:gd name="T27" fmla="*/ 2147483647 h 675"/>
              <a:gd name="T28" fmla="*/ 2147483647 w 1036"/>
              <a:gd name="T29" fmla="*/ 2147483647 h 675"/>
              <a:gd name="T30" fmla="*/ 2147483647 w 1036"/>
              <a:gd name="T31" fmla="*/ 2147483647 h 675"/>
              <a:gd name="T32" fmla="*/ 2147483647 w 1036"/>
              <a:gd name="T33" fmla="*/ 2147483647 h 675"/>
              <a:gd name="T34" fmla="*/ 2147483647 w 1036"/>
              <a:gd name="T35" fmla="*/ 2147483647 h 675"/>
              <a:gd name="T36" fmla="*/ 0 60000 65536"/>
              <a:gd name="T37" fmla="*/ 0 60000 65536"/>
              <a:gd name="T38" fmla="*/ 0 60000 65536"/>
              <a:gd name="T39" fmla="*/ 0 60000 65536"/>
              <a:gd name="T40" fmla="*/ 0 60000 65536"/>
              <a:gd name="T41" fmla="*/ 0 60000 65536"/>
              <a:gd name="T42" fmla="*/ 0 60000 65536"/>
              <a:gd name="T43" fmla="*/ 0 60000 65536"/>
              <a:gd name="T44" fmla="*/ 0 60000 65536"/>
              <a:gd name="T45" fmla="*/ 0 60000 65536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</a:gdLst>
            <a:ahLst/>
            <a:cxnLst>
              <a:cxn ang="T36">
                <a:pos x="T0" y="T1"/>
              </a:cxn>
              <a:cxn ang="T37">
                <a:pos x="T2" y="T3"/>
              </a:cxn>
              <a:cxn ang="T38">
                <a:pos x="T4" y="T5"/>
              </a:cxn>
              <a:cxn ang="T39">
                <a:pos x="T6" y="T7"/>
              </a:cxn>
              <a:cxn ang="T40">
                <a:pos x="T8" y="T9"/>
              </a:cxn>
              <a:cxn ang="T41">
                <a:pos x="T10" y="T11"/>
              </a:cxn>
              <a:cxn ang="T42">
                <a:pos x="T12" y="T13"/>
              </a:cxn>
              <a:cxn ang="T43">
                <a:pos x="T14" y="T15"/>
              </a:cxn>
              <a:cxn ang="T44">
                <a:pos x="T16" y="T17"/>
              </a:cxn>
              <a:cxn ang="T45">
                <a:pos x="T18" y="T19"/>
              </a:cxn>
              <a:cxn ang="T46">
                <a:pos x="T20" y="T21"/>
              </a:cxn>
              <a:cxn ang="T47">
                <a:pos x="T22" y="T23"/>
              </a:cxn>
              <a:cxn ang="T48">
                <a:pos x="T24" y="T25"/>
              </a:cxn>
              <a:cxn ang="T49">
                <a:pos x="T26" y="T27"/>
              </a:cxn>
              <a:cxn ang="T50">
                <a:pos x="T28" y="T29"/>
              </a:cxn>
              <a:cxn ang="T51">
                <a:pos x="T30" y="T31"/>
              </a:cxn>
              <a:cxn ang="T52">
                <a:pos x="T32" y="T33"/>
              </a:cxn>
              <a:cxn ang="T53">
                <a:pos x="T34" y="T35"/>
              </a:cxn>
            </a:cxnLst>
            <a:rect l="0" t="0" r="r" b="b"/>
            <a:pathLst>
              <a:path w="1036" h="675">
                <a:moveTo>
                  <a:pt x="648" y="11"/>
                </a:moveTo>
                <a:cubicBezTo>
                  <a:pt x="584" y="19"/>
                  <a:pt x="464" y="33"/>
                  <a:pt x="390" y="53"/>
                </a:cubicBezTo>
                <a:cubicBezTo>
                  <a:pt x="316" y="73"/>
                  <a:pt x="246" y="100"/>
                  <a:pt x="206" y="129"/>
                </a:cubicBezTo>
                <a:cubicBezTo>
                  <a:pt x="166" y="158"/>
                  <a:pt x="183" y="201"/>
                  <a:pt x="152" y="229"/>
                </a:cubicBezTo>
                <a:cubicBezTo>
                  <a:pt x="121" y="257"/>
                  <a:pt x="44" y="259"/>
                  <a:pt x="22" y="297"/>
                </a:cubicBezTo>
                <a:cubicBezTo>
                  <a:pt x="0" y="335"/>
                  <a:pt x="0" y="427"/>
                  <a:pt x="18" y="459"/>
                </a:cubicBezTo>
                <a:cubicBezTo>
                  <a:pt x="36" y="491"/>
                  <a:pt x="59" y="484"/>
                  <a:pt x="132" y="489"/>
                </a:cubicBezTo>
                <a:cubicBezTo>
                  <a:pt x="205" y="494"/>
                  <a:pt x="380" y="478"/>
                  <a:pt x="458" y="489"/>
                </a:cubicBezTo>
                <a:cubicBezTo>
                  <a:pt x="536" y="500"/>
                  <a:pt x="549" y="527"/>
                  <a:pt x="598" y="555"/>
                </a:cubicBezTo>
                <a:cubicBezTo>
                  <a:pt x="647" y="583"/>
                  <a:pt x="707" y="639"/>
                  <a:pt x="752" y="657"/>
                </a:cubicBezTo>
                <a:cubicBezTo>
                  <a:pt x="797" y="675"/>
                  <a:pt x="837" y="670"/>
                  <a:pt x="870" y="661"/>
                </a:cubicBezTo>
                <a:cubicBezTo>
                  <a:pt x="903" y="652"/>
                  <a:pt x="932" y="639"/>
                  <a:pt x="952" y="603"/>
                </a:cubicBezTo>
                <a:cubicBezTo>
                  <a:pt x="972" y="567"/>
                  <a:pt x="981" y="497"/>
                  <a:pt x="992" y="445"/>
                </a:cubicBezTo>
                <a:cubicBezTo>
                  <a:pt x="1003" y="393"/>
                  <a:pt x="1013" y="347"/>
                  <a:pt x="1018" y="291"/>
                </a:cubicBezTo>
                <a:cubicBezTo>
                  <a:pt x="1023" y="235"/>
                  <a:pt x="1036" y="153"/>
                  <a:pt x="1022" y="107"/>
                </a:cubicBezTo>
                <a:cubicBezTo>
                  <a:pt x="1008" y="61"/>
                  <a:pt x="975" y="34"/>
                  <a:pt x="934" y="17"/>
                </a:cubicBezTo>
                <a:cubicBezTo>
                  <a:pt x="893" y="0"/>
                  <a:pt x="824" y="4"/>
                  <a:pt x="776" y="3"/>
                </a:cubicBezTo>
                <a:cubicBezTo>
                  <a:pt x="728" y="2"/>
                  <a:pt x="712" y="3"/>
                  <a:pt x="648" y="11"/>
                </a:cubicBezTo>
                <a:close/>
              </a:path>
            </a:pathLst>
          </a:custGeom>
          <a:solidFill>
            <a:srgbClr val="00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2862E78-E331-4046-AE2A-D6D501E0BBE5}"/>
              </a:ext>
            </a:extLst>
          </p:cNvPr>
          <p:cNvGrpSpPr/>
          <p:nvPr/>
        </p:nvGrpSpPr>
        <p:grpSpPr>
          <a:xfrm>
            <a:off x="7793102" y="2318615"/>
            <a:ext cx="943482" cy="1132486"/>
            <a:chOff x="7698509" y="2176725"/>
            <a:chExt cx="943482" cy="1132486"/>
          </a:xfrm>
        </p:grpSpPr>
        <p:grpSp>
          <p:nvGrpSpPr>
            <p:cNvPr id="244" name="Group 249">
              <a:extLst>
                <a:ext uri="{FF2B5EF4-FFF2-40B4-BE49-F238E27FC236}">
                  <a16:creationId xmlns:a16="http://schemas.microsoft.com/office/drawing/2014/main" id="{35343F8F-225F-7C4C-9B10-94583488C6E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058261" y="2771439"/>
              <a:ext cx="269531" cy="537772"/>
              <a:chOff x="4140" y="429"/>
              <a:chExt cx="1425" cy="2396"/>
            </a:xfrm>
          </p:grpSpPr>
          <p:sp>
            <p:nvSpPr>
              <p:cNvPr id="250" name="Freeform 250">
                <a:extLst>
                  <a:ext uri="{FF2B5EF4-FFF2-40B4-BE49-F238E27FC236}">
                    <a16:creationId xmlns:a16="http://schemas.microsoft.com/office/drawing/2014/main" id="{2DDF4AC9-4574-B44E-8F79-83AF41FF2E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17 w 354"/>
                  <a:gd name="T1" fmla="*/ 0 h 2742"/>
                  <a:gd name="T2" fmla="*/ 93 w 354"/>
                  <a:gd name="T3" fmla="*/ 114 h 2742"/>
                  <a:gd name="T4" fmla="*/ 91 w 354"/>
                  <a:gd name="T5" fmla="*/ 881 h 2742"/>
                  <a:gd name="T6" fmla="*/ 0 w 354"/>
                  <a:gd name="T7" fmla="*/ 921 h 2742"/>
                  <a:gd name="T8" fmla="*/ 17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1" name="Rectangle 251">
                <a:extLst>
                  <a:ext uri="{FF2B5EF4-FFF2-40B4-BE49-F238E27FC236}">
                    <a16:creationId xmlns:a16="http://schemas.microsoft.com/office/drawing/2014/main" id="{125F278D-DCFD-1D47-B29F-96EEA8EC40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429"/>
                <a:ext cx="1049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52" name="Freeform 252">
                <a:extLst>
                  <a:ext uri="{FF2B5EF4-FFF2-40B4-BE49-F238E27FC236}">
                    <a16:creationId xmlns:a16="http://schemas.microsoft.com/office/drawing/2014/main" id="{BA457A20-9F7E-BF4B-883A-BDB0CB6A6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56 w 211"/>
                  <a:gd name="T3" fmla="*/ 73 h 2537"/>
                  <a:gd name="T4" fmla="*/ 2 w 211"/>
                  <a:gd name="T5" fmla="*/ 839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3" name="Freeform 253">
                <a:extLst>
                  <a:ext uri="{FF2B5EF4-FFF2-40B4-BE49-F238E27FC236}">
                    <a16:creationId xmlns:a16="http://schemas.microsoft.com/office/drawing/2014/main" id="{AB261642-A927-1C41-ACC5-5EFF6447FA4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3 h 226"/>
                  <a:gd name="T4" fmla="*/ 87 w 328"/>
                  <a:gd name="T5" fmla="*/ 77 h 226"/>
                  <a:gd name="T6" fmla="*/ 0 w 328"/>
                  <a:gd name="T7" fmla="*/ 34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54" name="Rectangle 254">
                <a:extLst>
                  <a:ext uri="{FF2B5EF4-FFF2-40B4-BE49-F238E27FC236}">
                    <a16:creationId xmlns:a16="http://schemas.microsoft.com/office/drawing/2014/main" id="{584A821F-0042-7040-A2CA-F10C36A030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4" y="695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grpSp>
            <p:nvGrpSpPr>
              <p:cNvPr id="255" name="Group 255">
                <a:extLst>
                  <a:ext uri="{FF2B5EF4-FFF2-40B4-BE49-F238E27FC236}">
                    <a16:creationId xmlns:a16="http://schemas.microsoft.com/office/drawing/2014/main" id="{F814615B-BC3F-DE4A-B920-D363184D9B5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80" name="AutoShape 256">
                  <a:extLst>
                    <a:ext uri="{FF2B5EF4-FFF2-40B4-BE49-F238E27FC236}">
                      <a16:creationId xmlns:a16="http://schemas.microsoft.com/office/drawing/2014/main" id="{C8D85753-1B3E-A74F-AA5C-BB04C9162E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6"/>
                  <a:ext cx="727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281" name="AutoShape 257">
                  <a:extLst>
                    <a:ext uri="{FF2B5EF4-FFF2-40B4-BE49-F238E27FC236}">
                      <a16:creationId xmlns:a16="http://schemas.microsoft.com/office/drawing/2014/main" id="{926A67F9-2094-024F-A1D0-786E8E5126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0"/>
                  <a:ext cx="694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256" name="Rectangle 258">
                <a:extLst>
                  <a:ext uri="{FF2B5EF4-FFF2-40B4-BE49-F238E27FC236}">
                    <a16:creationId xmlns:a16="http://schemas.microsoft.com/office/drawing/2014/main" id="{8B22385E-132F-3047-97B0-9C586551CC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020"/>
                <a:ext cx="593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grpSp>
            <p:nvGrpSpPr>
              <p:cNvPr id="257" name="Group 259">
                <a:extLst>
                  <a:ext uri="{FF2B5EF4-FFF2-40B4-BE49-F238E27FC236}">
                    <a16:creationId xmlns:a16="http://schemas.microsoft.com/office/drawing/2014/main" id="{E2FB9C56-C6A0-9940-9500-F88781DAFC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78" name="AutoShape 260">
                  <a:extLst>
                    <a:ext uri="{FF2B5EF4-FFF2-40B4-BE49-F238E27FC236}">
                      <a16:creationId xmlns:a16="http://schemas.microsoft.com/office/drawing/2014/main" id="{AE82C8C9-78C7-EB41-8484-25DD6CCDE5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21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279" name="AutoShape 261">
                  <a:extLst>
                    <a:ext uri="{FF2B5EF4-FFF2-40B4-BE49-F238E27FC236}">
                      <a16:creationId xmlns:a16="http://schemas.microsoft.com/office/drawing/2014/main" id="{4CAD5F11-377D-DA41-9929-793E957FABE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4"/>
                  <a:ext cx="687" cy="10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258" name="Rectangle 262">
                <a:extLst>
                  <a:ext uri="{FF2B5EF4-FFF2-40B4-BE49-F238E27FC236}">
                    <a16:creationId xmlns:a16="http://schemas.microsoft.com/office/drawing/2014/main" id="{E15EE455-6602-1B46-82C6-D12F3D30F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9" y="1358"/>
                <a:ext cx="593" cy="44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59" name="Rectangle 263">
                <a:extLst>
                  <a:ext uri="{FF2B5EF4-FFF2-40B4-BE49-F238E27FC236}">
                    <a16:creationId xmlns:a16="http://schemas.microsoft.com/office/drawing/2014/main" id="{AD216EEF-90DF-6044-8300-79C8D0C9DB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5" y="1654"/>
                <a:ext cx="599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grpSp>
            <p:nvGrpSpPr>
              <p:cNvPr id="260" name="Group 264">
                <a:extLst>
                  <a:ext uri="{FF2B5EF4-FFF2-40B4-BE49-F238E27FC236}">
                    <a16:creationId xmlns:a16="http://schemas.microsoft.com/office/drawing/2014/main" id="{38A22B19-490B-C242-8F58-277580AE97C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76" name="AutoShape 265">
                  <a:extLst>
                    <a:ext uri="{FF2B5EF4-FFF2-40B4-BE49-F238E27FC236}">
                      <a16:creationId xmlns:a16="http://schemas.microsoft.com/office/drawing/2014/main" id="{0F07B0CB-609F-5F42-B166-9E9E5B0F38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0"/>
                  <a:ext cx="719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277" name="AutoShape 266">
                  <a:extLst>
                    <a:ext uri="{FF2B5EF4-FFF2-40B4-BE49-F238E27FC236}">
                      <a16:creationId xmlns:a16="http://schemas.microsoft.com/office/drawing/2014/main" id="{C722D099-4A14-9D40-9F8A-E706A539833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93" cy="102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261" name="Freeform 267">
                <a:extLst>
                  <a:ext uri="{FF2B5EF4-FFF2-40B4-BE49-F238E27FC236}">
                    <a16:creationId xmlns:a16="http://schemas.microsoft.com/office/drawing/2014/main" id="{0E0C9BF4-C0A2-A84A-9613-F81F7F110E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87 w 328"/>
                  <a:gd name="T3" fmla="*/ 42 h 226"/>
                  <a:gd name="T4" fmla="*/ 87 w 328"/>
                  <a:gd name="T5" fmla="*/ 75 h 226"/>
                  <a:gd name="T6" fmla="*/ 0 w 328"/>
                  <a:gd name="T7" fmla="*/ 32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grpSp>
            <p:nvGrpSpPr>
              <p:cNvPr id="262" name="Group 268">
                <a:extLst>
                  <a:ext uri="{FF2B5EF4-FFF2-40B4-BE49-F238E27FC236}">
                    <a16:creationId xmlns:a16="http://schemas.microsoft.com/office/drawing/2014/main" id="{9FE0A4E1-4CF2-114C-845A-8481D9076B3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74" name="AutoShape 269">
                  <a:extLst>
                    <a:ext uri="{FF2B5EF4-FFF2-40B4-BE49-F238E27FC236}">
                      <a16:creationId xmlns:a16="http://schemas.microsoft.com/office/drawing/2014/main" id="{E06D45BF-7390-6A42-963D-1D3548228E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70"/>
                  <a:ext cx="726" cy="136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  <p:sp>
              <p:nvSpPr>
                <p:cNvPr id="275" name="AutoShape 270">
                  <a:extLst>
                    <a:ext uri="{FF2B5EF4-FFF2-40B4-BE49-F238E27FC236}">
                      <a16:creationId xmlns:a16="http://schemas.microsoft.com/office/drawing/2014/main" id="{F1193CF1-1B3E-734C-9489-B2773E5EBB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5"/>
                  <a:ext cx="69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 typeface="ZapfDingbats" charset="0"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 charset="0"/>
                  </a:endParaRPr>
                </a:p>
              </p:txBody>
            </p:sp>
          </p:grpSp>
          <p:sp>
            <p:nvSpPr>
              <p:cNvPr id="263" name="Rectangle 271">
                <a:extLst>
                  <a:ext uri="{FF2B5EF4-FFF2-40B4-BE49-F238E27FC236}">
                    <a16:creationId xmlns:a16="http://schemas.microsoft.com/office/drawing/2014/main" id="{32BCEFA0-C9E2-DA4E-99BA-A8D6B2F52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2" y="429"/>
                <a:ext cx="64" cy="2290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64" name="Freeform 272">
                <a:extLst>
                  <a:ext uri="{FF2B5EF4-FFF2-40B4-BE49-F238E27FC236}">
                    <a16:creationId xmlns:a16="http://schemas.microsoft.com/office/drawing/2014/main" id="{6A191132-8B3F-2C48-A27B-58F58CCC00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77 w 296"/>
                  <a:gd name="T3" fmla="*/ 47 h 256"/>
                  <a:gd name="T4" fmla="*/ 78 w 296"/>
                  <a:gd name="T5" fmla="*/ 85 h 256"/>
                  <a:gd name="T6" fmla="*/ 0 w 296"/>
                  <a:gd name="T7" fmla="*/ 32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5" name="Freeform 273">
                <a:extLst>
                  <a:ext uri="{FF2B5EF4-FFF2-40B4-BE49-F238E27FC236}">
                    <a16:creationId xmlns:a16="http://schemas.microsoft.com/office/drawing/2014/main" id="{46FB17C7-5975-EA4A-B24E-E0968F5234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81 w 304"/>
                  <a:gd name="T3" fmla="*/ 55 h 288"/>
                  <a:gd name="T4" fmla="*/ 76 w 304"/>
                  <a:gd name="T5" fmla="*/ 97 h 288"/>
                  <a:gd name="T6" fmla="*/ 2 w 304"/>
                  <a:gd name="T7" fmla="*/ 42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6" name="Oval 274">
                <a:extLst>
                  <a:ext uri="{FF2B5EF4-FFF2-40B4-BE49-F238E27FC236}">
                    <a16:creationId xmlns:a16="http://schemas.microsoft.com/office/drawing/2014/main" id="{4F5F45CB-8948-BF44-A12C-CBB9ED44DD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7" y="2612"/>
                <a:ext cx="48" cy="97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67" name="Freeform 275">
                <a:extLst>
                  <a:ext uri="{FF2B5EF4-FFF2-40B4-BE49-F238E27FC236}">
                    <a16:creationId xmlns:a16="http://schemas.microsoft.com/office/drawing/2014/main" id="{9075DFD9-3F16-6E4D-861C-2319EA64E7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36 h 240"/>
                  <a:gd name="T2" fmla="*/ 2 w 306"/>
                  <a:gd name="T3" fmla="*/ 81 h 240"/>
                  <a:gd name="T4" fmla="*/ 81 w 306"/>
                  <a:gd name="T5" fmla="*/ 37 h 240"/>
                  <a:gd name="T6" fmla="*/ 78 w 306"/>
                  <a:gd name="T7" fmla="*/ 0 h 240"/>
                  <a:gd name="T8" fmla="*/ 0 w 306"/>
                  <a:gd name="T9" fmla="*/ 36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68" name="AutoShape 276">
                <a:extLst>
                  <a:ext uri="{FF2B5EF4-FFF2-40B4-BE49-F238E27FC236}">
                    <a16:creationId xmlns:a16="http://schemas.microsoft.com/office/drawing/2014/main" id="{2DB55821-399B-E044-BDB5-8E02E0ED15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80"/>
                <a:ext cx="1203" cy="145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69" name="AutoShape 277">
                <a:extLst>
                  <a:ext uri="{FF2B5EF4-FFF2-40B4-BE49-F238E27FC236}">
                    <a16:creationId xmlns:a16="http://schemas.microsoft.com/office/drawing/2014/main" id="{E5BA92D7-799B-CE46-871E-CCA9863424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4" y="2709"/>
                <a:ext cx="1075" cy="8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0" name="Oval 278">
                <a:extLst>
                  <a:ext uri="{FF2B5EF4-FFF2-40B4-BE49-F238E27FC236}">
                    <a16:creationId xmlns:a16="http://schemas.microsoft.com/office/drawing/2014/main" id="{3279B121-A511-4C48-A668-CAFE86B684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0"/>
                <a:ext cx="159" cy="145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1" name="Oval 279">
                <a:extLst>
                  <a:ext uri="{FF2B5EF4-FFF2-40B4-BE49-F238E27FC236}">
                    <a16:creationId xmlns:a16="http://schemas.microsoft.com/office/drawing/2014/main" id="{6181626E-D3B9-6D4D-9F91-E6BD5373FAA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85"/>
                <a:ext cx="164" cy="140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2" name="Oval 280">
                <a:extLst>
                  <a:ext uri="{FF2B5EF4-FFF2-40B4-BE49-F238E27FC236}">
                    <a16:creationId xmlns:a16="http://schemas.microsoft.com/office/drawing/2014/main" id="{D546FF68-BE14-5140-8A04-2B0DB01118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80"/>
                <a:ext cx="154" cy="140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273" name="Rectangle 281">
                <a:extLst>
                  <a:ext uri="{FF2B5EF4-FFF2-40B4-BE49-F238E27FC236}">
                    <a16:creationId xmlns:a16="http://schemas.microsoft.com/office/drawing/2014/main" id="{B9666053-A441-4D4D-95B5-747CF79B7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2" y="1838"/>
                <a:ext cx="85" cy="760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grpSp>
          <p:nvGrpSpPr>
            <p:cNvPr id="245" name="Group 244">
              <a:extLst>
                <a:ext uri="{FF2B5EF4-FFF2-40B4-BE49-F238E27FC236}">
                  <a16:creationId xmlns:a16="http://schemas.microsoft.com/office/drawing/2014/main" id="{840EBCD1-E7B6-A743-BF86-6330FD745789}"/>
                </a:ext>
              </a:extLst>
            </p:cNvPr>
            <p:cNvGrpSpPr/>
            <p:nvPr/>
          </p:nvGrpSpPr>
          <p:grpSpPr>
            <a:xfrm>
              <a:off x="7698509" y="2176725"/>
              <a:ext cx="943482" cy="604263"/>
              <a:chOff x="7698509" y="2176725"/>
              <a:chExt cx="943482" cy="604263"/>
            </a:xfrm>
          </p:grpSpPr>
          <p:pic>
            <p:nvPicPr>
              <p:cNvPr id="246" name="Picture 245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D6E1F21D-864B-1F40-9C96-47C2BCA3CBF2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744691" y="2449197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247" name="Picture 246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42370393-D738-C942-9E56-D3F94CBE1B2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698509" y="2518469"/>
                <a:ext cx="772609" cy="262519"/>
              </a:xfrm>
              <a:prstGeom prst="rect">
                <a:avLst/>
              </a:prstGeom>
            </p:spPr>
          </p:pic>
          <p:pic>
            <p:nvPicPr>
              <p:cNvPr id="248" name="Picture 247" descr="A picture containing monitor, television, screen, photo&#10;&#10;Description automatically generated">
                <a:extLst>
                  <a:ext uri="{FF2B5EF4-FFF2-40B4-BE49-F238E27FC236}">
                    <a16:creationId xmlns:a16="http://schemas.microsoft.com/office/drawing/2014/main" id="{FF03F89A-E5B5-5947-8B74-5B1C5D68CB2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7869382" y="2176725"/>
                <a:ext cx="772609" cy="262519"/>
              </a:xfrm>
              <a:prstGeom prst="rect">
                <a:avLst/>
              </a:prstGeom>
            </p:spPr>
          </p:pic>
          <p:sp>
            <p:nvSpPr>
              <p:cNvPr id="249" name="TextBox 248">
                <a:extLst>
                  <a:ext uri="{FF2B5EF4-FFF2-40B4-BE49-F238E27FC236}">
                    <a16:creationId xmlns:a16="http://schemas.microsoft.com/office/drawing/2014/main" id="{162E8850-E3DD-E04E-A0E6-24BA9B907E8F}"/>
                  </a:ext>
                </a:extLst>
              </p:cNvPr>
              <p:cNvSpPr txBox="1"/>
              <p:nvPr/>
            </p:nvSpPr>
            <p:spPr>
              <a:xfrm>
                <a:off x="8026400" y="2202874"/>
                <a:ext cx="357790" cy="3693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dirty="0"/>
                  <a:t>...</a:t>
                </a:r>
              </a:p>
            </p:txBody>
          </p:sp>
        </p:grpSp>
      </p:grpSp>
      <p:grpSp>
        <p:nvGrpSpPr>
          <p:cNvPr id="282" name="Group 249">
            <a:extLst>
              <a:ext uri="{FF2B5EF4-FFF2-40B4-BE49-F238E27FC236}">
                <a16:creationId xmlns:a16="http://schemas.microsoft.com/office/drawing/2014/main" id="{303AAFB7-AE59-FB43-806F-88716418AD9D}"/>
              </a:ext>
            </a:extLst>
          </p:cNvPr>
          <p:cNvGrpSpPr>
            <a:grpSpLocks/>
          </p:cNvGrpSpPr>
          <p:nvPr/>
        </p:nvGrpSpPr>
        <p:grpSpPr bwMode="auto">
          <a:xfrm>
            <a:off x="9125221" y="2229519"/>
            <a:ext cx="269531" cy="537772"/>
            <a:chOff x="4140" y="429"/>
            <a:chExt cx="1425" cy="2396"/>
          </a:xfrm>
        </p:grpSpPr>
        <p:sp>
          <p:nvSpPr>
            <p:cNvPr id="283" name="Freeform 250">
              <a:extLst>
                <a:ext uri="{FF2B5EF4-FFF2-40B4-BE49-F238E27FC236}">
                  <a16:creationId xmlns:a16="http://schemas.microsoft.com/office/drawing/2014/main" id="{F583EC39-0EF7-C047-B61C-FCA4140C6365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4" name="Rectangle 251">
              <a:extLst>
                <a:ext uri="{FF2B5EF4-FFF2-40B4-BE49-F238E27FC236}">
                  <a16:creationId xmlns:a16="http://schemas.microsoft.com/office/drawing/2014/main" id="{1E2AD361-9367-024D-9B13-A995814D5BD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85" name="Freeform 252">
              <a:extLst>
                <a:ext uri="{FF2B5EF4-FFF2-40B4-BE49-F238E27FC236}">
                  <a16:creationId xmlns:a16="http://schemas.microsoft.com/office/drawing/2014/main" id="{280AB857-6E8B-F04E-86E8-884DCDEB64A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6" name="Freeform 253">
              <a:extLst>
                <a:ext uri="{FF2B5EF4-FFF2-40B4-BE49-F238E27FC236}">
                  <a16:creationId xmlns:a16="http://schemas.microsoft.com/office/drawing/2014/main" id="{17A6D9FD-0410-2E4A-A1DE-0C447AB9A1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87" name="Rectangle 254">
              <a:extLst>
                <a:ext uri="{FF2B5EF4-FFF2-40B4-BE49-F238E27FC236}">
                  <a16:creationId xmlns:a16="http://schemas.microsoft.com/office/drawing/2014/main" id="{A927C600-2D52-FB43-8F04-602018E3EB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5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88" name="Group 255">
              <a:extLst>
                <a:ext uri="{FF2B5EF4-FFF2-40B4-BE49-F238E27FC236}">
                  <a16:creationId xmlns:a16="http://schemas.microsoft.com/office/drawing/2014/main" id="{AD441C89-2F79-AA41-9247-E4172585841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13" name="AutoShape 256">
                <a:extLst>
                  <a:ext uri="{FF2B5EF4-FFF2-40B4-BE49-F238E27FC236}">
                    <a16:creationId xmlns:a16="http://schemas.microsoft.com/office/drawing/2014/main" id="{1BDD9056-3563-DC4A-8E6F-D9E7C31BD6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14" name="AutoShape 257">
                <a:extLst>
                  <a:ext uri="{FF2B5EF4-FFF2-40B4-BE49-F238E27FC236}">
                    <a16:creationId xmlns:a16="http://schemas.microsoft.com/office/drawing/2014/main" id="{A464F9AC-80D5-8647-A3BF-7C8016D2E9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89" name="Rectangle 258">
              <a:extLst>
                <a:ext uri="{FF2B5EF4-FFF2-40B4-BE49-F238E27FC236}">
                  <a16:creationId xmlns:a16="http://schemas.microsoft.com/office/drawing/2014/main" id="{3CC90EBF-BE9D-094F-8D80-09DD69A5C8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20"/>
              <a:ext cx="593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90" name="Group 259">
              <a:extLst>
                <a:ext uri="{FF2B5EF4-FFF2-40B4-BE49-F238E27FC236}">
                  <a16:creationId xmlns:a16="http://schemas.microsoft.com/office/drawing/2014/main" id="{8FD2B698-C302-134D-AA60-7CB77F0FA4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11" name="AutoShape 260">
                <a:extLst>
                  <a:ext uri="{FF2B5EF4-FFF2-40B4-BE49-F238E27FC236}">
                    <a16:creationId xmlns:a16="http://schemas.microsoft.com/office/drawing/2014/main" id="{3C8C97B6-C649-304C-B810-3DCC29D051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9"/>
                <a:ext cx="72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12" name="AutoShape 261">
                <a:extLst>
                  <a:ext uri="{FF2B5EF4-FFF2-40B4-BE49-F238E27FC236}">
                    <a16:creationId xmlns:a16="http://schemas.microsoft.com/office/drawing/2014/main" id="{1E6EFFBD-86DF-3A4E-B6C4-5B74F41947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91" name="Rectangle 262">
              <a:extLst>
                <a:ext uri="{FF2B5EF4-FFF2-40B4-BE49-F238E27FC236}">
                  <a16:creationId xmlns:a16="http://schemas.microsoft.com/office/drawing/2014/main" id="{A2087108-BB9B-C74D-BED2-AEEFB9631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58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92" name="Rectangle 263">
              <a:extLst>
                <a:ext uri="{FF2B5EF4-FFF2-40B4-BE49-F238E27FC236}">
                  <a16:creationId xmlns:a16="http://schemas.microsoft.com/office/drawing/2014/main" id="{629E30AC-175A-7C47-B5DB-137A2A9691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4"/>
              <a:ext cx="599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293" name="Group 264">
              <a:extLst>
                <a:ext uri="{FF2B5EF4-FFF2-40B4-BE49-F238E27FC236}">
                  <a16:creationId xmlns:a16="http://schemas.microsoft.com/office/drawing/2014/main" id="{631BEC3E-EC7B-E641-9B73-CEB1B33C79F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09" name="AutoShape 265">
                <a:extLst>
                  <a:ext uri="{FF2B5EF4-FFF2-40B4-BE49-F238E27FC236}">
                    <a16:creationId xmlns:a16="http://schemas.microsoft.com/office/drawing/2014/main" id="{CA74522A-6DD3-C941-B6C5-B88ADF1B75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10" name="AutoShape 266">
                <a:extLst>
                  <a:ext uri="{FF2B5EF4-FFF2-40B4-BE49-F238E27FC236}">
                    <a16:creationId xmlns:a16="http://schemas.microsoft.com/office/drawing/2014/main" id="{0FC67C26-9D79-7645-9585-2783C4FBAB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8"/>
                <a:ext cx="693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94" name="Freeform 267">
              <a:extLst>
                <a:ext uri="{FF2B5EF4-FFF2-40B4-BE49-F238E27FC236}">
                  <a16:creationId xmlns:a16="http://schemas.microsoft.com/office/drawing/2014/main" id="{0009B838-E394-AB4B-B620-18BE1F04F16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295" name="Group 268">
              <a:extLst>
                <a:ext uri="{FF2B5EF4-FFF2-40B4-BE49-F238E27FC236}">
                  <a16:creationId xmlns:a16="http://schemas.microsoft.com/office/drawing/2014/main" id="{CE9E851F-17AE-C347-AAE2-A26FC9005C1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07" name="AutoShape 269">
                <a:extLst>
                  <a:ext uri="{FF2B5EF4-FFF2-40B4-BE49-F238E27FC236}">
                    <a16:creationId xmlns:a16="http://schemas.microsoft.com/office/drawing/2014/main" id="{BC8583DE-ADF4-6447-B9E5-82785FCF6CB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08" name="AutoShape 270">
                <a:extLst>
                  <a:ext uri="{FF2B5EF4-FFF2-40B4-BE49-F238E27FC236}">
                    <a16:creationId xmlns:a16="http://schemas.microsoft.com/office/drawing/2014/main" id="{86B22511-2C8C-B74B-A13E-4B48591114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296" name="Rectangle 271">
              <a:extLst>
                <a:ext uri="{FF2B5EF4-FFF2-40B4-BE49-F238E27FC236}">
                  <a16:creationId xmlns:a16="http://schemas.microsoft.com/office/drawing/2014/main" id="{20AF6706-04DB-3F45-9CC0-357417946D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297" name="Freeform 272">
              <a:extLst>
                <a:ext uri="{FF2B5EF4-FFF2-40B4-BE49-F238E27FC236}">
                  <a16:creationId xmlns:a16="http://schemas.microsoft.com/office/drawing/2014/main" id="{E6032D49-B972-724F-BC66-1C24B5F058F0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8" name="Freeform 273">
              <a:extLst>
                <a:ext uri="{FF2B5EF4-FFF2-40B4-BE49-F238E27FC236}">
                  <a16:creationId xmlns:a16="http://schemas.microsoft.com/office/drawing/2014/main" id="{B84F01B6-1C0C-C943-B856-7FE3BD2D766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99" name="Oval 274">
              <a:extLst>
                <a:ext uri="{FF2B5EF4-FFF2-40B4-BE49-F238E27FC236}">
                  <a16:creationId xmlns:a16="http://schemas.microsoft.com/office/drawing/2014/main" id="{3819F9EA-CE5A-6F47-B1D1-45A3176A8CA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00" name="Freeform 275">
              <a:extLst>
                <a:ext uri="{FF2B5EF4-FFF2-40B4-BE49-F238E27FC236}">
                  <a16:creationId xmlns:a16="http://schemas.microsoft.com/office/drawing/2014/main" id="{BD6129AD-4010-6541-8BD2-9C417B597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01" name="AutoShape 276">
              <a:extLst>
                <a:ext uri="{FF2B5EF4-FFF2-40B4-BE49-F238E27FC236}">
                  <a16:creationId xmlns:a16="http://schemas.microsoft.com/office/drawing/2014/main" id="{DAF156C3-BBE4-AD4E-8C8F-504F05E6FA9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3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02" name="AutoShape 277">
              <a:extLst>
                <a:ext uri="{FF2B5EF4-FFF2-40B4-BE49-F238E27FC236}">
                  <a16:creationId xmlns:a16="http://schemas.microsoft.com/office/drawing/2014/main" id="{FAC7EFD2-3973-3341-9E30-2375745B4E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5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03" name="Oval 278">
              <a:extLst>
                <a:ext uri="{FF2B5EF4-FFF2-40B4-BE49-F238E27FC236}">
                  <a16:creationId xmlns:a16="http://schemas.microsoft.com/office/drawing/2014/main" id="{279C258F-5AE0-4A40-9D2A-27C3520660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04" name="Oval 279">
              <a:extLst>
                <a:ext uri="{FF2B5EF4-FFF2-40B4-BE49-F238E27FC236}">
                  <a16:creationId xmlns:a16="http://schemas.microsoft.com/office/drawing/2014/main" id="{AB54CDF9-44A8-F945-8C47-F29CE6B004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05" name="Oval 280">
              <a:extLst>
                <a:ext uri="{FF2B5EF4-FFF2-40B4-BE49-F238E27FC236}">
                  <a16:creationId xmlns:a16="http://schemas.microsoft.com/office/drawing/2014/main" id="{C12B8B40-4A95-634B-A938-6930B06F50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06" name="Rectangle 281">
              <a:extLst>
                <a:ext uri="{FF2B5EF4-FFF2-40B4-BE49-F238E27FC236}">
                  <a16:creationId xmlns:a16="http://schemas.microsoft.com/office/drawing/2014/main" id="{56A64972-4A2C-2147-8B6A-849EA1C528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315" name="Group 314">
            <a:extLst>
              <a:ext uri="{FF2B5EF4-FFF2-40B4-BE49-F238E27FC236}">
                <a16:creationId xmlns:a16="http://schemas.microsoft.com/office/drawing/2014/main" id="{7CEE8967-09D9-EA4A-BE8F-89D0A51FA901}"/>
              </a:ext>
            </a:extLst>
          </p:cNvPr>
          <p:cNvGrpSpPr/>
          <p:nvPr/>
        </p:nvGrpSpPr>
        <p:grpSpPr>
          <a:xfrm>
            <a:off x="9411855" y="1981647"/>
            <a:ext cx="943482" cy="604263"/>
            <a:chOff x="7698509" y="2176725"/>
            <a:chExt cx="943482" cy="604263"/>
          </a:xfrm>
        </p:grpSpPr>
        <p:pic>
          <p:nvPicPr>
            <p:cNvPr id="316" name="Picture 315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0EAEB9B3-A22A-234F-82DF-4AAC2BF4278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</p:spPr>
        </p:pic>
        <p:pic>
          <p:nvPicPr>
            <p:cNvPr id="317" name="Picture 316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D8797FD1-FD5F-5E42-86F9-D71425D34BE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</p:spPr>
        </p:pic>
        <p:pic>
          <p:nvPicPr>
            <p:cNvPr id="318" name="Picture 317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9A3D2276-CCAA-964B-A522-778FC9030BE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</p:spPr>
        </p:pic>
        <p:sp>
          <p:nvSpPr>
            <p:cNvPr id="319" name="TextBox 318">
              <a:extLst>
                <a:ext uri="{FF2B5EF4-FFF2-40B4-BE49-F238E27FC236}">
                  <a16:creationId xmlns:a16="http://schemas.microsoft.com/office/drawing/2014/main" id="{FA64888F-27BD-6D49-9E8A-1C105E1F77CE}"/>
                </a:ext>
              </a:extLst>
            </p:cNvPr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...</a:t>
              </a:r>
            </a:p>
          </p:txBody>
        </p:sp>
      </p:grpSp>
      <p:grpSp>
        <p:nvGrpSpPr>
          <p:cNvPr id="320" name="Group 249">
            <a:extLst>
              <a:ext uri="{FF2B5EF4-FFF2-40B4-BE49-F238E27FC236}">
                <a16:creationId xmlns:a16="http://schemas.microsoft.com/office/drawing/2014/main" id="{F1BCE0E4-BDB5-B544-89E7-F7F4C8B45DDD}"/>
              </a:ext>
            </a:extLst>
          </p:cNvPr>
          <p:cNvGrpSpPr>
            <a:grpSpLocks/>
          </p:cNvGrpSpPr>
          <p:nvPr/>
        </p:nvGrpSpPr>
        <p:grpSpPr bwMode="auto">
          <a:xfrm>
            <a:off x="9119966" y="3154428"/>
            <a:ext cx="269531" cy="537772"/>
            <a:chOff x="4140" y="429"/>
            <a:chExt cx="1425" cy="2396"/>
          </a:xfrm>
        </p:grpSpPr>
        <p:sp>
          <p:nvSpPr>
            <p:cNvPr id="321" name="Freeform 250">
              <a:extLst>
                <a:ext uri="{FF2B5EF4-FFF2-40B4-BE49-F238E27FC236}">
                  <a16:creationId xmlns:a16="http://schemas.microsoft.com/office/drawing/2014/main" id="{61F36965-BC45-1D46-9296-4C5A2F836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17 w 354"/>
                <a:gd name="T1" fmla="*/ 0 h 2742"/>
                <a:gd name="T2" fmla="*/ 93 w 354"/>
                <a:gd name="T3" fmla="*/ 114 h 2742"/>
                <a:gd name="T4" fmla="*/ 91 w 354"/>
                <a:gd name="T5" fmla="*/ 881 h 2742"/>
                <a:gd name="T6" fmla="*/ 0 w 354"/>
                <a:gd name="T7" fmla="*/ 921 h 2742"/>
                <a:gd name="T8" fmla="*/ 17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2" name="Rectangle 251">
              <a:extLst>
                <a:ext uri="{FF2B5EF4-FFF2-40B4-BE49-F238E27FC236}">
                  <a16:creationId xmlns:a16="http://schemas.microsoft.com/office/drawing/2014/main" id="{40BA023C-2812-9340-A050-0121D08290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49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23" name="Freeform 252">
              <a:extLst>
                <a:ext uri="{FF2B5EF4-FFF2-40B4-BE49-F238E27FC236}">
                  <a16:creationId xmlns:a16="http://schemas.microsoft.com/office/drawing/2014/main" id="{7D40D788-F435-474A-A7BF-25C0498EA3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56 w 211"/>
                <a:gd name="T3" fmla="*/ 73 h 2537"/>
                <a:gd name="T4" fmla="*/ 2 w 211"/>
                <a:gd name="T5" fmla="*/ 839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4" name="Freeform 253">
              <a:extLst>
                <a:ext uri="{FF2B5EF4-FFF2-40B4-BE49-F238E27FC236}">
                  <a16:creationId xmlns:a16="http://schemas.microsoft.com/office/drawing/2014/main" id="{7ECC0C33-1994-A443-BE35-89E1A830F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3 h 226"/>
                <a:gd name="T4" fmla="*/ 87 w 328"/>
                <a:gd name="T5" fmla="*/ 77 h 226"/>
                <a:gd name="T6" fmla="*/ 0 w 328"/>
                <a:gd name="T7" fmla="*/ 34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25" name="Rectangle 254">
              <a:extLst>
                <a:ext uri="{FF2B5EF4-FFF2-40B4-BE49-F238E27FC236}">
                  <a16:creationId xmlns:a16="http://schemas.microsoft.com/office/drawing/2014/main" id="{5F77B878-EAC9-4540-9E09-E05F7ED091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4" y="695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326" name="Group 255">
              <a:extLst>
                <a:ext uri="{FF2B5EF4-FFF2-40B4-BE49-F238E27FC236}">
                  <a16:creationId xmlns:a16="http://schemas.microsoft.com/office/drawing/2014/main" id="{3AD2D83D-AFAB-F544-B840-C231A3CC601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351" name="AutoShape 256">
                <a:extLst>
                  <a:ext uri="{FF2B5EF4-FFF2-40B4-BE49-F238E27FC236}">
                    <a16:creationId xmlns:a16="http://schemas.microsoft.com/office/drawing/2014/main" id="{4227C343-CCC4-A04E-8886-6361D39B43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6"/>
                <a:ext cx="727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52" name="AutoShape 257">
                <a:extLst>
                  <a:ext uri="{FF2B5EF4-FFF2-40B4-BE49-F238E27FC236}">
                    <a16:creationId xmlns:a16="http://schemas.microsoft.com/office/drawing/2014/main" id="{9E39270E-D4A5-AD40-A9B3-1748EE3126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0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327" name="Rectangle 258">
              <a:extLst>
                <a:ext uri="{FF2B5EF4-FFF2-40B4-BE49-F238E27FC236}">
                  <a16:creationId xmlns:a16="http://schemas.microsoft.com/office/drawing/2014/main" id="{7B72FE59-00DA-AB4C-818F-65FE468FBE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020"/>
              <a:ext cx="593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328" name="Group 259">
              <a:extLst>
                <a:ext uri="{FF2B5EF4-FFF2-40B4-BE49-F238E27FC236}">
                  <a16:creationId xmlns:a16="http://schemas.microsoft.com/office/drawing/2014/main" id="{09C06909-C34E-C94A-8C7D-0BFC94D6E0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349" name="AutoShape 260">
                <a:extLst>
                  <a:ext uri="{FF2B5EF4-FFF2-40B4-BE49-F238E27FC236}">
                    <a16:creationId xmlns:a16="http://schemas.microsoft.com/office/drawing/2014/main" id="{7ED60691-FC99-B943-BE37-D6C97FF671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7" y="2569"/>
                <a:ext cx="721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50" name="AutoShape 261">
                <a:extLst>
                  <a:ext uri="{FF2B5EF4-FFF2-40B4-BE49-F238E27FC236}">
                    <a16:creationId xmlns:a16="http://schemas.microsoft.com/office/drawing/2014/main" id="{BBBF7CE5-2F2F-C240-89B7-6B006565DB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4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329" name="Rectangle 262">
              <a:extLst>
                <a:ext uri="{FF2B5EF4-FFF2-40B4-BE49-F238E27FC236}">
                  <a16:creationId xmlns:a16="http://schemas.microsoft.com/office/drawing/2014/main" id="{E1859B99-BC2B-8445-9920-653550A39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9" y="1358"/>
              <a:ext cx="593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30" name="Rectangle 263">
              <a:extLst>
                <a:ext uri="{FF2B5EF4-FFF2-40B4-BE49-F238E27FC236}">
                  <a16:creationId xmlns:a16="http://schemas.microsoft.com/office/drawing/2014/main" id="{DC4E26D3-7125-8945-9746-2441735961F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5" y="1654"/>
              <a:ext cx="599" cy="48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grpSp>
          <p:nvGrpSpPr>
            <p:cNvPr id="331" name="Group 264">
              <a:extLst>
                <a:ext uri="{FF2B5EF4-FFF2-40B4-BE49-F238E27FC236}">
                  <a16:creationId xmlns:a16="http://schemas.microsoft.com/office/drawing/2014/main" id="{E6BAA1DE-AF76-6C44-833A-D07152C0737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347" name="AutoShape 265">
                <a:extLst>
                  <a:ext uri="{FF2B5EF4-FFF2-40B4-BE49-F238E27FC236}">
                    <a16:creationId xmlns:a16="http://schemas.microsoft.com/office/drawing/2014/main" id="{C5750C06-37B1-7942-BC63-5A0DFB73A5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70"/>
                <a:ext cx="71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48" name="AutoShape 266">
                <a:extLst>
                  <a:ext uri="{FF2B5EF4-FFF2-40B4-BE49-F238E27FC236}">
                    <a16:creationId xmlns:a16="http://schemas.microsoft.com/office/drawing/2014/main" id="{2FBF1907-BD45-434A-8B85-372B329D2C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8"/>
                <a:ext cx="693" cy="102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332" name="Freeform 267">
              <a:extLst>
                <a:ext uri="{FF2B5EF4-FFF2-40B4-BE49-F238E27FC236}">
                  <a16:creationId xmlns:a16="http://schemas.microsoft.com/office/drawing/2014/main" id="{C3D05EC3-4DA7-F74C-B6F6-0918126C019C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87 w 328"/>
                <a:gd name="T3" fmla="*/ 42 h 226"/>
                <a:gd name="T4" fmla="*/ 87 w 328"/>
                <a:gd name="T5" fmla="*/ 75 h 226"/>
                <a:gd name="T6" fmla="*/ 0 w 328"/>
                <a:gd name="T7" fmla="*/ 32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333" name="Group 268">
              <a:extLst>
                <a:ext uri="{FF2B5EF4-FFF2-40B4-BE49-F238E27FC236}">
                  <a16:creationId xmlns:a16="http://schemas.microsoft.com/office/drawing/2014/main" id="{5BF350AD-3646-0C41-87CF-18D04562FCE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345" name="AutoShape 269">
                <a:extLst>
                  <a:ext uri="{FF2B5EF4-FFF2-40B4-BE49-F238E27FC236}">
                    <a16:creationId xmlns:a16="http://schemas.microsoft.com/office/drawing/2014/main" id="{E6FF77A3-8808-214A-B3F1-9975674419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70"/>
                <a:ext cx="726" cy="136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  <p:sp>
            <p:nvSpPr>
              <p:cNvPr id="346" name="AutoShape 270">
                <a:extLst>
                  <a:ext uri="{FF2B5EF4-FFF2-40B4-BE49-F238E27FC236}">
                    <a16:creationId xmlns:a16="http://schemas.microsoft.com/office/drawing/2014/main" id="{DBA06383-D10B-7446-8AB5-80825280F5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5"/>
                <a:ext cx="693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 typeface="ZapfDingbats" charset="0"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 charset="0"/>
                </a:endParaRPr>
              </a:p>
            </p:txBody>
          </p:sp>
        </p:grpSp>
        <p:sp>
          <p:nvSpPr>
            <p:cNvPr id="334" name="Rectangle 271">
              <a:extLst>
                <a:ext uri="{FF2B5EF4-FFF2-40B4-BE49-F238E27FC236}">
                  <a16:creationId xmlns:a16="http://schemas.microsoft.com/office/drawing/2014/main" id="{075E3183-6A9A-F845-B994-D8A428ABB4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52" y="429"/>
              <a:ext cx="64" cy="2290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35" name="Freeform 272">
              <a:extLst>
                <a:ext uri="{FF2B5EF4-FFF2-40B4-BE49-F238E27FC236}">
                  <a16:creationId xmlns:a16="http://schemas.microsoft.com/office/drawing/2014/main" id="{047D761C-70AD-CD4F-A747-381D74016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77 w 296"/>
                <a:gd name="T3" fmla="*/ 47 h 256"/>
                <a:gd name="T4" fmla="*/ 78 w 296"/>
                <a:gd name="T5" fmla="*/ 85 h 256"/>
                <a:gd name="T6" fmla="*/ 0 w 296"/>
                <a:gd name="T7" fmla="*/ 32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6" name="Freeform 273">
              <a:extLst>
                <a:ext uri="{FF2B5EF4-FFF2-40B4-BE49-F238E27FC236}">
                  <a16:creationId xmlns:a16="http://schemas.microsoft.com/office/drawing/2014/main" id="{8AE72908-FAF1-9C46-AA62-CED69F948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81 w 304"/>
                <a:gd name="T3" fmla="*/ 55 h 288"/>
                <a:gd name="T4" fmla="*/ 76 w 304"/>
                <a:gd name="T5" fmla="*/ 97 h 288"/>
                <a:gd name="T6" fmla="*/ 2 w 304"/>
                <a:gd name="T7" fmla="*/ 42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7" name="Oval 274">
              <a:extLst>
                <a:ext uri="{FF2B5EF4-FFF2-40B4-BE49-F238E27FC236}">
                  <a16:creationId xmlns:a16="http://schemas.microsoft.com/office/drawing/2014/main" id="{2E034F12-0D5A-AA43-BEB5-3FD391F736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12"/>
              <a:ext cx="48" cy="97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38" name="Freeform 275">
              <a:extLst>
                <a:ext uri="{FF2B5EF4-FFF2-40B4-BE49-F238E27FC236}">
                  <a16:creationId xmlns:a16="http://schemas.microsoft.com/office/drawing/2014/main" id="{028A5345-010B-C24D-B709-B8375E9715E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36 h 240"/>
                <a:gd name="T2" fmla="*/ 2 w 306"/>
                <a:gd name="T3" fmla="*/ 81 h 240"/>
                <a:gd name="T4" fmla="*/ 81 w 306"/>
                <a:gd name="T5" fmla="*/ 37 h 240"/>
                <a:gd name="T6" fmla="*/ 78 w 306"/>
                <a:gd name="T7" fmla="*/ 0 h 240"/>
                <a:gd name="T8" fmla="*/ 0 w 306"/>
                <a:gd name="T9" fmla="*/ 36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39" name="AutoShape 276">
              <a:extLst>
                <a:ext uri="{FF2B5EF4-FFF2-40B4-BE49-F238E27FC236}">
                  <a16:creationId xmlns:a16="http://schemas.microsoft.com/office/drawing/2014/main" id="{F6EF7A89-3C93-8540-B2E3-A30599E7AA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80"/>
              <a:ext cx="1203" cy="145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40" name="AutoShape 277">
              <a:extLst>
                <a:ext uri="{FF2B5EF4-FFF2-40B4-BE49-F238E27FC236}">
                  <a16:creationId xmlns:a16="http://schemas.microsoft.com/office/drawing/2014/main" id="{AE5883C3-8966-4941-AD3C-EECE6A8A6E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5" cy="82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41" name="Oval 278">
              <a:extLst>
                <a:ext uri="{FF2B5EF4-FFF2-40B4-BE49-F238E27FC236}">
                  <a16:creationId xmlns:a16="http://schemas.microsoft.com/office/drawing/2014/main" id="{8D05B60E-CC47-924E-9CC3-7D3C363DC0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10" y="2380"/>
              <a:ext cx="159" cy="145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42" name="Oval 279">
              <a:extLst>
                <a:ext uri="{FF2B5EF4-FFF2-40B4-BE49-F238E27FC236}">
                  <a16:creationId xmlns:a16="http://schemas.microsoft.com/office/drawing/2014/main" id="{02D38BA8-EE3B-314C-9EA1-24BC62A7102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4" y="2385"/>
              <a:ext cx="164" cy="140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43" name="Oval 280">
              <a:extLst>
                <a:ext uri="{FF2B5EF4-FFF2-40B4-BE49-F238E27FC236}">
                  <a16:creationId xmlns:a16="http://schemas.microsoft.com/office/drawing/2014/main" id="{7354E114-1700-274C-AD93-5D4A999682B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4" y="2380"/>
              <a:ext cx="154" cy="140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xmlns="" w="9525">
                  <a:solidFill>
                    <a:schemeClr val="tx1"/>
                  </a:solidFill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  <p:sp>
          <p:nvSpPr>
            <p:cNvPr id="344" name="Rectangle 281">
              <a:extLst>
                <a:ext uri="{FF2B5EF4-FFF2-40B4-BE49-F238E27FC236}">
                  <a16:creationId xmlns:a16="http://schemas.microsoft.com/office/drawing/2014/main" id="{D7FCC302-455F-0E42-A8A7-378C5B6CC7E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2" y="1838"/>
              <a:ext cx="85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Arial" charset="0"/>
              </a:endParaRPr>
            </a:p>
          </p:txBody>
        </p:sp>
      </p:grpSp>
      <p:grpSp>
        <p:nvGrpSpPr>
          <p:cNvPr id="353" name="Group 352">
            <a:extLst>
              <a:ext uri="{FF2B5EF4-FFF2-40B4-BE49-F238E27FC236}">
                <a16:creationId xmlns:a16="http://schemas.microsoft.com/office/drawing/2014/main" id="{BA41EE0A-FE82-9040-BD52-7DC1EB35BBFB}"/>
              </a:ext>
            </a:extLst>
          </p:cNvPr>
          <p:cNvGrpSpPr/>
          <p:nvPr/>
        </p:nvGrpSpPr>
        <p:grpSpPr>
          <a:xfrm>
            <a:off x="9343538" y="3332225"/>
            <a:ext cx="943482" cy="604263"/>
            <a:chOff x="7698509" y="2176725"/>
            <a:chExt cx="943482" cy="604263"/>
          </a:xfrm>
        </p:grpSpPr>
        <p:pic>
          <p:nvPicPr>
            <p:cNvPr id="354" name="Picture 353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441DFADE-BB1B-7C4C-8738-3FEA9FC7E26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744691" y="2449197"/>
              <a:ext cx="772609" cy="262519"/>
            </a:xfrm>
            <a:prstGeom prst="rect">
              <a:avLst/>
            </a:prstGeom>
          </p:spPr>
        </p:pic>
        <p:pic>
          <p:nvPicPr>
            <p:cNvPr id="355" name="Picture 354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A360817E-CEBE-5D4D-AAA5-1AA0E80B244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698509" y="2518469"/>
              <a:ext cx="772609" cy="262519"/>
            </a:xfrm>
            <a:prstGeom prst="rect">
              <a:avLst/>
            </a:prstGeom>
          </p:spPr>
        </p:pic>
        <p:pic>
          <p:nvPicPr>
            <p:cNvPr id="356" name="Picture 355" descr="A picture containing monitor, television, screen, photo&#10;&#10;Description automatically generated">
              <a:extLst>
                <a:ext uri="{FF2B5EF4-FFF2-40B4-BE49-F238E27FC236}">
                  <a16:creationId xmlns:a16="http://schemas.microsoft.com/office/drawing/2014/main" id="{1B7D7E89-8D15-B14F-8ABE-F03063924DF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7869382" y="2176725"/>
              <a:ext cx="772609" cy="262519"/>
            </a:xfrm>
            <a:prstGeom prst="rect">
              <a:avLst/>
            </a:prstGeom>
          </p:spPr>
        </p:pic>
        <p:sp>
          <p:nvSpPr>
            <p:cNvPr id="357" name="TextBox 356">
              <a:extLst>
                <a:ext uri="{FF2B5EF4-FFF2-40B4-BE49-F238E27FC236}">
                  <a16:creationId xmlns:a16="http://schemas.microsoft.com/office/drawing/2014/main" id="{95A2DFAC-E2E9-BA4E-B877-0FDFCB8AFF96}"/>
                </a:ext>
              </a:extLst>
            </p:cNvPr>
            <p:cNvSpPr txBox="1"/>
            <p:nvPr/>
          </p:nvSpPr>
          <p:spPr>
            <a:xfrm>
              <a:off x="8026400" y="2202874"/>
              <a:ext cx="35779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...</a:t>
              </a:r>
            </a:p>
          </p:txBody>
        </p:sp>
      </p:grpSp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Streaming multimedia: DASH</a:t>
            </a:r>
          </a:p>
        </p:txBody>
      </p:sp>
      <p:sp>
        <p:nvSpPr>
          <p:cNvPr id="57" name="Rectangle 3">
            <a:extLst>
              <a:ext uri="{FF2B5EF4-FFF2-40B4-BE49-F238E27FC236}">
                <a16:creationId xmlns:a16="http://schemas.microsoft.com/office/drawing/2014/main" id="{57B06ED9-18F5-DA42-AB34-1D8668A5BAAE}"/>
              </a:ext>
            </a:extLst>
          </p:cNvPr>
          <p:cNvSpPr txBox="1">
            <a:spLocks noChangeArrowheads="1"/>
          </p:cNvSpPr>
          <p:nvPr/>
        </p:nvSpPr>
        <p:spPr>
          <a:xfrm>
            <a:off x="750123" y="1425422"/>
            <a:ext cx="6582550" cy="5053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intelligence”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at client: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 determines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when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request chunk (so that buffer starvation, or overflow does not occur)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what encoding rate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request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(higher quality when more bandwidth available) 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66B29FA5-F250-2145-B75A-6362A2B90004}"/>
              </a:ext>
            </a:extLst>
          </p:cNvPr>
          <p:cNvSpPr txBox="1">
            <a:spLocks noChangeArrowheads="1"/>
          </p:cNvSpPr>
          <p:nvPr/>
        </p:nvSpPr>
        <p:spPr>
          <a:xfrm>
            <a:off x="764871" y="4418084"/>
            <a:ext cx="6296330" cy="1601010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where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to request chunk (can request from URL server that is “close” to client or has high available bandwidth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Gill Sans MT" panose="020B0502020104020203" pitchFamily="34" charset="77"/>
                <a:ea typeface="ＭＳ Ｐゴシック" panose="020B0600070205080204" pitchFamily="34" charset="-128"/>
                <a:cs typeface="+mn-cs"/>
              </a:rPr>
              <a:t>) 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1BFA338-92F2-B84C-A3FD-65CE9CE1AE33}"/>
              </a:ext>
            </a:extLst>
          </p:cNvPr>
          <p:cNvSpPr txBox="1"/>
          <p:nvPr/>
        </p:nvSpPr>
        <p:spPr>
          <a:xfrm>
            <a:off x="1455456" y="6024759"/>
            <a:ext cx="938930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Streaming video =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encoding +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</a:t>
            </a: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DASH + playout buffering</a:t>
            </a:r>
          </a:p>
        </p:txBody>
      </p:sp>
      <p:grpSp>
        <p:nvGrpSpPr>
          <p:cNvPr id="60" name="Group 2">
            <a:extLst>
              <a:ext uri="{FF2B5EF4-FFF2-40B4-BE49-F238E27FC236}">
                <a16:creationId xmlns:a16="http://schemas.microsoft.com/office/drawing/2014/main" id="{DDFD13CE-95C2-3B46-BAA9-2442B7BBFB5C}"/>
              </a:ext>
            </a:extLst>
          </p:cNvPr>
          <p:cNvGrpSpPr>
            <a:grpSpLocks/>
          </p:cNvGrpSpPr>
          <p:nvPr/>
        </p:nvGrpSpPr>
        <p:grpSpPr bwMode="auto">
          <a:xfrm>
            <a:off x="10418918" y="2387938"/>
            <a:ext cx="1331627" cy="1083147"/>
            <a:chOff x="1842724" y="2867233"/>
            <a:chExt cx="5649912" cy="3416300"/>
          </a:xfrm>
        </p:grpSpPr>
        <p:sp>
          <p:nvSpPr>
            <p:cNvPr id="161" name="AutoShape 99">
              <a:extLst>
                <a:ext uri="{FF2B5EF4-FFF2-40B4-BE49-F238E27FC236}">
                  <a16:creationId xmlns:a16="http://schemas.microsoft.com/office/drawing/2014/main" id="{6A423CE6-3BBC-A441-B17F-E87432DB8A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2724" y="2867233"/>
              <a:ext cx="5649912" cy="768350"/>
            </a:xfrm>
            <a:prstGeom prst="triangle">
              <a:avLst>
                <a:gd name="adj" fmla="val 50000"/>
              </a:avLst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2" name="Rectangle 87">
              <a:extLst>
                <a:ext uri="{FF2B5EF4-FFF2-40B4-BE49-F238E27FC236}">
                  <a16:creationId xmlns:a16="http://schemas.microsoft.com/office/drawing/2014/main" id="{4285C26E-DA02-9648-A64A-514AEBD4FE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77699" y="3621296"/>
              <a:ext cx="4781550" cy="2662237"/>
            </a:xfrm>
            <a:prstGeom prst="rect">
              <a:avLst/>
            </a:prstGeom>
            <a:solidFill>
              <a:srgbClr val="DDDD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63" name="Group 349">
            <a:extLst>
              <a:ext uri="{FF2B5EF4-FFF2-40B4-BE49-F238E27FC236}">
                <a16:creationId xmlns:a16="http://schemas.microsoft.com/office/drawing/2014/main" id="{D41C9560-ED4B-414F-8273-72B78F6B318D}"/>
              </a:ext>
            </a:extLst>
          </p:cNvPr>
          <p:cNvGrpSpPr>
            <a:grpSpLocks/>
          </p:cNvGrpSpPr>
          <p:nvPr/>
        </p:nvGrpSpPr>
        <p:grpSpPr bwMode="auto">
          <a:xfrm>
            <a:off x="10897863" y="2829271"/>
            <a:ext cx="427844" cy="454118"/>
            <a:chOff x="4437" y="1472"/>
            <a:chExt cx="427" cy="418"/>
          </a:xfrm>
        </p:grpSpPr>
        <p:sp>
          <p:nvSpPr>
            <p:cNvPr id="69" name="Rectangle 350">
              <a:extLst>
                <a:ext uri="{FF2B5EF4-FFF2-40B4-BE49-F238E27FC236}">
                  <a16:creationId xmlns:a16="http://schemas.microsoft.com/office/drawing/2014/main" id="{E963C356-4AF2-0349-824A-1E49D132EE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3" y="1475"/>
              <a:ext cx="421" cy="361"/>
            </a:xfrm>
            <a:prstGeom prst="rect">
              <a:avLst/>
            </a:prstGeom>
            <a:gradFill rotWithShape="0">
              <a:gsLst>
                <a:gs pos="0">
                  <a:srgbClr val="99CCFF">
                    <a:gamma/>
                    <a:shade val="46275"/>
                    <a:invGamma/>
                  </a:srgbClr>
                </a:gs>
                <a:gs pos="50000">
                  <a:srgbClr val="99CCFF"/>
                </a:gs>
                <a:gs pos="100000">
                  <a:srgbClr val="99CCFF">
                    <a:gamma/>
                    <a:shade val="46275"/>
                    <a:invGamma/>
                  </a:srgbClr>
                </a:gs>
              </a:gsLst>
              <a:lin ang="5400000" scaled="1"/>
            </a:gradFill>
            <a:ln w="19050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70" name="Rectangle 351">
              <a:extLst>
                <a:ext uri="{FF2B5EF4-FFF2-40B4-BE49-F238E27FC236}">
                  <a16:creationId xmlns:a16="http://schemas.microsoft.com/office/drawing/2014/main" id="{40253B0C-2089-BD4A-9EFE-D60909E55D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67" y="1837"/>
              <a:ext cx="179" cy="23"/>
            </a:xfrm>
            <a:prstGeom prst="rect">
              <a:avLst/>
            </a:prstGeom>
            <a:solidFill>
              <a:srgbClr val="5F5F5F"/>
            </a:solidFill>
            <a:ln w="19050">
              <a:solidFill>
                <a:srgbClr val="5F5F5F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71" name="Rectangle 352">
              <a:extLst>
                <a:ext uri="{FF2B5EF4-FFF2-40B4-BE49-F238E27FC236}">
                  <a16:creationId xmlns:a16="http://schemas.microsoft.com/office/drawing/2014/main" id="{53AC6590-6B2B-9143-AF1D-BB4636551A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2" y="1866"/>
              <a:ext cx="414" cy="24"/>
            </a:xfrm>
            <a:prstGeom prst="rect">
              <a:avLst/>
            </a:prstGeom>
            <a:solidFill>
              <a:schemeClr val="tx2"/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  <p:sp>
          <p:nvSpPr>
            <p:cNvPr id="72" name="Rectangle 353">
              <a:extLst>
                <a:ext uri="{FF2B5EF4-FFF2-40B4-BE49-F238E27FC236}">
                  <a16:creationId xmlns:a16="http://schemas.microsoft.com/office/drawing/2014/main" id="{E94F9AC9-0854-D042-AF8B-C87D4C9D75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37" y="1472"/>
              <a:ext cx="423" cy="356"/>
            </a:xfrm>
            <a:prstGeom prst="rect">
              <a:avLst/>
            </a:prstGeom>
            <a:noFill/>
            <a:ln w="19050">
              <a:solidFill>
                <a:schemeClr val="accent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 xmlns="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 xmlns="">
                  <a:effectLst>
                    <a:outerShdw blurRad="63500" dist="38099" dir="2700000" algn="ctr" rotWithShape="0">
                      <a:schemeClr val="bg2">
                        <a:alpha val="74998"/>
                      </a:schemeClr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 typeface="ZapfDingbats" charset="0"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/>
                <a:ea typeface="ＭＳ Ｐゴシック" charset="0"/>
                <a:cs typeface="Arial"/>
              </a:endParaRPr>
            </a:p>
          </p:txBody>
        </p:sp>
      </p:grpSp>
      <p:cxnSp>
        <p:nvCxnSpPr>
          <p:cNvPr id="65" name="Straight Connector 45">
            <a:extLst>
              <a:ext uri="{FF2B5EF4-FFF2-40B4-BE49-F238E27FC236}">
                <a16:creationId xmlns:a16="http://schemas.microsoft.com/office/drawing/2014/main" id="{95FF3D69-527D-104D-8467-DBBDF81195A1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8593059" y="3030964"/>
            <a:ext cx="2202124" cy="0"/>
          </a:xfrm>
          <a:prstGeom prst="line">
            <a:avLst/>
          </a:prstGeom>
          <a:noFill/>
          <a:ln w="31750">
            <a:solidFill>
              <a:srgbClr val="CC0000"/>
            </a:solidFill>
            <a:round/>
            <a:headEnd/>
            <a:tailEnd type="triangle" w="med" len="med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  <p:sp>
        <p:nvSpPr>
          <p:cNvPr id="67" name="TextBox 64">
            <a:extLst>
              <a:ext uri="{FF2B5EF4-FFF2-40B4-BE49-F238E27FC236}">
                <a16:creationId xmlns:a16="http://schemas.microsoft.com/office/drawing/2014/main" id="{4A9C7B1D-9788-C24C-BE9F-0B7DEE64391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844758" y="3478691"/>
            <a:ext cx="483955" cy="25204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 panose="020B0604020202020204" pitchFamily="34" charset="0"/>
              </a:rPr>
              <a:t>client</a:t>
            </a:r>
            <a:endParaRPr kumimoji="0" lang="en-US" altLang="en-US" sz="1800" b="0" i="1" u="none" strike="noStrike" kern="120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 panose="020B0604020202020204" pitchFamily="34" charset="0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B1332400-C13A-1144-94EF-1249953DECAC}"/>
              </a:ext>
            </a:extLst>
          </p:cNvPr>
          <p:cNvSpPr/>
          <p:nvPr/>
        </p:nvSpPr>
        <p:spPr>
          <a:xfrm>
            <a:off x="9433447" y="2723465"/>
            <a:ext cx="1348576" cy="190774"/>
          </a:xfrm>
          <a:custGeom>
            <a:avLst/>
            <a:gdLst>
              <a:gd name="connsiteX0" fmla="*/ 0 w 1348576"/>
              <a:gd name="connsiteY0" fmla="*/ 0 h 190774"/>
              <a:gd name="connsiteX1" fmla="*/ 374970 w 1348576"/>
              <a:gd name="connsiteY1" fmla="*/ 190774 h 190774"/>
              <a:gd name="connsiteX2" fmla="*/ 1348576 w 1348576"/>
              <a:gd name="connsiteY2" fmla="*/ 190774 h 190774"/>
              <a:gd name="connsiteX3" fmla="*/ 1348576 w 1348576"/>
              <a:gd name="connsiteY3" fmla="*/ 177617 h 190774"/>
              <a:gd name="connsiteX0" fmla="*/ 0 w 1348576"/>
              <a:gd name="connsiteY0" fmla="*/ 0 h 190774"/>
              <a:gd name="connsiteX1" fmla="*/ 374970 w 1348576"/>
              <a:gd name="connsiteY1" fmla="*/ 190774 h 190774"/>
              <a:gd name="connsiteX2" fmla="*/ 1348576 w 1348576"/>
              <a:gd name="connsiteY2" fmla="*/ 190774 h 190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8576" h="190774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w="31750">
            <a:solidFill>
              <a:srgbClr val="CD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1" name="Freeform 240">
            <a:extLst>
              <a:ext uri="{FF2B5EF4-FFF2-40B4-BE49-F238E27FC236}">
                <a16:creationId xmlns:a16="http://schemas.microsoft.com/office/drawing/2014/main" id="{6A4AC1EA-45FB-014E-A65A-F10B6E8D2FCC}"/>
              </a:ext>
            </a:extLst>
          </p:cNvPr>
          <p:cNvSpPr/>
          <p:nvPr/>
        </p:nvSpPr>
        <p:spPr>
          <a:xfrm flipV="1">
            <a:off x="9441126" y="3152158"/>
            <a:ext cx="1348576" cy="190774"/>
          </a:xfrm>
          <a:custGeom>
            <a:avLst/>
            <a:gdLst>
              <a:gd name="connsiteX0" fmla="*/ 0 w 1348576"/>
              <a:gd name="connsiteY0" fmla="*/ 0 h 190774"/>
              <a:gd name="connsiteX1" fmla="*/ 374970 w 1348576"/>
              <a:gd name="connsiteY1" fmla="*/ 190774 h 190774"/>
              <a:gd name="connsiteX2" fmla="*/ 1348576 w 1348576"/>
              <a:gd name="connsiteY2" fmla="*/ 190774 h 190774"/>
              <a:gd name="connsiteX3" fmla="*/ 1348576 w 1348576"/>
              <a:gd name="connsiteY3" fmla="*/ 177617 h 190774"/>
              <a:gd name="connsiteX0" fmla="*/ 0 w 1348576"/>
              <a:gd name="connsiteY0" fmla="*/ 0 h 190774"/>
              <a:gd name="connsiteX1" fmla="*/ 374970 w 1348576"/>
              <a:gd name="connsiteY1" fmla="*/ 190774 h 190774"/>
              <a:gd name="connsiteX2" fmla="*/ 1348576 w 1348576"/>
              <a:gd name="connsiteY2" fmla="*/ 190774 h 190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1348576" h="190774">
                <a:moveTo>
                  <a:pt x="0" y="0"/>
                </a:moveTo>
                <a:lnTo>
                  <a:pt x="374970" y="190774"/>
                </a:lnTo>
                <a:lnTo>
                  <a:pt x="1348576" y="190774"/>
                </a:lnTo>
              </a:path>
            </a:pathLst>
          </a:custGeom>
          <a:noFill/>
          <a:ln w="31750">
            <a:solidFill>
              <a:srgbClr val="CD0000"/>
            </a:solidFill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A8A41415-2E09-914F-B249-353A26FD167B}"/>
              </a:ext>
            </a:extLst>
          </p:cNvPr>
          <p:cNvGrpSpPr/>
          <p:nvPr/>
        </p:nvGrpSpPr>
        <p:grpSpPr>
          <a:xfrm>
            <a:off x="10236017" y="2762935"/>
            <a:ext cx="351378" cy="523220"/>
            <a:chOff x="10485997" y="1295948"/>
            <a:chExt cx="351378" cy="52322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E52F97C2-D322-E045-9AB6-784F8D7F9529}"/>
                </a:ext>
              </a:extLst>
            </p:cNvPr>
            <p:cNvSpPr/>
            <p:nvPr/>
          </p:nvSpPr>
          <p:spPr>
            <a:xfrm>
              <a:off x="10492576" y="1381467"/>
              <a:ext cx="342078" cy="342078"/>
            </a:xfrm>
            <a:prstGeom prst="ellipse">
              <a:avLst/>
            </a:prstGeom>
            <a:solidFill>
              <a:schemeClr val="bg1"/>
            </a:solidFill>
            <a:ln>
              <a:solidFill>
                <a:srgbClr val="CD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F7B7AA05-43E1-2749-8D01-6881B6C88DEB}"/>
                </a:ext>
              </a:extLst>
            </p:cNvPr>
            <p:cNvSpPr txBox="1"/>
            <p:nvPr/>
          </p:nvSpPr>
          <p:spPr>
            <a:xfrm>
              <a:off x="10485997" y="1295948"/>
              <a:ext cx="351378" cy="52322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800" dirty="0">
                  <a:solidFill>
                    <a:srgbClr val="CD0000"/>
                  </a:solidFill>
                </a:rPr>
                <a:t>?</a:t>
              </a:r>
            </a:p>
          </p:txBody>
        </p:sp>
      </p:grpSp>
      <p:pic>
        <p:nvPicPr>
          <p:cNvPr id="12" name="Picture 11" descr="A close up of a logo&#10;&#10;Description automatically generated">
            <a:extLst>
              <a:ext uri="{FF2B5EF4-FFF2-40B4-BE49-F238E27FC236}">
                <a16:creationId xmlns:a16="http://schemas.microsoft.com/office/drawing/2014/main" id="{F6886CA6-4288-E842-A0EC-EBA7EC3D93D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02982" y="1738745"/>
            <a:ext cx="2003136" cy="1602509"/>
          </a:xfrm>
          <a:prstGeom prst="rect">
            <a:avLst/>
          </a:prstGeom>
        </p:spPr>
      </p:pic>
      <p:sp>
        <p:nvSpPr>
          <p:cNvPr id="138" name="Slide Number Placeholder 2">
            <a:extLst>
              <a:ext uri="{FF2B5EF4-FFF2-40B4-BE49-F238E27FC236}">
                <a16:creationId xmlns:a16="http://schemas.microsoft.com/office/drawing/2014/main" id="{C79354C6-01ED-3F43-B7F7-C9EDEFEC0F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366560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5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Content distribution </a:t>
            </a:r>
            <a:r>
              <a:rPr lang="en-US" altLang="en-US" dirty="0">
                <a:ea typeface="ＭＳ Ｐゴシック" panose="020B0600070205080204" pitchFamily="34" charset="-128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</a:rPr>
              <a:t>etworks (CDNs)</a:t>
            </a:r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A251E4DB-D295-254B-882D-9EE91FD48D8F}"/>
              </a:ext>
            </a:extLst>
          </p:cNvPr>
          <p:cNvSpPr txBox="1">
            <a:spLocks noChangeArrowheads="1"/>
          </p:cNvSpPr>
          <p:nvPr/>
        </p:nvSpPr>
        <p:spPr>
          <a:xfrm>
            <a:off x="1013029" y="1454599"/>
            <a:ext cx="10515599" cy="50530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challenge: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how to stream content (selected from millions of videos) to hundreds of thousands of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simultaneous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users?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044D9F7-CD89-AB45-B6F9-16C59524F86C}"/>
              </a:ext>
            </a:extLst>
          </p:cNvPr>
          <p:cNvSpPr txBox="1">
            <a:spLocks noChangeArrowheads="1"/>
          </p:cNvSpPr>
          <p:nvPr/>
        </p:nvSpPr>
        <p:spPr>
          <a:xfrm>
            <a:off x="1010693" y="2685802"/>
            <a:ext cx="5831541" cy="2508643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option 1: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single, large “mega-server”</a:t>
            </a:r>
          </a:p>
          <a:p>
            <a:pPr marL="681038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single point of failure</a:t>
            </a:r>
          </a:p>
          <a:p>
            <a:pPr marL="681038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point of network congestion</a:t>
            </a:r>
          </a:p>
          <a:p>
            <a:pPr marL="681038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long (and possibly congested) path to distant clients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207B8273-3CDB-5A4C-BCB0-5458A1560072}"/>
              </a:ext>
            </a:extLst>
          </p:cNvPr>
          <p:cNvSpPr txBox="1">
            <a:spLocks noChangeArrowheads="1"/>
          </p:cNvSpPr>
          <p:nvPr/>
        </p:nvSpPr>
        <p:spPr>
          <a:xfrm>
            <a:off x="894495" y="5517758"/>
            <a:ext cx="10515599" cy="8322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….quite simply: this solution </a:t>
            </a:r>
            <a:r>
              <a:rPr kumimoji="0" lang="en-US" altLang="en-US" sz="3200" b="0" i="1" u="none" strike="noStrike" kern="1200" cap="none" spc="0" normalizeH="0" baseline="0" noProof="0" dirty="0" err="1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doesn</a:t>
            </a:r>
            <a:r>
              <a:rPr kumimoji="0" lang="fr-FR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’</a:t>
            </a:r>
            <a:r>
              <a:rPr kumimoji="0" lang="en-US" altLang="ja-JP" sz="3200" b="0" i="1" u="none" strike="noStrike" kern="1200" cap="none" spc="0" normalizeH="0" baseline="0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 scale</a:t>
            </a:r>
          </a:p>
          <a:p>
            <a:pPr marL="681038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7" name="Slide Number Placeholder 2">
            <a:extLst>
              <a:ext uri="{FF2B5EF4-FFF2-40B4-BE49-F238E27FC236}">
                <a16:creationId xmlns:a16="http://schemas.microsoft.com/office/drawing/2014/main" id="{570D28A7-7536-C148-9DF7-A474F521448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71694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6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Content distribution </a:t>
            </a:r>
            <a:r>
              <a:rPr lang="en-US" altLang="en-US" dirty="0">
                <a:ea typeface="ＭＳ Ｐゴシック" panose="020B0600070205080204" pitchFamily="34" charset="-128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</a:rPr>
              <a:t>etworks (CDNs)</a:t>
            </a:r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A251E4DB-D295-254B-882D-9EE91FD48D8F}"/>
              </a:ext>
            </a:extLst>
          </p:cNvPr>
          <p:cNvSpPr txBox="1">
            <a:spLocks noChangeArrowheads="1"/>
          </p:cNvSpPr>
          <p:nvPr/>
        </p:nvSpPr>
        <p:spPr>
          <a:xfrm>
            <a:off x="1013029" y="1454599"/>
            <a:ext cx="10515599" cy="535361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None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challenge: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how to stream content (selected from millions of videos) to hundreds of thousands of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simultaneous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users?</a:t>
            </a: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48130" name="Picture 2" descr="Limelight Networks">
            <a:extLst>
              <a:ext uri="{FF2B5EF4-FFF2-40B4-BE49-F238E27FC236}">
                <a16:creationId xmlns:a16="http://schemas.microsoft.com/office/drawing/2014/main" id="{A3065E66-FEC7-2E49-8807-DCF5473C925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180" y="5450903"/>
            <a:ext cx="3162300" cy="6985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3">
            <a:extLst>
              <a:ext uri="{FF2B5EF4-FFF2-40B4-BE49-F238E27FC236}">
                <a16:creationId xmlns:a16="http://schemas.microsoft.com/office/drawing/2014/main" id="{D76CBC50-4E28-E24C-84D3-3E63230986B4}"/>
              </a:ext>
            </a:extLst>
          </p:cNvPr>
          <p:cNvSpPr txBox="1">
            <a:spLocks noChangeArrowheads="1"/>
          </p:cNvSpPr>
          <p:nvPr/>
        </p:nvSpPr>
        <p:spPr>
          <a:xfrm>
            <a:off x="804333" y="3569967"/>
            <a:ext cx="10027722" cy="18992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enter deep: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push CDN servers deep into many access networks </a:t>
            </a:r>
          </a:p>
          <a:p>
            <a:pPr marL="1143000" marR="0" lvl="2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close to users</a:t>
            </a:r>
          </a:p>
          <a:p>
            <a:pPr marL="1143000" marR="0" lvl="2" indent="-22860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Akamai: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240,000 servers deployed </a:t>
            </a:r>
          </a:p>
          <a:p>
            <a:pPr marL="914400" marR="0" lvl="2" indent="0" algn="l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None/>
              <a:tabLst/>
              <a:defRPr/>
            </a:pPr>
            <a:r>
              <a:rPr lang="en-US" sz="2400" dirty="0">
                <a:solidFill>
                  <a:prstClr val="black"/>
                </a:solidFill>
                <a:latin typeface="Calibri" panose="020F0502020204030204"/>
              </a:rPr>
              <a:t>  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 &gt; 120 countries (2015)</a:t>
            </a:r>
            <a:endParaRPr kumimoji="0" lang="en-US" alt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pic>
        <p:nvPicPr>
          <p:cNvPr id="48132" name="Picture 4" descr="Image result for akamai logo">
            <a:extLst>
              <a:ext uri="{FF2B5EF4-FFF2-40B4-BE49-F238E27FC236}">
                <a16:creationId xmlns:a16="http://schemas.microsoft.com/office/drawing/2014/main" id="{93C9C7F3-5C9B-6B47-8777-2D7282FAEA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20180" y="4361465"/>
            <a:ext cx="1886155" cy="76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 3">
            <a:extLst>
              <a:ext uri="{FF2B5EF4-FFF2-40B4-BE49-F238E27FC236}">
                <a16:creationId xmlns:a16="http://schemas.microsoft.com/office/drawing/2014/main" id="{6D604A88-D269-3D45-A9EC-60CC071F92E6}"/>
              </a:ext>
            </a:extLst>
          </p:cNvPr>
          <p:cNvSpPr txBox="1">
            <a:spLocks noChangeArrowheads="1"/>
          </p:cNvSpPr>
          <p:nvPr/>
        </p:nvSpPr>
        <p:spPr>
          <a:xfrm>
            <a:off x="976811" y="2027274"/>
            <a:ext cx="10515599" cy="156897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32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option 2: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store/serve multiple copies of videos at multiple geographically distributed sites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(CDN)</a:t>
            </a:r>
          </a:p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" name="Rectangle 3">
            <a:extLst>
              <a:ext uri="{FF2B5EF4-FFF2-40B4-BE49-F238E27FC236}">
                <a16:creationId xmlns:a16="http://schemas.microsoft.com/office/drawing/2014/main" id="{BF6948A4-CBD7-934C-8264-52F2841557C0}"/>
              </a:ext>
            </a:extLst>
          </p:cNvPr>
          <p:cNvSpPr txBox="1">
            <a:spLocks noChangeArrowheads="1"/>
          </p:cNvSpPr>
          <p:nvPr/>
        </p:nvSpPr>
        <p:spPr>
          <a:xfrm>
            <a:off x="812910" y="4953442"/>
            <a:ext cx="7025245" cy="13371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bring home: 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smaller number (10’s) of larger clusters in POPs near access nets</a:t>
            </a:r>
          </a:p>
          <a:p>
            <a:pPr marL="1143000" marR="0" lvl="2" indent="-228600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used by Limelight</a:t>
            </a: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681038" marR="0" lvl="1" indent="-223838" algn="l" defTabSz="914400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287338" marR="0" lvl="0" indent="-287338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9" name="Slide Number Placeholder 2">
            <a:extLst>
              <a:ext uri="{FF2B5EF4-FFF2-40B4-BE49-F238E27FC236}">
                <a16:creationId xmlns:a16="http://schemas.microsoft.com/office/drawing/2014/main" id="{D474FA8A-D529-F648-AC28-8634041068D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36988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481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481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0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Group 13">
            <a:extLst>
              <a:ext uri="{FF2B5EF4-FFF2-40B4-BE49-F238E27FC236}">
                <a16:creationId xmlns:a16="http://schemas.microsoft.com/office/drawing/2014/main" id="{05CB5D98-8FAE-8041-ADCD-FC2907B3D45D}"/>
              </a:ext>
            </a:extLst>
          </p:cNvPr>
          <p:cNvGrpSpPr>
            <a:grpSpLocks/>
          </p:cNvGrpSpPr>
          <p:nvPr/>
        </p:nvGrpSpPr>
        <p:grpSpPr bwMode="auto">
          <a:xfrm>
            <a:off x="3201988" y="3854450"/>
            <a:ext cx="347662" cy="681038"/>
            <a:chOff x="7923189" y="2486664"/>
            <a:chExt cx="360377" cy="884585"/>
          </a:xfrm>
        </p:grpSpPr>
        <p:pic>
          <p:nvPicPr>
            <p:cNvPr id="212606" name="Picture 3">
              <a:extLst>
                <a:ext uri="{FF2B5EF4-FFF2-40B4-BE49-F238E27FC236}">
                  <a16:creationId xmlns:a16="http://schemas.microsoft.com/office/drawing/2014/main" id="{93B880F3-6ED0-DC49-91FB-DD77B9BC3AB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12607" name="Group 950">
              <a:extLst>
                <a:ext uri="{FF2B5EF4-FFF2-40B4-BE49-F238E27FC236}">
                  <a16:creationId xmlns:a16="http://schemas.microsoft.com/office/drawing/2014/main" id="{63E65803-F64E-964C-BB0E-AC02BE26524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608" name="Freeform 951">
                <a:extLst>
                  <a:ext uri="{FF2B5EF4-FFF2-40B4-BE49-F238E27FC236}">
                    <a16:creationId xmlns:a16="http://schemas.microsoft.com/office/drawing/2014/main" id="{CFF7ED6D-0989-344B-AE4C-20DA03C91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09" name="Rectangle 952">
                <a:extLst>
                  <a:ext uri="{FF2B5EF4-FFF2-40B4-BE49-F238E27FC236}">
                    <a16:creationId xmlns:a16="http://schemas.microsoft.com/office/drawing/2014/main" id="{941BE1AF-5E27-B647-BA9C-B3EE5B9C1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10" name="Freeform 953">
                <a:extLst>
                  <a:ext uri="{FF2B5EF4-FFF2-40B4-BE49-F238E27FC236}">
                    <a16:creationId xmlns:a16="http://schemas.microsoft.com/office/drawing/2014/main" id="{50AD6637-E4A0-0942-BBC1-F02D41C1E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11" name="Freeform 954">
                <a:extLst>
                  <a:ext uri="{FF2B5EF4-FFF2-40B4-BE49-F238E27FC236}">
                    <a16:creationId xmlns:a16="http://schemas.microsoft.com/office/drawing/2014/main" id="{67DBE244-4946-4D42-BC84-2F3267DF96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12" name="Rectangle 955">
                <a:extLst>
                  <a:ext uri="{FF2B5EF4-FFF2-40B4-BE49-F238E27FC236}">
                    <a16:creationId xmlns:a16="http://schemas.microsoft.com/office/drawing/2014/main" id="{DD82E102-0A0D-0346-8F3B-B698E52017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613" name="Group 956">
                <a:extLst>
                  <a:ext uri="{FF2B5EF4-FFF2-40B4-BE49-F238E27FC236}">
                    <a16:creationId xmlns:a16="http://schemas.microsoft.com/office/drawing/2014/main" id="{80F347B8-7A32-C349-B708-CA539685CF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638" name="AutoShape 957">
                  <a:extLst>
                    <a:ext uri="{FF2B5EF4-FFF2-40B4-BE49-F238E27FC236}">
                      <a16:creationId xmlns:a16="http://schemas.microsoft.com/office/drawing/2014/main" id="{6EBE3CF4-E2AE-F04F-8673-94548E00661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639" name="AutoShape 958">
                  <a:extLst>
                    <a:ext uri="{FF2B5EF4-FFF2-40B4-BE49-F238E27FC236}">
                      <a16:creationId xmlns:a16="http://schemas.microsoft.com/office/drawing/2014/main" id="{C6074E49-AF32-2D40-A2B2-E8FFE4B088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614" name="Rectangle 959">
                <a:extLst>
                  <a:ext uri="{FF2B5EF4-FFF2-40B4-BE49-F238E27FC236}">
                    <a16:creationId xmlns:a16="http://schemas.microsoft.com/office/drawing/2014/main" id="{8666B075-7D41-A948-B062-3213757512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615" name="Group 960">
                <a:extLst>
                  <a:ext uri="{FF2B5EF4-FFF2-40B4-BE49-F238E27FC236}">
                    <a16:creationId xmlns:a16="http://schemas.microsoft.com/office/drawing/2014/main" id="{85FAAB2E-96E2-C24D-A075-A1108BD297D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636" name="AutoShape 961">
                  <a:extLst>
                    <a:ext uri="{FF2B5EF4-FFF2-40B4-BE49-F238E27FC236}">
                      <a16:creationId xmlns:a16="http://schemas.microsoft.com/office/drawing/2014/main" id="{CF9C08E5-68D5-1F42-B433-F7983B2613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637" name="AutoShape 962">
                  <a:extLst>
                    <a:ext uri="{FF2B5EF4-FFF2-40B4-BE49-F238E27FC236}">
                      <a16:creationId xmlns:a16="http://schemas.microsoft.com/office/drawing/2014/main" id="{F8BBFFC8-9C86-1A4E-8626-6114E9D618F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616" name="Rectangle 963">
                <a:extLst>
                  <a:ext uri="{FF2B5EF4-FFF2-40B4-BE49-F238E27FC236}">
                    <a16:creationId xmlns:a16="http://schemas.microsoft.com/office/drawing/2014/main" id="{5E1DE06F-7558-B246-BCD0-52A050D14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17" name="Rectangle 964">
                <a:extLst>
                  <a:ext uri="{FF2B5EF4-FFF2-40B4-BE49-F238E27FC236}">
                    <a16:creationId xmlns:a16="http://schemas.microsoft.com/office/drawing/2014/main" id="{70D6CE1F-E113-5D41-9A3A-2842A6254A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618" name="Group 965">
                <a:extLst>
                  <a:ext uri="{FF2B5EF4-FFF2-40B4-BE49-F238E27FC236}">
                    <a16:creationId xmlns:a16="http://schemas.microsoft.com/office/drawing/2014/main" id="{B90C6F47-1D9F-4348-84E4-01F62A019CE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634" name="AutoShape 966">
                  <a:extLst>
                    <a:ext uri="{FF2B5EF4-FFF2-40B4-BE49-F238E27FC236}">
                      <a16:creationId xmlns:a16="http://schemas.microsoft.com/office/drawing/2014/main" id="{CB10DABD-7546-744C-A06D-EA9FF9EC1B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635" name="AutoShape 967">
                  <a:extLst>
                    <a:ext uri="{FF2B5EF4-FFF2-40B4-BE49-F238E27FC236}">
                      <a16:creationId xmlns:a16="http://schemas.microsoft.com/office/drawing/2014/main" id="{ADB1BD53-ABF1-5942-A55A-B9B4B99243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619" name="Freeform 968">
                <a:extLst>
                  <a:ext uri="{FF2B5EF4-FFF2-40B4-BE49-F238E27FC236}">
                    <a16:creationId xmlns:a16="http://schemas.microsoft.com/office/drawing/2014/main" id="{07D342AA-4A74-8945-B203-9C7B673815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620" name="Group 969">
                <a:extLst>
                  <a:ext uri="{FF2B5EF4-FFF2-40B4-BE49-F238E27FC236}">
                    <a16:creationId xmlns:a16="http://schemas.microsoft.com/office/drawing/2014/main" id="{955A2A18-772E-8E43-8ACE-484F7BC123B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632" name="AutoShape 970">
                  <a:extLst>
                    <a:ext uri="{FF2B5EF4-FFF2-40B4-BE49-F238E27FC236}">
                      <a16:creationId xmlns:a16="http://schemas.microsoft.com/office/drawing/2014/main" id="{C7944BB8-BC67-7C4A-9AB3-D92740B9D8E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633" name="AutoShape 971">
                  <a:extLst>
                    <a:ext uri="{FF2B5EF4-FFF2-40B4-BE49-F238E27FC236}">
                      <a16:creationId xmlns:a16="http://schemas.microsoft.com/office/drawing/2014/main" id="{BE6BAF4F-AD6E-AE4A-B3D9-D9F40D477A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621" name="Rectangle 972">
                <a:extLst>
                  <a:ext uri="{FF2B5EF4-FFF2-40B4-BE49-F238E27FC236}">
                    <a16:creationId xmlns:a16="http://schemas.microsoft.com/office/drawing/2014/main" id="{8DAB0AD2-2D0C-3148-8CDF-1DFB5C045D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22" name="Freeform 973">
                <a:extLst>
                  <a:ext uri="{FF2B5EF4-FFF2-40B4-BE49-F238E27FC236}">
                    <a16:creationId xmlns:a16="http://schemas.microsoft.com/office/drawing/2014/main" id="{C6389979-2F5F-0E4F-89BF-9B568B356C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23" name="Freeform 974">
                <a:extLst>
                  <a:ext uri="{FF2B5EF4-FFF2-40B4-BE49-F238E27FC236}">
                    <a16:creationId xmlns:a16="http://schemas.microsoft.com/office/drawing/2014/main" id="{A9138F55-45C7-8F49-A5F3-2980321727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24" name="Oval 975">
                <a:extLst>
                  <a:ext uri="{FF2B5EF4-FFF2-40B4-BE49-F238E27FC236}">
                    <a16:creationId xmlns:a16="http://schemas.microsoft.com/office/drawing/2014/main" id="{C60910A5-106D-AF44-BC6D-021AA9E6ED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25" name="Freeform 976">
                <a:extLst>
                  <a:ext uri="{FF2B5EF4-FFF2-40B4-BE49-F238E27FC236}">
                    <a16:creationId xmlns:a16="http://schemas.microsoft.com/office/drawing/2014/main" id="{59E65F19-263A-0640-A0A4-99E16179E9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26" name="AutoShape 977">
                <a:extLst>
                  <a:ext uri="{FF2B5EF4-FFF2-40B4-BE49-F238E27FC236}">
                    <a16:creationId xmlns:a16="http://schemas.microsoft.com/office/drawing/2014/main" id="{B4E70DA1-717F-6346-B36E-32B32E690E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27" name="AutoShape 978">
                <a:extLst>
                  <a:ext uri="{FF2B5EF4-FFF2-40B4-BE49-F238E27FC236}">
                    <a16:creationId xmlns:a16="http://schemas.microsoft.com/office/drawing/2014/main" id="{3C9B3FC7-307A-C04C-8110-86E6D54B78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28" name="Oval 979">
                <a:extLst>
                  <a:ext uri="{FF2B5EF4-FFF2-40B4-BE49-F238E27FC236}">
                    <a16:creationId xmlns:a16="http://schemas.microsoft.com/office/drawing/2014/main" id="{D4E099B1-3CFA-E643-AEA7-8E5FA2C22A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29" name="Oval 980">
                <a:extLst>
                  <a:ext uri="{FF2B5EF4-FFF2-40B4-BE49-F238E27FC236}">
                    <a16:creationId xmlns:a16="http://schemas.microsoft.com/office/drawing/2014/main" id="{DEFBEEB8-6061-8B44-B42A-26E9E262F6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30" name="Oval 981">
                <a:extLst>
                  <a:ext uri="{FF2B5EF4-FFF2-40B4-BE49-F238E27FC236}">
                    <a16:creationId xmlns:a16="http://schemas.microsoft.com/office/drawing/2014/main" id="{181687A3-7F73-B845-B099-940B8BF5E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631" name="Rectangle 982">
                <a:extLst>
                  <a:ext uri="{FF2B5EF4-FFF2-40B4-BE49-F238E27FC236}">
                    <a16:creationId xmlns:a16="http://schemas.microsoft.com/office/drawing/2014/main" id="{4172238F-B7EC-A349-8B4B-54B820A7C2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211972" name="Group 485">
            <a:extLst>
              <a:ext uri="{FF2B5EF4-FFF2-40B4-BE49-F238E27FC236}">
                <a16:creationId xmlns:a16="http://schemas.microsoft.com/office/drawing/2014/main" id="{7FD56F01-D99A-C54E-BADA-142C8FA4142A}"/>
              </a:ext>
            </a:extLst>
          </p:cNvPr>
          <p:cNvGrpSpPr>
            <a:grpSpLocks/>
          </p:cNvGrpSpPr>
          <p:nvPr/>
        </p:nvGrpSpPr>
        <p:grpSpPr bwMode="auto">
          <a:xfrm>
            <a:off x="2644455" y="3773226"/>
            <a:ext cx="7044059" cy="2764362"/>
            <a:chOff x="399121" y="1433583"/>
            <a:chExt cx="8437850" cy="5258268"/>
          </a:xfrm>
        </p:grpSpPr>
        <p:sp>
          <p:nvSpPr>
            <p:cNvPr id="212306" name="Freeform 84">
              <a:extLst>
                <a:ext uri="{FF2B5EF4-FFF2-40B4-BE49-F238E27FC236}">
                  <a16:creationId xmlns:a16="http://schemas.microsoft.com/office/drawing/2014/main" id="{5B25B412-8CCF-6E45-90E6-042E502847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539" y="2241382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07" name="Freeform 84">
              <a:extLst>
                <a:ext uri="{FF2B5EF4-FFF2-40B4-BE49-F238E27FC236}">
                  <a16:creationId xmlns:a16="http://schemas.microsoft.com/office/drawing/2014/main" id="{6C24F7A6-9392-1A46-841F-34C36E8A2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83" y="3041420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08" name="Freeform 84">
              <a:extLst>
                <a:ext uri="{FF2B5EF4-FFF2-40B4-BE49-F238E27FC236}">
                  <a16:creationId xmlns:a16="http://schemas.microsoft.com/office/drawing/2014/main" id="{21137469-6038-DB4E-A0AA-0241DA206DD6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646" y="2495362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09" name="Freeform 84">
              <a:extLst>
                <a:ext uri="{FF2B5EF4-FFF2-40B4-BE49-F238E27FC236}">
                  <a16:creationId xmlns:a16="http://schemas.microsoft.com/office/drawing/2014/main" id="{95144D54-2789-AA43-A3BF-D8E54A59D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1260" y="5352642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0" name="Freeform 84">
              <a:extLst>
                <a:ext uri="{FF2B5EF4-FFF2-40B4-BE49-F238E27FC236}">
                  <a16:creationId xmlns:a16="http://schemas.microsoft.com/office/drawing/2014/main" id="{7712001E-BBEF-5F4C-B5A1-80E20C76B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104" y="4730390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1" name="Freeform 84">
              <a:extLst>
                <a:ext uri="{FF2B5EF4-FFF2-40B4-BE49-F238E27FC236}">
                  <a16:creationId xmlns:a16="http://schemas.microsoft.com/office/drawing/2014/main" id="{5A658EE5-8AEE-1244-AEC6-E8A90304AC6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473" y="4070041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2" name="Freeform 84">
              <a:extLst>
                <a:ext uri="{FF2B5EF4-FFF2-40B4-BE49-F238E27FC236}">
                  <a16:creationId xmlns:a16="http://schemas.microsoft.com/office/drawing/2014/main" id="{AE82A2B8-7FBA-7544-8664-9B7685403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4047" y="2927129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3" name="Freeform 84">
              <a:extLst>
                <a:ext uri="{FF2B5EF4-FFF2-40B4-BE49-F238E27FC236}">
                  <a16:creationId xmlns:a16="http://schemas.microsoft.com/office/drawing/2014/main" id="{51E69F33-32F0-A141-89E8-3BB975856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955" y="2000100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4" name="Freeform 84">
              <a:extLst>
                <a:ext uri="{FF2B5EF4-FFF2-40B4-BE49-F238E27FC236}">
                  <a16:creationId xmlns:a16="http://schemas.microsoft.com/office/drawing/2014/main" id="{A1B980C1-30C9-3D46-AD9F-F49314DC05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735" y="2647751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5" name="Freeform 84">
              <a:extLst>
                <a:ext uri="{FF2B5EF4-FFF2-40B4-BE49-F238E27FC236}">
                  <a16:creationId xmlns:a16="http://schemas.microsoft.com/office/drawing/2014/main" id="{64ADF263-5177-6243-8427-FD946E4F7A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478" y="1974702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6" name="Freeform 84">
              <a:extLst>
                <a:ext uri="{FF2B5EF4-FFF2-40B4-BE49-F238E27FC236}">
                  <a16:creationId xmlns:a16="http://schemas.microsoft.com/office/drawing/2014/main" id="{8DAEAF03-797C-6A49-A948-2C18D04B0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1590" y="5606623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7" name="Freeform 84">
              <a:extLst>
                <a:ext uri="{FF2B5EF4-FFF2-40B4-BE49-F238E27FC236}">
                  <a16:creationId xmlns:a16="http://schemas.microsoft.com/office/drawing/2014/main" id="{3F2175B4-EBB0-BD4A-8B5D-6585D56B3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9903" y="4958973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8" name="Freeform 84">
              <a:extLst>
                <a:ext uri="{FF2B5EF4-FFF2-40B4-BE49-F238E27FC236}">
                  <a16:creationId xmlns:a16="http://schemas.microsoft.com/office/drawing/2014/main" id="{421ACAA6-05EC-7E46-A062-4CB9911C41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1272" y="4044643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19" name="Freeform 84">
              <a:extLst>
                <a:ext uri="{FF2B5EF4-FFF2-40B4-BE49-F238E27FC236}">
                  <a16:creationId xmlns:a16="http://schemas.microsoft.com/office/drawing/2014/main" id="{A5F0FAE4-AE20-7745-984A-C9A2F19C8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6089" y="5847904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20" name="Freeform 84">
              <a:extLst>
                <a:ext uri="{FF2B5EF4-FFF2-40B4-BE49-F238E27FC236}">
                  <a16:creationId xmlns:a16="http://schemas.microsoft.com/office/drawing/2014/main" id="{F1306984-B2C0-634F-B53A-1F62E1A8E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566" y="5987593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21" name="Freeform 84">
              <a:extLst>
                <a:ext uri="{FF2B5EF4-FFF2-40B4-BE49-F238E27FC236}">
                  <a16:creationId xmlns:a16="http://schemas.microsoft.com/office/drawing/2014/main" id="{06334E65-5FB7-8645-84B2-14655241B2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2202" y="5835205"/>
              <a:ext cx="597068" cy="418221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Tx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22" name="TextBox 4">
              <a:extLst>
                <a:ext uri="{FF2B5EF4-FFF2-40B4-BE49-F238E27FC236}">
                  <a16:creationId xmlns:a16="http://schemas.microsoft.com/office/drawing/2014/main" id="{68F6A953-C774-D140-BF5F-03B7AE56691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07360">
              <a:off x="5241475" y="1433583"/>
              <a:ext cx="651327" cy="995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…</a:t>
              </a:r>
            </a:p>
          </p:txBody>
        </p:sp>
        <p:sp>
          <p:nvSpPr>
            <p:cNvPr id="212323" name="TextBox 179">
              <a:extLst>
                <a:ext uri="{FF2B5EF4-FFF2-40B4-BE49-F238E27FC236}">
                  <a16:creationId xmlns:a16="http://schemas.microsoft.com/office/drawing/2014/main" id="{67D4903A-9B4E-E042-88F2-C9DCB59FA17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390643" y="3033433"/>
              <a:ext cx="1034280" cy="626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…</a:t>
              </a:r>
            </a:p>
          </p:txBody>
        </p:sp>
        <p:sp>
          <p:nvSpPr>
            <p:cNvPr id="212324" name="TextBox 180">
              <a:extLst>
                <a:ext uri="{FF2B5EF4-FFF2-40B4-BE49-F238E27FC236}">
                  <a16:creationId xmlns:a16="http://schemas.microsoft.com/office/drawing/2014/main" id="{2CE764A2-A3E7-4F41-B73B-A36B8CE5E86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341242" y="5649524"/>
              <a:ext cx="651327" cy="995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…</a:t>
              </a:r>
            </a:p>
          </p:txBody>
        </p:sp>
        <p:sp>
          <p:nvSpPr>
            <p:cNvPr id="212325" name="TextBox 181">
              <a:extLst>
                <a:ext uri="{FF2B5EF4-FFF2-40B4-BE49-F238E27FC236}">
                  <a16:creationId xmlns:a16="http://schemas.microsoft.com/office/drawing/2014/main" id="{5D6F55F3-40F8-0C4B-B878-9FE14779222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1651262">
              <a:off x="2063761" y="5696601"/>
              <a:ext cx="651327" cy="995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…</a:t>
              </a:r>
            </a:p>
          </p:txBody>
        </p:sp>
        <p:sp>
          <p:nvSpPr>
            <p:cNvPr id="212326" name="TextBox 182">
              <a:extLst>
                <a:ext uri="{FF2B5EF4-FFF2-40B4-BE49-F238E27FC236}">
                  <a16:creationId xmlns:a16="http://schemas.microsoft.com/office/drawing/2014/main" id="{69EE839B-5668-7040-A29F-4F42B05CBC4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607303">
              <a:off x="195355" y="3660810"/>
              <a:ext cx="1034280" cy="626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…</a:t>
              </a:r>
            </a:p>
          </p:txBody>
        </p:sp>
        <p:sp>
          <p:nvSpPr>
            <p:cNvPr id="212327" name="TextBox 183">
              <a:extLst>
                <a:ext uri="{FF2B5EF4-FFF2-40B4-BE49-F238E27FC236}">
                  <a16:creationId xmlns:a16="http://schemas.microsoft.com/office/drawing/2014/main" id="{911FE559-513C-B14A-B4DD-3A306318682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079349">
              <a:off x="2482309" y="1498435"/>
              <a:ext cx="651327" cy="9952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…</a:t>
              </a:r>
            </a:p>
          </p:txBody>
        </p:sp>
        <p:grpSp>
          <p:nvGrpSpPr>
            <p:cNvPr id="212328" name="Group 8">
              <a:extLst>
                <a:ext uri="{FF2B5EF4-FFF2-40B4-BE49-F238E27FC236}">
                  <a16:creationId xmlns:a16="http://schemas.microsoft.com/office/drawing/2014/main" id="{AF6A6FCC-5EED-C043-95CA-8F6767B5ED6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6600" y="3746500"/>
              <a:ext cx="3225800" cy="1117600"/>
              <a:chOff x="7848600" y="2044700"/>
              <a:chExt cx="3200399" cy="1371600"/>
            </a:xfrm>
          </p:grpSpPr>
          <p:sp>
            <p:nvSpPr>
              <p:cNvPr id="212524" name="Oval 3">
                <a:extLst>
                  <a:ext uri="{FF2B5EF4-FFF2-40B4-BE49-F238E27FC236}">
                    <a16:creationId xmlns:a16="http://schemas.microsoft.com/office/drawing/2014/main" id="{DF5AE295-89EC-864E-B878-506BA61F77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rgbClr val="3C6C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525" name="Group 133">
                <a:extLst>
                  <a:ext uri="{FF2B5EF4-FFF2-40B4-BE49-F238E27FC236}">
                    <a16:creationId xmlns:a16="http://schemas.microsoft.com/office/drawing/2014/main" id="{A3AF6952-D0EF-1B43-A48E-CA9F58CEC43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212598" name="Oval 407">
                  <a:extLst>
                    <a:ext uri="{FF2B5EF4-FFF2-40B4-BE49-F238E27FC236}">
                      <a16:creationId xmlns:a16="http://schemas.microsoft.com/office/drawing/2014/main" id="{ACDC49F7-2E63-6B46-9419-745D44E6392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99" name="Rectangle 410">
                  <a:extLst>
                    <a:ext uri="{FF2B5EF4-FFF2-40B4-BE49-F238E27FC236}">
                      <a16:creationId xmlns:a16="http://schemas.microsoft.com/office/drawing/2014/main" id="{D59600F9-BA01-C64E-B0D7-5D9D49BE01F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600" name="Oval 411">
                  <a:extLst>
                    <a:ext uri="{FF2B5EF4-FFF2-40B4-BE49-F238E27FC236}">
                      <a16:creationId xmlns:a16="http://schemas.microsoft.com/office/drawing/2014/main" id="{AF12B2E2-7F1A-1F43-9981-4519A60C05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601" name="Group 137">
                  <a:extLst>
                    <a:ext uri="{FF2B5EF4-FFF2-40B4-BE49-F238E27FC236}">
                      <a16:creationId xmlns:a16="http://schemas.microsoft.com/office/drawing/2014/main" id="{E25BFB8E-9DBA-5743-838B-1F06ACAB376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604" name="Freeform 138">
                    <a:extLst>
                      <a:ext uri="{FF2B5EF4-FFF2-40B4-BE49-F238E27FC236}">
                        <a16:creationId xmlns:a16="http://schemas.microsoft.com/office/drawing/2014/main" id="{C25BC153-5A6E-BD49-83E0-31E13830364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605" name="Freeform 139">
                    <a:extLst>
                      <a:ext uri="{FF2B5EF4-FFF2-40B4-BE49-F238E27FC236}">
                        <a16:creationId xmlns:a16="http://schemas.microsoft.com/office/drawing/2014/main" id="{290799BD-DADC-2A4E-BD8C-1D118F8287C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602" name="Line 140">
                  <a:extLst>
                    <a:ext uri="{FF2B5EF4-FFF2-40B4-BE49-F238E27FC236}">
                      <a16:creationId xmlns:a16="http://schemas.microsoft.com/office/drawing/2014/main" id="{FD13B86F-2921-594E-AD36-848F408FBA2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603" name="Line 141">
                  <a:extLst>
                    <a:ext uri="{FF2B5EF4-FFF2-40B4-BE49-F238E27FC236}">
                      <a16:creationId xmlns:a16="http://schemas.microsoft.com/office/drawing/2014/main" id="{D80A2786-6279-7E46-BDDD-DB268884B0E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4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cxnSp>
            <p:nvCxnSpPr>
              <p:cNvPr id="212526" name="Straight Connector 10">
                <a:extLst>
                  <a:ext uri="{FF2B5EF4-FFF2-40B4-BE49-F238E27FC236}">
                    <a16:creationId xmlns:a16="http://schemas.microsoft.com/office/drawing/2014/main" id="{8DE621D9-FC57-2047-BF3A-E8F05DF4E2CC}"/>
                  </a:ext>
                </a:extLst>
              </p:cNvPr>
              <p:cNvCxnSpPr>
                <a:cxnSpLocks noChangeShapeType="1"/>
                <a:stCxn id="212603" idx="0"/>
              </p:cNvCxnSpPr>
              <p:nvPr/>
            </p:nvCxnSpPr>
            <p:spPr bwMode="auto">
              <a:xfrm>
                <a:off x="9055401" y="2220819"/>
                <a:ext cx="975377" cy="13653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27" name="Straight Connector 297">
                <a:extLst>
                  <a:ext uri="{FF2B5EF4-FFF2-40B4-BE49-F238E27FC236}">
                    <a16:creationId xmlns:a16="http://schemas.microsoft.com/office/drawing/2014/main" id="{17ECA681-7ABE-4842-BF98-602882E49753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22191" y="2583188"/>
                <a:ext cx="120745" cy="833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28" name="Straight Connector 298">
                <a:extLst>
                  <a:ext uri="{FF2B5EF4-FFF2-40B4-BE49-F238E27FC236}">
                    <a16:creationId xmlns:a16="http://schemas.microsoft.com/office/drawing/2014/main" id="{544DAD35-B12D-6246-B6BC-2AFBE2EE8B0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323081" y="2786992"/>
                <a:ext cx="243358" cy="4562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29" name="Straight Connector 299">
                <a:extLst>
                  <a:ext uri="{FF2B5EF4-FFF2-40B4-BE49-F238E27FC236}">
                    <a16:creationId xmlns:a16="http://schemas.microsoft.com/office/drawing/2014/main" id="{59CEAB92-2C50-4748-B256-26691227024E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028147" y="2611644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30" name="Straight Connector 300">
                <a:extLst>
                  <a:ext uri="{FF2B5EF4-FFF2-40B4-BE49-F238E27FC236}">
                    <a16:creationId xmlns:a16="http://schemas.microsoft.com/office/drawing/2014/main" id="{CD05C096-BD08-CC42-ACA7-457D83C6060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729859" y="2909476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31" name="Straight Connector 301">
                <a:extLst>
                  <a:ext uri="{FF2B5EF4-FFF2-40B4-BE49-F238E27FC236}">
                    <a16:creationId xmlns:a16="http://schemas.microsoft.com/office/drawing/2014/main" id="{C75463DA-468C-1940-B81E-5241B8808CE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537887" y="2836224"/>
                <a:ext cx="252969" cy="25294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32" name="Straight Connector 302">
                <a:extLst>
                  <a:ext uri="{FF2B5EF4-FFF2-40B4-BE49-F238E27FC236}">
                    <a16:creationId xmlns:a16="http://schemas.microsoft.com/office/drawing/2014/main" id="{277E7771-6083-3B4A-B2F3-D844311A0A2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29359" y="2822067"/>
                <a:ext cx="354959" cy="12439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33" name="Straight Connector 303">
                <a:extLst>
                  <a:ext uri="{FF2B5EF4-FFF2-40B4-BE49-F238E27FC236}">
                    <a16:creationId xmlns:a16="http://schemas.microsoft.com/office/drawing/2014/main" id="{5BF1A0FB-9675-FB47-B9FD-109D77184D5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0015190" y="2475242"/>
                <a:ext cx="283363" cy="1956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534" name="Straight Connector 304">
                <a:extLst>
                  <a:ext uri="{FF2B5EF4-FFF2-40B4-BE49-F238E27FC236}">
                    <a16:creationId xmlns:a16="http://schemas.microsoft.com/office/drawing/2014/main" id="{438C778A-CC87-5141-9B8F-C9F408B48093}"/>
                  </a:ext>
                </a:extLst>
              </p:cNvPr>
              <p:cNvCxnSpPr>
                <a:cxnSpLocks noChangeShapeType="1"/>
                <a:endCxn id="212598" idx="4"/>
              </p:cNvCxnSpPr>
              <p:nvPr/>
            </p:nvCxnSpPr>
            <p:spPr bwMode="auto">
              <a:xfrm flipH="1" flipV="1">
                <a:off x="8791902" y="2345614"/>
                <a:ext cx="410984" cy="871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12535" name="Group 133">
                <a:extLst>
                  <a:ext uri="{FF2B5EF4-FFF2-40B4-BE49-F238E27FC236}">
                    <a16:creationId xmlns:a16="http://schemas.microsoft.com/office/drawing/2014/main" id="{0FBD653F-2A68-184A-BD9D-6C9311B9A19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212590" name="Oval 407">
                  <a:extLst>
                    <a:ext uri="{FF2B5EF4-FFF2-40B4-BE49-F238E27FC236}">
                      <a16:creationId xmlns:a16="http://schemas.microsoft.com/office/drawing/2014/main" id="{010C7E74-805A-2A40-95A0-6C4DDB5C69A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91" name="Rectangle 410">
                  <a:extLst>
                    <a:ext uri="{FF2B5EF4-FFF2-40B4-BE49-F238E27FC236}">
                      <a16:creationId xmlns:a16="http://schemas.microsoft.com/office/drawing/2014/main" id="{D0A20A6D-4238-8F4A-89C0-F42A421E134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92" name="Oval 411">
                  <a:extLst>
                    <a:ext uri="{FF2B5EF4-FFF2-40B4-BE49-F238E27FC236}">
                      <a16:creationId xmlns:a16="http://schemas.microsoft.com/office/drawing/2014/main" id="{20209D8C-A441-D643-9E6E-6D6BF7AE2CC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93" name="Group 137">
                  <a:extLst>
                    <a:ext uri="{FF2B5EF4-FFF2-40B4-BE49-F238E27FC236}">
                      <a16:creationId xmlns:a16="http://schemas.microsoft.com/office/drawing/2014/main" id="{97BF3F1D-BFFD-CE46-AA4F-1EF96C3537F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96" name="Freeform 138">
                    <a:extLst>
                      <a:ext uri="{FF2B5EF4-FFF2-40B4-BE49-F238E27FC236}">
                        <a16:creationId xmlns:a16="http://schemas.microsoft.com/office/drawing/2014/main" id="{CB5EAAD6-36AD-5940-8E93-CCDF5F657E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97" name="Freeform 139">
                    <a:extLst>
                      <a:ext uri="{FF2B5EF4-FFF2-40B4-BE49-F238E27FC236}">
                        <a16:creationId xmlns:a16="http://schemas.microsoft.com/office/drawing/2014/main" id="{D2783AA8-98DB-2742-9633-D1DB298BE1C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94" name="Line 140">
                  <a:extLst>
                    <a:ext uri="{FF2B5EF4-FFF2-40B4-BE49-F238E27FC236}">
                      <a16:creationId xmlns:a16="http://schemas.microsoft.com/office/drawing/2014/main" id="{9A3A7A14-3CDE-3343-9E31-B79200B6CF0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95" name="Line 141">
                  <a:extLst>
                    <a:ext uri="{FF2B5EF4-FFF2-40B4-BE49-F238E27FC236}">
                      <a16:creationId xmlns:a16="http://schemas.microsoft.com/office/drawing/2014/main" id="{568B98BA-26D9-5648-9525-DB9872C35BC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536" name="Group 133">
                <a:extLst>
                  <a:ext uri="{FF2B5EF4-FFF2-40B4-BE49-F238E27FC236}">
                    <a16:creationId xmlns:a16="http://schemas.microsoft.com/office/drawing/2014/main" id="{0E17A66D-7D8B-5F41-BCE3-E570B63683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212582" name="Oval 407">
                  <a:extLst>
                    <a:ext uri="{FF2B5EF4-FFF2-40B4-BE49-F238E27FC236}">
                      <a16:creationId xmlns:a16="http://schemas.microsoft.com/office/drawing/2014/main" id="{08C4B1E3-E7B8-6643-8D79-369103CE73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83" name="Rectangle 410">
                  <a:extLst>
                    <a:ext uri="{FF2B5EF4-FFF2-40B4-BE49-F238E27FC236}">
                      <a16:creationId xmlns:a16="http://schemas.microsoft.com/office/drawing/2014/main" id="{5A2BCCD6-1805-C846-B54E-B2051A89B7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84" name="Oval 411">
                  <a:extLst>
                    <a:ext uri="{FF2B5EF4-FFF2-40B4-BE49-F238E27FC236}">
                      <a16:creationId xmlns:a16="http://schemas.microsoft.com/office/drawing/2014/main" id="{88589E86-04E3-9B43-B338-1546C6A51EE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85" name="Group 137">
                  <a:extLst>
                    <a:ext uri="{FF2B5EF4-FFF2-40B4-BE49-F238E27FC236}">
                      <a16:creationId xmlns:a16="http://schemas.microsoft.com/office/drawing/2014/main" id="{826A4B0A-B788-E54A-9EA4-9D62611463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88" name="Freeform 138">
                    <a:extLst>
                      <a:ext uri="{FF2B5EF4-FFF2-40B4-BE49-F238E27FC236}">
                        <a16:creationId xmlns:a16="http://schemas.microsoft.com/office/drawing/2014/main" id="{99939D3A-6B28-054A-B71F-0E4E67D9D8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89" name="Freeform 139">
                    <a:extLst>
                      <a:ext uri="{FF2B5EF4-FFF2-40B4-BE49-F238E27FC236}">
                        <a16:creationId xmlns:a16="http://schemas.microsoft.com/office/drawing/2014/main" id="{71DD795F-B2F0-1743-8A24-D230657115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86" name="Line 140">
                  <a:extLst>
                    <a:ext uri="{FF2B5EF4-FFF2-40B4-BE49-F238E27FC236}">
                      <a16:creationId xmlns:a16="http://schemas.microsoft.com/office/drawing/2014/main" id="{C1A81B6B-0397-BD4C-A09F-6752DBD887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56"/>
                  <a:ext cx="0" cy="88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87" name="Line 141">
                  <a:extLst>
                    <a:ext uri="{FF2B5EF4-FFF2-40B4-BE49-F238E27FC236}">
                      <a16:creationId xmlns:a16="http://schemas.microsoft.com/office/drawing/2014/main" id="{D95D2676-448B-2E41-A61F-1B226AD3564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58"/>
                  <a:ext cx="0" cy="8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537" name="Group 133">
                <a:extLst>
                  <a:ext uri="{FF2B5EF4-FFF2-40B4-BE49-F238E27FC236}">
                    <a16:creationId xmlns:a16="http://schemas.microsoft.com/office/drawing/2014/main" id="{793837A4-55FA-2541-B594-F0C51D445F9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212574" name="Oval 407">
                  <a:extLst>
                    <a:ext uri="{FF2B5EF4-FFF2-40B4-BE49-F238E27FC236}">
                      <a16:creationId xmlns:a16="http://schemas.microsoft.com/office/drawing/2014/main" id="{196B9A26-7308-8C4D-9336-8222537B5B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75" name="Rectangle 410">
                  <a:extLst>
                    <a:ext uri="{FF2B5EF4-FFF2-40B4-BE49-F238E27FC236}">
                      <a16:creationId xmlns:a16="http://schemas.microsoft.com/office/drawing/2014/main" id="{6645480F-8545-4F46-A661-8A40B381A1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76" name="Oval 411">
                  <a:extLst>
                    <a:ext uri="{FF2B5EF4-FFF2-40B4-BE49-F238E27FC236}">
                      <a16:creationId xmlns:a16="http://schemas.microsoft.com/office/drawing/2014/main" id="{155A4888-4551-1846-BBFA-61604C9B50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77" name="Group 137">
                  <a:extLst>
                    <a:ext uri="{FF2B5EF4-FFF2-40B4-BE49-F238E27FC236}">
                      <a16:creationId xmlns:a16="http://schemas.microsoft.com/office/drawing/2014/main" id="{15C82C35-1614-6D42-9C7F-35F402D84B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80" name="Freeform 138">
                    <a:extLst>
                      <a:ext uri="{FF2B5EF4-FFF2-40B4-BE49-F238E27FC236}">
                        <a16:creationId xmlns:a16="http://schemas.microsoft.com/office/drawing/2014/main" id="{43D75FD7-B2AE-6D4E-ACD0-3A2E5FA326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81" name="Freeform 139">
                    <a:extLst>
                      <a:ext uri="{FF2B5EF4-FFF2-40B4-BE49-F238E27FC236}">
                        <a16:creationId xmlns:a16="http://schemas.microsoft.com/office/drawing/2014/main" id="{948C0056-D7B2-0F4E-82C0-6EE9185E964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78" name="Line 140">
                  <a:extLst>
                    <a:ext uri="{FF2B5EF4-FFF2-40B4-BE49-F238E27FC236}">
                      <a16:creationId xmlns:a16="http://schemas.microsoft.com/office/drawing/2014/main" id="{B6099386-2953-A24D-9C2F-183267CE1CE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79" name="Line 141">
                  <a:extLst>
                    <a:ext uri="{FF2B5EF4-FFF2-40B4-BE49-F238E27FC236}">
                      <a16:creationId xmlns:a16="http://schemas.microsoft.com/office/drawing/2014/main" id="{47280217-6588-2442-88B2-2C978D2DBF0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538" name="Group 133">
                <a:extLst>
                  <a:ext uri="{FF2B5EF4-FFF2-40B4-BE49-F238E27FC236}">
                    <a16:creationId xmlns:a16="http://schemas.microsoft.com/office/drawing/2014/main" id="{A06444CC-9092-1545-8DB8-6E8FDA47D29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212566" name="Oval 407">
                  <a:extLst>
                    <a:ext uri="{FF2B5EF4-FFF2-40B4-BE49-F238E27FC236}">
                      <a16:creationId xmlns:a16="http://schemas.microsoft.com/office/drawing/2014/main" id="{98F0B009-EAE9-4D45-ADBF-90E4C8514AA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67" name="Rectangle 410">
                  <a:extLst>
                    <a:ext uri="{FF2B5EF4-FFF2-40B4-BE49-F238E27FC236}">
                      <a16:creationId xmlns:a16="http://schemas.microsoft.com/office/drawing/2014/main" id="{69CB880D-4159-314B-8589-398633740F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68" name="Oval 411">
                  <a:extLst>
                    <a:ext uri="{FF2B5EF4-FFF2-40B4-BE49-F238E27FC236}">
                      <a16:creationId xmlns:a16="http://schemas.microsoft.com/office/drawing/2014/main" id="{6B73AC4A-06D5-BD46-BC62-FAF54C96B23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69" name="Group 137">
                  <a:extLst>
                    <a:ext uri="{FF2B5EF4-FFF2-40B4-BE49-F238E27FC236}">
                      <a16:creationId xmlns:a16="http://schemas.microsoft.com/office/drawing/2014/main" id="{6A495CD8-F8C0-9D42-9061-64D1E60810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72" name="Freeform 138">
                    <a:extLst>
                      <a:ext uri="{FF2B5EF4-FFF2-40B4-BE49-F238E27FC236}">
                        <a16:creationId xmlns:a16="http://schemas.microsoft.com/office/drawing/2014/main" id="{88F3B665-197B-4F49-8C43-447D1016AC1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73" name="Freeform 139">
                    <a:extLst>
                      <a:ext uri="{FF2B5EF4-FFF2-40B4-BE49-F238E27FC236}">
                        <a16:creationId xmlns:a16="http://schemas.microsoft.com/office/drawing/2014/main" id="{252B1589-DFED-0B42-BE9A-3315ED3772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70" name="Line 140">
                  <a:extLst>
                    <a:ext uri="{FF2B5EF4-FFF2-40B4-BE49-F238E27FC236}">
                      <a16:creationId xmlns:a16="http://schemas.microsoft.com/office/drawing/2014/main" id="{FA2EF4E0-3B3F-CE46-8105-EE6EAFA7466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71" name="Line 141">
                  <a:extLst>
                    <a:ext uri="{FF2B5EF4-FFF2-40B4-BE49-F238E27FC236}">
                      <a16:creationId xmlns:a16="http://schemas.microsoft.com/office/drawing/2014/main" id="{54F135E8-4A3E-7042-A857-E505A16F351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539" name="Group 133">
                <a:extLst>
                  <a:ext uri="{FF2B5EF4-FFF2-40B4-BE49-F238E27FC236}">
                    <a16:creationId xmlns:a16="http://schemas.microsoft.com/office/drawing/2014/main" id="{C56D0DB6-C8C2-BD46-A61F-B87FCB3242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212558" name="Oval 407">
                  <a:extLst>
                    <a:ext uri="{FF2B5EF4-FFF2-40B4-BE49-F238E27FC236}">
                      <a16:creationId xmlns:a16="http://schemas.microsoft.com/office/drawing/2014/main" id="{8DD481CE-4625-5444-84F8-C4FDB15657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59" name="Rectangle 410">
                  <a:extLst>
                    <a:ext uri="{FF2B5EF4-FFF2-40B4-BE49-F238E27FC236}">
                      <a16:creationId xmlns:a16="http://schemas.microsoft.com/office/drawing/2014/main" id="{DE30FE06-38AD-6649-B253-DAA50CC45C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60" name="Oval 411">
                  <a:extLst>
                    <a:ext uri="{FF2B5EF4-FFF2-40B4-BE49-F238E27FC236}">
                      <a16:creationId xmlns:a16="http://schemas.microsoft.com/office/drawing/2014/main" id="{6209655C-FC5E-E44B-9975-53EE035307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61" name="Group 137">
                  <a:extLst>
                    <a:ext uri="{FF2B5EF4-FFF2-40B4-BE49-F238E27FC236}">
                      <a16:creationId xmlns:a16="http://schemas.microsoft.com/office/drawing/2014/main" id="{42D22DF6-EB02-344F-BA0F-82D271D19B8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64" name="Freeform 138">
                    <a:extLst>
                      <a:ext uri="{FF2B5EF4-FFF2-40B4-BE49-F238E27FC236}">
                        <a16:creationId xmlns:a16="http://schemas.microsoft.com/office/drawing/2014/main" id="{D1FD082C-1EE9-A840-9BBB-D573C2BAE21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65" name="Freeform 139">
                    <a:extLst>
                      <a:ext uri="{FF2B5EF4-FFF2-40B4-BE49-F238E27FC236}">
                        <a16:creationId xmlns:a16="http://schemas.microsoft.com/office/drawing/2014/main" id="{120A354C-EEB2-4349-805D-D662937E8F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62" name="Line 140">
                  <a:extLst>
                    <a:ext uri="{FF2B5EF4-FFF2-40B4-BE49-F238E27FC236}">
                      <a16:creationId xmlns:a16="http://schemas.microsoft.com/office/drawing/2014/main" id="{735E47BC-2B85-9A40-AD5E-92DCDE8453B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63" name="Line 141">
                  <a:extLst>
                    <a:ext uri="{FF2B5EF4-FFF2-40B4-BE49-F238E27FC236}">
                      <a16:creationId xmlns:a16="http://schemas.microsoft.com/office/drawing/2014/main" id="{DA8F5B97-1A95-DD40-9510-949A180093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540" name="Group 133">
                <a:extLst>
                  <a:ext uri="{FF2B5EF4-FFF2-40B4-BE49-F238E27FC236}">
                    <a16:creationId xmlns:a16="http://schemas.microsoft.com/office/drawing/2014/main" id="{62F71D57-BD92-A645-AED5-AD0F00C983A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212550" name="Oval 407">
                  <a:extLst>
                    <a:ext uri="{FF2B5EF4-FFF2-40B4-BE49-F238E27FC236}">
                      <a16:creationId xmlns:a16="http://schemas.microsoft.com/office/drawing/2014/main" id="{E3F7C915-A486-E444-98C1-779B890F7C2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51" name="Rectangle 410">
                  <a:extLst>
                    <a:ext uri="{FF2B5EF4-FFF2-40B4-BE49-F238E27FC236}">
                      <a16:creationId xmlns:a16="http://schemas.microsoft.com/office/drawing/2014/main" id="{6E2EBA92-BAAC-8A4E-B9EE-659B6D50F9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52" name="Oval 411">
                  <a:extLst>
                    <a:ext uri="{FF2B5EF4-FFF2-40B4-BE49-F238E27FC236}">
                      <a16:creationId xmlns:a16="http://schemas.microsoft.com/office/drawing/2014/main" id="{811CC388-E88F-794C-B93B-4BD0E270E8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53" name="Group 137">
                  <a:extLst>
                    <a:ext uri="{FF2B5EF4-FFF2-40B4-BE49-F238E27FC236}">
                      <a16:creationId xmlns:a16="http://schemas.microsoft.com/office/drawing/2014/main" id="{08071467-A7D7-4544-B96A-92880380E80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56" name="Freeform 138">
                    <a:extLst>
                      <a:ext uri="{FF2B5EF4-FFF2-40B4-BE49-F238E27FC236}">
                        <a16:creationId xmlns:a16="http://schemas.microsoft.com/office/drawing/2014/main" id="{DFFC3363-8E4F-4246-A933-E3CDB2A9173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57" name="Freeform 139">
                    <a:extLst>
                      <a:ext uri="{FF2B5EF4-FFF2-40B4-BE49-F238E27FC236}">
                        <a16:creationId xmlns:a16="http://schemas.microsoft.com/office/drawing/2014/main" id="{FA89DEB4-2D16-5340-9560-4C1F194F967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54" name="Line 140">
                  <a:extLst>
                    <a:ext uri="{FF2B5EF4-FFF2-40B4-BE49-F238E27FC236}">
                      <a16:creationId xmlns:a16="http://schemas.microsoft.com/office/drawing/2014/main" id="{C80F42E7-1527-D145-8D68-DB063A0343F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55" name="Line 141">
                  <a:extLst>
                    <a:ext uri="{FF2B5EF4-FFF2-40B4-BE49-F238E27FC236}">
                      <a16:creationId xmlns:a16="http://schemas.microsoft.com/office/drawing/2014/main" id="{419CAED2-2FDF-AD45-BCC9-3051C70FAA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541" name="Group 133">
                <a:extLst>
                  <a:ext uri="{FF2B5EF4-FFF2-40B4-BE49-F238E27FC236}">
                    <a16:creationId xmlns:a16="http://schemas.microsoft.com/office/drawing/2014/main" id="{FB922976-2E5B-5D49-807B-C93B68F18A1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212542" name="Oval 407">
                  <a:extLst>
                    <a:ext uri="{FF2B5EF4-FFF2-40B4-BE49-F238E27FC236}">
                      <a16:creationId xmlns:a16="http://schemas.microsoft.com/office/drawing/2014/main" id="{0CA521A0-0563-A445-99FF-4E670AB03E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43" name="Rectangle 410">
                  <a:extLst>
                    <a:ext uri="{FF2B5EF4-FFF2-40B4-BE49-F238E27FC236}">
                      <a16:creationId xmlns:a16="http://schemas.microsoft.com/office/drawing/2014/main" id="{53B08889-B6A0-304D-B4AF-255569F733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44" name="Oval 411">
                  <a:extLst>
                    <a:ext uri="{FF2B5EF4-FFF2-40B4-BE49-F238E27FC236}">
                      <a16:creationId xmlns:a16="http://schemas.microsoft.com/office/drawing/2014/main" id="{1D769F62-F343-3A40-8620-384E7CA0FE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45" name="Group 137">
                  <a:extLst>
                    <a:ext uri="{FF2B5EF4-FFF2-40B4-BE49-F238E27FC236}">
                      <a16:creationId xmlns:a16="http://schemas.microsoft.com/office/drawing/2014/main" id="{738937E8-A4B3-3349-AD95-112B3D9B601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48" name="Freeform 138">
                    <a:extLst>
                      <a:ext uri="{FF2B5EF4-FFF2-40B4-BE49-F238E27FC236}">
                        <a16:creationId xmlns:a16="http://schemas.microsoft.com/office/drawing/2014/main" id="{DC32E303-AE74-1446-98DB-33DD542D13F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49" name="Freeform 139">
                    <a:extLst>
                      <a:ext uri="{FF2B5EF4-FFF2-40B4-BE49-F238E27FC236}">
                        <a16:creationId xmlns:a16="http://schemas.microsoft.com/office/drawing/2014/main" id="{534040FD-A850-1546-AE7B-911B7D8E7FF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46" name="Line 140">
                  <a:extLst>
                    <a:ext uri="{FF2B5EF4-FFF2-40B4-BE49-F238E27FC236}">
                      <a16:creationId xmlns:a16="http://schemas.microsoft.com/office/drawing/2014/main" id="{8414AFD1-A6AE-0C43-87E8-330C24F518E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47" name="Line 141">
                  <a:extLst>
                    <a:ext uri="{FF2B5EF4-FFF2-40B4-BE49-F238E27FC236}">
                      <a16:creationId xmlns:a16="http://schemas.microsoft.com/office/drawing/2014/main" id="{BC404CA4-DE57-A546-B3C0-F6DCD43DB02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10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</p:grpSp>
        <p:grpSp>
          <p:nvGrpSpPr>
            <p:cNvPr id="212329" name="Group 331">
              <a:extLst>
                <a:ext uri="{FF2B5EF4-FFF2-40B4-BE49-F238E27FC236}">
                  <a16:creationId xmlns:a16="http://schemas.microsoft.com/office/drawing/2014/main" id="{2357F483-56DC-0D4E-ACFF-9C01DC6B987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03400" y="2755900"/>
              <a:ext cx="3467100" cy="1193800"/>
              <a:chOff x="7848600" y="2044700"/>
              <a:chExt cx="3200399" cy="1371600"/>
            </a:xfrm>
          </p:grpSpPr>
          <p:sp>
            <p:nvSpPr>
              <p:cNvPr id="212442" name="Oval 332">
                <a:extLst>
                  <a:ext uri="{FF2B5EF4-FFF2-40B4-BE49-F238E27FC236}">
                    <a16:creationId xmlns:a16="http://schemas.microsoft.com/office/drawing/2014/main" id="{9120DEBC-2FEF-534C-A5EF-75BF98FBA7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rgbClr val="3C6CD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443" name="Group 133">
                <a:extLst>
                  <a:ext uri="{FF2B5EF4-FFF2-40B4-BE49-F238E27FC236}">
                    <a16:creationId xmlns:a16="http://schemas.microsoft.com/office/drawing/2014/main" id="{13FD973C-A8EE-5048-B348-4293B6AA649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212516" name="Oval 407">
                  <a:extLst>
                    <a:ext uri="{FF2B5EF4-FFF2-40B4-BE49-F238E27FC236}">
                      <a16:creationId xmlns:a16="http://schemas.microsoft.com/office/drawing/2014/main" id="{4CFD793E-DF31-1B46-B912-7925AAC6D7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17" name="Rectangle 410">
                  <a:extLst>
                    <a:ext uri="{FF2B5EF4-FFF2-40B4-BE49-F238E27FC236}">
                      <a16:creationId xmlns:a16="http://schemas.microsoft.com/office/drawing/2014/main" id="{0BDCE3CD-0E06-3546-8D33-A3951ACB252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18" name="Oval 411">
                  <a:extLst>
                    <a:ext uri="{FF2B5EF4-FFF2-40B4-BE49-F238E27FC236}">
                      <a16:creationId xmlns:a16="http://schemas.microsoft.com/office/drawing/2014/main" id="{58812803-3BD2-E145-84D5-3459DE9599B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19" name="Group 137">
                  <a:extLst>
                    <a:ext uri="{FF2B5EF4-FFF2-40B4-BE49-F238E27FC236}">
                      <a16:creationId xmlns:a16="http://schemas.microsoft.com/office/drawing/2014/main" id="{A84ACE82-842B-3D47-B02C-B87E3EA372D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22" name="Freeform 138">
                    <a:extLst>
                      <a:ext uri="{FF2B5EF4-FFF2-40B4-BE49-F238E27FC236}">
                        <a16:creationId xmlns:a16="http://schemas.microsoft.com/office/drawing/2014/main" id="{2F4FE782-0E61-A24A-86F5-53C4280FC4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23" name="Freeform 139">
                    <a:extLst>
                      <a:ext uri="{FF2B5EF4-FFF2-40B4-BE49-F238E27FC236}">
                        <a16:creationId xmlns:a16="http://schemas.microsoft.com/office/drawing/2014/main" id="{20798D08-C275-C345-BDB5-ED6DA439F5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20" name="Line 140">
                  <a:extLst>
                    <a:ext uri="{FF2B5EF4-FFF2-40B4-BE49-F238E27FC236}">
                      <a16:creationId xmlns:a16="http://schemas.microsoft.com/office/drawing/2014/main" id="{9B8805E2-537D-484E-86AA-2288A84B6EDF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21" name="Line 141">
                  <a:extLst>
                    <a:ext uri="{FF2B5EF4-FFF2-40B4-BE49-F238E27FC236}">
                      <a16:creationId xmlns:a16="http://schemas.microsoft.com/office/drawing/2014/main" id="{A0649348-534F-1641-9713-81019EA8E2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cxnSp>
            <p:nvCxnSpPr>
              <p:cNvPr id="212444" name="Straight Connector 334">
                <a:extLst>
                  <a:ext uri="{FF2B5EF4-FFF2-40B4-BE49-F238E27FC236}">
                    <a16:creationId xmlns:a16="http://schemas.microsoft.com/office/drawing/2014/main" id="{4BABEB20-7AB6-0B49-9A50-DFA6EEAE4B48}"/>
                  </a:ext>
                </a:extLst>
              </p:cNvPr>
              <p:cNvCxnSpPr>
                <a:cxnSpLocks noChangeShapeType="1"/>
                <a:stCxn id="212521" idx="0"/>
              </p:cNvCxnSpPr>
              <p:nvPr/>
            </p:nvCxnSpPr>
            <p:spPr bwMode="auto">
              <a:xfrm>
                <a:off x="9055401" y="2220819"/>
                <a:ext cx="975377" cy="13653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45" name="Straight Connector 335">
                <a:extLst>
                  <a:ext uri="{FF2B5EF4-FFF2-40B4-BE49-F238E27FC236}">
                    <a16:creationId xmlns:a16="http://schemas.microsoft.com/office/drawing/2014/main" id="{29F32A41-5B1D-6A44-B6A6-8806F19EE8A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22191" y="2583188"/>
                <a:ext cx="120745" cy="833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46" name="Straight Connector 336">
                <a:extLst>
                  <a:ext uri="{FF2B5EF4-FFF2-40B4-BE49-F238E27FC236}">
                    <a16:creationId xmlns:a16="http://schemas.microsoft.com/office/drawing/2014/main" id="{E5B1E4A8-B1E8-4248-92B3-B50F21C2AFB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323081" y="2786992"/>
                <a:ext cx="243358" cy="4562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47" name="Straight Connector 337">
                <a:extLst>
                  <a:ext uri="{FF2B5EF4-FFF2-40B4-BE49-F238E27FC236}">
                    <a16:creationId xmlns:a16="http://schemas.microsoft.com/office/drawing/2014/main" id="{7E071437-3F53-F24B-AA41-AC92CD067A9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028147" y="2611644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48" name="Straight Connector 338">
                <a:extLst>
                  <a:ext uri="{FF2B5EF4-FFF2-40B4-BE49-F238E27FC236}">
                    <a16:creationId xmlns:a16="http://schemas.microsoft.com/office/drawing/2014/main" id="{270D89F3-A5CD-0D42-9664-1CBD48D3C3F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729859" y="2909476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49" name="Straight Connector 339">
                <a:extLst>
                  <a:ext uri="{FF2B5EF4-FFF2-40B4-BE49-F238E27FC236}">
                    <a16:creationId xmlns:a16="http://schemas.microsoft.com/office/drawing/2014/main" id="{8E0B0208-44DB-7F44-B1B8-BE249EE486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537887" y="2836224"/>
                <a:ext cx="252969" cy="25294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50" name="Straight Connector 340">
                <a:extLst>
                  <a:ext uri="{FF2B5EF4-FFF2-40B4-BE49-F238E27FC236}">
                    <a16:creationId xmlns:a16="http://schemas.microsoft.com/office/drawing/2014/main" id="{E96A89C9-2D97-5641-9D11-075A3C7111C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29359" y="2822067"/>
                <a:ext cx="354959" cy="12439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51" name="Straight Connector 341">
                <a:extLst>
                  <a:ext uri="{FF2B5EF4-FFF2-40B4-BE49-F238E27FC236}">
                    <a16:creationId xmlns:a16="http://schemas.microsoft.com/office/drawing/2014/main" id="{505210E4-C184-2840-8C6D-90AF6551CA18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0015190" y="2475242"/>
                <a:ext cx="283363" cy="1956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2452" name="Straight Connector 342">
                <a:extLst>
                  <a:ext uri="{FF2B5EF4-FFF2-40B4-BE49-F238E27FC236}">
                    <a16:creationId xmlns:a16="http://schemas.microsoft.com/office/drawing/2014/main" id="{21C8FA11-4B83-174D-8F02-BD67AB5C5AA8}"/>
                  </a:ext>
                </a:extLst>
              </p:cNvPr>
              <p:cNvCxnSpPr>
                <a:cxnSpLocks noChangeShapeType="1"/>
                <a:endCxn id="212516" idx="4"/>
              </p:cNvCxnSpPr>
              <p:nvPr/>
            </p:nvCxnSpPr>
            <p:spPr bwMode="auto">
              <a:xfrm flipH="1" flipV="1">
                <a:off x="8791902" y="2345614"/>
                <a:ext cx="410984" cy="871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12453" name="Group 133">
                <a:extLst>
                  <a:ext uri="{FF2B5EF4-FFF2-40B4-BE49-F238E27FC236}">
                    <a16:creationId xmlns:a16="http://schemas.microsoft.com/office/drawing/2014/main" id="{7561C78A-6F59-DF42-ACCB-01A5CC6657F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212508" name="Oval 407">
                  <a:extLst>
                    <a:ext uri="{FF2B5EF4-FFF2-40B4-BE49-F238E27FC236}">
                      <a16:creationId xmlns:a16="http://schemas.microsoft.com/office/drawing/2014/main" id="{DAB1A0A2-2479-434F-BC8F-D8D60A6E7F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09" name="Rectangle 410">
                  <a:extLst>
                    <a:ext uri="{FF2B5EF4-FFF2-40B4-BE49-F238E27FC236}">
                      <a16:creationId xmlns:a16="http://schemas.microsoft.com/office/drawing/2014/main" id="{ED06BFFA-C85C-E145-B80B-C4E40F4EB2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10" name="Oval 411">
                  <a:extLst>
                    <a:ext uri="{FF2B5EF4-FFF2-40B4-BE49-F238E27FC236}">
                      <a16:creationId xmlns:a16="http://schemas.microsoft.com/office/drawing/2014/main" id="{0455DC68-96EA-7441-8A88-D21D991C80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11" name="Group 137">
                  <a:extLst>
                    <a:ext uri="{FF2B5EF4-FFF2-40B4-BE49-F238E27FC236}">
                      <a16:creationId xmlns:a16="http://schemas.microsoft.com/office/drawing/2014/main" id="{A70E3948-269D-1043-981F-069B6B94660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14" name="Freeform 138">
                    <a:extLst>
                      <a:ext uri="{FF2B5EF4-FFF2-40B4-BE49-F238E27FC236}">
                        <a16:creationId xmlns:a16="http://schemas.microsoft.com/office/drawing/2014/main" id="{4D2E9F7C-6625-1D46-B345-89632F2091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15" name="Freeform 139">
                    <a:extLst>
                      <a:ext uri="{FF2B5EF4-FFF2-40B4-BE49-F238E27FC236}">
                        <a16:creationId xmlns:a16="http://schemas.microsoft.com/office/drawing/2014/main" id="{38702A10-8A63-4041-A2E6-19D0700CDE2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12" name="Line 140">
                  <a:extLst>
                    <a:ext uri="{FF2B5EF4-FFF2-40B4-BE49-F238E27FC236}">
                      <a16:creationId xmlns:a16="http://schemas.microsoft.com/office/drawing/2014/main" id="{DB3D42B8-1E0B-2141-AC34-40F5DB74823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13" name="Line 141">
                  <a:extLst>
                    <a:ext uri="{FF2B5EF4-FFF2-40B4-BE49-F238E27FC236}">
                      <a16:creationId xmlns:a16="http://schemas.microsoft.com/office/drawing/2014/main" id="{ACF706A7-798D-A346-9CF3-ABA839EB339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454" name="Group 133">
                <a:extLst>
                  <a:ext uri="{FF2B5EF4-FFF2-40B4-BE49-F238E27FC236}">
                    <a16:creationId xmlns:a16="http://schemas.microsoft.com/office/drawing/2014/main" id="{06A6101F-46E0-3B4D-AECC-DD3071E6246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212500" name="Oval 407">
                  <a:extLst>
                    <a:ext uri="{FF2B5EF4-FFF2-40B4-BE49-F238E27FC236}">
                      <a16:creationId xmlns:a16="http://schemas.microsoft.com/office/drawing/2014/main" id="{3C6918EF-EA4A-BB45-BB58-B11A1CBCCA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01" name="Rectangle 410">
                  <a:extLst>
                    <a:ext uri="{FF2B5EF4-FFF2-40B4-BE49-F238E27FC236}">
                      <a16:creationId xmlns:a16="http://schemas.microsoft.com/office/drawing/2014/main" id="{1E018DCB-4971-CE48-A256-AA43629130B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02" name="Oval 411">
                  <a:extLst>
                    <a:ext uri="{FF2B5EF4-FFF2-40B4-BE49-F238E27FC236}">
                      <a16:creationId xmlns:a16="http://schemas.microsoft.com/office/drawing/2014/main" id="{F09DC61A-8AB3-E645-AB67-B820BC5A88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503" name="Group 137">
                  <a:extLst>
                    <a:ext uri="{FF2B5EF4-FFF2-40B4-BE49-F238E27FC236}">
                      <a16:creationId xmlns:a16="http://schemas.microsoft.com/office/drawing/2014/main" id="{079DAECD-11B3-AF46-83BC-DC7102A4C9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506" name="Freeform 138">
                    <a:extLst>
                      <a:ext uri="{FF2B5EF4-FFF2-40B4-BE49-F238E27FC236}">
                        <a16:creationId xmlns:a16="http://schemas.microsoft.com/office/drawing/2014/main" id="{6CF13D1B-9091-9C49-A731-C3B1BD2994A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507" name="Freeform 139">
                    <a:extLst>
                      <a:ext uri="{FF2B5EF4-FFF2-40B4-BE49-F238E27FC236}">
                        <a16:creationId xmlns:a16="http://schemas.microsoft.com/office/drawing/2014/main" id="{1112B24D-A91B-6345-8904-3311A6EF377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504" name="Line 140">
                  <a:extLst>
                    <a:ext uri="{FF2B5EF4-FFF2-40B4-BE49-F238E27FC236}">
                      <a16:creationId xmlns:a16="http://schemas.microsoft.com/office/drawing/2014/main" id="{F4E2AE18-3DFD-6F4A-9AAD-78CC47F25F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505" name="Line 141">
                  <a:extLst>
                    <a:ext uri="{FF2B5EF4-FFF2-40B4-BE49-F238E27FC236}">
                      <a16:creationId xmlns:a16="http://schemas.microsoft.com/office/drawing/2014/main" id="{A102C4D1-EDAF-0C49-BE0C-0530A350DC10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455" name="Group 133">
                <a:extLst>
                  <a:ext uri="{FF2B5EF4-FFF2-40B4-BE49-F238E27FC236}">
                    <a16:creationId xmlns:a16="http://schemas.microsoft.com/office/drawing/2014/main" id="{4C3582DA-B6CF-0D48-AAC3-41E294C9330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212492" name="Oval 407">
                  <a:extLst>
                    <a:ext uri="{FF2B5EF4-FFF2-40B4-BE49-F238E27FC236}">
                      <a16:creationId xmlns:a16="http://schemas.microsoft.com/office/drawing/2014/main" id="{6E059628-B008-424D-8E3C-9AAA3EF6C9D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93" name="Rectangle 410">
                  <a:extLst>
                    <a:ext uri="{FF2B5EF4-FFF2-40B4-BE49-F238E27FC236}">
                      <a16:creationId xmlns:a16="http://schemas.microsoft.com/office/drawing/2014/main" id="{9B0DAB25-8759-7C4C-ACC2-288100B5B15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94" name="Oval 411">
                  <a:extLst>
                    <a:ext uri="{FF2B5EF4-FFF2-40B4-BE49-F238E27FC236}">
                      <a16:creationId xmlns:a16="http://schemas.microsoft.com/office/drawing/2014/main" id="{BD574B09-1737-2942-BEA1-07433C4F34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495" name="Group 137">
                  <a:extLst>
                    <a:ext uri="{FF2B5EF4-FFF2-40B4-BE49-F238E27FC236}">
                      <a16:creationId xmlns:a16="http://schemas.microsoft.com/office/drawing/2014/main" id="{40226B75-332A-6C49-AD5D-F7B0F900E1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498" name="Freeform 138">
                    <a:extLst>
                      <a:ext uri="{FF2B5EF4-FFF2-40B4-BE49-F238E27FC236}">
                        <a16:creationId xmlns:a16="http://schemas.microsoft.com/office/drawing/2014/main" id="{D4734774-D18E-F44F-A5B6-A70189E1EF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499" name="Freeform 139">
                    <a:extLst>
                      <a:ext uri="{FF2B5EF4-FFF2-40B4-BE49-F238E27FC236}">
                        <a16:creationId xmlns:a16="http://schemas.microsoft.com/office/drawing/2014/main" id="{949C6A4F-BB8B-7C49-9178-2224D4F76E0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496" name="Line 140">
                  <a:extLst>
                    <a:ext uri="{FF2B5EF4-FFF2-40B4-BE49-F238E27FC236}">
                      <a16:creationId xmlns:a16="http://schemas.microsoft.com/office/drawing/2014/main" id="{5026986B-2A1D-1A4B-AA0E-09376B1A5AA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97" name="Line 141">
                  <a:extLst>
                    <a:ext uri="{FF2B5EF4-FFF2-40B4-BE49-F238E27FC236}">
                      <a16:creationId xmlns:a16="http://schemas.microsoft.com/office/drawing/2014/main" id="{FAB277D9-41F4-B347-A4EB-B251DFAA6C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456" name="Group 133">
                <a:extLst>
                  <a:ext uri="{FF2B5EF4-FFF2-40B4-BE49-F238E27FC236}">
                    <a16:creationId xmlns:a16="http://schemas.microsoft.com/office/drawing/2014/main" id="{78F96BC6-C625-FB44-A46C-A50621DE706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212484" name="Oval 407">
                  <a:extLst>
                    <a:ext uri="{FF2B5EF4-FFF2-40B4-BE49-F238E27FC236}">
                      <a16:creationId xmlns:a16="http://schemas.microsoft.com/office/drawing/2014/main" id="{3BCF7842-1314-FB40-87A2-521057A848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85" name="Rectangle 410">
                  <a:extLst>
                    <a:ext uri="{FF2B5EF4-FFF2-40B4-BE49-F238E27FC236}">
                      <a16:creationId xmlns:a16="http://schemas.microsoft.com/office/drawing/2014/main" id="{E1FF86B2-59E7-AC4E-A526-C279FB716C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86" name="Oval 411">
                  <a:extLst>
                    <a:ext uri="{FF2B5EF4-FFF2-40B4-BE49-F238E27FC236}">
                      <a16:creationId xmlns:a16="http://schemas.microsoft.com/office/drawing/2014/main" id="{9F8413E9-C48E-264A-8591-2C0B204D1C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487" name="Group 137">
                  <a:extLst>
                    <a:ext uri="{FF2B5EF4-FFF2-40B4-BE49-F238E27FC236}">
                      <a16:creationId xmlns:a16="http://schemas.microsoft.com/office/drawing/2014/main" id="{99B838FA-6F6C-CE46-BA53-7674D71F973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490" name="Freeform 138">
                    <a:extLst>
                      <a:ext uri="{FF2B5EF4-FFF2-40B4-BE49-F238E27FC236}">
                        <a16:creationId xmlns:a16="http://schemas.microsoft.com/office/drawing/2014/main" id="{6638E85E-FA8E-E44D-8090-88DD58519A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491" name="Freeform 139">
                    <a:extLst>
                      <a:ext uri="{FF2B5EF4-FFF2-40B4-BE49-F238E27FC236}">
                        <a16:creationId xmlns:a16="http://schemas.microsoft.com/office/drawing/2014/main" id="{CC4C1859-B092-FF46-A11F-4532415ACF7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488" name="Line 140">
                  <a:extLst>
                    <a:ext uri="{FF2B5EF4-FFF2-40B4-BE49-F238E27FC236}">
                      <a16:creationId xmlns:a16="http://schemas.microsoft.com/office/drawing/2014/main" id="{2706917F-DCBC-6648-B7E0-2EF70D08487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0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89" name="Line 141">
                  <a:extLst>
                    <a:ext uri="{FF2B5EF4-FFF2-40B4-BE49-F238E27FC236}">
                      <a16:creationId xmlns:a16="http://schemas.microsoft.com/office/drawing/2014/main" id="{EA36D1C6-AAAC-7642-862E-993275FFE2E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457" name="Group 133">
                <a:extLst>
                  <a:ext uri="{FF2B5EF4-FFF2-40B4-BE49-F238E27FC236}">
                    <a16:creationId xmlns:a16="http://schemas.microsoft.com/office/drawing/2014/main" id="{6F71D3B3-5368-9F47-9279-5F4EC716AA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212476" name="Oval 407">
                  <a:extLst>
                    <a:ext uri="{FF2B5EF4-FFF2-40B4-BE49-F238E27FC236}">
                      <a16:creationId xmlns:a16="http://schemas.microsoft.com/office/drawing/2014/main" id="{03EBCB07-3B8C-F04D-87C2-120934D041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77" name="Rectangle 410">
                  <a:extLst>
                    <a:ext uri="{FF2B5EF4-FFF2-40B4-BE49-F238E27FC236}">
                      <a16:creationId xmlns:a16="http://schemas.microsoft.com/office/drawing/2014/main" id="{F054508A-5C7E-0F43-B114-28281D9060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78" name="Oval 411">
                  <a:extLst>
                    <a:ext uri="{FF2B5EF4-FFF2-40B4-BE49-F238E27FC236}">
                      <a16:creationId xmlns:a16="http://schemas.microsoft.com/office/drawing/2014/main" id="{DD0AC63F-E6BE-C442-9820-042A46C0462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479" name="Group 137">
                  <a:extLst>
                    <a:ext uri="{FF2B5EF4-FFF2-40B4-BE49-F238E27FC236}">
                      <a16:creationId xmlns:a16="http://schemas.microsoft.com/office/drawing/2014/main" id="{99E9D08B-F159-E345-A669-BEB0E58C7E5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482" name="Freeform 138">
                    <a:extLst>
                      <a:ext uri="{FF2B5EF4-FFF2-40B4-BE49-F238E27FC236}">
                        <a16:creationId xmlns:a16="http://schemas.microsoft.com/office/drawing/2014/main" id="{A4A63597-6D29-6B49-84DD-2CC90577A55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483" name="Freeform 139">
                    <a:extLst>
                      <a:ext uri="{FF2B5EF4-FFF2-40B4-BE49-F238E27FC236}">
                        <a16:creationId xmlns:a16="http://schemas.microsoft.com/office/drawing/2014/main" id="{E9B40649-7213-5A4C-85C3-4E5D2E0D05B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480" name="Line 140">
                  <a:extLst>
                    <a:ext uri="{FF2B5EF4-FFF2-40B4-BE49-F238E27FC236}">
                      <a16:creationId xmlns:a16="http://schemas.microsoft.com/office/drawing/2014/main" id="{6A2D1502-F648-694C-B2A3-2DCA8217C74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81" name="Line 141">
                  <a:extLst>
                    <a:ext uri="{FF2B5EF4-FFF2-40B4-BE49-F238E27FC236}">
                      <a16:creationId xmlns:a16="http://schemas.microsoft.com/office/drawing/2014/main" id="{69384DF4-2CEC-D343-B40D-82762449761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458" name="Group 133">
                <a:extLst>
                  <a:ext uri="{FF2B5EF4-FFF2-40B4-BE49-F238E27FC236}">
                    <a16:creationId xmlns:a16="http://schemas.microsoft.com/office/drawing/2014/main" id="{C11F5225-9372-7245-B837-0402FFE85C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212468" name="Oval 407">
                  <a:extLst>
                    <a:ext uri="{FF2B5EF4-FFF2-40B4-BE49-F238E27FC236}">
                      <a16:creationId xmlns:a16="http://schemas.microsoft.com/office/drawing/2014/main" id="{AC8D4647-F840-2C47-90A4-1E045B3D3C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69" name="Rectangle 410">
                  <a:extLst>
                    <a:ext uri="{FF2B5EF4-FFF2-40B4-BE49-F238E27FC236}">
                      <a16:creationId xmlns:a16="http://schemas.microsoft.com/office/drawing/2014/main" id="{B1A62944-EAE7-7E43-8999-85E502468E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70" name="Oval 411">
                  <a:extLst>
                    <a:ext uri="{FF2B5EF4-FFF2-40B4-BE49-F238E27FC236}">
                      <a16:creationId xmlns:a16="http://schemas.microsoft.com/office/drawing/2014/main" id="{B55CEF74-BD0A-E14F-8F62-E62882EFC52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471" name="Group 137">
                  <a:extLst>
                    <a:ext uri="{FF2B5EF4-FFF2-40B4-BE49-F238E27FC236}">
                      <a16:creationId xmlns:a16="http://schemas.microsoft.com/office/drawing/2014/main" id="{86BE8552-DE6E-1441-8E62-8C5E44AF143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474" name="Freeform 138">
                    <a:extLst>
                      <a:ext uri="{FF2B5EF4-FFF2-40B4-BE49-F238E27FC236}">
                        <a16:creationId xmlns:a16="http://schemas.microsoft.com/office/drawing/2014/main" id="{011886F2-634D-7A43-9E3F-B0D5E4B0820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475" name="Freeform 139">
                    <a:extLst>
                      <a:ext uri="{FF2B5EF4-FFF2-40B4-BE49-F238E27FC236}">
                        <a16:creationId xmlns:a16="http://schemas.microsoft.com/office/drawing/2014/main" id="{745E875F-3D57-B149-AE3A-24D67211D72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472" name="Line 140">
                  <a:extLst>
                    <a:ext uri="{FF2B5EF4-FFF2-40B4-BE49-F238E27FC236}">
                      <a16:creationId xmlns:a16="http://schemas.microsoft.com/office/drawing/2014/main" id="{6C7DCEF3-5492-9E41-98F4-1D0E7669B46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73" name="Line 141">
                  <a:extLst>
                    <a:ext uri="{FF2B5EF4-FFF2-40B4-BE49-F238E27FC236}">
                      <a16:creationId xmlns:a16="http://schemas.microsoft.com/office/drawing/2014/main" id="{C1E95F02-6F0C-AD4B-940D-EE552827D84C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grpSp>
            <p:nvGrpSpPr>
              <p:cNvPr id="212459" name="Group 133">
                <a:extLst>
                  <a:ext uri="{FF2B5EF4-FFF2-40B4-BE49-F238E27FC236}">
                    <a16:creationId xmlns:a16="http://schemas.microsoft.com/office/drawing/2014/main" id="{116A8522-2EEF-994E-BBD0-5F4D5716BF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212460" name="Oval 407">
                  <a:extLst>
                    <a:ext uri="{FF2B5EF4-FFF2-40B4-BE49-F238E27FC236}">
                      <a16:creationId xmlns:a16="http://schemas.microsoft.com/office/drawing/2014/main" id="{26DE0F20-7688-3E47-81FC-67B64A0C34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61" name="Rectangle 410">
                  <a:extLst>
                    <a:ext uri="{FF2B5EF4-FFF2-40B4-BE49-F238E27FC236}">
                      <a16:creationId xmlns:a16="http://schemas.microsoft.com/office/drawing/2014/main" id="{87617361-E2F8-5441-947A-836C2D4716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62" name="Oval 411">
                  <a:extLst>
                    <a:ext uri="{FF2B5EF4-FFF2-40B4-BE49-F238E27FC236}">
                      <a16:creationId xmlns:a16="http://schemas.microsoft.com/office/drawing/2014/main" id="{55B9E919-C891-114A-9F2B-91C55602F44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grpSp>
              <p:nvGrpSpPr>
                <p:cNvPr id="212463" name="Group 137">
                  <a:extLst>
                    <a:ext uri="{FF2B5EF4-FFF2-40B4-BE49-F238E27FC236}">
                      <a16:creationId xmlns:a16="http://schemas.microsoft.com/office/drawing/2014/main" id="{2FAEA4A7-AF75-7A42-B3A6-CA73C06FE0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2466" name="Freeform 138">
                    <a:extLst>
                      <a:ext uri="{FF2B5EF4-FFF2-40B4-BE49-F238E27FC236}">
                        <a16:creationId xmlns:a16="http://schemas.microsoft.com/office/drawing/2014/main" id="{8F8C2317-F654-1644-8A93-893FD07168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  <p:sp>
                <p:nvSpPr>
                  <p:cNvPr id="212467" name="Freeform 139">
                    <a:extLst>
                      <a:ext uri="{FF2B5EF4-FFF2-40B4-BE49-F238E27FC236}">
                        <a16:creationId xmlns:a16="http://schemas.microsoft.com/office/drawing/2014/main" id="{FCC37B34-91F2-B84D-9A8D-F842612E4E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0" fontAlgn="base" latinLnBrk="0" hangingPunct="0">
                      <a:lnSpc>
                        <a:spcPct val="100000"/>
                      </a:lnSpc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rgbClr val="3333CC"/>
                      </a:buClr>
                      <a:buSzPct val="85000"/>
                      <a:buFontTx/>
                      <a:buNone/>
                      <a:tabLst/>
                      <a:defRPr/>
                    </a:pPr>
                    <a:endParaRPr kumimoji="0" lang="en-US" sz="20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Arial"/>
                    </a:endParaRPr>
                  </a:p>
                </p:txBody>
              </p:sp>
            </p:grpSp>
            <p:sp>
              <p:nvSpPr>
                <p:cNvPr id="212464" name="Line 140">
                  <a:extLst>
                    <a:ext uri="{FF2B5EF4-FFF2-40B4-BE49-F238E27FC236}">
                      <a16:creationId xmlns:a16="http://schemas.microsoft.com/office/drawing/2014/main" id="{22D337FE-9DD1-3246-8616-2EA35C66807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7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65" name="Line 141">
                  <a:extLst>
                    <a:ext uri="{FF2B5EF4-FFF2-40B4-BE49-F238E27FC236}">
                      <a16:creationId xmlns:a16="http://schemas.microsoft.com/office/drawing/2014/main" id="{CC422D8F-3988-784B-BEBA-5F1200A73ED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</p:grpSp>
        <p:sp>
          <p:nvSpPr>
            <p:cNvPr id="212330" name="Oval 417">
              <a:extLst>
                <a:ext uri="{FF2B5EF4-FFF2-40B4-BE49-F238E27FC236}">
                  <a16:creationId xmlns:a16="http://schemas.microsoft.com/office/drawing/2014/main" id="{F3EB77C2-B4A7-E04E-86B3-4302FFACEC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600" y="4165600"/>
              <a:ext cx="3086100" cy="1168400"/>
            </a:xfrm>
            <a:prstGeom prst="ellipse">
              <a:avLst/>
            </a:prstGeom>
            <a:solidFill>
              <a:srgbClr val="3C6C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grpSp>
          <p:nvGrpSpPr>
            <p:cNvPr id="212331" name="Group 133">
              <a:extLst>
                <a:ext uri="{FF2B5EF4-FFF2-40B4-BE49-F238E27FC236}">
                  <a16:creationId xmlns:a16="http://schemas.microsoft.com/office/drawing/2014/main" id="{E7351890-CEBA-A646-89FA-AF22BBF321A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2272" y="4264503"/>
              <a:ext cx="513732" cy="157430"/>
              <a:chOff x="2356" y="1300"/>
              <a:chExt cx="555" cy="194"/>
            </a:xfrm>
          </p:grpSpPr>
          <p:sp>
            <p:nvSpPr>
              <p:cNvPr id="212434" name="Oval 492">
                <a:extLst>
                  <a:ext uri="{FF2B5EF4-FFF2-40B4-BE49-F238E27FC236}">
                    <a16:creationId xmlns:a16="http://schemas.microsoft.com/office/drawing/2014/main" id="{EEBD2308-D2A0-AC49-9242-53715D1863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35" name="Rectangle 410">
                <a:extLst>
                  <a:ext uri="{FF2B5EF4-FFF2-40B4-BE49-F238E27FC236}">
                    <a16:creationId xmlns:a16="http://schemas.microsoft.com/office/drawing/2014/main" id="{532FA6EB-1ED3-8B41-9477-C8FD35FEE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36" name="Oval 411">
                <a:extLst>
                  <a:ext uri="{FF2B5EF4-FFF2-40B4-BE49-F238E27FC236}">
                    <a16:creationId xmlns:a16="http://schemas.microsoft.com/office/drawing/2014/main" id="{7B459852-FD3F-344F-B1D8-5499EFA31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437" name="Group 137">
                <a:extLst>
                  <a:ext uri="{FF2B5EF4-FFF2-40B4-BE49-F238E27FC236}">
                    <a16:creationId xmlns:a16="http://schemas.microsoft.com/office/drawing/2014/main" id="{ED6A6714-077A-F745-B1C2-F48388EAF96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40" name="Freeform 138">
                  <a:extLst>
                    <a:ext uri="{FF2B5EF4-FFF2-40B4-BE49-F238E27FC236}">
                      <a16:creationId xmlns:a16="http://schemas.microsoft.com/office/drawing/2014/main" id="{FC08ABC9-D715-6C4C-B404-5FAE1905BD6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41" name="Freeform 139">
                  <a:extLst>
                    <a:ext uri="{FF2B5EF4-FFF2-40B4-BE49-F238E27FC236}">
                      <a16:creationId xmlns:a16="http://schemas.microsoft.com/office/drawing/2014/main" id="{67601DD4-804A-B34E-BDC9-E672FC8A461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438" name="Line 140">
                <a:extLst>
                  <a:ext uri="{FF2B5EF4-FFF2-40B4-BE49-F238E27FC236}">
                    <a16:creationId xmlns:a16="http://schemas.microsoft.com/office/drawing/2014/main" id="{41294936-6401-5640-9DE5-9B9F307CD1F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39" name="Line 141">
                <a:extLst>
                  <a:ext uri="{FF2B5EF4-FFF2-40B4-BE49-F238E27FC236}">
                    <a16:creationId xmlns:a16="http://schemas.microsoft.com/office/drawing/2014/main" id="{FAB6011B-18DC-7041-93B1-5B583D1FF28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cxnSp>
          <p:nvCxnSpPr>
            <p:cNvPr id="212332" name="Straight Connector 419">
              <a:extLst>
                <a:ext uri="{FF2B5EF4-FFF2-40B4-BE49-F238E27FC236}">
                  <a16:creationId xmlns:a16="http://schemas.microsoft.com/office/drawing/2014/main" id="{092470B9-25E6-754D-8107-D52A201D7C5C}"/>
                </a:ext>
              </a:extLst>
            </p:cNvPr>
            <p:cNvCxnSpPr>
              <a:cxnSpLocks noChangeShapeType="1"/>
              <a:stCxn id="212439" idx="0"/>
            </p:cNvCxnSpPr>
            <p:nvPr/>
          </p:nvCxnSpPr>
          <p:spPr bwMode="auto">
            <a:xfrm>
              <a:off x="2662301" y="4315627"/>
              <a:ext cx="940542" cy="11630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3" name="Straight Connector 420">
              <a:extLst>
                <a:ext uri="{FF2B5EF4-FFF2-40B4-BE49-F238E27FC236}">
                  <a16:creationId xmlns:a16="http://schemas.microsoft.com/office/drawing/2014/main" id="{1D46469C-FF4A-124C-9333-1C53B887412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12420" y="4624312"/>
              <a:ext cx="116433" cy="710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4" name="Straight Connector 421">
              <a:extLst>
                <a:ext uri="{FF2B5EF4-FFF2-40B4-BE49-F238E27FC236}">
                  <a16:creationId xmlns:a16="http://schemas.microsoft.com/office/drawing/2014/main" id="{DD95A713-4EED-B644-8C9C-300479A1AF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920421" y="4797923"/>
              <a:ext cx="234667" cy="3886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5" name="Straight Connector 422">
              <a:extLst>
                <a:ext uri="{FF2B5EF4-FFF2-40B4-BE49-F238E27FC236}">
                  <a16:creationId xmlns:a16="http://schemas.microsoft.com/office/drawing/2014/main" id="{9FD77C7D-708D-3B42-A3AD-E02039445C3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636021" y="4648552"/>
              <a:ext cx="185893" cy="9334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6" name="Straight Connector 423">
              <a:extLst>
                <a:ext uri="{FF2B5EF4-FFF2-40B4-BE49-F238E27FC236}">
                  <a16:creationId xmlns:a16="http://schemas.microsoft.com/office/drawing/2014/main" id="{B22933AE-4816-BF44-845B-6E3CC3BA11B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348386" y="4902261"/>
              <a:ext cx="185893" cy="9334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7" name="Straight Connector 424">
              <a:extLst>
                <a:ext uri="{FF2B5EF4-FFF2-40B4-BE49-F238E27FC236}">
                  <a16:creationId xmlns:a16="http://schemas.microsoft.com/office/drawing/2014/main" id="{BDBAB80A-A0DD-C949-AD2F-A30A123B17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127556" y="4839861"/>
              <a:ext cx="243934" cy="21546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8" name="Straight Connector 425">
              <a:extLst>
                <a:ext uri="{FF2B5EF4-FFF2-40B4-BE49-F238E27FC236}">
                  <a16:creationId xmlns:a16="http://schemas.microsoft.com/office/drawing/2014/main" id="{E14B2FE8-04B9-424A-BCE8-28E93F1095B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601475" y="4827802"/>
              <a:ext cx="342282" cy="10596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39" name="Straight Connector 426">
              <a:extLst>
                <a:ext uri="{FF2B5EF4-FFF2-40B4-BE49-F238E27FC236}">
                  <a16:creationId xmlns:a16="http://schemas.microsoft.com/office/drawing/2014/main" id="{34E7F923-3A06-0F4D-9346-BAD76B407F6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587812" y="4532358"/>
              <a:ext cx="273243" cy="16667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40" name="Straight Connector 427">
              <a:extLst>
                <a:ext uri="{FF2B5EF4-FFF2-40B4-BE49-F238E27FC236}">
                  <a16:creationId xmlns:a16="http://schemas.microsoft.com/office/drawing/2014/main" id="{BB80891E-C3E0-3D4D-BA0B-513467907B5F}"/>
                </a:ext>
              </a:extLst>
            </p:cNvPr>
            <p:cNvCxnSpPr>
              <a:cxnSpLocks noChangeShapeType="1"/>
              <a:endCxn id="212434" idx="4"/>
            </p:cNvCxnSpPr>
            <p:nvPr/>
          </p:nvCxnSpPr>
          <p:spPr bwMode="auto">
            <a:xfrm flipH="1" flipV="1">
              <a:off x="2408213" y="4421934"/>
              <a:ext cx="396306" cy="7426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12341" name="Group 133">
              <a:extLst>
                <a:ext uri="{FF2B5EF4-FFF2-40B4-BE49-F238E27FC236}">
                  <a16:creationId xmlns:a16="http://schemas.microsoft.com/office/drawing/2014/main" id="{3C9B9C79-44AB-9845-B93F-243C03D2B6B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4256" y="4681760"/>
              <a:ext cx="513732" cy="157430"/>
              <a:chOff x="2356" y="1300"/>
              <a:chExt cx="555" cy="194"/>
            </a:xfrm>
          </p:grpSpPr>
          <p:sp>
            <p:nvSpPr>
              <p:cNvPr id="212426" name="Oval 407">
                <a:extLst>
                  <a:ext uri="{FF2B5EF4-FFF2-40B4-BE49-F238E27FC236}">
                    <a16:creationId xmlns:a16="http://schemas.microsoft.com/office/drawing/2014/main" id="{5B9F3A69-ABCA-854D-9577-C62049D3F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27" name="Rectangle 410">
                <a:extLst>
                  <a:ext uri="{FF2B5EF4-FFF2-40B4-BE49-F238E27FC236}">
                    <a16:creationId xmlns:a16="http://schemas.microsoft.com/office/drawing/2014/main" id="{2639C9AF-BEE6-1E42-B232-4DD8FD7129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28" name="Oval 411">
                <a:extLst>
                  <a:ext uri="{FF2B5EF4-FFF2-40B4-BE49-F238E27FC236}">
                    <a16:creationId xmlns:a16="http://schemas.microsoft.com/office/drawing/2014/main" id="{28499526-DF01-DB46-85E7-6C99CE6E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429" name="Group 137">
                <a:extLst>
                  <a:ext uri="{FF2B5EF4-FFF2-40B4-BE49-F238E27FC236}">
                    <a16:creationId xmlns:a16="http://schemas.microsoft.com/office/drawing/2014/main" id="{40CB12FB-1915-6846-9842-91B6EE7C0A5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32" name="Freeform 138">
                  <a:extLst>
                    <a:ext uri="{FF2B5EF4-FFF2-40B4-BE49-F238E27FC236}">
                      <a16:creationId xmlns:a16="http://schemas.microsoft.com/office/drawing/2014/main" id="{847CB771-DA3E-AC42-B8DF-A1BF5BDEC0E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33" name="Freeform 139">
                  <a:extLst>
                    <a:ext uri="{FF2B5EF4-FFF2-40B4-BE49-F238E27FC236}">
                      <a16:creationId xmlns:a16="http://schemas.microsoft.com/office/drawing/2014/main" id="{E3E08C2B-917B-D346-AA4E-B5EBC713C3F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430" name="Line 140">
                <a:extLst>
                  <a:ext uri="{FF2B5EF4-FFF2-40B4-BE49-F238E27FC236}">
                    <a16:creationId xmlns:a16="http://schemas.microsoft.com/office/drawing/2014/main" id="{99A7E912-C929-E946-B023-45C8446B156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31" name="Line 141">
                <a:extLst>
                  <a:ext uri="{FF2B5EF4-FFF2-40B4-BE49-F238E27FC236}">
                    <a16:creationId xmlns:a16="http://schemas.microsoft.com/office/drawing/2014/main" id="{832EA990-9C84-BB4E-879A-E24BB21279D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212342" name="Group 133">
              <a:extLst>
                <a:ext uri="{FF2B5EF4-FFF2-40B4-BE49-F238E27FC236}">
                  <a16:creationId xmlns:a16="http://schemas.microsoft.com/office/drawing/2014/main" id="{1FD19532-3C6A-6944-B7A0-491DBB859B9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9607" y="4745634"/>
              <a:ext cx="513732" cy="157430"/>
              <a:chOff x="2356" y="1300"/>
              <a:chExt cx="555" cy="194"/>
            </a:xfrm>
          </p:grpSpPr>
          <p:sp>
            <p:nvSpPr>
              <p:cNvPr id="212418" name="Oval 407">
                <a:extLst>
                  <a:ext uri="{FF2B5EF4-FFF2-40B4-BE49-F238E27FC236}">
                    <a16:creationId xmlns:a16="http://schemas.microsoft.com/office/drawing/2014/main" id="{EF59029F-35B4-5849-B931-B02AC2AB14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19" name="Rectangle 410">
                <a:extLst>
                  <a:ext uri="{FF2B5EF4-FFF2-40B4-BE49-F238E27FC236}">
                    <a16:creationId xmlns:a16="http://schemas.microsoft.com/office/drawing/2014/main" id="{08EBCE26-9B87-5E46-B45E-E25C0C68FD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20" name="Oval 411">
                <a:extLst>
                  <a:ext uri="{FF2B5EF4-FFF2-40B4-BE49-F238E27FC236}">
                    <a16:creationId xmlns:a16="http://schemas.microsoft.com/office/drawing/2014/main" id="{0F10270F-362A-6542-AE2B-5ADF00F2B4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421" name="Group 137">
                <a:extLst>
                  <a:ext uri="{FF2B5EF4-FFF2-40B4-BE49-F238E27FC236}">
                    <a16:creationId xmlns:a16="http://schemas.microsoft.com/office/drawing/2014/main" id="{B2B95FB2-765D-8E40-8C40-F185E5E13DF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24" name="Freeform 138">
                  <a:extLst>
                    <a:ext uri="{FF2B5EF4-FFF2-40B4-BE49-F238E27FC236}">
                      <a16:creationId xmlns:a16="http://schemas.microsoft.com/office/drawing/2014/main" id="{CE942ADE-85A2-6D40-8786-3982111C0C3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25" name="Freeform 139">
                  <a:extLst>
                    <a:ext uri="{FF2B5EF4-FFF2-40B4-BE49-F238E27FC236}">
                      <a16:creationId xmlns:a16="http://schemas.microsoft.com/office/drawing/2014/main" id="{4709E040-8779-E148-8461-4E6DD6FF313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422" name="Line 140">
                <a:extLst>
                  <a:ext uri="{FF2B5EF4-FFF2-40B4-BE49-F238E27FC236}">
                    <a16:creationId xmlns:a16="http://schemas.microsoft.com/office/drawing/2014/main" id="{2EC5C348-D5F7-E848-916C-C461A6C4808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23" name="Line 141">
                <a:extLst>
                  <a:ext uri="{FF2B5EF4-FFF2-40B4-BE49-F238E27FC236}">
                    <a16:creationId xmlns:a16="http://schemas.microsoft.com/office/drawing/2014/main" id="{53C8DA15-629E-8D47-9DC4-63C6A069CF6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212343" name="Group 133">
              <a:extLst>
                <a:ext uri="{FF2B5EF4-FFF2-40B4-BE49-F238E27FC236}">
                  <a16:creationId xmlns:a16="http://schemas.microsoft.com/office/drawing/2014/main" id="{765B90C5-892F-0246-B0AA-9171237C36F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7612" y="4492209"/>
              <a:ext cx="513732" cy="157430"/>
              <a:chOff x="2356" y="1300"/>
              <a:chExt cx="555" cy="194"/>
            </a:xfrm>
          </p:grpSpPr>
          <p:sp>
            <p:nvSpPr>
              <p:cNvPr id="212410" name="Oval 407">
                <a:extLst>
                  <a:ext uri="{FF2B5EF4-FFF2-40B4-BE49-F238E27FC236}">
                    <a16:creationId xmlns:a16="http://schemas.microsoft.com/office/drawing/2014/main" id="{8450505A-D0E4-334D-A6D2-E56B9DCE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11" name="Rectangle 410">
                <a:extLst>
                  <a:ext uri="{FF2B5EF4-FFF2-40B4-BE49-F238E27FC236}">
                    <a16:creationId xmlns:a16="http://schemas.microsoft.com/office/drawing/2014/main" id="{ACCBA3C4-5E92-5D42-822C-E712FCFC37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12" name="Oval 411">
                <a:extLst>
                  <a:ext uri="{FF2B5EF4-FFF2-40B4-BE49-F238E27FC236}">
                    <a16:creationId xmlns:a16="http://schemas.microsoft.com/office/drawing/2014/main" id="{A3386F0E-8B2D-5841-A6BD-B8C379AA99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413" name="Group 137">
                <a:extLst>
                  <a:ext uri="{FF2B5EF4-FFF2-40B4-BE49-F238E27FC236}">
                    <a16:creationId xmlns:a16="http://schemas.microsoft.com/office/drawing/2014/main" id="{26F2B019-E293-DC4E-9699-082AD56AFB3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16" name="Freeform 138">
                  <a:extLst>
                    <a:ext uri="{FF2B5EF4-FFF2-40B4-BE49-F238E27FC236}">
                      <a16:creationId xmlns:a16="http://schemas.microsoft.com/office/drawing/2014/main" id="{DB730DFB-10CF-834A-8A1F-8D99EAB4C9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17" name="Freeform 139">
                  <a:extLst>
                    <a:ext uri="{FF2B5EF4-FFF2-40B4-BE49-F238E27FC236}">
                      <a16:creationId xmlns:a16="http://schemas.microsoft.com/office/drawing/2014/main" id="{294C6390-D20F-8D4E-92C7-D8D0368A016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414" name="Line 140">
                <a:extLst>
                  <a:ext uri="{FF2B5EF4-FFF2-40B4-BE49-F238E27FC236}">
                    <a16:creationId xmlns:a16="http://schemas.microsoft.com/office/drawing/2014/main" id="{0CC4C051-92D9-0C4A-BA08-6AA3F7B6C74B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15" name="Line 141">
                <a:extLst>
                  <a:ext uri="{FF2B5EF4-FFF2-40B4-BE49-F238E27FC236}">
                    <a16:creationId xmlns:a16="http://schemas.microsoft.com/office/drawing/2014/main" id="{DADFDC5E-543D-1A4F-9535-A63BAF4AD45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212344" name="Group 133">
              <a:extLst>
                <a:ext uri="{FF2B5EF4-FFF2-40B4-BE49-F238E27FC236}">
                  <a16:creationId xmlns:a16="http://schemas.microsoft.com/office/drawing/2014/main" id="{AC489919-23DC-A74F-BC5E-03B0780A3DD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8257" y="4374518"/>
              <a:ext cx="513732" cy="157430"/>
              <a:chOff x="2356" y="1300"/>
              <a:chExt cx="555" cy="194"/>
            </a:xfrm>
          </p:grpSpPr>
          <p:sp>
            <p:nvSpPr>
              <p:cNvPr id="212402" name="Oval 407">
                <a:extLst>
                  <a:ext uri="{FF2B5EF4-FFF2-40B4-BE49-F238E27FC236}">
                    <a16:creationId xmlns:a16="http://schemas.microsoft.com/office/drawing/2014/main" id="{8F62846A-7ED3-0D41-893C-AA8ABCCEC1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03" name="Rectangle 410">
                <a:extLst>
                  <a:ext uri="{FF2B5EF4-FFF2-40B4-BE49-F238E27FC236}">
                    <a16:creationId xmlns:a16="http://schemas.microsoft.com/office/drawing/2014/main" id="{1A61DF7E-4CE5-2E4D-87F9-D1A9222CA5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04" name="Oval 411">
                <a:extLst>
                  <a:ext uri="{FF2B5EF4-FFF2-40B4-BE49-F238E27FC236}">
                    <a16:creationId xmlns:a16="http://schemas.microsoft.com/office/drawing/2014/main" id="{AF3C5BB6-1980-E74F-937E-401D386C54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405" name="Group 137">
                <a:extLst>
                  <a:ext uri="{FF2B5EF4-FFF2-40B4-BE49-F238E27FC236}">
                    <a16:creationId xmlns:a16="http://schemas.microsoft.com/office/drawing/2014/main" id="{E7951780-FF12-1D42-AE17-FA840E6A5C4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08" name="Freeform 138">
                  <a:extLst>
                    <a:ext uri="{FF2B5EF4-FFF2-40B4-BE49-F238E27FC236}">
                      <a16:creationId xmlns:a16="http://schemas.microsoft.com/office/drawing/2014/main" id="{C3EB81B5-31D1-674A-8C3D-F4835472A8C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09" name="Freeform 139">
                  <a:extLst>
                    <a:ext uri="{FF2B5EF4-FFF2-40B4-BE49-F238E27FC236}">
                      <a16:creationId xmlns:a16="http://schemas.microsoft.com/office/drawing/2014/main" id="{AFA1D2D9-AC22-6C46-9804-C3A0F022165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406" name="Line 140">
                <a:extLst>
                  <a:ext uri="{FF2B5EF4-FFF2-40B4-BE49-F238E27FC236}">
                    <a16:creationId xmlns:a16="http://schemas.microsoft.com/office/drawing/2014/main" id="{3BE3CB23-B550-B24A-961B-B7696B26571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407" name="Line 141">
                <a:extLst>
                  <a:ext uri="{FF2B5EF4-FFF2-40B4-BE49-F238E27FC236}">
                    <a16:creationId xmlns:a16="http://schemas.microsoft.com/office/drawing/2014/main" id="{056EB8FE-8CB2-3D4C-A84C-9CF5FF1D029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212345" name="Group 133">
              <a:extLst>
                <a:ext uri="{FF2B5EF4-FFF2-40B4-BE49-F238E27FC236}">
                  <a16:creationId xmlns:a16="http://schemas.microsoft.com/office/drawing/2014/main" id="{9708FB44-81F0-8F46-A168-91749747EB0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7517" y="4879602"/>
              <a:ext cx="513732" cy="157430"/>
              <a:chOff x="2356" y="1300"/>
              <a:chExt cx="555" cy="194"/>
            </a:xfrm>
          </p:grpSpPr>
          <p:sp>
            <p:nvSpPr>
              <p:cNvPr id="212394" name="Oval 407">
                <a:extLst>
                  <a:ext uri="{FF2B5EF4-FFF2-40B4-BE49-F238E27FC236}">
                    <a16:creationId xmlns:a16="http://schemas.microsoft.com/office/drawing/2014/main" id="{2F33FFD2-A75D-DD42-873F-D609918834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95" name="Rectangle 410">
                <a:extLst>
                  <a:ext uri="{FF2B5EF4-FFF2-40B4-BE49-F238E27FC236}">
                    <a16:creationId xmlns:a16="http://schemas.microsoft.com/office/drawing/2014/main" id="{C19BA767-E55C-584A-A7CA-8D0E63010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96" name="Oval 411">
                <a:extLst>
                  <a:ext uri="{FF2B5EF4-FFF2-40B4-BE49-F238E27FC236}">
                    <a16:creationId xmlns:a16="http://schemas.microsoft.com/office/drawing/2014/main" id="{0AA72197-3A39-014C-AEC8-CA58E95ECC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397" name="Group 137">
                <a:extLst>
                  <a:ext uri="{FF2B5EF4-FFF2-40B4-BE49-F238E27FC236}">
                    <a16:creationId xmlns:a16="http://schemas.microsoft.com/office/drawing/2014/main" id="{6C0714E0-0094-2940-B423-9E87F53FA0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400" name="Freeform 138">
                  <a:extLst>
                    <a:ext uri="{FF2B5EF4-FFF2-40B4-BE49-F238E27FC236}">
                      <a16:creationId xmlns:a16="http://schemas.microsoft.com/office/drawing/2014/main" id="{1DEC0890-CFB3-D142-BDBA-01853CAC8BA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401" name="Freeform 139">
                  <a:extLst>
                    <a:ext uri="{FF2B5EF4-FFF2-40B4-BE49-F238E27FC236}">
                      <a16:creationId xmlns:a16="http://schemas.microsoft.com/office/drawing/2014/main" id="{55989B49-AAF6-3949-BAD4-D234242AC8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398" name="Line 140">
                <a:extLst>
                  <a:ext uri="{FF2B5EF4-FFF2-40B4-BE49-F238E27FC236}">
                    <a16:creationId xmlns:a16="http://schemas.microsoft.com/office/drawing/2014/main" id="{1C513002-E3FB-3243-8B2D-E2410BA085F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99" name="Line 141">
                <a:extLst>
                  <a:ext uri="{FF2B5EF4-FFF2-40B4-BE49-F238E27FC236}">
                    <a16:creationId xmlns:a16="http://schemas.microsoft.com/office/drawing/2014/main" id="{667FCE78-4768-944A-AC97-0F371A72C3D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212346" name="Group 133">
              <a:extLst>
                <a:ext uri="{FF2B5EF4-FFF2-40B4-BE49-F238E27FC236}">
                  <a16:creationId xmlns:a16="http://schemas.microsoft.com/office/drawing/2014/main" id="{BAC969A7-FBF2-7E4A-83B2-CEC18BF3168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7730" y="5041361"/>
              <a:ext cx="513732" cy="157430"/>
              <a:chOff x="2356" y="1300"/>
              <a:chExt cx="555" cy="194"/>
            </a:xfrm>
          </p:grpSpPr>
          <p:sp>
            <p:nvSpPr>
              <p:cNvPr id="212386" name="Oval 407">
                <a:extLst>
                  <a:ext uri="{FF2B5EF4-FFF2-40B4-BE49-F238E27FC236}">
                    <a16:creationId xmlns:a16="http://schemas.microsoft.com/office/drawing/2014/main" id="{F9C686C5-20E3-4D4C-9476-74BB5092C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87" name="Rectangle 410">
                <a:extLst>
                  <a:ext uri="{FF2B5EF4-FFF2-40B4-BE49-F238E27FC236}">
                    <a16:creationId xmlns:a16="http://schemas.microsoft.com/office/drawing/2014/main" id="{303650D4-5E03-4C4E-A363-372D37C537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88" name="Oval 411">
                <a:extLst>
                  <a:ext uri="{FF2B5EF4-FFF2-40B4-BE49-F238E27FC236}">
                    <a16:creationId xmlns:a16="http://schemas.microsoft.com/office/drawing/2014/main" id="{C3921D9A-BB10-C74A-9C49-2E9FFB4B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389" name="Group 137">
                <a:extLst>
                  <a:ext uri="{FF2B5EF4-FFF2-40B4-BE49-F238E27FC236}">
                    <a16:creationId xmlns:a16="http://schemas.microsoft.com/office/drawing/2014/main" id="{1368B42A-E1D4-4E41-A535-6A0F08ED5C7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392" name="Freeform 138">
                  <a:extLst>
                    <a:ext uri="{FF2B5EF4-FFF2-40B4-BE49-F238E27FC236}">
                      <a16:creationId xmlns:a16="http://schemas.microsoft.com/office/drawing/2014/main" id="{DC2B0CDE-E5F3-8B4D-AEBE-6210B39491D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393" name="Freeform 139">
                  <a:extLst>
                    <a:ext uri="{FF2B5EF4-FFF2-40B4-BE49-F238E27FC236}">
                      <a16:creationId xmlns:a16="http://schemas.microsoft.com/office/drawing/2014/main" id="{AE410816-FCD6-7E45-A8F5-619164B609A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390" name="Line 140">
                <a:extLst>
                  <a:ext uri="{FF2B5EF4-FFF2-40B4-BE49-F238E27FC236}">
                    <a16:creationId xmlns:a16="http://schemas.microsoft.com/office/drawing/2014/main" id="{97701F79-D645-3040-823B-E562904B57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91" name="Line 141">
                <a:extLst>
                  <a:ext uri="{FF2B5EF4-FFF2-40B4-BE49-F238E27FC236}">
                    <a16:creationId xmlns:a16="http://schemas.microsoft.com/office/drawing/2014/main" id="{C2C3393C-A20E-2546-BA69-6E66D108EE2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grpSp>
          <p:nvGrpSpPr>
            <p:cNvPr id="212347" name="Group 133">
              <a:extLst>
                <a:ext uri="{FF2B5EF4-FFF2-40B4-BE49-F238E27FC236}">
                  <a16:creationId xmlns:a16="http://schemas.microsoft.com/office/drawing/2014/main" id="{52520BE8-E097-9D4A-90EB-4DB743A57D2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6981" y="4995528"/>
              <a:ext cx="513732" cy="157430"/>
              <a:chOff x="2356" y="1300"/>
              <a:chExt cx="555" cy="194"/>
            </a:xfrm>
          </p:grpSpPr>
          <p:sp>
            <p:nvSpPr>
              <p:cNvPr id="212378" name="Oval 407">
                <a:extLst>
                  <a:ext uri="{FF2B5EF4-FFF2-40B4-BE49-F238E27FC236}">
                    <a16:creationId xmlns:a16="http://schemas.microsoft.com/office/drawing/2014/main" id="{17851E51-11FE-E54F-9828-F63F524083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79" name="Rectangle 410">
                <a:extLst>
                  <a:ext uri="{FF2B5EF4-FFF2-40B4-BE49-F238E27FC236}">
                    <a16:creationId xmlns:a16="http://schemas.microsoft.com/office/drawing/2014/main" id="{652E2E03-B9B4-8844-A236-4B0AE6464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80" name="Oval 411">
                <a:extLst>
                  <a:ext uri="{FF2B5EF4-FFF2-40B4-BE49-F238E27FC236}">
                    <a16:creationId xmlns:a16="http://schemas.microsoft.com/office/drawing/2014/main" id="{7B869092-152F-8849-94DF-C2E8EEB81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381" name="Group 137">
                <a:extLst>
                  <a:ext uri="{FF2B5EF4-FFF2-40B4-BE49-F238E27FC236}">
                    <a16:creationId xmlns:a16="http://schemas.microsoft.com/office/drawing/2014/main" id="{D7AB1565-C144-CF40-923D-62CBCCEB807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2384" name="Freeform 138">
                  <a:extLst>
                    <a:ext uri="{FF2B5EF4-FFF2-40B4-BE49-F238E27FC236}">
                      <a16:creationId xmlns:a16="http://schemas.microsoft.com/office/drawing/2014/main" id="{79DCBDC9-25CB-D04A-B18F-49C0271ECBE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385" name="Freeform 139">
                  <a:extLst>
                    <a:ext uri="{FF2B5EF4-FFF2-40B4-BE49-F238E27FC236}">
                      <a16:creationId xmlns:a16="http://schemas.microsoft.com/office/drawing/2014/main" id="{EE1506B3-91A9-8545-BF42-773A7261D0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20000"/>
                    </a:spcBef>
                    <a:spcAft>
                      <a:spcPct val="0"/>
                    </a:spcAft>
                    <a:buClr>
                      <a:srgbClr val="3333CC"/>
                    </a:buClr>
                    <a:buSzPct val="85000"/>
                    <a:buFontTx/>
                    <a:buNone/>
                    <a:tabLst/>
                    <a:defRPr/>
                  </a:pPr>
                  <a:endParaRPr kumimoji="0" lang="en-US" sz="20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382" name="Line 140">
                <a:extLst>
                  <a:ext uri="{FF2B5EF4-FFF2-40B4-BE49-F238E27FC236}">
                    <a16:creationId xmlns:a16="http://schemas.microsoft.com/office/drawing/2014/main" id="{6D758495-4525-1840-9108-433D7676F03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383" name="Line 141">
                <a:extLst>
                  <a:ext uri="{FF2B5EF4-FFF2-40B4-BE49-F238E27FC236}">
                    <a16:creationId xmlns:a16="http://schemas.microsoft.com/office/drawing/2014/main" id="{F9EE4465-F2B1-6849-A118-0B1C30F339E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  <p:cxnSp>
          <p:nvCxnSpPr>
            <p:cNvPr id="212348" name="Straight Connector 12">
              <a:extLst>
                <a:ext uri="{FF2B5EF4-FFF2-40B4-BE49-F238E27FC236}">
                  <a16:creationId xmlns:a16="http://schemas.microsoft.com/office/drawing/2014/main" id="{B6714E0E-0D31-C84D-8D9E-9FCB38926A94}"/>
                </a:ext>
              </a:extLst>
            </p:cNvPr>
            <p:cNvCxnSpPr>
              <a:cxnSpLocks noChangeShapeType="1"/>
              <a:endCxn id="212518" idx="1"/>
            </p:cNvCxnSpPr>
            <p:nvPr/>
          </p:nvCxnSpPr>
          <p:spPr bwMode="auto">
            <a:xfrm>
              <a:off x="2382838" y="2609850"/>
              <a:ext cx="238125" cy="2619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49" name="Straight Connector 500">
              <a:extLst>
                <a:ext uri="{FF2B5EF4-FFF2-40B4-BE49-F238E27FC236}">
                  <a16:creationId xmlns:a16="http://schemas.microsoft.com/office/drawing/2014/main" id="{8155903A-B103-D14E-8CCC-1DFA8FB2545E}"/>
                </a:ext>
              </a:extLst>
            </p:cNvPr>
            <p:cNvCxnSpPr>
              <a:cxnSpLocks noChangeShapeType="1"/>
              <a:stCxn id="212314" idx="8"/>
              <a:endCxn id="212375" idx="2"/>
            </p:cNvCxnSpPr>
            <p:nvPr/>
          </p:nvCxnSpPr>
          <p:spPr bwMode="auto">
            <a:xfrm>
              <a:off x="1455738" y="2990850"/>
              <a:ext cx="38100" cy="30956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0" name="Straight Connector 501">
              <a:extLst>
                <a:ext uri="{FF2B5EF4-FFF2-40B4-BE49-F238E27FC236}">
                  <a16:creationId xmlns:a16="http://schemas.microsoft.com/office/drawing/2014/main" id="{7AC7E695-EA07-3046-99DC-F8FD9D67454A}"/>
                </a:ext>
              </a:extLst>
            </p:cNvPr>
            <p:cNvCxnSpPr>
              <a:cxnSpLocks noChangeShapeType="1"/>
              <a:endCxn id="212375" idx="3"/>
            </p:cNvCxnSpPr>
            <p:nvPr/>
          </p:nvCxnSpPr>
          <p:spPr bwMode="auto">
            <a:xfrm>
              <a:off x="1235075" y="3271838"/>
              <a:ext cx="123825" cy="21272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1" name="Straight Connector 502">
              <a:extLst>
                <a:ext uri="{FF2B5EF4-FFF2-40B4-BE49-F238E27FC236}">
                  <a16:creationId xmlns:a16="http://schemas.microsoft.com/office/drawing/2014/main" id="{FBEF241B-F253-EF47-B879-F39C832F0097}"/>
                </a:ext>
              </a:extLst>
            </p:cNvPr>
            <p:cNvCxnSpPr>
              <a:cxnSpLocks noChangeShapeType="1"/>
              <a:endCxn id="212486" idx="1"/>
            </p:cNvCxnSpPr>
            <p:nvPr/>
          </p:nvCxnSpPr>
          <p:spPr bwMode="auto">
            <a:xfrm>
              <a:off x="3916363" y="2411413"/>
              <a:ext cx="307975" cy="57308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2" name="Straight Connector 503">
              <a:extLst>
                <a:ext uri="{FF2B5EF4-FFF2-40B4-BE49-F238E27FC236}">
                  <a16:creationId xmlns:a16="http://schemas.microsoft.com/office/drawing/2014/main" id="{0A2E296A-C992-6B43-B5B6-1F149E2F6438}"/>
                </a:ext>
              </a:extLst>
            </p:cNvPr>
            <p:cNvCxnSpPr>
              <a:cxnSpLocks noChangeShapeType="1"/>
              <a:endCxn id="212486" idx="0"/>
            </p:cNvCxnSpPr>
            <p:nvPr/>
          </p:nvCxnSpPr>
          <p:spPr bwMode="auto">
            <a:xfrm flipH="1">
              <a:off x="4425950" y="2389188"/>
              <a:ext cx="384175" cy="57943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3" name="Straight Connector 504">
              <a:extLst>
                <a:ext uri="{FF2B5EF4-FFF2-40B4-BE49-F238E27FC236}">
                  <a16:creationId xmlns:a16="http://schemas.microsoft.com/office/drawing/2014/main" id="{0BB8E01C-35B8-5443-AA35-94FD0ED7D221}"/>
                </a:ext>
              </a:extLst>
            </p:cNvPr>
            <p:cNvCxnSpPr>
              <a:cxnSpLocks noChangeShapeType="1"/>
              <a:endCxn id="212568" idx="0"/>
            </p:cNvCxnSpPr>
            <p:nvPr/>
          </p:nvCxnSpPr>
          <p:spPr bwMode="auto">
            <a:xfrm>
              <a:off x="6770688" y="2900363"/>
              <a:ext cx="215900" cy="104616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4" name="Straight Connector 505">
              <a:extLst>
                <a:ext uri="{FF2B5EF4-FFF2-40B4-BE49-F238E27FC236}">
                  <a16:creationId xmlns:a16="http://schemas.microsoft.com/office/drawing/2014/main" id="{3F481430-2BCB-0248-A5BC-932728EDBEA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137400" y="3251200"/>
              <a:ext cx="241300" cy="69215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5" name="Straight Connector 506">
              <a:extLst>
                <a:ext uri="{FF2B5EF4-FFF2-40B4-BE49-F238E27FC236}">
                  <a16:creationId xmlns:a16="http://schemas.microsoft.com/office/drawing/2014/main" id="{DCE29518-A483-9A4A-8A10-D89316C48683}"/>
                </a:ext>
              </a:extLst>
            </p:cNvPr>
            <p:cNvCxnSpPr>
              <a:cxnSpLocks noChangeShapeType="1"/>
              <a:stCxn id="212318" idx="4"/>
              <a:endCxn id="212563" idx="0"/>
            </p:cNvCxnSpPr>
            <p:nvPr/>
          </p:nvCxnSpPr>
          <p:spPr bwMode="auto">
            <a:xfrm flipH="1">
              <a:off x="7483475" y="4229100"/>
              <a:ext cx="541338" cy="2492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6" name="Straight Connector 507">
              <a:extLst>
                <a:ext uri="{FF2B5EF4-FFF2-40B4-BE49-F238E27FC236}">
                  <a16:creationId xmlns:a16="http://schemas.microsoft.com/office/drawing/2014/main" id="{062098A9-49C1-FC4F-BB79-741CE6EB84D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454900" y="4573588"/>
              <a:ext cx="796925" cy="61436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7" name="Straight Connector 508">
              <a:extLst>
                <a:ext uri="{FF2B5EF4-FFF2-40B4-BE49-F238E27FC236}">
                  <a16:creationId xmlns:a16="http://schemas.microsoft.com/office/drawing/2014/main" id="{90054380-151A-B141-BDB3-3E4AA2C38869}"/>
                </a:ext>
              </a:extLst>
            </p:cNvPr>
            <p:cNvCxnSpPr>
              <a:cxnSpLocks noChangeShapeType="1"/>
              <a:endCxn id="212550" idx="5"/>
            </p:cNvCxnSpPr>
            <p:nvPr/>
          </p:nvCxnSpPr>
          <p:spPr bwMode="auto">
            <a:xfrm flipH="1" flipV="1">
              <a:off x="6496050" y="4722813"/>
              <a:ext cx="1047750" cy="96678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8" name="Straight Connector 509">
              <a:extLst>
                <a:ext uri="{FF2B5EF4-FFF2-40B4-BE49-F238E27FC236}">
                  <a16:creationId xmlns:a16="http://schemas.microsoft.com/office/drawing/2014/main" id="{21C0B679-0C15-6945-A3BB-B0ACE9DA5808}"/>
                </a:ext>
              </a:extLst>
            </p:cNvPr>
            <p:cNvCxnSpPr>
              <a:cxnSpLocks noChangeShapeType="1"/>
              <a:stCxn id="212319" idx="0"/>
              <a:endCxn id="212374" idx="5"/>
            </p:cNvCxnSpPr>
            <p:nvPr/>
          </p:nvCxnSpPr>
          <p:spPr bwMode="auto">
            <a:xfrm flipH="1" flipV="1">
              <a:off x="5084763" y="5684838"/>
              <a:ext cx="520700" cy="16986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59" name="Straight Connector 510">
              <a:extLst>
                <a:ext uri="{FF2B5EF4-FFF2-40B4-BE49-F238E27FC236}">
                  <a16:creationId xmlns:a16="http://schemas.microsoft.com/office/drawing/2014/main" id="{33131352-7320-7646-AD94-144B19056B3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068763" y="5045075"/>
              <a:ext cx="371475" cy="9731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0" name="Straight Connector 511">
              <a:extLst>
                <a:ext uri="{FF2B5EF4-FFF2-40B4-BE49-F238E27FC236}">
                  <a16:creationId xmlns:a16="http://schemas.microsoft.com/office/drawing/2014/main" id="{519C1488-2E54-214C-8E4D-12B6C39EB89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89313" y="5689600"/>
              <a:ext cx="306387" cy="16510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1" name="Straight Connector 512">
              <a:extLst>
                <a:ext uri="{FF2B5EF4-FFF2-40B4-BE49-F238E27FC236}">
                  <a16:creationId xmlns:a16="http://schemas.microsoft.com/office/drawing/2014/main" id="{20D11DEC-F7C3-0641-8F5E-C7D41BE01B3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790700" y="5160963"/>
              <a:ext cx="401638" cy="20955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2" name="Straight Connector 513">
              <a:extLst>
                <a:ext uri="{FF2B5EF4-FFF2-40B4-BE49-F238E27FC236}">
                  <a16:creationId xmlns:a16="http://schemas.microsoft.com/office/drawing/2014/main" id="{88CCB251-E7F3-D446-8226-8B6A8179594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179513" y="4467225"/>
              <a:ext cx="227012" cy="28257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3" name="Straight Connector 514">
              <a:extLst>
                <a:ext uri="{FF2B5EF4-FFF2-40B4-BE49-F238E27FC236}">
                  <a16:creationId xmlns:a16="http://schemas.microsoft.com/office/drawing/2014/main" id="{8C9C682C-C537-0B4A-8C35-5EF72924B2CF}"/>
                </a:ext>
              </a:extLst>
            </p:cNvPr>
            <p:cNvCxnSpPr>
              <a:cxnSpLocks noChangeShapeType="1"/>
              <a:endCxn id="212375" idx="5"/>
            </p:cNvCxnSpPr>
            <p:nvPr/>
          </p:nvCxnSpPr>
          <p:spPr bwMode="auto">
            <a:xfrm flipV="1">
              <a:off x="1155700" y="4368800"/>
              <a:ext cx="203200" cy="79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2364" name="Oval 14">
              <a:extLst>
                <a:ext uri="{FF2B5EF4-FFF2-40B4-BE49-F238E27FC236}">
                  <a16:creationId xmlns:a16="http://schemas.microsoft.com/office/drawing/2014/main" id="{12CB2B5E-74D5-1247-86F8-7D424C4BD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7595" y="2896842"/>
              <a:ext cx="528046" cy="30477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cxnSp>
          <p:nvCxnSpPr>
            <p:cNvPr id="212365" name="Straight Connector 18">
              <a:extLst>
                <a:ext uri="{FF2B5EF4-FFF2-40B4-BE49-F238E27FC236}">
                  <a16:creationId xmlns:a16="http://schemas.microsoft.com/office/drawing/2014/main" id="{C9A493C6-7E3B-8F4B-9C35-7487DBD21BF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13288" y="3051291"/>
              <a:ext cx="964307" cy="26892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6" name="Straight Connector 516">
              <a:extLst>
                <a:ext uri="{FF2B5EF4-FFF2-40B4-BE49-F238E27FC236}">
                  <a16:creationId xmlns:a16="http://schemas.microsoft.com/office/drawing/2014/main" id="{EA165901-B4F4-9149-8D94-F5D1EF46D02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39457" y="3169615"/>
              <a:ext cx="691556" cy="78484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67" name="Straight Connector 515">
              <a:extLst>
                <a:ext uri="{FF2B5EF4-FFF2-40B4-BE49-F238E27FC236}">
                  <a16:creationId xmlns:a16="http://schemas.microsoft.com/office/drawing/2014/main" id="{8F5D51C1-226C-6041-A49C-77285E66A8F2}"/>
                </a:ext>
              </a:extLst>
            </p:cNvPr>
            <p:cNvCxnSpPr>
              <a:cxnSpLocks noChangeShapeType="1"/>
              <a:stCxn id="212404" idx="0"/>
            </p:cNvCxnSpPr>
            <p:nvPr/>
          </p:nvCxnSpPr>
          <p:spPr bwMode="auto">
            <a:xfrm flipV="1">
              <a:off x="3832888" y="4233720"/>
              <a:ext cx="190494" cy="14143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2368" name="Oval 521">
              <a:extLst>
                <a:ext uri="{FF2B5EF4-FFF2-40B4-BE49-F238E27FC236}">
                  <a16:creationId xmlns:a16="http://schemas.microsoft.com/office/drawing/2014/main" id="{A11BC0A9-92CD-6445-B4EA-5AB7ECED09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543" y="3959560"/>
              <a:ext cx="528230" cy="30505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   </a:t>
              </a:r>
            </a:p>
          </p:txBody>
        </p:sp>
        <p:cxnSp>
          <p:nvCxnSpPr>
            <p:cNvPr id="212369" name="Straight Connector 519">
              <a:extLst>
                <a:ext uri="{FF2B5EF4-FFF2-40B4-BE49-F238E27FC236}">
                  <a16:creationId xmlns:a16="http://schemas.microsoft.com/office/drawing/2014/main" id="{0D76712C-6BAC-0F4F-83BA-864634AFEA71}"/>
                </a:ext>
              </a:extLst>
            </p:cNvPr>
            <p:cNvCxnSpPr>
              <a:cxnSpLocks noChangeShapeType="1"/>
              <a:stCxn id="212368" idx="6"/>
              <a:endCxn id="212602" idx="1"/>
            </p:cNvCxnSpPr>
            <p:nvPr/>
          </p:nvCxnSpPr>
          <p:spPr bwMode="auto">
            <a:xfrm flipV="1">
              <a:off x="4460773" y="3953940"/>
              <a:ext cx="770040" cy="158145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70" name="Straight Connector 520">
              <a:extLst>
                <a:ext uri="{FF2B5EF4-FFF2-40B4-BE49-F238E27FC236}">
                  <a16:creationId xmlns:a16="http://schemas.microsoft.com/office/drawing/2014/main" id="{BF1055A1-7731-DD4B-9C17-14D79C2BE26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92525" y="3789363"/>
              <a:ext cx="342828" cy="205015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71" name="Straight Connector 7">
              <a:extLst>
                <a:ext uri="{FF2B5EF4-FFF2-40B4-BE49-F238E27FC236}">
                  <a16:creationId xmlns:a16="http://schemas.microsoft.com/office/drawing/2014/main" id="{DD44BBBA-67CC-324B-82FA-1F06761240E6}"/>
                </a:ext>
              </a:extLst>
            </p:cNvPr>
            <p:cNvCxnSpPr>
              <a:cxnSpLocks noChangeShapeType="1"/>
              <a:stCxn id="212476" idx="5"/>
              <a:endCxn id="212600" idx="1"/>
            </p:cNvCxnSpPr>
            <p:nvPr/>
          </p:nvCxnSpPr>
          <p:spPr bwMode="auto">
            <a:xfrm>
              <a:off x="4876727" y="3633788"/>
              <a:ext cx="431873" cy="22237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72" name="Straight Connector 415">
              <a:extLst>
                <a:ext uri="{FF2B5EF4-FFF2-40B4-BE49-F238E27FC236}">
                  <a16:creationId xmlns:a16="http://schemas.microsoft.com/office/drawing/2014/main" id="{E5879C3B-C51B-F044-AB12-0AC49119D6A9}"/>
                </a:ext>
              </a:extLst>
            </p:cNvPr>
            <p:cNvCxnSpPr>
              <a:cxnSpLocks noChangeShapeType="1"/>
              <a:endCxn id="212436" idx="0"/>
            </p:cNvCxnSpPr>
            <p:nvPr/>
          </p:nvCxnSpPr>
          <p:spPr bwMode="auto">
            <a:xfrm flipH="1">
              <a:off x="2406650" y="3753813"/>
              <a:ext cx="282556" cy="511097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73" name="Straight Connector 523">
              <a:extLst>
                <a:ext uri="{FF2B5EF4-FFF2-40B4-BE49-F238E27FC236}">
                  <a16:creationId xmlns:a16="http://schemas.microsoft.com/office/drawing/2014/main" id="{38228BDF-4479-0A49-B534-DBFBE9AC9F97}"/>
                </a:ext>
              </a:extLst>
            </p:cNvPr>
            <p:cNvCxnSpPr>
              <a:cxnSpLocks noChangeShapeType="1"/>
              <a:stCxn id="212399" idx="0"/>
            </p:cNvCxnSpPr>
            <p:nvPr/>
          </p:nvCxnSpPr>
          <p:spPr bwMode="auto">
            <a:xfrm flipV="1">
              <a:off x="4307761" y="4626483"/>
              <a:ext cx="844015" cy="304292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2374" name="Oval 6">
              <a:extLst>
                <a:ext uri="{FF2B5EF4-FFF2-40B4-BE49-F238E27FC236}">
                  <a16:creationId xmlns:a16="http://schemas.microsoft.com/office/drawing/2014/main" id="{E8F4E564-B0C5-094F-B054-D95E2EB4DC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100" y="5359400"/>
              <a:ext cx="2044700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2375" name="Oval 517">
              <a:extLst>
                <a:ext uri="{FF2B5EF4-FFF2-40B4-BE49-F238E27FC236}">
                  <a16:creationId xmlns:a16="http://schemas.microsoft.com/office/drawing/2014/main" id="{3E941375-17AE-A444-BC58-27E4F58BCBA4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67569" y="3736182"/>
              <a:ext cx="1252537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cxnSp>
          <p:nvCxnSpPr>
            <p:cNvPr id="212376" name="Straight Connector 39941">
              <a:extLst>
                <a:ext uri="{FF2B5EF4-FFF2-40B4-BE49-F238E27FC236}">
                  <a16:creationId xmlns:a16="http://schemas.microsoft.com/office/drawing/2014/main" id="{88CB59FF-B4E1-3045-B6B9-87E198A0A2F4}"/>
                </a:ext>
              </a:extLst>
            </p:cNvPr>
            <p:cNvCxnSpPr>
              <a:cxnSpLocks noChangeShapeType="1"/>
              <a:stCxn id="212375" idx="0"/>
              <a:endCxn id="212464" idx="0"/>
            </p:cNvCxnSpPr>
            <p:nvPr/>
          </p:nvCxnSpPr>
          <p:spPr bwMode="auto">
            <a:xfrm flipV="1">
              <a:off x="1684338" y="3654425"/>
              <a:ext cx="758825" cy="27305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2377" name="Straight Connector 524">
              <a:extLst>
                <a:ext uri="{FF2B5EF4-FFF2-40B4-BE49-F238E27FC236}">
                  <a16:creationId xmlns:a16="http://schemas.microsoft.com/office/drawing/2014/main" id="{54823C0A-DE8A-3A46-9135-EC29ADC3944E}"/>
                </a:ext>
              </a:extLst>
            </p:cNvPr>
            <p:cNvCxnSpPr>
              <a:cxnSpLocks noChangeShapeType="1"/>
              <a:endCxn id="212438" idx="1"/>
            </p:cNvCxnSpPr>
            <p:nvPr/>
          </p:nvCxnSpPr>
          <p:spPr bwMode="auto">
            <a:xfrm>
              <a:off x="1685925" y="4111625"/>
              <a:ext cx="466725" cy="269875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1973" name="Group 418">
            <a:extLst>
              <a:ext uri="{FF2B5EF4-FFF2-40B4-BE49-F238E27FC236}">
                <a16:creationId xmlns:a16="http://schemas.microsoft.com/office/drawing/2014/main" id="{64878C9C-88A7-1B45-89D7-909D79798F1A}"/>
              </a:ext>
            </a:extLst>
          </p:cNvPr>
          <p:cNvGrpSpPr>
            <a:grpSpLocks/>
          </p:cNvGrpSpPr>
          <p:nvPr/>
        </p:nvGrpSpPr>
        <p:grpSpPr bwMode="auto">
          <a:xfrm>
            <a:off x="1963738" y="4827588"/>
            <a:ext cx="874712" cy="506412"/>
            <a:chOff x="2889" y="1631"/>
            <a:chExt cx="980" cy="743"/>
          </a:xfrm>
        </p:grpSpPr>
        <p:sp>
          <p:nvSpPr>
            <p:cNvPr id="212304" name="Rectangle 419">
              <a:extLst>
                <a:ext uri="{FF2B5EF4-FFF2-40B4-BE49-F238E27FC236}">
                  <a16:creationId xmlns:a16="http://schemas.microsoft.com/office/drawing/2014/main" id="{33B94C50-17C9-004C-8B35-6F999C043F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46" y="1841"/>
              <a:ext cx="663" cy="533"/>
            </a:xfrm>
            <a:prstGeom prst="rect">
              <a:avLst/>
            </a:prstGeom>
            <a:solidFill>
              <a:schemeClr val="bg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35249" name="AutoShape 420">
              <a:extLst>
                <a:ext uri="{FF2B5EF4-FFF2-40B4-BE49-F238E27FC236}">
                  <a16:creationId xmlns:a16="http://schemas.microsoft.com/office/drawing/2014/main" id="{2546187A-576B-DE46-A64B-440FC48569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89" y="1631"/>
              <a:ext cx="980" cy="254"/>
            </a:xfrm>
            <a:prstGeom prst="triangle">
              <a:avLst>
                <a:gd name="adj" fmla="val 50000"/>
              </a:avLst>
            </a:prstGeom>
            <a:solidFill>
              <a:schemeClr val="tx1">
                <a:lumMod val="50000"/>
                <a:lumOff val="5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xmlns="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CCFF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</p:grpSp>
      <p:sp>
        <p:nvSpPr>
          <p:cNvPr id="211974" name="Line 424">
            <a:extLst>
              <a:ext uri="{FF2B5EF4-FFF2-40B4-BE49-F238E27FC236}">
                <a16:creationId xmlns:a16="http://schemas.microsoft.com/office/drawing/2014/main" id="{2ADD125E-0DE3-4D46-882E-73961DE43159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6051" y="5280026"/>
            <a:ext cx="144463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7DAA6B4B-E4A2-4841-8AC1-82CFF7FBD6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91026" y="1906929"/>
            <a:ext cx="10535957" cy="1306512"/>
          </a:xfrm>
        </p:spPr>
        <p:txBody>
          <a:bodyPr/>
          <a:lstStyle/>
          <a:p>
            <a:pPr>
              <a:buSzPct val="100000"/>
              <a:buFont typeface="Wingdings" pitchFamily="2" charset="2"/>
              <a:buChar char="§"/>
            </a:pP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subscriber requests content, service provider returns manifest</a:t>
            </a:r>
          </a:p>
        </p:txBody>
      </p:sp>
      <p:sp>
        <p:nvSpPr>
          <p:cNvPr id="673" name="Title 1">
            <a:extLst>
              <a:ext uri="{FF2B5EF4-FFF2-40B4-BE49-F238E27FC236}">
                <a16:creationId xmlns:a16="http://schemas.microsoft.com/office/drawing/2014/main" id="{21721E23-9F57-904C-BFCA-C4CD4A1EA5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Content distribution </a:t>
            </a:r>
            <a:r>
              <a:rPr lang="en-US" altLang="en-US" dirty="0">
                <a:ea typeface="ＭＳ Ｐゴシック" panose="020B0600070205080204" pitchFamily="34" charset="-128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</a:rPr>
              <a:t>etworks (CDNs)</a:t>
            </a:r>
          </a:p>
        </p:txBody>
      </p:sp>
      <p:grpSp>
        <p:nvGrpSpPr>
          <p:cNvPr id="793" name="Group 792">
            <a:extLst>
              <a:ext uri="{FF2B5EF4-FFF2-40B4-BE49-F238E27FC236}">
                <a16:creationId xmlns:a16="http://schemas.microsoft.com/office/drawing/2014/main" id="{0F460B63-6ED8-F347-BBCA-6234C05E84AA}"/>
              </a:ext>
            </a:extLst>
          </p:cNvPr>
          <p:cNvGrpSpPr>
            <a:grpSpLocks/>
          </p:cNvGrpSpPr>
          <p:nvPr/>
        </p:nvGrpSpPr>
        <p:grpSpPr bwMode="auto">
          <a:xfrm>
            <a:off x="4745038" y="5776913"/>
            <a:ext cx="349250" cy="679450"/>
            <a:chOff x="7923189" y="2486664"/>
            <a:chExt cx="360377" cy="884585"/>
          </a:xfrm>
        </p:grpSpPr>
        <p:pic>
          <p:nvPicPr>
            <p:cNvPr id="212270" name="Picture 3">
              <a:extLst>
                <a:ext uri="{FF2B5EF4-FFF2-40B4-BE49-F238E27FC236}">
                  <a16:creationId xmlns:a16="http://schemas.microsoft.com/office/drawing/2014/main" id="{C6D635F6-BB30-AA4D-BE52-460EABB84F1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12271" name="Group 950">
              <a:extLst>
                <a:ext uri="{FF2B5EF4-FFF2-40B4-BE49-F238E27FC236}">
                  <a16:creationId xmlns:a16="http://schemas.microsoft.com/office/drawing/2014/main" id="{59A02A58-675C-9B46-A67F-C1008EA98B6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272" name="Freeform 951">
                <a:extLst>
                  <a:ext uri="{FF2B5EF4-FFF2-40B4-BE49-F238E27FC236}">
                    <a16:creationId xmlns:a16="http://schemas.microsoft.com/office/drawing/2014/main" id="{DB6BE476-FB59-564D-A7CD-F63CB4F032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73" name="Rectangle 952">
                <a:extLst>
                  <a:ext uri="{FF2B5EF4-FFF2-40B4-BE49-F238E27FC236}">
                    <a16:creationId xmlns:a16="http://schemas.microsoft.com/office/drawing/2014/main" id="{97AAE496-AF52-7646-BE1B-C5175383BB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74" name="Freeform 953">
                <a:extLst>
                  <a:ext uri="{FF2B5EF4-FFF2-40B4-BE49-F238E27FC236}">
                    <a16:creationId xmlns:a16="http://schemas.microsoft.com/office/drawing/2014/main" id="{78FEEF1E-CBB8-154D-9E0A-4C30741DF4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75" name="Freeform 954">
                <a:extLst>
                  <a:ext uri="{FF2B5EF4-FFF2-40B4-BE49-F238E27FC236}">
                    <a16:creationId xmlns:a16="http://schemas.microsoft.com/office/drawing/2014/main" id="{064546A9-BF2A-C14D-B11A-3FF7F8D60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76" name="Rectangle 955">
                <a:extLst>
                  <a:ext uri="{FF2B5EF4-FFF2-40B4-BE49-F238E27FC236}">
                    <a16:creationId xmlns:a16="http://schemas.microsoft.com/office/drawing/2014/main" id="{A14329CB-23B1-7B4E-8E21-1EBE2CA83D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77" name="Group 956">
                <a:extLst>
                  <a:ext uri="{FF2B5EF4-FFF2-40B4-BE49-F238E27FC236}">
                    <a16:creationId xmlns:a16="http://schemas.microsoft.com/office/drawing/2014/main" id="{ABBB6008-BA37-504A-BF1C-773E127FD1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302" name="AutoShape 957">
                  <a:extLst>
                    <a:ext uri="{FF2B5EF4-FFF2-40B4-BE49-F238E27FC236}">
                      <a16:creationId xmlns:a16="http://schemas.microsoft.com/office/drawing/2014/main" id="{BBAE6B6F-A278-9C4B-9012-71D473E843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303" name="AutoShape 958">
                  <a:extLst>
                    <a:ext uri="{FF2B5EF4-FFF2-40B4-BE49-F238E27FC236}">
                      <a16:creationId xmlns:a16="http://schemas.microsoft.com/office/drawing/2014/main" id="{D5A328A7-1DE3-2945-A17E-0EFC3C10CE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78" name="Rectangle 959">
                <a:extLst>
                  <a:ext uri="{FF2B5EF4-FFF2-40B4-BE49-F238E27FC236}">
                    <a16:creationId xmlns:a16="http://schemas.microsoft.com/office/drawing/2014/main" id="{E94A5BB5-420E-DC4D-9F7A-0609BE927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79" name="Group 960">
                <a:extLst>
                  <a:ext uri="{FF2B5EF4-FFF2-40B4-BE49-F238E27FC236}">
                    <a16:creationId xmlns:a16="http://schemas.microsoft.com/office/drawing/2014/main" id="{3D4E0B35-7745-E646-B62C-A5C8F87D534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300" name="AutoShape 961">
                  <a:extLst>
                    <a:ext uri="{FF2B5EF4-FFF2-40B4-BE49-F238E27FC236}">
                      <a16:creationId xmlns:a16="http://schemas.microsoft.com/office/drawing/2014/main" id="{8FC74A8B-A6FF-B244-8B1B-563D2AB45C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301" name="AutoShape 962">
                  <a:extLst>
                    <a:ext uri="{FF2B5EF4-FFF2-40B4-BE49-F238E27FC236}">
                      <a16:creationId xmlns:a16="http://schemas.microsoft.com/office/drawing/2014/main" id="{C7F8F30F-76CD-9F4D-89A1-5C6AA373A5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80" name="Rectangle 963">
                <a:extLst>
                  <a:ext uri="{FF2B5EF4-FFF2-40B4-BE49-F238E27FC236}">
                    <a16:creationId xmlns:a16="http://schemas.microsoft.com/office/drawing/2014/main" id="{54329010-4880-A040-AD13-FB0ED9120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81" name="Rectangle 964">
                <a:extLst>
                  <a:ext uri="{FF2B5EF4-FFF2-40B4-BE49-F238E27FC236}">
                    <a16:creationId xmlns:a16="http://schemas.microsoft.com/office/drawing/2014/main" id="{F146D8E2-272F-AD4F-9647-0F00A3C6C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82" name="Group 965">
                <a:extLst>
                  <a:ext uri="{FF2B5EF4-FFF2-40B4-BE49-F238E27FC236}">
                    <a16:creationId xmlns:a16="http://schemas.microsoft.com/office/drawing/2014/main" id="{49F50C06-AA65-234D-A544-F6D40F37DAA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298" name="AutoShape 966">
                  <a:extLst>
                    <a:ext uri="{FF2B5EF4-FFF2-40B4-BE49-F238E27FC236}">
                      <a16:creationId xmlns:a16="http://schemas.microsoft.com/office/drawing/2014/main" id="{34251BE9-6C6E-D04E-82DB-F51792556FA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99" name="AutoShape 967">
                  <a:extLst>
                    <a:ext uri="{FF2B5EF4-FFF2-40B4-BE49-F238E27FC236}">
                      <a16:creationId xmlns:a16="http://schemas.microsoft.com/office/drawing/2014/main" id="{9D9A0088-82D8-4746-A7D1-565EE50033B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83" name="Freeform 968">
                <a:extLst>
                  <a:ext uri="{FF2B5EF4-FFF2-40B4-BE49-F238E27FC236}">
                    <a16:creationId xmlns:a16="http://schemas.microsoft.com/office/drawing/2014/main" id="{03A5D088-1D4E-204F-A05A-E1A04117E56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84" name="Group 969">
                <a:extLst>
                  <a:ext uri="{FF2B5EF4-FFF2-40B4-BE49-F238E27FC236}">
                    <a16:creationId xmlns:a16="http://schemas.microsoft.com/office/drawing/2014/main" id="{45751AFB-3CB8-E54E-A420-3ACBD2CD82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296" name="AutoShape 970">
                  <a:extLst>
                    <a:ext uri="{FF2B5EF4-FFF2-40B4-BE49-F238E27FC236}">
                      <a16:creationId xmlns:a16="http://schemas.microsoft.com/office/drawing/2014/main" id="{4879D096-1F5A-AB4B-8699-DC85555DF6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97" name="AutoShape 971">
                  <a:extLst>
                    <a:ext uri="{FF2B5EF4-FFF2-40B4-BE49-F238E27FC236}">
                      <a16:creationId xmlns:a16="http://schemas.microsoft.com/office/drawing/2014/main" id="{2020F25C-85BE-E041-A122-B889A1FC75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85" name="Rectangle 972">
                <a:extLst>
                  <a:ext uri="{FF2B5EF4-FFF2-40B4-BE49-F238E27FC236}">
                    <a16:creationId xmlns:a16="http://schemas.microsoft.com/office/drawing/2014/main" id="{51EEB386-9A5D-8143-9E96-9E2A9E93CC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86" name="Freeform 973">
                <a:extLst>
                  <a:ext uri="{FF2B5EF4-FFF2-40B4-BE49-F238E27FC236}">
                    <a16:creationId xmlns:a16="http://schemas.microsoft.com/office/drawing/2014/main" id="{0B1578A9-2AA4-BD43-968E-863FA89B71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87" name="Freeform 974">
                <a:extLst>
                  <a:ext uri="{FF2B5EF4-FFF2-40B4-BE49-F238E27FC236}">
                    <a16:creationId xmlns:a16="http://schemas.microsoft.com/office/drawing/2014/main" id="{0D66B690-4369-6843-AC31-6837F93D4F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88" name="Oval 975">
                <a:extLst>
                  <a:ext uri="{FF2B5EF4-FFF2-40B4-BE49-F238E27FC236}">
                    <a16:creationId xmlns:a16="http://schemas.microsoft.com/office/drawing/2014/main" id="{EA324AF1-34AF-944A-B93E-B7199E644A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89" name="Freeform 976">
                <a:extLst>
                  <a:ext uri="{FF2B5EF4-FFF2-40B4-BE49-F238E27FC236}">
                    <a16:creationId xmlns:a16="http://schemas.microsoft.com/office/drawing/2014/main" id="{10570BA8-EB42-3F43-AEF6-B1A43EC380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90" name="AutoShape 977">
                <a:extLst>
                  <a:ext uri="{FF2B5EF4-FFF2-40B4-BE49-F238E27FC236}">
                    <a16:creationId xmlns:a16="http://schemas.microsoft.com/office/drawing/2014/main" id="{A02D527D-524E-5148-9599-FEFBEDBBA4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91" name="AutoShape 978">
                <a:extLst>
                  <a:ext uri="{FF2B5EF4-FFF2-40B4-BE49-F238E27FC236}">
                    <a16:creationId xmlns:a16="http://schemas.microsoft.com/office/drawing/2014/main" id="{62A7C374-701B-C84E-8D0A-330805A218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92" name="Oval 979">
                <a:extLst>
                  <a:ext uri="{FF2B5EF4-FFF2-40B4-BE49-F238E27FC236}">
                    <a16:creationId xmlns:a16="http://schemas.microsoft.com/office/drawing/2014/main" id="{641B2959-5FF9-8242-8CA2-86E1B7EF1D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93" name="Oval 980">
                <a:extLst>
                  <a:ext uri="{FF2B5EF4-FFF2-40B4-BE49-F238E27FC236}">
                    <a16:creationId xmlns:a16="http://schemas.microsoft.com/office/drawing/2014/main" id="{DF26E7E9-F21E-5042-88DE-2D51E4D2A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94" name="Oval 981">
                <a:extLst>
                  <a:ext uri="{FF2B5EF4-FFF2-40B4-BE49-F238E27FC236}">
                    <a16:creationId xmlns:a16="http://schemas.microsoft.com/office/drawing/2014/main" id="{E0268560-5AEC-064D-8B59-F87E954E8C8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95" name="Rectangle 982">
                <a:extLst>
                  <a:ext uri="{FF2B5EF4-FFF2-40B4-BE49-F238E27FC236}">
                    <a16:creationId xmlns:a16="http://schemas.microsoft.com/office/drawing/2014/main" id="{902ABD3D-7CF5-C146-88D3-3E605B61B0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828" name="Group 827">
            <a:extLst>
              <a:ext uri="{FF2B5EF4-FFF2-40B4-BE49-F238E27FC236}">
                <a16:creationId xmlns:a16="http://schemas.microsoft.com/office/drawing/2014/main" id="{FD173FB9-420D-9E49-8542-9E15A51B5B09}"/>
              </a:ext>
            </a:extLst>
          </p:cNvPr>
          <p:cNvGrpSpPr>
            <a:grpSpLocks/>
          </p:cNvGrpSpPr>
          <p:nvPr/>
        </p:nvGrpSpPr>
        <p:grpSpPr bwMode="auto">
          <a:xfrm>
            <a:off x="5911851" y="3556000"/>
            <a:ext cx="347663" cy="679450"/>
            <a:chOff x="7923189" y="2486664"/>
            <a:chExt cx="360377" cy="884585"/>
          </a:xfrm>
        </p:grpSpPr>
        <p:pic>
          <p:nvPicPr>
            <p:cNvPr id="212236" name="Picture 3">
              <a:extLst>
                <a:ext uri="{FF2B5EF4-FFF2-40B4-BE49-F238E27FC236}">
                  <a16:creationId xmlns:a16="http://schemas.microsoft.com/office/drawing/2014/main" id="{90425795-A848-3A47-92DB-4B71A439E40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12237" name="Group 950">
              <a:extLst>
                <a:ext uri="{FF2B5EF4-FFF2-40B4-BE49-F238E27FC236}">
                  <a16:creationId xmlns:a16="http://schemas.microsoft.com/office/drawing/2014/main" id="{7B27B3BB-E951-9C4A-930D-20B82F34151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238" name="Freeform 951">
                <a:extLst>
                  <a:ext uri="{FF2B5EF4-FFF2-40B4-BE49-F238E27FC236}">
                    <a16:creationId xmlns:a16="http://schemas.microsoft.com/office/drawing/2014/main" id="{5033C289-EBE7-F848-A6AE-24C3C3AB19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39" name="Rectangle 952">
                <a:extLst>
                  <a:ext uri="{FF2B5EF4-FFF2-40B4-BE49-F238E27FC236}">
                    <a16:creationId xmlns:a16="http://schemas.microsoft.com/office/drawing/2014/main" id="{77C6B579-50BF-3B4F-A9D7-6554742C24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40" name="Freeform 953">
                <a:extLst>
                  <a:ext uri="{FF2B5EF4-FFF2-40B4-BE49-F238E27FC236}">
                    <a16:creationId xmlns:a16="http://schemas.microsoft.com/office/drawing/2014/main" id="{FF2FDFD9-CD89-314D-B9A1-9F93F6EF04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41" name="Freeform 954">
                <a:extLst>
                  <a:ext uri="{FF2B5EF4-FFF2-40B4-BE49-F238E27FC236}">
                    <a16:creationId xmlns:a16="http://schemas.microsoft.com/office/drawing/2014/main" id="{2A85F77C-9CD7-1340-B6C7-E191256EF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42" name="Rectangle 955">
                <a:extLst>
                  <a:ext uri="{FF2B5EF4-FFF2-40B4-BE49-F238E27FC236}">
                    <a16:creationId xmlns:a16="http://schemas.microsoft.com/office/drawing/2014/main" id="{B001DC54-DB13-4B42-8FE5-F8CB8979B9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43" name="Group 956">
                <a:extLst>
                  <a:ext uri="{FF2B5EF4-FFF2-40B4-BE49-F238E27FC236}">
                    <a16:creationId xmlns:a16="http://schemas.microsoft.com/office/drawing/2014/main" id="{F307D979-FCCD-E64A-947D-6475D5D5319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268" name="AutoShape 957">
                  <a:extLst>
                    <a:ext uri="{FF2B5EF4-FFF2-40B4-BE49-F238E27FC236}">
                      <a16:creationId xmlns:a16="http://schemas.microsoft.com/office/drawing/2014/main" id="{283264BF-AD70-D540-9407-216C36471C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69" name="AutoShape 958">
                  <a:extLst>
                    <a:ext uri="{FF2B5EF4-FFF2-40B4-BE49-F238E27FC236}">
                      <a16:creationId xmlns:a16="http://schemas.microsoft.com/office/drawing/2014/main" id="{DCC2AABB-6D70-B348-A2EA-B6234E7A9F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44" name="Rectangle 959">
                <a:extLst>
                  <a:ext uri="{FF2B5EF4-FFF2-40B4-BE49-F238E27FC236}">
                    <a16:creationId xmlns:a16="http://schemas.microsoft.com/office/drawing/2014/main" id="{07023E65-53C3-0540-B684-1268D0C08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45" name="Group 960">
                <a:extLst>
                  <a:ext uri="{FF2B5EF4-FFF2-40B4-BE49-F238E27FC236}">
                    <a16:creationId xmlns:a16="http://schemas.microsoft.com/office/drawing/2014/main" id="{0122A50B-D2CA-7D4E-A10A-A1D62BC5F6D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266" name="AutoShape 961">
                  <a:extLst>
                    <a:ext uri="{FF2B5EF4-FFF2-40B4-BE49-F238E27FC236}">
                      <a16:creationId xmlns:a16="http://schemas.microsoft.com/office/drawing/2014/main" id="{B6781CF3-69CF-0F44-A5BE-A0BAE8C18F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67" name="AutoShape 962">
                  <a:extLst>
                    <a:ext uri="{FF2B5EF4-FFF2-40B4-BE49-F238E27FC236}">
                      <a16:creationId xmlns:a16="http://schemas.microsoft.com/office/drawing/2014/main" id="{969E0336-AAFA-7A4F-BA7F-D3F8604DEA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46" name="Rectangle 963">
                <a:extLst>
                  <a:ext uri="{FF2B5EF4-FFF2-40B4-BE49-F238E27FC236}">
                    <a16:creationId xmlns:a16="http://schemas.microsoft.com/office/drawing/2014/main" id="{4D89ED35-E659-664A-B10E-59BABA71A2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47" name="Rectangle 964">
                <a:extLst>
                  <a:ext uri="{FF2B5EF4-FFF2-40B4-BE49-F238E27FC236}">
                    <a16:creationId xmlns:a16="http://schemas.microsoft.com/office/drawing/2014/main" id="{5EF7E283-572F-1F46-9FE8-78C8353E0D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48" name="Group 965">
                <a:extLst>
                  <a:ext uri="{FF2B5EF4-FFF2-40B4-BE49-F238E27FC236}">
                    <a16:creationId xmlns:a16="http://schemas.microsoft.com/office/drawing/2014/main" id="{E00FE29F-6519-8D48-A0C8-DD298702AE0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264" name="AutoShape 966">
                  <a:extLst>
                    <a:ext uri="{FF2B5EF4-FFF2-40B4-BE49-F238E27FC236}">
                      <a16:creationId xmlns:a16="http://schemas.microsoft.com/office/drawing/2014/main" id="{EA079B44-83A2-FA4D-9076-317C7FFEDEF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65" name="AutoShape 967">
                  <a:extLst>
                    <a:ext uri="{FF2B5EF4-FFF2-40B4-BE49-F238E27FC236}">
                      <a16:creationId xmlns:a16="http://schemas.microsoft.com/office/drawing/2014/main" id="{8C117DA6-5F38-3041-B5DB-50F0F1014C4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49" name="Freeform 968">
                <a:extLst>
                  <a:ext uri="{FF2B5EF4-FFF2-40B4-BE49-F238E27FC236}">
                    <a16:creationId xmlns:a16="http://schemas.microsoft.com/office/drawing/2014/main" id="{0CC5EDB9-BF34-0249-A545-5721A84601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50" name="Group 969">
                <a:extLst>
                  <a:ext uri="{FF2B5EF4-FFF2-40B4-BE49-F238E27FC236}">
                    <a16:creationId xmlns:a16="http://schemas.microsoft.com/office/drawing/2014/main" id="{6E1330CB-ECAA-1B49-ACA9-C508640CD4F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262" name="AutoShape 970">
                  <a:extLst>
                    <a:ext uri="{FF2B5EF4-FFF2-40B4-BE49-F238E27FC236}">
                      <a16:creationId xmlns:a16="http://schemas.microsoft.com/office/drawing/2014/main" id="{C6558777-A4A1-C646-8E74-917A3274C4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63" name="AutoShape 971">
                  <a:extLst>
                    <a:ext uri="{FF2B5EF4-FFF2-40B4-BE49-F238E27FC236}">
                      <a16:creationId xmlns:a16="http://schemas.microsoft.com/office/drawing/2014/main" id="{6DCCB63F-4676-FA47-B3AD-6CC1AEA10E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51" name="Rectangle 972">
                <a:extLst>
                  <a:ext uri="{FF2B5EF4-FFF2-40B4-BE49-F238E27FC236}">
                    <a16:creationId xmlns:a16="http://schemas.microsoft.com/office/drawing/2014/main" id="{8C0E6A33-5A00-3140-A409-5527D44144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52" name="Freeform 973">
                <a:extLst>
                  <a:ext uri="{FF2B5EF4-FFF2-40B4-BE49-F238E27FC236}">
                    <a16:creationId xmlns:a16="http://schemas.microsoft.com/office/drawing/2014/main" id="{55371F00-39A2-7C47-81C6-A2FE626C9A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53" name="Freeform 974">
                <a:extLst>
                  <a:ext uri="{FF2B5EF4-FFF2-40B4-BE49-F238E27FC236}">
                    <a16:creationId xmlns:a16="http://schemas.microsoft.com/office/drawing/2014/main" id="{B7196671-27D9-0047-BDD1-2B6410E404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54" name="Oval 975">
                <a:extLst>
                  <a:ext uri="{FF2B5EF4-FFF2-40B4-BE49-F238E27FC236}">
                    <a16:creationId xmlns:a16="http://schemas.microsoft.com/office/drawing/2014/main" id="{EFC22A25-5441-8F4F-BDA4-0DE691080F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55" name="Freeform 976">
                <a:extLst>
                  <a:ext uri="{FF2B5EF4-FFF2-40B4-BE49-F238E27FC236}">
                    <a16:creationId xmlns:a16="http://schemas.microsoft.com/office/drawing/2014/main" id="{4826D924-9056-EA4B-A7A3-D23BC1DEBC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56" name="AutoShape 977">
                <a:extLst>
                  <a:ext uri="{FF2B5EF4-FFF2-40B4-BE49-F238E27FC236}">
                    <a16:creationId xmlns:a16="http://schemas.microsoft.com/office/drawing/2014/main" id="{520B3BCF-295E-094B-8D59-AFBB8842AD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57" name="AutoShape 978">
                <a:extLst>
                  <a:ext uri="{FF2B5EF4-FFF2-40B4-BE49-F238E27FC236}">
                    <a16:creationId xmlns:a16="http://schemas.microsoft.com/office/drawing/2014/main" id="{6D12D94D-F27B-0E4A-9F7C-D6E95D960E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58" name="Oval 979">
                <a:extLst>
                  <a:ext uri="{FF2B5EF4-FFF2-40B4-BE49-F238E27FC236}">
                    <a16:creationId xmlns:a16="http://schemas.microsoft.com/office/drawing/2014/main" id="{807B1B62-B16D-8D4B-8BD9-5DF1512A89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59" name="Oval 980">
                <a:extLst>
                  <a:ext uri="{FF2B5EF4-FFF2-40B4-BE49-F238E27FC236}">
                    <a16:creationId xmlns:a16="http://schemas.microsoft.com/office/drawing/2014/main" id="{ADE21467-D624-904E-838D-70813E94C2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60" name="Oval 981">
                <a:extLst>
                  <a:ext uri="{FF2B5EF4-FFF2-40B4-BE49-F238E27FC236}">
                    <a16:creationId xmlns:a16="http://schemas.microsoft.com/office/drawing/2014/main" id="{BCA56903-72E4-7C4E-9D04-96A1C7CA79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61" name="Rectangle 982">
                <a:extLst>
                  <a:ext uri="{FF2B5EF4-FFF2-40B4-BE49-F238E27FC236}">
                    <a16:creationId xmlns:a16="http://schemas.microsoft.com/office/drawing/2014/main" id="{BC789B8C-4E82-B640-9321-FB2652EB29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863" name="Group 862">
            <a:extLst>
              <a:ext uri="{FF2B5EF4-FFF2-40B4-BE49-F238E27FC236}">
                <a16:creationId xmlns:a16="http://schemas.microsoft.com/office/drawing/2014/main" id="{B67E4C73-2DDE-0644-8B08-03343E467221}"/>
              </a:ext>
            </a:extLst>
          </p:cNvPr>
          <p:cNvGrpSpPr>
            <a:grpSpLocks/>
          </p:cNvGrpSpPr>
          <p:nvPr/>
        </p:nvGrpSpPr>
        <p:grpSpPr bwMode="auto">
          <a:xfrm>
            <a:off x="6608763" y="5611814"/>
            <a:ext cx="347662" cy="681037"/>
            <a:chOff x="7923189" y="2486664"/>
            <a:chExt cx="360377" cy="884585"/>
          </a:xfrm>
        </p:grpSpPr>
        <p:pic>
          <p:nvPicPr>
            <p:cNvPr id="212202" name="Picture 3">
              <a:extLst>
                <a:ext uri="{FF2B5EF4-FFF2-40B4-BE49-F238E27FC236}">
                  <a16:creationId xmlns:a16="http://schemas.microsoft.com/office/drawing/2014/main" id="{6BE77C42-6E06-D245-9F37-1EF256CCBBA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12203" name="Group 950">
              <a:extLst>
                <a:ext uri="{FF2B5EF4-FFF2-40B4-BE49-F238E27FC236}">
                  <a16:creationId xmlns:a16="http://schemas.microsoft.com/office/drawing/2014/main" id="{2D8EE99D-8E17-8845-94FD-64E4F975766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204" name="Freeform 951">
                <a:extLst>
                  <a:ext uri="{FF2B5EF4-FFF2-40B4-BE49-F238E27FC236}">
                    <a16:creationId xmlns:a16="http://schemas.microsoft.com/office/drawing/2014/main" id="{6F3FE0D4-A2DA-D34C-A4AD-632E7C0431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05" name="Rectangle 952">
                <a:extLst>
                  <a:ext uri="{FF2B5EF4-FFF2-40B4-BE49-F238E27FC236}">
                    <a16:creationId xmlns:a16="http://schemas.microsoft.com/office/drawing/2014/main" id="{9B968662-8399-C947-A725-3C2079D169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06" name="Freeform 953">
                <a:extLst>
                  <a:ext uri="{FF2B5EF4-FFF2-40B4-BE49-F238E27FC236}">
                    <a16:creationId xmlns:a16="http://schemas.microsoft.com/office/drawing/2014/main" id="{6FF771FD-7D10-FE46-814D-5741EB171B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07" name="Freeform 954">
                <a:extLst>
                  <a:ext uri="{FF2B5EF4-FFF2-40B4-BE49-F238E27FC236}">
                    <a16:creationId xmlns:a16="http://schemas.microsoft.com/office/drawing/2014/main" id="{47B7976F-E40D-504C-9923-5650F7F50F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08" name="Rectangle 955">
                <a:extLst>
                  <a:ext uri="{FF2B5EF4-FFF2-40B4-BE49-F238E27FC236}">
                    <a16:creationId xmlns:a16="http://schemas.microsoft.com/office/drawing/2014/main" id="{D61E8183-E04F-F349-944A-852A5E0985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09" name="Group 956">
                <a:extLst>
                  <a:ext uri="{FF2B5EF4-FFF2-40B4-BE49-F238E27FC236}">
                    <a16:creationId xmlns:a16="http://schemas.microsoft.com/office/drawing/2014/main" id="{05AC9BA8-A48D-914F-8353-9911B2724B9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234" name="AutoShape 957">
                  <a:extLst>
                    <a:ext uri="{FF2B5EF4-FFF2-40B4-BE49-F238E27FC236}">
                      <a16:creationId xmlns:a16="http://schemas.microsoft.com/office/drawing/2014/main" id="{3F913976-31DA-6747-B323-80805A82D8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35" name="AutoShape 958">
                  <a:extLst>
                    <a:ext uri="{FF2B5EF4-FFF2-40B4-BE49-F238E27FC236}">
                      <a16:creationId xmlns:a16="http://schemas.microsoft.com/office/drawing/2014/main" id="{268B330D-5EC4-4F41-A9C9-73694EE3B9B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10" name="Rectangle 959">
                <a:extLst>
                  <a:ext uri="{FF2B5EF4-FFF2-40B4-BE49-F238E27FC236}">
                    <a16:creationId xmlns:a16="http://schemas.microsoft.com/office/drawing/2014/main" id="{F126082E-80A4-F148-B67A-5F8B0C9C9E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11" name="Group 960">
                <a:extLst>
                  <a:ext uri="{FF2B5EF4-FFF2-40B4-BE49-F238E27FC236}">
                    <a16:creationId xmlns:a16="http://schemas.microsoft.com/office/drawing/2014/main" id="{F4E60FF0-40E9-0743-8AB9-132F35646F4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232" name="AutoShape 961">
                  <a:extLst>
                    <a:ext uri="{FF2B5EF4-FFF2-40B4-BE49-F238E27FC236}">
                      <a16:creationId xmlns:a16="http://schemas.microsoft.com/office/drawing/2014/main" id="{5D38D0E1-95B8-7644-916C-223FF4B01D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33" name="AutoShape 962">
                  <a:extLst>
                    <a:ext uri="{FF2B5EF4-FFF2-40B4-BE49-F238E27FC236}">
                      <a16:creationId xmlns:a16="http://schemas.microsoft.com/office/drawing/2014/main" id="{228AF174-642C-DA45-8700-9B23D5A60F5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12" name="Rectangle 963">
                <a:extLst>
                  <a:ext uri="{FF2B5EF4-FFF2-40B4-BE49-F238E27FC236}">
                    <a16:creationId xmlns:a16="http://schemas.microsoft.com/office/drawing/2014/main" id="{CF598B88-9E11-634B-8D65-DC6DF3DBC4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13" name="Rectangle 964">
                <a:extLst>
                  <a:ext uri="{FF2B5EF4-FFF2-40B4-BE49-F238E27FC236}">
                    <a16:creationId xmlns:a16="http://schemas.microsoft.com/office/drawing/2014/main" id="{3DAF1C69-3CE3-2C41-BA83-14BA520523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14" name="Group 965">
                <a:extLst>
                  <a:ext uri="{FF2B5EF4-FFF2-40B4-BE49-F238E27FC236}">
                    <a16:creationId xmlns:a16="http://schemas.microsoft.com/office/drawing/2014/main" id="{7B9A1861-AEA3-F045-AD80-7CE3F47B2E7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230" name="AutoShape 966">
                  <a:extLst>
                    <a:ext uri="{FF2B5EF4-FFF2-40B4-BE49-F238E27FC236}">
                      <a16:creationId xmlns:a16="http://schemas.microsoft.com/office/drawing/2014/main" id="{B5264E03-832D-0442-AA60-A277EBB256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31" name="AutoShape 967">
                  <a:extLst>
                    <a:ext uri="{FF2B5EF4-FFF2-40B4-BE49-F238E27FC236}">
                      <a16:creationId xmlns:a16="http://schemas.microsoft.com/office/drawing/2014/main" id="{BC5DFBD9-986C-9546-8DFA-938688D9C67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15" name="Freeform 968">
                <a:extLst>
                  <a:ext uri="{FF2B5EF4-FFF2-40B4-BE49-F238E27FC236}">
                    <a16:creationId xmlns:a16="http://schemas.microsoft.com/office/drawing/2014/main" id="{17C79002-8148-4349-81F7-D0445F6C50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216" name="Group 969">
                <a:extLst>
                  <a:ext uri="{FF2B5EF4-FFF2-40B4-BE49-F238E27FC236}">
                    <a16:creationId xmlns:a16="http://schemas.microsoft.com/office/drawing/2014/main" id="{BCA5C138-F65F-2545-ABFC-EC5A6979BCE0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228" name="AutoShape 970">
                  <a:extLst>
                    <a:ext uri="{FF2B5EF4-FFF2-40B4-BE49-F238E27FC236}">
                      <a16:creationId xmlns:a16="http://schemas.microsoft.com/office/drawing/2014/main" id="{A4C75F99-C790-654E-A3EF-2597B53BC6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29" name="AutoShape 971">
                  <a:extLst>
                    <a:ext uri="{FF2B5EF4-FFF2-40B4-BE49-F238E27FC236}">
                      <a16:creationId xmlns:a16="http://schemas.microsoft.com/office/drawing/2014/main" id="{DC4E3392-CF09-9F4D-8083-86B7B49CE45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217" name="Rectangle 972">
                <a:extLst>
                  <a:ext uri="{FF2B5EF4-FFF2-40B4-BE49-F238E27FC236}">
                    <a16:creationId xmlns:a16="http://schemas.microsoft.com/office/drawing/2014/main" id="{8AEF6CD3-3A6F-724B-ADAB-C671D48924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18" name="Freeform 973">
                <a:extLst>
                  <a:ext uri="{FF2B5EF4-FFF2-40B4-BE49-F238E27FC236}">
                    <a16:creationId xmlns:a16="http://schemas.microsoft.com/office/drawing/2014/main" id="{9BBA2597-DB7B-AE46-A90F-87B6493FCB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19" name="Freeform 974">
                <a:extLst>
                  <a:ext uri="{FF2B5EF4-FFF2-40B4-BE49-F238E27FC236}">
                    <a16:creationId xmlns:a16="http://schemas.microsoft.com/office/drawing/2014/main" id="{25FCD4A9-4884-DD44-A180-0BFA16E166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20" name="Oval 975">
                <a:extLst>
                  <a:ext uri="{FF2B5EF4-FFF2-40B4-BE49-F238E27FC236}">
                    <a16:creationId xmlns:a16="http://schemas.microsoft.com/office/drawing/2014/main" id="{E681610F-842C-3E44-8DBD-486A7E47DA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21" name="Freeform 976">
                <a:extLst>
                  <a:ext uri="{FF2B5EF4-FFF2-40B4-BE49-F238E27FC236}">
                    <a16:creationId xmlns:a16="http://schemas.microsoft.com/office/drawing/2014/main" id="{9EEC1478-561A-DE4F-ADD8-E95A681EB8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22" name="AutoShape 977">
                <a:extLst>
                  <a:ext uri="{FF2B5EF4-FFF2-40B4-BE49-F238E27FC236}">
                    <a16:creationId xmlns:a16="http://schemas.microsoft.com/office/drawing/2014/main" id="{D655FF6C-082E-CF4D-B0BC-6AE679FE0B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23" name="AutoShape 978">
                <a:extLst>
                  <a:ext uri="{FF2B5EF4-FFF2-40B4-BE49-F238E27FC236}">
                    <a16:creationId xmlns:a16="http://schemas.microsoft.com/office/drawing/2014/main" id="{23BC460A-708D-1748-BBB0-A8F3360ED5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24" name="Oval 979">
                <a:extLst>
                  <a:ext uri="{FF2B5EF4-FFF2-40B4-BE49-F238E27FC236}">
                    <a16:creationId xmlns:a16="http://schemas.microsoft.com/office/drawing/2014/main" id="{56D8CE25-AF6D-274E-83E8-370B8A28AB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25" name="Oval 980">
                <a:extLst>
                  <a:ext uri="{FF2B5EF4-FFF2-40B4-BE49-F238E27FC236}">
                    <a16:creationId xmlns:a16="http://schemas.microsoft.com/office/drawing/2014/main" id="{A5B49612-4308-FD40-8B73-6D4D3A7C50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26" name="Oval 981">
                <a:extLst>
                  <a:ext uri="{FF2B5EF4-FFF2-40B4-BE49-F238E27FC236}">
                    <a16:creationId xmlns:a16="http://schemas.microsoft.com/office/drawing/2014/main" id="{BE2B8944-FFDF-6545-A30D-61506BE12D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227" name="Rectangle 982">
                <a:extLst>
                  <a:ext uri="{FF2B5EF4-FFF2-40B4-BE49-F238E27FC236}">
                    <a16:creationId xmlns:a16="http://schemas.microsoft.com/office/drawing/2014/main" id="{7320C232-24CD-644E-AA66-E1EC4338BB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898" name="Group 897">
            <a:extLst>
              <a:ext uri="{FF2B5EF4-FFF2-40B4-BE49-F238E27FC236}">
                <a16:creationId xmlns:a16="http://schemas.microsoft.com/office/drawing/2014/main" id="{598C6C67-F8C4-A042-A92C-2B94B91C364A}"/>
              </a:ext>
            </a:extLst>
          </p:cNvPr>
          <p:cNvGrpSpPr>
            <a:grpSpLocks/>
          </p:cNvGrpSpPr>
          <p:nvPr/>
        </p:nvGrpSpPr>
        <p:grpSpPr bwMode="auto">
          <a:xfrm>
            <a:off x="7591426" y="3829050"/>
            <a:ext cx="347663" cy="681038"/>
            <a:chOff x="7923189" y="2486664"/>
            <a:chExt cx="360377" cy="884585"/>
          </a:xfrm>
        </p:grpSpPr>
        <p:pic>
          <p:nvPicPr>
            <p:cNvPr id="212168" name="Picture 3">
              <a:extLst>
                <a:ext uri="{FF2B5EF4-FFF2-40B4-BE49-F238E27FC236}">
                  <a16:creationId xmlns:a16="http://schemas.microsoft.com/office/drawing/2014/main" id="{4811B01E-BE38-934F-86FF-4F6DAF8B713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12169" name="Group 950">
              <a:extLst>
                <a:ext uri="{FF2B5EF4-FFF2-40B4-BE49-F238E27FC236}">
                  <a16:creationId xmlns:a16="http://schemas.microsoft.com/office/drawing/2014/main" id="{0AFCE7C2-7232-154A-8E71-844BC22B89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170" name="Freeform 951">
                <a:extLst>
                  <a:ext uri="{FF2B5EF4-FFF2-40B4-BE49-F238E27FC236}">
                    <a16:creationId xmlns:a16="http://schemas.microsoft.com/office/drawing/2014/main" id="{39714E75-C662-9640-8E8B-EF48CF2CD2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71" name="Rectangle 952">
                <a:extLst>
                  <a:ext uri="{FF2B5EF4-FFF2-40B4-BE49-F238E27FC236}">
                    <a16:creationId xmlns:a16="http://schemas.microsoft.com/office/drawing/2014/main" id="{C10B9719-3E0A-294C-8D8E-31A4E02C04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72" name="Freeform 953">
                <a:extLst>
                  <a:ext uri="{FF2B5EF4-FFF2-40B4-BE49-F238E27FC236}">
                    <a16:creationId xmlns:a16="http://schemas.microsoft.com/office/drawing/2014/main" id="{EA1D806A-F3BB-AD4C-A7EA-E1F699CCB0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73" name="Freeform 954">
                <a:extLst>
                  <a:ext uri="{FF2B5EF4-FFF2-40B4-BE49-F238E27FC236}">
                    <a16:creationId xmlns:a16="http://schemas.microsoft.com/office/drawing/2014/main" id="{209C3040-DFFE-2641-B3F6-A6040A3E90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74" name="Rectangle 955">
                <a:extLst>
                  <a:ext uri="{FF2B5EF4-FFF2-40B4-BE49-F238E27FC236}">
                    <a16:creationId xmlns:a16="http://schemas.microsoft.com/office/drawing/2014/main" id="{258645F2-B091-BE46-A175-3842985816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75" name="Group 956">
                <a:extLst>
                  <a:ext uri="{FF2B5EF4-FFF2-40B4-BE49-F238E27FC236}">
                    <a16:creationId xmlns:a16="http://schemas.microsoft.com/office/drawing/2014/main" id="{500CBD05-0E32-7148-AC0F-508B79C363F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200" name="AutoShape 957">
                  <a:extLst>
                    <a:ext uri="{FF2B5EF4-FFF2-40B4-BE49-F238E27FC236}">
                      <a16:creationId xmlns:a16="http://schemas.microsoft.com/office/drawing/2014/main" id="{D6E1CE8A-CD27-864E-BD7C-9FA86CA6CA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201" name="AutoShape 958">
                  <a:extLst>
                    <a:ext uri="{FF2B5EF4-FFF2-40B4-BE49-F238E27FC236}">
                      <a16:creationId xmlns:a16="http://schemas.microsoft.com/office/drawing/2014/main" id="{631EEAAD-9EF2-1648-AD2A-A84D22BC5C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176" name="Rectangle 959">
                <a:extLst>
                  <a:ext uri="{FF2B5EF4-FFF2-40B4-BE49-F238E27FC236}">
                    <a16:creationId xmlns:a16="http://schemas.microsoft.com/office/drawing/2014/main" id="{FED5732B-4C99-5E4F-99DA-07D855FE92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77" name="Group 960">
                <a:extLst>
                  <a:ext uri="{FF2B5EF4-FFF2-40B4-BE49-F238E27FC236}">
                    <a16:creationId xmlns:a16="http://schemas.microsoft.com/office/drawing/2014/main" id="{34868CC0-C56E-CF45-A807-8A35936DF8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198" name="AutoShape 961">
                  <a:extLst>
                    <a:ext uri="{FF2B5EF4-FFF2-40B4-BE49-F238E27FC236}">
                      <a16:creationId xmlns:a16="http://schemas.microsoft.com/office/drawing/2014/main" id="{8D2DB165-0043-0C4D-8CED-139DE529EA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199" name="AutoShape 962">
                  <a:extLst>
                    <a:ext uri="{FF2B5EF4-FFF2-40B4-BE49-F238E27FC236}">
                      <a16:creationId xmlns:a16="http://schemas.microsoft.com/office/drawing/2014/main" id="{18927EE1-4ED6-C545-92EA-69A661ED62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178" name="Rectangle 963">
                <a:extLst>
                  <a:ext uri="{FF2B5EF4-FFF2-40B4-BE49-F238E27FC236}">
                    <a16:creationId xmlns:a16="http://schemas.microsoft.com/office/drawing/2014/main" id="{288D5BE5-BAD9-8C4A-A0D2-74549D6389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79" name="Rectangle 964">
                <a:extLst>
                  <a:ext uri="{FF2B5EF4-FFF2-40B4-BE49-F238E27FC236}">
                    <a16:creationId xmlns:a16="http://schemas.microsoft.com/office/drawing/2014/main" id="{3664781E-2307-BA41-B3D4-74745B587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80" name="Group 965">
                <a:extLst>
                  <a:ext uri="{FF2B5EF4-FFF2-40B4-BE49-F238E27FC236}">
                    <a16:creationId xmlns:a16="http://schemas.microsoft.com/office/drawing/2014/main" id="{368937B0-7AA4-1F4A-99AF-EE23A1E3BEF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196" name="AutoShape 966">
                  <a:extLst>
                    <a:ext uri="{FF2B5EF4-FFF2-40B4-BE49-F238E27FC236}">
                      <a16:creationId xmlns:a16="http://schemas.microsoft.com/office/drawing/2014/main" id="{9A01E07B-F452-0042-8749-AA6F9BF6C8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197" name="AutoShape 967">
                  <a:extLst>
                    <a:ext uri="{FF2B5EF4-FFF2-40B4-BE49-F238E27FC236}">
                      <a16:creationId xmlns:a16="http://schemas.microsoft.com/office/drawing/2014/main" id="{86F022B9-0E4F-5E4D-BC55-48B091D2460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181" name="Freeform 968">
                <a:extLst>
                  <a:ext uri="{FF2B5EF4-FFF2-40B4-BE49-F238E27FC236}">
                    <a16:creationId xmlns:a16="http://schemas.microsoft.com/office/drawing/2014/main" id="{B11B2A5F-302B-5541-A5DE-AD5D7B7C47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82" name="Group 969">
                <a:extLst>
                  <a:ext uri="{FF2B5EF4-FFF2-40B4-BE49-F238E27FC236}">
                    <a16:creationId xmlns:a16="http://schemas.microsoft.com/office/drawing/2014/main" id="{7FE8D8CA-4E8D-5142-84B2-6764BB3088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194" name="AutoShape 970">
                  <a:extLst>
                    <a:ext uri="{FF2B5EF4-FFF2-40B4-BE49-F238E27FC236}">
                      <a16:creationId xmlns:a16="http://schemas.microsoft.com/office/drawing/2014/main" id="{A178714F-4081-7A47-88BA-AA5CE7D94DB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195" name="AutoShape 971">
                  <a:extLst>
                    <a:ext uri="{FF2B5EF4-FFF2-40B4-BE49-F238E27FC236}">
                      <a16:creationId xmlns:a16="http://schemas.microsoft.com/office/drawing/2014/main" id="{A2F330D8-AB17-ED4F-ABCD-791AB236A7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183" name="Rectangle 972">
                <a:extLst>
                  <a:ext uri="{FF2B5EF4-FFF2-40B4-BE49-F238E27FC236}">
                    <a16:creationId xmlns:a16="http://schemas.microsoft.com/office/drawing/2014/main" id="{CC1F60B5-CA5E-BD4F-9AF8-DEEC0D112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84" name="Freeform 973">
                <a:extLst>
                  <a:ext uri="{FF2B5EF4-FFF2-40B4-BE49-F238E27FC236}">
                    <a16:creationId xmlns:a16="http://schemas.microsoft.com/office/drawing/2014/main" id="{D876F67F-BA0F-2D43-88EA-D11665D311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85" name="Freeform 974">
                <a:extLst>
                  <a:ext uri="{FF2B5EF4-FFF2-40B4-BE49-F238E27FC236}">
                    <a16:creationId xmlns:a16="http://schemas.microsoft.com/office/drawing/2014/main" id="{8EB4073B-CBA0-F147-819E-7A79A09ADB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86" name="Oval 975">
                <a:extLst>
                  <a:ext uri="{FF2B5EF4-FFF2-40B4-BE49-F238E27FC236}">
                    <a16:creationId xmlns:a16="http://schemas.microsoft.com/office/drawing/2014/main" id="{E2F102C3-9141-D841-8851-BF47814C0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87" name="Freeform 976">
                <a:extLst>
                  <a:ext uri="{FF2B5EF4-FFF2-40B4-BE49-F238E27FC236}">
                    <a16:creationId xmlns:a16="http://schemas.microsoft.com/office/drawing/2014/main" id="{0104F114-0BF8-2D43-BD35-9FA4B0D492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88" name="AutoShape 977">
                <a:extLst>
                  <a:ext uri="{FF2B5EF4-FFF2-40B4-BE49-F238E27FC236}">
                    <a16:creationId xmlns:a16="http://schemas.microsoft.com/office/drawing/2014/main" id="{D6BD11DA-56DB-E643-953D-CBDA9EDD42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89" name="AutoShape 978">
                <a:extLst>
                  <a:ext uri="{FF2B5EF4-FFF2-40B4-BE49-F238E27FC236}">
                    <a16:creationId xmlns:a16="http://schemas.microsoft.com/office/drawing/2014/main" id="{33F250C2-C7BC-6149-AF22-2F888BE5C7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90" name="Oval 979">
                <a:extLst>
                  <a:ext uri="{FF2B5EF4-FFF2-40B4-BE49-F238E27FC236}">
                    <a16:creationId xmlns:a16="http://schemas.microsoft.com/office/drawing/2014/main" id="{60C7C83F-7932-2E43-A5E5-D8F782F5E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91" name="Oval 980">
                <a:extLst>
                  <a:ext uri="{FF2B5EF4-FFF2-40B4-BE49-F238E27FC236}">
                    <a16:creationId xmlns:a16="http://schemas.microsoft.com/office/drawing/2014/main" id="{1E249C40-73FE-0443-BB83-42FB4430A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92" name="Oval 981">
                <a:extLst>
                  <a:ext uri="{FF2B5EF4-FFF2-40B4-BE49-F238E27FC236}">
                    <a16:creationId xmlns:a16="http://schemas.microsoft.com/office/drawing/2014/main" id="{5EE279AB-829B-3348-9C50-79468AA66E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93" name="Rectangle 982">
                <a:extLst>
                  <a:ext uri="{FF2B5EF4-FFF2-40B4-BE49-F238E27FC236}">
                    <a16:creationId xmlns:a16="http://schemas.microsoft.com/office/drawing/2014/main" id="{63496167-DD4B-4A45-89C4-CD008FB15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933" name="Group 932">
            <a:extLst>
              <a:ext uri="{FF2B5EF4-FFF2-40B4-BE49-F238E27FC236}">
                <a16:creationId xmlns:a16="http://schemas.microsoft.com/office/drawing/2014/main" id="{26671DE5-CC5E-9346-9241-9C4B9744E98A}"/>
              </a:ext>
            </a:extLst>
          </p:cNvPr>
          <p:cNvGrpSpPr>
            <a:grpSpLocks/>
          </p:cNvGrpSpPr>
          <p:nvPr/>
        </p:nvGrpSpPr>
        <p:grpSpPr bwMode="auto">
          <a:xfrm>
            <a:off x="3646488" y="5629275"/>
            <a:ext cx="347662" cy="681038"/>
            <a:chOff x="7923189" y="2486664"/>
            <a:chExt cx="360377" cy="884585"/>
          </a:xfrm>
        </p:grpSpPr>
        <p:pic>
          <p:nvPicPr>
            <p:cNvPr id="212134" name="Picture 3">
              <a:extLst>
                <a:ext uri="{FF2B5EF4-FFF2-40B4-BE49-F238E27FC236}">
                  <a16:creationId xmlns:a16="http://schemas.microsoft.com/office/drawing/2014/main" id="{F6C700AB-F01A-1347-84B4-44C9C003CDF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12135" name="Group 950">
              <a:extLst>
                <a:ext uri="{FF2B5EF4-FFF2-40B4-BE49-F238E27FC236}">
                  <a16:creationId xmlns:a16="http://schemas.microsoft.com/office/drawing/2014/main" id="{32504C01-C290-2247-ADAA-2B64BFCC324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136" name="Freeform 951">
                <a:extLst>
                  <a:ext uri="{FF2B5EF4-FFF2-40B4-BE49-F238E27FC236}">
                    <a16:creationId xmlns:a16="http://schemas.microsoft.com/office/drawing/2014/main" id="{A3F65C23-57BF-4346-A71B-85EF12EA43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37" name="Rectangle 952">
                <a:extLst>
                  <a:ext uri="{FF2B5EF4-FFF2-40B4-BE49-F238E27FC236}">
                    <a16:creationId xmlns:a16="http://schemas.microsoft.com/office/drawing/2014/main" id="{AFA7DEA9-FBEC-8E4B-B053-097F8A2BCF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38" name="Freeform 953">
                <a:extLst>
                  <a:ext uri="{FF2B5EF4-FFF2-40B4-BE49-F238E27FC236}">
                    <a16:creationId xmlns:a16="http://schemas.microsoft.com/office/drawing/2014/main" id="{CE2B5BAF-9ECC-8B4C-903A-3EB261281A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39" name="Freeform 954">
                <a:extLst>
                  <a:ext uri="{FF2B5EF4-FFF2-40B4-BE49-F238E27FC236}">
                    <a16:creationId xmlns:a16="http://schemas.microsoft.com/office/drawing/2014/main" id="{B5AE0A6A-DBAA-BA47-96F5-185131C31C9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40" name="Rectangle 955">
                <a:extLst>
                  <a:ext uri="{FF2B5EF4-FFF2-40B4-BE49-F238E27FC236}">
                    <a16:creationId xmlns:a16="http://schemas.microsoft.com/office/drawing/2014/main" id="{C80FC0E7-6E02-9E44-B34F-8DA670B4D1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41" name="Group 956">
                <a:extLst>
                  <a:ext uri="{FF2B5EF4-FFF2-40B4-BE49-F238E27FC236}">
                    <a16:creationId xmlns:a16="http://schemas.microsoft.com/office/drawing/2014/main" id="{F3FFBBB1-E716-F246-87A6-21C20BE85E5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166" name="AutoShape 957">
                  <a:extLst>
                    <a:ext uri="{FF2B5EF4-FFF2-40B4-BE49-F238E27FC236}">
                      <a16:creationId xmlns:a16="http://schemas.microsoft.com/office/drawing/2014/main" id="{BAA4262B-8BD5-704A-8117-BB630AEDED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167" name="AutoShape 958">
                  <a:extLst>
                    <a:ext uri="{FF2B5EF4-FFF2-40B4-BE49-F238E27FC236}">
                      <a16:creationId xmlns:a16="http://schemas.microsoft.com/office/drawing/2014/main" id="{B8FD5B39-D818-294D-8B5A-FF9FD6FA9A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142" name="Rectangle 959">
                <a:extLst>
                  <a:ext uri="{FF2B5EF4-FFF2-40B4-BE49-F238E27FC236}">
                    <a16:creationId xmlns:a16="http://schemas.microsoft.com/office/drawing/2014/main" id="{99B8C3DB-28D5-F243-AA1A-7520585C85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43" name="Group 960">
                <a:extLst>
                  <a:ext uri="{FF2B5EF4-FFF2-40B4-BE49-F238E27FC236}">
                    <a16:creationId xmlns:a16="http://schemas.microsoft.com/office/drawing/2014/main" id="{2EFE68E7-EF42-4A41-83D7-7FF8796B6B2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164" name="AutoShape 961">
                  <a:extLst>
                    <a:ext uri="{FF2B5EF4-FFF2-40B4-BE49-F238E27FC236}">
                      <a16:creationId xmlns:a16="http://schemas.microsoft.com/office/drawing/2014/main" id="{D7F94DC5-0471-184D-AF96-A9F0657DBE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165" name="AutoShape 962">
                  <a:extLst>
                    <a:ext uri="{FF2B5EF4-FFF2-40B4-BE49-F238E27FC236}">
                      <a16:creationId xmlns:a16="http://schemas.microsoft.com/office/drawing/2014/main" id="{388CA56D-4F65-824D-9B87-B3BF08D74F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144" name="Rectangle 963">
                <a:extLst>
                  <a:ext uri="{FF2B5EF4-FFF2-40B4-BE49-F238E27FC236}">
                    <a16:creationId xmlns:a16="http://schemas.microsoft.com/office/drawing/2014/main" id="{1B5C1CAA-DAAD-334E-9523-BF2607F878A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45" name="Rectangle 964">
                <a:extLst>
                  <a:ext uri="{FF2B5EF4-FFF2-40B4-BE49-F238E27FC236}">
                    <a16:creationId xmlns:a16="http://schemas.microsoft.com/office/drawing/2014/main" id="{28765756-7F30-3441-9655-066D5CF890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46" name="Group 965">
                <a:extLst>
                  <a:ext uri="{FF2B5EF4-FFF2-40B4-BE49-F238E27FC236}">
                    <a16:creationId xmlns:a16="http://schemas.microsoft.com/office/drawing/2014/main" id="{55E7875B-A50E-ED4A-8FAF-CF245117B1C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162" name="AutoShape 966">
                  <a:extLst>
                    <a:ext uri="{FF2B5EF4-FFF2-40B4-BE49-F238E27FC236}">
                      <a16:creationId xmlns:a16="http://schemas.microsoft.com/office/drawing/2014/main" id="{C761D5B6-6EA5-844D-AB83-C03BD6A5320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163" name="AutoShape 967">
                  <a:extLst>
                    <a:ext uri="{FF2B5EF4-FFF2-40B4-BE49-F238E27FC236}">
                      <a16:creationId xmlns:a16="http://schemas.microsoft.com/office/drawing/2014/main" id="{B74D090B-9CD9-FC46-A626-7015CF7979E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147" name="Freeform 968">
                <a:extLst>
                  <a:ext uri="{FF2B5EF4-FFF2-40B4-BE49-F238E27FC236}">
                    <a16:creationId xmlns:a16="http://schemas.microsoft.com/office/drawing/2014/main" id="{4089A926-43BB-464C-A49C-15A16876FD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48" name="Group 969">
                <a:extLst>
                  <a:ext uri="{FF2B5EF4-FFF2-40B4-BE49-F238E27FC236}">
                    <a16:creationId xmlns:a16="http://schemas.microsoft.com/office/drawing/2014/main" id="{AC193393-9A29-4849-8F04-4BD4E2C15F0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160" name="AutoShape 970">
                  <a:extLst>
                    <a:ext uri="{FF2B5EF4-FFF2-40B4-BE49-F238E27FC236}">
                      <a16:creationId xmlns:a16="http://schemas.microsoft.com/office/drawing/2014/main" id="{74196E03-85F3-A048-8080-DE4576B21D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161" name="AutoShape 971">
                  <a:extLst>
                    <a:ext uri="{FF2B5EF4-FFF2-40B4-BE49-F238E27FC236}">
                      <a16:creationId xmlns:a16="http://schemas.microsoft.com/office/drawing/2014/main" id="{64EA9132-B3BD-9743-92C8-D9855B70B4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149" name="Rectangle 972">
                <a:extLst>
                  <a:ext uri="{FF2B5EF4-FFF2-40B4-BE49-F238E27FC236}">
                    <a16:creationId xmlns:a16="http://schemas.microsoft.com/office/drawing/2014/main" id="{739522D9-F086-524F-A7A8-F771DEEB4F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0" name="Freeform 973">
                <a:extLst>
                  <a:ext uri="{FF2B5EF4-FFF2-40B4-BE49-F238E27FC236}">
                    <a16:creationId xmlns:a16="http://schemas.microsoft.com/office/drawing/2014/main" id="{C331812E-5700-4848-B297-E38F2A89C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1" name="Freeform 974">
                <a:extLst>
                  <a:ext uri="{FF2B5EF4-FFF2-40B4-BE49-F238E27FC236}">
                    <a16:creationId xmlns:a16="http://schemas.microsoft.com/office/drawing/2014/main" id="{3AC61ABC-ADB4-B643-A136-E766F61600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2" name="Oval 975">
                <a:extLst>
                  <a:ext uri="{FF2B5EF4-FFF2-40B4-BE49-F238E27FC236}">
                    <a16:creationId xmlns:a16="http://schemas.microsoft.com/office/drawing/2014/main" id="{9DDFFEF5-B6AB-0548-AD01-6520F0568D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3" name="Freeform 976">
                <a:extLst>
                  <a:ext uri="{FF2B5EF4-FFF2-40B4-BE49-F238E27FC236}">
                    <a16:creationId xmlns:a16="http://schemas.microsoft.com/office/drawing/2014/main" id="{49F8424A-C2C9-1B47-8658-BB2195297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4" name="AutoShape 977">
                <a:extLst>
                  <a:ext uri="{FF2B5EF4-FFF2-40B4-BE49-F238E27FC236}">
                    <a16:creationId xmlns:a16="http://schemas.microsoft.com/office/drawing/2014/main" id="{420D232B-869E-6249-961C-01A12E952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5" name="AutoShape 978">
                <a:extLst>
                  <a:ext uri="{FF2B5EF4-FFF2-40B4-BE49-F238E27FC236}">
                    <a16:creationId xmlns:a16="http://schemas.microsoft.com/office/drawing/2014/main" id="{010A3C00-5438-3042-9454-AAC01B2DB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6" name="Oval 979">
                <a:extLst>
                  <a:ext uri="{FF2B5EF4-FFF2-40B4-BE49-F238E27FC236}">
                    <a16:creationId xmlns:a16="http://schemas.microsoft.com/office/drawing/2014/main" id="{7D0F0111-3F7C-684D-A0A6-09260ABBD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7" name="Oval 980">
                <a:extLst>
                  <a:ext uri="{FF2B5EF4-FFF2-40B4-BE49-F238E27FC236}">
                    <a16:creationId xmlns:a16="http://schemas.microsoft.com/office/drawing/2014/main" id="{28FE3FF0-2975-284F-AEEF-32347D4FF1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8" name="Oval 981">
                <a:extLst>
                  <a:ext uri="{FF2B5EF4-FFF2-40B4-BE49-F238E27FC236}">
                    <a16:creationId xmlns:a16="http://schemas.microsoft.com/office/drawing/2014/main" id="{228744DD-C103-F449-A6A9-99E3785C87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59" name="Rectangle 982">
                <a:extLst>
                  <a:ext uri="{FF2B5EF4-FFF2-40B4-BE49-F238E27FC236}">
                    <a16:creationId xmlns:a16="http://schemas.microsoft.com/office/drawing/2014/main" id="{C5E078A0-718D-474B-9E4C-EB46718FEB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211981" name="Group 15">
            <a:extLst>
              <a:ext uri="{FF2B5EF4-FFF2-40B4-BE49-F238E27FC236}">
                <a16:creationId xmlns:a16="http://schemas.microsoft.com/office/drawing/2014/main" id="{246C61B4-2DD0-DC41-8DDB-58BD5215DB8E}"/>
              </a:ext>
            </a:extLst>
          </p:cNvPr>
          <p:cNvGrpSpPr>
            <a:grpSpLocks/>
          </p:cNvGrpSpPr>
          <p:nvPr/>
        </p:nvGrpSpPr>
        <p:grpSpPr bwMode="auto">
          <a:xfrm>
            <a:off x="9231313" y="4368800"/>
            <a:ext cx="990600" cy="731838"/>
            <a:chOff x="7707615" y="4368892"/>
            <a:chExt cx="990551" cy="731635"/>
          </a:xfrm>
        </p:grpSpPr>
        <p:pic>
          <p:nvPicPr>
            <p:cNvPr id="212034" name="Picture 14">
              <a:extLst>
                <a:ext uri="{FF2B5EF4-FFF2-40B4-BE49-F238E27FC236}">
                  <a16:creationId xmlns:a16="http://schemas.microsoft.com/office/drawing/2014/main" id="{8B49AFDD-88BF-0644-9165-905D6328861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771833" y="4640202"/>
              <a:ext cx="822008" cy="4603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212035" name="Group 249">
              <a:extLst>
                <a:ext uri="{FF2B5EF4-FFF2-40B4-BE49-F238E27FC236}">
                  <a16:creationId xmlns:a16="http://schemas.microsoft.com/office/drawing/2014/main" id="{9428D587-7D5E-A643-B7C2-33D002F2E1E9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707615" y="4368892"/>
              <a:ext cx="225953" cy="395900"/>
              <a:chOff x="4140" y="429"/>
              <a:chExt cx="1425" cy="2396"/>
            </a:xfrm>
          </p:grpSpPr>
          <p:sp>
            <p:nvSpPr>
              <p:cNvPr id="212102" name="Freeform 250">
                <a:extLst>
                  <a:ext uri="{FF2B5EF4-FFF2-40B4-BE49-F238E27FC236}">
                    <a16:creationId xmlns:a16="http://schemas.microsoft.com/office/drawing/2014/main" id="{AE3FB9AE-64F1-CE4C-93BD-CBDB1EDA60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9 w 354"/>
                  <a:gd name="T1" fmla="*/ 0 h 2742"/>
                  <a:gd name="T2" fmla="*/ 47 w 354"/>
                  <a:gd name="T3" fmla="*/ 66 h 2742"/>
                  <a:gd name="T4" fmla="*/ 46 w 354"/>
                  <a:gd name="T5" fmla="*/ 510 h 2742"/>
                  <a:gd name="T6" fmla="*/ 0 w 354"/>
                  <a:gd name="T7" fmla="*/ 534 h 2742"/>
                  <a:gd name="T8" fmla="*/ 9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971" name="Rectangle 251">
                <a:extLst>
                  <a:ext uri="{FF2B5EF4-FFF2-40B4-BE49-F238E27FC236}">
                    <a16:creationId xmlns:a16="http://schemas.microsoft.com/office/drawing/2014/main" id="{69BF4E0E-3E93-6C45-A153-F5956ABB68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429"/>
                <a:ext cx="1051" cy="227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104" name="Freeform 252">
                <a:extLst>
                  <a:ext uri="{FF2B5EF4-FFF2-40B4-BE49-F238E27FC236}">
                    <a16:creationId xmlns:a16="http://schemas.microsoft.com/office/drawing/2014/main" id="{E8FDBF27-0875-B54D-A203-35B1119480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9 w 211"/>
                  <a:gd name="T3" fmla="*/ 43 h 2537"/>
                  <a:gd name="T4" fmla="*/ 2 w 211"/>
                  <a:gd name="T5" fmla="*/ 48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05" name="Freeform 253">
                <a:extLst>
                  <a:ext uri="{FF2B5EF4-FFF2-40B4-BE49-F238E27FC236}">
                    <a16:creationId xmlns:a16="http://schemas.microsoft.com/office/drawing/2014/main" id="{04B3FED4-C9E5-084B-BFDE-FBC2388857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45 w 328"/>
                  <a:gd name="T3" fmla="*/ 25 h 226"/>
                  <a:gd name="T4" fmla="*/ 45 w 328"/>
                  <a:gd name="T5" fmla="*/ 45 h 226"/>
                  <a:gd name="T6" fmla="*/ 0 w 328"/>
                  <a:gd name="T7" fmla="*/ 1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974" name="Rectangle 254">
                <a:extLst>
                  <a:ext uri="{FF2B5EF4-FFF2-40B4-BE49-F238E27FC236}">
                    <a16:creationId xmlns:a16="http://schemas.microsoft.com/office/drawing/2014/main" id="{C103B347-0D35-E648-8B92-D51438E05E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3" y="688"/>
                <a:ext cx="60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107" name="Group 255">
                <a:extLst>
                  <a:ext uri="{FF2B5EF4-FFF2-40B4-BE49-F238E27FC236}">
                    <a16:creationId xmlns:a16="http://schemas.microsoft.com/office/drawing/2014/main" id="{6BA830CF-5591-9E42-87E4-7706ACB3FC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000" name="AutoShape 256">
                  <a:extLst>
                    <a:ext uri="{FF2B5EF4-FFF2-40B4-BE49-F238E27FC236}">
                      <a16:creationId xmlns:a16="http://schemas.microsoft.com/office/drawing/2014/main" id="{44C87939-08C0-D24F-8B6B-28CC0BEDA5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" y="2569"/>
                  <a:ext cx="725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01" name="AutoShape 257">
                  <a:extLst>
                    <a:ext uri="{FF2B5EF4-FFF2-40B4-BE49-F238E27FC236}">
                      <a16:creationId xmlns:a16="http://schemas.microsoft.com/office/drawing/2014/main" id="{B98D89D4-9360-984B-B2E0-C8BE02A092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5" y="2587"/>
                  <a:ext cx="700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976" name="Rectangle 258">
                <a:extLst>
                  <a:ext uri="{FF2B5EF4-FFF2-40B4-BE49-F238E27FC236}">
                    <a16:creationId xmlns:a16="http://schemas.microsoft.com/office/drawing/2014/main" id="{9C47E505-2EEC-3F48-91A3-F88B03ED8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015"/>
                <a:ext cx="60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109" name="Group 259">
                <a:extLst>
                  <a:ext uri="{FF2B5EF4-FFF2-40B4-BE49-F238E27FC236}">
                    <a16:creationId xmlns:a16="http://schemas.microsoft.com/office/drawing/2014/main" id="{B778C37F-D08E-114D-963F-D52DE658784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998" name="AutoShape 260">
                  <a:extLst>
                    <a:ext uri="{FF2B5EF4-FFF2-40B4-BE49-F238E27FC236}">
                      <a16:creationId xmlns:a16="http://schemas.microsoft.com/office/drawing/2014/main" id="{9550A1B1-82EE-7841-9D81-E42FD69375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0" y="2570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999" name="AutoShape 261">
                  <a:extLst>
                    <a:ext uri="{FF2B5EF4-FFF2-40B4-BE49-F238E27FC236}">
                      <a16:creationId xmlns:a16="http://schemas.microsoft.com/office/drawing/2014/main" id="{2BDF4C6F-6870-1143-B70C-D158AFE7C56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3" y="2590"/>
                  <a:ext cx="687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978" name="Rectangle 262">
                <a:extLst>
                  <a:ext uri="{FF2B5EF4-FFF2-40B4-BE49-F238E27FC236}">
                    <a16:creationId xmlns:a16="http://schemas.microsoft.com/office/drawing/2014/main" id="{58CCE7C7-9C37-DB41-806E-3AB5784563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3" y="1361"/>
                <a:ext cx="591" cy="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79" name="Rectangle 263">
                <a:extLst>
                  <a:ext uri="{FF2B5EF4-FFF2-40B4-BE49-F238E27FC236}">
                    <a16:creationId xmlns:a16="http://schemas.microsoft.com/office/drawing/2014/main" id="{DBF18367-F728-D847-BD54-067CD14D00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4" y="1649"/>
                <a:ext cx="59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112" name="Group 264">
                <a:extLst>
                  <a:ext uri="{FF2B5EF4-FFF2-40B4-BE49-F238E27FC236}">
                    <a16:creationId xmlns:a16="http://schemas.microsoft.com/office/drawing/2014/main" id="{22E148B0-0037-E54C-9F98-077BC4E1BCD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996" name="AutoShape 265">
                  <a:extLst>
                    <a:ext uri="{FF2B5EF4-FFF2-40B4-BE49-F238E27FC236}">
                      <a16:creationId xmlns:a16="http://schemas.microsoft.com/office/drawing/2014/main" id="{758460B7-51F1-D94D-B6F3-4A98A312D38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0"/>
                  <a:ext cx="711" cy="13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997" name="AutoShape 266">
                  <a:extLst>
                    <a:ext uri="{FF2B5EF4-FFF2-40B4-BE49-F238E27FC236}">
                      <a16:creationId xmlns:a16="http://schemas.microsoft.com/office/drawing/2014/main" id="{B1FE75B0-8411-8E43-BF34-3814B0D1EF9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8"/>
                  <a:ext cx="673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12113" name="Freeform 267">
                <a:extLst>
                  <a:ext uri="{FF2B5EF4-FFF2-40B4-BE49-F238E27FC236}">
                    <a16:creationId xmlns:a16="http://schemas.microsoft.com/office/drawing/2014/main" id="{34C14115-826E-C047-A5AC-61450FA594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45 w 328"/>
                  <a:gd name="T3" fmla="*/ 24 h 226"/>
                  <a:gd name="T4" fmla="*/ 45 w 328"/>
                  <a:gd name="T5" fmla="*/ 43 h 226"/>
                  <a:gd name="T6" fmla="*/ 0 w 328"/>
                  <a:gd name="T7" fmla="*/ 1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114" name="Group 268">
                <a:extLst>
                  <a:ext uri="{FF2B5EF4-FFF2-40B4-BE49-F238E27FC236}">
                    <a16:creationId xmlns:a16="http://schemas.microsoft.com/office/drawing/2014/main" id="{475038A4-EE1A-674A-B169-D29EBCE6A86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994" name="AutoShape 269">
                  <a:extLst>
                    <a:ext uri="{FF2B5EF4-FFF2-40B4-BE49-F238E27FC236}">
                      <a16:creationId xmlns:a16="http://schemas.microsoft.com/office/drawing/2014/main" id="{3EA6A658-1C4E-C347-92D9-308B53694BA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0" y="2544"/>
                  <a:ext cx="723" cy="16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995" name="AutoShape 270">
                  <a:extLst>
                    <a:ext uri="{FF2B5EF4-FFF2-40B4-BE49-F238E27FC236}">
                      <a16:creationId xmlns:a16="http://schemas.microsoft.com/office/drawing/2014/main" id="{303A1AB4-A521-4C46-929C-FE93FAEA70E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45" y="2582"/>
                  <a:ext cx="673" cy="11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983" name="Rectangle 271">
                <a:extLst>
                  <a:ext uri="{FF2B5EF4-FFF2-40B4-BE49-F238E27FC236}">
                    <a16:creationId xmlns:a16="http://schemas.microsoft.com/office/drawing/2014/main" id="{F20799A2-C0C0-BC41-B794-662788F2C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5" y="429"/>
                <a:ext cx="6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116" name="Freeform 272">
                <a:extLst>
                  <a:ext uri="{FF2B5EF4-FFF2-40B4-BE49-F238E27FC236}">
                    <a16:creationId xmlns:a16="http://schemas.microsoft.com/office/drawing/2014/main" id="{D8EB6300-A48F-4842-8305-F21FD306D8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40 w 296"/>
                  <a:gd name="T3" fmla="*/ 27 h 256"/>
                  <a:gd name="T4" fmla="*/ 40 w 296"/>
                  <a:gd name="T5" fmla="*/ 49 h 256"/>
                  <a:gd name="T6" fmla="*/ 0 w 296"/>
                  <a:gd name="T7" fmla="*/ 18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117" name="Freeform 273">
                <a:extLst>
                  <a:ext uri="{FF2B5EF4-FFF2-40B4-BE49-F238E27FC236}">
                    <a16:creationId xmlns:a16="http://schemas.microsoft.com/office/drawing/2014/main" id="{5069FF5B-6D12-3E48-8698-D0E32C787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42 w 304"/>
                  <a:gd name="T3" fmla="*/ 32 h 288"/>
                  <a:gd name="T4" fmla="*/ 39 w 304"/>
                  <a:gd name="T5" fmla="*/ 57 h 288"/>
                  <a:gd name="T6" fmla="*/ 2 w 304"/>
                  <a:gd name="T7" fmla="*/ 2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986" name="Oval 274">
                <a:extLst>
                  <a:ext uri="{FF2B5EF4-FFF2-40B4-BE49-F238E27FC236}">
                    <a16:creationId xmlns:a16="http://schemas.microsoft.com/office/drawing/2014/main" id="{AFEF1B60-D4F2-134C-8C57-605795353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09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119" name="Freeform 275">
                <a:extLst>
                  <a:ext uri="{FF2B5EF4-FFF2-40B4-BE49-F238E27FC236}">
                    <a16:creationId xmlns:a16="http://schemas.microsoft.com/office/drawing/2014/main" id="{0200803D-62FF-4441-B044-371B60B47F8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21 h 240"/>
                  <a:gd name="T2" fmla="*/ 2 w 306"/>
                  <a:gd name="T3" fmla="*/ 48 h 240"/>
                  <a:gd name="T4" fmla="*/ 42 w 306"/>
                  <a:gd name="T5" fmla="*/ 22 h 240"/>
                  <a:gd name="T6" fmla="*/ 40 w 306"/>
                  <a:gd name="T7" fmla="*/ 0 h 240"/>
                  <a:gd name="T8" fmla="*/ 0 w 306"/>
                  <a:gd name="T9" fmla="*/ 2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988" name="AutoShape 276">
                <a:extLst>
                  <a:ext uri="{FF2B5EF4-FFF2-40B4-BE49-F238E27FC236}">
                    <a16:creationId xmlns:a16="http://schemas.microsoft.com/office/drawing/2014/main" id="{6C7C58BA-3FAC-F540-8627-EF780D6225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3" y="2677"/>
                <a:ext cx="1201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89" name="AutoShape 277">
                <a:extLst>
                  <a:ext uri="{FF2B5EF4-FFF2-40B4-BE49-F238E27FC236}">
                    <a16:creationId xmlns:a16="http://schemas.microsoft.com/office/drawing/2014/main" id="{84DCA700-1BB9-6F4F-9BFB-8C71C31C08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3" y="2705"/>
                <a:ext cx="1071" cy="7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90" name="Oval 278">
                <a:extLst>
                  <a:ext uri="{FF2B5EF4-FFF2-40B4-BE49-F238E27FC236}">
                    <a16:creationId xmlns:a16="http://schemas.microsoft.com/office/drawing/2014/main" id="{4DB7668B-A53B-204F-B691-E9B86D6438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4" y="2379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91" name="Oval 279">
                <a:extLst>
                  <a:ext uri="{FF2B5EF4-FFF2-40B4-BE49-F238E27FC236}">
                    <a16:creationId xmlns:a16="http://schemas.microsoft.com/office/drawing/2014/main" id="{734493BB-E4C9-364B-BE72-1ED56D27A6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4" y="2379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92" name="Oval 280">
                <a:extLst>
                  <a:ext uri="{FF2B5EF4-FFF2-40B4-BE49-F238E27FC236}">
                    <a16:creationId xmlns:a16="http://schemas.microsoft.com/office/drawing/2014/main" id="{4FFB10A2-7D14-FB42-81F1-AC7500333C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4" y="2379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993" name="Rectangle 281">
                <a:extLst>
                  <a:ext uri="{FF2B5EF4-FFF2-40B4-BE49-F238E27FC236}">
                    <a16:creationId xmlns:a16="http://schemas.microsoft.com/office/drawing/2014/main" id="{0C4D4532-5385-5144-B156-410652EF6C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4" y="1831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grpSp>
          <p:nvGrpSpPr>
            <p:cNvPr id="212036" name="Group 249">
              <a:extLst>
                <a:ext uri="{FF2B5EF4-FFF2-40B4-BE49-F238E27FC236}">
                  <a16:creationId xmlns:a16="http://schemas.microsoft.com/office/drawing/2014/main" id="{4E9454F6-8C78-1B44-A45E-659D47F71046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7939866" y="4369199"/>
              <a:ext cx="225953" cy="395900"/>
              <a:chOff x="4140" y="429"/>
              <a:chExt cx="1425" cy="2396"/>
            </a:xfrm>
          </p:grpSpPr>
          <p:sp>
            <p:nvSpPr>
              <p:cNvPr id="212070" name="Freeform 250">
                <a:extLst>
                  <a:ext uri="{FF2B5EF4-FFF2-40B4-BE49-F238E27FC236}">
                    <a16:creationId xmlns:a16="http://schemas.microsoft.com/office/drawing/2014/main" id="{A03C8245-84E8-1547-98F3-D419F0F339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9 w 354"/>
                  <a:gd name="T1" fmla="*/ 0 h 2742"/>
                  <a:gd name="T2" fmla="*/ 47 w 354"/>
                  <a:gd name="T3" fmla="*/ 66 h 2742"/>
                  <a:gd name="T4" fmla="*/ 46 w 354"/>
                  <a:gd name="T5" fmla="*/ 510 h 2742"/>
                  <a:gd name="T6" fmla="*/ 0 w 354"/>
                  <a:gd name="T7" fmla="*/ 534 h 2742"/>
                  <a:gd name="T8" fmla="*/ 9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04" name="Rectangle 251">
                <a:extLst>
                  <a:ext uri="{FF2B5EF4-FFF2-40B4-BE49-F238E27FC236}">
                    <a16:creationId xmlns:a16="http://schemas.microsoft.com/office/drawing/2014/main" id="{D4658AF0-46BC-3C41-9BE0-B3058E1571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427"/>
                <a:ext cx="1051" cy="228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072" name="Freeform 252">
                <a:extLst>
                  <a:ext uri="{FF2B5EF4-FFF2-40B4-BE49-F238E27FC236}">
                    <a16:creationId xmlns:a16="http://schemas.microsoft.com/office/drawing/2014/main" id="{C051241D-9938-2247-81A7-005E60E6A8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9 w 211"/>
                  <a:gd name="T3" fmla="*/ 43 h 2537"/>
                  <a:gd name="T4" fmla="*/ 2 w 211"/>
                  <a:gd name="T5" fmla="*/ 48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73" name="Freeform 253">
                <a:extLst>
                  <a:ext uri="{FF2B5EF4-FFF2-40B4-BE49-F238E27FC236}">
                    <a16:creationId xmlns:a16="http://schemas.microsoft.com/office/drawing/2014/main" id="{D1D41A11-05E7-684B-A0AE-EC2C9DD52B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45 w 328"/>
                  <a:gd name="T3" fmla="*/ 25 h 226"/>
                  <a:gd name="T4" fmla="*/ 45 w 328"/>
                  <a:gd name="T5" fmla="*/ 45 h 226"/>
                  <a:gd name="T6" fmla="*/ 0 w 328"/>
                  <a:gd name="T7" fmla="*/ 1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07" name="Rectangle 254">
                <a:extLst>
                  <a:ext uri="{FF2B5EF4-FFF2-40B4-BE49-F238E27FC236}">
                    <a16:creationId xmlns:a16="http://schemas.microsoft.com/office/drawing/2014/main" id="{CDB6110C-F2A9-2A42-A814-225C606AF3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696"/>
                <a:ext cx="601" cy="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075" name="Group 255">
                <a:extLst>
                  <a:ext uri="{FF2B5EF4-FFF2-40B4-BE49-F238E27FC236}">
                    <a16:creationId xmlns:a16="http://schemas.microsoft.com/office/drawing/2014/main" id="{4AA01198-881E-674B-8D85-89B4A423F0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033" name="AutoShape 256">
                  <a:extLst>
                    <a:ext uri="{FF2B5EF4-FFF2-40B4-BE49-F238E27FC236}">
                      <a16:creationId xmlns:a16="http://schemas.microsoft.com/office/drawing/2014/main" id="{68DC4A52-F420-DE43-A08E-43238B4C5A5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67"/>
                  <a:ext cx="725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34" name="AutoShape 257">
                  <a:extLst>
                    <a:ext uri="{FF2B5EF4-FFF2-40B4-BE49-F238E27FC236}">
                      <a16:creationId xmlns:a16="http://schemas.microsoft.com/office/drawing/2014/main" id="{1F90C38E-6529-6D43-AF3F-FCF2C27269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2586"/>
                  <a:ext cx="700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009" name="Rectangle 258">
                <a:extLst>
                  <a:ext uri="{FF2B5EF4-FFF2-40B4-BE49-F238E27FC236}">
                    <a16:creationId xmlns:a16="http://schemas.microsoft.com/office/drawing/2014/main" id="{A6C50548-B5A8-DD41-960F-934AB506C6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023"/>
                <a:ext cx="591" cy="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077" name="Group 259">
                <a:extLst>
                  <a:ext uri="{FF2B5EF4-FFF2-40B4-BE49-F238E27FC236}">
                    <a16:creationId xmlns:a16="http://schemas.microsoft.com/office/drawing/2014/main" id="{B50052D3-6E51-A24F-8DA6-1A1FB1E76A4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031" name="AutoShape 260">
                  <a:extLst>
                    <a:ext uri="{FF2B5EF4-FFF2-40B4-BE49-F238E27FC236}">
                      <a16:creationId xmlns:a16="http://schemas.microsoft.com/office/drawing/2014/main" id="{F197C4B6-E0DE-F849-B48E-BCEE5E7A92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4" y="2568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32" name="AutoShape 261">
                  <a:extLst>
                    <a:ext uri="{FF2B5EF4-FFF2-40B4-BE49-F238E27FC236}">
                      <a16:creationId xmlns:a16="http://schemas.microsoft.com/office/drawing/2014/main" id="{93DD5F29-0A86-D349-B160-42359A1BEF2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7" y="2588"/>
                  <a:ext cx="687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011" name="Rectangle 262">
                <a:extLst>
                  <a:ext uri="{FF2B5EF4-FFF2-40B4-BE49-F238E27FC236}">
                    <a16:creationId xmlns:a16="http://schemas.microsoft.com/office/drawing/2014/main" id="{2CEEAE7B-F0C2-3741-812C-E68B25F427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7" y="1359"/>
                <a:ext cx="59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12" name="Rectangle 263">
                <a:extLst>
                  <a:ext uri="{FF2B5EF4-FFF2-40B4-BE49-F238E27FC236}">
                    <a16:creationId xmlns:a16="http://schemas.microsoft.com/office/drawing/2014/main" id="{D214CDE3-D2A8-274C-8077-E1A2A229E8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7" y="1657"/>
                <a:ext cx="60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080" name="Group 264">
                <a:extLst>
                  <a:ext uri="{FF2B5EF4-FFF2-40B4-BE49-F238E27FC236}">
                    <a16:creationId xmlns:a16="http://schemas.microsoft.com/office/drawing/2014/main" id="{6E439FEA-F5FC-3B4E-9319-CE3BAECB55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029" name="AutoShape 265">
                  <a:extLst>
                    <a:ext uri="{FF2B5EF4-FFF2-40B4-BE49-F238E27FC236}">
                      <a16:creationId xmlns:a16="http://schemas.microsoft.com/office/drawing/2014/main" id="{C9355DB6-C6B8-FF44-B122-7F1B0154AD4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7" y="2569"/>
                  <a:ext cx="711" cy="141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30" name="AutoShape 266">
                  <a:extLst>
                    <a:ext uri="{FF2B5EF4-FFF2-40B4-BE49-F238E27FC236}">
                      <a16:creationId xmlns:a16="http://schemas.microsoft.com/office/drawing/2014/main" id="{49670351-9F5F-4D49-B71A-D4248C3860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6"/>
                  <a:ext cx="67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12081" name="Freeform 267">
                <a:extLst>
                  <a:ext uri="{FF2B5EF4-FFF2-40B4-BE49-F238E27FC236}">
                    <a16:creationId xmlns:a16="http://schemas.microsoft.com/office/drawing/2014/main" id="{8C813492-9EA7-3A44-9D0E-5EE281C2F7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45 w 328"/>
                  <a:gd name="T3" fmla="*/ 24 h 226"/>
                  <a:gd name="T4" fmla="*/ 45 w 328"/>
                  <a:gd name="T5" fmla="*/ 43 h 226"/>
                  <a:gd name="T6" fmla="*/ 0 w 328"/>
                  <a:gd name="T7" fmla="*/ 1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082" name="Group 268">
                <a:extLst>
                  <a:ext uri="{FF2B5EF4-FFF2-40B4-BE49-F238E27FC236}">
                    <a16:creationId xmlns:a16="http://schemas.microsoft.com/office/drawing/2014/main" id="{401906C0-A649-EA4C-AD29-60A7328EFA7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027" name="AutoShape 269">
                  <a:extLst>
                    <a:ext uri="{FF2B5EF4-FFF2-40B4-BE49-F238E27FC236}">
                      <a16:creationId xmlns:a16="http://schemas.microsoft.com/office/drawing/2014/main" id="{6D630F50-E03D-D54B-AD8B-C27CDE09FD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2" y="2571"/>
                  <a:ext cx="761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28" name="AutoShape 270">
                  <a:extLst>
                    <a:ext uri="{FF2B5EF4-FFF2-40B4-BE49-F238E27FC236}">
                      <a16:creationId xmlns:a16="http://schemas.microsoft.com/office/drawing/2014/main" id="{3017E51C-7609-2E48-8538-5848C41247B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4" y="2590"/>
                  <a:ext cx="723" cy="10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016" name="Rectangle 271">
                <a:extLst>
                  <a:ext uri="{FF2B5EF4-FFF2-40B4-BE49-F238E27FC236}">
                    <a16:creationId xmlns:a16="http://schemas.microsoft.com/office/drawing/2014/main" id="{651B996A-729D-A14F-9266-27B9137CBA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8" y="427"/>
                <a:ext cx="70" cy="229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084" name="Freeform 272">
                <a:extLst>
                  <a:ext uri="{FF2B5EF4-FFF2-40B4-BE49-F238E27FC236}">
                    <a16:creationId xmlns:a16="http://schemas.microsoft.com/office/drawing/2014/main" id="{6B82CA0B-96B1-5C4F-BD88-422C7BF998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40 w 296"/>
                  <a:gd name="T3" fmla="*/ 27 h 256"/>
                  <a:gd name="T4" fmla="*/ 40 w 296"/>
                  <a:gd name="T5" fmla="*/ 49 h 256"/>
                  <a:gd name="T6" fmla="*/ 0 w 296"/>
                  <a:gd name="T7" fmla="*/ 18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85" name="Freeform 273">
                <a:extLst>
                  <a:ext uri="{FF2B5EF4-FFF2-40B4-BE49-F238E27FC236}">
                    <a16:creationId xmlns:a16="http://schemas.microsoft.com/office/drawing/2014/main" id="{45542DB4-486A-8545-8B5E-F0F0A3148C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42 w 304"/>
                  <a:gd name="T3" fmla="*/ 32 h 288"/>
                  <a:gd name="T4" fmla="*/ 39 w 304"/>
                  <a:gd name="T5" fmla="*/ 57 h 288"/>
                  <a:gd name="T6" fmla="*/ 2 w 304"/>
                  <a:gd name="T7" fmla="*/ 2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19" name="Oval 274">
                <a:extLst>
                  <a:ext uri="{FF2B5EF4-FFF2-40B4-BE49-F238E27FC236}">
                    <a16:creationId xmlns:a16="http://schemas.microsoft.com/office/drawing/2014/main" id="{435B7EFD-D157-2C4F-8DF0-32699F988F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8" y="2617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087" name="Freeform 275">
                <a:extLst>
                  <a:ext uri="{FF2B5EF4-FFF2-40B4-BE49-F238E27FC236}">
                    <a16:creationId xmlns:a16="http://schemas.microsoft.com/office/drawing/2014/main" id="{91EEEC1B-222B-2041-8B74-71DB51088E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21 h 240"/>
                  <a:gd name="T2" fmla="*/ 2 w 306"/>
                  <a:gd name="T3" fmla="*/ 48 h 240"/>
                  <a:gd name="T4" fmla="*/ 42 w 306"/>
                  <a:gd name="T5" fmla="*/ 22 h 240"/>
                  <a:gd name="T6" fmla="*/ 40 w 306"/>
                  <a:gd name="T7" fmla="*/ 0 h 240"/>
                  <a:gd name="T8" fmla="*/ 0 w 306"/>
                  <a:gd name="T9" fmla="*/ 2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21" name="AutoShape 276">
                <a:extLst>
                  <a:ext uri="{FF2B5EF4-FFF2-40B4-BE49-F238E27FC236}">
                    <a16:creationId xmlns:a16="http://schemas.microsoft.com/office/drawing/2014/main" id="{2E4D5386-12FD-904A-A597-3248471B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36" y="2684"/>
                <a:ext cx="1201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22" name="AutoShape 277">
                <a:extLst>
                  <a:ext uri="{FF2B5EF4-FFF2-40B4-BE49-F238E27FC236}">
                    <a16:creationId xmlns:a16="http://schemas.microsoft.com/office/drawing/2014/main" id="{405DC85D-D545-9549-815B-7EF5CE6A7E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7" y="2713"/>
                <a:ext cx="1071" cy="8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23" name="Oval 278">
                <a:extLst>
                  <a:ext uri="{FF2B5EF4-FFF2-40B4-BE49-F238E27FC236}">
                    <a16:creationId xmlns:a16="http://schemas.microsoft.com/office/drawing/2014/main" id="{E7D84189-0B0B-2344-A5F0-0C10C7C1092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7" y="2387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24" name="Oval 279">
                <a:extLst>
                  <a:ext uri="{FF2B5EF4-FFF2-40B4-BE49-F238E27FC236}">
                    <a16:creationId xmlns:a16="http://schemas.microsoft.com/office/drawing/2014/main" id="{5EAF772E-478C-8E4A-93CB-26B379E18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7" y="2387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25" name="Oval 280">
                <a:extLst>
                  <a:ext uri="{FF2B5EF4-FFF2-40B4-BE49-F238E27FC236}">
                    <a16:creationId xmlns:a16="http://schemas.microsoft.com/office/drawing/2014/main" id="{27AE0AC9-B7B9-4E40-B5F3-DEC4F7D4DE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7" y="2387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26" name="Rectangle 281">
                <a:extLst>
                  <a:ext uri="{FF2B5EF4-FFF2-40B4-BE49-F238E27FC236}">
                    <a16:creationId xmlns:a16="http://schemas.microsoft.com/office/drawing/2014/main" id="{FBC56F80-E750-304F-95F3-C043C627AF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8" y="1839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  <p:grpSp>
          <p:nvGrpSpPr>
            <p:cNvPr id="212037" name="Group 249">
              <a:extLst>
                <a:ext uri="{FF2B5EF4-FFF2-40B4-BE49-F238E27FC236}">
                  <a16:creationId xmlns:a16="http://schemas.microsoft.com/office/drawing/2014/main" id="{063CADA8-4BAC-AB4C-87C1-F68FF3A8BFF2}"/>
                </a:ext>
              </a:extLst>
            </p:cNvPr>
            <p:cNvGrpSpPr>
              <a:grpSpLocks/>
            </p:cNvGrpSpPr>
            <p:nvPr/>
          </p:nvGrpSpPr>
          <p:grpSpPr bwMode="auto">
            <a:xfrm flipH="1">
              <a:off x="8472213" y="4384408"/>
              <a:ext cx="225953" cy="395900"/>
              <a:chOff x="4140" y="429"/>
              <a:chExt cx="1425" cy="2396"/>
            </a:xfrm>
          </p:grpSpPr>
          <p:sp>
            <p:nvSpPr>
              <p:cNvPr id="212038" name="Freeform 250">
                <a:extLst>
                  <a:ext uri="{FF2B5EF4-FFF2-40B4-BE49-F238E27FC236}">
                    <a16:creationId xmlns:a16="http://schemas.microsoft.com/office/drawing/2014/main" id="{83609DD9-788C-B34B-A84D-5AF80A7E89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9 w 354"/>
                  <a:gd name="T1" fmla="*/ 0 h 2742"/>
                  <a:gd name="T2" fmla="*/ 47 w 354"/>
                  <a:gd name="T3" fmla="*/ 66 h 2742"/>
                  <a:gd name="T4" fmla="*/ 46 w 354"/>
                  <a:gd name="T5" fmla="*/ 510 h 2742"/>
                  <a:gd name="T6" fmla="*/ 0 w 354"/>
                  <a:gd name="T7" fmla="*/ 534 h 2742"/>
                  <a:gd name="T8" fmla="*/ 9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37" name="Rectangle 251">
                <a:extLst>
                  <a:ext uri="{FF2B5EF4-FFF2-40B4-BE49-F238E27FC236}">
                    <a16:creationId xmlns:a16="http://schemas.microsoft.com/office/drawing/2014/main" id="{9A83466C-E4FD-704C-B5A3-73372A72E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0" y="431"/>
                <a:ext cx="1051" cy="2276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040" name="Freeform 252">
                <a:extLst>
                  <a:ext uri="{FF2B5EF4-FFF2-40B4-BE49-F238E27FC236}">
                    <a16:creationId xmlns:a16="http://schemas.microsoft.com/office/drawing/2014/main" id="{6B912C6A-CA11-6241-B86E-7D90B7966D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29 w 211"/>
                  <a:gd name="T3" fmla="*/ 43 h 2537"/>
                  <a:gd name="T4" fmla="*/ 2 w 211"/>
                  <a:gd name="T5" fmla="*/ 48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41" name="Freeform 253">
                <a:extLst>
                  <a:ext uri="{FF2B5EF4-FFF2-40B4-BE49-F238E27FC236}">
                    <a16:creationId xmlns:a16="http://schemas.microsoft.com/office/drawing/2014/main" id="{4EF65B28-986F-2941-82BF-82235F3C0F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45 w 328"/>
                  <a:gd name="T3" fmla="*/ 25 h 226"/>
                  <a:gd name="T4" fmla="*/ 45 w 328"/>
                  <a:gd name="T5" fmla="*/ 45 h 226"/>
                  <a:gd name="T6" fmla="*/ 0 w 328"/>
                  <a:gd name="T7" fmla="*/ 19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40" name="Rectangle 254">
                <a:extLst>
                  <a:ext uri="{FF2B5EF4-FFF2-40B4-BE49-F238E27FC236}">
                    <a16:creationId xmlns:a16="http://schemas.microsoft.com/office/drawing/2014/main" id="{2E0706E9-4632-5147-9763-45281A5F50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60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043" name="Group 255">
                <a:extLst>
                  <a:ext uri="{FF2B5EF4-FFF2-40B4-BE49-F238E27FC236}">
                    <a16:creationId xmlns:a16="http://schemas.microsoft.com/office/drawing/2014/main" id="{AFDA2183-F275-5945-8D00-53B62203DF2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1066" name="AutoShape 256">
                  <a:extLst>
                    <a:ext uri="{FF2B5EF4-FFF2-40B4-BE49-F238E27FC236}">
                      <a16:creationId xmlns:a16="http://schemas.microsoft.com/office/drawing/2014/main" id="{6771E5BD-9EAE-334D-A62A-489F0A6F3B9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71"/>
                  <a:ext cx="725" cy="138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67" name="AutoShape 257">
                  <a:extLst>
                    <a:ext uri="{FF2B5EF4-FFF2-40B4-BE49-F238E27FC236}">
                      <a16:creationId xmlns:a16="http://schemas.microsoft.com/office/drawing/2014/main" id="{EDB32EF2-BB3C-FA43-98D2-E17A7C0B29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90"/>
                  <a:ext cx="700" cy="101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042" name="Rectangle 258">
                <a:extLst>
                  <a:ext uri="{FF2B5EF4-FFF2-40B4-BE49-F238E27FC236}">
                    <a16:creationId xmlns:a16="http://schemas.microsoft.com/office/drawing/2014/main" id="{BC61EC3E-F484-3D44-8AB5-E7A307F177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17"/>
                <a:ext cx="60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045" name="Group 259">
                <a:extLst>
                  <a:ext uri="{FF2B5EF4-FFF2-40B4-BE49-F238E27FC236}">
                    <a16:creationId xmlns:a16="http://schemas.microsoft.com/office/drawing/2014/main" id="{59D9A9D5-9943-2D41-B20D-6F38276B0DA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1064" name="AutoShape 260">
                  <a:extLst>
                    <a:ext uri="{FF2B5EF4-FFF2-40B4-BE49-F238E27FC236}">
                      <a16:creationId xmlns:a16="http://schemas.microsoft.com/office/drawing/2014/main" id="{8D06F510-A5A6-DE4C-9A08-7E75EB9E60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81" y="2572"/>
                  <a:ext cx="725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65" name="AutoShape 261">
                  <a:extLst>
                    <a:ext uri="{FF2B5EF4-FFF2-40B4-BE49-F238E27FC236}">
                      <a16:creationId xmlns:a16="http://schemas.microsoft.com/office/drawing/2014/main" id="{8FF0110B-B100-9542-B3BF-7AA2C9E42D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94" y="2592"/>
                  <a:ext cx="687" cy="100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044" name="Rectangle 262">
                <a:extLst>
                  <a:ext uri="{FF2B5EF4-FFF2-40B4-BE49-F238E27FC236}">
                    <a16:creationId xmlns:a16="http://schemas.microsoft.com/office/drawing/2014/main" id="{3DC50D41-35CD-1341-A6D5-D950C8EDB1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63"/>
                <a:ext cx="591" cy="3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45" name="Rectangle 263">
                <a:extLst>
                  <a:ext uri="{FF2B5EF4-FFF2-40B4-BE49-F238E27FC236}">
                    <a16:creationId xmlns:a16="http://schemas.microsoft.com/office/drawing/2014/main" id="{7337A979-AD5D-9D44-B53F-15B5627517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1"/>
                <a:ext cx="591" cy="48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grpSp>
            <p:nvGrpSpPr>
              <p:cNvPr id="212048" name="Group 264">
                <a:extLst>
                  <a:ext uri="{FF2B5EF4-FFF2-40B4-BE49-F238E27FC236}">
                    <a16:creationId xmlns:a16="http://schemas.microsoft.com/office/drawing/2014/main" id="{941F8FDA-8D7F-2346-A6C2-6EA10A4250C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1062" name="AutoShape 265">
                  <a:extLst>
                    <a:ext uri="{FF2B5EF4-FFF2-40B4-BE49-F238E27FC236}">
                      <a16:creationId xmlns:a16="http://schemas.microsoft.com/office/drawing/2014/main" id="{EECF23DE-461B-6144-AED7-04E1E12852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09" y="2572"/>
                  <a:ext cx="686" cy="133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63" name="AutoShape 266">
                  <a:extLst>
                    <a:ext uri="{FF2B5EF4-FFF2-40B4-BE49-F238E27FC236}">
                      <a16:creationId xmlns:a16="http://schemas.microsoft.com/office/drawing/2014/main" id="{0A68C799-922E-B342-9C3E-D7370E6F62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1" y="2590"/>
                  <a:ext cx="648" cy="9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212049" name="Freeform 267">
                <a:extLst>
                  <a:ext uri="{FF2B5EF4-FFF2-40B4-BE49-F238E27FC236}">
                    <a16:creationId xmlns:a16="http://schemas.microsoft.com/office/drawing/2014/main" id="{936DB453-D72B-EF48-B4DE-1F4AA2CB6A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45 w 328"/>
                  <a:gd name="T3" fmla="*/ 24 h 226"/>
                  <a:gd name="T4" fmla="*/ 45 w 328"/>
                  <a:gd name="T5" fmla="*/ 43 h 226"/>
                  <a:gd name="T6" fmla="*/ 0 w 328"/>
                  <a:gd name="T7" fmla="*/ 1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050" name="Group 268">
                <a:extLst>
                  <a:ext uri="{FF2B5EF4-FFF2-40B4-BE49-F238E27FC236}">
                    <a16:creationId xmlns:a16="http://schemas.microsoft.com/office/drawing/2014/main" id="{C294DBB1-7698-5440-AE7E-BC967A34408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1060" name="AutoShape 269">
                  <a:extLst>
                    <a:ext uri="{FF2B5EF4-FFF2-40B4-BE49-F238E27FC236}">
                      <a16:creationId xmlns:a16="http://schemas.microsoft.com/office/drawing/2014/main" id="{1C28E9A7-7F8C-7448-8072-16825BD7A1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6" y="2565"/>
                  <a:ext cx="723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  <p:sp>
              <p:nvSpPr>
                <p:cNvPr id="1061" name="AutoShape 270">
                  <a:extLst>
                    <a:ext uri="{FF2B5EF4-FFF2-40B4-BE49-F238E27FC236}">
                      <a16:creationId xmlns:a16="http://schemas.microsoft.com/office/drawing/2014/main" id="{F487AB71-1F45-EB49-A690-2C22A7507D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9" y="2585"/>
                  <a:ext cx="686" cy="115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Arial"/>
                  </a:endParaRPr>
                </a:p>
              </p:txBody>
            </p:sp>
          </p:grpSp>
          <p:sp>
            <p:nvSpPr>
              <p:cNvPr id="1049" name="Rectangle 271">
                <a:extLst>
                  <a:ext uri="{FF2B5EF4-FFF2-40B4-BE49-F238E27FC236}">
                    <a16:creationId xmlns:a16="http://schemas.microsoft.com/office/drawing/2014/main" id="{72F89151-6238-B74D-867E-21A9ECE3B5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51" y="431"/>
                <a:ext cx="60" cy="2286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052" name="Freeform 272">
                <a:extLst>
                  <a:ext uri="{FF2B5EF4-FFF2-40B4-BE49-F238E27FC236}">
                    <a16:creationId xmlns:a16="http://schemas.microsoft.com/office/drawing/2014/main" id="{2D301E59-F089-F146-9D78-8606C4C6E0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40 w 296"/>
                  <a:gd name="T3" fmla="*/ 27 h 256"/>
                  <a:gd name="T4" fmla="*/ 40 w 296"/>
                  <a:gd name="T5" fmla="*/ 49 h 256"/>
                  <a:gd name="T6" fmla="*/ 0 w 296"/>
                  <a:gd name="T7" fmla="*/ 18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53" name="Freeform 273">
                <a:extLst>
                  <a:ext uri="{FF2B5EF4-FFF2-40B4-BE49-F238E27FC236}">
                    <a16:creationId xmlns:a16="http://schemas.microsoft.com/office/drawing/2014/main" id="{58EE3F91-4AF5-C142-BEAE-95FF763AA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42 w 304"/>
                  <a:gd name="T3" fmla="*/ 32 h 288"/>
                  <a:gd name="T4" fmla="*/ 39 w 304"/>
                  <a:gd name="T5" fmla="*/ 57 h 288"/>
                  <a:gd name="T6" fmla="*/ 2 w 304"/>
                  <a:gd name="T7" fmla="*/ 24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52" name="Oval 274">
                <a:extLst>
                  <a:ext uri="{FF2B5EF4-FFF2-40B4-BE49-F238E27FC236}">
                    <a16:creationId xmlns:a16="http://schemas.microsoft.com/office/drawing/2014/main" id="{1DBFAAB7-01C0-0142-B148-67BAAC23F23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2" y="2611"/>
                <a:ext cx="50" cy="96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212055" name="Freeform 275">
                <a:extLst>
                  <a:ext uri="{FF2B5EF4-FFF2-40B4-BE49-F238E27FC236}">
                    <a16:creationId xmlns:a16="http://schemas.microsoft.com/office/drawing/2014/main" id="{6A788E83-B9AD-684D-9098-48CAC937AA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21 h 240"/>
                  <a:gd name="T2" fmla="*/ 2 w 306"/>
                  <a:gd name="T3" fmla="*/ 48 h 240"/>
                  <a:gd name="T4" fmla="*/ 42 w 306"/>
                  <a:gd name="T5" fmla="*/ 22 h 240"/>
                  <a:gd name="T6" fmla="*/ 40 w 306"/>
                  <a:gd name="T7" fmla="*/ 0 h 240"/>
                  <a:gd name="T8" fmla="*/ 0 w 306"/>
                  <a:gd name="T9" fmla="*/ 21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1054" name="AutoShape 276">
                <a:extLst>
                  <a:ext uri="{FF2B5EF4-FFF2-40B4-BE49-F238E27FC236}">
                    <a16:creationId xmlns:a16="http://schemas.microsoft.com/office/drawing/2014/main" id="{3B10DC55-A939-5F48-BD8F-218473E0B9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9"/>
                <a:ext cx="1201" cy="144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55" name="AutoShape 277">
                <a:extLst>
                  <a:ext uri="{FF2B5EF4-FFF2-40B4-BE49-F238E27FC236}">
                    <a16:creationId xmlns:a16="http://schemas.microsoft.com/office/drawing/2014/main" id="{21263D7D-4294-5148-B3A9-27122535AF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00" y="2708"/>
                <a:ext cx="1071" cy="8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56" name="Oval 278">
                <a:extLst>
                  <a:ext uri="{FF2B5EF4-FFF2-40B4-BE49-F238E27FC236}">
                    <a16:creationId xmlns:a16="http://schemas.microsoft.com/office/drawing/2014/main" id="{43CCDDD0-BFF9-884C-91C4-A05681D8CC4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10" y="2381"/>
                <a:ext cx="160" cy="14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57" name="Oval 279">
                <a:extLst>
                  <a:ext uri="{FF2B5EF4-FFF2-40B4-BE49-F238E27FC236}">
                    <a16:creationId xmlns:a16="http://schemas.microsoft.com/office/drawing/2014/main" id="{797CAFF6-2540-2A43-A7EB-6DC214987B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0" y="2381"/>
                <a:ext cx="160" cy="144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ctr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58" name="Oval 280">
                <a:extLst>
                  <a:ext uri="{FF2B5EF4-FFF2-40B4-BE49-F238E27FC236}">
                    <a16:creationId xmlns:a16="http://schemas.microsoft.com/office/drawing/2014/main" id="{4BB328AC-52B7-0E49-B39E-D6076BDE88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61" y="2381"/>
                <a:ext cx="160" cy="134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xmlns="" w="9525">
                    <a:solidFill>
                      <a:schemeClr val="tx1"/>
                    </a:solidFill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  <p:sp>
            <p:nvSpPr>
              <p:cNvPr id="1059" name="Rectangle 281">
                <a:extLst>
                  <a:ext uri="{FF2B5EF4-FFF2-40B4-BE49-F238E27FC236}">
                    <a16:creationId xmlns:a16="http://schemas.microsoft.com/office/drawing/2014/main" id="{E9E2B2D4-67FA-DD44-B88A-D47E4481C15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1" y="1833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 xmlns="">
                    <a:effectLst>
                      <a:outerShdw blurRad="63500" dist="38099" dir="2700000" algn="ctr" rotWithShape="0">
                        <a:schemeClr val="bg2">
                          <a:alpha val="74998"/>
                        </a:schemeClr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charset="0"/>
                  <a:ea typeface="ＭＳ Ｐゴシック" charset="0"/>
                  <a:cs typeface="Arial"/>
                </a:endParaRPr>
              </a:p>
            </p:txBody>
          </p:sp>
        </p:grpSp>
      </p:grpSp>
      <p:grpSp>
        <p:nvGrpSpPr>
          <p:cNvPr id="1069" name="Group 1068">
            <a:extLst>
              <a:ext uri="{FF2B5EF4-FFF2-40B4-BE49-F238E27FC236}">
                <a16:creationId xmlns:a16="http://schemas.microsoft.com/office/drawing/2014/main" id="{ECF8F42F-4B0B-EE47-8918-77C7BC282FB3}"/>
              </a:ext>
            </a:extLst>
          </p:cNvPr>
          <p:cNvGrpSpPr>
            <a:grpSpLocks/>
          </p:cNvGrpSpPr>
          <p:nvPr/>
        </p:nvGrpSpPr>
        <p:grpSpPr bwMode="auto">
          <a:xfrm>
            <a:off x="8710613" y="5734050"/>
            <a:ext cx="347662" cy="681038"/>
            <a:chOff x="7923189" y="2486664"/>
            <a:chExt cx="360377" cy="884585"/>
          </a:xfrm>
        </p:grpSpPr>
        <p:pic>
          <p:nvPicPr>
            <p:cNvPr id="212000" name="Picture 3">
              <a:extLst>
                <a:ext uri="{FF2B5EF4-FFF2-40B4-BE49-F238E27FC236}">
                  <a16:creationId xmlns:a16="http://schemas.microsoft.com/office/drawing/2014/main" id="{1C58FD28-176F-A34A-9878-C60238838E5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43998" y="2486664"/>
              <a:ext cx="239568" cy="53652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grpSp>
          <p:nvGrpSpPr>
            <p:cNvPr id="212001" name="Group 950">
              <a:extLst>
                <a:ext uri="{FF2B5EF4-FFF2-40B4-BE49-F238E27FC236}">
                  <a16:creationId xmlns:a16="http://schemas.microsoft.com/office/drawing/2014/main" id="{38988D6D-0BB2-0846-9D57-DEE7A2D0492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923189" y="2890236"/>
              <a:ext cx="227012" cy="481013"/>
              <a:chOff x="4140" y="429"/>
              <a:chExt cx="1425" cy="2396"/>
            </a:xfrm>
          </p:grpSpPr>
          <p:sp>
            <p:nvSpPr>
              <p:cNvPr id="212002" name="Freeform 951">
                <a:extLst>
                  <a:ext uri="{FF2B5EF4-FFF2-40B4-BE49-F238E27FC236}">
                    <a16:creationId xmlns:a16="http://schemas.microsoft.com/office/drawing/2014/main" id="{B75B1ABA-52FC-B043-9608-0D224DBCA6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68" y="433"/>
                <a:ext cx="283" cy="2286"/>
              </a:xfrm>
              <a:custGeom>
                <a:avLst/>
                <a:gdLst>
                  <a:gd name="T0" fmla="*/ 3 w 354"/>
                  <a:gd name="T1" fmla="*/ 0 h 2742"/>
                  <a:gd name="T2" fmla="*/ 15 w 354"/>
                  <a:gd name="T3" fmla="*/ 27 h 2742"/>
                  <a:gd name="T4" fmla="*/ 15 w 354"/>
                  <a:gd name="T5" fmla="*/ 205 h 2742"/>
                  <a:gd name="T6" fmla="*/ 0 w 354"/>
                  <a:gd name="T7" fmla="*/ 215 h 2742"/>
                  <a:gd name="T8" fmla="*/ 3 w 354"/>
                  <a:gd name="T9" fmla="*/ 0 h 27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4"/>
                  <a:gd name="T16" fmla="*/ 0 h 2742"/>
                  <a:gd name="T17" fmla="*/ 354 w 354"/>
                  <a:gd name="T18" fmla="*/ 2742 h 274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4" h="2742">
                    <a:moveTo>
                      <a:pt x="63" y="0"/>
                    </a:moveTo>
                    <a:lnTo>
                      <a:pt x="354" y="339"/>
                    </a:lnTo>
                    <a:lnTo>
                      <a:pt x="346" y="2624"/>
                    </a:lnTo>
                    <a:lnTo>
                      <a:pt x="0" y="2742"/>
                    </a:lnTo>
                    <a:lnTo>
                      <a:pt x="63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03" name="Rectangle 952">
                <a:extLst>
                  <a:ext uri="{FF2B5EF4-FFF2-40B4-BE49-F238E27FC236}">
                    <a16:creationId xmlns:a16="http://schemas.microsoft.com/office/drawing/2014/main" id="{FD560CD9-2687-F741-8045-AFDB9C46BB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429"/>
                <a:ext cx="1046" cy="2285"/>
              </a:xfrm>
              <a:prstGeom prst="rect">
                <a:avLst/>
              </a:pr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04" name="Freeform 953">
                <a:extLst>
                  <a:ext uri="{FF2B5EF4-FFF2-40B4-BE49-F238E27FC236}">
                    <a16:creationId xmlns:a16="http://schemas.microsoft.com/office/drawing/2014/main" id="{F60A9E66-2B31-274F-A9F4-7AE7CEBC45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21" y="570"/>
                <a:ext cx="169" cy="2115"/>
              </a:xfrm>
              <a:custGeom>
                <a:avLst/>
                <a:gdLst>
                  <a:gd name="T0" fmla="*/ 2 w 211"/>
                  <a:gd name="T1" fmla="*/ 0 h 2537"/>
                  <a:gd name="T2" fmla="*/ 9 w 211"/>
                  <a:gd name="T3" fmla="*/ 18 h 2537"/>
                  <a:gd name="T4" fmla="*/ 2 w 211"/>
                  <a:gd name="T5" fmla="*/ 196 h 2537"/>
                  <a:gd name="T6" fmla="*/ 2 w 211"/>
                  <a:gd name="T7" fmla="*/ 0 h 253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11"/>
                  <a:gd name="T13" fmla="*/ 0 h 2537"/>
                  <a:gd name="T14" fmla="*/ 211 w 211"/>
                  <a:gd name="T15" fmla="*/ 2537 h 253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11" h="2537">
                    <a:moveTo>
                      <a:pt x="7" y="0"/>
                    </a:moveTo>
                    <a:cubicBezTo>
                      <a:pt x="7" y="0"/>
                      <a:pt x="57" y="28"/>
                      <a:pt x="211" y="218"/>
                    </a:cubicBezTo>
                    <a:cubicBezTo>
                      <a:pt x="0" y="1229"/>
                      <a:pt x="41" y="2537"/>
                      <a:pt x="7" y="2501"/>
                    </a:cubicBezTo>
                    <a:lnTo>
                      <a:pt x="7" y="0"/>
                    </a:lnTo>
                    <a:close/>
                  </a:path>
                </a:pathLst>
              </a:custGeom>
              <a:gradFill rotWithShape="1">
                <a:gsLst>
                  <a:gs pos="0">
                    <a:srgbClr val="808080"/>
                  </a:gs>
                  <a:gs pos="100000">
                    <a:srgbClr val="F8F8F8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05" name="Freeform 954">
                <a:extLst>
                  <a:ext uri="{FF2B5EF4-FFF2-40B4-BE49-F238E27FC236}">
                    <a16:creationId xmlns:a16="http://schemas.microsoft.com/office/drawing/2014/main" id="{0ECC682E-80A9-664A-B2F9-3809C6B666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4" y="1640"/>
                <a:ext cx="263" cy="189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1 h 226"/>
                  <a:gd name="T4" fmla="*/ 14 w 328"/>
                  <a:gd name="T5" fmla="*/ 19 h 226"/>
                  <a:gd name="T6" fmla="*/ 0 w 328"/>
                  <a:gd name="T7" fmla="*/ 8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06" name="Rectangle 955">
                <a:extLst>
                  <a:ext uri="{FF2B5EF4-FFF2-40B4-BE49-F238E27FC236}">
                    <a16:creationId xmlns:a16="http://schemas.microsoft.com/office/drawing/2014/main" id="{F6363B5D-801C-0745-A1DF-15E7CB71E5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690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007" name="Group 956">
                <a:extLst>
                  <a:ext uri="{FF2B5EF4-FFF2-40B4-BE49-F238E27FC236}">
                    <a16:creationId xmlns:a16="http://schemas.microsoft.com/office/drawing/2014/main" id="{AFFFB009-5079-FF4D-A514-D86A36D905D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9" y="668"/>
                <a:ext cx="581" cy="145"/>
                <a:chOff x="614" y="2568"/>
                <a:chExt cx="725" cy="139"/>
              </a:xfrm>
            </p:grpSpPr>
            <p:sp>
              <p:nvSpPr>
                <p:cNvPr id="212032" name="AutoShape 957">
                  <a:extLst>
                    <a:ext uri="{FF2B5EF4-FFF2-40B4-BE49-F238E27FC236}">
                      <a16:creationId xmlns:a16="http://schemas.microsoft.com/office/drawing/2014/main" id="{392483AB-DC02-2A41-962B-95AC6D66FB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66"/>
                  <a:ext cx="721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033" name="AutoShape 958">
                  <a:extLst>
                    <a:ext uri="{FF2B5EF4-FFF2-40B4-BE49-F238E27FC236}">
                      <a16:creationId xmlns:a16="http://schemas.microsoft.com/office/drawing/2014/main" id="{4D194528-5F6A-564B-8E3C-7F849D4B128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1"/>
                  <a:ext cx="696" cy="114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008" name="Rectangle 959">
                <a:extLst>
                  <a:ext uri="{FF2B5EF4-FFF2-40B4-BE49-F238E27FC236}">
                    <a16:creationId xmlns:a16="http://schemas.microsoft.com/office/drawing/2014/main" id="{EFB28CCD-CE52-2849-8E9F-099A7003AF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022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009" name="Group 960">
                <a:extLst>
                  <a:ext uri="{FF2B5EF4-FFF2-40B4-BE49-F238E27FC236}">
                    <a16:creationId xmlns:a16="http://schemas.microsoft.com/office/drawing/2014/main" id="{0318F76E-4991-6A48-BA2E-BA8E46990C5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47" y="994"/>
                <a:ext cx="581" cy="134"/>
                <a:chOff x="614" y="2568"/>
                <a:chExt cx="725" cy="139"/>
              </a:xfrm>
            </p:grpSpPr>
            <p:sp>
              <p:nvSpPr>
                <p:cNvPr id="212030" name="AutoShape 961">
                  <a:extLst>
                    <a:ext uri="{FF2B5EF4-FFF2-40B4-BE49-F238E27FC236}">
                      <a16:creationId xmlns:a16="http://schemas.microsoft.com/office/drawing/2014/main" id="{A2B7EE78-B743-F742-8B2F-EC7FBB16DF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5" y="2564"/>
                  <a:ext cx="721" cy="139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031" name="AutoShape 962">
                  <a:extLst>
                    <a:ext uri="{FF2B5EF4-FFF2-40B4-BE49-F238E27FC236}">
                      <a16:creationId xmlns:a16="http://schemas.microsoft.com/office/drawing/2014/main" id="{2A79FF57-2C38-304A-B360-02B7836D6FE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8" y="2581"/>
                  <a:ext cx="696" cy="10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010" name="Rectangle 963">
                <a:extLst>
                  <a:ext uri="{FF2B5EF4-FFF2-40B4-BE49-F238E27FC236}">
                    <a16:creationId xmlns:a16="http://schemas.microsoft.com/office/drawing/2014/main" id="{6592F3BD-D910-6142-A498-11CB54CD4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20" y="1354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11" name="Rectangle 964">
                <a:extLst>
                  <a:ext uri="{FF2B5EF4-FFF2-40B4-BE49-F238E27FC236}">
                    <a16:creationId xmlns:a16="http://schemas.microsoft.com/office/drawing/2014/main" id="{563B9000-6C65-DB4B-9E12-6CCE3EF8DF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30" y="1655"/>
                <a:ext cx="598" cy="47"/>
              </a:xfrm>
              <a:prstGeom prst="rect">
                <a:avLst/>
              </a:prstGeom>
              <a:solidFill>
                <a:schemeClr val="tx1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012" name="Group 965">
                <a:extLst>
                  <a:ext uri="{FF2B5EF4-FFF2-40B4-BE49-F238E27FC236}">
                    <a16:creationId xmlns:a16="http://schemas.microsoft.com/office/drawing/2014/main" id="{53621790-3635-2346-B3E7-A68A9275BA5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5" y="1627"/>
                <a:ext cx="582" cy="151"/>
                <a:chOff x="614" y="2568"/>
                <a:chExt cx="725" cy="139"/>
              </a:xfrm>
            </p:grpSpPr>
            <p:sp>
              <p:nvSpPr>
                <p:cNvPr id="212028" name="AutoShape 966">
                  <a:extLst>
                    <a:ext uri="{FF2B5EF4-FFF2-40B4-BE49-F238E27FC236}">
                      <a16:creationId xmlns:a16="http://schemas.microsoft.com/office/drawing/2014/main" id="{8A245C7D-4DEA-A346-BF1B-C7C292B106D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8" y="2586"/>
                  <a:ext cx="720" cy="12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029" name="AutoShape 967">
                  <a:extLst>
                    <a:ext uri="{FF2B5EF4-FFF2-40B4-BE49-F238E27FC236}">
                      <a16:creationId xmlns:a16="http://schemas.microsoft.com/office/drawing/2014/main" id="{94A055E6-A46A-4249-BCFD-3019F44F37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30" y="2586"/>
                  <a:ext cx="695" cy="10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013" name="Freeform 968">
                <a:extLst>
                  <a:ext uri="{FF2B5EF4-FFF2-40B4-BE49-F238E27FC236}">
                    <a16:creationId xmlns:a16="http://schemas.microsoft.com/office/drawing/2014/main" id="{D6373BFE-9A2A-9E4F-ADE9-1D8ACBE45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288" y="1354"/>
                <a:ext cx="263" cy="188"/>
              </a:xfrm>
              <a:custGeom>
                <a:avLst/>
                <a:gdLst>
                  <a:gd name="T0" fmla="*/ 2 w 328"/>
                  <a:gd name="T1" fmla="*/ 0 h 226"/>
                  <a:gd name="T2" fmla="*/ 14 w 328"/>
                  <a:gd name="T3" fmla="*/ 10 h 226"/>
                  <a:gd name="T4" fmla="*/ 14 w 328"/>
                  <a:gd name="T5" fmla="*/ 17 h 226"/>
                  <a:gd name="T6" fmla="*/ 0 w 328"/>
                  <a:gd name="T7" fmla="*/ 7 h 226"/>
                  <a:gd name="T8" fmla="*/ 2 w 328"/>
                  <a:gd name="T9" fmla="*/ 0 h 2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28"/>
                  <a:gd name="T16" fmla="*/ 0 h 226"/>
                  <a:gd name="T17" fmla="*/ 328 w 328"/>
                  <a:gd name="T18" fmla="*/ 226 h 2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28" h="226">
                    <a:moveTo>
                      <a:pt x="4" y="0"/>
                    </a:moveTo>
                    <a:cubicBezTo>
                      <a:pt x="60" y="10"/>
                      <a:pt x="182" y="74"/>
                      <a:pt x="328" y="128"/>
                    </a:cubicBezTo>
                    <a:cubicBezTo>
                      <a:pt x="326" y="162"/>
                      <a:pt x="326" y="158"/>
                      <a:pt x="326" y="226"/>
                    </a:cubicBezTo>
                    <a:cubicBezTo>
                      <a:pt x="326" y="226"/>
                      <a:pt x="169" y="155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grpSp>
            <p:nvGrpSpPr>
              <p:cNvPr id="212014" name="Group 969">
                <a:extLst>
                  <a:ext uri="{FF2B5EF4-FFF2-40B4-BE49-F238E27FC236}">
                    <a16:creationId xmlns:a16="http://schemas.microsoft.com/office/drawing/2014/main" id="{DE9BEAC1-7B89-2944-A44D-E7DB0D7614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739" y="1327"/>
                <a:ext cx="582" cy="139"/>
                <a:chOff x="614" y="2568"/>
                <a:chExt cx="725" cy="139"/>
              </a:xfrm>
            </p:grpSpPr>
            <p:sp>
              <p:nvSpPr>
                <p:cNvPr id="212026" name="AutoShape 970">
                  <a:extLst>
                    <a:ext uri="{FF2B5EF4-FFF2-40B4-BE49-F238E27FC236}">
                      <a16:creationId xmlns:a16="http://schemas.microsoft.com/office/drawing/2014/main" id="{CF59CCD8-E595-4E42-855D-D91D9BCB34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13" y="2571"/>
                  <a:ext cx="732" cy="134"/>
                </a:xfrm>
                <a:prstGeom prst="roundRect">
                  <a:avLst>
                    <a:gd name="adj" fmla="val 50000"/>
                  </a:avLst>
                </a:prstGeom>
                <a:solidFill>
                  <a:schemeClr val="tx1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  <p:sp>
              <p:nvSpPr>
                <p:cNvPr id="212027" name="AutoShape 971">
                  <a:extLst>
                    <a:ext uri="{FF2B5EF4-FFF2-40B4-BE49-F238E27FC236}">
                      <a16:creationId xmlns:a16="http://schemas.microsoft.com/office/drawing/2014/main" id="{463C2AF6-3EE5-B94F-A53F-DA988F695A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625" y="2587"/>
                  <a:ext cx="720" cy="103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rgbClr val="0000FF"/>
                    </a:gs>
                    <a:gs pos="50000">
                      <a:srgbClr val="99CCFF"/>
                    </a:gs>
                    <a:gs pos="100000">
                      <a:srgbClr val="0000FF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0" fontAlgn="base" latinLnBrk="0" hangingPunct="0">
                    <a:lnSpc>
                      <a:spcPct val="100000"/>
                    </a:lnSpc>
                    <a:spcBef>
                      <a:spcPct val="0"/>
                    </a:spcBef>
                    <a:spcAft>
                      <a:spcPct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Arial"/>
                  </a:endParaRPr>
                </a:p>
              </p:txBody>
            </p:sp>
          </p:grpSp>
          <p:sp>
            <p:nvSpPr>
              <p:cNvPr id="212015" name="Rectangle 972">
                <a:extLst>
                  <a:ext uri="{FF2B5EF4-FFF2-40B4-BE49-F238E27FC236}">
                    <a16:creationId xmlns:a16="http://schemas.microsoft.com/office/drawing/2014/main" id="{E264C2EF-580A-0B47-9963-02E194A522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246" y="429"/>
                <a:ext cx="70" cy="2285"/>
              </a:xfrm>
              <a:prstGeom prst="rect">
                <a:avLst/>
              </a:prstGeom>
              <a:gradFill rotWithShape="1">
                <a:gsLst>
                  <a:gs pos="0">
                    <a:srgbClr val="333333"/>
                  </a:gs>
                  <a:gs pos="50000">
                    <a:srgbClr val="DDDDDD"/>
                  </a:gs>
                  <a:gs pos="100000">
                    <a:srgbClr val="333333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16" name="Freeform 973">
                <a:extLst>
                  <a:ext uri="{FF2B5EF4-FFF2-40B4-BE49-F238E27FC236}">
                    <a16:creationId xmlns:a16="http://schemas.microsoft.com/office/drawing/2014/main" id="{811E20A3-FF5B-F547-9AA2-28EE1671E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2" y="1007"/>
                <a:ext cx="237" cy="213"/>
              </a:xfrm>
              <a:custGeom>
                <a:avLst/>
                <a:gdLst>
                  <a:gd name="T0" fmla="*/ 2 w 296"/>
                  <a:gd name="T1" fmla="*/ 0 h 256"/>
                  <a:gd name="T2" fmla="*/ 14 w 296"/>
                  <a:gd name="T3" fmla="*/ 10 h 256"/>
                  <a:gd name="T4" fmla="*/ 14 w 296"/>
                  <a:gd name="T5" fmla="*/ 19 h 256"/>
                  <a:gd name="T6" fmla="*/ 0 w 296"/>
                  <a:gd name="T7" fmla="*/ 7 h 256"/>
                  <a:gd name="T8" fmla="*/ 2 w 296"/>
                  <a:gd name="T9" fmla="*/ 0 h 2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96"/>
                  <a:gd name="T16" fmla="*/ 0 h 256"/>
                  <a:gd name="T17" fmla="*/ 296 w 296"/>
                  <a:gd name="T18" fmla="*/ 256 h 25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96" h="256">
                    <a:moveTo>
                      <a:pt x="4" y="0"/>
                    </a:moveTo>
                    <a:cubicBezTo>
                      <a:pt x="55" y="10"/>
                      <a:pt x="144" y="68"/>
                      <a:pt x="292" y="144"/>
                    </a:cubicBezTo>
                    <a:cubicBezTo>
                      <a:pt x="290" y="178"/>
                      <a:pt x="296" y="188"/>
                      <a:pt x="296" y="256"/>
                    </a:cubicBezTo>
                    <a:cubicBezTo>
                      <a:pt x="296" y="256"/>
                      <a:pt x="160" y="176"/>
                      <a:pt x="0" y="100"/>
                    </a:cubicBezTo>
                    <a:cubicBezTo>
                      <a:pt x="0" y="48"/>
                      <a:pt x="4" y="17"/>
                      <a:pt x="4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17" name="Freeform 974">
                <a:extLst>
                  <a:ext uri="{FF2B5EF4-FFF2-40B4-BE49-F238E27FC236}">
                    <a16:creationId xmlns:a16="http://schemas.microsoft.com/office/drawing/2014/main" id="{78C55B6D-9FAA-3A49-A027-B2EC6C0DD7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15" y="680"/>
                <a:ext cx="244" cy="240"/>
              </a:xfrm>
              <a:custGeom>
                <a:avLst/>
                <a:gdLst>
                  <a:gd name="T0" fmla="*/ 0 w 304"/>
                  <a:gd name="T1" fmla="*/ 0 h 288"/>
                  <a:gd name="T2" fmla="*/ 14 w 304"/>
                  <a:gd name="T3" fmla="*/ 13 h 288"/>
                  <a:gd name="T4" fmla="*/ 13 w 304"/>
                  <a:gd name="T5" fmla="*/ 23 h 288"/>
                  <a:gd name="T6" fmla="*/ 2 w 304"/>
                  <a:gd name="T7" fmla="*/ 10 h 288"/>
                  <a:gd name="T8" fmla="*/ 0 w 304"/>
                  <a:gd name="T9" fmla="*/ 0 h 28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4"/>
                  <a:gd name="T16" fmla="*/ 0 h 288"/>
                  <a:gd name="T17" fmla="*/ 304 w 304"/>
                  <a:gd name="T18" fmla="*/ 288 h 28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4" h="288">
                    <a:moveTo>
                      <a:pt x="0" y="0"/>
                    </a:moveTo>
                    <a:cubicBezTo>
                      <a:pt x="51" y="10"/>
                      <a:pt x="148" y="76"/>
                      <a:pt x="304" y="164"/>
                    </a:cubicBezTo>
                    <a:cubicBezTo>
                      <a:pt x="302" y="198"/>
                      <a:pt x="284" y="220"/>
                      <a:pt x="284" y="288"/>
                    </a:cubicBezTo>
                    <a:cubicBezTo>
                      <a:pt x="284" y="288"/>
                      <a:pt x="163" y="179"/>
                      <a:pt x="8" y="124"/>
                    </a:cubicBezTo>
                    <a:cubicBezTo>
                      <a:pt x="8" y="72"/>
                      <a:pt x="0" y="17"/>
                      <a:pt x="0" y="0"/>
                    </a:cubicBezTo>
                    <a:close/>
                  </a:path>
                </a:pathLst>
              </a:custGeom>
              <a:gradFill rotWithShape="1">
                <a:gsLst>
                  <a:gs pos="0">
                    <a:srgbClr val="292929"/>
                  </a:gs>
                  <a:gs pos="100000">
                    <a:srgbClr val="808080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18" name="Oval 975">
                <a:extLst>
                  <a:ext uri="{FF2B5EF4-FFF2-40B4-BE49-F238E27FC236}">
                    <a16:creationId xmlns:a16="http://schemas.microsoft.com/office/drawing/2014/main" id="{B3CCC850-2704-704A-96F9-42E78A493B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515" y="2611"/>
                <a:ext cx="50" cy="95"/>
              </a:xfrm>
              <a:prstGeom prst="ellipse">
                <a:avLst/>
              </a:pr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19" name="Freeform 976">
                <a:extLst>
                  <a:ext uri="{FF2B5EF4-FFF2-40B4-BE49-F238E27FC236}">
                    <a16:creationId xmlns:a16="http://schemas.microsoft.com/office/drawing/2014/main" id="{29EAE530-0285-8147-B69A-8802B84635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02" y="2614"/>
                <a:ext cx="245" cy="200"/>
              </a:xfrm>
              <a:custGeom>
                <a:avLst/>
                <a:gdLst>
                  <a:gd name="T0" fmla="*/ 0 w 306"/>
                  <a:gd name="T1" fmla="*/ 9 h 240"/>
                  <a:gd name="T2" fmla="*/ 2 w 306"/>
                  <a:gd name="T3" fmla="*/ 19 h 240"/>
                  <a:gd name="T4" fmla="*/ 14 w 306"/>
                  <a:gd name="T5" fmla="*/ 9 h 240"/>
                  <a:gd name="T6" fmla="*/ 14 w 306"/>
                  <a:gd name="T7" fmla="*/ 0 h 240"/>
                  <a:gd name="T8" fmla="*/ 0 w 306"/>
                  <a:gd name="T9" fmla="*/ 9 h 2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06"/>
                  <a:gd name="T16" fmla="*/ 0 h 240"/>
                  <a:gd name="T17" fmla="*/ 306 w 306"/>
                  <a:gd name="T18" fmla="*/ 240 h 2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06" h="240">
                    <a:moveTo>
                      <a:pt x="0" y="106"/>
                    </a:moveTo>
                    <a:lnTo>
                      <a:pt x="2" y="240"/>
                    </a:lnTo>
                    <a:lnTo>
                      <a:pt x="306" y="110"/>
                    </a:lnTo>
                    <a:lnTo>
                      <a:pt x="300" y="0"/>
                    </a:lnTo>
                    <a:lnTo>
                      <a:pt x="0" y="106"/>
                    </a:lnTo>
                    <a:close/>
                  </a:path>
                </a:pathLst>
              </a:custGeom>
              <a:solidFill>
                <a:srgbClr val="3333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Tx/>
                  <a:buNone/>
                  <a:tabLst/>
                  <a:defRPr/>
                </a:pPr>
                <a:endParaRPr kumimoji="0" lang="en-US" sz="20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20" name="AutoShape 977">
                <a:extLst>
                  <a:ext uri="{FF2B5EF4-FFF2-40B4-BE49-F238E27FC236}">
                    <a16:creationId xmlns:a16="http://schemas.microsoft.com/office/drawing/2014/main" id="{86022980-C111-C14C-BC74-15BE5A0F9F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140" y="2675"/>
                <a:ext cx="1196" cy="150"/>
              </a:xfrm>
              <a:prstGeom prst="roundRect">
                <a:avLst>
                  <a:gd name="adj" fmla="val 50000"/>
                </a:avLst>
              </a:prstGeom>
              <a:solidFill>
                <a:srgbClr val="DDDDDD"/>
              </a:soli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21" name="AutoShape 978">
                <a:extLst>
                  <a:ext uri="{FF2B5EF4-FFF2-40B4-BE49-F238E27FC236}">
                    <a16:creationId xmlns:a16="http://schemas.microsoft.com/office/drawing/2014/main" id="{2A511823-DED3-2747-9713-71D6036B7B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210" y="2714"/>
                <a:ext cx="1066" cy="79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chemeClr val="tx2"/>
                  </a:gs>
                  <a:gs pos="100000">
                    <a:schemeClr val="bg2"/>
                  </a:gs>
                </a:gsLst>
                <a:lin ang="0" scaled="1"/>
              </a:gradFill>
              <a:ln w="952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22" name="Oval 979">
                <a:extLst>
                  <a:ext uri="{FF2B5EF4-FFF2-40B4-BE49-F238E27FC236}">
                    <a16:creationId xmlns:a16="http://schemas.microsoft.com/office/drawing/2014/main" id="{782FCD42-797F-EF44-881F-939D4B8421E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309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23" name="Oval 980">
                <a:extLst>
                  <a:ext uri="{FF2B5EF4-FFF2-40B4-BE49-F238E27FC236}">
                    <a16:creationId xmlns:a16="http://schemas.microsoft.com/office/drawing/2014/main" id="{15EB52E1-99F3-F949-8E2B-4AF186BD879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89" y="2382"/>
                <a:ext cx="159" cy="142"/>
              </a:xfrm>
              <a:prstGeom prst="ellipse">
                <a:avLst/>
              </a:prstGeom>
              <a:solidFill>
                <a:srgbClr val="FF000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24" name="Oval 981">
                <a:extLst>
                  <a:ext uri="{FF2B5EF4-FFF2-40B4-BE49-F238E27FC236}">
                    <a16:creationId xmlns:a16="http://schemas.microsoft.com/office/drawing/2014/main" id="{7D0BA5EC-A7D4-AB40-A9F6-0CF2C1F2A6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658" y="2382"/>
                <a:ext cx="159" cy="142"/>
              </a:xfrm>
              <a:prstGeom prst="ellipse">
                <a:avLst/>
              </a:prstGeom>
              <a:solidFill>
                <a:srgbClr val="33CC3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  <p:sp>
            <p:nvSpPr>
              <p:cNvPr id="212025" name="Rectangle 982">
                <a:extLst>
                  <a:ext uri="{FF2B5EF4-FFF2-40B4-BE49-F238E27FC236}">
                    <a16:creationId xmlns:a16="http://schemas.microsoft.com/office/drawing/2014/main" id="{7EEC4949-56B9-1446-9711-9818D166CC8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067" y="1837"/>
                <a:ext cx="80" cy="759"/>
              </a:xfrm>
              <a:prstGeom prst="rect">
                <a:avLst/>
              </a:prstGeom>
              <a:solidFill>
                <a:srgbClr val="292929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endParaRPr>
              </a:p>
            </p:txBody>
          </p:sp>
        </p:grp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06C52556-3B7F-CA46-899E-C10EBF5C4BFA}"/>
              </a:ext>
            </a:extLst>
          </p:cNvPr>
          <p:cNvGrpSpPr>
            <a:grpSpLocks/>
          </p:cNvGrpSpPr>
          <p:nvPr/>
        </p:nvGrpSpPr>
        <p:grpSpPr bwMode="auto">
          <a:xfrm>
            <a:off x="1751013" y="3719513"/>
            <a:ext cx="982662" cy="1585912"/>
            <a:chOff x="226804" y="3719080"/>
            <a:chExt cx="982820" cy="1586234"/>
          </a:xfrm>
        </p:grpSpPr>
        <p:pic>
          <p:nvPicPr>
            <p:cNvPr id="211997" name="Picture 9">
              <a:extLst>
                <a:ext uri="{FF2B5EF4-FFF2-40B4-BE49-F238E27FC236}">
                  <a16:creationId xmlns:a16="http://schemas.microsoft.com/office/drawing/2014/main" id="{885F0363-C2C7-B040-9A9F-8762313A0D78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83109" y="5014480"/>
              <a:ext cx="405029" cy="29083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211998" name="Cloud Callout 16">
              <a:extLst>
                <a:ext uri="{FF2B5EF4-FFF2-40B4-BE49-F238E27FC236}">
                  <a16:creationId xmlns:a16="http://schemas.microsoft.com/office/drawing/2014/main" id="{CB6F3878-13F6-7E42-A58F-2603D66CC771}"/>
                </a:ext>
              </a:extLst>
            </p:cNvPr>
            <p:cNvSpPr>
              <a:spLocks noChangeArrowheads="1"/>
            </p:cNvSpPr>
            <p:nvPr/>
          </p:nvSpPr>
          <p:spPr bwMode="auto">
            <a:xfrm flipH="1">
              <a:off x="226804" y="3719080"/>
              <a:ext cx="982820" cy="514019"/>
            </a:xfrm>
            <a:prstGeom prst="cloudCallout">
              <a:avLst>
                <a:gd name="adj1" fmla="val -7606"/>
                <a:gd name="adj2" fmla="val 147866"/>
              </a:avLst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pic>
          <p:nvPicPr>
            <p:cNvPr id="211999" name="Picture 18" descr="madman.jpg">
              <a:extLst>
                <a:ext uri="{FF2B5EF4-FFF2-40B4-BE49-F238E27FC236}">
                  <a16:creationId xmlns:a16="http://schemas.microsoft.com/office/drawing/2014/main" id="{22004AD2-F07E-954C-8CB1-F531A6E218E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7767" y="3870258"/>
              <a:ext cx="767350" cy="21165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sp>
        <p:nvSpPr>
          <p:cNvPr id="211984" name="Content Placeholder 12">
            <a:extLst>
              <a:ext uri="{FF2B5EF4-FFF2-40B4-BE49-F238E27FC236}">
                <a16:creationId xmlns:a16="http://schemas.microsoft.com/office/drawing/2014/main" id="{FBA2E74E-4CA0-634D-BA39-6FA14422C4A8}"/>
              </a:ext>
            </a:extLst>
          </p:cNvPr>
          <p:cNvSpPr txBox="1">
            <a:spLocks/>
          </p:cNvSpPr>
          <p:nvPr/>
        </p:nvSpPr>
        <p:spPr bwMode="auto">
          <a:xfrm>
            <a:off x="1057413" y="1427018"/>
            <a:ext cx="9735279" cy="54032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87338" indent="-2873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87338" marR="0" lvl="0" indent="-28733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CDN: stores copies of content (e.g. MADMEN) at CDN nodes </a:t>
            </a:r>
          </a:p>
        </p:txBody>
      </p:sp>
      <p:grpSp>
        <p:nvGrpSpPr>
          <p:cNvPr id="23" name="Group 22">
            <a:extLst>
              <a:ext uri="{FF2B5EF4-FFF2-40B4-BE49-F238E27FC236}">
                <a16:creationId xmlns:a16="http://schemas.microsoft.com/office/drawing/2014/main" id="{5C53D66F-2454-534A-B251-EF79F3D2D063}"/>
              </a:ext>
            </a:extLst>
          </p:cNvPr>
          <p:cNvGrpSpPr>
            <a:grpSpLocks/>
          </p:cNvGrpSpPr>
          <p:nvPr/>
        </p:nvGrpSpPr>
        <p:grpSpPr bwMode="auto">
          <a:xfrm>
            <a:off x="1558926" y="5030789"/>
            <a:ext cx="1857375" cy="338137"/>
            <a:chOff x="5957397" y="-30236"/>
            <a:chExt cx="1857399" cy="338554"/>
          </a:xfrm>
        </p:grpSpPr>
        <p:sp>
          <p:nvSpPr>
            <p:cNvPr id="211995" name="Rectangle 20">
              <a:extLst>
                <a:ext uri="{FF2B5EF4-FFF2-40B4-BE49-F238E27FC236}">
                  <a16:creationId xmlns:a16="http://schemas.microsoft.com/office/drawing/2014/main" id="{9DB5E779-F208-9B41-B538-A1AA669BD2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98" y="0"/>
              <a:ext cx="1829556" cy="272128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1996" name="TextBox 21">
              <a:extLst>
                <a:ext uri="{FF2B5EF4-FFF2-40B4-BE49-F238E27FC236}">
                  <a16:creationId xmlns:a16="http://schemas.microsoft.com/office/drawing/2014/main" id="{BC52E3C7-5102-E549-BEF6-5D6E61CFD9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57397" y="-30236"/>
              <a:ext cx="1857399" cy="33855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where’s Madmen?</a:t>
              </a:r>
            </a:p>
          </p:txBody>
        </p:sp>
      </p:grpSp>
      <p:grpSp>
        <p:nvGrpSpPr>
          <p:cNvPr id="1113" name="Group 1112">
            <a:extLst>
              <a:ext uri="{FF2B5EF4-FFF2-40B4-BE49-F238E27FC236}">
                <a16:creationId xmlns:a16="http://schemas.microsoft.com/office/drawing/2014/main" id="{53C9D43F-CF97-804C-AB6A-00DEC2449E31}"/>
              </a:ext>
            </a:extLst>
          </p:cNvPr>
          <p:cNvGrpSpPr>
            <a:grpSpLocks/>
          </p:cNvGrpSpPr>
          <p:nvPr/>
        </p:nvGrpSpPr>
        <p:grpSpPr bwMode="auto">
          <a:xfrm>
            <a:off x="8785226" y="4778375"/>
            <a:ext cx="1279525" cy="338138"/>
            <a:chOff x="5931471" y="-30236"/>
            <a:chExt cx="1279747" cy="338971"/>
          </a:xfrm>
        </p:grpSpPr>
        <p:sp>
          <p:nvSpPr>
            <p:cNvPr id="211993" name="Rectangle 1113">
              <a:extLst>
                <a:ext uri="{FF2B5EF4-FFF2-40B4-BE49-F238E27FC236}">
                  <a16:creationId xmlns:a16="http://schemas.microsoft.com/office/drawing/2014/main" id="{CEB0D8F2-12E1-5148-8CC2-45D6340D7B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957398" y="13898"/>
              <a:ext cx="1225865" cy="258229"/>
            </a:xfrm>
            <a:prstGeom prst="rect">
              <a:avLst/>
            </a:prstGeom>
            <a:solidFill>
              <a:srgbClr val="000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Arial"/>
              </a:endParaRPr>
            </a:p>
          </p:txBody>
        </p:sp>
        <p:sp>
          <p:nvSpPr>
            <p:cNvPr id="211994" name="TextBox 1114">
              <a:extLst>
                <a:ext uri="{FF2B5EF4-FFF2-40B4-BE49-F238E27FC236}">
                  <a16:creationId xmlns:a16="http://schemas.microsoft.com/office/drawing/2014/main" id="{ED0C07AF-EC8A-1D44-A984-8A2456A295A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931471" y="-30236"/>
              <a:ext cx="1279747" cy="33897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Arial"/>
                </a:rPr>
                <a:t>manifest file</a:t>
              </a:r>
            </a:p>
          </p:txBody>
        </p:sp>
      </p:grpSp>
      <p:sp>
        <p:nvSpPr>
          <p:cNvPr id="28" name="Freeform 27">
            <a:extLst>
              <a:ext uri="{FF2B5EF4-FFF2-40B4-BE49-F238E27FC236}">
                <a16:creationId xmlns:a16="http://schemas.microsoft.com/office/drawing/2014/main" id="{068BEAB9-D8D3-C441-9C37-3B12CF5A5614}"/>
              </a:ext>
            </a:extLst>
          </p:cNvPr>
          <p:cNvSpPr>
            <a:spLocks/>
          </p:cNvSpPr>
          <p:nvPr/>
        </p:nvSpPr>
        <p:spPr bwMode="auto">
          <a:xfrm>
            <a:off x="2571029" y="4229534"/>
            <a:ext cx="1008062" cy="881062"/>
          </a:xfrm>
          <a:custGeom>
            <a:avLst/>
            <a:gdLst>
              <a:gd name="T0" fmla="*/ 542251 w 1284637"/>
              <a:gd name="T1" fmla="*/ 0 h 1108430"/>
              <a:gd name="T2" fmla="*/ 620508 w 1284637"/>
              <a:gd name="T3" fmla="*/ 556152 h 1108430"/>
              <a:gd name="T4" fmla="*/ 0 w 1284637"/>
              <a:gd name="T5" fmla="*/ 555512 h 110843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284637" h="1108430">
                <a:moveTo>
                  <a:pt x="1122624" y="0"/>
                </a:moveTo>
                <a:lnTo>
                  <a:pt x="1284637" y="1108430"/>
                </a:lnTo>
                <a:lnTo>
                  <a:pt x="0" y="1107156"/>
                </a:ln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121" name="Freeform 1120">
            <a:extLst>
              <a:ext uri="{FF2B5EF4-FFF2-40B4-BE49-F238E27FC236}">
                <a16:creationId xmlns:a16="http://schemas.microsoft.com/office/drawing/2014/main" id="{1FA9C861-3CFD-5C47-9603-F36C34D39F14}"/>
              </a:ext>
            </a:extLst>
          </p:cNvPr>
          <p:cNvSpPr>
            <a:spLocks/>
          </p:cNvSpPr>
          <p:nvPr/>
        </p:nvSpPr>
        <p:spPr bwMode="auto">
          <a:xfrm flipV="1">
            <a:off x="2624139" y="5127626"/>
            <a:ext cx="2166937" cy="709613"/>
          </a:xfrm>
          <a:custGeom>
            <a:avLst/>
            <a:gdLst>
              <a:gd name="T0" fmla="*/ 1752991 w 1898925"/>
              <a:gd name="T1" fmla="*/ 0 h 980345"/>
              <a:gd name="T2" fmla="*/ 2822161 w 1898925"/>
              <a:gd name="T3" fmla="*/ 227646 h 980345"/>
              <a:gd name="T4" fmla="*/ 2173683 w 1898925"/>
              <a:gd name="T5" fmla="*/ 258645 h 980345"/>
              <a:gd name="T6" fmla="*/ 1262389 w 1898925"/>
              <a:gd name="T7" fmla="*/ 362755 h 980345"/>
              <a:gd name="T8" fmla="*/ 0 w 1898925"/>
              <a:gd name="T9" fmla="*/ 371335 h 980345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898925" h="980345">
                <a:moveTo>
                  <a:pt x="1179521" y="0"/>
                </a:moveTo>
                <a:lnTo>
                  <a:pt x="1898925" y="600997"/>
                </a:lnTo>
                <a:lnTo>
                  <a:pt x="1462589" y="682836"/>
                </a:lnTo>
                <a:cubicBezTo>
                  <a:pt x="1258197" y="730637"/>
                  <a:pt x="1110581" y="844165"/>
                  <a:pt x="849414" y="957692"/>
                </a:cubicBezTo>
                <a:lnTo>
                  <a:pt x="0" y="980345"/>
                </a:lnTo>
              </a:path>
            </a:pathLst>
          </a:cu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Arial"/>
            </a:endParaRPr>
          </a:p>
        </p:txBody>
      </p:sp>
      <p:sp>
        <p:nvSpPr>
          <p:cNvPr id="1122" name="Content Placeholder 12">
            <a:extLst>
              <a:ext uri="{FF2B5EF4-FFF2-40B4-BE49-F238E27FC236}">
                <a16:creationId xmlns:a16="http://schemas.microsoft.com/office/drawing/2014/main" id="{CC467532-9586-A943-BA29-4F35221A16AD}"/>
              </a:ext>
            </a:extLst>
          </p:cNvPr>
          <p:cNvSpPr txBox="1">
            <a:spLocks/>
          </p:cNvSpPr>
          <p:nvPr/>
        </p:nvSpPr>
        <p:spPr bwMode="auto">
          <a:xfrm>
            <a:off x="1168393" y="2402083"/>
            <a:ext cx="9901388" cy="458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marL="517525" marR="0" lvl="1" indent="-231775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defRPr/>
            </a:pPr>
            <a:r>
              <a:rPr lang="en-US" dirty="0">
                <a:solidFill>
                  <a:srgbClr val="000000"/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using manifest, client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retrieves content at highest supportable rate</a:t>
            </a:r>
          </a:p>
          <a:p>
            <a:pPr marL="457200" marR="0" lvl="1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23" name="Content Placeholder 12">
            <a:extLst>
              <a:ext uri="{FF2B5EF4-FFF2-40B4-BE49-F238E27FC236}">
                <a16:creationId xmlns:a16="http://schemas.microsoft.com/office/drawing/2014/main" id="{2E17DE3C-B1EA-6342-A5E5-820798A09912}"/>
              </a:ext>
            </a:extLst>
          </p:cNvPr>
          <p:cNvSpPr txBox="1">
            <a:spLocks/>
          </p:cNvSpPr>
          <p:nvPr/>
        </p:nvSpPr>
        <p:spPr bwMode="auto">
          <a:xfrm>
            <a:off x="1170413" y="2819021"/>
            <a:ext cx="9113837" cy="503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/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65000"/>
              <a:buFont typeface="Wingdings" charset="0"/>
              <a:buChar char="v"/>
              <a:defRPr sz="2800">
                <a:solidFill>
                  <a:schemeClr val="tx1"/>
                </a:solidFill>
                <a:latin typeface="+mn-lt"/>
                <a:ea typeface="ＭＳ Ｐゴシック" charset="0"/>
                <a:cs typeface="+mn-cs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Wingdings" charset="0"/>
              <a:buChar char="§"/>
              <a:defRPr sz="2400">
                <a:solidFill>
                  <a:schemeClr val="tx1"/>
                </a:solidFill>
                <a:latin typeface="+mn-lt"/>
                <a:ea typeface="Arial" charset="0"/>
                <a:cs typeface="+mn-cs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Comic Sans MS" pitchFamily="66" charset="0"/>
                <a:ea typeface="Arial" charset="0"/>
                <a:cs typeface="+mn-cs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Arial" charset="0"/>
                <a:cs typeface="+mn-cs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cs typeface="+mn-cs"/>
              </a:defRPr>
            </a:lvl9pPr>
          </a:lstStyle>
          <a:p>
            <a:pPr marL="517525" marR="0" lvl="1" indent="-217488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Arial"/>
              <a:buChar char="•"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may choose different rate</a:t>
            </a:r>
            <a:r>
              <a:rPr kumimoji="0" lang="en-US" sz="2400" b="0" i="0" u="none" strike="noStrike" kern="1200" cap="none" spc="0" normalizeH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 or </a:t>
            </a: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 pitchFamily="34" charset="0"/>
                <a:cs typeface="Calibri" panose="020F0502020204030204" pitchFamily="34" charset="0"/>
              </a:rPr>
              <a:t>copy if network path congested</a:t>
            </a:r>
          </a:p>
          <a:p>
            <a:pPr marL="457200" marR="0" lvl="1" indent="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Tx/>
              <a:buFont typeface="Wingdings" charset="0"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670" name="Slide Number Placeholder 2">
            <a:extLst>
              <a:ext uri="{FF2B5EF4-FFF2-40B4-BE49-F238E27FC236}">
                <a16:creationId xmlns:a16="http://schemas.microsoft.com/office/drawing/2014/main" id="{0F723A7B-FECC-0045-AA25-C72B2F046D6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93237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8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250"/>
                            </p:stCondLst>
                            <p:childTnLst>
                              <p:par>
                                <p:cTn id="11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4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750"/>
                            </p:stCondLst>
                            <p:childTnLst>
                              <p:par>
                                <p:cTn id="17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7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0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0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250"/>
                            </p:stCondLst>
                            <p:childTnLst>
                              <p:par>
                                <p:cTn id="23" presetID="1" presetClass="entr" presetSubtype="0" fill="hold" nodeType="afterEffect">
                                  <p:stCondLst>
                                    <p:cond delay="25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3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Whoosh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1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54167E-6 -1.85185E-6 L 0.08763 -0.02916 L 0.11106 -0.02685 L 0.24635 0.00185 L 0.3569 -0.03079 L 0.42682 -0.00486 L 0.48242 0.01551 L 0.56041 -0.01088 L 0.60026 -0.05509 " pathEditMode="relative" rAng="0" ptsTypes="AAAAAAAAA">
                                      <p:cBhvr>
                                        <p:cTn id="42" dur="2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30013" y="-1991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4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8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0"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2" presetID="0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7735 -0.01829 L -0.02942 0.05208 L -0.16276 0.0037 L -0.28893 0.03449 L -0.46106 0.01018 L -0.56901 0.0368 " pathEditMode="relative" rAng="0" ptsTypes="AAAAAA">
                                      <p:cBhvr>
                                        <p:cTn id="53" dur="2000" fill="hold"/>
                                        <p:tgtEl>
                                          <p:spTgt spid="111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2318" y="3519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8" dur="500"/>
                                        <p:tgtEl>
                                          <p:spTgt spid="11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0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1" dur="500"/>
                                        <p:tgtEl>
                                          <p:spTgt spid="11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4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6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1" dur="500"/>
                                        <p:tgtEl>
                                          <p:spTgt spid="1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3" presetID="9" presetClass="exit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74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7" presetID="9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1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build="p"/>
      <p:bldP spid="1122" grpId="0"/>
      <p:bldP spid="1123" grpId="0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0178" name="Group 485">
            <a:extLst>
              <a:ext uri="{FF2B5EF4-FFF2-40B4-BE49-F238E27FC236}">
                <a16:creationId xmlns:a16="http://schemas.microsoft.com/office/drawing/2014/main" id="{D3CA8C78-AA59-A24B-B727-D151A079D1FC}"/>
              </a:ext>
            </a:extLst>
          </p:cNvPr>
          <p:cNvGrpSpPr>
            <a:grpSpLocks/>
          </p:cNvGrpSpPr>
          <p:nvPr/>
        </p:nvGrpSpPr>
        <p:grpSpPr bwMode="auto">
          <a:xfrm>
            <a:off x="2644455" y="3770050"/>
            <a:ext cx="7044059" cy="2764362"/>
            <a:chOff x="399122" y="1433580"/>
            <a:chExt cx="8437848" cy="5258263"/>
          </a:xfrm>
        </p:grpSpPr>
        <p:sp>
          <p:nvSpPr>
            <p:cNvPr id="214743" name="Freeform 84">
              <a:extLst>
                <a:ext uri="{FF2B5EF4-FFF2-40B4-BE49-F238E27FC236}">
                  <a16:creationId xmlns:a16="http://schemas.microsoft.com/office/drawing/2014/main" id="{A060C597-01E9-554B-B8BD-771A8A2A0C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5540" y="2241379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44" name="Freeform 84">
              <a:extLst>
                <a:ext uri="{FF2B5EF4-FFF2-40B4-BE49-F238E27FC236}">
                  <a16:creationId xmlns:a16="http://schemas.microsoft.com/office/drawing/2014/main" id="{FB766578-AC48-D940-A2E4-3DFFA47D45B6}"/>
                </a:ext>
              </a:extLst>
            </p:cNvPr>
            <p:cNvSpPr>
              <a:spLocks/>
            </p:cNvSpPr>
            <p:nvPr/>
          </p:nvSpPr>
          <p:spPr bwMode="auto">
            <a:xfrm>
              <a:off x="669684" y="3041418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45" name="Freeform 84">
              <a:extLst>
                <a:ext uri="{FF2B5EF4-FFF2-40B4-BE49-F238E27FC236}">
                  <a16:creationId xmlns:a16="http://schemas.microsoft.com/office/drawing/2014/main" id="{7784D005-A9C4-3F44-8C8B-F862D7FA8E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334646" y="2495359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46" name="Freeform 84">
              <a:extLst>
                <a:ext uri="{FF2B5EF4-FFF2-40B4-BE49-F238E27FC236}">
                  <a16:creationId xmlns:a16="http://schemas.microsoft.com/office/drawing/2014/main" id="{AF3297ED-6FF2-D74A-A40C-EB85E1D53D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1261" y="5352637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47" name="Freeform 84">
              <a:extLst>
                <a:ext uri="{FF2B5EF4-FFF2-40B4-BE49-F238E27FC236}">
                  <a16:creationId xmlns:a16="http://schemas.microsoft.com/office/drawing/2014/main" id="{7B5046C6-6E0C-8942-A4E9-C15175BE9F89}"/>
                </a:ext>
              </a:extLst>
            </p:cNvPr>
            <p:cNvSpPr>
              <a:spLocks/>
            </p:cNvSpPr>
            <p:nvPr/>
          </p:nvSpPr>
          <p:spPr bwMode="auto">
            <a:xfrm>
              <a:off x="822105" y="4730385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48" name="Freeform 84">
              <a:extLst>
                <a:ext uri="{FF2B5EF4-FFF2-40B4-BE49-F238E27FC236}">
                  <a16:creationId xmlns:a16="http://schemas.microsoft.com/office/drawing/2014/main" id="{1D4FE714-7EBB-1544-9F51-31F44E050F07}"/>
                </a:ext>
              </a:extLst>
            </p:cNvPr>
            <p:cNvSpPr>
              <a:spLocks/>
            </p:cNvSpPr>
            <p:nvPr/>
          </p:nvSpPr>
          <p:spPr bwMode="auto">
            <a:xfrm>
              <a:off x="593474" y="4070036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49" name="Freeform 84">
              <a:extLst>
                <a:ext uri="{FF2B5EF4-FFF2-40B4-BE49-F238E27FC236}">
                  <a16:creationId xmlns:a16="http://schemas.microsoft.com/office/drawing/2014/main" id="{14110D05-4BB8-BF41-8DE5-E9201FEFD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7084047" y="2927126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0" name="Freeform 84">
              <a:extLst>
                <a:ext uri="{FF2B5EF4-FFF2-40B4-BE49-F238E27FC236}">
                  <a16:creationId xmlns:a16="http://schemas.microsoft.com/office/drawing/2014/main" id="{B9CFD74C-9E09-7B48-B364-ADBD99E157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5955" y="2000097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1" name="Freeform 84">
              <a:extLst>
                <a:ext uri="{FF2B5EF4-FFF2-40B4-BE49-F238E27FC236}">
                  <a16:creationId xmlns:a16="http://schemas.microsoft.com/office/drawing/2014/main" id="{4F238408-D759-B946-9AE3-DCD9CA584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735" y="2647748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2" name="Freeform 84">
              <a:extLst>
                <a:ext uri="{FF2B5EF4-FFF2-40B4-BE49-F238E27FC236}">
                  <a16:creationId xmlns:a16="http://schemas.microsoft.com/office/drawing/2014/main" id="{080FAA08-DB3C-E84E-BC58-E0C6A54C5B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0478" y="1974699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3" name="Freeform 84">
              <a:extLst>
                <a:ext uri="{FF2B5EF4-FFF2-40B4-BE49-F238E27FC236}">
                  <a16:creationId xmlns:a16="http://schemas.microsoft.com/office/drawing/2014/main" id="{36E8E47A-157C-F445-B1CB-D81F1CFF0E3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1589" y="5606617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4" name="Freeform 84">
              <a:extLst>
                <a:ext uri="{FF2B5EF4-FFF2-40B4-BE49-F238E27FC236}">
                  <a16:creationId xmlns:a16="http://schemas.microsoft.com/office/drawing/2014/main" id="{9FA6F6A3-A686-2048-8022-76ABCA26B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8239902" y="4958969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5" name="Freeform 84">
              <a:extLst>
                <a:ext uri="{FF2B5EF4-FFF2-40B4-BE49-F238E27FC236}">
                  <a16:creationId xmlns:a16="http://schemas.microsoft.com/office/drawing/2014/main" id="{24739648-E5DE-8945-8268-3C6D0277BE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1271" y="4044638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6" name="Freeform 84">
              <a:extLst>
                <a:ext uri="{FF2B5EF4-FFF2-40B4-BE49-F238E27FC236}">
                  <a16:creationId xmlns:a16="http://schemas.microsoft.com/office/drawing/2014/main" id="{44333E2C-6D42-2940-B6CB-E3C930D3A0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166088" y="5847899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7" name="Freeform 84">
              <a:extLst>
                <a:ext uri="{FF2B5EF4-FFF2-40B4-BE49-F238E27FC236}">
                  <a16:creationId xmlns:a16="http://schemas.microsoft.com/office/drawing/2014/main" id="{6146EC4B-F1F9-2D45-8118-0F691C5B1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1565" y="5987587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8" name="Freeform 84">
              <a:extLst>
                <a:ext uri="{FF2B5EF4-FFF2-40B4-BE49-F238E27FC236}">
                  <a16:creationId xmlns:a16="http://schemas.microsoft.com/office/drawing/2014/main" id="{738B05C2-CDE6-124B-A567-E47B252E67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2203" y="5835199"/>
              <a:ext cx="597068" cy="418220"/>
            </a:xfrm>
            <a:custGeom>
              <a:avLst/>
              <a:gdLst>
                <a:gd name="T0" fmla="*/ 2147483647 w 1036"/>
                <a:gd name="T1" fmla="*/ 2147483647 h 675"/>
                <a:gd name="T2" fmla="*/ 2147483647 w 1036"/>
                <a:gd name="T3" fmla="*/ 2147483647 h 675"/>
                <a:gd name="T4" fmla="*/ 2147483647 w 1036"/>
                <a:gd name="T5" fmla="*/ 2147483647 h 675"/>
                <a:gd name="T6" fmla="*/ 2147483647 w 1036"/>
                <a:gd name="T7" fmla="*/ 2147483647 h 675"/>
                <a:gd name="T8" fmla="*/ 2147483647 w 1036"/>
                <a:gd name="T9" fmla="*/ 2147483647 h 675"/>
                <a:gd name="T10" fmla="*/ 2147483647 w 1036"/>
                <a:gd name="T11" fmla="*/ 2147483647 h 675"/>
                <a:gd name="T12" fmla="*/ 2147483647 w 1036"/>
                <a:gd name="T13" fmla="*/ 2147483647 h 675"/>
                <a:gd name="T14" fmla="*/ 2147483647 w 1036"/>
                <a:gd name="T15" fmla="*/ 2147483647 h 675"/>
                <a:gd name="T16" fmla="*/ 2147483647 w 1036"/>
                <a:gd name="T17" fmla="*/ 2147483647 h 675"/>
                <a:gd name="T18" fmla="*/ 2147483647 w 1036"/>
                <a:gd name="T19" fmla="*/ 2147483647 h 675"/>
                <a:gd name="T20" fmla="*/ 2147483647 w 1036"/>
                <a:gd name="T21" fmla="*/ 2147483647 h 675"/>
                <a:gd name="T22" fmla="*/ 2147483647 w 1036"/>
                <a:gd name="T23" fmla="*/ 2147483647 h 675"/>
                <a:gd name="T24" fmla="*/ 2147483647 w 1036"/>
                <a:gd name="T25" fmla="*/ 2147483647 h 675"/>
                <a:gd name="T26" fmla="*/ 2147483647 w 1036"/>
                <a:gd name="T27" fmla="*/ 2147483647 h 675"/>
                <a:gd name="T28" fmla="*/ 2147483647 w 1036"/>
                <a:gd name="T29" fmla="*/ 2147483647 h 675"/>
                <a:gd name="T30" fmla="*/ 2147483647 w 1036"/>
                <a:gd name="T31" fmla="*/ 2147483647 h 675"/>
                <a:gd name="T32" fmla="*/ 2147483647 w 1036"/>
                <a:gd name="T33" fmla="*/ 2147483647 h 675"/>
                <a:gd name="T34" fmla="*/ 2147483647 w 1036"/>
                <a:gd name="T35" fmla="*/ 2147483647 h 67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w 1036"/>
                <a:gd name="T55" fmla="*/ 0 h 675"/>
                <a:gd name="T56" fmla="*/ 1036 w 1036"/>
                <a:gd name="T57" fmla="*/ 675 h 675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T54" t="T55" r="T56" b="T57"/>
              <a:pathLst>
                <a:path w="1036" h="675">
                  <a:moveTo>
                    <a:pt x="648" y="11"/>
                  </a:moveTo>
                  <a:cubicBezTo>
                    <a:pt x="584" y="19"/>
                    <a:pt x="464" y="33"/>
                    <a:pt x="390" y="53"/>
                  </a:cubicBezTo>
                  <a:cubicBezTo>
                    <a:pt x="316" y="73"/>
                    <a:pt x="246" y="100"/>
                    <a:pt x="206" y="129"/>
                  </a:cubicBezTo>
                  <a:cubicBezTo>
                    <a:pt x="166" y="158"/>
                    <a:pt x="183" y="201"/>
                    <a:pt x="152" y="229"/>
                  </a:cubicBezTo>
                  <a:cubicBezTo>
                    <a:pt x="121" y="257"/>
                    <a:pt x="44" y="259"/>
                    <a:pt x="22" y="297"/>
                  </a:cubicBezTo>
                  <a:cubicBezTo>
                    <a:pt x="0" y="335"/>
                    <a:pt x="0" y="427"/>
                    <a:pt x="18" y="459"/>
                  </a:cubicBezTo>
                  <a:cubicBezTo>
                    <a:pt x="36" y="491"/>
                    <a:pt x="59" y="484"/>
                    <a:pt x="132" y="489"/>
                  </a:cubicBezTo>
                  <a:cubicBezTo>
                    <a:pt x="205" y="494"/>
                    <a:pt x="380" y="478"/>
                    <a:pt x="458" y="489"/>
                  </a:cubicBezTo>
                  <a:cubicBezTo>
                    <a:pt x="536" y="500"/>
                    <a:pt x="549" y="527"/>
                    <a:pt x="598" y="555"/>
                  </a:cubicBezTo>
                  <a:cubicBezTo>
                    <a:pt x="647" y="583"/>
                    <a:pt x="707" y="639"/>
                    <a:pt x="752" y="657"/>
                  </a:cubicBezTo>
                  <a:cubicBezTo>
                    <a:pt x="797" y="675"/>
                    <a:pt x="837" y="670"/>
                    <a:pt x="870" y="661"/>
                  </a:cubicBezTo>
                  <a:cubicBezTo>
                    <a:pt x="903" y="652"/>
                    <a:pt x="932" y="639"/>
                    <a:pt x="952" y="603"/>
                  </a:cubicBezTo>
                  <a:cubicBezTo>
                    <a:pt x="972" y="567"/>
                    <a:pt x="981" y="497"/>
                    <a:pt x="992" y="445"/>
                  </a:cubicBezTo>
                  <a:cubicBezTo>
                    <a:pt x="1003" y="393"/>
                    <a:pt x="1013" y="347"/>
                    <a:pt x="1018" y="291"/>
                  </a:cubicBezTo>
                  <a:cubicBezTo>
                    <a:pt x="1023" y="235"/>
                    <a:pt x="1036" y="153"/>
                    <a:pt x="1022" y="107"/>
                  </a:cubicBezTo>
                  <a:cubicBezTo>
                    <a:pt x="1008" y="61"/>
                    <a:pt x="975" y="34"/>
                    <a:pt x="934" y="17"/>
                  </a:cubicBezTo>
                  <a:cubicBezTo>
                    <a:pt x="893" y="0"/>
                    <a:pt x="824" y="4"/>
                    <a:pt x="776" y="3"/>
                  </a:cubicBezTo>
                  <a:cubicBezTo>
                    <a:pt x="728" y="2"/>
                    <a:pt x="712" y="3"/>
                    <a:pt x="648" y="11"/>
                  </a:cubicBezTo>
                  <a:close/>
                </a:path>
              </a:pathLst>
            </a:custGeom>
            <a:solidFill>
              <a:srgbClr val="00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214759" name="TextBox 4">
              <a:extLst>
                <a:ext uri="{FF2B5EF4-FFF2-40B4-BE49-F238E27FC236}">
                  <a16:creationId xmlns:a16="http://schemas.microsoft.com/office/drawing/2014/main" id="{78D3D6C5-B38A-2C46-B682-7E0D50502BA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307360">
              <a:off x="5241476" y="1433580"/>
              <a:ext cx="651327" cy="995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14760" name="TextBox 179">
              <a:extLst>
                <a:ext uri="{FF2B5EF4-FFF2-40B4-BE49-F238E27FC236}">
                  <a16:creationId xmlns:a16="http://schemas.microsoft.com/office/drawing/2014/main" id="{4CD31A89-F8CF-6049-A5E5-85053FE0EB7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829263">
              <a:off x="7390643" y="3033432"/>
              <a:ext cx="1034279" cy="626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14761" name="TextBox 180">
              <a:extLst>
                <a:ext uri="{FF2B5EF4-FFF2-40B4-BE49-F238E27FC236}">
                  <a16:creationId xmlns:a16="http://schemas.microsoft.com/office/drawing/2014/main" id="{D2B68C45-7019-014E-9AEF-6434FE05CE8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9845918">
              <a:off x="6341242" y="5649517"/>
              <a:ext cx="651327" cy="995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14762" name="TextBox 181">
              <a:extLst>
                <a:ext uri="{FF2B5EF4-FFF2-40B4-BE49-F238E27FC236}">
                  <a16:creationId xmlns:a16="http://schemas.microsoft.com/office/drawing/2014/main" id="{7047D8F0-AC47-7C4D-B0ED-BA84F2FCFE0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1651262">
              <a:off x="2063761" y="5696594"/>
              <a:ext cx="651327" cy="995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14763" name="TextBox 182">
              <a:extLst>
                <a:ext uri="{FF2B5EF4-FFF2-40B4-BE49-F238E27FC236}">
                  <a16:creationId xmlns:a16="http://schemas.microsoft.com/office/drawing/2014/main" id="{7A1EB57F-3C68-0B4D-A1B8-7F5F6B516D1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16607303">
              <a:off x="195356" y="3660805"/>
              <a:ext cx="1034279" cy="62674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sp>
          <p:nvSpPr>
            <p:cNvPr id="214764" name="TextBox 183">
              <a:extLst>
                <a:ext uri="{FF2B5EF4-FFF2-40B4-BE49-F238E27FC236}">
                  <a16:creationId xmlns:a16="http://schemas.microsoft.com/office/drawing/2014/main" id="{BE1173A8-62F0-C04C-BB53-F0B39FB9A25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21079349">
              <a:off x="2482310" y="1498432"/>
              <a:ext cx="651327" cy="99524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>
                  <a:ln>
                    <a:noFill/>
                  </a:ln>
                  <a:solidFill>
                    <a:srgbClr val="0000FF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…</a:t>
              </a:r>
            </a:p>
          </p:txBody>
        </p:sp>
        <p:grpSp>
          <p:nvGrpSpPr>
            <p:cNvPr id="214765" name="Group 8">
              <a:extLst>
                <a:ext uri="{FF2B5EF4-FFF2-40B4-BE49-F238E27FC236}">
                  <a16:creationId xmlns:a16="http://schemas.microsoft.com/office/drawing/2014/main" id="{FE595CC6-E58E-EE4A-8E57-98EE43A69839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546600" y="3746496"/>
              <a:ext cx="3225799" cy="1117598"/>
              <a:chOff x="7848600" y="2044700"/>
              <a:chExt cx="3200399" cy="1371600"/>
            </a:xfrm>
          </p:grpSpPr>
          <p:sp>
            <p:nvSpPr>
              <p:cNvPr id="214961" name="Oval 3">
                <a:extLst>
                  <a:ext uri="{FF2B5EF4-FFF2-40B4-BE49-F238E27FC236}">
                    <a16:creationId xmlns:a16="http://schemas.microsoft.com/office/drawing/2014/main" id="{3A2DEDDB-FB5B-4946-8CD8-74906340D7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962" name="Group 133">
                <a:extLst>
                  <a:ext uri="{FF2B5EF4-FFF2-40B4-BE49-F238E27FC236}">
                    <a16:creationId xmlns:a16="http://schemas.microsoft.com/office/drawing/2014/main" id="{21D80924-7CDB-4342-ACF8-4F970D327F69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215035" name="Oval 407">
                  <a:extLst>
                    <a:ext uri="{FF2B5EF4-FFF2-40B4-BE49-F238E27FC236}">
                      <a16:creationId xmlns:a16="http://schemas.microsoft.com/office/drawing/2014/main" id="{61D0AC9A-8B66-2B4C-82C3-5309CE4BCA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36" name="Rectangle 410">
                  <a:extLst>
                    <a:ext uri="{FF2B5EF4-FFF2-40B4-BE49-F238E27FC236}">
                      <a16:creationId xmlns:a16="http://schemas.microsoft.com/office/drawing/2014/main" id="{F8139EB8-4456-D748-A30F-66BB62501A1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37" name="Oval 411">
                  <a:extLst>
                    <a:ext uri="{FF2B5EF4-FFF2-40B4-BE49-F238E27FC236}">
                      <a16:creationId xmlns:a16="http://schemas.microsoft.com/office/drawing/2014/main" id="{8E128DBA-3FA3-514E-95F4-8A1E1E8AEA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5038" name="Group 137">
                  <a:extLst>
                    <a:ext uri="{FF2B5EF4-FFF2-40B4-BE49-F238E27FC236}">
                      <a16:creationId xmlns:a16="http://schemas.microsoft.com/office/drawing/2014/main" id="{3852E333-724C-FB47-988A-B2BD76243F8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46785" name="Freeform 138">
                    <a:extLst>
                      <a:ext uri="{FF2B5EF4-FFF2-40B4-BE49-F238E27FC236}">
                        <a16:creationId xmlns:a16="http://schemas.microsoft.com/office/drawing/2014/main" id="{A943E71A-439C-3C40-8FE2-B50EFF103CE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46786" name="Freeform 139">
                    <a:extLst>
                      <a:ext uri="{FF2B5EF4-FFF2-40B4-BE49-F238E27FC236}">
                        <a16:creationId xmlns:a16="http://schemas.microsoft.com/office/drawing/2014/main" id="{03DC00B2-3E2E-3048-A429-DF791A34324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5039" name="Line 140">
                  <a:extLst>
                    <a:ext uri="{FF2B5EF4-FFF2-40B4-BE49-F238E27FC236}">
                      <a16:creationId xmlns:a16="http://schemas.microsoft.com/office/drawing/2014/main" id="{6D1BC62A-277D-BC42-8052-5D58EBD9541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46784" name="Line 141">
                  <a:extLst>
                    <a:ext uri="{FF2B5EF4-FFF2-40B4-BE49-F238E27FC236}">
                      <a16:creationId xmlns:a16="http://schemas.microsoft.com/office/drawing/2014/main" id="{77D434FA-BD40-FB43-B64A-6117AFFE24E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4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214963" name="Straight Connector 10">
                <a:extLst>
                  <a:ext uri="{FF2B5EF4-FFF2-40B4-BE49-F238E27FC236}">
                    <a16:creationId xmlns:a16="http://schemas.microsoft.com/office/drawing/2014/main" id="{24E38DB4-BB48-9B4B-9B3F-AF9DE56D459B}"/>
                  </a:ext>
                </a:extLst>
              </p:cNvPr>
              <p:cNvCxnSpPr>
                <a:cxnSpLocks noChangeShapeType="1"/>
                <a:stCxn id="246784" idx="0"/>
              </p:cNvCxnSpPr>
              <p:nvPr/>
            </p:nvCxnSpPr>
            <p:spPr bwMode="auto">
              <a:xfrm>
                <a:off x="9055401" y="2220819"/>
                <a:ext cx="975377" cy="13653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964" name="Straight Connector 297">
                <a:extLst>
                  <a:ext uri="{FF2B5EF4-FFF2-40B4-BE49-F238E27FC236}">
                    <a16:creationId xmlns:a16="http://schemas.microsoft.com/office/drawing/2014/main" id="{63B171E8-BC1A-2C45-A4AD-8B26824D468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22191" y="2583188"/>
                <a:ext cx="120745" cy="833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965" name="Straight Connector 298">
                <a:extLst>
                  <a:ext uri="{FF2B5EF4-FFF2-40B4-BE49-F238E27FC236}">
                    <a16:creationId xmlns:a16="http://schemas.microsoft.com/office/drawing/2014/main" id="{E504853D-FC82-F944-91B2-A7807FC2192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323081" y="2786992"/>
                <a:ext cx="243358" cy="4562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966" name="Straight Connector 299">
                <a:extLst>
                  <a:ext uri="{FF2B5EF4-FFF2-40B4-BE49-F238E27FC236}">
                    <a16:creationId xmlns:a16="http://schemas.microsoft.com/office/drawing/2014/main" id="{9B2CF1B4-E931-C849-ABC2-C055A268B00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028147" y="2611644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967" name="Straight Connector 300">
                <a:extLst>
                  <a:ext uri="{FF2B5EF4-FFF2-40B4-BE49-F238E27FC236}">
                    <a16:creationId xmlns:a16="http://schemas.microsoft.com/office/drawing/2014/main" id="{8DCDC72A-6B61-D045-82B1-FC560711F69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729859" y="2909476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968" name="Straight Connector 301">
                <a:extLst>
                  <a:ext uri="{FF2B5EF4-FFF2-40B4-BE49-F238E27FC236}">
                    <a16:creationId xmlns:a16="http://schemas.microsoft.com/office/drawing/2014/main" id="{169CFE78-371E-5A42-A2FF-43E7EBC79AF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537887" y="2836224"/>
                <a:ext cx="252969" cy="25294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969" name="Straight Connector 302">
                <a:extLst>
                  <a:ext uri="{FF2B5EF4-FFF2-40B4-BE49-F238E27FC236}">
                    <a16:creationId xmlns:a16="http://schemas.microsoft.com/office/drawing/2014/main" id="{A219EF28-882C-B141-A2BD-F2CF8E9FD79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29359" y="2822067"/>
                <a:ext cx="354959" cy="12439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970" name="Straight Connector 303">
                <a:extLst>
                  <a:ext uri="{FF2B5EF4-FFF2-40B4-BE49-F238E27FC236}">
                    <a16:creationId xmlns:a16="http://schemas.microsoft.com/office/drawing/2014/main" id="{A8101A56-A742-A04A-AA02-5CA6664647B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0015190" y="2475242"/>
                <a:ext cx="283363" cy="1956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971" name="Straight Connector 304">
                <a:extLst>
                  <a:ext uri="{FF2B5EF4-FFF2-40B4-BE49-F238E27FC236}">
                    <a16:creationId xmlns:a16="http://schemas.microsoft.com/office/drawing/2014/main" id="{A61AA9E2-0150-A443-9B6B-8B69AFDAD6A7}"/>
                  </a:ext>
                </a:extLst>
              </p:cNvPr>
              <p:cNvCxnSpPr>
                <a:cxnSpLocks noChangeShapeType="1"/>
                <a:endCxn id="215035" idx="4"/>
              </p:cNvCxnSpPr>
              <p:nvPr/>
            </p:nvCxnSpPr>
            <p:spPr bwMode="auto">
              <a:xfrm flipH="1" flipV="1">
                <a:off x="8791902" y="2345614"/>
                <a:ext cx="410984" cy="871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14972" name="Group 133">
                <a:extLst>
                  <a:ext uri="{FF2B5EF4-FFF2-40B4-BE49-F238E27FC236}">
                    <a16:creationId xmlns:a16="http://schemas.microsoft.com/office/drawing/2014/main" id="{853363E0-4455-8149-960D-2A2D30CEF1B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215027" name="Oval 407">
                  <a:extLst>
                    <a:ext uri="{FF2B5EF4-FFF2-40B4-BE49-F238E27FC236}">
                      <a16:creationId xmlns:a16="http://schemas.microsoft.com/office/drawing/2014/main" id="{83FB7DAE-114F-934E-BB3E-EAB135FE30C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28" name="Rectangle 410">
                  <a:extLst>
                    <a:ext uri="{FF2B5EF4-FFF2-40B4-BE49-F238E27FC236}">
                      <a16:creationId xmlns:a16="http://schemas.microsoft.com/office/drawing/2014/main" id="{75E7F8C9-DB2A-394C-98FE-CFDE5ADA521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29" name="Oval 411">
                  <a:extLst>
                    <a:ext uri="{FF2B5EF4-FFF2-40B4-BE49-F238E27FC236}">
                      <a16:creationId xmlns:a16="http://schemas.microsoft.com/office/drawing/2014/main" id="{1D54928A-36BC-0840-8843-621A3587538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5030" name="Group 137">
                  <a:extLst>
                    <a:ext uri="{FF2B5EF4-FFF2-40B4-BE49-F238E27FC236}">
                      <a16:creationId xmlns:a16="http://schemas.microsoft.com/office/drawing/2014/main" id="{38EAC444-F93C-D943-A951-7F244553428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5033" name="Freeform 138">
                    <a:extLst>
                      <a:ext uri="{FF2B5EF4-FFF2-40B4-BE49-F238E27FC236}">
                        <a16:creationId xmlns:a16="http://schemas.microsoft.com/office/drawing/2014/main" id="{8C200853-23B0-9A48-8966-2549F8548A2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5034" name="Freeform 139">
                    <a:extLst>
                      <a:ext uri="{FF2B5EF4-FFF2-40B4-BE49-F238E27FC236}">
                        <a16:creationId xmlns:a16="http://schemas.microsoft.com/office/drawing/2014/main" id="{4DB9CCA3-96DE-3940-B36E-3A5C8E910E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5031" name="Line 140">
                  <a:extLst>
                    <a:ext uri="{FF2B5EF4-FFF2-40B4-BE49-F238E27FC236}">
                      <a16:creationId xmlns:a16="http://schemas.microsoft.com/office/drawing/2014/main" id="{A57EC9EB-7266-3848-BE14-F39635DED043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032" name="Line 141">
                  <a:extLst>
                    <a:ext uri="{FF2B5EF4-FFF2-40B4-BE49-F238E27FC236}">
                      <a16:creationId xmlns:a16="http://schemas.microsoft.com/office/drawing/2014/main" id="{FC01780D-6B3D-034C-B4F6-D8020B00C95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973" name="Group 133">
                <a:extLst>
                  <a:ext uri="{FF2B5EF4-FFF2-40B4-BE49-F238E27FC236}">
                    <a16:creationId xmlns:a16="http://schemas.microsoft.com/office/drawing/2014/main" id="{9195F347-F262-4F4D-8822-4EEF165F4A8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215019" name="Oval 407">
                  <a:extLst>
                    <a:ext uri="{FF2B5EF4-FFF2-40B4-BE49-F238E27FC236}">
                      <a16:creationId xmlns:a16="http://schemas.microsoft.com/office/drawing/2014/main" id="{1D798CAF-C844-964F-BD16-DA5F20E8DF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20" name="Rectangle 410">
                  <a:extLst>
                    <a:ext uri="{FF2B5EF4-FFF2-40B4-BE49-F238E27FC236}">
                      <a16:creationId xmlns:a16="http://schemas.microsoft.com/office/drawing/2014/main" id="{A6C29455-359E-1D4F-B4CB-9764193E81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21" name="Oval 411">
                  <a:extLst>
                    <a:ext uri="{FF2B5EF4-FFF2-40B4-BE49-F238E27FC236}">
                      <a16:creationId xmlns:a16="http://schemas.microsoft.com/office/drawing/2014/main" id="{DEE40553-9B52-ED48-8FC3-264286C7689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5022" name="Group 137">
                  <a:extLst>
                    <a:ext uri="{FF2B5EF4-FFF2-40B4-BE49-F238E27FC236}">
                      <a16:creationId xmlns:a16="http://schemas.microsoft.com/office/drawing/2014/main" id="{88A8CF8A-DB68-1048-9F88-7C3328F3887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5025" name="Freeform 138">
                    <a:extLst>
                      <a:ext uri="{FF2B5EF4-FFF2-40B4-BE49-F238E27FC236}">
                        <a16:creationId xmlns:a16="http://schemas.microsoft.com/office/drawing/2014/main" id="{774F18EF-EB02-D04F-9F4D-60993BF513E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5026" name="Freeform 139">
                    <a:extLst>
                      <a:ext uri="{FF2B5EF4-FFF2-40B4-BE49-F238E27FC236}">
                        <a16:creationId xmlns:a16="http://schemas.microsoft.com/office/drawing/2014/main" id="{439294CD-B0AC-5441-89A9-BF7194FEC3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5023" name="Line 140">
                  <a:extLst>
                    <a:ext uri="{FF2B5EF4-FFF2-40B4-BE49-F238E27FC236}">
                      <a16:creationId xmlns:a16="http://schemas.microsoft.com/office/drawing/2014/main" id="{45A9EB7D-D81E-3F4C-9EAD-B0A153A5535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56"/>
                  <a:ext cx="0" cy="88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024" name="Line 141">
                  <a:extLst>
                    <a:ext uri="{FF2B5EF4-FFF2-40B4-BE49-F238E27FC236}">
                      <a16:creationId xmlns:a16="http://schemas.microsoft.com/office/drawing/2014/main" id="{19A683FE-1CE9-2443-8472-5C8F052F42A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58"/>
                  <a:ext cx="0" cy="86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974" name="Group 133">
                <a:extLst>
                  <a:ext uri="{FF2B5EF4-FFF2-40B4-BE49-F238E27FC236}">
                    <a16:creationId xmlns:a16="http://schemas.microsoft.com/office/drawing/2014/main" id="{E213AFBA-4EFF-214E-A5E7-866080E3789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215011" name="Oval 407">
                  <a:extLst>
                    <a:ext uri="{FF2B5EF4-FFF2-40B4-BE49-F238E27FC236}">
                      <a16:creationId xmlns:a16="http://schemas.microsoft.com/office/drawing/2014/main" id="{A3CBE38D-B4C7-1C47-A035-45B5709484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12" name="Rectangle 410">
                  <a:extLst>
                    <a:ext uri="{FF2B5EF4-FFF2-40B4-BE49-F238E27FC236}">
                      <a16:creationId xmlns:a16="http://schemas.microsoft.com/office/drawing/2014/main" id="{088F0F9C-9DBD-FF4A-AE88-800FF19B4F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13" name="Oval 411">
                  <a:extLst>
                    <a:ext uri="{FF2B5EF4-FFF2-40B4-BE49-F238E27FC236}">
                      <a16:creationId xmlns:a16="http://schemas.microsoft.com/office/drawing/2014/main" id="{DDA6FF3F-50C0-A147-9351-8D91D3FB20F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5014" name="Group 137">
                  <a:extLst>
                    <a:ext uri="{FF2B5EF4-FFF2-40B4-BE49-F238E27FC236}">
                      <a16:creationId xmlns:a16="http://schemas.microsoft.com/office/drawing/2014/main" id="{457ACDAF-FBCD-DC43-B6BB-2F985B5A020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5017" name="Freeform 138">
                    <a:extLst>
                      <a:ext uri="{FF2B5EF4-FFF2-40B4-BE49-F238E27FC236}">
                        <a16:creationId xmlns:a16="http://schemas.microsoft.com/office/drawing/2014/main" id="{872872D3-731F-9647-BED4-FD516CA4CE6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5018" name="Freeform 139">
                    <a:extLst>
                      <a:ext uri="{FF2B5EF4-FFF2-40B4-BE49-F238E27FC236}">
                        <a16:creationId xmlns:a16="http://schemas.microsoft.com/office/drawing/2014/main" id="{9F95255F-D352-5C4F-89B7-F4AB2576A4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5015" name="Line 140">
                  <a:extLst>
                    <a:ext uri="{FF2B5EF4-FFF2-40B4-BE49-F238E27FC236}">
                      <a16:creationId xmlns:a16="http://schemas.microsoft.com/office/drawing/2014/main" id="{C7B041CE-EC36-5343-A08F-9EB9F7D7E94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016" name="Line 141">
                  <a:extLst>
                    <a:ext uri="{FF2B5EF4-FFF2-40B4-BE49-F238E27FC236}">
                      <a16:creationId xmlns:a16="http://schemas.microsoft.com/office/drawing/2014/main" id="{4FAB9327-3E9C-8C4D-92EA-60439F7AB29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975" name="Group 133">
                <a:extLst>
                  <a:ext uri="{FF2B5EF4-FFF2-40B4-BE49-F238E27FC236}">
                    <a16:creationId xmlns:a16="http://schemas.microsoft.com/office/drawing/2014/main" id="{06095A2D-3531-C04C-9ABF-008A81CBD6F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215003" name="Oval 407">
                  <a:extLst>
                    <a:ext uri="{FF2B5EF4-FFF2-40B4-BE49-F238E27FC236}">
                      <a16:creationId xmlns:a16="http://schemas.microsoft.com/office/drawing/2014/main" id="{5AE28672-0DB5-E842-93CE-08179434672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04" name="Rectangle 410">
                  <a:extLst>
                    <a:ext uri="{FF2B5EF4-FFF2-40B4-BE49-F238E27FC236}">
                      <a16:creationId xmlns:a16="http://schemas.microsoft.com/office/drawing/2014/main" id="{16F0EDDE-42CE-BC42-BA07-DD504472632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5005" name="Oval 411">
                  <a:extLst>
                    <a:ext uri="{FF2B5EF4-FFF2-40B4-BE49-F238E27FC236}">
                      <a16:creationId xmlns:a16="http://schemas.microsoft.com/office/drawing/2014/main" id="{B9C10AE7-3D10-6149-B8F5-7ED056A646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5006" name="Group 137">
                  <a:extLst>
                    <a:ext uri="{FF2B5EF4-FFF2-40B4-BE49-F238E27FC236}">
                      <a16:creationId xmlns:a16="http://schemas.microsoft.com/office/drawing/2014/main" id="{86331389-9F9E-054E-BEBB-071D768B8E5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5009" name="Freeform 138">
                    <a:extLst>
                      <a:ext uri="{FF2B5EF4-FFF2-40B4-BE49-F238E27FC236}">
                        <a16:creationId xmlns:a16="http://schemas.microsoft.com/office/drawing/2014/main" id="{79604046-7F54-9642-81B1-C503872FEE6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5010" name="Freeform 139">
                    <a:extLst>
                      <a:ext uri="{FF2B5EF4-FFF2-40B4-BE49-F238E27FC236}">
                        <a16:creationId xmlns:a16="http://schemas.microsoft.com/office/drawing/2014/main" id="{08BAE620-EEB5-7145-B2D7-31EFBEE3DC5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5007" name="Line 140">
                  <a:extLst>
                    <a:ext uri="{FF2B5EF4-FFF2-40B4-BE49-F238E27FC236}">
                      <a16:creationId xmlns:a16="http://schemas.microsoft.com/office/drawing/2014/main" id="{D1198A65-6189-B04F-BAA7-F12E31E2E16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008" name="Line 141">
                  <a:extLst>
                    <a:ext uri="{FF2B5EF4-FFF2-40B4-BE49-F238E27FC236}">
                      <a16:creationId xmlns:a16="http://schemas.microsoft.com/office/drawing/2014/main" id="{B02527D9-BC57-5143-9F49-26DC39F21A9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976" name="Group 133">
                <a:extLst>
                  <a:ext uri="{FF2B5EF4-FFF2-40B4-BE49-F238E27FC236}">
                    <a16:creationId xmlns:a16="http://schemas.microsoft.com/office/drawing/2014/main" id="{6C55D7EB-D7F5-5542-9C7F-AF5F607361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214995" name="Oval 407">
                  <a:extLst>
                    <a:ext uri="{FF2B5EF4-FFF2-40B4-BE49-F238E27FC236}">
                      <a16:creationId xmlns:a16="http://schemas.microsoft.com/office/drawing/2014/main" id="{241915D5-7EBB-D84A-8F77-F855F76B6E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96" name="Rectangle 410">
                  <a:extLst>
                    <a:ext uri="{FF2B5EF4-FFF2-40B4-BE49-F238E27FC236}">
                      <a16:creationId xmlns:a16="http://schemas.microsoft.com/office/drawing/2014/main" id="{9FC75889-6E7A-1F4E-9A93-145F8D2239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97" name="Oval 411">
                  <a:extLst>
                    <a:ext uri="{FF2B5EF4-FFF2-40B4-BE49-F238E27FC236}">
                      <a16:creationId xmlns:a16="http://schemas.microsoft.com/office/drawing/2014/main" id="{E4521609-1BA4-3741-B795-46D95F27F67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98" name="Group 137">
                  <a:extLst>
                    <a:ext uri="{FF2B5EF4-FFF2-40B4-BE49-F238E27FC236}">
                      <a16:creationId xmlns:a16="http://schemas.microsoft.com/office/drawing/2014/main" id="{AE48471E-3E26-FF41-8B28-D1E377974F6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5001" name="Freeform 138">
                    <a:extLst>
                      <a:ext uri="{FF2B5EF4-FFF2-40B4-BE49-F238E27FC236}">
                        <a16:creationId xmlns:a16="http://schemas.microsoft.com/office/drawing/2014/main" id="{3C695F38-7498-4F48-BB72-5B75F6EFA90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5002" name="Freeform 139">
                    <a:extLst>
                      <a:ext uri="{FF2B5EF4-FFF2-40B4-BE49-F238E27FC236}">
                        <a16:creationId xmlns:a16="http://schemas.microsoft.com/office/drawing/2014/main" id="{EE5B8B1F-3E22-544F-898C-AD1EDE83F00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99" name="Line 140">
                  <a:extLst>
                    <a:ext uri="{FF2B5EF4-FFF2-40B4-BE49-F238E27FC236}">
                      <a16:creationId xmlns:a16="http://schemas.microsoft.com/office/drawing/2014/main" id="{4C22B6CF-86B8-1948-B9D7-2FDB44AB3DC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5000" name="Line 141">
                  <a:extLst>
                    <a:ext uri="{FF2B5EF4-FFF2-40B4-BE49-F238E27FC236}">
                      <a16:creationId xmlns:a16="http://schemas.microsoft.com/office/drawing/2014/main" id="{632BBF92-90ED-044F-80B4-BD610A7B360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8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977" name="Group 133">
                <a:extLst>
                  <a:ext uri="{FF2B5EF4-FFF2-40B4-BE49-F238E27FC236}">
                    <a16:creationId xmlns:a16="http://schemas.microsoft.com/office/drawing/2014/main" id="{EF126CBB-F7B4-D14A-BF43-4F4C41958706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214987" name="Oval 407">
                  <a:extLst>
                    <a:ext uri="{FF2B5EF4-FFF2-40B4-BE49-F238E27FC236}">
                      <a16:creationId xmlns:a16="http://schemas.microsoft.com/office/drawing/2014/main" id="{2A9931F4-73CE-8F4B-BC0B-3836DCB8C1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88" name="Rectangle 410">
                  <a:extLst>
                    <a:ext uri="{FF2B5EF4-FFF2-40B4-BE49-F238E27FC236}">
                      <a16:creationId xmlns:a16="http://schemas.microsoft.com/office/drawing/2014/main" id="{BEA1C917-5214-9046-AAB0-40E55789E36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89" name="Oval 411">
                  <a:extLst>
                    <a:ext uri="{FF2B5EF4-FFF2-40B4-BE49-F238E27FC236}">
                      <a16:creationId xmlns:a16="http://schemas.microsoft.com/office/drawing/2014/main" id="{EA8D4A13-D266-5440-A1E8-3F2B00BCF95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90" name="Group 137">
                  <a:extLst>
                    <a:ext uri="{FF2B5EF4-FFF2-40B4-BE49-F238E27FC236}">
                      <a16:creationId xmlns:a16="http://schemas.microsoft.com/office/drawing/2014/main" id="{8F3E7527-A26F-F945-BC0C-E15B8A9C631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93" name="Freeform 138">
                    <a:extLst>
                      <a:ext uri="{FF2B5EF4-FFF2-40B4-BE49-F238E27FC236}">
                        <a16:creationId xmlns:a16="http://schemas.microsoft.com/office/drawing/2014/main" id="{AB5886C9-1AD2-C949-92A7-3322AD0A8A2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94" name="Freeform 139">
                    <a:extLst>
                      <a:ext uri="{FF2B5EF4-FFF2-40B4-BE49-F238E27FC236}">
                        <a16:creationId xmlns:a16="http://schemas.microsoft.com/office/drawing/2014/main" id="{7FDE5228-0F6B-5445-95B6-D3FBEF90841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91" name="Line 140">
                  <a:extLst>
                    <a:ext uri="{FF2B5EF4-FFF2-40B4-BE49-F238E27FC236}">
                      <a16:creationId xmlns:a16="http://schemas.microsoft.com/office/drawing/2014/main" id="{572AD516-3F95-5B43-8610-0834E75BDBE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92" name="Line 141">
                  <a:extLst>
                    <a:ext uri="{FF2B5EF4-FFF2-40B4-BE49-F238E27FC236}">
                      <a16:creationId xmlns:a16="http://schemas.microsoft.com/office/drawing/2014/main" id="{42D93B4F-355D-3F45-AB74-AD15ABC78EC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978" name="Group 133">
                <a:extLst>
                  <a:ext uri="{FF2B5EF4-FFF2-40B4-BE49-F238E27FC236}">
                    <a16:creationId xmlns:a16="http://schemas.microsoft.com/office/drawing/2014/main" id="{C0A90C49-1515-694E-B6D0-2B4A214C9A0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214979" name="Oval 407">
                  <a:extLst>
                    <a:ext uri="{FF2B5EF4-FFF2-40B4-BE49-F238E27FC236}">
                      <a16:creationId xmlns:a16="http://schemas.microsoft.com/office/drawing/2014/main" id="{FC95A3BB-5F7A-C844-83AD-C41C2099EB3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80" name="Rectangle 410">
                  <a:extLst>
                    <a:ext uri="{FF2B5EF4-FFF2-40B4-BE49-F238E27FC236}">
                      <a16:creationId xmlns:a16="http://schemas.microsoft.com/office/drawing/2014/main" id="{0D2B55B4-B831-D247-92AF-34AF6D9B686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81" name="Oval 411">
                  <a:extLst>
                    <a:ext uri="{FF2B5EF4-FFF2-40B4-BE49-F238E27FC236}">
                      <a16:creationId xmlns:a16="http://schemas.microsoft.com/office/drawing/2014/main" id="{CE84811F-4135-D649-8EDD-041E3B7DB5F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82" name="Group 137">
                  <a:extLst>
                    <a:ext uri="{FF2B5EF4-FFF2-40B4-BE49-F238E27FC236}">
                      <a16:creationId xmlns:a16="http://schemas.microsoft.com/office/drawing/2014/main" id="{89D11E81-5943-9546-8ED6-138B0681FC1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85" name="Freeform 138">
                    <a:extLst>
                      <a:ext uri="{FF2B5EF4-FFF2-40B4-BE49-F238E27FC236}">
                        <a16:creationId xmlns:a16="http://schemas.microsoft.com/office/drawing/2014/main" id="{2C1B98E1-AA86-0B47-8E2A-25888DD058B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86" name="Freeform 139">
                    <a:extLst>
                      <a:ext uri="{FF2B5EF4-FFF2-40B4-BE49-F238E27FC236}">
                        <a16:creationId xmlns:a16="http://schemas.microsoft.com/office/drawing/2014/main" id="{7FF101D2-49D9-AE4E-919A-C4C7726A0D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83" name="Line 140">
                  <a:extLst>
                    <a:ext uri="{FF2B5EF4-FFF2-40B4-BE49-F238E27FC236}">
                      <a16:creationId xmlns:a16="http://schemas.microsoft.com/office/drawing/2014/main" id="{5B8F7B16-0C45-7E42-ADCD-5E7517E3D58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84" name="Line 141">
                  <a:extLst>
                    <a:ext uri="{FF2B5EF4-FFF2-40B4-BE49-F238E27FC236}">
                      <a16:creationId xmlns:a16="http://schemas.microsoft.com/office/drawing/2014/main" id="{950F113E-DA34-3441-B7E0-F5D6118B70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10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grpSp>
          <p:nvGrpSpPr>
            <p:cNvPr id="214766" name="Group 331">
              <a:extLst>
                <a:ext uri="{FF2B5EF4-FFF2-40B4-BE49-F238E27FC236}">
                  <a16:creationId xmlns:a16="http://schemas.microsoft.com/office/drawing/2014/main" id="{3E8E904B-DA51-7044-960E-160B10CFA6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03401" y="2755897"/>
              <a:ext cx="3467099" cy="1193800"/>
              <a:chOff x="7848600" y="2044700"/>
              <a:chExt cx="3200399" cy="1371600"/>
            </a:xfrm>
          </p:grpSpPr>
          <p:sp>
            <p:nvSpPr>
              <p:cNvPr id="214879" name="Oval 332">
                <a:extLst>
                  <a:ext uri="{FF2B5EF4-FFF2-40B4-BE49-F238E27FC236}">
                    <a16:creationId xmlns:a16="http://schemas.microsoft.com/office/drawing/2014/main" id="{7B41C129-8254-5B46-9535-041237172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848600" y="2044700"/>
                <a:ext cx="3200399" cy="1371600"/>
              </a:xfrm>
              <a:prstGeom prst="ellipse">
                <a:avLst/>
              </a:prstGeom>
              <a:solidFill>
                <a:schemeClr val="accent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317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80" name="Group 133">
                <a:extLst>
                  <a:ext uri="{FF2B5EF4-FFF2-40B4-BE49-F238E27FC236}">
                    <a16:creationId xmlns:a16="http://schemas.microsoft.com/office/drawing/2014/main" id="{5C4C585B-878B-A347-97D2-4780686220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526482" y="2160804"/>
                <a:ext cx="532759" cy="184809"/>
                <a:chOff x="2356" y="1300"/>
                <a:chExt cx="555" cy="194"/>
              </a:xfrm>
            </p:grpSpPr>
            <p:sp>
              <p:nvSpPr>
                <p:cNvPr id="214953" name="Oval 407">
                  <a:extLst>
                    <a:ext uri="{FF2B5EF4-FFF2-40B4-BE49-F238E27FC236}">
                      <a16:creationId xmlns:a16="http://schemas.microsoft.com/office/drawing/2014/main" id="{58B34C55-768F-6A42-94A2-D84FC33FCF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54" name="Rectangle 410">
                  <a:extLst>
                    <a:ext uri="{FF2B5EF4-FFF2-40B4-BE49-F238E27FC236}">
                      <a16:creationId xmlns:a16="http://schemas.microsoft.com/office/drawing/2014/main" id="{480C9BC8-38D2-8F42-8886-7D647CC9A41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55" name="Oval 411">
                  <a:extLst>
                    <a:ext uri="{FF2B5EF4-FFF2-40B4-BE49-F238E27FC236}">
                      <a16:creationId xmlns:a16="http://schemas.microsoft.com/office/drawing/2014/main" id="{844B2587-797A-9E48-A6F8-4E644103DF1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56" name="Group 137">
                  <a:extLst>
                    <a:ext uri="{FF2B5EF4-FFF2-40B4-BE49-F238E27FC236}">
                      <a16:creationId xmlns:a16="http://schemas.microsoft.com/office/drawing/2014/main" id="{ED83D893-B244-F841-8F21-FF14CB98F70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59" name="Freeform 138">
                    <a:extLst>
                      <a:ext uri="{FF2B5EF4-FFF2-40B4-BE49-F238E27FC236}">
                        <a16:creationId xmlns:a16="http://schemas.microsoft.com/office/drawing/2014/main" id="{26C54EC9-D50C-784C-B384-FC13867100A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60" name="Freeform 139">
                    <a:extLst>
                      <a:ext uri="{FF2B5EF4-FFF2-40B4-BE49-F238E27FC236}">
                        <a16:creationId xmlns:a16="http://schemas.microsoft.com/office/drawing/2014/main" id="{0840D0DE-29A5-7446-9AC0-59A6A541B15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57" name="Line 140">
                  <a:extLst>
                    <a:ext uri="{FF2B5EF4-FFF2-40B4-BE49-F238E27FC236}">
                      <a16:creationId xmlns:a16="http://schemas.microsoft.com/office/drawing/2014/main" id="{6A20D372-A6F8-644C-BBA0-F173BFF5E5C9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58" name="Line 141">
                  <a:extLst>
                    <a:ext uri="{FF2B5EF4-FFF2-40B4-BE49-F238E27FC236}">
                      <a16:creationId xmlns:a16="http://schemas.microsoft.com/office/drawing/2014/main" id="{59432A0A-6FC3-1347-856E-4376EB532AE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cxnSp>
            <p:nvCxnSpPr>
              <p:cNvPr id="214881" name="Straight Connector 334">
                <a:extLst>
                  <a:ext uri="{FF2B5EF4-FFF2-40B4-BE49-F238E27FC236}">
                    <a16:creationId xmlns:a16="http://schemas.microsoft.com/office/drawing/2014/main" id="{56EDE1ED-43C5-1E45-89CD-72D29F7754C7}"/>
                  </a:ext>
                </a:extLst>
              </p:cNvPr>
              <p:cNvCxnSpPr>
                <a:cxnSpLocks noChangeShapeType="1"/>
                <a:stCxn id="214958" idx="0"/>
              </p:cNvCxnSpPr>
              <p:nvPr/>
            </p:nvCxnSpPr>
            <p:spPr bwMode="auto">
              <a:xfrm>
                <a:off x="9055401" y="2220819"/>
                <a:ext cx="975377" cy="13653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882" name="Straight Connector 335">
                <a:extLst>
                  <a:ext uri="{FF2B5EF4-FFF2-40B4-BE49-F238E27FC236}">
                    <a16:creationId xmlns:a16="http://schemas.microsoft.com/office/drawing/2014/main" id="{CA59E409-A641-F649-9C39-137F2E0EFFD2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>
                <a:off x="9522191" y="2583188"/>
                <a:ext cx="120745" cy="8339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883" name="Straight Connector 336">
                <a:extLst>
                  <a:ext uri="{FF2B5EF4-FFF2-40B4-BE49-F238E27FC236}">
                    <a16:creationId xmlns:a16="http://schemas.microsoft.com/office/drawing/2014/main" id="{63310C3D-F459-4A48-85B0-6DBAF4B95635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323081" y="2786992"/>
                <a:ext cx="243358" cy="4562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884" name="Straight Connector 337">
                <a:extLst>
                  <a:ext uri="{FF2B5EF4-FFF2-40B4-BE49-F238E27FC236}">
                    <a16:creationId xmlns:a16="http://schemas.microsoft.com/office/drawing/2014/main" id="{393C256D-17DE-C14C-A053-2B5037F6BA8B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028147" y="2611644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885" name="Straight Connector 338">
                <a:extLst>
                  <a:ext uri="{FF2B5EF4-FFF2-40B4-BE49-F238E27FC236}">
                    <a16:creationId xmlns:a16="http://schemas.microsoft.com/office/drawing/2014/main" id="{3132CDA4-F605-0C43-AC9F-31CAAD39BC7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729859" y="2909476"/>
                <a:ext cx="192778" cy="1095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886" name="Straight Connector 339">
                <a:extLst>
                  <a:ext uri="{FF2B5EF4-FFF2-40B4-BE49-F238E27FC236}">
                    <a16:creationId xmlns:a16="http://schemas.microsoft.com/office/drawing/2014/main" id="{849F43A0-4F73-8B48-9DF3-63B5685C212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9537887" y="2836224"/>
                <a:ext cx="252969" cy="252942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887" name="Straight Connector 340">
                <a:extLst>
                  <a:ext uri="{FF2B5EF4-FFF2-40B4-BE49-F238E27FC236}">
                    <a16:creationId xmlns:a16="http://schemas.microsoft.com/office/drawing/2014/main" id="{77D98566-3CAC-2E4C-B7C1-83CC87885AB1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H="1" flipV="1">
                <a:off x="10029359" y="2822067"/>
                <a:ext cx="354959" cy="12439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888" name="Straight Connector 341">
                <a:extLst>
                  <a:ext uri="{FF2B5EF4-FFF2-40B4-BE49-F238E27FC236}">
                    <a16:creationId xmlns:a16="http://schemas.microsoft.com/office/drawing/2014/main" id="{00F6379E-F876-B745-9449-8989467673D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10015190" y="2475242"/>
                <a:ext cx="283363" cy="19566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cxnSp>
            <p:nvCxnSpPr>
              <p:cNvPr id="214889" name="Straight Connector 342">
                <a:extLst>
                  <a:ext uri="{FF2B5EF4-FFF2-40B4-BE49-F238E27FC236}">
                    <a16:creationId xmlns:a16="http://schemas.microsoft.com/office/drawing/2014/main" id="{7A9EA18B-18C7-B04D-97E8-40EF34756088}"/>
                  </a:ext>
                </a:extLst>
              </p:cNvPr>
              <p:cNvCxnSpPr>
                <a:cxnSpLocks noChangeShapeType="1"/>
                <a:endCxn id="214953" idx="4"/>
              </p:cNvCxnSpPr>
              <p:nvPr/>
            </p:nvCxnSpPr>
            <p:spPr bwMode="auto">
              <a:xfrm flipH="1" flipV="1">
                <a:off x="8791902" y="2345614"/>
                <a:ext cx="410984" cy="871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</p:cxnSp>
          <p:grpSp>
            <p:nvGrpSpPr>
              <p:cNvPr id="214890" name="Group 133">
                <a:extLst>
                  <a:ext uri="{FF2B5EF4-FFF2-40B4-BE49-F238E27FC236}">
                    <a16:creationId xmlns:a16="http://schemas.microsoft.com/office/drawing/2014/main" id="{B454283F-7059-3F41-B00C-7084EF12B0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555206" y="2650627"/>
                <a:ext cx="532759" cy="184809"/>
                <a:chOff x="2356" y="1300"/>
                <a:chExt cx="555" cy="194"/>
              </a:xfrm>
            </p:grpSpPr>
            <p:sp>
              <p:nvSpPr>
                <p:cNvPr id="214945" name="Oval 407">
                  <a:extLst>
                    <a:ext uri="{FF2B5EF4-FFF2-40B4-BE49-F238E27FC236}">
                      <a16:creationId xmlns:a16="http://schemas.microsoft.com/office/drawing/2014/main" id="{16179EE7-A6C4-DE49-8F45-6A1C75C89A9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46" name="Rectangle 410">
                  <a:extLst>
                    <a:ext uri="{FF2B5EF4-FFF2-40B4-BE49-F238E27FC236}">
                      <a16:creationId xmlns:a16="http://schemas.microsoft.com/office/drawing/2014/main" id="{E61F161A-2069-174F-BB9D-0BFCB09BCB7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47" name="Oval 411">
                  <a:extLst>
                    <a:ext uri="{FF2B5EF4-FFF2-40B4-BE49-F238E27FC236}">
                      <a16:creationId xmlns:a16="http://schemas.microsoft.com/office/drawing/2014/main" id="{DCE0EDDA-59B8-3C4B-80EE-F321CF26CB8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48" name="Group 137">
                  <a:extLst>
                    <a:ext uri="{FF2B5EF4-FFF2-40B4-BE49-F238E27FC236}">
                      <a16:creationId xmlns:a16="http://schemas.microsoft.com/office/drawing/2014/main" id="{468E7651-7FB2-3840-B545-B3AA77879B3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51" name="Freeform 138">
                    <a:extLst>
                      <a:ext uri="{FF2B5EF4-FFF2-40B4-BE49-F238E27FC236}">
                        <a16:creationId xmlns:a16="http://schemas.microsoft.com/office/drawing/2014/main" id="{BFC5CDDB-0DEB-AB47-85E6-725EE95A86B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52" name="Freeform 139">
                    <a:extLst>
                      <a:ext uri="{FF2B5EF4-FFF2-40B4-BE49-F238E27FC236}">
                        <a16:creationId xmlns:a16="http://schemas.microsoft.com/office/drawing/2014/main" id="{29752483-9F93-E648-B3D9-E035DB7422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49" name="Line 140">
                  <a:extLst>
                    <a:ext uri="{FF2B5EF4-FFF2-40B4-BE49-F238E27FC236}">
                      <a16:creationId xmlns:a16="http://schemas.microsoft.com/office/drawing/2014/main" id="{933BF7D9-7B89-5642-8E51-F9D93C5E9F28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50" name="Line 141">
                  <a:extLst>
                    <a:ext uri="{FF2B5EF4-FFF2-40B4-BE49-F238E27FC236}">
                      <a16:creationId xmlns:a16="http://schemas.microsoft.com/office/drawing/2014/main" id="{694A4DD2-7DC2-4343-B911-D825B511417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891" name="Group 133">
                <a:extLst>
                  <a:ext uri="{FF2B5EF4-FFF2-40B4-BE49-F238E27FC236}">
                    <a16:creationId xmlns:a16="http://schemas.microsoft.com/office/drawing/2014/main" id="{5B523D0D-0ACA-4A46-8EF3-8544022CCBA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772607" y="2725609"/>
                <a:ext cx="532759" cy="184809"/>
                <a:chOff x="2356" y="1300"/>
                <a:chExt cx="555" cy="194"/>
              </a:xfrm>
            </p:grpSpPr>
            <p:sp>
              <p:nvSpPr>
                <p:cNvPr id="214937" name="Oval 407">
                  <a:extLst>
                    <a:ext uri="{FF2B5EF4-FFF2-40B4-BE49-F238E27FC236}">
                      <a16:creationId xmlns:a16="http://schemas.microsoft.com/office/drawing/2014/main" id="{44557442-F861-8945-A5D3-08F36191B3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38" name="Rectangle 410">
                  <a:extLst>
                    <a:ext uri="{FF2B5EF4-FFF2-40B4-BE49-F238E27FC236}">
                      <a16:creationId xmlns:a16="http://schemas.microsoft.com/office/drawing/2014/main" id="{9A0AD3C5-303C-2648-AD08-58F240F5A1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39" name="Oval 411">
                  <a:extLst>
                    <a:ext uri="{FF2B5EF4-FFF2-40B4-BE49-F238E27FC236}">
                      <a16:creationId xmlns:a16="http://schemas.microsoft.com/office/drawing/2014/main" id="{99527295-6A93-8D42-9C1A-859F6E2E7A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40" name="Group 137">
                  <a:extLst>
                    <a:ext uri="{FF2B5EF4-FFF2-40B4-BE49-F238E27FC236}">
                      <a16:creationId xmlns:a16="http://schemas.microsoft.com/office/drawing/2014/main" id="{6889C04E-BDD0-8C44-9C33-7E8A92B937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43" name="Freeform 138">
                    <a:extLst>
                      <a:ext uri="{FF2B5EF4-FFF2-40B4-BE49-F238E27FC236}">
                        <a16:creationId xmlns:a16="http://schemas.microsoft.com/office/drawing/2014/main" id="{E79963E5-9A66-D94F-930D-FDDF7E16E6B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44" name="Freeform 139">
                    <a:extLst>
                      <a:ext uri="{FF2B5EF4-FFF2-40B4-BE49-F238E27FC236}">
                        <a16:creationId xmlns:a16="http://schemas.microsoft.com/office/drawing/2014/main" id="{DFB74656-045C-3544-9C5D-D12C98D8A2D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41" name="Line 140">
                  <a:extLst>
                    <a:ext uri="{FF2B5EF4-FFF2-40B4-BE49-F238E27FC236}">
                      <a16:creationId xmlns:a16="http://schemas.microsoft.com/office/drawing/2014/main" id="{67A22E4C-B602-9341-ADFC-030272A7E8B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42" name="Line 141">
                  <a:extLst>
                    <a:ext uri="{FF2B5EF4-FFF2-40B4-BE49-F238E27FC236}">
                      <a16:creationId xmlns:a16="http://schemas.microsoft.com/office/drawing/2014/main" id="{D9CD150D-736B-FB42-968B-A41569ED125B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892" name="Group 133">
                <a:extLst>
                  <a:ext uri="{FF2B5EF4-FFF2-40B4-BE49-F238E27FC236}">
                    <a16:creationId xmlns:a16="http://schemas.microsoft.com/office/drawing/2014/main" id="{4F96269A-D5DB-3D45-B24A-F224FD217C4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060908" y="2428111"/>
                <a:ext cx="532759" cy="184809"/>
                <a:chOff x="2356" y="1300"/>
                <a:chExt cx="555" cy="194"/>
              </a:xfrm>
            </p:grpSpPr>
            <p:sp>
              <p:nvSpPr>
                <p:cNvPr id="214929" name="Oval 407">
                  <a:extLst>
                    <a:ext uri="{FF2B5EF4-FFF2-40B4-BE49-F238E27FC236}">
                      <a16:creationId xmlns:a16="http://schemas.microsoft.com/office/drawing/2014/main" id="{5D3A6D56-2D1A-2B4E-A1BC-3EF8621573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30" name="Rectangle 410">
                  <a:extLst>
                    <a:ext uri="{FF2B5EF4-FFF2-40B4-BE49-F238E27FC236}">
                      <a16:creationId xmlns:a16="http://schemas.microsoft.com/office/drawing/2014/main" id="{31024D13-23DC-7F42-ADE4-1890A3778C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31" name="Oval 411">
                  <a:extLst>
                    <a:ext uri="{FF2B5EF4-FFF2-40B4-BE49-F238E27FC236}">
                      <a16:creationId xmlns:a16="http://schemas.microsoft.com/office/drawing/2014/main" id="{A9311524-7A9D-C141-A991-A44D0DE753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32" name="Group 137">
                  <a:extLst>
                    <a:ext uri="{FF2B5EF4-FFF2-40B4-BE49-F238E27FC236}">
                      <a16:creationId xmlns:a16="http://schemas.microsoft.com/office/drawing/2014/main" id="{F2F23E7A-FCCF-5C40-8EB5-5DD99D73D928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35" name="Freeform 138">
                    <a:extLst>
                      <a:ext uri="{FF2B5EF4-FFF2-40B4-BE49-F238E27FC236}">
                        <a16:creationId xmlns:a16="http://schemas.microsoft.com/office/drawing/2014/main" id="{C5D4ABE1-25EF-CF4D-904D-B5893BE8884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36" name="Freeform 139">
                    <a:extLst>
                      <a:ext uri="{FF2B5EF4-FFF2-40B4-BE49-F238E27FC236}">
                        <a16:creationId xmlns:a16="http://schemas.microsoft.com/office/drawing/2014/main" id="{49B407FC-0950-884C-A170-A7225700F7D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33" name="Line 140">
                  <a:extLst>
                    <a:ext uri="{FF2B5EF4-FFF2-40B4-BE49-F238E27FC236}">
                      <a16:creationId xmlns:a16="http://schemas.microsoft.com/office/drawing/2014/main" id="{A0C6D21E-73D0-A94E-A224-4BE792181F4E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34" name="Line 141">
                  <a:extLst>
                    <a:ext uri="{FF2B5EF4-FFF2-40B4-BE49-F238E27FC236}">
                      <a16:creationId xmlns:a16="http://schemas.microsoft.com/office/drawing/2014/main" id="{A1F68DDD-30D5-D241-B9B6-B744C63FEAC1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893" name="Group 133">
                <a:extLst>
                  <a:ext uri="{FF2B5EF4-FFF2-40B4-BE49-F238E27FC236}">
                    <a16:creationId xmlns:a16="http://schemas.microsoft.com/office/drawing/2014/main" id="{1AE72059-AB4A-B541-BDDD-73C1C1550D3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005281" y="2289952"/>
                <a:ext cx="532759" cy="184809"/>
                <a:chOff x="2356" y="1300"/>
                <a:chExt cx="555" cy="194"/>
              </a:xfrm>
            </p:grpSpPr>
            <p:sp>
              <p:nvSpPr>
                <p:cNvPr id="214921" name="Oval 407">
                  <a:extLst>
                    <a:ext uri="{FF2B5EF4-FFF2-40B4-BE49-F238E27FC236}">
                      <a16:creationId xmlns:a16="http://schemas.microsoft.com/office/drawing/2014/main" id="{4C50720D-270B-F340-8B2B-48739D19D5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22" name="Rectangle 410">
                  <a:extLst>
                    <a:ext uri="{FF2B5EF4-FFF2-40B4-BE49-F238E27FC236}">
                      <a16:creationId xmlns:a16="http://schemas.microsoft.com/office/drawing/2014/main" id="{58A8C69F-98DD-404B-9D35-556E2F5657A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23" name="Oval 411">
                  <a:extLst>
                    <a:ext uri="{FF2B5EF4-FFF2-40B4-BE49-F238E27FC236}">
                      <a16:creationId xmlns:a16="http://schemas.microsoft.com/office/drawing/2014/main" id="{372203EF-D65E-5D45-968A-7155BC4742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24" name="Group 137">
                  <a:extLst>
                    <a:ext uri="{FF2B5EF4-FFF2-40B4-BE49-F238E27FC236}">
                      <a16:creationId xmlns:a16="http://schemas.microsoft.com/office/drawing/2014/main" id="{AF0CCC13-E9D4-E54A-832E-4A2BB91F60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27" name="Freeform 138">
                    <a:extLst>
                      <a:ext uri="{FF2B5EF4-FFF2-40B4-BE49-F238E27FC236}">
                        <a16:creationId xmlns:a16="http://schemas.microsoft.com/office/drawing/2014/main" id="{833E5D39-5679-104A-BD9D-6455F8C4583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28" name="Freeform 139">
                    <a:extLst>
                      <a:ext uri="{FF2B5EF4-FFF2-40B4-BE49-F238E27FC236}">
                        <a16:creationId xmlns:a16="http://schemas.microsoft.com/office/drawing/2014/main" id="{618EB30C-F20B-1A4E-849A-FE381BD626D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25" name="Line 140">
                  <a:extLst>
                    <a:ext uri="{FF2B5EF4-FFF2-40B4-BE49-F238E27FC236}">
                      <a16:creationId xmlns:a16="http://schemas.microsoft.com/office/drawing/2014/main" id="{8ABAD61E-9813-424D-B765-B1FB5424F6B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0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26" name="Line 141">
                  <a:extLst>
                    <a:ext uri="{FF2B5EF4-FFF2-40B4-BE49-F238E27FC236}">
                      <a16:creationId xmlns:a16="http://schemas.microsoft.com/office/drawing/2014/main" id="{BFAF4925-1E9B-0746-9F81-A1834EF4075D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2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894" name="Group 133">
                <a:extLst>
                  <a:ext uri="{FF2B5EF4-FFF2-40B4-BE49-F238E27FC236}">
                    <a16:creationId xmlns:a16="http://schemas.microsoft.com/office/drawing/2014/main" id="{ABCC5960-7132-DF49-9180-0AB4299873E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0232661" y="2882876"/>
                <a:ext cx="532759" cy="184809"/>
                <a:chOff x="2356" y="1300"/>
                <a:chExt cx="555" cy="194"/>
              </a:xfrm>
            </p:grpSpPr>
            <p:sp>
              <p:nvSpPr>
                <p:cNvPr id="214913" name="Oval 407">
                  <a:extLst>
                    <a:ext uri="{FF2B5EF4-FFF2-40B4-BE49-F238E27FC236}">
                      <a16:creationId xmlns:a16="http://schemas.microsoft.com/office/drawing/2014/main" id="{9993D20D-577A-0141-BE96-9471B7BFF1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14" name="Rectangle 410">
                  <a:extLst>
                    <a:ext uri="{FF2B5EF4-FFF2-40B4-BE49-F238E27FC236}">
                      <a16:creationId xmlns:a16="http://schemas.microsoft.com/office/drawing/2014/main" id="{EADBEAC3-28C9-F142-A6D8-C4EDB2FB462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15" name="Oval 411">
                  <a:extLst>
                    <a:ext uri="{FF2B5EF4-FFF2-40B4-BE49-F238E27FC236}">
                      <a16:creationId xmlns:a16="http://schemas.microsoft.com/office/drawing/2014/main" id="{4641AFB4-C6F6-9C43-BD33-D22201200DE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16" name="Group 137">
                  <a:extLst>
                    <a:ext uri="{FF2B5EF4-FFF2-40B4-BE49-F238E27FC236}">
                      <a16:creationId xmlns:a16="http://schemas.microsoft.com/office/drawing/2014/main" id="{6B647DC5-0E12-644C-BAA9-18EF7CA535C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19" name="Freeform 138">
                    <a:extLst>
                      <a:ext uri="{FF2B5EF4-FFF2-40B4-BE49-F238E27FC236}">
                        <a16:creationId xmlns:a16="http://schemas.microsoft.com/office/drawing/2014/main" id="{D8B587DE-3B5E-7A4F-91B5-704E1E598C3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20" name="Freeform 139">
                    <a:extLst>
                      <a:ext uri="{FF2B5EF4-FFF2-40B4-BE49-F238E27FC236}">
                        <a16:creationId xmlns:a16="http://schemas.microsoft.com/office/drawing/2014/main" id="{C2E3C77E-2B36-9F4E-BE45-109CAAA2758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17" name="Line 140">
                  <a:extLst>
                    <a:ext uri="{FF2B5EF4-FFF2-40B4-BE49-F238E27FC236}">
                      <a16:creationId xmlns:a16="http://schemas.microsoft.com/office/drawing/2014/main" id="{93D7BA37-45DF-BB4A-BEF2-45CFF2B17BB7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8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18" name="Line 141">
                  <a:extLst>
                    <a:ext uri="{FF2B5EF4-FFF2-40B4-BE49-F238E27FC236}">
                      <a16:creationId xmlns:a16="http://schemas.microsoft.com/office/drawing/2014/main" id="{276DBD9C-C8DF-D440-8AF7-458B90A45154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6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895" name="Group 133">
                <a:extLst>
                  <a:ext uri="{FF2B5EF4-FFF2-40B4-BE49-F238E27FC236}">
                    <a16:creationId xmlns:a16="http://schemas.microsoft.com/office/drawing/2014/main" id="{CE542F4F-9011-E543-8727-6932E1CEB5E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9330660" y="3072767"/>
                <a:ext cx="532759" cy="184809"/>
                <a:chOff x="2356" y="1300"/>
                <a:chExt cx="555" cy="194"/>
              </a:xfrm>
            </p:grpSpPr>
            <p:sp>
              <p:nvSpPr>
                <p:cNvPr id="214905" name="Oval 407">
                  <a:extLst>
                    <a:ext uri="{FF2B5EF4-FFF2-40B4-BE49-F238E27FC236}">
                      <a16:creationId xmlns:a16="http://schemas.microsoft.com/office/drawing/2014/main" id="{1A2666CC-F736-5244-8DC9-86F570B53C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06" name="Rectangle 410">
                  <a:extLst>
                    <a:ext uri="{FF2B5EF4-FFF2-40B4-BE49-F238E27FC236}">
                      <a16:creationId xmlns:a16="http://schemas.microsoft.com/office/drawing/2014/main" id="{88E24D47-1664-6C48-8189-C40093F41F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907" name="Oval 411">
                  <a:extLst>
                    <a:ext uri="{FF2B5EF4-FFF2-40B4-BE49-F238E27FC236}">
                      <a16:creationId xmlns:a16="http://schemas.microsoft.com/office/drawing/2014/main" id="{CC46FAD9-385C-5943-B79B-D213202771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08" name="Group 137">
                  <a:extLst>
                    <a:ext uri="{FF2B5EF4-FFF2-40B4-BE49-F238E27FC236}">
                      <a16:creationId xmlns:a16="http://schemas.microsoft.com/office/drawing/2014/main" id="{AEC68BB1-ACFE-0746-B1AE-6A425D1A485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11" name="Freeform 138">
                    <a:extLst>
                      <a:ext uri="{FF2B5EF4-FFF2-40B4-BE49-F238E27FC236}">
                        <a16:creationId xmlns:a16="http://schemas.microsoft.com/office/drawing/2014/main" id="{A2C7F673-77CF-5047-ABF7-B7DDA35665F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12" name="Freeform 139">
                    <a:extLst>
                      <a:ext uri="{FF2B5EF4-FFF2-40B4-BE49-F238E27FC236}">
                        <a16:creationId xmlns:a16="http://schemas.microsoft.com/office/drawing/2014/main" id="{31E3A3EC-9614-B348-A267-9FDAE7D122B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09" name="Line 140">
                  <a:extLst>
                    <a:ext uri="{FF2B5EF4-FFF2-40B4-BE49-F238E27FC236}">
                      <a16:creationId xmlns:a16="http://schemas.microsoft.com/office/drawing/2014/main" id="{B0B53522-07E2-5349-BFCF-2EA8A9EE2165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2"/>
                  <a:ext cx="0" cy="82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10" name="Line 141">
                  <a:extLst>
                    <a:ext uri="{FF2B5EF4-FFF2-40B4-BE49-F238E27FC236}">
                      <a16:creationId xmlns:a16="http://schemas.microsoft.com/office/drawing/2014/main" id="{FBF21EA8-5E65-D349-A56A-6231EDE48406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4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grpSp>
            <p:nvGrpSpPr>
              <p:cNvPr id="214896" name="Group 133">
                <a:extLst>
                  <a:ext uri="{FF2B5EF4-FFF2-40B4-BE49-F238E27FC236}">
                    <a16:creationId xmlns:a16="http://schemas.microsoft.com/office/drawing/2014/main" id="{EB8E41AD-5E44-3241-808C-04AC9AE2DF6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8438032" y="3018963"/>
                <a:ext cx="532759" cy="184809"/>
                <a:chOff x="2356" y="1300"/>
                <a:chExt cx="555" cy="194"/>
              </a:xfrm>
            </p:grpSpPr>
            <p:sp>
              <p:nvSpPr>
                <p:cNvPr id="214897" name="Oval 407">
                  <a:extLst>
                    <a:ext uri="{FF2B5EF4-FFF2-40B4-BE49-F238E27FC236}">
                      <a16:creationId xmlns:a16="http://schemas.microsoft.com/office/drawing/2014/main" id="{C7F4824E-BB39-AD43-AB0F-C40D6CC0754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85"/>
                  <a:ext cx="551" cy="109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898" name="Rectangle 410">
                  <a:extLst>
                    <a:ext uri="{FF2B5EF4-FFF2-40B4-BE49-F238E27FC236}">
                      <a16:creationId xmlns:a16="http://schemas.microsoft.com/office/drawing/2014/main" id="{6C5F7E37-F755-074B-8D59-453ADD5005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7" y="1374"/>
                  <a:ext cx="554" cy="66"/>
                </a:xfrm>
                <a:prstGeom prst="rect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rgbClr val="000000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899" name="Oval 411">
                  <a:extLst>
                    <a:ext uri="{FF2B5EF4-FFF2-40B4-BE49-F238E27FC236}">
                      <a16:creationId xmlns:a16="http://schemas.microsoft.com/office/drawing/2014/main" id="{F8C74AD3-8900-E740-AE48-09AFDAB435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356" y="1300"/>
                  <a:ext cx="551" cy="127"/>
                </a:xfrm>
                <a:prstGeom prst="ellipse">
                  <a:avLst/>
                </a:prstGeom>
                <a:gradFill rotWithShape="1">
                  <a:gsLst>
                    <a:gs pos="0">
                      <a:schemeClr val="hlink"/>
                    </a:gs>
                    <a:gs pos="100000">
                      <a:srgbClr val="FFFFFF"/>
                    </a:gs>
                  </a:gsLst>
                  <a:lin ang="0" scaled="1"/>
                </a:gradFill>
                <a:ln w="317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Times New Roman" panose="02020603050405020304" pitchFamily="18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900" name="Group 137">
                  <a:extLst>
                    <a:ext uri="{FF2B5EF4-FFF2-40B4-BE49-F238E27FC236}">
                      <a16:creationId xmlns:a16="http://schemas.microsoft.com/office/drawing/2014/main" id="{4E03FFE4-5C17-C340-B527-2B5B153FF58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2468" y="1332"/>
                  <a:ext cx="310" cy="60"/>
                  <a:chOff x="2468" y="1332"/>
                  <a:chExt cx="310" cy="60"/>
                </a:xfrm>
              </p:grpSpPr>
              <p:sp>
                <p:nvSpPr>
                  <p:cNvPr id="214903" name="Freeform 138">
                    <a:extLst>
                      <a:ext uri="{FF2B5EF4-FFF2-40B4-BE49-F238E27FC236}">
                        <a16:creationId xmlns:a16="http://schemas.microsoft.com/office/drawing/2014/main" id="{34629F9A-5146-9D48-82EB-AAC63F240FB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68" y="1332"/>
                    <a:ext cx="310" cy="60"/>
                  </a:xfrm>
                  <a:custGeom>
                    <a:avLst/>
                    <a:gdLst>
                      <a:gd name="T0" fmla="*/ 0 w 310"/>
                      <a:gd name="T1" fmla="*/ 60 h 60"/>
                      <a:gd name="T2" fmla="*/ 96 w 310"/>
                      <a:gd name="T3" fmla="*/ 60 h 60"/>
                      <a:gd name="T4" fmla="*/ 192 w 310"/>
                      <a:gd name="T5" fmla="*/ 0 h 60"/>
                      <a:gd name="T6" fmla="*/ 310 w 310"/>
                      <a:gd name="T7" fmla="*/ 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310"/>
                      <a:gd name="T13" fmla="*/ 0 h 60"/>
                      <a:gd name="T14" fmla="*/ 310 w 310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310" h="60">
                        <a:moveTo>
                          <a:pt x="0" y="60"/>
                        </a:moveTo>
                        <a:lnTo>
                          <a:pt x="96" y="60"/>
                        </a:lnTo>
                        <a:lnTo>
                          <a:pt x="192" y="0"/>
                        </a:lnTo>
                        <a:lnTo>
                          <a:pt x="310" y="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904" name="Freeform 139">
                    <a:extLst>
                      <a:ext uri="{FF2B5EF4-FFF2-40B4-BE49-F238E27FC236}">
                        <a16:creationId xmlns:a16="http://schemas.microsoft.com/office/drawing/2014/main" id="{F51B690B-3F17-5941-818D-3B154218EAF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2482" y="1332"/>
                    <a:ext cx="282" cy="60"/>
                  </a:xfrm>
                  <a:custGeom>
                    <a:avLst/>
                    <a:gdLst>
                      <a:gd name="T0" fmla="*/ 0 w 282"/>
                      <a:gd name="T1" fmla="*/ 0 h 60"/>
                      <a:gd name="T2" fmla="*/ 96 w 282"/>
                      <a:gd name="T3" fmla="*/ 0 h 60"/>
                      <a:gd name="T4" fmla="*/ 192 w 282"/>
                      <a:gd name="T5" fmla="*/ 60 h 60"/>
                      <a:gd name="T6" fmla="*/ 282 w 282"/>
                      <a:gd name="T7" fmla="*/ 60 h 60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82"/>
                      <a:gd name="T13" fmla="*/ 0 h 60"/>
                      <a:gd name="T14" fmla="*/ 282 w 282"/>
                      <a:gd name="T15" fmla="*/ 60 h 60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82" h="60">
                        <a:moveTo>
                          <a:pt x="0" y="0"/>
                        </a:moveTo>
                        <a:lnTo>
                          <a:pt x="96" y="0"/>
                        </a:lnTo>
                        <a:lnTo>
                          <a:pt x="192" y="60"/>
                        </a:lnTo>
                        <a:lnTo>
                          <a:pt x="282" y="60"/>
                        </a:lnTo>
                      </a:path>
                    </a:pathLst>
                  </a:custGeom>
                  <a:noFill/>
                  <a:ln w="3175" cmpd="sng">
                    <a:solidFill>
                      <a:schemeClr val="tx1"/>
                    </a:solidFill>
                    <a:round/>
                    <a:headEnd/>
                    <a:tailEnd/>
                  </a:ln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</p:grpSp>
            <p:sp>
              <p:nvSpPr>
                <p:cNvPr id="214901" name="Line 140">
                  <a:extLst>
                    <a:ext uri="{FF2B5EF4-FFF2-40B4-BE49-F238E27FC236}">
                      <a16:creationId xmlns:a16="http://schemas.microsoft.com/office/drawing/2014/main" id="{D4337057-3263-D744-B941-D8535F87B992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357" y="1361"/>
                  <a:ext cx="0" cy="79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902" name="Line 141">
                  <a:extLst>
                    <a:ext uri="{FF2B5EF4-FFF2-40B4-BE49-F238E27FC236}">
                      <a16:creationId xmlns:a16="http://schemas.microsoft.com/office/drawing/2014/main" id="{296FA59B-D43D-DA45-A03B-5CA3A765810A}"/>
                    </a:ext>
                  </a:extLst>
                </p:cNvPr>
                <p:cNvSpPr>
                  <a:spLocks noChangeShapeType="1"/>
                </p:cNvSpPr>
                <p:nvPr/>
              </p:nvSpPr>
              <p:spPr bwMode="auto">
                <a:xfrm>
                  <a:off x="2907" y="1363"/>
                  <a:ext cx="0" cy="84"/>
                </a:xfrm>
                <a:prstGeom prst="line">
                  <a:avLst/>
                </a:prstGeom>
                <a:noFill/>
                <a:ln w="3175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noFill/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</p:grpSp>
        <p:sp>
          <p:nvSpPr>
            <p:cNvPr id="214767" name="Oval 417">
              <a:extLst>
                <a:ext uri="{FF2B5EF4-FFF2-40B4-BE49-F238E27FC236}">
                  <a16:creationId xmlns:a16="http://schemas.microsoft.com/office/drawing/2014/main" id="{3BAD759A-5BDE-5545-9FC1-E067E689E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98600" y="4165596"/>
              <a:ext cx="3086099" cy="1168400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214768" name="Group 133">
              <a:extLst>
                <a:ext uri="{FF2B5EF4-FFF2-40B4-BE49-F238E27FC236}">
                  <a16:creationId xmlns:a16="http://schemas.microsoft.com/office/drawing/2014/main" id="{52A4CA0D-886A-484E-A0D1-29D40EBCEEB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52273" y="4264500"/>
              <a:ext cx="513732" cy="157430"/>
              <a:chOff x="2356" y="1300"/>
              <a:chExt cx="555" cy="194"/>
            </a:xfrm>
          </p:grpSpPr>
          <p:sp>
            <p:nvSpPr>
              <p:cNvPr id="214871" name="Oval 492">
                <a:extLst>
                  <a:ext uri="{FF2B5EF4-FFF2-40B4-BE49-F238E27FC236}">
                    <a16:creationId xmlns:a16="http://schemas.microsoft.com/office/drawing/2014/main" id="{B0BCE71C-E8E3-224B-A302-18CB9EF8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72" name="Rectangle 410">
                <a:extLst>
                  <a:ext uri="{FF2B5EF4-FFF2-40B4-BE49-F238E27FC236}">
                    <a16:creationId xmlns:a16="http://schemas.microsoft.com/office/drawing/2014/main" id="{7826F0C2-ABE4-604D-826E-4CA039F8CB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73" name="Oval 411">
                <a:extLst>
                  <a:ext uri="{FF2B5EF4-FFF2-40B4-BE49-F238E27FC236}">
                    <a16:creationId xmlns:a16="http://schemas.microsoft.com/office/drawing/2014/main" id="{99883D22-C913-7847-A84B-16BB482A40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74" name="Group 137">
                <a:extLst>
                  <a:ext uri="{FF2B5EF4-FFF2-40B4-BE49-F238E27FC236}">
                    <a16:creationId xmlns:a16="http://schemas.microsoft.com/office/drawing/2014/main" id="{E1233C47-3BC8-DC40-B856-2F3569E06F1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877" name="Freeform 138">
                  <a:extLst>
                    <a:ext uri="{FF2B5EF4-FFF2-40B4-BE49-F238E27FC236}">
                      <a16:creationId xmlns:a16="http://schemas.microsoft.com/office/drawing/2014/main" id="{CF1B1763-A84A-B84C-9D68-4357477FD09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878" name="Freeform 139">
                  <a:extLst>
                    <a:ext uri="{FF2B5EF4-FFF2-40B4-BE49-F238E27FC236}">
                      <a16:creationId xmlns:a16="http://schemas.microsoft.com/office/drawing/2014/main" id="{B0EC3937-4C4D-D441-8864-91E86FA2519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4875" name="Line 140">
                <a:extLst>
                  <a:ext uri="{FF2B5EF4-FFF2-40B4-BE49-F238E27FC236}">
                    <a16:creationId xmlns:a16="http://schemas.microsoft.com/office/drawing/2014/main" id="{7750BF78-38D2-DE44-B1E2-80A17B1E8E4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76" name="Line 141">
                <a:extLst>
                  <a:ext uri="{FF2B5EF4-FFF2-40B4-BE49-F238E27FC236}">
                    <a16:creationId xmlns:a16="http://schemas.microsoft.com/office/drawing/2014/main" id="{DB5E2913-28CB-5649-807C-384C9CDC2660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214769" name="Straight Connector 419">
              <a:extLst>
                <a:ext uri="{FF2B5EF4-FFF2-40B4-BE49-F238E27FC236}">
                  <a16:creationId xmlns:a16="http://schemas.microsoft.com/office/drawing/2014/main" id="{7A0AF1D9-D5AD-A94E-8A63-B763BF81BC72}"/>
                </a:ext>
              </a:extLst>
            </p:cNvPr>
            <p:cNvCxnSpPr>
              <a:cxnSpLocks noChangeShapeType="1"/>
              <a:stCxn id="214876" idx="0"/>
            </p:cNvCxnSpPr>
            <p:nvPr/>
          </p:nvCxnSpPr>
          <p:spPr bwMode="auto">
            <a:xfrm>
              <a:off x="2662301" y="4315623"/>
              <a:ext cx="940541" cy="11630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70" name="Straight Connector 420">
              <a:extLst>
                <a:ext uri="{FF2B5EF4-FFF2-40B4-BE49-F238E27FC236}">
                  <a16:creationId xmlns:a16="http://schemas.microsoft.com/office/drawing/2014/main" id="{B51F1F90-5831-724C-9EDC-6D839F30EEC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112420" y="4624308"/>
              <a:ext cx="116433" cy="710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71" name="Straight Connector 421">
              <a:extLst>
                <a:ext uri="{FF2B5EF4-FFF2-40B4-BE49-F238E27FC236}">
                  <a16:creationId xmlns:a16="http://schemas.microsoft.com/office/drawing/2014/main" id="{F02E00D3-03F7-3241-8926-EE992527EA6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920421" y="4797919"/>
              <a:ext cx="234667" cy="3886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72" name="Straight Connector 422">
              <a:extLst>
                <a:ext uri="{FF2B5EF4-FFF2-40B4-BE49-F238E27FC236}">
                  <a16:creationId xmlns:a16="http://schemas.microsoft.com/office/drawing/2014/main" id="{58D8E48A-BD79-8740-8710-2C1F1308DF6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636021" y="4648548"/>
              <a:ext cx="185893" cy="9334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73" name="Straight Connector 423">
              <a:extLst>
                <a:ext uri="{FF2B5EF4-FFF2-40B4-BE49-F238E27FC236}">
                  <a16:creationId xmlns:a16="http://schemas.microsoft.com/office/drawing/2014/main" id="{5B13BFDD-C5EF-AF4C-AEAB-E43E9F7E100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348386" y="4902256"/>
              <a:ext cx="185893" cy="9334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74" name="Straight Connector 424">
              <a:extLst>
                <a:ext uri="{FF2B5EF4-FFF2-40B4-BE49-F238E27FC236}">
                  <a16:creationId xmlns:a16="http://schemas.microsoft.com/office/drawing/2014/main" id="{0AE4B68E-6699-F245-B240-F4F9E3FBC0D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127556" y="4839857"/>
              <a:ext cx="243934" cy="21547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75" name="Straight Connector 425">
              <a:extLst>
                <a:ext uri="{FF2B5EF4-FFF2-40B4-BE49-F238E27FC236}">
                  <a16:creationId xmlns:a16="http://schemas.microsoft.com/office/drawing/2014/main" id="{41157C2E-2B04-1C49-B90C-160EEC4FE62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3601475" y="4827798"/>
              <a:ext cx="342282" cy="105961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76" name="Straight Connector 426">
              <a:extLst>
                <a:ext uri="{FF2B5EF4-FFF2-40B4-BE49-F238E27FC236}">
                  <a16:creationId xmlns:a16="http://schemas.microsoft.com/office/drawing/2014/main" id="{934D45D4-B1CF-784C-B94A-16BE7E20315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587811" y="4532353"/>
              <a:ext cx="273243" cy="16667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77" name="Straight Connector 427">
              <a:extLst>
                <a:ext uri="{FF2B5EF4-FFF2-40B4-BE49-F238E27FC236}">
                  <a16:creationId xmlns:a16="http://schemas.microsoft.com/office/drawing/2014/main" id="{06E30078-B071-9349-AB58-0B35335E7F04}"/>
                </a:ext>
              </a:extLst>
            </p:cNvPr>
            <p:cNvCxnSpPr>
              <a:cxnSpLocks noChangeShapeType="1"/>
              <a:endCxn id="214871" idx="4"/>
            </p:cNvCxnSpPr>
            <p:nvPr/>
          </p:nvCxnSpPr>
          <p:spPr bwMode="auto">
            <a:xfrm flipH="1" flipV="1">
              <a:off x="2408213" y="4421930"/>
              <a:ext cx="396306" cy="7426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grpSp>
          <p:nvGrpSpPr>
            <p:cNvPr id="214778" name="Group 133">
              <a:extLst>
                <a:ext uri="{FF2B5EF4-FFF2-40B4-BE49-F238E27FC236}">
                  <a16:creationId xmlns:a16="http://schemas.microsoft.com/office/drawing/2014/main" id="{EAA5A0A7-E86D-1C43-A64D-EC874E3D577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44256" y="4681756"/>
              <a:ext cx="513732" cy="157430"/>
              <a:chOff x="2356" y="1300"/>
              <a:chExt cx="555" cy="194"/>
            </a:xfrm>
          </p:grpSpPr>
          <p:sp>
            <p:nvSpPr>
              <p:cNvPr id="214863" name="Oval 407">
                <a:extLst>
                  <a:ext uri="{FF2B5EF4-FFF2-40B4-BE49-F238E27FC236}">
                    <a16:creationId xmlns:a16="http://schemas.microsoft.com/office/drawing/2014/main" id="{D93EE23C-1EFB-0544-A207-A8F3361961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64" name="Rectangle 410">
                <a:extLst>
                  <a:ext uri="{FF2B5EF4-FFF2-40B4-BE49-F238E27FC236}">
                    <a16:creationId xmlns:a16="http://schemas.microsoft.com/office/drawing/2014/main" id="{B4DCD123-DB37-2642-8237-860AAF5AA4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65" name="Oval 411">
                <a:extLst>
                  <a:ext uri="{FF2B5EF4-FFF2-40B4-BE49-F238E27FC236}">
                    <a16:creationId xmlns:a16="http://schemas.microsoft.com/office/drawing/2014/main" id="{E8A6E07F-C85A-5E43-9F52-691CD00041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66" name="Group 137">
                <a:extLst>
                  <a:ext uri="{FF2B5EF4-FFF2-40B4-BE49-F238E27FC236}">
                    <a16:creationId xmlns:a16="http://schemas.microsoft.com/office/drawing/2014/main" id="{E4B6828B-A1AB-FF46-92A4-327E181B1B7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869" name="Freeform 138">
                  <a:extLst>
                    <a:ext uri="{FF2B5EF4-FFF2-40B4-BE49-F238E27FC236}">
                      <a16:creationId xmlns:a16="http://schemas.microsoft.com/office/drawing/2014/main" id="{273FFF12-34FA-2848-AB58-65BA1BF5B5B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870" name="Freeform 139">
                  <a:extLst>
                    <a:ext uri="{FF2B5EF4-FFF2-40B4-BE49-F238E27FC236}">
                      <a16:creationId xmlns:a16="http://schemas.microsoft.com/office/drawing/2014/main" id="{ED11D114-BEF7-9841-B6C1-7256FAD6EAC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4867" name="Line 140">
                <a:extLst>
                  <a:ext uri="{FF2B5EF4-FFF2-40B4-BE49-F238E27FC236}">
                    <a16:creationId xmlns:a16="http://schemas.microsoft.com/office/drawing/2014/main" id="{7E3C3D61-BB03-694B-809B-C2395F9E29E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0"/>
                <a:ext cx="0" cy="80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68" name="Line 141">
                <a:extLst>
                  <a:ext uri="{FF2B5EF4-FFF2-40B4-BE49-F238E27FC236}">
                    <a16:creationId xmlns:a16="http://schemas.microsoft.com/office/drawing/2014/main" id="{BDCD8423-B1D7-264F-A789-EE3FD53C0654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7" y="1362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779" name="Group 133">
              <a:extLst>
                <a:ext uri="{FF2B5EF4-FFF2-40B4-BE49-F238E27FC236}">
                  <a16:creationId xmlns:a16="http://schemas.microsoft.com/office/drawing/2014/main" id="{DD0A5154-B069-2F4A-9897-73C73342A74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389607" y="4745631"/>
              <a:ext cx="513732" cy="157430"/>
              <a:chOff x="2356" y="1300"/>
              <a:chExt cx="555" cy="194"/>
            </a:xfrm>
          </p:grpSpPr>
          <p:sp>
            <p:nvSpPr>
              <p:cNvPr id="214855" name="Oval 407">
                <a:extLst>
                  <a:ext uri="{FF2B5EF4-FFF2-40B4-BE49-F238E27FC236}">
                    <a16:creationId xmlns:a16="http://schemas.microsoft.com/office/drawing/2014/main" id="{707E0996-C8FE-BA4D-8978-5E37252334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56" name="Rectangle 410">
                <a:extLst>
                  <a:ext uri="{FF2B5EF4-FFF2-40B4-BE49-F238E27FC236}">
                    <a16:creationId xmlns:a16="http://schemas.microsoft.com/office/drawing/2014/main" id="{2163E06B-55E6-D542-9479-6D9916BA31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57" name="Oval 411">
                <a:extLst>
                  <a:ext uri="{FF2B5EF4-FFF2-40B4-BE49-F238E27FC236}">
                    <a16:creationId xmlns:a16="http://schemas.microsoft.com/office/drawing/2014/main" id="{FEE2B1A6-60D2-9F49-80F4-CDCE0767AC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58" name="Group 137">
                <a:extLst>
                  <a:ext uri="{FF2B5EF4-FFF2-40B4-BE49-F238E27FC236}">
                    <a16:creationId xmlns:a16="http://schemas.microsoft.com/office/drawing/2014/main" id="{78B71DD3-415F-894C-985D-EE72BDDAF20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861" name="Freeform 138">
                  <a:extLst>
                    <a:ext uri="{FF2B5EF4-FFF2-40B4-BE49-F238E27FC236}">
                      <a16:creationId xmlns:a16="http://schemas.microsoft.com/office/drawing/2014/main" id="{7DB0D2B3-0A7D-DA48-A0B7-C6FF47896C0F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862" name="Freeform 139">
                  <a:extLst>
                    <a:ext uri="{FF2B5EF4-FFF2-40B4-BE49-F238E27FC236}">
                      <a16:creationId xmlns:a16="http://schemas.microsoft.com/office/drawing/2014/main" id="{DFC94E12-76F6-7946-AEDF-586C62F81F8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4859" name="Line 140">
                <a:extLst>
                  <a:ext uri="{FF2B5EF4-FFF2-40B4-BE49-F238E27FC236}">
                    <a16:creationId xmlns:a16="http://schemas.microsoft.com/office/drawing/2014/main" id="{16FB8961-0964-FE4E-AE70-30BBA6721C7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0"/>
                <a:ext cx="0" cy="8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60" name="Line 141">
                <a:extLst>
                  <a:ext uri="{FF2B5EF4-FFF2-40B4-BE49-F238E27FC236}">
                    <a16:creationId xmlns:a16="http://schemas.microsoft.com/office/drawing/2014/main" id="{4875877B-DCA6-6043-8A8A-FE645F4B4ED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2"/>
                <a:ext cx="0" cy="86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780" name="Group 133">
              <a:extLst>
                <a:ext uri="{FF2B5EF4-FFF2-40B4-BE49-F238E27FC236}">
                  <a16:creationId xmlns:a16="http://schemas.microsoft.com/office/drawing/2014/main" id="{B255C83F-46E2-2749-97EE-0B2028B6B620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667612" y="4492206"/>
              <a:ext cx="513732" cy="157430"/>
              <a:chOff x="2356" y="1300"/>
              <a:chExt cx="555" cy="194"/>
            </a:xfrm>
          </p:grpSpPr>
          <p:sp>
            <p:nvSpPr>
              <p:cNvPr id="214847" name="Oval 407">
                <a:extLst>
                  <a:ext uri="{FF2B5EF4-FFF2-40B4-BE49-F238E27FC236}">
                    <a16:creationId xmlns:a16="http://schemas.microsoft.com/office/drawing/2014/main" id="{3CDE67C2-116B-5B44-88BD-E95F784178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48" name="Rectangle 410">
                <a:extLst>
                  <a:ext uri="{FF2B5EF4-FFF2-40B4-BE49-F238E27FC236}">
                    <a16:creationId xmlns:a16="http://schemas.microsoft.com/office/drawing/2014/main" id="{2D363C4F-05EC-FE43-AD31-4CFF9075D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49" name="Oval 411">
                <a:extLst>
                  <a:ext uri="{FF2B5EF4-FFF2-40B4-BE49-F238E27FC236}">
                    <a16:creationId xmlns:a16="http://schemas.microsoft.com/office/drawing/2014/main" id="{F0EBCA53-2CFF-6843-8B32-66660328A4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50" name="Group 137">
                <a:extLst>
                  <a:ext uri="{FF2B5EF4-FFF2-40B4-BE49-F238E27FC236}">
                    <a16:creationId xmlns:a16="http://schemas.microsoft.com/office/drawing/2014/main" id="{8D22F74A-AFFA-0042-8B4D-F1833B567DB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853" name="Freeform 138">
                  <a:extLst>
                    <a:ext uri="{FF2B5EF4-FFF2-40B4-BE49-F238E27FC236}">
                      <a16:creationId xmlns:a16="http://schemas.microsoft.com/office/drawing/2014/main" id="{703E87B3-22AF-4147-94A9-B72E576C467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854" name="Freeform 139">
                  <a:extLst>
                    <a:ext uri="{FF2B5EF4-FFF2-40B4-BE49-F238E27FC236}">
                      <a16:creationId xmlns:a16="http://schemas.microsoft.com/office/drawing/2014/main" id="{BA65DB44-CA13-3B44-B246-7D68410F479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4851" name="Line 140">
                <a:extLst>
                  <a:ext uri="{FF2B5EF4-FFF2-40B4-BE49-F238E27FC236}">
                    <a16:creationId xmlns:a16="http://schemas.microsoft.com/office/drawing/2014/main" id="{EC912430-2C5C-494B-AD18-A54B9E63559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52" name="Line 141">
                <a:extLst>
                  <a:ext uri="{FF2B5EF4-FFF2-40B4-BE49-F238E27FC236}">
                    <a16:creationId xmlns:a16="http://schemas.microsoft.com/office/drawing/2014/main" id="{F727E1B5-935F-7248-A3DB-31F27602AEB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781" name="Group 133">
              <a:extLst>
                <a:ext uri="{FF2B5EF4-FFF2-40B4-BE49-F238E27FC236}">
                  <a16:creationId xmlns:a16="http://schemas.microsoft.com/office/drawing/2014/main" id="{F638E17D-494A-F746-A457-A1084469CEA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578257" y="4374514"/>
              <a:ext cx="513732" cy="157430"/>
              <a:chOff x="2356" y="1300"/>
              <a:chExt cx="555" cy="194"/>
            </a:xfrm>
          </p:grpSpPr>
          <p:sp>
            <p:nvSpPr>
              <p:cNvPr id="214839" name="Oval 407">
                <a:extLst>
                  <a:ext uri="{FF2B5EF4-FFF2-40B4-BE49-F238E27FC236}">
                    <a16:creationId xmlns:a16="http://schemas.microsoft.com/office/drawing/2014/main" id="{9B051B41-B4FF-C043-B21E-027F52B7E3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40" name="Rectangle 410">
                <a:extLst>
                  <a:ext uri="{FF2B5EF4-FFF2-40B4-BE49-F238E27FC236}">
                    <a16:creationId xmlns:a16="http://schemas.microsoft.com/office/drawing/2014/main" id="{D1CCE3F2-95E6-6F40-B619-21BCC84AC3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41" name="Oval 411">
                <a:extLst>
                  <a:ext uri="{FF2B5EF4-FFF2-40B4-BE49-F238E27FC236}">
                    <a16:creationId xmlns:a16="http://schemas.microsoft.com/office/drawing/2014/main" id="{A967DF73-9E5A-BA4A-A6B1-4D97819E5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42" name="Group 137">
                <a:extLst>
                  <a:ext uri="{FF2B5EF4-FFF2-40B4-BE49-F238E27FC236}">
                    <a16:creationId xmlns:a16="http://schemas.microsoft.com/office/drawing/2014/main" id="{F8384F1B-531F-EA4E-991F-9A0DC109798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845" name="Freeform 138">
                  <a:extLst>
                    <a:ext uri="{FF2B5EF4-FFF2-40B4-BE49-F238E27FC236}">
                      <a16:creationId xmlns:a16="http://schemas.microsoft.com/office/drawing/2014/main" id="{874988F7-966B-8646-AF63-EB7E5571766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846" name="Freeform 139">
                  <a:extLst>
                    <a:ext uri="{FF2B5EF4-FFF2-40B4-BE49-F238E27FC236}">
                      <a16:creationId xmlns:a16="http://schemas.microsoft.com/office/drawing/2014/main" id="{82067B18-A903-5E48-9F54-08873094617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4843" name="Line 140">
                <a:extLst>
                  <a:ext uri="{FF2B5EF4-FFF2-40B4-BE49-F238E27FC236}">
                    <a16:creationId xmlns:a16="http://schemas.microsoft.com/office/drawing/2014/main" id="{B2FA9052-838C-8C4F-BCE4-C70E8AFD898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44" name="Line 141">
                <a:extLst>
                  <a:ext uri="{FF2B5EF4-FFF2-40B4-BE49-F238E27FC236}">
                    <a16:creationId xmlns:a16="http://schemas.microsoft.com/office/drawing/2014/main" id="{DF12AE87-8E42-C640-BCB3-C6C7B7E35C9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782" name="Group 133">
              <a:extLst>
                <a:ext uri="{FF2B5EF4-FFF2-40B4-BE49-F238E27FC236}">
                  <a16:creationId xmlns:a16="http://schemas.microsoft.com/office/drawing/2014/main" id="{D9BA981B-88F2-2048-841F-AFB6D229D37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97517" y="4879598"/>
              <a:ext cx="513732" cy="157430"/>
              <a:chOff x="2356" y="1300"/>
              <a:chExt cx="555" cy="194"/>
            </a:xfrm>
          </p:grpSpPr>
          <p:sp>
            <p:nvSpPr>
              <p:cNvPr id="214831" name="Oval 407">
                <a:extLst>
                  <a:ext uri="{FF2B5EF4-FFF2-40B4-BE49-F238E27FC236}">
                    <a16:creationId xmlns:a16="http://schemas.microsoft.com/office/drawing/2014/main" id="{E3191F18-65FC-9742-AAF4-38B27CEF65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32" name="Rectangle 410">
                <a:extLst>
                  <a:ext uri="{FF2B5EF4-FFF2-40B4-BE49-F238E27FC236}">
                    <a16:creationId xmlns:a16="http://schemas.microsoft.com/office/drawing/2014/main" id="{04CA71FA-FD06-D54B-960C-DDD9E94007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33" name="Oval 411">
                <a:extLst>
                  <a:ext uri="{FF2B5EF4-FFF2-40B4-BE49-F238E27FC236}">
                    <a16:creationId xmlns:a16="http://schemas.microsoft.com/office/drawing/2014/main" id="{E6140C2C-EDAC-8645-8F8C-E7AC0F6EE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34" name="Group 137">
                <a:extLst>
                  <a:ext uri="{FF2B5EF4-FFF2-40B4-BE49-F238E27FC236}">
                    <a16:creationId xmlns:a16="http://schemas.microsoft.com/office/drawing/2014/main" id="{1DA61B62-5433-BE42-9505-4A887F2B934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837" name="Freeform 138">
                  <a:extLst>
                    <a:ext uri="{FF2B5EF4-FFF2-40B4-BE49-F238E27FC236}">
                      <a16:creationId xmlns:a16="http://schemas.microsoft.com/office/drawing/2014/main" id="{8C0DD640-5598-0A47-8FE0-C4C501DF28B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838" name="Freeform 139">
                  <a:extLst>
                    <a:ext uri="{FF2B5EF4-FFF2-40B4-BE49-F238E27FC236}">
                      <a16:creationId xmlns:a16="http://schemas.microsoft.com/office/drawing/2014/main" id="{86B3607F-2C46-2D49-9698-D3C3FFBA204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4835" name="Line 140">
                <a:extLst>
                  <a:ext uri="{FF2B5EF4-FFF2-40B4-BE49-F238E27FC236}">
                    <a16:creationId xmlns:a16="http://schemas.microsoft.com/office/drawing/2014/main" id="{51E1455A-9671-2546-BE76-D9824127B94E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36" name="Line 141">
                <a:extLst>
                  <a:ext uri="{FF2B5EF4-FFF2-40B4-BE49-F238E27FC236}">
                    <a16:creationId xmlns:a16="http://schemas.microsoft.com/office/drawing/2014/main" id="{7709D233-6CE8-9444-9BA6-121B10B6631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783" name="Group 133">
              <a:extLst>
                <a:ext uri="{FF2B5EF4-FFF2-40B4-BE49-F238E27FC236}">
                  <a16:creationId xmlns:a16="http://schemas.microsoft.com/office/drawing/2014/main" id="{DA6931DE-1DD8-F442-80DA-559C81E0EC8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927730" y="5041357"/>
              <a:ext cx="513732" cy="157430"/>
              <a:chOff x="2356" y="1300"/>
              <a:chExt cx="555" cy="194"/>
            </a:xfrm>
          </p:grpSpPr>
          <p:sp>
            <p:nvSpPr>
              <p:cNvPr id="214823" name="Oval 407">
                <a:extLst>
                  <a:ext uri="{FF2B5EF4-FFF2-40B4-BE49-F238E27FC236}">
                    <a16:creationId xmlns:a16="http://schemas.microsoft.com/office/drawing/2014/main" id="{AC436F2E-5FE3-AB4A-8E3A-1F6EB0BD22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24" name="Rectangle 410">
                <a:extLst>
                  <a:ext uri="{FF2B5EF4-FFF2-40B4-BE49-F238E27FC236}">
                    <a16:creationId xmlns:a16="http://schemas.microsoft.com/office/drawing/2014/main" id="{D63B5470-32DD-EF4C-BE70-D7286C3987F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25" name="Oval 411">
                <a:extLst>
                  <a:ext uri="{FF2B5EF4-FFF2-40B4-BE49-F238E27FC236}">
                    <a16:creationId xmlns:a16="http://schemas.microsoft.com/office/drawing/2014/main" id="{9E18D6BE-84B9-CD4B-A790-9938017B25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26" name="Group 137">
                <a:extLst>
                  <a:ext uri="{FF2B5EF4-FFF2-40B4-BE49-F238E27FC236}">
                    <a16:creationId xmlns:a16="http://schemas.microsoft.com/office/drawing/2014/main" id="{B94942B3-6725-6F41-A4C8-BBF197C7C08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829" name="Freeform 138">
                  <a:extLst>
                    <a:ext uri="{FF2B5EF4-FFF2-40B4-BE49-F238E27FC236}">
                      <a16:creationId xmlns:a16="http://schemas.microsoft.com/office/drawing/2014/main" id="{8BDCE39A-64CE-EE4D-B70F-990CD7FF27D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830" name="Freeform 139">
                  <a:extLst>
                    <a:ext uri="{FF2B5EF4-FFF2-40B4-BE49-F238E27FC236}">
                      <a16:creationId xmlns:a16="http://schemas.microsoft.com/office/drawing/2014/main" id="{4038D430-FAAB-5E41-8026-82B88BFB918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4827" name="Line 140">
                <a:extLst>
                  <a:ext uri="{FF2B5EF4-FFF2-40B4-BE49-F238E27FC236}">
                    <a16:creationId xmlns:a16="http://schemas.microsoft.com/office/drawing/2014/main" id="{AB69C545-F0FB-A646-B921-9A42AFF8735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7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28" name="Line 141">
                <a:extLst>
                  <a:ext uri="{FF2B5EF4-FFF2-40B4-BE49-F238E27FC236}">
                    <a16:creationId xmlns:a16="http://schemas.microsoft.com/office/drawing/2014/main" id="{BD3DF7FE-3BAA-1C46-AFEE-6DA2D157E9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grpSp>
          <p:nvGrpSpPr>
            <p:cNvPr id="214784" name="Group 133">
              <a:extLst>
                <a:ext uri="{FF2B5EF4-FFF2-40B4-BE49-F238E27FC236}">
                  <a16:creationId xmlns:a16="http://schemas.microsoft.com/office/drawing/2014/main" id="{B153CE43-BB57-8345-B434-118B95D7B3D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066981" y="4995523"/>
              <a:ext cx="513732" cy="157430"/>
              <a:chOff x="2356" y="1300"/>
              <a:chExt cx="555" cy="194"/>
            </a:xfrm>
          </p:grpSpPr>
          <p:sp>
            <p:nvSpPr>
              <p:cNvPr id="214815" name="Oval 407">
                <a:extLst>
                  <a:ext uri="{FF2B5EF4-FFF2-40B4-BE49-F238E27FC236}">
                    <a16:creationId xmlns:a16="http://schemas.microsoft.com/office/drawing/2014/main" id="{43A93EA8-4C5D-E24E-BA2B-A8BB05962E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85"/>
                <a:ext cx="551" cy="109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16" name="Rectangle 410">
                <a:extLst>
                  <a:ext uri="{FF2B5EF4-FFF2-40B4-BE49-F238E27FC236}">
                    <a16:creationId xmlns:a16="http://schemas.microsoft.com/office/drawing/2014/main" id="{49C154B9-C2BF-D945-9630-15D0738C9B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7" y="1374"/>
                <a:ext cx="554" cy="66"/>
              </a:xfrm>
              <a:prstGeom prst="rect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214817" name="Oval 411">
                <a:extLst>
                  <a:ext uri="{FF2B5EF4-FFF2-40B4-BE49-F238E27FC236}">
                    <a16:creationId xmlns:a16="http://schemas.microsoft.com/office/drawing/2014/main" id="{60B9E8DF-F64B-E341-9FAE-376EC09394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356" y="1300"/>
                <a:ext cx="551" cy="127"/>
              </a:xfrm>
              <a:prstGeom prst="ellipse">
                <a:avLst/>
              </a:prstGeom>
              <a:gradFill rotWithShape="1">
                <a:gsLst>
                  <a:gs pos="0">
                    <a:schemeClr val="hlink"/>
                  </a:gs>
                  <a:gs pos="100000">
                    <a:srgbClr val="FFFFFF"/>
                  </a:gs>
                </a:gsLst>
                <a:lin ang="0" scaled="1"/>
              </a:gradFill>
              <a:ln w="3175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grpSp>
            <p:nvGrpSpPr>
              <p:cNvPr id="214818" name="Group 137">
                <a:extLst>
                  <a:ext uri="{FF2B5EF4-FFF2-40B4-BE49-F238E27FC236}">
                    <a16:creationId xmlns:a16="http://schemas.microsoft.com/office/drawing/2014/main" id="{E257D2A1-69E2-1444-A859-4AFC7C68C48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468" y="1332"/>
                <a:ext cx="310" cy="60"/>
                <a:chOff x="2468" y="1332"/>
                <a:chExt cx="310" cy="60"/>
              </a:xfrm>
            </p:grpSpPr>
            <p:sp>
              <p:nvSpPr>
                <p:cNvPr id="214821" name="Freeform 138">
                  <a:extLst>
                    <a:ext uri="{FF2B5EF4-FFF2-40B4-BE49-F238E27FC236}">
                      <a16:creationId xmlns:a16="http://schemas.microsoft.com/office/drawing/2014/main" id="{F82EE89F-728B-184D-8292-62E17DED4F0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68" y="1332"/>
                  <a:ext cx="310" cy="60"/>
                </a:xfrm>
                <a:custGeom>
                  <a:avLst/>
                  <a:gdLst>
                    <a:gd name="T0" fmla="*/ 0 w 310"/>
                    <a:gd name="T1" fmla="*/ 60 h 60"/>
                    <a:gd name="T2" fmla="*/ 96 w 310"/>
                    <a:gd name="T3" fmla="*/ 60 h 60"/>
                    <a:gd name="T4" fmla="*/ 192 w 310"/>
                    <a:gd name="T5" fmla="*/ 0 h 60"/>
                    <a:gd name="T6" fmla="*/ 310 w 310"/>
                    <a:gd name="T7" fmla="*/ 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310"/>
                    <a:gd name="T13" fmla="*/ 0 h 60"/>
                    <a:gd name="T14" fmla="*/ 310 w 310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310" h="60">
                      <a:moveTo>
                        <a:pt x="0" y="60"/>
                      </a:moveTo>
                      <a:lnTo>
                        <a:pt x="96" y="60"/>
                      </a:lnTo>
                      <a:lnTo>
                        <a:pt x="192" y="0"/>
                      </a:lnTo>
                      <a:lnTo>
                        <a:pt x="310" y="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822" name="Freeform 139">
                  <a:extLst>
                    <a:ext uri="{FF2B5EF4-FFF2-40B4-BE49-F238E27FC236}">
                      <a16:creationId xmlns:a16="http://schemas.microsoft.com/office/drawing/2014/main" id="{0EEB83C5-B0E8-5041-AA6B-1ED037A4E0B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2482" y="1332"/>
                  <a:ext cx="282" cy="60"/>
                </a:xfrm>
                <a:custGeom>
                  <a:avLst/>
                  <a:gdLst>
                    <a:gd name="T0" fmla="*/ 0 w 282"/>
                    <a:gd name="T1" fmla="*/ 0 h 60"/>
                    <a:gd name="T2" fmla="*/ 96 w 282"/>
                    <a:gd name="T3" fmla="*/ 0 h 60"/>
                    <a:gd name="T4" fmla="*/ 192 w 282"/>
                    <a:gd name="T5" fmla="*/ 60 h 60"/>
                    <a:gd name="T6" fmla="*/ 282 w 282"/>
                    <a:gd name="T7" fmla="*/ 60 h 60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82"/>
                    <a:gd name="T13" fmla="*/ 0 h 60"/>
                    <a:gd name="T14" fmla="*/ 282 w 282"/>
                    <a:gd name="T15" fmla="*/ 60 h 60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82" h="60">
                      <a:moveTo>
                        <a:pt x="0" y="0"/>
                      </a:moveTo>
                      <a:lnTo>
                        <a:pt x="96" y="0"/>
                      </a:lnTo>
                      <a:lnTo>
                        <a:pt x="192" y="60"/>
                      </a:lnTo>
                      <a:lnTo>
                        <a:pt x="282" y="60"/>
                      </a:lnTo>
                    </a:path>
                  </a:pathLst>
                </a:custGeom>
                <a:noFill/>
                <a:ln w="3175" cmpd="sng">
                  <a:solidFill>
                    <a:schemeClr val="tx1"/>
                  </a:solidFill>
                  <a:round/>
                  <a:headEnd/>
                  <a:tailEnd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</p:grpSp>
          <p:sp>
            <p:nvSpPr>
              <p:cNvPr id="214819" name="Line 140">
                <a:extLst>
                  <a:ext uri="{FF2B5EF4-FFF2-40B4-BE49-F238E27FC236}">
                    <a16:creationId xmlns:a16="http://schemas.microsoft.com/office/drawing/2014/main" id="{EAFB93B0-9A23-184A-A135-95A82231FA5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358" y="1361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214820" name="Line 141">
                <a:extLst>
                  <a:ext uri="{FF2B5EF4-FFF2-40B4-BE49-F238E27FC236}">
                    <a16:creationId xmlns:a16="http://schemas.microsoft.com/office/drawing/2014/main" id="{46B990D8-3615-DD41-97A8-2B2FFC4E94F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2908" y="1363"/>
                <a:ext cx="0" cy="84"/>
              </a:xfrm>
              <a:prstGeom prst="line">
                <a:avLst/>
              </a:prstGeom>
              <a:noFill/>
              <a:ln w="31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  <p:cxnSp>
          <p:nvCxnSpPr>
            <p:cNvPr id="214785" name="Straight Connector 12">
              <a:extLst>
                <a:ext uri="{FF2B5EF4-FFF2-40B4-BE49-F238E27FC236}">
                  <a16:creationId xmlns:a16="http://schemas.microsoft.com/office/drawing/2014/main" id="{C7A74BE5-803F-FE4A-9405-F3F0C581D9BD}"/>
                </a:ext>
              </a:extLst>
            </p:cNvPr>
            <p:cNvCxnSpPr>
              <a:cxnSpLocks noChangeShapeType="1"/>
              <a:endCxn id="214955" idx="1"/>
            </p:cNvCxnSpPr>
            <p:nvPr/>
          </p:nvCxnSpPr>
          <p:spPr bwMode="auto">
            <a:xfrm>
              <a:off x="2382838" y="2609848"/>
              <a:ext cx="238125" cy="2619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86" name="Straight Connector 500">
              <a:extLst>
                <a:ext uri="{FF2B5EF4-FFF2-40B4-BE49-F238E27FC236}">
                  <a16:creationId xmlns:a16="http://schemas.microsoft.com/office/drawing/2014/main" id="{AB661CE2-CEA5-ED4B-A163-59BA3A829AF1}"/>
                </a:ext>
              </a:extLst>
            </p:cNvPr>
            <p:cNvCxnSpPr>
              <a:cxnSpLocks noChangeShapeType="1"/>
              <a:stCxn id="214751" idx="8"/>
              <a:endCxn id="214812" idx="2"/>
            </p:cNvCxnSpPr>
            <p:nvPr/>
          </p:nvCxnSpPr>
          <p:spPr bwMode="auto">
            <a:xfrm>
              <a:off x="1455738" y="2990846"/>
              <a:ext cx="38100" cy="309563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87" name="Straight Connector 501">
              <a:extLst>
                <a:ext uri="{FF2B5EF4-FFF2-40B4-BE49-F238E27FC236}">
                  <a16:creationId xmlns:a16="http://schemas.microsoft.com/office/drawing/2014/main" id="{A66C3A17-FFB0-EB44-A998-CB2F2624CA44}"/>
                </a:ext>
              </a:extLst>
            </p:cNvPr>
            <p:cNvCxnSpPr>
              <a:cxnSpLocks noChangeShapeType="1"/>
              <a:endCxn id="214812" idx="3"/>
            </p:cNvCxnSpPr>
            <p:nvPr/>
          </p:nvCxnSpPr>
          <p:spPr bwMode="auto">
            <a:xfrm>
              <a:off x="1235076" y="3271835"/>
              <a:ext cx="123825" cy="21272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88" name="Straight Connector 502">
              <a:extLst>
                <a:ext uri="{FF2B5EF4-FFF2-40B4-BE49-F238E27FC236}">
                  <a16:creationId xmlns:a16="http://schemas.microsoft.com/office/drawing/2014/main" id="{2AC3615C-C8F3-2A4C-ADDD-475649F9A200}"/>
                </a:ext>
              </a:extLst>
            </p:cNvPr>
            <p:cNvCxnSpPr>
              <a:cxnSpLocks noChangeShapeType="1"/>
              <a:endCxn id="214923" idx="1"/>
            </p:cNvCxnSpPr>
            <p:nvPr/>
          </p:nvCxnSpPr>
          <p:spPr bwMode="auto">
            <a:xfrm>
              <a:off x="3916362" y="2411411"/>
              <a:ext cx="307975" cy="57308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89" name="Straight Connector 503">
              <a:extLst>
                <a:ext uri="{FF2B5EF4-FFF2-40B4-BE49-F238E27FC236}">
                  <a16:creationId xmlns:a16="http://schemas.microsoft.com/office/drawing/2014/main" id="{FBBE74D8-A9BB-EB41-8556-BAE83958DA05}"/>
                </a:ext>
              </a:extLst>
            </p:cNvPr>
            <p:cNvCxnSpPr>
              <a:cxnSpLocks noChangeShapeType="1"/>
              <a:endCxn id="214923" idx="0"/>
            </p:cNvCxnSpPr>
            <p:nvPr/>
          </p:nvCxnSpPr>
          <p:spPr bwMode="auto">
            <a:xfrm flipH="1">
              <a:off x="4425950" y="2389186"/>
              <a:ext cx="384175" cy="57943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0" name="Straight Connector 504">
              <a:extLst>
                <a:ext uri="{FF2B5EF4-FFF2-40B4-BE49-F238E27FC236}">
                  <a16:creationId xmlns:a16="http://schemas.microsoft.com/office/drawing/2014/main" id="{5D777D9F-6C44-8C4D-8F85-CB8893FD7DC5}"/>
                </a:ext>
              </a:extLst>
            </p:cNvPr>
            <p:cNvCxnSpPr>
              <a:cxnSpLocks noChangeShapeType="1"/>
              <a:endCxn id="215005" idx="0"/>
            </p:cNvCxnSpPr>
            <p:nvPr/>
          </p:nvCxnSpPr>
          <p:spPr bwMode="auto">
            <a:xfrm>
              <a:off x="6770687" y="2900361"/>
              <a:ext cx="215899" cy="1046161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1" name="Straight Connector 505">
              <a:extLst>
                <a:ext uri="{FF2B5EF4-FFF2-40B4-BE49-F238E27FC236}">
                  <a16:creationId xmlns:a16="http://schemas.microsoft.com/office/drawing/2014/main" id="{D6EDC541-A286-1043-BAEF-A5D3DBEC4FF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137398" y="3251197"/>
              <a:ext cx="241300" cy="692150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2" name="Straight Connector 506">
              <a:extLst>
                <a:ext uri="{FF2B5EF4-FFF2-40B4-BE49-F238E27FC236}">
                  <a16:creationId xmlns:a16="http://schemas.microsoft.com/office/drawing/2014/main" id="{1D1159FC-26A5-E941-9532-2C7BF77B9B19}"/>
                </a:ext>
              </a:extLst>
            </p:cNvPr>
            <p:cNvCxnSpPr>
              <a:cxnSpLocks noChangeShapeType="1"/>
              <a:stCxn id="214755" idx="4"/>
              <a:endCxn id="215000" idx="0"/>
            </p:cNvCxnSpPr>
            <p:nvPr/>
          </p:nvCxnSpPr>
          <p:spPr bwMode="auto">
            <a:xfrm flipH="1">
              <a:off x="7483473" y="4229096"/>
              <a:ext cx="541338" cy="24923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3" name="Straight Connector 507">
              <a:extLst>
                <a:ext uri="{FF2B5EF4-FFF2-40B4-BE49-F238E27FC236}">
                  <a16:creationId xmlns:a16="http://schemas.microsoft.com/office/drawing/2014/main" id="{D0B084EB-4646-9146-A362-822D7E8DAC5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7454899" y="4573584"/>
              <a:ext cx="796925" cy="61436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4" name="Straight Connector 508">
              <a:extLst>
                <a:ext uri="{FF2B5EF4-FFF2-40B4-BE49-F238E27FC236}">
                  <a16:creationId xmlns:a16="http://schemas.microsoft.com/office/drawing/2014/main" id="{C6690A05-6457-5A4E-B086-13961A44EE87}"/>
                </a:ext>
              </a:extLst>
            </p:cNvPr>
            <p:cNvCxnSpPr>
              <a:cxnSpLocks noChangeShapeType="1"/>
              <a:endCxn id="214987" idx="5"/>
            </p:cNvCxnSpPr>
            <p:nvPr/>
          </p:nvCxnSpPr>
          <p:spPr bwMode="auto">
            <a:xfrm flipH="1" flipV="1">
              <a:off x="6496050" y="4722809"/>
              <a:ext cx="1047750" cy="966786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5" name="Straight Connector 509">
              <a:extLst>
                <a:ext uri="{FF2B5EF4-FFF2-40B4-BE49-F238E27FC236}">
                  <a16:creationId xmlns:a16="http://schemas.microsoft.com/office/drawing/2014/main" id="{FF7E5776-B161-1D43-8DF6-DB8FEF44E577}"/>
                </a:ext>
              </a:extLst>
            </p:cNvPr>
            <p:cNvCxnSpPr>
              <a:cxnSpLocks noChangeShapeType="1"/>
              <a:stCxn id="214756" idx="0"/>
              <a:endCxn id="214811" idx="5"/>
            </p:cNvCxnSpPr>
            <p:nvPr/>
          </p:nvCxnSpPr>
          <p:spPr bwMode="auto">
            <a:xfrm flipH="1" flipV="1">
              <a:off x="5084763" y="5684832"/>
              <a:ext cx="520700" cy="169862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6" name="Straight Connector 510">
              <a:extLst>
                <a:ext uri="{FF2B5EF4-FFF2-40B4-BE49-F238E27FC236}">
                  <a16:creationId xmlns:a16="http://schemas.microsoft.com/office/drawing/2014/main" id="{6C733440-5946-0B45-B9C1-2DF3CF19513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 flipV="1">
              <a:off x="4068763" y="5045070"/>
              <a:ext cx="371475" cy="973138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7" name="Straight Connector 511">
              <a:extLst>
                <a:ext uri="{FF2B5EF4-FFF2-40B4-BE49-F238E27FC236}">
                  <a16:creationId xmlns:a16="http://schemas.microsoft.com/office/drawing/2014/main" id="{BBA51EAD-0B92-F743-AF16-29F6F24EB93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3389313" y="5689595"/>
              <a:ext cx="306387" cy="16509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8" name="Straight Connector 512">
              <a:extLst>
                <a:ext uri="{FF2B5EF4-FFF2-40B4-BE49-F238E27FC236}">
                  <a16:creationId xmlns:a16="http://schemas.microsoft.com/office/drawing/2014/main" id="{C715A44D-0897-FF45-A4CF-E44F4295F63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790701" y="5160959"/>
              <a:ext cx="401638" cy="20954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799" name="Straight Connector 513">
              <a:extLst>
                <a:ext uri="{FF2B5EF4-FFF2-40B4-BE49-F238E27FC236}">
                  <a16:creationId xmlns:a16="http://schemas.microsoft.com/office/drawing/2014/main" id="{C6F113B8-C86A-3340-BE01-C1AF6C30653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179514" y="4467220"/>
              <a:ext cx="227012" cy="28257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800" name="Straight Connector 514">
              <a:extLst>
                <a:ext uri="{FF2B5EF4-FFF2-40B4-BE49-F238E27FC236}">
                  <a16:creationId xmlns:a16="http://schemas.microsoft.com/office/drawing/2014/main" id="{5EC583B5-0B18-FD47-8B3D-5EB069BD8833}"/>
                </a:ext>
              </a:extLst>
            </p:cNvPr>
            <p:cNvCxnSpPr>
              <a:cxnSpLocks noChangeShapeType="1"/>
              <a:endCxn id="214812" idx="5"/>
            </p:cNvCxnSpPr>
            <p:nvPr/>
          </p:nvCxnSpPr>
          <p:spPr bwMode="auto">
            <a:xfrm flipV="1">
              <a:off x="1155701" y="4368796"/>
              <a:ext cx="203199" cy="7937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801" name="Oval 14">
              <a:extLst>
                <a:ext uri="{FF2B5EF4-FFF2-40B4-BE49-F238E27FC236}">
                  <a16:creationId xmlns:a16="http://schemas.microsoft.com/office/drawing/2014/main" id="{F92183DD-9D4D-9A45-B326-6B129084B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677594" y="2896840"/>
              <a:ext cx="528046" cy="30477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14802" name="Straight Connector 18">
              <a:extLst>
                <a:ext uri="{FF2B5EF4-FFF2-40B4-BE49-F238E27FC236}">
                  <a16:creationId xmlns:a16="http://schemas.microsoft.com/office/drawing/2014/main" id="{D216F3ED-B2DC-7244-94CC-4B605079106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4713288" y="3051287"/>
              <a:ext cx="964306" cy="26892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803" name="Straight Connector 516">
              <a:extLst>
                <a:ext uri="{FF2B5EF4-FFF2-40B4-BE49-F238E27FC236}">
                  <a16:creationId xmlns:a16="http://schemas.microsoft.com/office/drawing/2014/main" id="{4FE2CDC8-312C-504E-9983-AEDDF15EF43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139457" y="3169610"/>
              <a:ext cx="691556" cy="78484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804" name="Straight Connector 515">
              <a:extLst>
                <a:ext uri="{FF2B5EF4-FFF2-40B4-BE49-F238E27FC236}">
                  <a16:creationId xmlns:a16="http://schemas.microsoft.com/office/drawing/2014/main" id="{A004EB9B-DF41-704D-9CBE-54DD90884F8C}"/>
                </a:ext>
              </a:extLst>
            </p:cNvPr>
            <p:cNvCxnSpPr>
              <a:cxnSpLocks noChangeShapeType="1"/>
              <a:stCxn id="214841" idx="0"/>
            </p:cNvCxnSpPr>
            <p:nvPr/>
          </p:nvCxnSpPr>
          <p:spPr bwMode="auto">
            <a:xfrm flipV="1">
              <a:off x="3832888" y="4233714"/>
              <a:ext cx="190494" cy="14143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805" name="Oval 521">
              <a:extLst>
                <a:ext uri="{FF2B5EF4-FFF2-40B4-BE49-F238E27FC236}">
                  <a16:creationId xmlns:a16="http://schemas.microsoft.com/office/drawing/2014/main" id="{443E0A6C-4073-D549-8990-2BB8517602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32543" y="3959555"/>
              <a:ext cx="528230" cy="305050"/>
            </a:xfrm>
            <a:prstGeom prst="ellipse">
              <a:avLst/>
            </a:prstGeom>
            <a:solidFill>
              <a:srgbClr val="0000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  </a:t>
              </a:r>
            </a:p>
          </p:txBody>
        </p:sp>
        <p:cxnSp>
          <p:nvCxnSpPr>
            <p:cNvPr id="214806" name="Straight Connector 519">
              <a:extLst>
                <a:ext uri="{FF2B5EF4-FFF2-40B4-BE49-F238E27FC236}">
                  <a16:creationId xmlns:a16="http://schemas.microsoft.com/office/drawing/2014/main" id="{C5F2874E-B11C-0546-AED8-3CDB8F258042}"/>
                </a:ext>
              </a:extLst>
            </p:cNvPr>
            <p:cNvCxnSpPr>
              <a:cxnSpLocks noChangeShapeType="1"/>
              <a:stCxn id="214805" idx="6"/>
              <a:endCxn id="215039" idx="1"/>
            </p:cNvCxnSpPr>
            <p:nvPr/>
          </p:nvCxnSpPr>
          <p:spPr bwMode="auto">
            <a:xfrm flipV="1">
              <a:off x="4460774" y="3953935"/>
              <a:ext cx="770040" cy="158145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807" name="Straight Connector 520">
              <a:extLst>
                <a:ext uri="{FF2B5EF4-FFF2-40B4-BE49-F238E27FC236}">
                  <a16:creationId xmlns:a16="http://schemas.microsoft.com/office/drawing/2014/main" id="{BA8C1BD0-0CCD-574B-8A4D-17365C016B5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3692525" y="3789358"/>
              <a:ext cx="342828" cy="205015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808" name="Straight Connector 7">
              <a:extLst>
                <a:ext uri="{FF2B5EF4-FFF2-40B4-BE49-F238E27FC236}">
                  <a16:creationId xmlns:a16="http://schemas.microsoft.com/office/drawing/2014/main" id="{65F66951-24B1-274C-9714-4C12067EEA5A}"/>
                </a:ext>
              </a:extLst>
            </p:cNvPr>
            <p:cNvCxnSpPr>
              <a:cxnSpLocks noChangeShapeType="1"/>
              <a:stCxn id="214913" idx="5"/>
              <a:endCxn id="215037" idx="1"/>
            </p:cNvCxnSpPr>
            <p:nvPr/>
          </p:nvCxnSpPr>
          <p:spPr bwMode="auto">
            <a:xfrm>
              <a:off x="4876727" y="3633784"/>
              <a:ext cx="431873" cy="222379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809" name="Straight Connector 415">
              <a:extLst>
                <a:ext uri="{FF2B5EF4-FFF2-40B4-BE49-F238E27FC236}">
                  <a16:creationId xmlns:a16="http://schemas.microsoft.com/office/drawing/2014/main" id="{6A451F9C-F807-244D-BD15-B5D183FFE361}"/>
                </a:ext>
              </a:extLst>
            </p:cNvPr>
            <p:cNvCxnSpPr>
              <a:cxnSpLocks noChangeShapeType="1"/>
              <a:endCxn id="214873" idx="0"/>
            </p:cNvCxnSpPr>
            <p:nvPr/>
          </p:nvCxnSpPr>
          <p:spPr bwMode="auto">
            <a:xfrm flipH="1">
              <a:off x="2406650" y="3753808"/>
              <a:ext cx="282557" cy="511097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810" name="Straight Connector 523">
              <a:extLst>
                <a:ext uri="{FF2B5EF4-FFF2-40B4-BE49-F238E27FC236}">
                  <a16:creationId xmlns:a16="http://schemas.microsoft.com/office/drawing/2014/main" id="{586921B0-6133-C84B-A795-F2DD58333A9D}"/>
                </a:ext>
              </a:extLst>
            </p:cNvPr>
            <p:cNvCxnSpPr>
              <a:cxnSpLocks noChangeShapeType="1"/>
              <a:stCxn id="214836" idx="0"/>
            </p:cNvCxnSpPr>
            <p:nvPr/>
          </p:nvCxnSpPr>
          <p:spPr bwMode="auto">
            <a:xfrm flipV="1">
              <a:off x="4307762" y="4626477"/>
              <a:ext cx="844015" cy="30429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214811" name="Oval 6">
              <a:extLst>
                <a:ext uri="{FF2B5EF4-FFF2-40B4-BE49-F238E27FC236}">
                  <a16:creationId xmlns:a16="http://schemas.microsoft.com/office/drawing/2014/main" id="{BAD9A2F3-982F-6449-ACEB-D17A643E99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340101" y="5359394"/>
              <a:ext cx="2044700" cy="380999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214812" name="Oval 517">
              <a:extLst>
                <a:ext uri="{FF2B5EF4-FFF2-40B4-BE49-F238E27FC236}">
                  <a16:creationId xmlns:a16="http://schemas.microsoft.com/office/drawing/2014/main" id="{88281E12-8735-624E-8248-F70D1321AF5D}"/>
                </a:ext>
              </a:extLst>
            </p:cNvPr>
            <p:cNvSpPr>
              <a:spLocks noChangeArrowheads="1"/>
            </p:cNvSpPr>
            <p:nvPr/>
          </p:nvSpPr>
          <p:spPr bwMode="auto">
            <a:xfrm rot="5400000">
              <a:off x="867570" y="3736176"/>
              <a:ext cx="1252535" cy="381000"/>
            </a:xfrm>
            <a:prstGeom prst="ellipse">
              <a:avLst/>
            </a:prstGeom>
            <a:solidFill>
              <a:srgbClr val="CCCC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317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cxnSp>
          <p:nvCxnSpPr>
            <p:cNvPr id="214813" name="Straight Connector 39941">
              <a:extLst>
                <a:ext uri="{FF2B5EF4-FFF2-40B4-BE49-F238E27FC236}">
                  <a16:creationId xmlns:a16="http://schemas.microsoft.com/office/drawing/2014/main" id="{E12CFDB0-9BFD-3D46-AD31-EBE9949486F7}"/>
                </a:ext>
              </a:extLst>
            </p:cNvPr>
            <p:cNvCxnSpPr>
              <a:cxnSpLocks noChangeShapeType="1"/>
              <a:stCxn id="214812" idx="0"/>
              <a:endCxn id="214901" idx="0"/>
            </p:cNvCxnSpPr>
            <p:nvPr/>
          </p:nvCxnSpPr>
          <p:spPr bwMode="auto">
            <a:xfrm flipV="1">
              <a:off x="1684339" y="3654419"/>
              <a:ext cx="758825" cy="273049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214814" name="Straight Connector 524">
              <a:extLst>
                <a:ext uri="{FF2B5EF4-FFF2-40B4-BE49-F238E27FC236}">
                  <a16:creationId xmlns:a16="http://schemas.microsoft.com/office/drawing/2014/main" id="{5D1AD4BB-1013-6443-874F-19ABFB3A4436}"/>
                </a:ext>
              </a:extLst>
            </p:cNvPr>
            <p:cNvCxnSpPr>
              <a:cxnSpLocks noChangeShapeType="1"/>
              <a:endCxn id="214875" idx="1"/>
            </p:cNvCxnSpPr>
            <p:nvPr/>
          </p:nvCxnSpPr>
          <p:spPr bwMode="auto">
            <a:xfrm>
              <a:off x="1685925" y="4111625"/>
              <a:ext cx="466725" cy="269874"/>
            </a:xfrm>
            <a:prstGeom prst="line">
              <a:avLst/>
            </a:prstGeom>
            <a:noFill/>
            <a:ln w="3175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14019" name="Line 424">
            <a:extLst>
              <a:ext uri="{FF2B5EF4-FFF2-40B4-BE49-F238E27FC236}">
                <a16:creationId xmlns:a16="http://schemas.microsoft.com/office/drawing/2014/main" id="{2B25484B-E5B9-8B4F-A89B-EB4EF402D5AB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2686051" y="5276851"/>
            <a:ext cx="144463" cy="31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F7FEFB90-5FD7-E24C-812E-7CBBD01244DB}"/>
              </a:ext>
            </a:extLst>
          </p:cNvPr>
          <p:cNvGrpSpPr>
            <a:grpSpLocks/>
          </p:cNvGrpSpPr>
          <p:nvPr/>
        </p:nvGrpSpPr>
        <p:grpSpPr bwMode="auto">
          <a:xfrm>
            <a:off x="1963739" y="3552826"/>
            <a:ext cx="8258175" cy="2900363"/>
            <a:chOff x="439215" y="3555216"/>
            <a:chExt cx="8258951" cy="2901368"/>
          </a:xfrm>
        </p:grpSpPr>
        <p:grpSp>
          <p:nvGrpSpPr>
            <p:cNvPr id="214392" name="Group 13">
              <a:extLst>
                <a:ext uri="{FF2B5EF4-FFF2-40B4-BE49-F238E27FC236}">
                  <a16:creationId xmlns:a16="http://schemas.microsoft.com/office/drawing/2014/main" id="{D6E75D41-1B85-9F4F-8342-C4C7368703DE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678362" y="3855145"/>
              <a:ext cx="347753" cy="680208"/>
              <a:chOff x="7923189" y="2486663"/>
              <a:chExt cx="360362" cy="884586"/>
            </a:xfrm>
          </p:grpSpPr>
          <p:pic>
            <p:nvPicPr>
              <p:cNvPr id="214709" name="Picture 3">
                <a:extLst>
                  <a:ext uri="{FF2B5EF4-FFF2-40B4-BE49-F238E27FC236}">
                    <a16:creationId xmlns:a16="http://schemas.microsoft.com/office/drawing/2014/main" id="{0ABBDDA4-BD15-9C4B-8FC4-2B9F9F3066EF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14710" name="Group 950">
                <a:extLst>
                  <a:ext uri="{FF2B5EF4-FFF2-40B4-BE49-F238E27FC236}">
                    <a16:creationId xmlns:a16="http://schemas.microsoft.com/office/drawing/2014/main" id="{6A0046A2-FEB1-974D-915B-2A18F39DE5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214711" name="Freeform 951">
                  <a:extLst>
                    <a:ext uri="{FF2B5EF4-FFF2-40B4-BE49-F238E27FC236}">
                      <a16:creationId xmlns:a16="http://schemas.microsoft.com/office/drawing/2014/main" id="{9B328CBB-2BB6-8145-81DE-D3A7B4248E6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712" name="Rectangle 952">
                  <a:extLst>
                    <a:ext uri="{FF2B5EF4-FFF2-40B4-BE49-F238E27FC236}">
                      <a16:creationId xmlns:a16="http://schemas.microsoft.com/office/drawing/2014/main" id="{92DC1677-B383-F141-955A-2A8DAC9BA3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13" name="Freeform 953">
                  <a:extLst>
                    <a:ext uri="{FF2B5EF4-FFF2-40B4-BE49-F238E27FC236}">
                      <a16:creationId xmlns:a16="http://schemas.microsoft.com/office/drawing/2014/main" id="{EBEDE016-0197-104E-A89A-EDC28FFDAE7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714" name="Freeform 954">
                  <a:extLst>
                    <a:ext uri="{FF2B5EF4-FFF2-40B4-BE49-F238E27FC236}">
                      <a16:creationId xmlns:a16="http://schemas.microsoft.com/office/drawing/2014/main" id="{BF46FFAF-98D0-8C49-BC9E-F79B2E09232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715" name="Rectangle 955">
                  <a:extLst>
                    <a:ext uri="{FF2B5EF4-FFF2-40B4-BE49-F238E27FC236}">
                      <a16:creationId xmlns:a16="http://schemas.microsoft.com/office/drawing/2014/main" id="{E3C4876C-5477-2A4C-9525-C65E22674E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716" name="Group 956">
                  <a:extLst>
                    <a:ext uri="{FF2B5EF4-FFF2-40B4-BE49-F238E27FC236}">
                      <a16:creationId xmlns:a16="http://schemas.microsoft.com/office/drawing/2014/main" id="{736BF024-F497-1143-9A49-7D46298156B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14741" name="AutoShape 957">
                    <a:extLst>
                      <a:ext uri="{FF2B5EF4-FFF2-40B4-BE49-F238E27FC236}">
                        <a16:creationId xmlns:a16="http://schemas.microsoft.com/office/drawing/2014/main" id="{38158997-913A-5A44-9578-E1E6681002E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742" name="AutoShape 958">
                    <a:extLst>
                      <a:ext uri="{FF2B5EF4-FFF2-40B4-BE49-F238E27FC236}">
                        <a16:creationId xmlns:a16="http://schemas.microsoft.com/office/drawing/2014/main" id="{852351BB-D6E0-2241-927F-FCB95A23051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717" name="Rectangle 959">
                  <a:extLst>
                    <a:ext uri="{FF2B5EF4-FFF2-40B4-BE49-F238E27FC236}">
                      <a16:creationId xmlns:a16="http://schemas.microsoft.com/office/drawing/2014/main" id="{6DD686AD-ED0A-024C-A45B-202A2D8C07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718" name="Group 960">
                  <a:extLst>
                    <a:ext uri="{FF2B5EF4-FFF2-40B4-BE49-F238E27FC236}">
                      <a16:creationId xmlns:a16="http://schemas.microsoft.com/office/drawing/2014/main" id="{8D3C2F9C-9B8C-0B4C-86F3-004EB6827E4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14739" name="AutoShape 961">
                    <a:extLst>
                      <a:ext uri="{FF2B5EF4-FFF2-40B4-BE49-F238E27FC236}">
                        <a16:creationId xmlns:a16="http://schemas.microsoft.com/office/drawing/2014/main" id="{EE0C8BA9-4177-F846-BD9B-FB75178B87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740" name="AutoShape 962">
                    <a:extLst>
                      <a:ext uri="{FF2B5EF4-FFF2-40B4-BE49-F238E27FC236}">
                        <a16:creationId xmlns:a16="http://schemas.microsoft.com/office/drawing/2014/main" id="{5F22E2BE-24A7-3B45-B257-B0270EB6F6A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719" name="Rectangle 963">
                  <a:extLst>
                    <a:ext uri="{FF2B5EF4-FFF2-40B4-BE49-F238E27FC236}">
                      <a16:creationId xmlns:a16="http://schemas.microsoft.com/office/drawing/2014/main" id="{DF7147A1-0008-FB4E-8623-0E4E8C019E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20" name="Rectangle 964">
                  <a:extLst>
                    <a:ext uri="{FF2B5EF4-FFF2-40B4-BE49-F238E27FC236}">
                      <a16:creationId xmlns:a16="http://schemas.microsoft.com/office/drawing/2014/main" id="{6D4B47AF-B455-DD4C-A30E-7719D438872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721" name="Group 965">
                  <a:extLst>
                    <a:ext uri="{FF2B5EF4-FFF2-40B4-BE49-F238E27FC236}">
                      <a16:creationId xmlns:a16="http://schemas.microsoft.com/office/drawing/2014/main" id="{2311FA2A-1C39-E945-B4EE-191704D76A2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14737" name="AutoShape 966">
                    <a:extLst>
                      <a:ext uri="{FF2B5EF4-FFF2-40B4-BE49-F238E27FC236}">
                        <a16:creationId xmlns:a16="http://schemas.microsoft.com/office/drawing/2014/main" id="{5A399A5B-1E6A-F240-8060-CA7C1CB17F3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738" name="AutoShape 967">
                    <a:extLst>
                      <a:ext uri="{FF2B5EF4-FFF2-40B4-BE49-F238E27FC236}">
                        <a16:creationId xmlns:a16="http://schemas.microsoft.com/office/drawing/2014/main" id="{1EEA95A7-0088-A741-8C0B-C2624742915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722" name="Freeform 968">
                  <a:extLst>
                    <a:ext uri="{FF2B5EF4-FFF2-40B4-BE49-F238E27FC236}">
                      <a16:creationId xmlns:a16="http://schemas.microsoft.com/office/drawing/2014/main" id="{94909E95-EA57-9243-9340-53A47143C60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723" name="Group 969">
                  <a:extLst>
                    <a:ext uri="{FF2B5EF4-FFF2-40B4-BE49-F238E27FC236}">
                      <a16:creationId xmlns:a16="http://schemas.microsoft.com/office/drawing/2014/main" id="{8FC64435-D784-9444-82F4-54E0F803886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14735" name="AutoShape 970">
                    <a:extLst>
                      <a:ext uri="{FF2B5EF4-FFF2-40B4-BE49-F238E27FC236}">
                        <a16:creationId xmlns:a16="http://schemas.microsoft.com/office/drawing/2014/main" id="{6168983C-F315-F84B-B321-AB4E0C9248A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736" name="AutoShape 971">
                    <a:extLst>
                      <a:ext uri="{FF2B5EF4-FFF2-40B4-BE49-F238E27FC236}">
                        <a16:creationId xmlns:a16="http://schemas.microsoft.com/office/drawing/2014/main" id="{58557F2B-3084-544B-8E60-51DC816279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724" name="Rectangle 972">
                  <a:extLst>
                    <a:ext uri="{FF2B5EF4-FFF2-40B4-BE49-F238E27FC236}">
                      <a16:creationId xmlns:a16="http://schemas.microsoft.com/office/drawing/2014/main" id="{4EC3205E-B4A3-1948-94E0-A96BA7DCC6D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25" name="Freeform 973">
                  <a:extLst>
                    <a:ext uri="{FF2B5EF4-FFF2-40B4-BE49-F238E27FC236}">
                      <a16:creationId xmlns:a16="http://schemas.microsoft.com/office/drawing/2014/main" id="{DD6241CE-7C66-5D4F-90C7-1831AEB2735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726" name="Freeform 974">
                  <a:extLst>
                    <a:ext uri="{FF2B5EF4-FFF2-40B4-BE49-F238E27FC236}">
                      <a16:creationId xmlns:a16="http://schemas.microsoft.com/office/drawing/2014/main" id="{770DF333-99BE-B344-B66A-4266D66CEA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727" name="Oval 975">
                  <a:extLst>
                    <a:ext uri="{FF2B5EF4-FFF2-40B4-BE49-F238E27FC236}">
                      <a16:creationId xmlns:a16="http://schemas.microsoft.com/office/drawing/2014/main" id="{A44200DB-419E-764D-BEE0-075B1D4B41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28" name="Freeform 976">
                  <a:extLst>
                    <a:ext uri="{FF2B5EF4-FFF2-40B4-BE49-F238E27FC236}">
                      <a16:creationId xmlns:a16="http://schemas.microsoft.com/office/drawing/2014/main" id="{3CFB2D34-523B-E646-9810-175B6B45C5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729" name="AutoShape 977">
                  <a:extLst>
                    <a:ext uri="{FF2B5EF4-FFF2-40B4-BE49-F238E27FC236}">
                      <a16:creationId xmlns:a16="http://schemas.microsoft.com/office/drawing/2014/main" id="{24BF509F-86AF-1F46-BB9A-225CCAE48B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30" name="AutoShape 978">
                  <a:extLst>
                    <a:ext uri="{FF2B5EF4-FFF2-40B4-BE49-F238E27FC236}">
                      <a16:creationId xmlns:a16="http://schemas.microsoft.com/office/drawing/2014/main" id="{CD3394A3-2220-AB40-ADA1-D5A6C2B7474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31" name="Oval 979">
                  <a:extLst>
                    <a:ext uri="{FF2B5EF4-FFF2-40B4-BE49-F238E27FC236}">
                      <a16:creationId xmlns:a16="http://schemas.microsoft.com/office/drawing/2014/main" id="{A207A839-3785-9A4B-82E4-4B68DD687C7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32" name="Oval 980">
                  <a:extLst>
                    <a:ext uri="{FF2B5EF4-FFF2-40B4-BE49-F238E27FC236}">
                      <a16:creationId xmlns:a16="http://schemas.microsoft.com/office/drawing/2014/main" id="{3477D5DF-C97F-2E44-8F33-652CB038476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33" name="Oval 981">
                  <a:extLst>
                    <a:ext uri="{FF2B5EF4-FFF2-40B4-BE49-F238E27FC236}">
                      <a16:creationId xmlns:a16="http://schemas.microsoft.com/office/drawing/2014/main" id="{1385098B-DB51-9E47-8289-FFCCBFCF53F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34" name="Rectangle 982">
                  <a:extLst>
                    <a:ext uri="{FF2B5EF4-FFF2-40B4-BE49-F238E27FC236}">
                      <a16:creationId xmlns:a16="http://schemas.microsoft.com/office/drawing/2014/main" id="{5E58EFDF-33E4-634F-9F2A-09DECC7ECA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214393" name="Group 792">
              <a:extLst>
                <a:ext uri="{FF2B5EF4-FFF2-40B4-BE49-F238E27FC236}">
                  <a16:creationId xmlns:a16="http://schemas.microsoft.com/office/drawing/2014/main" id="{926A3B9B-14F5-DF4B-B9CF-6828476340A8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21830" y="5776376"/>
              <a:ext cx="347753" cy="680208"/>
              <a:chOff x="7923189" y="2486663"/>
              <a:chExt cx="360362" cy="884586"/>
            </a:xfrm>
          </p:grpSpPr>
          <p:pic>
            <p:nvPicPr>
              <p:cNvPr id="214675" name="Picture 3">
                <a:extLst>
                  <a:ext uri="{FF2B5EF4-FFF2-40B4-BE49-F238E27FC236}">
                    <a16:creationId xmlns:a16="http://schemas.microsoft.com/office/drawing/2014/main" id="{979B0A7C-DE39-D947-9576-4DFBCDC89F0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14676" name="Group 950">
                <a:extLst>
                  <a:ext uri="{FF2B5EF4-FFF2-40B4-BE49-F238E27FC236}">
                    <a16:creationId xmlns:a16="http://schemas.microsoft.com/office/drawing/2014/main" id="{19196D4B-1968-5241-9218-479B8AF8E395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214677" name="Freeform 951">
                  <a:extLst>
                    <a:ext uri="{FF2B5EF4-FFF2-40B4-BE49-F238E27FC236}">
                      <a16:creationId xmlns:a16="http://schemas.microsoft.com/office/drawing/2014/main" id="{D371F7B0-F123-F143-88AD-A84BE0893CF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78" name="Rectangle 952">
                  <a:extLst>
                    <a:ext uri="{FF2B5EF4-FFF2-40B4-BE49-F238E27FC236}">
                      <a16:creationId xmlns:a16="http://schemas.microsoft.com/office/drawing/2014/main" id="{30A2E212-908E-B64B-9525-1696969D3E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79" name="Freeform 953">
                  <a:extLst>
                    <a:ext uri="{FF2B5EF4-FFF2-40B4-BE49-F238E27FC236}">
                      <a16:creationId xmlns:a16="http://schemas.microsoft.com/office/drawing/2014/main" id="{DE11C700-6D18-AB4C-B633-7E301443139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80" name="Freeform 954">
                  <a:extLst>
                    <a:ext uri="{FF2B5EF4-FFF2-40B4-BE49-F238E27FC236}">
                      <a16:creationId xmlns:a16="http://schemas.microsoft.com/office/drawing/2014/main" id="{9641FE6E-490A-DD48-8B97-79520FB89AA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81" name="Rectangle 955">
                  <a:extLst>
                    <a:ext uri="{FF2B5EF4-FFF2-40B4-BE49-F238E27FC236}">
                      <a16:creationId xmlns:a16="http://schemas.microsoft.com/office/drawing/2014/main" id="{0F34B7FB-89B8-DA4A-B327-7AAC17077F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82" name="Group 956">
                  <a:extLst>
                    <a:ext uri="{FF2B5EF4-FFF2-40B4-BE49-F238E27FC236}">
                      <a16:creationId xmlns:a16="http://schemas.microsoft.com/office/drawing/2014/main" id="{B159A6CC-4EDA-8049-8C31-CC635ABD7E1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14707" name="AutoShape 957">
                    <a:extLst>
                      <a:ext uri="{FF2B5EF4-FFF2-40B4-BE49-F238E27FC236}">
                        <a16:creationId xmlns:a16="http://schemas.microsoft.com/office/drawing/2014/main" id="{090859D4-F350-CF48-BE6F-A6299D13F61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708" name="AutoShape 958">
                    <a:extLst>
                      <a:ext uri="{FF2B5EF4-FFF2-40B4-BE49-F238E27FC236}">
                        <a16:creationId xmlns:a16="http://schemas.microsoft.com/office/drawing/2014/main" id="{49E00FBE-71A6-7B4F-9116-FDFACD069E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83" name="Rectangle 959">
                  <a:extLst>
                    <a:ext uri="{FF2B5EF4-FFF2-40B4-BE49-F238E27FC236}">
                      <a16:creationId xmlns:a16="http://schemas.microsoft.com/office/drawing/2014/main" id="{D3E1E37C-9CF3-6748-8191-0C53DE5B969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84" name="Group 960">
                  <a:extLst>
                    <a:ext uri="{FF2B5EF4-FFF2-40B4-BE49-F238E27FC236}">
                      <a16:creationId xmlns:a16="http://schemas.microsoft.com/office/drawing/2014/main" id="{010F6866-70FC-F24E-8F0C-7315B668B41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14705" name="AutoShape 961">
                    <a:extLst>
                      <a:ext uri="{FF2B5EF4-FFF2-40B4-BE49-F238E27FC236}">
                        <a16:creationId xmlns:a16="http://schemas.microsoft.com/office/drawing/2014/main" id="{7A7CD6E0-C089-344F-96C6-70A47849550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706" name="AutoShape 962">
                    <a:extLst>
                      <a:ext uri="{FF2B5EF4-FFF2-40B4-BE49-F238E27FC236}">
                        <a16:creationId xmlns:a16="http://schemas.microsoft.com/office/drawing/2014/main" id="{817CE29B-F1A3-444F-83BE-6A2D3C0B905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85" name="Rectangle 963">
                  <a:extLst>
                    <a:ext uri="{FF2B5EF4-FFF2-40B4-BE49-F238E27FC236}">
                      <a16:creationId xmlns:a16="http://schemas.microsoft.com/office/drawing/2014/main" id="{88A44607-9DED-E54B-88A2-9F54FEDCDE3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86" name="Rectangle 964">
                  <a:extLst>
                    <a:ext uri="{FF2B5EF4-FFF2-40B4-BE49-F238E27FC236}">
                      <a16:creationId xmlns:a16="http://schemas.microsoft.com/office/drawing/2014/main" id="{729B399D-C807-0341-A7C5-E3E14751CC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87" name="Group 965">
                  <a:extLst>
                    <a:ext uri="{FF2B5EF4-FFF2-40B4-BE49-F238E27FC236}">
                      <a16:creationId xmlns:a16="http://schemas.microsoft.com/office/drawing/2014/main" id="{BD113617-F60C-3A41-801E-303D357BB6A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14703" name="AutoShape 966">
                    <a:extLst>
                      <a:ext uri="{FF2B5EF4-FFF2-40B4-BE49-F238E27FC236}">
                        <a16:creationId xmlns:a16="http://schemas.microsoft.com/office/drawing/2014/main" id="{BAE41A55-BA5A-8342-BD0B-434F69668C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704" name="AutoShape 967">
                    <a:extLst>
                      <a:ext uri="{FF2B5EF4-FFF2-40B4-BE49-F238E27FC236}">
                        <a16:creationId xmlns:a16="http://schemas.microsoft.com/office/drawing/2014/main" id="{1F5F0C50-52E8-5947-85C3-6648F738F4C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88" name="Freeform 968">
                  <a:extLst>
                    <a:ext uri="{FF2B5EF4-FFF2-40B4-BE49-F238E27FC236}">
                      <a16:creationId xmlns:a16="http://schemas.microsoft.com/office/drawing/2014/main" id="{8FF59AF4-37EB-5540-BE7B-6A7D536814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689" name="Group 969">
                  <a:extLst>
                    <a:ext uri="{FF2B5EF4-FFF2-40B4-BE49-F238E27FC236}">
                      <a16:creationId xmlns:a16="http://schemas.microsoft.com/office/drawing/2014/main" id="{A9259129-4087-1B49-898F-FCE5F446F9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14701" name="AutoShape 970">
                    <a:extLst>
                      <a:ext uri="{FF2B5EF4-FFF2-40B4-BE49-F238E27FC236}">
                        <a16:creationId xmlns:a16="http://schemas.microsoft.com/office/drawing/2014/main" id="{5DA556D7-AB86-0B41-81D9-B0AB9C150B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702" name="AutoShape 971">
                    <a:extLst>
                      <a:ext uri="{FF2B5EF4-FFF2-40B4-BE49-F238E27FC236}">
                        <a16:creationId xmlns:a16="http://schemas.microsoft.com/office/drawing/2014/main" id="{C302BDF7-EF8B-6545-9E9B-0510998B708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90" name="Rectangle 972">
                  <a:extLst>
                    <a:ext uri="{FF2B5EF4-FFF2-40B4-BE49-F238E27FC236}">
                      <a16:creationId xmlns:a16="http://schemas.microsoft.com/office/drawing/2014/main" id="{05A2BBAC-DBC3-0540-B67B-E6D36E0765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91" name="Freeform 973">
                  <a:extLst>
                    <a:ext uri="{FF2B5EF4-FFF2-40B4-BE49-F238E27FC236}">
                      <a16:creationId xmlns:a16="http://schemas.microsoft.com/office/drawing/2014/main" id="{C5B62019-7512-6747-A5DC-2D5B4898295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92" name="Freeform 974">
                  <a:extLst>
                    <a:ext uri="{FF2B5EF4-FFF2-40B4-BE49-F238E27FC236}">
                      <a16:creationId xmlns:a16="http://schemas.microsoft.com/office/drawing/2014/main" id="{A384C021-1EEE-B94D-91AB-1B1609889A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93" name="Oval 975">
                  <a:extLst>
                    <a:ext uri="{FF2B5EF4-FFF2-40B4-BE49-F238E27FC236}">
                      <a16:creationId xmlns:a16="http://schemas.microsoft.com/office/drawing/2014/main" id="{E8BCEDB2-534C-4341-B87C-998080F7C4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94" name="Freeform 976">
                  <a:extLst>
                    <a:ext uri="{FF2B5EF4-FFF2-40B4-BE49-F238E27FC236}">
                      <a16:creationId xmlns:a16="http://schemas.microsoft.com/office/drawing/2014/main" id="{F02E3EB5-8B82-0C47-ACA7-4D78BCEB388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95" name="AutoShape 977">
                  <a:extLst>
                    <a:ext uri="{FF2B5EF4-FFF2-40B4-BE49-F238E27FC236}">
                      <a16:creationId xmlns:a16="http://schemas.microsoft.com/office/drawing/2014/main" id="{ADB9F608-D0D7-764C-A0A9-D25E13D130D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96" name="AutoShape 978">
                  <a:extLst>
                    <a:ext uri="{FF2B5EF4-FFF2-40B4-BE49-F238E27FC236}">
                      <a16:creationId xmlns:a16="http://schemas.microsoft.com/office/drawing/2014/main" id="{AC1603E3-6EBE-1B47-BCA9-3D9E4102C04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97" name="Oval 979">
                  <a:extLst>
                    <a:ext uri="{FF2B5EF4-FFF2-40B4-BE49-F238E27FC236}">
                      <a16:creationId xmlns:a16="http://schemas.microsoft.com/office/drawing/2014/main" id="{215E005D-AA36-0B43-9031-B7E0A8542EC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98" name="Oval 980">
                  <a:extLst>
                    <a:ext uri="{FF2B5EF4-FFF2-40B4-BE49-F238E27FC236}">
                      <a16:creationId xmlns:a16="http://schemas.microsoft.com/office/drawing/2014/main" id="{D270FA32-89BA-024F-87B9-706A833207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99" name="Oval 981">
                  <a:extLst>
                    <a:ext uri="{FF2B5EF4-FFF2-40B4-BE49-F238E27FC236}">
                      <a16:creationId xmlns:a16="http://schemas.microsoft.com/office/drawing/2014/main" id="{A8517F36-A9CF-3842-90F7-E2D2AC4C5F3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700" name="Rectangle 982">
                  <a:extLst>
                    <a:ext uri="{FF2B5EF4-FFF2-40B4-BE49-F238E27FC236}">
                      <a16:creationId xmlns:a16="http://schemas.microsoft.com/office/drawing/2014/main" id="{DABC9A6E-EC5D-6949-8ADD-1DA3848AC24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214394" name="Group 827">
              <a:extLst>
                <a:ext uri="{FF2B5EF4-FFF2-40B4-BE49-F238E27FC236}">
                  <a16:creationId xmlns:a16="http://schemas.microsoft.com/office/drawing/2014/main" id="{72CF6EFD-7682-6849-95A1-C9A3214C433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87291" y="3555216"/>
              <a:ext cx="347753" cy="680208"/>
              <a:chOff x="7923189" y="2486663"/>
              <a:chExt cx="360362" cy="884586"/>
            </a:xfrm>
          </p:grpSpPr>
          <p:pic>
            <p:nvPicPr>
              <p:cNvPr id="214641" name="Picture 3">
                <a:extLst>
                  <a:ext uri="{FF2B5EF4-FFF2-40B4-BE49-F238E27FC236}">
                    <a16:creationId xmlns:a16="http://schemas.microsoft.com/office/drawing/2014/main" id="{65DB9939-26FE-734F-94B7-01B67A78B42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14642" name="Group 950">
                <a:extLst>
                  <a:ext uri="{FF2B5EF4-FFF2-40B4-BE49-F238E27FC236}">
                    <a16:creationId xmlns:a16="http://schemas.microsoft.com/office/drawing/2014/main" id="{622F892C-9E0E-E746-8CF2-1A7A50B0FA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214643" name="Freeform 951">
                  <a:extLst>
                    <a:ext uri="{FF2B5EF4-FFF2-40B4-BE49-F238E27FC236}">
                      <a16:creationId xmlns:a16="http://schemas.microsoft.com/office/drawing/2014/main" id="{AEF39194-5683-9A4C-92DF-F70754164D1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44" name="Rectangle 952">
                  <a:extLst>
                    <a:ext uri="{FF2B5EF4-FFF2-40B4-BE49-F238E27FC236}">
                      <a16:creationId xmlns:a16="http://schemas.microsoft.com/office/drawing/2014/main" id="{F6730D3F-7252-CC4E-A624-6EF695F924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45" name="Freeform 953">
                  <a:extLst>
                    <a:ext uri="{FF2B5EF4-FFF2-40B4-BE49-F238E27FC236}">
                      <a16:creationId xmlns:a16="http://schemas.microsoft.com/office/drawing/2014/main" id="{9895C452-A1FC-934B-8E7F-D12C76E28F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46" name="Freeform 954">
                  <a:extLst>
                    <a:ext uri="{FF2B5EF4-FFF2-40B4-BE49-F238E27FC236}">
                      <a16:creationId xmlns:a16="http://schemas.microsoft.com/office/drawing/2014/main" id="{5BB8C1BD-91AC-B843-9CC7-3CBC3CE098A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47" name="Rectangle 955">
                  <a:extLst>
                    <a:ext uri="{FF2B5EF4-FFF2-40B4-BE49-F238E27FC236}">
                      <a16:creationId xmlns:a16="http://schemas.microsoft.com/office/drawing/2014/main" id="{4CFC6D39-4B55-EC4F-85FD-75570C67DA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48" name="Group 956">
                  <a:extLst>
                    <a:ext uri="{FF2B5EF4-FFF2-40B4-BE49-F238E27FC236}">
                      <a16:creationId xmlns:a16="http://schemas.microsoft.com/office/drawing/2014/main" id="{B75FFD62-95EF-574D-851D-1815FBE0CA7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14673" name="AutoShape 957">
                    <a:extLst>
                      <a:ext uri="{FF2B5EF4-FFF2-40B4-BE49-F238E27FC236}">
                        <a16:creationId xmlns:a16="http://schemas.microsoft.com/office/drawing/2014/main" id="{92FB7A1E-97B4-6043-A910-91543DA517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74" name="AutoShape 958">
                    <a:extLst>
                      <a:ext uri="{FF2B5EF4-FFF2-40B4-BE49-F238E27FC236}">
                        <a16:creationId xmlns:a16="http://schemas.microsoft.com/office/drawing/2014/main" id="{F9C5792F-3580-9242-9974-D32AF49705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49" name="Rectangle 959">
                  <a:extLst>
                    <a:ext uri="{FF2B5EF4-FFF2-40B4-BE49-F238E27FC236}">
                      <a16:creationId xmlns:a16="http://schemas.microsoft.com/office/drawing/2014/main" id="{525BE3F0-AE67-2F47-AF98-D4D2F4F2296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50" name="Group 960">
                  <a:extLst>
                    <a:ext uri="{FF2B5EF4-FFF2-40B4-BE49-F238E27FC236}">
                      <a16:creationId xmlns:a16="http://schemas.microsoft.com/office/drawing/2014/main" id="{A601DAB1-CFC0-8F44-A04A-660F5852789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14671" name="AutoShape 961">
                    <a:extLst>
                      <a:ext uri="{FF2B5EF4-FFF2-40B4-BE49-F238E27FC236}">
                        <a16:creationId xmlns:a16="http://schemas.microsoft.com/office/drawing/2014/main" id="{ACB609BF-56D2-D44C-83B2-091CA1852FD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72" name="AutoShape 962">
                    <a:extLst>
                      <a:ext uri="{FF2B5EF4-FFF2-40B4-BE49-F238E27FC236}">
                        <a16:creationId xmlns:a16="http://schemas.microsoft.com/office/drawing/2014/main" id="{C9042905-4565-AE40-ACC1-58B4260FAB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51" name="Rectangle 963">
                  <a:extLst>
                    <a:ext uri="{FF2B5EF4-FFF2-40B4-BE49-F238E27FC236}">
                      <a16:creationId xmlns:a16="http://schemas.microsoft.com/office/drawing/2014/main" id="{C61ED269-47DF-C142-A4D0-B3708111F9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52" name="Rectangle 964">
                  <a:extLst>
                    <a:ext uri="{FF2B5EF4-FFF2-40B4-BE49-F238E27FC236}">
                      <a16:creationId xmlns:a16="http://schemas.microsoft.com/office/drawing/2014/main" id="{00F886D3-9EAE-864A-9F1C-51B52CBFAE2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53" name="Group 965">
                  <a:extLst>
                    <a:ext uri="{FF2B5EF4-FFF2-40B4-BE49-F238E27FC236}">
                      <a16:creationId xmlns:a16="http://schemas.microsoft.com/office/drawing/2014/main" id="{60624946-4E10-3F40-87A7-BF8C55B631A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14669" name="AutoShape 966">
                    <a:extLst>
                      <a:ext uri="{FF2B5EF4-FFF2-40B4-BE49-F238E27FC236}">
                        <a16:creationId xmlns:a16="http://schemas.microsoft.com/office/drawing/2014/main" id="{62D17F4D-631D-D942-95B8-2560C6AC81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70" name="AutoShape 967">
                    <a:extLst>
                      <a:ext uri="{FF2B5EF4-FFF2-40B4-BE49-F238E27FC236}">
                        <a16:creationId xmlns:a16="http://schemas.microsoft.com/office/drawing/2014/main" id="{F2543B3C-2B22-FA4F-A5D0-05AA9B0FE2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54" name="Freeform 968">
                  <a:extLst>
                    <a:ext uri="{FF2B5EF4-FFF2-40B4-BE49-F238E27FC236}">
                      <a16:creationId xmlns:a16="http://schemas.microsoft.com/office/drawing/2014/main" id="{192CDFC2-2C19-6B40-B992-3F09409473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655" name="Group 969">
                  <a:extLst>
                    <a:ext uri="{FF2B5EF4-FFF2-40B4-BE49-F238E27FC236}">
                      <a16:creationId xmlns:a16="http://schemas.microsoft.com/office/drawing/2014/main" id="{E6839DC6-DA7E-C74C-91FB-F78225282CFB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14667" name="AutoShape 970">
                    <a:extLst>
                      <a:ext uri="{FF2B5EF4-FFF2-40B4-BE49-F238E27FC236}">
                        <a16:creationId xmlns:a16="http://schemas.microsoft.com/office/drawing/2014/main" id="{18B6F276-8471-1341-A696-B9F6C89AC0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68" name="AutoShape 971">
                    <a:extLst>
                      <a:ext uri="{FF2B5EF4-FFF2-40B4-BE49-F238E27FC236}">
                        <a16:creationId xmlns:a16="http://schemas.microsoft.com/office/drawing/2014/main" id="{68C51799-1F18-864A-91D1-6F08B18C64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56" name="Rectangle 972">
                  <a:extLst>
                    <a:ext uri="{FF2B5EF4-FFF2-40B4-BE49-F238E27FC236}">
                      <a16:creationId xmlns:a16="http://schemas.microsoft.com/office/drawing/2014/main" id="{4B51390B-A5E5-CB43-8C86-C10F2E7B984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57" name="Freeform 973">
                  <a:extLst>
                    <a:ext uri="{FF2B5EF4-FFF2-40B4-BE49-F238E27FC236}">
                      <a16:creationId xmlns:a16="http://schemas.microsoft.com/office/drawing/2014/main" id="{B52E3253-195E-E14B-A502-625444CE1DD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58" name="Freeform 974">
                  <a:extLst>
                    <a:ext uri="{FF2B5EF4-FFF2-40B4-BE49-F238E27FC236}">
                      <a16:creationId xmlns:a16="http://schemas.microsoft.com/office/drawing/2014/main" id="{E7672640-8959-8042-B9BC-0EC53E5938C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59" name="Oval 975">
                  <a:extLst>
                    <a:ext uri="{FF2B5EF4-FFF2-40B4-BE49-F238E27FC236}">
                      <a16:creationId xmlns:a16="http://schemas.microsoft.com/office/drawing/2014/main" id="{EC9D3853-3A05-7A41-97AC-7C8D004AB9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60" name="Freeform 976">
                  <a:extLst>
                    <a:ext uri="{FF2B5EF4-FFF2-40B4-BE49-F238E27FC236}">
                      <a16:creationId xmlns:a16="http://schemas.microsoft.com/office/drawing/2014/main" id="{06EA8E85-732B-014C-8B0A-5EE3252412D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61" name="AutoShape 977">
                  <a:extLst>
                    <a:ext uri="{FF2B5EF4-FFF2-40B4-BE49-F238E27FC236}">
                      <a16:creationId xmlns:a16="http://schemas.microsoft.com/office/drawing/2014/main" id="{99429D52-F182-BE4E-B823-05082C04FE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62" name="AutoShape 978">
                  <a:extLst>
                    <a:ext uri="{FF2B5EF4-FFF2-40B4-BE49-F238E27FC236}">
                      <a16:creationId xmlns:a16="http://schemas.microsoft.com/office/drawing/2014/main" id="{88FC1120-3C79-7041-8DE1-0FB8725D9C7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63" name="Oval 979">
                  <a:extLst>
                    <a:ext uri="{FF2B5EF4-FFF2-40B4-BE49-F238E27FC236}">
                      <a16:creationId xmlns:a16="http://schemas.microsoft.com/office/drawing/2014/main" id="{8D7B5084-A180-D940-A1CF-D723A961793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64" name="Oval 980">
                  <a:extLst>
                    <a:ext uri="{FF2B5EF4-FFF2-40B4-BE49-F238E27FC236}">
                      <a16:creationId xmlns:a16="http://schemas.microsoft.com/office/drawing/2014/main" id="{8E92A1A9-5B46-C649-A91E-E03468D1190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65" name="Oval 981">
                  <a:extLst>
                    <a:ext uri="{FF2B5EF4-FFF2-40B4-BE49-F238E27FC236}">
                      <a16:creationId xmlns:a16="http://schemas.microsoft.com/office/drawing/2014/main" id="{6F81CDE4-91FE-9B45-8744-F10E6BD1A02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66" name="Rectangle 982">
                  <a:extLst>
                    <a:ext uri="{FF2B5EF4-FFF2-40B4-BE49-F238E27FC236}">
                      <a16:creationId xmlns:a16="http://schemas.microsoft.com/office/drawing/2014/main" id="{95B0618A-7119-4A46-8692-519AC294698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214395" name="Group 862">
              <a:extLst>
                <a:ext uri="{FF2B5EF4-FFF2-40B4-BE49-F238E27FC236}">
                  <a16:creationId xmlns:a16="http://schemas.microsoft.com/office/drawing/2014/main" id="{507FD766-D064-0542-B330-E6FC31AF980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5084012" y="5612511"/>
              <a:ext cx="347767" cy="680207"/>
              <a:chOff x="7923189" y="2486664"/>
              <a:chExt cx="360377" cy="884585"/>
            </a:xfrm>
          </p:grpSpPr>
          <p:pic>
            <p:nvPicPr>
              <p:cNvPr id="214607" name="Picture 3">
                <a:extLst>
                  <a:ext uri="{FF2B5EF4-FFF2-40B4-BE49-F238E27FC236}">
                    <a16:creationId xmlns:a16="http://schemas.microsoft.com/office/drawing/2014/main" id="{563CF114-564D-5647-B20D-BA0AE252B29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3998" y="2486664"/>
                <a:ext cx="239568" cy="5365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14608" name="Group 950">
                <a:extLst>
                  <a:ext uri="{FF2B5EF4-FFF2-40B4-BE49-F238E27FC236}">
                    <a16:creationId xmlns:a16="http://schemas.microsoft.com/office/drawing/2014/main" id="{B58665F8-F067-9745-BBC5-907E7293FCE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214609" name="Freeform 951">
                  <a:extLst>
                    <a:ext uri="{FF2B5EF4-FFF2-40B4-BE49-F238E27FC236}">
                      <a16:creationId xmlns:a16="http://schemas.microsoft.com/office/drawing/2014/main" id="{0C47CAA2-49AC-4249-8690-07C160A2C94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10" name="Rectangle 952">
                  <a:extLst>
                    <a:ext uri="{FF2B5EF4-FFF2-40B4-BE49-F238E27FC236}">
                      <a16:creationId xmlns:a16="http://schemas.microsoft.com/office/drawing/2014/main" id="{59CD709A-8D3F-CE49-B1FF-F1C01B4D44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11" name="Freeform 953">
                  <a:extLst>
                    <a:ext uri="{FF2B5EF4-FFF2-40B4-BE49-F238E27FC236}">
                      <a16:creationId xmlns:a16="http://schemas.microsoft.com/office/drawing/2014/main" id="{71CCBE77-2578-E248-B6C3-314F3EDDC7C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12" name="Freeform 954">
                  <a:extLst>
                    <a:ext uri="{FF2B5EF4-FFF2-40B4-BE49-F238E27FC236}">
                      <a16:creationId xmlns:a16="http://schemas.microsoft.com/office/drawing/2014/main" id="{781D5A2B-495C-A84A-8C77-F5FC891348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13" name="Rectangle 955">
                  <a:extLst>
                    <a:ext uri="{FF2B5EF4-FFF2-40B4-BE49-F238E27FC236}">
                      <a16:creationId xmlns:a16="http://schemas.microsoft.com/office/drawing/2014/main" id="{2DFE5F82-32A0-334A-9DEC-94E388EAB43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14" name="Group 956">
                  <a:extLst>
                    <a:ext uri="{FF2B5EF4-FFF2-40B4-BE49-F238E27FC236}">
                      <a16:creationId xmlns:a16="http://schemas.microsoft.com/office/drawing/2014/main" id="{E89932DB-179E-6241-A8B9-C2400A798CF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14639" name="AutoShape 957">
                    <a:extLst>
                      <a:ext uri="{FF2B5EF4-FFF2-40B4-BE49-F238E27FC236}">
                        <a16:creationId xmlns:a16="http://schemas.microsoft.com/office/drawing/2014/main" id="{1D393EA7-13DC-014C-9A72-EA4893ADCAB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40" name="AutoShape 958">
                    <a:extLst>
                      <a:ext uri="{FF2B5EF4-FFF2-40B4-BE49-F238E27FC236}">
                        <a16:creationId xmlns:a16="http://schemas.microsoft.com/office/drawing/2014/main" id="{E2421AEE-CB31-3341-9E23-45BB51C7161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15" name="Rectangle 959">
                  <a:extLst>
                    <a:ext uri="{FF2B5EF4-FFF2-40B4-BE49-F238E27FC236}">
                      <a16:creationId xmlns:a16="http://schemas.microsoft.com/office/drawing/2014/main" id="{AEDFD6AB-D574-334D-9457-2AFEBF4CAB6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16" name="Group 960">
                  <a:extLst>
                    <a:ext uri="{FF2B5EF4-FFF2-40B4-BE49-F238E27FC236}">
                      <a16:creationId xmlns:a16="http://schemas.microsoft.com/office/drawing/2014/main" id="{636B9FE2-64DB-B948-8813-09763826DECD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14637" name="AutoShape 961">
                    <a:extLst>
                      <a:ext uri="{FF2B5EF4-FFF2-40B4-BE49-F238E27FC236}">
                        <a16:creationId xmlns:a16="http://schemas.microsoft.com/office/drawing/2014/main" id="{B2B805DE-80C8-B140-804C-4685B428D17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38" name="AutoShape 962">
                    <a:extLst>
                      <a:ext uri="{FF2B5EF4-FFF2-40B4-BE49-F238E27FC236}">
                        <a16:creationId xmlns:a16="http://schemas.microsoft.com/office/drawing/2014/main" id="{19F8F38A-C09D-1A4B-BC66-03901EAC3B6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17" name="Rectangle 963">
                  <a:extLst>
                    <a:ext uri="{FF2B5EF4-FFF2-40B4-BE49-F238E27FC236}">
                      <a16:creationId xmlns:a16="http://schemas.microsoft.com/office/drawing/2014/main" id="{96542B13-9744-9B4D-B110-DB37C9B2971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18" name="Rectangle 964">
                  <a:extLst>
                    <a:ext uri="{FF2B5EF4-FFF2-40B4-BE49-F238E27FC236}">
                      <a16:creationId xmlns:a16="http://schemas.microsoft.com/office/drawing/2014/main" id="{4A0F0D86-DABE-014B-B93A-0622A4E941F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619" name="Group 965">
                  <a:extLst>
                    <a:ext uri="{FF2B5EF4-FFF2-40B4-BE49-F238E27FC236}">
                      <a16:creationId xmlns:a16="http://schemas.microsoft.com/office/drawing/2014/main" id="{EB5DD951-DE2E-1C4B-AF54-08C63A86F2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14635" name="AutoShape 966">
                    <a:extLst>
                      <a:ext uri="{FF2B5EF4-FFF2-40B4-BE49-F238E27FC236}">
                        <a16:creationId xmlns:a16="http://schemas.microsoft.com/office/drawing/2014/main" id="{1295AECE-1044-A046-8C03-48CB66B33A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36" name="AutoShape 967">
                    <a:extLst>
                      <a:ext uri="{FF2B5EF4-FFF2-40B4-BE49-F238E27FC236}">
                        <a16:creationId xmlns:a16="http://schemas.microsoft.com/office/drawing/2014/main" id="{D86A711D-EFD1-4C45-B531-C0F0805252A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20" name="Freeform 968">
                  <a:extLst>
                    <a:ext uri="{FF2B5EF4-FFF2-40B4-BE49-F238E27FC236}">
                      <a16:creationId xmlns:a16="http://schemas.microsoft.com/office/drawing/2014/main" id="{71D47CC6-B1B1-7948-8C4D-CE799466060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621" name="Group 969">
                  <a:extLst>
                    <a:ext uri="{FF2B5EF4-FFF2-40B4-BE49-F238E27FC236}">
                      <a16:creationId xmlns:a16="http://schemas.microsoft.com/office/drawing/2014/main" id="{6E2EABD1-32B0-E648-80D1-730CD44DE35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14633" name="AutoShape 970">
                    <a:extLst>
                      <a:ext uri="{FF2B5EF4-FFF2-40B4-BE49-F238E27FC236}">
                        <a16:creationId xmlns:a16="http://schemas.microsoft.com/office/drawing/2014/main" id="{5360B30E-6D2B-6B43-856D-F332717BF6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34" name="AutoShape 971">
                    <a:extLst>
                      <a:ext uri="{FF2B5EF4-FFF2-40B4-BE49-F238E27FC236}">
                        <a16:creationId xmlns:a16="http://schemas.microsoft.com/office/drawing/2014/main" id="{5B6F0033-8A83-1940-B9FF-DE68ABEF6C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622" name="Rectangle 972">
                  <a:extLst>
                    <a:ext uri="{FF2B5EF4-FFF2-40B4-BE49-F238E27FC236}">
                      <a16:creationId xmlns:a16="http://schemas.microsoft.com/office/drawing/2014/main" id="{1AAA15BA-519D-604A-A063-111934D5315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23" name="Freeform 973">
                  <a:extLst>
                    <a:ext uri="{FF2B5EF4-FFF2-40B4-BE49-F238E27FC236}">
                      <a16:creationId xmlns:a16="http://schemas.microsoft.com/office/drawing/2014/main" id="{D7268FE4-3633-7E4F-A9DE-1A099614C81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24" name="Freeform 974">
                  <a:extLst>
                    <a:ext uri="{FF2B5EF4-FFF2-40B4-BE49-F238E27FC236}">
                      <a16:creationId xmlns:a16="http://schemas.microsoft.com/office/drawing/2014/main" id="{2240B9F2-DF1E-134D-A1CB-9B966296B32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25" name="Oval 975">
                  <a:extLst>
                    <a:ext uri="{FF2B5EF4-FFF2-40B4-BE49-F238E27FC236}">
                      <a16:creationId xmlns:a16="http://schemas.microsoft.com/office/drawing/2014/main" id="{9202F8D2-9D0C-434C-B909-5AC189F3639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26" name="Freeform 976">
                  <a:extLst>
                    <a:ext uri="{FF2B5EF4-FFF2-40B4-BE49-F238E27FC236}">
                      <a16:creationId xmlns:a16="http://schemas.microsoft.com/office/drawing/2014/main" id="{EB09ED96-E768-3444-9C5E-6BC4D1210C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627" name="AutoShape 977">
                  <a:extLst>
                    <a:ext uri="{FF2B5EF4-FFF2-40B4-BE49-F238E27FC236}">
                      <a16:creationId xmlns:a16="http://schemas.microsoft.com/office/drawing/2014/main" id="{E493530B-AA1E-CA40-8FA9-8708AB0CEA3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28" name="AutoShape 978">
                  <a:extLst>
                    <a:ext uri="{FF2B5EF4-FFF2-40B4-BE49-F238E27FC236}">
                      <a16:creationId xmlns:a16="http://schemas.microsoft.com/office/drawing/2014/main" id="{29957C38-CF9D-BA4A-8483-4E9F151B0EE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29" name="Oval 979">
                  <a:extLst>
                    <a:ext uri="{FF2B5EF4-FFF2-40B4-BE49-F238E27FC236}">
                      <a16:creationId xmlns:a16="http://schemas.microsoft.com/office/drawing/2014/main" id="{34B9D8B5-03B1-6541-AB6C-0AB84408864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30" name="Oval 980">
                  <a:extLst>
                    <a:ext uri="{FF2B5EF4-FFF2-40B4-BE49-F238E27FC236}">
                      <a16:creationId xmlns:a16="http://schemas.microsoft.com/office/drawing/2014/main" id="{A33CE19C-067B-9646-B667-FD1D5A32F24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31" name="Oval 981">
                  <a:extLst>
                    <a:ext uri="{FF2B5EF4-FFF2-40B4-BE49-F238E27FC236}">
                      <a16:creationId xmlns:a16="http://schemas.microsoft.com/office/drawing/2014/main" id="{18AD08A0-EBDE-0D49-A805-5EFA0E85165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632" name="Rectangle 982">
                  <a:extLst>
                    <a:ext uri="{FF2B5EF4-FFF2-40B4-BE49-F238E27FC236}">
                      <a16:creationId xmlns:a16="http://schemas.microsoft.com/office/drawing/2014/main" id="{7BFD1C2B-DDA4-C640-A3FC-9EA3B37D38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214396" name="Group 897">
              <a:extLst>
                <a:ext uri="{FF2B5EF4-FFF2-40B4-BE49-F238E27FC236}">
                  <a16:creationId xmlns:a16="http://schemas.microsoft.com/office/drawing/2014/main" id="{CD60E856-AD2F-574C-B841-E53BF7BEB3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068038" y="3829780"/>
              <a:ext cx="347753" cy="680208"/>
              <a:chOff x="7923189" y="2486663"/>
              <a:chExt cx="360362" cy="884586"/>
            </a:xfrm>
          </p:grpSpPr>
          <p:pic>
            <p:nvPicPr>
              <p:cNvPr id="214573" name="Picture 3">
                <a:extLst>
                  <a:ext uri="{FF2B5EF4-FFF2-40B4-BE49-F238E27FC236}">
                    <a16:creationId xmlns:a16="http://schemas.microsoft.com/office/drawing/2014/main" id="{7C224992-1229-9E43-998F-00844EECB7E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14574" name="Group 950">
                <a:extLst>
                  <a:ext uri="{FF2B5EF4-FFF2-40B4-BE49-F238E27FC236}">
                    <a16:creationId xmlns:a16="http://schemas.microsoft.com/office/drawing/2014/main" id="{6F93D902-DF1A-4F4F-B6ED-D18240151B1F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214575" name="Freeform 951">
                  <a:extLst>
                    <a:ext uri="{FF2B5EF4-FFF2-40B4-BE49-F238E27FC236}">
                      <a16:creationId xmlns:a16="http://schemas.microsoft.com/office/drawing/2014/main" id="{B0E86564-CD6D-3944-B48B-F5CAEDE670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76" name="Rectangle 952">
                  <a:extLst>
                    <a:ext uri="{FF2B5EF4-FFF2-40B4-BE49-F238E27FC236}">
                      <a16:creationId xmlns:a16="http://schemas.microsoft.com/office/drawing/2014/main" id="{A167CAD0-6A8A-7941-B1F7-E0A74EFB0A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77" name="Freeform 953">
                  <a:extLst>
                    <a:ext uri="{FF2B5EF4-FFF2-40B4-BE49-F238E27FC236}">
                      <a16:creationId xmlns:a16="http://schemas.microsoft.com/office/drawing/2014/main" id="{4726D2FD-E8A0-CC4B-A1D8-D89F5A36878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78" name="Freeform 954">
                  <a:extLst>
                    <a:ext uri="{FF2B5EF4-FFF2-40B4-BE49-F238E27FC236}">
                      <a16:creationId xmlns:a16="http://schemas.microsoft.com/office/drawing/2014/main" id="{4F20BF5E-E61A-4A48-BDA8-491822E5B26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79" name="Rectangle 955">
                  <a:extLst>
                    <a:ext uri="{FF2B5EF4-FFF2-40B4-BE49-F238E27FC236}">
                      <a16:creationId xmlns:a16="http://schemas.microsoft.com/office/drawing/2014/main" id="{FD7DC307-1108-F84E-8252-F7C39E957DC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580" name="Group 956">
                  <a:extLst>
                    <a:ext uri="{FF2B5EF4-FFF2-40B4-BE49-F238E27FC236}">
                      <a16:creationId xmlns:a16="http://schemas.microsoft.com/office/drawing/2014/main" id="{742701A2-1BAB-1D4A-93EE-7945F9079FF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14605" name="AutoShape 957">
                    <a:extLst>
                      <a:ext uri="{FF2B5EF4-FFF2-40B4-BE49-F238E27FC236}">
                        <a16:creationId xmlns:a16="http://schemas.microsoft.com/office/drawing/2014/main" id="{B1DBF270-A4D7-6F43-BDAE-283D09FC33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06" name="AutoShape 958">
                    <a:extLst>
                      <a:ext uri="{FF2B5EF4-FFF2-40B4-BE49-F238E27FC236}">
                        <a16:creationId xmlns:a16="http://schemas.microsoft.com/office/drawing/2014/main" id="{8B922D59-1E34-5E49-A1A0-1A79FA563FD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581" name="Rectangle 959">
                  <a:extLst>
                    <a:ext uri="{FF2B5EF4-FFF2-40B4-BE49-F238E27FC236}">
                      <a16:creationId xmlns:a16="http://schemas.microsoft.com/office/drawing/2014/main" id="{720F6FB5-0794-834C-9FF7-0EDA784C54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582" name="Group 960">
                  <a:extLst>
                    <a:ext uri="{FF2B5EF4-FFF2-40B4-BE49-F238E27FC236}">
                      <a16:creationId xmlns:a16="http://schemas.microsoft.com/office/drawing/2014/main" id="{3EDABE8F-C0D3-F64F-9383-8EEB162419C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14603" name="AutoShape 961">
                    <a:extLst>
                      <a:ext uri="{FF2B5EF4-FFF2-40B4-BE49-F238E27FC236}">
                        <a16:creationId xmlns:a16="http://schemas.microsoft.com/office/drawing/2014/main" id="{F11EB9E8-25F5-3C4C-B45A-1E592BB9E6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04" name="AutoShape 962">
                    <a:extLst>
                      <a:ext uri="{FF2B5EF4-FFF2-40B4-BE49-F238E27FC236}">
                        <a16:creationId xmlns:a16="http://schemas.microsoft.com/office/drawing/2014/main" id="{703CEBB7-DEC9-1048-A10F-083DD20EA20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583" name="Rectangle 963">
                  <a:extLst>
                    <a:ext uri="{FF2B5EF4-FFF2-40B4-BE49-F238E27FC236}">
                      <a16:creationId xmlns:a16="http://schemas.microsoft.com/office/drawing/2014/main" id="{9454D8B8-6B15-444B-B14F-63ECB29ED8A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84" name="Rectangle 964">
                  <a:extLst>
                    <a:ext uri="{FF2B5EF4-FFF2-40B4-BE49-F238E27FC236}">
                      <a16:creationId xmlns:a16="http://schemas.microsoft.com/office/drawing/2014/main" id="{69DE74CF-EB07-AD4A-B698-E00F3D2666E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585" name="Group 965">
                  <a:extLst>
                    <a:ext uri="{FF2B5EF4-FFF2-40B4-BE49-F238E27FC236}">
                      <a16:creationId xmlns:a16="http://schemas.microsoft.com/office/drawing/2014/main" id="{3081CBEE-87E9-5647-B228-1A327E765CE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14601" name="AutoShape 966">
                    <a:extLst>
                      <a:ext uri="{FF2B5EF4-FFF2-40B4-BE49-F238E27FC236}">
                        <a16:creationId xmlns:a16="http://schemas.microsoft.com/office/drawing/2014/main" id="{701EE972-A5F2-444C-BC8E-70153B4777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02" name="AutoShape 967">
                    <a:extLst>
                      <a:ext uri="{FF2B5EF4-FFF2-40B4-BE49-F238E27FC236}">
                        <a16:creationId xmlns:a16="http://schemas.microsoft.com/office/drawing/2014/main" id="{0130ACB8-9781-EA4A-A1DB-82D0F29EBF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586" name="Freeform 968">
                  <a:extLst>
                    <a:ext uri="{FF2B5EF4-FFF2-40B4-BE49-F238E27FC236}">
                      <a16:creationId xmlns:a16="http://schemas.microsoft.com/office/drawing/2014/main" id="{4AB44CEB-E837-7147-A8A7-57C5FDA6FF2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587" name="Group 969">
                  <a:extLst>
                    <a:ext uri="{FF2B5EF4-FFF2-40B4-BE49-F238E27FC236}">
                      <a16:creationId xmlns:a16="http://schemas.microsoft.com/office/drawing/2014/main" id="{A74DE05C-88D9-774E-B8F5-0BA3B55D111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14599" name="AutoShape 970">
                    <a:extLst>
                      <a:ext uri="{FF2B5EF4-FFF2-40B4-BE49-F238E27FC236}">
                        <a16:creationId xmlns:a16="http://schemas.microsoft.com/office/drawing/2014/main" id="{F6664F2B-8007-C042-8BD4-9DD26D6562F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600" name="AutoShape 971">
                    <a:extLst>
                      <a:ext uri="{FF2B5EF4-FFF2-40B4-BE49-F238E27FC236}">
                        <a16:creationId xmlns:a16="http://schemas.microsoft.com/office/drawing/2014/main" id="{681E6074-B6F0-504F-8D76-434A29BF799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588" name="Rectangle 972">
                  <a:extLst>
                    <a:ext uri="{FF2B5EF4-FFF2-40B4-BE49-F238E27FC236}">
                      <a16:creationId xmlns:a16="http://schemas.microsoft.com/office/drawing/2014/main" id="{016C43F7-AF1C-2148-8C6F-047013498BF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89" name="Freeform 973">
                  <a:extLst>
                    <a:ext uri="{FF2B5EF4-FFF2-40B4-BE49-F238E27FC236}">
                      <a16:creationId xmlns:a16="http://schemas.microsoft.com/office/drawing/2014/main" id="{960017AB-A9BC-7B49-A693-83AE1F1CE7E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90" name="Freeform 974">
                  <a:extLst>
                    <a:ext uri="{FF2B5EF4-FFF2-40B4-BE49-F238E27FC236}">
                      <a16:creationId xmlns:a16="http://schemas.microsoft.com/office/drawing/2014/main" id="{B4FEDAA7-65C7-7743-89B9-688476EC7D6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91" name="Oval 975">
                  <a:extLst>
                    <a:ext uri="{FF2B5EF4-FFF2-40B4-BE49-F238E27FC236}">
                      <a16:creationId xmlns:a16="http://schemas.microsoft.com/office/drawing/2014/main" id="{F2EA992E-8FC3-CA49-80B6-2C38049950C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92" name="Freeform 976">
                  <a:extLst>
                    <a:ext uri="{FF2B5EF4-FFF2-40B4-BE49-F238E27FC236}">
                      <a16:creationId xmlns:a16="http://schemas.microsoft.com/office/drawing/2014/main" id="{96A0DFAB-1B0D-C045-A4E7-A67AB0B521F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93" name="AutoShape 977">
                  <a:extLst>
                    <a:ext uri="{FF2B5EF4-FFF2-40B4-BE49-F238E27FC236}">
                      <a16:creationId xmlns:a16="http://schemas.microsoft.com/office/drawing/2014/main" id="{D8947F5E-F7D1-B64E-8558-F6B3FCA1C3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94" name="AutoShape 978">
                  <a:extLst>
                    <a:ext uri="{FF2B5EF4-FFF2-40B4-BE49-F238E27FC236}">
                      <a16:creationId xmlns:a16="http://schemas.microsoft.com/office/drawing/2014/main" id="{1EB4BFCE-7C30-584C-B7B4-818CB34C41C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95" name="Oval 979">
                  <a:extLst>
                    <a:ext uri="{FF2B5EF4-FFF2-40B4-BE49-F238E27FC236}">
                      <a16:creationId xmlns:a16="http://schemas.microsoft.com/office/drawing/2014/main" id="{1A441EBF-90E7-A346-B395-AB5628A932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96" name="Oval 980">
                  <a:extLst>
                    <a:ext uri="{FF2B5EF4-FFF2-40B4-BE49-F238E27FC236}">
                      <a16:creationId xmlns:a16="http://schemas.microsoft.com/office/drawing/2014/main" id="{F646C0CE-064B-8F45-BC86-4C7AC008D46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97" name="Oval 981">
                  <a:extLst>
                    <a:ext uri="{FF2B5EF4-FFF2-40B4-BE49-F238E27FC236}">
                      <a16:creationId xmlns:a16="http://schemas.microsoft.com/office/drawing/2014/main" id="{49379C7D-E020-B342-93A3-E8AF6207970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98" name="Rectangle 982">
                  <a:extLst>
                    <a:ext uri="{FF2B5EF4-FFF2-40B4-BE49-F238E27FC236}">
                      <a16:creationId xmlns:a16="http://schemas.microsoft.com/office/drawing/2014/main" id="{084820A8-C10D-2D49-9723-2DF79F9B9FB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214397" name="Group 932">
              <a:extLst>
                <a:ext uri="{FF2B5EF4-FFF2-40B4-BE49-F238E27FC236}">
                  <a16:creationId xmlns:a16="http://schemas.microsoft.com/office/drawing/2014/main" id="{0D03F1A7-2CEA-8449-B4F3-59622B4BB9F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122838" y="5630065"/>
              <a:ext cx="347753" cy="680208"/>
              <a:chOff x="7923189" y="2486663"/>
              <a:chExt cx="360362" cy="884586"/>
            </a:xfrm>
          </p:grpSpPr>
          <p:pic>
            <p:nvPicPr>
              <p:cNvPr id="214539" name="Picture 3">
                <a:extLst>
                  <a:ext uri="{FF2B5EF4-FFF2-40B4-BE49-F238E27FC236}">
                    <a16:creationId xmlns:a16="http://schemas.microsoft.com/office/drawing/2014/main" id="{5DE36EB3-3AFF-BA4F-BD6D-409F9CE17ED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14540" name="Group 950">
                <a:extLst>
                  <a:ext uri="{FF2B5EF4-FFF2-40B4-BE49-F238E27FC236}">
                    <a16:creationId xmlns:a16="http://schemas.microsoft.com/office/drawing/2014/main" id="{78FA27D7-EDBE-9B42-BE48-BD8D91C4F4B1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214541" name="Freeform 951">
                  <a:extLst>
                    <a:ext uri="{FF2B5EF4-FFF2-40B4-BE49-F238E27FC236}">
                      <a16:creationId xmlns:a16="http://schemas.microsoft.com/office/drawing/2014/main" id="{BA79EE71-8A12-4640-8D04-F4A8C1152C6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42" name="Rectangle 952">
                  <a:extLst>
                    <a:ext uri="{FF2B5EF4-FFF2-40B4-BE49-F238E27FC236}">
                      <a16:creationId xmlns:a16="http://schemas.microsoft.com/office/drawing/2014/main" id="{5BF62D1C-48AC-7D48-95E1-670C967A2D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43" name="Freeform 953">
                  <a:extLst>
                    <a:ext uri="{FF2B5EF4-FFF2-40B4-BE49-F238E27FC236}">
                      <a16:creationId xmlns:a16="http://schemas.microsoft.com/office/drawing/2014/main" id="{934C90DD-A5EE-3248-B6FB-FA697019225E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44" name="Freeform 954">
                  <a:extLst>
                    <a:ext uri="{FF2B5EF4-FFF2-40B4-BE49-F238E27FC236}">
                      <a16:creationId xmlns:a16="http://schemas.microsoft.com/office/drawing/2014/main" id="{EFE7FF54-2122-3B4A-9237-801511A1E85A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45" name="Rectangle 955">
                  <a:extLst>
                    <a:ext uri="{FF2B5EF4-FFF2-40B4-BE49-F238E27FC236}">
                      <a16:creationId xmlns:a16="http://schemas.microsoft.com/office/drawing/2014/main" id="{AA2E6AFB-B64A-0F47-A889-468715B276E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546" name="Group 956">
                  <a:extLst>
                    <a:ext uri="{FF2B5EF4-FFF2-40B4-BE49-F238E27FC236}">
                      <a16:creationId xmlns:a16="http://schemas.microsoft.com/office/drawing/2014/main" id="{03D5C498-2613-CC40-9A1A-88B8C69DB4A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14571" name="AutoShape 957">
                    <a:extLst>
                      <a:ext uri="{FF2B5EF4-FFF2-40B4-BE49-F238E27FC236}">
                        <a16:creationId xmlns:a16="http://schemas.microsoft.com/office/drawing/2014/main" id="{91B8132F-1C0A-5A4C-88EE-B1FD03A61C5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572" name="AutoShape 958">
                    <a:extLst>
                      <a:ext uri="{FF2B5EF4-FFF2-40B4-BE49-F238E27FC236}">
                        <a16:creationId xmlns:a16="http://schemas.microsoft.com/office/drawing/2014/main" id="{AC41DB90-C49E-1142-883C-9F64F283D5D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547" name="Rectangle 959">
                  <a:extLst>
                    <a:ext uri="{FF2B5EF4-FFF2-40B4-BE49-F238E27FC236}">
                      <a16:creationId xmlns:a16="http://schemas.microsoft.com/office/drawing/2014/main" id="{3BFF5039-4721-2E4D-8E36-FCFE445AFDF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548" name="Group 960">
                  <a:extLst>
                    <a:ext uri="{FF2B5EF4-FFF2-40B4-BE49-F238E27FC236}">
                      <a16:creationId xmlns:a16="http://schemas.microsoft.com/office/drawing/2014/main" id="{01CD9547-2890-C74D-A640-EC13991ECC8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14569" name="AutoShape 961">
                    <a:extLst>
                      <a:ext uri="{FF2B5EF4-FFF2-40B4-BE49-F238E27FC236}">
                        <a16:creationId xmlns:a16="http://schemas.microsoft.com/office/drawing/2014/main" id="{4E7C2351-B99F-FE48-8432-49883E0F2A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570" name="AutoShape 962">
                    <a:extLst>
                      <a:ext uri="{FF2B5EF4-FFF2-40B4-BE49-F238E27FC236}">
                        <a16:creationId xmlns:a16="http://schemas.microsoft.com/office/drawing/2014/main" id="{70A705C3-0630-7743-85C8-3F5D10E564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549" name="Rectangle 963">
                  <a:extLst>
                    <a:ext uri="{FF2B5EF4-FFF2-40B4-BE49-F238E27FC236}">
                      <a16:creationId xmlns:a16="http://schemas.microsoft.com/office/drawing/2014/main" id="{4226CB1D-275D-024A-955F-6BC17F69C5A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50" name="Rectangle 964">
                  <a:extLst>
                    <a:ext uri="{FF2B5EF4-FFF2-40B4-BE49-F238E27FC236}">
                      <a16:creationId xmlns:a16="http://schemas.microsoft.com/office/drawing/2014/main" id="{3F11C6D0-E545-8C46-8D2B-C6F5E282E68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551" name="Group 965">
                  <a:extLst>
                    <a:ext uri="{FF2B5EF4-FFF2-40B4-BE49-F238E27FC236}">
                      <a16:creationId xmlns:a16="http://schemas.microsoft.com/office/drawing/2014/main" id="{6E742B3E-C6CE-9A42-9D1F-7A80FD035971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14567" name="AutoShape 966">
                    <a:extLst>
                      <a:ext uri="{FF2B5EF4-FFF2-40B4-BE49-F238E27FC236}">
                        <a16:creationId xmlns:a16="http://schemas.microsoft.com/office/drawing/2014/main" id="{26E60C4B-5F3A-244E-A71E-59C43916B1E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568" name="AutoShape 967">
                    <a:extLst>
                      <a:ext uri="{FF2B5EF4-FFF2-40B4-BE49-F238E27FC236}">
                        <a16:creationId xmlns:a16="http://schemas.microsoft.com/office/drawing/2014/main" id="{E3EAF3AD-8DFF-2048-882F-E23E3E9F30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552" name="Freeform 968">
                  <a:extLst>
                    <a:ext uri="{FF2B5EF4-FFF2-40B4-BE49-F238E27FC236}">
                      <a16:creationId xmlns:a16="http://schemas.microsoft.com/office/drawing/2014/main" id="{43AAD801-E54F-A840-B9B9-5106EC5D10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553" name="Group 969">
                  <a:extLst>
                    <a:ext uri="{FF2B5EF4-FFF2-40B4-BE49-F238E27FC236}">
                      <a16:creationId xmlns:a16="http://schemas.microsoft.com/office/drawing/2014/main" id="{284D7B7E-FA9C-4C42-B210-91742B8823E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14565" name="AutoShape 970">
                    <a:extLst>
                      <a:ext uri="{FF2B5EF4-FFF2-40B4-BE49-F238E27FC236}">
                        <a16:creationId xmlns:a16="http://schemas.microsoft.com/office/drawing/2014/main" id="{8FED6D26-E27C-5D41-88ED-BAD4B53B51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566" name="AutoShape 971">
                    <a:extLst>
                      <a:ext uri="{FF2B5EF4-FFF2-40B4-BE49-F238E27FC236}">
                        <a16:creationId xmlns:a16="http://schemas.microsoft.com/office/drawing/2014/main" id="{C8D2A46A-8F4E-9848-B2B2-4456B9EE1A0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554" name="Rectangle 972">
                  <a:extLst>
                    <a:ext uri="{FF2B5EF4-FFF2-40B4-BE49-F238E27FC236}">
                      <a16:creationId xmlns:a16="http://schemas.microsoft.com/office/drawing/2014/main" id="{67D5ECA4-557C-B845-86F6-AC44D0C0D18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55" name="Freeform 973">
                  <a:extLst>
                    <a:ext uri="{FF2B5EF4-FFF2-40B4-BE49-F238E27FC236}">
                      <a16:creationId xmlns:a16="http://schemas.microsoft.com/office/drawing/2014/main" id="{AF3298E6-C14C-CB46-8F61-E0E59FEADA76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56" name="Freeform 974">
                  <a:extLst>
                    <a:ext uri="{FF2B5EF4-FFF2-40B4-BE49-F238E27FC236}">
                      <a16:creationId xmlns:a16="http://schemas.microsoft.com/office/drawing/2014/main" id="{A56E4D83-9A3E-544A-BA23-873018E427A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57" name="Oval 975">
                  <a:extLst>
                    <a:ext uri="{FF2B5EF4-FFF2-40B4-BE49-F238E27FC236}">
                      <a16:creationId xmlns:a16="http://schemas.microsoft.com/office/drawing/2014/main" id="{AEF30947-F8A0-194F-B4BA-4AD952BE398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58" name="Freeform 976">
                  <a:extLst>
                    <a:ext uri="{FF2B5EF4-FFF2-40B4-BE49-F238E27FC236}">
                      <a16:creationId xmlns:a16="http://schemas.microsoft.com/office/drawing/2014/main" id="{68DA3ED0-277F-D841-85D5-AA483902579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59" name="AutoShape 977">
                  <a:extLst>
                    <a:ext uri="{FF2B5EF4-FFF2-40B4-BE49-F238E27FC236}">
                      <a16:creationId xmlns:a16="http://schemas.microsoft.com/office/drawing/2014/main" id="{E7834B2A-9B47-1041-9D90-15394F42B2C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60" name="AutoShape 978">
                  <a:extLst>
                    <a:ext uri="{FF2B5EF4-FFF2-40B4-BE49-F238E27FC236}">
                      <a16:creationId xmlns:a16="http://schemas.microsoft.com/office/drawing/2014/main" id="{02F3B69F-9FC0-ED46-95EA-40F27E1D120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61" name="Oval 979">
                  <a:extLst>
                    <a:ext uri="{FF2B5EF4-FFF2-40B4-BE49-F238E27FC236}">
                      <a16:creationId xmlns:a16="http://schemas.microsoft.com/office/drawing/2014/main" id="{4DE57B74-718C-334B-8B94-98CC94D5232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62" name="Oval 980">
                  <a:extLst>
                    <a:ext uri="{FF2B5EF4-FFF2-40B4-BE49-F238E27FC236}">
                      <a16:creationId xmlns:a16="http://schemas.microsoft.com/office/drawing/2014/main" id="{652A99B5-08D3-C64C-96C5-5ECCBF7E110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63" name="Oval 981">
                  <a:extLst>
                    <a:ext uri="{FF2B5EF4-FFF2-40B4-BE49-F238E27FC236}">
                      <a16:creationId xmlns:a16="http://schemas.microsoft.com/office/drawing/2014/main" id="{E9E54174-B84B-9146-8E65-121AE87CE6D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564" name="Rectangle 982">
                  <a:extLst>
                    <a:ext uri="{FF2B5EF4-FFF2-40B4-BE49-F238E27FC236}">
                      <a16:creationId xmlns:a16="http://schemas.microsoft.com/office/drawing/2014/main" id="{704EC13D-5637-0B42-BD20-1DE721BE161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214398" name="Group 15">
              <a:extLst>
                <a:ext uri="{FF2B5EF4-FFF2-40B4-BE49-F238E27FC236}">
                  <a16:creationId xmlns:a16="http://schemas.microsoft.com/office/drawing/2014/main" id="{D8E1866F-6854-DA47-9762-C14A87A4DEC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07615" y="4368892"/>
              <a:ext cx="990551" cy="731635"/>
              <a:chOff x="7707615" y="4368892"/>
              <a:chExt cx="990551" cy="731635"/>
            </a:xfrm>
          </p:grpSpPr>
          <p:pic>
            <p:nvPicPr>
              <p:cNvPr id="214439" name="Picture 14">
                <a:extLst>
                  <a:ext uri="{FF2B5EF4-FFF2-40B4-BE49-F238E27FC236}">
                    <a16:creationId xmlns:a16="http://schemas.microsoft.com/office/drawing/2014/main" id="{3BCD9759-5B21-114C-8761-09126950D3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771833" y="4640202"/>
                <a:ext cx="822008" cy="46032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grpSp>
            <p:nvGrpSpPr>
              <p:cNvPr id="214440" name="Group 249">
                <a:extLst>
                  <a:ext uri="{FF2B5EF4-FFF2-40B4-BE49-F238E27FC236}">
                    <a16:creationId xmlns:a16="http://schemas.microsoft.com/office/drawing/2014/main" id="{545A4638-7D8B-F449-B237-6472B9C5CF2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707615" y="4368892"/>
                <a:ext cx="225953" cy="395900"/>
                <a:chOff x="4140" y="429"/>
                <a:chExt cx="1425" cy="2396"/>
              </a:xfrm>
            </p:grpSpPr>
            <p:sp>
              <p:nvSpPr>
                <p:cNvPr id="214507" name="Freeform 250">
                  <a:extLst>
                    <a:ext uri="{FF2B5EF4-FFF2-40B4-BE49-F238E27FC236}">
                      <a16:creationId xmlns:a16="http://schemas.microsoft.com/office/drawing/2014/main" id="{FB58D26C-934D-1247-B2AC-3802534B971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9 w 354"/>
                    <a:gd name="T1" fmla="*/ 0 h 2742"/>
                    <a:gd name="T2" fmla="*/ 47 w 354"/>
                    <a:gd name="T3" fmla="*/ 66 h 2742"/>
                    <a:gd name="T4" fmla="*/ 46 w 354"/>
                    <a:gd name="T5" fmla="*/ 510 h 2742"/>
                    <a:gd name="T6" fmla="*/ 0 w 354"/>
                    <a:gd name="T7" fmla="*/ 534 h 2742"/>
                    <a:gd name="T8" fmla="*/ 9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1" name="Rectangle 251">
                  <a:extLst>
                    <a:ext uri="{FF2B5EF4-FFF2-40B4-BE49-F238E27FC236}">
                      <a16:creationId xmlns:a16="http://schemas.microsoft.com/office/drawing/2014/main" id="{65302C2E-3662-3D47-B457-2ABF58402C1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4" y="425"/>
                  <a:ext cx="1051" cy="2259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509" name="Freeform 252">
                  <a:extLst>
                    <a:ext uri="{FF2B5EF4-FFF2-40B4-BE49-F238E27FC236}">
                      <a16:creationId xmlns:a16="http://schemas.microsoft.com/office/drawing/2014/main" id="{A431C36B-24D9-1546-B351-A1FE2329624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29 w 211"/>
                    <a:gd name="T3" fmla="*/ 43 h 2537"/>
                    <a:gd name="T4" fmla="*/ 2 w 211"/>
                    <a:gd name="T5" fmla="*/ 48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10" name="Freeform 253">
                  <a:extLst>
                    <a:ext uri="{FF2B5EF4-FFF2-40B4-BE49-F238E27FC236}">
                      <a16:creationId xmlns:a16="http://schemas.microsoft.com/office/drawing/2014/main" id="{4383C380-326F-3C48-9ACE-950CF0D017E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45 w 328"/>
                    <a:gd name="T3" fmla="*/ 25 h 226"/>
                    <a:gd name="T4" fmla="*/ 45 w 328"/>
                    <a:gd name="T5" fmla="*/ 45 h 226"/>
                    <a:gd name="T6" fmla="*/ 0 w 328"/>
                    <a:gd name="T7" fmla="*/ 19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74" name="Rectangle 254">
                  <a:extLst>
                    <a:ext uri="{FF2B5EF4-FFF2-40B4-BE49-F238E27FC236}">
                      <a16:creationId xmlns:a16="http://schemas.microsoft.com/office/drawing/2014/main" id="{DCE11187-1669-A547-907A-C9F158F5E0D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4" y="685"/>
                  <a:ext cx="601" cy="4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512" name="Group 255">
                  <a:extLst>
                    <a:ext uri="{FF2B5EF4-FFF2-40B4-BE49-F238E27FC236}">
                      <a16:creationId xmlns:a16="http://schemas.microsoft.com/office/drawing/2014/main" id="{990375B8-5CF9-284F-9EF8-6B9193FD690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000" name="AutoShape 256">
                    <a:extLst>
                      <a:ext uri="{FF2B5EF4-FFF2-40B4-BE49-F238E27FC236}">
                        <a16:creationId xmlns:a16="http://schemas.microsoft.com/office/drawing/2014/main" id="{BCE01474-1697-9845-A36F-44B56DC3FB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46" y="2566"/>
                    <a:ext cx="725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01" name="AutoShape 257">
                    <a:extLst>
                      <a:ext uri="{FF2B5EF4-FFF2-40B4-BE49-F238E27FC236}">
                        <a16:creationId xmlns:a16="http://schemas.microsoft.com/office/drawing/2014/main" id="{E67735CE-42B1-0644-8805-47682EB2CEC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59" y="2584"/>
                    <a:ext cx="700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976" name="Rectangle 258">
                  <a:extLst>
                    <a:ext uri="{FF2B5EF4-FFF2-40B4-BE49-F238E27FC236}">
                      <a16:creationId xmlns:a16="http://schemas.microsoft.com/office/drawing/2014/main" id="{D1183BDC-3751-0D40-AF16-7EBEFA4716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012"/>
                  <a:ext cx="601" cy="4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514" name="Group 259">
                  <a:extLst>
                    <a:ext uri="{FF2B5EF4-FFF2-40B4-BE49-F238E27FC236}">
                      <a16:creationId xmlns:a16="http://schemas.microsoft.com/office/drawing/2014/main" id="{601517E3-C345-9B42-B1E3-85EB550F6D0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998" name="AutoShape 260">
                    <a:extLst>
                      <a:ext uri="{FF2B5EF4-FFF2-40B4-BE49-F238E27FC236}">
                        <a16:creationId xmlns:a16="http://schemas.microsoft.com/office/drawing/2014/main" id="{9BBD73B2-30D3-F543-9F93-BB96C0EA459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1" y="2566"/>
                    <a:ext cx="725" cy="14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999" name="AutoShape 261">
                    <a:extLst>
                      <a:ext uri="{FF2B5EF4-FFF2-40B4-BE49-F238E27FC236}">
                        <a16:creationId xmlns:a16="http://schemas.microsoft.com/office/drawing/2014/main" id="{C15B9CE5-6342-FC47-890E-3DE9B4B6C4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4" y="2586"/>
                    <a:ext cx="687" cy="10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978" name="Rectangle 262">
                  <a:extLst>
                    <a:ext uri="{FF2B5EF4-FFF2-40B4-BE49-F238E27FC236}">
                      <a16:creationId xmlns:a16="http://schemas.microsoft.com/office/drawing/2014/main" id="{08BF4B3F-334E-B84F-BD21-1D8E4CCAE1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4" y="1358"/>
                  <a:ext cx="591" cy="29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79" name="Rectangle 263">
                  <a:extLst>
                    <a:ext uri="{FF2B5EF4-FFF2-40B4-BE49-F238E27FC236}">
                      <a16:creationId xmlns:a16="http://schemas.microsoft.com/office/drawing/2014/main" id="{66868866-1B9E-2D47-AA03-F94E46A0DC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4" y="1627"/>
                  <a:ext cx="591" cy="4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517" name="Group 264">
                  <a:extLst>
                    <a:ext uri="{FF2B5EF4-FFF2-40B4-BE49-F238E27FC236}">
                      <a16:creationId xmlns:a16="http://schemas.microsoft.com/office/drawing/2014/main" id="{A0EE9E27-0661-B84B-8F3D-9C8510F4259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996" name="AutoShape 265">
                    <a:extLst>
                      <a:ext uri="{FF2B5EF4-FFF2-40B4-BE49-F238E27FC236}">
                        <a16:creationId xmlns:a16="http://schemas.microsoft.com/office/drawing/2014/main" id="{9DCA2718-B1F6-2244-AFCA-B960F4F6BC2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4" y="2568"/>
                    <a:ext cx="711" cy="11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997" name="AutoShape 266">
                    <a:extLst>
                      <a:ext uri="{FF2B5EF4-FFF2-40B4-BE49-F238E27FC236}">
                        <a16:creationId xmlns:a16="http://schemas.microsoft.com/office/drawing/2014/main" id="{9D04F19F-82C7-CD45-B603-E1678F4CA1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6" y="2585"/>
                    <a:ext cx="674" cy="8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214518" name="Freeform 267">
                  <a:extLst>
                    <a:ext uri="{FF2B5EF4-FFF2-40B4-BE49-F238E27FC236}">
                      <a16:creationId xmlns:a16="http://schemas.microsoft.com/office/drawing/2014/main" id="{1B0EF3F8-744F-5343-AEDA-4EA404B5047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45 w 328"/>
                    <a:gd name="T3" fmla="*/ 24 h 226"/>
                    <a:gd name="T4" fmla="*/ 45 w 328"/>
                    <a:gd name="T5" fmla="*/ 43 h 226"/>
                    <a:gd name="T6" fmla="*/ 0 w 328"/>
                    <a:gd name="T7" fmla="*/ 1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519" name="Group 268">
                  <a:extLst>
                    <a:ext uri="{FF2B5EF4-FFF2-40B4-BE49-F238E27FC236}">
                      <a16:creationId xmlns:a16="http://schemas.microsoft.com/office/drawing/2014/main" id="{6CDE9642-131D-C943-BED9-DE3B0D79D775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994" name="AutoShape 269">
                    <a:extLst>
                      <a:ext uri="{FF2B5EF4-FFF2-40B4-BE49-F238E27FC236}">
                        <a16:creationId xmlns:a16="http://schemas.microsoft.com/office/drawing/2014/main" id="{D4492096-351F-1B46-88EC-7C66E8E1122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46" y="2541"/>
                    <a:ext cx="698" cy="16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995" name="AutoShape 270">
                    <a:extLst>
                      <a:ext uri="{FF2B5EF4-FFF2-40B4-BE49-F238E27FC236}">
                        <a16:creationId xmlns:a16="http://schemas.microsoft.com/office/drawing/2014/main" id="{0EE67903-F639-F641-8C3D-290FEA9FDB2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59" y="2560"/>
                    <a:ext cx="661" cy="135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983" name="Rectangle 271">
                  <a:extLst>
                    <a:ext uri="{FF2B5EF4-FFF2-40B4-BE49-F238E27FC236}">
                      <a16:creationId xmlns:a16="http://schemas.microsoft.com/office/drawing/2014/main" id="{9B6F5948-7B18-7444-B017-378F820D7D58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56" y="425"/>
                  <a:ext cx="60" cy="2268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521" name="Freeform 272">
                  <a:extLst>
                    <a:ext uri="{FF2B5EF4-FFF2-40B4-BE49-F238E27FC236}">
                      <a16:creationId xmlns:a16="http://schemas.microsoft.com/office/drawing/2014/main" id="{74A0B2B4-82A1-D04F-A6F9-F637E9C3FA4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40 w 296"/>
                    <a:gd name="T3" fmla="*/ 27 h 256"/>
                    <a:gd name="T4" fmla="*/ 40 w 296"/>
                    <a:gd name="T5" fmla="*/ 49 h 256"/>
                    <a:gd name="T6" fmla="*/ 0 w 296"/>
                    <a:gd name="T7" fmla="*/ 18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522" name="Freeform 273">
                  <a:extLst>
                    <a:ext uri="{FF2B5EF4-FFF2-40B4-BE49-F238E27FC236}">
                      <a16:creationId xmlns:a16="http://schemas.microsoft.com/office/drawing/2014/main" id="{A674C7C3-A1F0-F047-85E4-D70E3B0FEB3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42 w 304"/>
                    <a:gd name="T3" fmla="*/ 32 h 288"/>
                    <a:gd name="T4" fmla="*/ 39 w 304"/>
                    <a:gd name="T5" fmla="*/ 57 h 288"/>
                    <a:gd name="T6" fmla="*/ 2 w 304"/>
                    <a:gd name="T7" fmla="*/ 24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6" name="Oval 274">
                  <a:extLst>
                    <a:ext uri="{FF2B5EF4-FFF2-40B4-BE49-F238E27FC236}">
                      <a16:creationId xmlns:a16="http://schemas.microsoft.com/office/drawing/2014/main" id="{3D83778D-962B-794B-AF8F-5038F5E4479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6" y="2588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524" name="Freeform 275">
                  <a:extLst>
                    <a:ext uri="{FF2B5EF4-FFF2-40B4-BE49-F238E27FC236}">
                      <a16:creationId xmlns:a16="http://schemas.microsoft.com/office/drawing/2014/main" id="{9AADAACB-A17A-6741-B747-5F9F17B9106D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21 h 240"/>
                    <a:gd name="T2" fmla="*/ 2 w 306"/>
                    <a:gd name="T3" fmla="*/ 48 h 240"/>
                    <a:gd name="T4" fmla="*/ 42 w 306"/>
                    <a:gd name="T5" fmla="*/ 22 h 240"/>
                    <a:gd name="T6" fmla="*/ 40 w 306"/>
                    <a:gd name="T7" fmla="*/ 0 h 240"/>
                    <a:gd name="T8" fmla="*/ 0 w 306"/>
                    <a:gd name="T9" fmla="*/ 21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988" name="AutoShape 276">
                  <a:extLst>
                    <a:ext uri="{FF2B5EF4-FFF2-40B4-BE49-F238E27FC236}">
                      <a16:creationId xmlns:a16="http://schemas.microsoft.com/office/drawing/2014/main" id="{D1AA7672-D337-5F4D-A5E3-73639F1FAF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4" y="2655"/>
                  <a:ext cx="1202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89" name="AutoShape 277">
                  <a:extLst>
                    <a:ext uri="{FF2B5EF4-FFF2-40B4-BE49-F238E27FC236}">
                      <a16:creationId xmlns:a16="http://schemas.microsoft.com/office/drawing/2014/main" id="{DA4DF090-AE22-A54B-B1AD-BCBE6BD640C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4" y="2684"/>
                  <a:ext cx="1071" cy="86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90" name="Oval 278">
                  <a:extLst>
                    <a:ext uri="{FF2B5EF4-FFF2-40B4-BE49-F238E27FC236}">
                      <a16:creationId xmlns:a16="http://schemas.microsoft.com/office/drawing/2014/main" id="{F221E6C5-36EF-6C48-A68C-81A3E096997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4" y="2357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91" name="Oval 279">
                  <a:extLst>
                    <a:ext uri="{FF2B5EF4-FFF2-40B4-BE49-F238E27FC236}">
                      <a16:creationId xmlns:a16="http://schemas.microsoft.com/office/drawing/2014/main" id="{3FAA8ECB-A278-8346-8C6D-8420A2CC891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5" y="2357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92" name="Oval 280">
                  <a:extLst>
                    <a:ext uri="{FF2B5EF4-FFF2-40B4-BE49-F238E27FC236}">
                      <a16:creationId xmlns:a16="http://schemas.microsoft.com/office/drawing/2014/main" id="{BA13D755-DBC5-9940-945C-18BC3EAF801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5" y="2357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993" name="Rectangle 281">
                  <a:extLst>
                    <a:ext uri="{FF2B5EF4-FFF2-40B4-BE49-F238E27FC236}">
                      <a16:creationId xmlns:a16="http://schemas.microsoft.com/office/drawing/2014/main" id="{281DE436-01CE-6245-9466-1E760328087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5" y="1809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214441" name="Group 249">
                <a:extLst>
                  <a:ext uri="{FF2B5EF4-FFF2-40B4-BE49-F238E27FC236}">
                    <a16:creationId xmlns:a16="http://schemas.microsoft.com/office/drawing/2014/main" id="{35F1932C-326D-0146-A9A4-DA9DFE91851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7939866" y="4369199"/>
                <a:ext cx="225953" cy="395900"/>
                <a:chOff x="4140" y="429"/>
                <a:chExt cx="1425" cy="2396"/>
              </a:xfrm>
            </p:grpSpPr>
            <p:sp>
              <p:nvSpPr>
                <p:cNvPr id="214475" name="Freeform 250">
                  <a:extLst>
                    <a:ext uri="{FF2B5EF4-FFF2-40B4-BE49-F238E27FC236}">
                      <a16:creationId xmlns:a16="http://schemas.microsoft.com/office/drawing/2014/main" id="{58CA36AC-C4F2-7143-8A51-7767B09075C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9 w 354"/>
                    <a:gd name="T1" fmla="*/ 0 h 2742"/>
                    <a:gd name="T2" fmla="*/ 47 w 354"/>
                    <a:gd name="T3" fmla="*/ 66 h 2742"/>
                    <a:gd name="T4" fmla="*/ 46 w 354"/>
                    <a:gd name="T5" fmla="*/ 510 h 2742"/>
                    <a:gd name="T6" fmla="*/ 0 w 354"/>
                    <a:gd name="T7" fmla="*/ 534 h 2742"/>
                    <a:gd name="T8" fmla="*/ 9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4" name="Rectangle 251">
                  <a:extLst>
                    <a:ext uri="{FF2B5EF4-FFF2-40B4-BE49-F238E27FC236}">
                      <a16:creationId xmlns:a16="http://schemas.microsoft.com/office/drawing/2014/main" id="{5BBE273B-E2F7-D042-A54D-C993852B4D3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7" y="404"/>
                  <a:ext cx="1051" cy="2307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477" name="Freeform 252">
                  <a:extLst>
                    <a:ext uri="{FF2B5EF4-FFF2-40B4-BE49-F238E27FC236}">
                      <a16:creationId xmlns:a16="http://schemas.microsoft.com/office/drawing/2014/main" id="{C776B47F-7FD8-B441-944A-621470F36FC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29 w 211"/>
                    <a:gd name="T3" fmla="*/ 43 h 2537"/>
                    <a:gd name="T4" fmla="*/ 2 w 211"/>
                    <a:gd name="T5" fmla="*/ 48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78" name="Freeform 253">
                  <a:extLst>
                    <a:ext uri="{FF2B5EF4-FFF2-40B4-BE49-F238E27FC236}">
                      <a16:creationId xmlns:a16="http://schemas.microsoft.com/office/drawing/2014/main" id="{8466434E-4A0E-504B-8FE4-D7613363DEE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45 w 328"/>
                    <a:gd name="T3" fmla="*/ 25 h 226"/>
                    <a:gd name="T4" fmla="*/ 45 w 328"/>
                    <a:gd name="T5" fmla="*/ 45 h 226"/>
                    <a:gd name="T6" fmla="*/ 0 w 328"/>
                    <a:gd name="T7" fmla="*/ 19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07" name="Rectangle 254">
                  <a:extLst>
                    <a:ext uri="{FF2B5EF4-FFF2-40B4-BE49-F238E27FC236}">
                      <a16:creationId xmlns:a16="http://schemas.microsoft.com/office/drawing/2014/main" id="{62B93510-50B3-9944-A74E-B4E7B09B011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7" y="693"/>
                  <a:ext cx="601" cy="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480" name="Group 255">
                  <a:extLst>
                    <a:ext uri="{FF2B5EF4-FFF2-40B4-BE49-F238E27FC236}">
                      <a16:creationId xmlns:a16="http://schemas.microsoft.com/office/drawing/2014/main" id="{BA5EECC9-0945-AB4F-B835-A1970B1AB57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033" name="AutoShape 256">
                    <a:extLst>
                      <a:ext uri="{FF2B5EF4-FFF2-40B4-BE49-F238E27FC236}">
                        <a16:creationId xmlns:a16="http://schemas.microsoft.com/office/drawing/2014/main" id="{193AEA28-F13F-C042-82FC-1733A7A6B80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564"/>
                    <a:ext cx="725" cy="12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34" name="AutoShape 257">
                    <a:extLst>
                      <a:ext uri="{FF2B5EF4-FFF2-40B4-BE49-F238E27FC236}">
                        <a16:creationId xmlns:a16="http://schemas.microsoft.com/office/drawing/2014/main" id="{78A4EFB8-9EC9-164C-A0D2-6A616DA96A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2"/>
                    <a:ext cx="700" cy="8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009" name="Rectangle 258">
                  <a:extLst>
                    <a:ext uri="{FF2B5EF4-FFF2-40B4-BE49-F238E27FC236}">
                      <a16:creationId xmlns:a16="http://schemas.microsoft.com/office/drawing/2014/main" id="{63FEDA8D-55C8-7F49-BC3C-444A45A9D5C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7" y="1019"/>
                  <a:ext cx="591" cy="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482" name="Group 259">
                  <a:extLst>
                    <a:ext uri="{FF2B5EF4-FFF2-40B4-BE49-F238E27FC236}">
                      <a16:creationId xmlns:a16="http://schemas.microsoft.com/office/drawing/2014/main" id="{3BEB1F80-FFE7-3546-8E7A-FBF3400E946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031" name="AutoShape 260">
                    <a:extLst>
                      <a:ext uri="{FF2B5EF4-FFF2-40B4-BE49-F238E27FC236}">
                        <a16:creationId xmlns:a16="http://schemas.microsoft.com/office/drawing/2014/main" id="{E38C416B-CFBE-9640-89DC-752097E578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5" cy="14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32" name="AutoShape 261">
                    <a:extLst>
                      <a:ext uri="{FF2B5EF4-FFF2-40B4-BE49-F238E27FC236}">
                        <a16:creationId xmlns:a16="http://schemas.microsoft.com/office/drawing/2014/main" id="{2D82F72C-6E9D-0B4B-8C62-1153FEA5EA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7" y="2584"/>
                    <a:ext cx="687" cy="10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011" name="Rectangle 262">
                  <a:extLst>
                    <a:ext uri="{FF2B5EF4-FFF2-40B4-BE49-F238E27FC236}">
                      <a16:creationId xmlns:a16="http://schemas.microsoft.com/office/drawing/2014/main" id="{8CEE0B6A-FBE5-1943-AE4A-4FC25DBD7DB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7" y="1356"/>
                  <a:ext cx="591" cy="4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12" name="Rectangle 263">
                  <a:extLst>
                    <a:ext uri="{FF2B5EF4-FFF2-40B4-BE49-F238E27FC236}">
                      <a16:creationId xmlns:a16="http://schemas.microsoft.com/office/drawing/2014/main" id="{C1C46E5B-0462-424F-BD79-914CF05F284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7" y="1654"/>
                  <a:ext cx="601" cy="4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485" name="Group 264">
                  <a:extLst>
                    <a:ext uri="{FF2B5EF4-FFF2-40B4-BE49-F238E27FC236}">
                      <a16:creationId xmlns:a16="http://schemas.microsoft.com/office/drawing/2014/main" id="{9AEA0B16-12AF-D24D-A5C8-F942794D7C9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029" name="AutoShape 265">
                    <a:extLst>
                      <a:ext uri="{FF2B5EF4-FFF2-40B4-BE49-F238E27FC236}">
                        <a16:creationId xmlns:a16="http://schemas.microsoft.com/office/drawing/2014/main" id="{CB620330-9C28-5D47-9603-8259AB9CF2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7" y="2566"/>
                    <a:ext cx="711" cy="142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30" name="AutoShape 266">
                    <a:extLst>
                      <a:ext uri="{FF2B5EF4-FFF2-40B4-BE49-F238E27FC236}">
                        <a16:creationId xmlns:a16="http://schemas.microsoft.com/office/drawing/2014/main" id="{32016C95-9717-D047-94D8-D0E99634C9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4"/>
                    <a:ext cx="674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214486" name="Freeform 267">
                  <a:extLst>
                    <a:ext uri="{FF2B5EF4-FFF2-40B4-BE49-F238E27FC236}">
                      <a16:creationId xmlns:a16="http://schemas.microsoft.com/office/drawing/2014/main" id="{ADEBFF28-FA5A-7845-B5DE-F597540D1D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45 w 328"/>
                    <a:gd name="T3" fmla="*/ 24 h 226"/>
                    <a:gd name="T4" fmla="*/ 45 w 328"/>
                    <a:gd name="T5" fmla="*/ 43 h 226"/>
                    <a:gd name="T6" fmla="*/ 0 w 328"/>
                    <a:gd name="T7" fmla="*/ 1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487" name="Group 268">
                  <a:extLst>
                    <a:ext uri="{FF2B5EF4-FFF2-40B4-BE49-F238E27FC236}">
                      <a16:creationId xmlns:a16="http://schemas.microsoft.com/office/drawing/2014/main" id="{6DAFC9B9-83CE-314E-9AA8-06487C5CE30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027" name="AutoShape 269">
                    <a:extLst>
                      <a:ext uri="{FF2B5EF4-FFF2-40B4-BE49-F238E27FC236}">
                        <a16:creationId xmlns:a16="http://schemas.microsoft.com/office/drawing/2014/main" id="{8D23CFC1-3A63-3D45-A5BB-EF2A6C7672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2" y="2568"/>
                    <a:ext cx="761" cy="135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28" name="AutoShape 270">
                    <a:extLst>
                      <a:ext uri="{FF2B5EF4-FFF2-40B4-BE49-F238E27FC236}">
                        <a16:creationId xmlns:a16="http://schemas.microsoft.com/office/drawing/2014/main" id="{E42888F7-E08A-234F-86B9-08D73E9726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3" cy="10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016" name="Rectangle 271">
                  <a:extLst>
                    <a:ext uri="{FF2B5EF4-FFF2-40B4-BE49-F238E27FC236}">
                      <a16:creationId xmlns:a16="http://schemas.microsoft.com/office/drawing/2014/main" id="{965FA2E4-5471-0644-9F81-AFBA51BB9AD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8" y="404"/>
                  <a:ext cx="70" cy="2316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489" name="Freeform 272">
                  <a:extLst>
                    <a:ext uri="{FF2B5EF4-FFF2-40B4-BE49-F238E27FC236}">
                      <a16:creationId xmlns:a16="http://schemas.microsoft.com/office/drawing/2014/main" id="{4BC223C0-AF49-B545-9700-0FBF226291B5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40 w 296"/>
                    <a:gd name="T3" fmla="*/ 27 h 256"/>
                    <a:gd name="T4" fmla="*/ 40 w 296"/>
                    <a:gd name="T5" fmla="*/ 49 h 256"/>
                    <a:gd name="T6" fmla="*/ 0 w 296"/>
                    <a:gd name="T7" fmla="*/ 18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90" name="Freeform 273">
                  <a:extLst>
                    <a:ext uri="{FF2B5EF4-FFF2-40B4-BE49-F238E27FC236}">
                      <a16:creationId xmlns:a16="http://schemas.microsoft.com/office/drawing/2014/main" id="{58C61B7B-4AA6-B841-AB95-504F8A45B79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42 w 304"/>
                    <a:gd name="T3" fmla="*/ 32 h 288"/>
                    <a:gd name="T4" fmla="*/ 39 w 304"/>
                    <a:gd name="T5" fmla="*/ 57 h 288"/>
                    <a:gd name="T6" fmla="*/ 2 w 304"/>
                    <a:gd name="T7" fmla="*/ 24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19" name="Oval 274">
                  <a:extLst>
                    <a:ext uri="{FF2B5EF4-FFF2-40B4-BE49-F238E27FC236}">
                      <a16:creationId xmlns:a16="http://schemas.microsoft.com/office/drawing/2014/main" id="{C784855E-AEB4-7749-814B-13BCBC7768FA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9" y="2615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492" name="Freeform 275">
                  <a:extLst>
                    <a:ext uri="{FF2B5EF4-FFF2-40B4-BE49-F238E27FC236}">
                      <a16:creationId xmlns:a16="http://schemas.microsoft.com/office/drawing/2014/main" id="{CF4060A2-E54A-BA49-9820-6A1D199513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21 h 240"/>
                    <a:gd name="T2" fmla="*/ 2 w 306"/>
                    <a:gd name="T3" fmla="*/ 48 h 240"/>
                    <a:gd name="T4" fmla="*/ 42 w 306"/>
                    <a:gd name="T5" fmla="*/ 22 h 240"/>
                    <a:gd name="T6" fmla="*/ 40 w 306"/>
                    <a:gd name="T7" fmla="*/ 0 h 240"/>
                    <a:gd name="T8" fmla="*/ 0 w 306"/>
                    <a:gd name="T9" fmla="*/ 21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21" name="AutoShape 276">
                  <a:extLst>
                    <a:ext uri="{FF2B5EF4-FFF2-40B4-BE49-F238E27FC236}">
                      <a16:creationId xmlns:a16="http://schemas.microsoft.com/office/drawing/2014/main" id="{37FC0FC9-727A-EC4C-8EC7-98D9C2A865E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37" y="2682"/>
                  <a:ext cx="1202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22" name="AutoShape 277">
                  <a:extLst>
                    <a:ext uri="{FF2B5EF4-FFF2-40B4-BE49-F238E27FC236}">
                      <a16:creationId xmlns:a16="http://schemas.microsoft.com/office/drawing/2014/main" id="{72D3770A-F36F-8B4A-8FF8-DACD723511A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7" y="2711"/>
                  <a:ext cx="1071" cy="8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23" name="Oval 278">
                  <a:extLst>
                    <a:ext uri="{FF2B5EF4-FFF2-40B4-BE49-F238E27FC236}">
                      <a16:creationId xmlns:a16="http://schemas.microsoft.com/office/drawing/2014/main" id="{E20F98A7-F69B-E74B-8FBF-9EA2B529A3D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7" y="2384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24" name="Oval 279">
                  <a:extLst>
                    <a:ext uri="{FF2B5EF4-FFF2-40B4-BE49-F238E27FC236}">
                      <a16:creationId xmlns:a16="http://schemas.microsoft.com/office/drawing/2014/main" id="{4E466273-2ADF-E349-88D5-2B6EEDFA38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7" y="2384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25" name="Oval 280">
                  <a:extLst>
                    <a:ext uri="{FF2B5EF4-FFF2-40B4-BE49-F238E27FC236}">
                      <a16:creationId xmlns:a16="http://schemas.microsoft.com/office/drawing/2014/main" id="{A0203193-3C0F-B547-9376-A3747E6818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4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26" name="Rectangle 281">
                  <a:extLst>
                    <a:ext uri="{FF2B5EF4-FFF2-40B4-BE49-F238E27FC236}">
                      <a16:creationId xmlns:a16="http://schemas.microsoft.com/office/drawing/2014/main" id="{622E5CFB-1FD5-FE4F-A8B3-4FDC9A6A165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8" y="1836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  <p:grpSp>
            <p:nvGrpSpPr>
              <p:cNvPr id="214442" name="Group 249">
                <a:extLst>
                  <a:ext uri="{FF2B5EF4-FFF2-40B4-BE49-F238E27FC236}">
                    <a16:creationId xmlns:a16="http://schemas.microsoft.com/office/drawing/2014/main" id="{76302BE8-DE92-F84D-BCFA-F53FD5F6A91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 flipH="1">
                <a:off x="8472213" y="4384408"/>
                <a:ext cx="225953" cy="395900"/>
                <a:chOff x="4140" y="429"/>
                <a:chExt cx="1425" cy="2396"/>
              </a:xfrm>
            </p:grpSpPr>
            <p:sp>
              <p:nvSpPr>
                <p:cNvPr id="214443" name="Freeform 250">
                  <a:extLst>
                    <a:ext uri="{FF2B5EF4-FFF2-40B4-BE49-F238E27FC236}">
                      <a16:creationId xmlns:a16="http://schemas.microsoft.com/office/drawing/2014/main" id="{D05C3500-37E9-8445-8053-751EA81CC7A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9 w 354"/>
                    <a:gd name="T1" fmla="*/ 0 h 2742"/>
                    <a:gd name="T2" fmla="*/ 47 w 354"/>
                    <a:gd name="T3" fmla="*/ 66 h 2742"/>
                    <a:gd name="T4" fmla="*/ 46 w 354"/>
                    <a:gd name="T5" fmla="*/ 510 h 2742"/>
                    <a:gd name="T6" fmla="*/ 0 w 354"/>
                    <a:gd name="T7" fmla="*/ 534 h 2742"/>
                    <a:gd name="T8" fmla="*/ 9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37" name="Rectangle 251">
                  <a:extLst>
                    <a:ext uri="{FF2B5EF4-FFF2-40B4-BE49-F238E27FC236}">
                      <a16:creationId xmlns:a16="http://schemas.microsoft.com/office/drawing/2014/main" id="{F1AF5770-7B2A-4842-A16F-49B0B3EEAA02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0" y="428"/>
                  <a:ext cx="1051" cy="2278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445" name="Freeform 252">
                  <a:extLst>
                    <a:ext uri="{FF2B5EF4-FFF2-40B4-BE49-F238E27FC236}">
                      <a16:creationId xmlns:a16="http://schemas.microsoft.com/office/drawing/2014/main" id="{FFEBF131-F741-FD40-99D6-A77188BEF402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29 w 211"/>
                    <a:gd name="T3" fmla="*/ 43 h 2537"/>
                    <a:gd name="T4" fmla="*/ 2 w 211"/>
                    <a:gd name="T5" fmla="*/ 48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0" t="0" r="r" b="b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46" name="Freeform 253">
                  <a:extLst>
                    <a:ext uri="{FF2B5EF4-FFF2-40B4-BE49-F238E27FC236}">
                      <a16:creationId xmlns:a16="http://schemas.microsoft.com/office/drawing/2014/main" id="{2700696E-48C2-014D-BBFB-F556CF419BF0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45 w 328"/>
                    <a:gd name="T3" fmla="*/ 25 h 226"/>
                    <a:gd name="T4" fmla="*/ 45 w 328"/>
                    <a:gd name="T5" fmla="*/ 45 h 226"/>
                    <a:gd name="T6" fmla="*/ 0 w 328"/>
                    <a:gd name="T7" fmla="*/ 19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40" name="Rectangle 254">
                  <a:extLst>
                    <a:ext uri="{FF2B5EF4-FFF2-40B4-BE49-F238E27FC236}">
                      <a16:creationId xmlns:a16="http://schemas.microsoft.com/office/drawing/2014/main" id="{1CF44EC9-2774-004D-9366-64CE185764B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87"/>
                  <a:ext cx="601" cy="4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448" name="Group 255">
                  <a:extLst>
                    <a:ext uri="{FF2B5EF4-FFF2-40B4-BE49-F238E27FC236}">
                      <a16:creationId xmlns:a16="http://schemas.microsoft.com/office/drawing/2014/main" id="{02FB440A-2D9A-A44D-8E86-4B3A8606E04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1066" name="AutoShape 256">
                    <a:extLst>
                      <a:ext uri="{FF2B5EF4-FFF2-40B4-BE49-F238E27FC236}">
                        <a16:creationId xmlns:a16="http://schemas.microsoft.com/office/drawing/2014/main" id="{FEBCA26C-A96D-A949-B3AE-6BAA2A83459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68"/>
                    <a:ext cx="725" cy="138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67" name="AutoShape 257">
                    <a:extLst>
                      <a:ext uri="{FF2B5EF4-FFF2-40B4-BE49-F238E27FC236}">
                        <a16:creationId xmlns:a16="http://schemas.microsoft.com/office/drawing/2014/main" id="{1C20A722-7739-BA49-8AD3-F5AC8D9C255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6"/>
                    <a:ext cx="700" cy="101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042" name="Rectangle 258">
                  <a:extLst>
                    <a:ext uri="{FF2B5EF4-FFF2-40B4-BE49-F238E27FC236}">
                      <a16:creationId xmlns:a16="http://schemas.microsoft.com/office/drawing/2014/main" id="{F691BD7F-A36F-4148-99D4-B21E74B84AF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14"/>
                  <a:ext cx="601" cy="4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450" name="Group 259">
                  <a:extLst>
                    <a:ext uri="{FF2B5EF4-FFF2-40B4-BE49-F238E27FC236}">
                      <a16:creationId xmlns:a16="http://schemas.microsoft.com/office/drawing/2014/main" id="{B54FA6C1-182C-3F40-8A70-A42ED10A3939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1064" name="AutoShape 260">
                    <a:extLst>
                      <a:ext uri="{FF2B5EF4-FFF2-40B4-BE49-F238E27FC236}">
                        <a16:creationId xmlns:a16="http://schemas.microsoft.com/office/drawing/2014/main" id="{046347E6-06C0-3F44-8231-155ACC094D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81" y="2569"/>
                    <a:ext cx="725" cy="14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65" name="AutoShape 261">
                    <a:extLst>
                      <a:ext uri="{FF2B5EF4-FFF2-40B4-BE49-F238E27FC236}">
                        <a16:creationId xmlns:a16="http://schemas.microsoft.com/office/drawing/2014/main" id="{0F1E9FDF-4204-484B-AAB6-9486F6F758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94" y="2589"/>
                    <a:ext cx="687" cy="100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044" name="Rectangle 262">
                  <a:extLst>
                    <a:ext uri="{FF2B5EF4-FFF2-40B4-BE49-F238E27FC236}">
                      <a16:creationId xmlns:a16="http://schemas.microsoft.com/office/drawing/2014/main" id="{001938B9-FAA2-6A4D-96CF-0421A182B86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60"/>
                  <a:ext cx="591" cy="3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45" name="Rectangle 263">
                  <a:extLst>
                    <a:ext uri="{FF2B5EF4-FFF2-40B4-BE49-F238E27FC236}">
                      <a16:creationId xmlns:a16="http://schemas.microsoft.com/office/drawing/2014/main" id="{9FA949CE-3603-CE44-94FA-7B36697ADD9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48"/>
                  <a:ext cx="591" cy="48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grpSp>
              <p:nvGrpSpPr>
                <p:cNvPr id="214453" name="Group 264">
                  <a:extLst>
                    <a:ext uri="{FF2B5EF4-FFF2-40B4-BE49-F238E27FC236}">
                      <a16:creationId xmlns:a16="http://schemas.microsoft.com/office/drawing/2014/main" id="{B07280F9-990B-5345-8393-50DC7B9DAF6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1062" name="AutoShape 265">
                    <a:extLst>
                      <a:ext uri="{FF2B5EF4-FFF2-40B4-BE49-F238E27FC236}">
                        <a16:creationId xmlns:a16="http://schemas.microsoft.com/office/drawing/2014/main" id="{E189DFB0-206B-4045-9998-1808928BEA7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09" y="2570"/>
                    <a:ext cx="686" cy="13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63" name="AutoShape 266">
                    <a:extLst>
                      <a:ext uri="{FF2B5EF4-FFF2-40B4-BE49-F238E27FC236}">
                        <a16:creationId xmlns:a16="http://schemas.microsoft.com/office/drawing/2014/main" id="{06A70B14-E14B-B84F-B481-2D76CC0AC3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1" y="2588"/>
                    <a:ext cx="649" cy="9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214454" name="Freeform 267">
                  <a:extLst>
                    <a:ext uri="{FF2B5EF4-FFF2-40B4-BE49-F238E27FC236}">
                      <a16:creationId xmlns:a16="http://schemas.microsoft.com/office/drawing/2014/main" id="{6ADFE9D1-7ACF-4543-9F11-D56CFAC414D7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45 w 328"/>
                    <a:gd name="T3" fmla="*/ 24 h 226"/>
                    <a:gd name="T4" fmla="*/ 45 w 328"/>
                    <a:gd name="T5" fmla="*/ 43 h 226"/>
                    <a:gd name="T6" fmla="*/ 0 w 328"/>
                    <a:gd name="T7" fmla="*/ 1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455" name="Group 268">
                  <a:extLst>
                    <a:ext uri="{FF2B5EF4-FFF2-40B4-BE49-F238E27FC236}">
                      <a16:creationId xmlns:a16="http://schemas.microsoft.com/office/drawing/2014/main" id="{38C52F42-3A47-9346-9D5C-8E2AC88345A3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1060" name="AutoShape 269">
                    <a:extLst>
                      <a:ext uri="{FF2B5EF4-FFF2-40B4-BE49-F238E27FC236}">
                        <a16:creationId xmlns:a16="http://schemas.microsoft.com/office/drawing/2014/main" id="{51B35F6C-C7ED-D94A-98D7-E3A65AB24B3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6" y="2543"/>
                    <a:ext cx="723" cy="163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061" name="AutoShape 270">
                    <a:extLst>
                      <a:ext uri="{FF2B5EF4-FFF2-40B4-BE49-F238E27FC236}">
                        <a16:creationId xmlns:a16="http://schemas.microsoft.com/office/drawing/2014/main" id="{62090D08-8FAA-E54D-AD6A-92AB5A60F21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9" y="2582"/>
                    <a:ext cx="686" cy="115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sp>
              <p:nvSpPr>
                <p:cNvPr id="1049" name="Rectangle 271">
                  <a:extLst>
                    <a:ext uri="{FF2B5EF4-FFF2-40B4-BE49-F238E27FC236}">
                      <a16:creationId xmlns:a16="http://schemas.microsoft.com/office/drawing/2014/main" id="{0B1CD020-CC14-4B43-B14F-0B040EFAAEC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51" y="428"/>
                  <a:ext cx="60" cy="2287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457" name="Freeform 272">
                  <a:extLst>
                    <a:ext uri="{FF2B5EF4-FFF2-40B4-BE49-F238E27FC236}">
                      <a16:creationId xmlns:a16="http://schemas.microsoft.com/office/drawing/2014/main" id="{210F67FC-77D0-104D-8E65-513959A55A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40 w 296"/>
                    <a:gd name="T3" fmla="*/ 27 h 256"/>
                    <a:gd name="T4" fmla="*/ 40 w 296"/>
                    <a:gd name="T5" fmla="*/ 49 h 256"/>
                    <a:gd name="T6" fmla="*/ 0 w 296"/>
                    <a:gd name="T7" fmla="*/ 18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58" name="Freeform 273">
                  <a:extLst>
                    <a:ext uri="{FF2B5EF4-FFF2-40B4-BE49-F238E27FC236}">
                      <a16:creationId xmlns:a16="http://schemas.microsoft.com/office/drawing/2014/main" id="{B18E5213-6144-5849-BAD7-C526BA656AE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42 w 304"/>
                    <a:gd name="T3" fmla="*/ 32 h 288"/>
                    <a:gd name="T4" fmla="*/ 39 w 304"/>
                    <a:gd name="T5" fmla="*/ 57 h 288"/>
                    <a:gd name="T6" fmla="*/ 2 w 304"/>
                    <a:gd name="T7" fmla="*/ 24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2" name="Oval 274">
                  <a:extLst>
                    <a:ext uri="{FF2B5EF4-FFF2-40B4-BE49-F238E27FC236}">
                      <a16:creationId xmlns:a16="http://schemas.microsoft.com/office/drawing/2014/main" id="{96F54578-92AC-674A-9F54-75115249781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2" y="2609"/>
                  <a:ext cx="50" cy="96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214460" name="Freeform 275">
                  <a:extLst>
                    <a:ext uri="{FF2B5EF4-FFF2-40B4-BE49-F238E27FC236}">
                      <a16:creationId xmlns:a16="http://schemas.microsoft.com/office/drawing/2014/main" id="{6E945926-057C-9543-BE63-D75A4488E438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21 h 240"/>
                    <a:gd name="T2" fmla="*/ 2 w 306"/>
                    <a:gd name="T3" fmla="*/ 48 h 240"/>
                    <a:gd name="T4" fmla="*/ 42 w 306"/>
                    <a:gd name="T5" fmla="*/ 22 h 240"/>
                    <a:gd name="T6" fmla="*/ 40 w 306"/>
                    <a:gd name="T7" fmla="*/ 0 h 240"/>
                    <a:gd name="T8" fmla="*/ 0 w 306"/>
                    <a:gd name="T9" fmla="*/ 21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0" t="0" r="r" b="b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1054" name="AutoShape 276">
                  <a:extLst>
                    <a:ext uri="{FF2B5EF4-FFF2-40B4-BE49-F238E27FC236}">
                      <a16:creationId xmlns:a16="http://schemas.microsoft.com/office/drawing/2014/main" id="{53B8A41D-1E4A-8B41-96FD-332302291D71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7"/>
                  <a:ext cx="1202" cy="144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55" name="AutoShape 277">
                  <a:extLst>
                    <a:ext uri="{FF2B5EF4-FFF2-40B4-BE49-F238E27FC236}">
                      <a16:creationId xmlns:a16="http://schemas.microsoft.com/office/drawing/2014/main" id="{8314FB35-6874-FF41-907C-0CEED28483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00" y="2705"/>
                  <a:ext cx="1071" cy="77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56" name="Oval 278">
                  <a:extLst>
                    <a:ext uri="{FF2B5EF4-FFF2-40B4-BE49-F238E27FC236}">
                      <a16:creationId xmlns:a16="http://schemas.microsoft.com/office/drawing/2014/main" id="{11F0D0AC-C1F8-5048-92EA-442EA334A9D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10" y="2379"/>
                  <a:ext cx="160" cy="144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57" name="Oval 279">
                  <a:extLst>
                    <a:ext uri="{FF2B5EF4-FFF2-40B4-BE49-F238E27FC236}">
                      <a16:creationId xmlns:a16="http://schemas.microsoft.com/office/drawing/2014/main" id="{00582064-967C-584D-9217-EFFA48369D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0" y="2379"/>
                  <a:ext cx="160" cy="144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58" name="Oval 280">
                  <a:extLst>
                    <a:ext uri="{FF2B5EF4-FFF2-40B4-BE49-F238E27FC236}">
                      <a16:creationId xmlns:a16="http://schemas.microsoft.com/office/drawing/2014/main" id="{38FC02B0-E1F8-0247-8E72-2A07612BE3A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61" y="2379"/>
                  <a:ext cx="160" cy="135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ffectLst/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chemeClr val="tx1"/>
                      </a:solidFill>
                      <a:round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  <p:sp>
              <p:nvSpPr>
                <p:cNvPr id="1059" name="Rectangle 281">
                  <a:extLst>
                    <a:ext uri="{FF2B5EF4-FFF2-40B4-BE49-F238E27FC236}">
                      <a16:creationId xmlns:a16="http://schemas.microsoft.com/office/drawing/2014/main" id="{1EE28A89-63F5-DF4C-84C8-9A84FAD8FCB3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1" y="1831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  <a:effectLst/>
                <a:extLst>
                  <a:ext uri="{AF507438-7753-43e0-B8FC-AC1667EBCBE1}">
                    <a14:hiddenEffects xmlns:a14="http://schemas.microsoft.com/office/drawing/2010/main" xmlns="">
                      <a:effectLst>
                        <a:outerShdw blurRad="63500" dist="38099" dir="2700000" algn="ctr" rotWithShape="0">
                          <a:schemeClr val="bg2">
                            <a:alpha val="74998"/>
                          </a:schemeClr>
                        </a:outerShdw>
                      </a:effectLst>
                    </a14:hiddenEffects>
                  </a:ext>
                </a:extLst>
              </p:spPr>
              <p:txBody>
                <a:bodyPr wrap="none" anchor="ctr"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+mn-cs"/>
                  </a:endParaRPr>
                </a:p>
              </p:txBody>
            </p:sp>
          </p:grpSp>
        </p:grpSp>
        <p:grpSp>
          <p:nvGrpSpPr>
            <p:cNvPr id="214399" name="Group 1068">
              <a:extLst>
                <a:ext uri="{FF2B5EF4-FFF2-40B4-BE49-F238E27FC236}">
                  <a16:creationId xmlns:a16="http://schemas.microsoft.com/office/drawing/2014/main" id="{8E402CA8-533B-1D4A-9CAE-4C31AA1D663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186941" y="5734675"/>
              <a:ext cx="347753" cy="680208"/>
              <a:chOff x="7923189" y="2486663"/>
              <a:chExt cx="360362" cy="884586"/>
            </a:xfrm>
          </p:grpSpPr>
          <p:pic>
            <p:nvPicPr>
              <p:cNvPr id="214405" name="Picture 3">
                <a:extLst>
                  <a:ext uri="{FF2B5EF4-FFF2-40B4-BE49-F238E27FC236}">
                    <a16:creationId xmlns:a16="http://schemas.microsoft.com/office/drawing/2014/main" id="{32733F9F-7586-5E4F-8834-78697C18047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043984" y="2486663"/>
                <a:ext cx="239567" cy="53652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214406" name="Group 950">
                <a:extLst>
                  <a:ext uri="{FF2B5EF4-FFF2-40B4-BE49-F238E27FC236}">
                    <a16:creationId xmlns:a16="http://schemas.microsoft.com/office/drawing/2014/main" id="{278CF83B-2727-E840-82D3-4E01DA472DC3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923189" y="2890236"/>
                <a:ext cx="227012" cy="481013"/>
                <a:chOff x="4140" y="429"/>
                <a:chExt cx="1425" cy="2396"/>
              </a:xfrm>
            </p:grpSpPr>
            <p:sp>
              <p:nvSpPr>
                <p:cNvPr id="214407" name="Freeform 951">
                  <a:extLst>
                    <a:ext uri="{FF2B5EF4-FFF2-40B4-BE49-F238E27FC236}">
                      <a16:creationId xmlns:a16="http://schemas.microsoft.com/office/drawing/2014/main" id="{8DCEAEB6-8B9F-A743-8291-D894DCB08AB9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68" y="433"/>
                  <a:ext cx="283" cy="2286"/>
                </a:xfrm>
                <a:custGeom>
                  <a:avLst/>
                  <a:gdLst>
                    <a:gd name="T0" fmla="*/ 3 w 354"/>
                    <a:gd name="T1" fmla="*/ 0 h 2742"/>
                    <a:gd name="T2" fmla="*/ 15 w 354"/>
                    <a:gd name="T3" fmla="*/ 27 h 2742"/>
                    <a:gd name="T4" fmla="*/ 15 w 354"/>
                    <a:gd name="T5" fmla="*/ 205 h 2742"/>
                    <a:gd name="T6" fmla="*/ 0 w 354"/>
                    <a:gd name="T7" fmla="*/ 215 h 2742"/>
                    <a:gd name="T8" fmla="*/ 3 w 354"/>
                    <a:gd name="T9" fmla="*/ 0 h 2742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54"/>
                    <a:gd name="T16" fmla="*/ 0 h 2742"/>
                    <a:gd name="T17" fmla="*/ 354 w 354"/>
                    <a:gd name="T18" fmla="*/ 2742 h 2742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54" h="2742">
                      <a:moveTo>
                        <a:pt x="63" y="0"/>
                      </a:moveTo>
                      <a:lnTo>
                        <a:pt x="354" y="339"/>
                      </a:lnTo>
                      <a:lnTo>
                        <a:pt x="346" y="2624"/>
                      </a:lnTo>
                      <a:lnTo>
                        <a:pt x="0" y="2742"/>
                      </a:lnTo>
                      <a:lnTo>
                        <a:pt x="63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08" name="Rectangle 952">
                  <a:extLst>
                    <a:ext uri="{FF2B5EF4-FFF2-40B4-BE49-F238E27FC236}">
                      <a16:creationId xmlns:a16="http://schemas.microsoft.com/office/drawing/2014/main" id="{0C24C977-81AA-D943-AC95-ECAABC46359F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429"/>
                  <a:ext cx="1046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09" name="Freeform 953">
                  <a:extLst>
                    <a:ext uri="{FF2B5EF4-FFF2-40B4-BE49-F238E27FC236}">
                      <a16:creationId xmlns:a16="http://schemas.microsoft.com/office/drawing/2014/main" id="{1AA76C4E-1179-9143-911B-B58CD9E12C91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21" y="570"/>
                  <a:ext cx="169" cy="2115"/>
                </a:xfrm>
                <a:custGeom>
                  <a:avLst/>
                  <a:gdLst>
                    <a:gd name="T0" fmla="*/ 2 w 211"/>
                    <a:gd name="T1" fmla="*/ 0 h 2537"/>
                    <a:gd name="T2" fmla="*/ 9 w 211"/>
                    <a:gd name="T3" fmla="*/ 18 h 2537"/>
                    <a:gd name="T4" fmla="*/ 2 w 211"/>
                    <a:gd name="T5" fmla="*/ 196 h 2537"/>
                    <a:gd name="T6" fmla="*/ 2 w 211"/>
                    <a:gd name="T7" fmla="*/ 0 h 2537"/>
                    <a:gd name="T8" fmla="*/ 0 60000 65536"/>
                    <a:gd name="T9" fmla="*/ 0 60000 65536"/>
                    <a:gd name="T10" fmla="*/ 0 60000 65536"/>
                    <a:gd name="T11" fmla="*/ 0 60000 65536"/>
                    <a:gd name="T12" fmla="*/ 0 w 211"/>
                    <a:gd name="T13" fmla="*/ 0 h 2537"/>
                    <a:gd name="T14" fmla="*/ 211 w 211"/>
                    <a:gd name="T15" fmla="*/ 2537 h 2537"/>
                  </a:gdLst>
                  <a:ahLst/>
                  <a:cxnLst>
                    <a:cxn ang="T8">
                      <a:pos x="T0" y="T1"/>
                    </a:cxn>
                    <a:cxn ang="T9">
                      <a:pos x="T2" y="T3"/>
                    </a:cxn>
                    <a:cxn ang="T10">
                      <a:pos x="T4" y="T5"/>
                    </a:cxn>
                    <a:cxn ang="T11">
                      <a:pos x="T6" y="T7"/>
                    </a:cxn>
                  </a:cxnLst>
                  <a:rect l="T12" t="T13" r="T14" b="T15"/>
                  <a:pathLst>
                    <a:path w="211" h="2537">
                      <a:moveTo>
                        <a:pt x="7" y="0"/>
                      </a:moveTo>
                      <a:cubicBezTo>
                        <a:pt x="7" y="0"/>
                        <a:pt x="57" y="28"/>
                        <a:pt x="211" y="218"/>
                      </a:cubicBezTo>
                      <a:cubicBezTo>
                        <a:pt x="0" y="1229"/>
                        <a:pt x="41" y="2537"/>
                        <a:pt x="7" y="2501"/>
                      </a:cubicBezTo>
                      <a:lnTo>
                        <a:pt x="7" y="0"/>
                      </a:lnTo>
                      <a:close/>
                    </a:path>
                  </a:pathLst>
                </a:custGeom>
                <a:gradFill rotWithShape="1">
                  <a:gsLst>
                    <a:gs pos="0">
                      <a:srgbClr val="808080"/>
                    </a:gs>
                    <a:gs pos="100000">
                      <a:srgbClr val="F8F8F8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10" name="Freeform 954">
                  <a:extLst>
                    <a:ext uri="{FF2B5EF4-FFF2-40B4-BE49-F238E27FC236}">
                      <a16:creationId xmlns:a16="http://schemas.microsoft.com/office/drawing/2014/main" id="{1EBF6E83-6A8C-7741-B346-DB75DFBE810C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4" y="1640"/>
                  <a:ext cx="263" cy="189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1 h 226"/>
                    <a:gd name="T4" fmla="*/ 14 w 328"/>
                    <a:gd name="T5" fmla="*/ 19 h 226"/>
                    <a:gd name="T6" fmla="*/ 0 w 328"/>
                    <a:gd name="T7" fmla="*/ 8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11" name="Rectangle 955">
                  <a:extLst>
                    <a:ext uri="{FF2B5EF4-FFF2-40B4-BE49-F238E27FC236}">
                      <a16:creationId xmlns:a16="http://schemas.microsoft.com/office/drawing/2014/main" id="{3C735847-0E2E-DB49-8559-785F4FF7CBB0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690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412" name="Group 956">
                  <a:extLst>
                    <a:ext uri="{FF2B5EF4-FFF2-40B4-BE49-F238E27FC236}">
                      <a16:creationId xmlns:a16="http://schemas.microsoft.com/office/drawing/2014/main" id="{95902300-E8B5-9B4C-B771-8D658CE5069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9" y="668"/>
                  <a:ext cx="581" cy="145"/>
                  <a:chOff x="614" y="2568"/>
                  <a:chExt cx="725" cy="139"/>
                </a:xfrm>
              </p:grpSpPr>
              <p:sp>
                <p:nvSpPr>
                  <p:cNvPr id="214437" name="AutoShape 957">
                    <a:extLst>
                      <a:ext uri="{FF2B5EF4-FFF2-40B4-BE49-F238E27FC236}">
                        <a16:creationId xmlns:a16="http://schemas.microsoft.com/office/drawing/2014/main" id="{D9BF973C-286D-6A4C-B74E-31C91AEB4C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66"/>
                    <a:ext cx="721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438" name="AutoShape 958">
                    <a:extLst>
                      <a:ext uri="{FF2B5EF4-FFF2-40B4-BE49-F238E27FC236}">
                        <a16:creationId xmlns:a16="http://schemas.microsoft.com/office/drawing/2014/main" id="{8A8F2273-F2F0-8246-8122-C389B0DB02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1"/>
                    <a:ext cx="696" cy="114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413" name="Rectangle 959">
                  <a:extLst>
                    <a:ext uri="{FF2B5EF4-FFF2-40B4-BE49-F238E27FC236}">
                      <a16:creationId xmlns:a16="http://schemas.microsoft.com/office/drawing/2014/main" id="{A215A618-2228-1E40-8380-BCFC36343595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022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414" name="Group 960">
                  <a:extLst>
                    <a:ext uri="{FF2B5EF4-FFF2-40B4-BE49-F238E27FC236}">
                      <a16:creationId xmlns:a16="http://schemas.microsoft.com/office/drawing/2014/main" id="{0CF5AE61-55C9-EE49-B017-931CF03BFE3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47" y="994"/>
                  <a:ext cx="581" cy="134"/>
                  <a:chOff x="614" y="2568"/>
                  <a:chExt cx="725" cy="139"/>
                </a:xfrm>
              </p:grpSpPr>
              <p:sp>
                <p:nvSpPr>
                  <p:cNvPr id="214435" name="AutoShape 961">
                    <a:extLst>
                      <a:ext uri="{FF2B5EF4-FFF2-40B4-BE49-F238E27FC236}">
                        <a16:creationId xmlns:a16="http://schemas.microsoft.com/office/drawing/2014/main" id="{51E98649-DA5D-F84C-9475-9029C4F2012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5" y="2564"/>
                    <a:ext cx="721" cy="139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436" name="AutoShape 962">
                    <a:extLst>
                      <a:ext uri="{FF2B5EF4-FFF2-40B4-BE49-F238E27FC236}">
                        <a16:creationId xmlns:a16="http://schemas.microsoft.com/office/drawing/2014/main" id="{56E6C1E0-4B5B-C042-ADE7-0B89FAB8E0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8" y="2581"/>
                    <a:ext cx="696" cy="107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415" name="Rectangle 963">
                  <a:extLst>
                    <a:ext uri="{FF2B5EF4-FFF2-40B4-BE49-F238E27FC236}">
                      <a16:creationId xmlns:a16="http://schemas.microsoft.com/office/drawing/2014/main" id="{97B4E582-7B38-FE4A-946C-21FE3ADE65F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20" y="1354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16" name="Rectangle 964">
                  <a:extLst>
                    <a:ext uri="{FF2B5EF4-FFF2-40B4-BE49-F238E27FC236}">
                      <a16:creationId xmlns:a16="http://schemas.microsoft.com/office/drawing/2014/main" id="{2EF7FE66-E052-6E4B-A967-C146A6E59C0D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30" y="1655"/>
                  <a:ext cx="598" cy="47"/>
                </a:xfrm>
                <a:prstGeom prst="rect">
                  <a:avLst/>
                </a:prstGeom>
                <a:solidFill>
                  <a:schemeClr val="tx1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grpSp>
              <p:nvGrpSpPr>
                <p:cNvPr id="214417" name="Group 965">
                  <a:extLst>
                    <a:ext uri="{FF2B5EF4-FFF2-40B4-BE49-F238E27FC236}">
                      <a16:creationId xmlns:a16="http://schemas.microsoft.com/office/drawing/2014/main" id="{9AAE0792-8C21-B647-8993-E880A752C0F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5" y="1627"/>
                  <a:ext cx="582" cy="151"/>
                  <a:chOff x="614" y="2568"/>
                  <a:chExt cx="725" cy="139"/>
                </a:xfrm>
              </p:grpSpPr>
              <p:sp>
                <p:nvSpPr>
                  <p:cNvPr id="214433" name="AutoShape 966">
                    <a:extLst>
                      <a:ext uri="{FF2B5EF4-FFF2-40B4-BE49-F238E27FC236}">
                        <a16:creationId xmlns:a16="http://schemas.microsoft.com/office/drawing/2014/main" id="{E27A401E-0185-E04D-9EE8-F250AB0DA8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8" y="2586"/>
                    <a:ext cx="720" cy="12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434" name="AutoShape 967">
                    <a:extLst>
                      <a:ext uri="{FF2B5EF4-FFF2-40B4-BE49-F238E27FC236}">
                        <a16:creationId xmlns:a16="http://schemas.microsoft.com/office/drawing/2014/main" id="{688D841D-D13F-5246-A020-C0FBA68E25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30" y="2586"/>
                    <a:ext cx="695" cy="10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418" name="Freeform 968">
                  <a:extLst>
                    <a:ext uri="{FF2B5EF4-FFF2-40B4-BE49-F238E27FC236}">
                      <a16:creationId xmlns:a16="http://schemas.microsoft.com/office/drawing/2014/main" id="{40C4AE9E-8D37-8549-92CC-40854D242C44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288" y="1354"/>
                  <a:ext cx="263" cy="188"/>
                </a:xfrm>
                <a:custGeom>
                  <a:avLst/>
                  <a:gdLst>
                    <a:gd name="T0" fmla="*/ 2 w 328"/>
                    <a:gd name="T1" fmla="*/ 0 h 226"/>
                    <a:gd name="T2" fmla="*/ 14 w 328"/>
                    <a:gd name="T3" fmla="*/ 10 h 226"/>
                    <a:gd name="T4" fmla="*/ 14 w 328"/>
                    <a:gd name="T5" fmla="*/ 17 h 226"/>
                    <a:gd name="T6" fmla="*/ 0 w 328"/>
                    <a:gd name="T7" fmla="*/ 7 h 226"/>
                    <a:gd name="T8" fmla="*/ 2 w 328"/>
                    <a:gd name="T9" fmla="*/ 0 h 22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28"/>
                    <a:gd name="T16" fmla="*/ 0 h 226"/>
                    <a:gd name="T17" fmla="*/ 328 w 328"/>
                    <a:gd name="T18" fmla="*/ 226 h 22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28" h="226">
                      <a:moveTo>
                        <a:pt x="4" y="0"/>
                      </a:moveTo>
                      <a:cubicBezTo>
                        <a:pt x="60" y="10"/>
                        <a:pt x="182" y="74"/>
                        <a:pt x="328" y="128"/>
                      </a:cubicBezTo>
                      <a:cubicBezTo>
                        <a:pt x="326" y="162"/>
                        <a:pt x="326" y="158"/>
                        <a:pt x="326" y="226"/>
                      </a:cubicBezTo>
                      <a:cubicBezTo>
                        <a:pt x="326" y="226"/>
                        <a:pt x="169" y="155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grpSp>
              <p:nvGrpSpPr>
                <p:cNvPr id="214419" name="Group 969">
                  <a:extLst>
                    <a:ext uri="{FF2B5EF4-FFF2-40B4-BE49-F238E27FC236}">
                      <a16:creationId xmlns:a16="http://schemas.microsoft.com/office/drawing/2014/main" id="{B0E06361-773E-594D-8BA8-A6BFEF56DAE7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739" y="1327"/>
                  <a:ext cx="582" cy="139"/>
                  <a:chOff x="614" y="2568"/>
                  <a:chExt cx="725" cy="139"/>
                </a:xfrm>
              </p:grpSpPr>
              <p:sp>
                <p:nvSpPr>
                  <p:cNvPr id="214431" name="AutoShape 970">
                    <a:extLst>
                      <a:ext uri="{FF2B5EF4-FFF2-40B4-BE49-F238E27FC236}">
                        <a16:creationId xmlns:a16="http://schemas.microsoft.com/office/drawing/2014/main" id="{A254F874-2C1A-A94F-B104-6B11A3B3FFF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13" y="2571"/>
                    <a:ext cx="732" cy="13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chemeClr val="tx1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432" name="AutoShape 971">
                    <a:extLst>
                      <a:ext uri="{FF2B5EF4-FFF2-40B4-BE49-F238E27FC236}">
                        <a16:creationId xmlns:a16="http://schemas.microsoft.com/office/drawing/2014/main" id="{63C57A66-FE2A-9B49-AC7A-28FE9BBFE9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625" y="2587"/>
                    <a:ext cx="720" cy="103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rgbClr val="0000FF"/>
                      </a:gs>
                      <a:gs pos="50000">
                        <a:srgbClr val="99CCFF"/>
                      </a:gs>
                      <a:gs pos="100000">
                        <a:srgbClr val="0000FF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  <p:sp>
              <p:nvSpPr>
                <p:cNvPr id="214420" name="Rectangle 972">
                  <a:extLst>
                    <a:ext uri="{FF2B5EF4-FFF2-40B4-BE49-F238E27FC236}">
                      <a16:creationId xmlns:a16="http://schemas.microsoft.com/office/drawing/2014/main" id="{41FC7717-503B-234E-8D7D-9022259F569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246" y="429"/>
                  <a:ext cx="70" cy="2285"/>
                </a:xfrm>
                <a:prstGeom prst="rect">
                  <a:avLst/>
                </a:prstGeom>
                <a:gradFill rotWithShape="1">
                  <a:gsLst>
                    <a:gs pos="0">
                      <a:srgbClr val="333333"/>
                    </a:gs>
                    <a:gs pos="50000">
                      <a:srgbClr val="DDDDDD"/>
                    </a:gs>
                    <a:gs pos="100000">
                      <a:srgbClr val="333333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21" name="Freeform 973">
                  <a:extLst>
                    <a:ext uri="{FF2B5EF4-FFF2-40B4-BE49-F238E27FC236}">
                      <a16:creationId xmlns:a16="http://schemas.microsoft.com/office/drawing/2014/main" id="{D2714405-2380-B44B-99CA-B0213CFA7F7B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2" y="1007"/>
                  <a:ext cx="237" cy="213"/>
                </a:xfrm>
                <a:custGeom>
                  <a:avLst/>
                  <a:gdLst>
                    <a:gd name="T0" fmla="*/ 2 w 296"/>
                    <a:gd name="T1" fmla="*/ 0 h 256"/>
                    <a:gd name="T2" fmla="*/ 14 w 296"/>
                    <a:gd name="T3" fmla="*/ 10 h 256"/>
                    <a:gd name="T4" fmla="*/ 14 w 296"/>
                    <a:gd name="T5" fmla="*/ 19 h 256"/>
                    <a:gd name="T6" fmla="*/ 0 w 296"/>
                    <a:gd name="T7" fmla="*/ 7 h 256"/>
                    <a:gd name="T8" fmla="*/ 2 w 296"/>
                    <a:gd name="T9" fmla="*/ 0 h 256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296"/>
                    <a:gd name="T16" fmla="*/ 0 h 256"/>
                    <a:gd name="T17" fmla="*/ 296 w 296"/>
                    <a:gd name="T18" fmla="*/ 256 h 256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296" h="256">
                      <a:moveTo>
                        <a:pt x="4" y="0"/>
                      </a:moveTo>
                      <a:cubicBezTo>
                        <a:pt x="55" y="10"/>
                        <a:pt x="144" y="68"/>
                        <a:pt x="292" y="144"/>
                      </a:cubicBezTo>
                      <a:cubicBezTo>
                        <a:pt x="290" y="178"/>
                        <a:pt x="296" y="188"/>
                        <a:pt x="296" y="256"/>
                      </a:cubicBezTo>
                      <a:cubicBezTo>
                        <a:pt x="296" y="256"/>
                        <a:pt x="160" y="176"/>
                        <a:pt x="0" y="100"/>
                      </a:cubicBezTo>
                      <a:cubicBezTo>
                        <a:pt x="0" y="48"/>
                        <a:pt x="4" y="17"/>
                        <a:pt x="4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22" name="Freeform 974">
                  <a:extLst>
                    <a:ext uri="{FF2B5EF4-FFF2-40B4-BE49-F238E27FC236}">
                      <a16:creationId xmlns:a16="http://schemas.microsoft.com/office/drawing/2014/main" id="{9F8F4988-F695-454E-9D54-EBC8E0AFDB0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15" y="680"/>
                  <a:ext cx="244" cy="240"/>
                </a:xfrm>
                <a:custGeom>
                  <a:avLst/>
                  <a:gdLst>
                    <a:gd name="T0" fmla="*/ 0 w 304"/>
                    <a:gd name="T1" fmla="*/ 0 h 288"/>
                    <a:gd name="T2" fmla="*/ 14 w 304"/>
                    <a:gd name="T3" fmla="*/ 13 h 288"/>
                    <a:gd name="T4" fmla="*/ 13 w 304"/>
                    <a:gd name="T5" fmla="*/ 23 h 288"/>
                    <a:gd name="T6" fmla="*/ 2 w 304"/>
                    <a:gd name="T7" fmla="*/ 10 h 288"/>
                    <a:gd name="T8" fmla="*/ 0 w 304"/>
                    <a:gd name="T9" fmla="*/ 0 h 288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4"/>
                    <a:gd name="T16" fmla="*/ 0 h 288"/>
                    <a:gd name="T17" fmla="*/ 304 w 304"/>
                    <a:gd name="T18" fmla="*/ 288 h 288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4" h="288">
                      <a:moveTo>
                        <a:pt x="0" y="0"/>
                      </a:moveTo>
                      <a:cubicBezTo>
                        <a:pt x="51" y="10"/>
                        <a:pt x="148" y="76"/>
                        <a:pt x="304" y="164"/>
                      </a:cubicBezTo>
                      <a:cubicBezTo>
                        <a:pt x="302" y="198"/>
                        <a:pt x="284" y="220"/>
                        <a:pt x="284" y="288"/>
                      </a:cubicBezTo>
                      <a:cubicBezTo>
                        <a:pt x="284" y="288"/>
                        <a:pt x="163" y="179"/>
                        <a:pt x="8" y="124"/>
                      </a:cubicBezTo>
                      <a:cubicBezTo>
                        <a:pt x="8" y="72"/>
                        <a:pt x="0" y="17"/>
                        <a:pt x="0" y="0"/>
                      </a:cubicBezTo>
                      <a:close/>
                    </a:path>
                  </a:pathLst>
                </a:custGeom>
                <a:gradFill rotWithShape="1">
                  <a:gsLst>
                    <a:gs pos="0">
                      <a:srgbClr val="292929"/>
                    </a:gs>
                    <a:gs pos="100000">
                      <a:srgbClr val="808080"/>
                    </a:gs>
                  </a:gsLst>
                  <a:lin ang="0" scaled="1"/>
                </a:gra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23" name="Oval 975">
                  <a:extLst>
                    <a:ext uri="{FF2B5EF4-FFF2-40B4-BE49-F238E27FC236}">
                      <a16:creationId xmlns:a16="http://schemas.microsoft.com/office/drawing/2014/main" id="{A24C5B25-D627-3649-8F12-A567A24A9B7B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515" y="2611"/>
                  <a:ext cx="50" cy="95"/>
                </a:xfrm>
                <a:prstGeom prst="ellipse">
                  <a:avLst/>
                </a:pr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24" name="Freeform 976">
                  <a:extLst>
                    <a:ext uri="{FF2B5EF4-FFF2-40B4-BE49-F238E27FC236}">
                      <a16:creationId xmlns:a16="http://schemas.microsoft.com/office/drawing/2014/main" id="{2F3F0CC0-1CC5-834C-90FF-5DEC703CFCF3}"/>
                    </a:ext>
                  </a:extLst>
                </p:cNvPr>
                <p:cNvSpPr>
                  <a:spLocks/>
                </p:cNvSpPr>
                <p:nvPr/>
              </p:nvSpPr>
              <p:spPr bwMode="auto">
                <a:xfrm>
                  <a:off x="5302" y="2614"/>
                  <a:ext cx="245" cy="200"/>
                </a:xfrm>
                <a:custGeom>
                  <a:avLst/>
                  <a:gdLst>
                    <a:gd name="T0" fmla="*/ 0 w 306"/>
                    <a:gd name="T1" fmla="*/ 9 h 240"/>
                    <a:gd name="T2" fmla="*/ 2 w 306"/>
                    <a:gd name="T3" fmla="*/ 19 h 240"/>
                    <a:gd name="T4" fmla="*/ 14 w 306"/>
                    <a:gd name="T5" fmla="*/ 9 h 240"/>
                    <a:gd name="T6" fmla="*/ 14 w 306"/>
                    <a:gd name="T7" fmla="*/ 0 h 240"/>
                    <a:gd name="T8" fmla="*/ 0 w 306"/>
                    <a:gd name="T9" fmla="*/ 9 h 240"/>
                    <a:gd name="T10" fmla="*/ 0 60000 65536"/>
                    <a:gd name="T11" fmla="*/ 0 60000 65536"/>
                    <a:gd name="T12" fmla="*/ 0 60000 65536"/>
                    <a:gd name="T13" fmla="*/ 0 60000 65536"/>
                    <a:gd name="T14" fmla="*/ 0 60000 65536"/>
                    <a:gd name="T15" fmla="*/ 0 w 306"/>
                    <a:gd name="T16" fmla="*/ 0 h 240"/>
                    <a:gd name="T17" fmla="*/ 306 w 306"/>
                    <a:gd name="T18" fmla="*/ 240 h 240"/>
                  </a:gdLst>
                  <a:ahLst/>
                  <a:cxnLst>
                    <a:cxn ang="T10">
                      <a:pos x="T0" y="T1"/>
                    </a:cxn>
                    <a:cxn ang="T11">
                      <a:pos x="T2" y="T3"/>
                    </a:cxn>
                    <a:cxn ang="T12">
                      <a:pos x="T4" y="T5"/>
                    </a:cxn>
                    <a:cxn ang="T13">
                      <a:pos x="T6" y="T7"/>
                    </a:cxn>
                    <a:cxn ang="T14">
                      <a:pos x="T8" y="T9"/>
                    </a:cxn>
                  </a:cxnLst>
                  <a:rect l="T15" t="T16" r="T17" b="T18"/>
                  <a:pathLst>
                    <a:path w="306" h="240">
                      <a:moveTo>
                        <a:pt x="0" y="106"/>
                      </a:moveTo>
                      <a:lnTo>
                        <a:pt x="2" y="240"/>
                      </a:lnTo>
                      <a:lnTo>
                        <a:pt x="306" y="110"/>
                      </a:lnTo>
                      <a:lnTo>
                        <a:pt x="300" y="0"/>
                      </a:lnTo>
                      <a:lnTo>
                        <a:pt x="0" y="106"/>
                      </a:lnTo>
                      <a:close/>
                    </a:path>
                  </a:pathLst>
                </a:custGeom>
                <a:solidFill>
                  <a:srgbClr val="3333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/>
                <a:lstStyle/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libri" panose="020F0502020204030204"/>
                    <a:ea typeface="+mn-ea"/>
                    <a:cs typeface="+mn-cs"/>
                  </a:endParaRPr>
                </a:p>
              </p:txBody>
            </p:sp>
            <p:sp>
              <p:nvSpPr>
                <p:cNvPr id="214425" name="AutoShape 977">
                  <a:extLst>
                    <a:ext uri="{FF2B5EF4-FFF2-40B4-BE49-F238E27FC236}">
                      <a16:creationId xmlns:a16="http://schemas.microsoft.com/office/drawing/2014/main" id="{9E9EBBD6-ABA3-CE41-873E-E25C8CD3C53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140" y="2675"/>
                  <a:ext cx="1196" cy="150"/>
                </a:xfrm>
                <a:prstGeom prst="roundRect">
                  <a:avLst>
                    <a:gd name="adj" fmla="val 50000"/>
                  </a:avLst>
                </a:prstGeom>
                <a:solidFill>
                  <a:srgbClr val="DDDDDD"/>
                </a:soli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26" name="AutoShape 978">
                  <a:extLst>
                    <a:ext uri="{FF2B5EF4-FFF2-40B4-BE49-F238E27FC236}">
                      <a16:creationId xmlns:a16="http://schemas.microsoft.com/office/drawing/2014/main" id="{DE66A82D-7F89-BA46-94BF-C440B325B83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210" y="2714"/>
                  <a:ext cx="1066" cy="79"/>
                </a:xfrm>
                <a:prstGeom prst="roundRect">
                  <a:avLst>
                    <a:gd name="adj" fmla="val 50000"/>
                  </a:avLst>
                </a:prstGeom>
                <a:gradFill rotWithShape="1">
                  <a:gsLst>
                    <a:gs pos="0">
                      <a:schemeClr val="tx2"/>
                    </a:gs>
                    <a:gs pos="100000">
                      <a:schemeClr val="bg2"/>
                    </a:gs>
                  </a:gsLst>
                  <a:lin ang="0" scaled="1"/>
                </a:gradFill>
                <a:ln w="9525">
                  <a:solidFill>
                    <a:schemeClr val="tx1"/>
                  </a:solidFill>
                  <a:round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27" name="Oval 979">
                  <a:extLst>
                    <a:ext uri="{FF2B5EF4-FFF2-40B4-BE49-F238E27FC236}">
                      <a16:creationId xmlns:a16="http://schemas.microsoft.com/office/drawing/2014/main" id="{8093C79D-2479-684D-9E42-329DA6A61D9E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309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28" name="Oval 980">
                  <a:extLst>
                    <a:ext uri="{FF2B5EF4-FFF2-40B4-BE49-F238E27FC236}">
                      <a16:creationId xmlns:a16="http://schemas.microsoft.com/office/drawing/2014/main" id="{C0BC531C-6E59-9446-B664-FDD8EBABB739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489" y="2382"/>
                  <a:ext cx="159" cy="142"/>
                </a:xfrm>
                <a:prstGeom prst="ellipse">
                  <a:avLst/>
                </a:prstGeom>
                <a:solidFill>
                  <a:srgbClr val="FF0000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1800" b="0" i="0" u="none" strike="noStrike" kern="120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29" name="Oval 981">
                  <a:extLst>
                    <a:ext uri="{FF2B5EF4-FFF2-40B4-BE49-F238E27FC236}">
                      <a16:creationId xmlns:a16="http://schemas.microsoft.com/office/drawing/2014/main" id="{E9ED9C0E-3190-1C40-93DB-19A88E9CD086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4658" y="2382"/>
                  <a:ext cx="159" cy="142"/>
                </a:xfrm>
                <a:prstGeom prst="ellipse">
                  <a:avLst/>
                </a:prstGeom>
                <a:solidFill>
                  <a:srgbClr val="33CC33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round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214430" name="Rectangle 982">
                  <a:extLst>
                    <a:ext uri="{FF2B5EF4-FFF2-40B4-BE49-F238E27FC236}">
                      <a16:creationId xmlns:a16="http://schemas.microsoft.com/office/drawing/2014/main" id="{541C1A9C-C313-D944-991B-F15BF1E1A467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5067" y="1837"/>
                  <a:ext cx="80" cy="759"/>
                </a:xfrm>
                <a:prstGeom prst="rect">
                  <a:avLst/>
                </a:prstGeom>
                <a:solidFill>
                  <a:srgbClr val="292929"/>
                </a:solidFill>
                <a:ln w="9525">
                  <a:solidFill>
                    <a:schemeClr val="tx1"/>
                  </a:solidFill>
                  <a:miter lim="800000"/>
                  <a:headEnd/>
                  <a:tailEnd/>
                </a:ln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</p:grpSp>
        </p:grpSp>
        <p:grpSp>
          <p:nvGrpSpPr>
            <p:cNvPr id="214400" name="Group 3">
              <a:extLst>
                <a:ext uri="{FF2B5EF4-FFF2-40B4-BE49-F238E27FC236}">
                  <a16:creationId xmlns:a16="http://schemas.microsoft.com/office/drawing/2014/main" id="{324EDE22-2FBE-CD4B-87F5-3AFE46AE84B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39215" y="4827099"/>
              <a:ext cx="875523" cy="506826"/>
              <a:chOff x="439215" y="4827099"/>
              <a:chExt cx="875523" cy="506826"/>
            </a:xfrm>
          </p:grpSpPr>
          <p:grpSp>
            <p:nvGrpSpPr>
              <p:cNvPr id="214401" name="Group 418">
                <a:extLst>
                  <a:ext uri="{FF2B5EF4-FFF2-40B4-BE49-F238E27FC236}">
                    <a16:creationId xmlns:a16="http://schemas.microsoft.com/office/drawing/2014/main" id="{5EBBB6C8-77B2-BA46-8116-9CC4F54F533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9215" y="4827099"/>
                <a:ext cx="875523" cy="506826"/>
                <a:chOff x="2889" y="1631"/>
                <a:chExt cx="980" cy="743"/>
              </a:xfrm>
            </p:grpSpPr>
            <p:sp>
              <p:nvSpPr>
                <p:cNvPr id="214403" name="Rectangle 419">
                  <a:extLst>
                    <a:ext uri="{FF2B5EF4-FFF2-40B4-BE49-F238E27FC236}">
                      <a16:creationId xmlns:a16="http://schemas.microsoft.com/office/drawing/2014/main" id="{2E581D98-6885-D344-B42F-A717F5B85044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3046" y="1841"/>
                  <a:ext cx="663" cy="533"/>
                </a:xfrm>
                <a:prstGeom prst="rect">
                  <a:avLst/>
                </a:prstGeom>
                <a:solidFill>
                  <a:schemeClr val="bg2"/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>
                  <a:lvl1pPr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1pPr>
                  <a:lvl2pPr marL="742950" indent="-28575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2pPr>
                  <a:lvl3pPr marL="11430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3pPr>
                  <a:lvl4pPr marL="16002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4pPr>
                  <a:lvl5pPr marL="2057400" indent="-228600"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5pPr>
                  <a:lvl6pPr marL="25146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6pPr>
                  <a:lvl7pPr marL="29718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7pPr>
                  <a:lvl8pPr marL="34290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8pPr>
                  <a:lvl9pPr marL="3886200" indent="-228600" eaLnBrk="0" fontAlgn="base" hangingPunct="0">
                    <a:spcBef>
                      <a:spcPct val="20000"/>
                    </a:spcBef>
                    <a:spcAft>
                      <a:spcPct val="0"/>
                    </a:spcAft>
                    <a:buClr>
                      <a:schemeClr val="accent2"/>
                    </a:buClr>
                    <a:buSzPct val="85000"/>
                    <a:buFont typeface="ZapfDingbats" charset="2"/>
                    <a:defRPr sz="2000">
                      <a:solidFill>
                        <a:schemeClr val="tx1"/>
                      </a:solidFill>
                      <a:latin typeface="Arial" panose="020B0604020202020204" pitchFamily="34" charset="0"/>
                      <a:ea typeface="ＭＳ Ｐゴシック" panose="020B0600070205080204" pitchFamily="34" charset="-128"/>
                    </a:defRPr>
                  </a:lvl9pPr>
                </a:lstStyle>
                <a:p>
                  <a:pPr marL="0" marR="0" lvl="0" indent="0" algn="l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altLang="en-US" sz="2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endParaRPr>
                </a:p>
              </p:txBody>
            </p:sp>
            <p:sp>
              <p:nvSpPr>
                <p:cNvPr id="35249" name="AutoShape 420">
                  <a:extLst>
                    <a:ext uri="{FF2B5EF4-FFF2-40B4-BE49-F238E27FC236}">
                      <a16:creationId xmlns:a16="http://schemas.microsoft.com/office/drawing/2014/main" id="{7543A277-20B6-4B4B-88B3-775CB6CE92FC}"/>
                    </a:ext>
                  </a:extLst>
                </p:cNvPr>
                <p:cNvSpPr>
                  <a:spLocks noChangeArrowheads="1"/>
                </p:cNvSpPr>
                <p:nvPr/>
              </p:nvSpPr>
              <p:spPr bwMode="auto">
                <a:xfrm>
                  <a:off x="2889" y="1631"/>
                  <a:ext cx="976" cy="254"/>
                </a:xfrm>
                <a:prstGeom prst="triangle">
                  <a:avLst>
                    <a:gd name="adj" fmla="val 5000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noFill/>
                </a:ln>
                <a:extLst>
                  <a:ext uri="{91240B29-F687-4f45-9708-019B960494DF}">
                    <a14:hiddenLine xmlns:a14="http://schemas.microsoft.com/office/drawing/2010/main" xmlns="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  <p:txBody>
                <a:bodyPr wrap="none" anchor="ctr"/>
                <a:lstStyle/>
                <a:p>
                  <a:pPr marL="0" marR="0" lvl="0" indent="0" algn="ctr" defTabSz="914400" rtl="0" eaLnBrk="1" fontAlgn="auto" latinLnBrk="0" hangingPunct="1">
                    <a:lnSpc>
                      <a:spcPct val="100000"/>
                    </a:lnSpc>
                    <a:spcBef>
                      <a:spcPct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en-US" sz="2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CCFF"/>
                    </a:solidFill>
                    <a:effectLst/>
                    <a:uLnTx/>
                    <a:uFillTx/>
                    <a:latin typeface="Arial" charset="0"/>
                    <a:ea typeface="ＭＳ Ｐゴシック" charset="0"/>
                    <a:cs typeface="ＭＳ Ｐゴシック" charset="0"/>
                  </a:endParaRPr>
                </a:p>
              </p:txBody>
            </p:sp>
          </p:grpSp>
          <p:pic>
            <p:nvPicPr>
              <p:cNvPr id="214402" name="Picture 9">
                <a:extLst>
                  <a:ext uri="{FF2B5EF4-FFF2-40B4-BE49-F238E27FC236}">
                    <a16:creationId xmlns:a16="http://schemas.microsoft.com/office/drawing/2014/main" id="{84AFFF33-43DD-D448-9B8B-7C7762B494CB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83109" y="5014480"/>
                <a:ext cx="405029" cy="29083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663E03E5-A035-FA4B-96FB-1DB1173EACF5}"/>
              </a:ext>
            </a:extLst>
          </p:cNvPr>
          <p:cNvGrpSpPr>
            <a:grpSpLocks/>
          </p:cNvGrpSpPr>
          <p:nvPr/>
        </p:nvGrpSpPr>
        <p:grpSpPr bwMode="auto">
          <a:xfrm>
            <a:off x="1949451" y="1181101"/>
            <a:ext cx="8258175" cy="5427663"/>
            <a:chOff x="425291" y="1016574"/>
            <a:chExt cx="8258951" cy="5427438"/>
          </a:xfrm>
        </p:grpSpPr>
        <p:grpSp>
          <p:nvGrpSpPr>
            <p:cNvPr id="214030" name="Group 7">
              <a:extLst>
                <a:ext uri="{FF2B5EF4-FFF2-40B4-BE49-F238E27FC236}">
                  <a16:creationId xmlns:a16="http://schemas.microsoft.com/office/drawing/2014/main" id="{A4AF4A7E-AAF4-534C-ABAC-8465AF89D6B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61857" y="1488950"/>
              <a:ext cx="7326607" cy="4955062"/>
              <a:chOff x="861857" y="1488950"/>
              <a:chExt cx="7326607" cy="4955062"/>
            </a:xfrm>
          </p:grpSpPr>
          <p:cxnSp>
            <p:nvCxnSpPr>
              <p:cNvPr id="214383" name="Straight Connector 6">
                <a:extLst>
                  <a:ext uri="{FF2B5EF4-FFF2-40B4-BE49-F238E27FC236}">
                    <a16:creationId xmlns:a16="http://schemas.microsoft.com/office/drawing/2014/main" id="{9512D778-123C-7140-9209-CBA6A43BC19E}"/>
                  </a:ext>
                </a:extLst>
              </p:cNvPr>
              <p:cNvCxnSpPr>
                <a:cxnSpLocks noChangeShapeType="1"/>
                <a:stCxn id="214402" idx="2"/>
              </p:cNvCxnSpPr>
              <p:nvPr/>
            </p:nvCxnSpPr>
            <p:spPr bwMode="auto">
              <a:xfrm flipH="1" flipV="1">
                <a:off x="861857" y="2766634"/>
                <a:ext cx="24132" cy="237025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384" name="Straight Connector 786">
                <a:extLst>
                  <a:ext uri="{FF2B5EF4-FFF2-40B4-BE49-F238E27FC236}">
                    <a16:creationId xmlns:a16="http://schemas.microsoft.com/office/drawing/2014/main" id="{B2301258-B27E-2F44-9382-9A623C4D7000}"/>
                  </a:ext>
                </a:extLst>
              </p:cNvPr>
              <p:cNvCxnSpPr>
                <a:cxnSpLocks noChangeShapeType="1"/>
                <a:stCxn id="214712" idx="2"/>
              </p:cNvCxnSpPr>
              <p:nvPr/>
            </p:nvCxnSpPr>
            <p:spPr bwMode="auto">
              <a:xfrm flipV="1">
                <a:off x="1769891" y="1936350"/>
                <a:ext cx="381" cy="241375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385" name="Straight Connector 787">
                <a:extLst>
                  <a:ext uri="{FF2B5EF4-FFF2-40B4-BE49-F238E27FC236}">
                    <a16:creationId xmlns:a16="http://schemas.microsoft.com/office/drawing/2014/main" id="{7B952022-194E-AF45-BA8F-F3BA1517842D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2209958" y="3252851"/>
                <a:ext cx="0" cy="2539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386" name="Straight Connector 788">
                <a:extLst>
                  <a:ext uri="{FF2B5EF4-FFF2-40B4-BE49-F238E27FC236}">
                    <a16:creationId xmlns:a16="http://schemas.microsoft.com/office/drawing/2014/main" id="{DA4CF229-090E-D040-A819-79B58CD0D157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3314938" y="3904152"/>
                <a:ext cx="0" cy="2539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387" name="Straight Connector 789">
                <a:extLst>
                  <a:ext uri="{FF2B5EF4-FFF2-40B4-BE49-F238E27FC236}">
                    <a16:creationId xmlns:a16="http://schemas.microsoft.com/office/drawing/2014/main" id="{F1FD2E17-FCFD-7A49-80F1-F0132E422F6F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4465279" y="1488950"/>
                <a:ext cx="0" cy="2539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388" name="Straight Connector 791">
                <a:extLst>
                  <a:ext uri="{FF2B5EF4-FFF2-40B4-BE49-F238E27FC236}">
                    <a16:creationId xmlns:a16="http://schemas.microsoft.com/office/drawing/2014/main" id="{F2AA9CB3-A15F-6A4F-BD49-8C86FD328DF0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5162011" y="3561357"/>
                <a:ext cx="0" cy="2539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389" name="Straight Connector 967">
                <a:extLst>
                  <a:ext uri="{FF2B5EF4-FFF2-40B4-BE49-F238E27FC236}">
                    <a16:creationId xmlns:a16="http://schemas.microsoft.com/office/drawing/2014/main" id="{1A84D6ED-7888-4649-8F9A-6F97B339F199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6130907" y="1778447"/>
                <a:ext cx="0" cy="2539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390" name="Straight Connector 1067">
                <a:extLst>
                  <a:ext uri="{FF2B5EF4-FFF2-40B4-BE49-F238E27FC236}">
                    <a16:creationId xmlns:a16="http://schemas.microsoft.com/office/drawing/2014/main" id="{6E0210E8-9E52-B64F-AB77-2FE66D785BB6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8188464" y="2384037"/>
                <a:ext cx="0" cy="2539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  <p:cxnSp>
            <p:nvCxnSpPr>
              <p:cNvPr id="214391" name="Straight Connector 1103">
                <a:extLst>
                  <a:ext uri="{FF2B5EF4-FFF2-40B4-BE49-F238E27FC236}">
                    <a16:creationId xmlns:a16="http://schemas.microsoft.com/office/drawing/2014/main" id="{4BD7FE31-973D-2149-85C0-0E13ED55A48A}"/>
                  </a:ext>
                </a:extLst>
              </p:cNvPr>
              <p:cNvCxnSpPr>
                <a:cxnSpLocks noChangeShapeType="1"/>
              </p:cNvCxnSpPr>
              <p:nvPr/>
            </p:nvCxnSpPr>
            <p:spPr bwMode="auto">
              <a:xfrm flipV="1">
                <a:off x="7267323" y="3880001"/>
                <a:ext cx="0" cy="253986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cxnSp>
        </p:grpSp>
        <p:grpSp>
          <p:nvGrpSpPr>
            <p:cNvPr id="214031" name="Group 1104">
              <a:extLst>
                <a:ext uri="{FF2B5EF4-FFF2-40B4-BE49-F238E27FC236}">
                  <a16:creationId xmlns:a16="http://schemas.microsoft.com/office/drawing/2014/main" id="{765F4DA0-16C7-9A4A-BC15-42B419D784ED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25291" y="1016574"/>
              <a:ext cx="8258951" cy="2901368"/>
              <a:chOff x="439215" y="3555216"/>
              <a:chExt cx="8258951" cy="2901368"/>
            </a:xfrm>
          </p:grpSpPr>
          <p:grpSp>
            <p:nvGrpSpPr>
              <p:cNvPr id="214032" name="Group 1105">
                <a:extLst>
                  <a:ext uri="{FF2B5EF4-FFF2-40B4-BE49-F238E27FC236}">
                    <a16:creationId xmlns:a16="http://schemas.microsoft.com/office/drawing/2014/main" id="{E694307B-217B-FB40-81BB-A309B6A9FADA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1678362" y="385514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14349" name="Picture 3">
                  <a:extLst>
                    <a:ext uri="{FF2B5EF4-FFF2-40B4-BE49-F238E27FC236}">
                      <a16:creationId xmlns:a16="http://schemas.microsoft.com/office/drawing/2014/main" id="{A5775926-AFE6-1449-9A27-5441A654C9E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214350" name="Group 950">
                  <a:extLst>
                    <a:ext uri="{FF2B5EF4-FFF2-40B4-BE49-F238E27FC236}">
                      <a16:creationId xmlns:a16="http://schemas.microsoft.com/office/drawing/2014/main" id="{38CC53F0-B414-2E4E-8986-2F7DDC5D0D8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14351" name="Freeform 951">
                    <a:extLst>
                      <a:ext uri="{FF2B5EF4-FFF2-40B4-BE49-F238E27FC236}">
                        <a16:creationId xmlns:a16="http://schemas.microsoft.com/office/drawing/2014/main" id="{1D940CF4-9ED0-F04D-B582-4A54E780ED7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52" name="Rectangle 952">
                    <a:extLst>
                      <a:ext uri="{FF2B5EF4-FFF2-40B4-BE49-F238E27FC236}">
                        <a16:creationId xmlns:a16="http://schemas.microsoft.com/office/drawing/2014/main" id="{5C864C79-25E8-8D48-A1F0-E6D2174CB77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53" name="Freeform 953">
                    <a:extLst>
                      <a:ext uri="{FF2B5EF4-FFF2-40B4-BE49-F238E27FC236}">
                        <a16:creationId xmlns:a16="http://schemas.microsoft.com/office/drawing/2014/main" id="{F9230EA0-40F1-F944-A1C8-C87B9C4B311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54" name="Freeform 954">
                    <a:extLst>
                      <a:ext uri="{FF2B5EF4-FFF2-40B4-BE49-F238E27FC236}">
                        <a16:creationId xmlns:a16="http://schemas.microsoft.com/office/drawing/2014/main" id="{F0AB7CF6-089B-1148-BBF7-D843D80D901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55" name="Rectangle 955">
                    <a:extLst>
                      <a:ext uri="{FF2B5EF4-FFF2-40B4-BE49-F238E27FC236}">
                        <a16:creationId xmlns:a16="http://schemas.microsoft.com/office/drawing/2014/main" id="{98CC2FCF-928D-5E48-AEAC-621C4884E8C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356" name="Group 956">
                    <a:extLst>
                      <a:ext uri="{FF2B5EF4-FFF2-40B4-BE49-F238E27FC236}">
                        <a16:creationId xmlns:a16="http://schemas.microsoft.com/office/drawing/2014/main" id="{32064450-79DB-9B42-B425-E4053B0D45F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14381" name="AutoShape 957">
                      <a:extLst>
                        <a:ext uri="{FF2B5EF4-FFF2-40B4-BE49-F238E27FC236}">
                          <a16:creationId xmlns:a16="http://schemas.microsoft.com/office/drawing/2014/main" id="{81709B80-81CD-484F-90A0-829B27DBF2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82" name="AutoShape 958">
                      <a:extLst>
                        <a:ext uri="{FF2B5EF4-FFF2-40B4-BE49-F238E27FC236}">
                          <a16:creationId xmlns:a16="http://schemas.microsoft.com/office/drawing/2014/main" id="{59C6BA8F-1200-164F-A9AE-4A6580C660B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357" name="Rectangle 959">
                    <a:extLst>
                      <a:ext uri="{FF2B5EF4-FFF2-40B4-BE49-F238E27FC236}">
                        <a16:creationId xmlns:a16="http://schemas.microsoft.com/office/drawing/2014/main" id="{DC21CC66-F586-0442-ABD4-46DA223A4C8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358" name="Group 960">
                    <a:extLst>
                      <a:ext uri="{FF2B5EF4-FFF2-40B4-BE49-F238E27FC236}">
                        <a16:creationId xmlns:a16="http://schemas.microsoft.com/office/drawing/2014/main" id="{522CC6A9-9C0A-A348-B0AE-A15925D12CD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14379" name="AutoShape 961">
                      <a:extLst>
                        <a:ext uri="{FF2B5EF4-FFF2-40B4-BE49-F238E27FC236}">
                          <a16:creationId xmlns:a16="http://schemas.microsoft.com/office/drawing/2014/main" id="{FB03F716-8759-2347-BC2A-0F6B8586036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80" name="AutoShape 962">
                      <a:extLst>
                        <a:ext uri="{FF2B5EF4-FFF2-40B4-BE49-F238E27FC236}">
                          <a16:creationId xmlns:a16="http://schemas.microsoft.com/office/drawing/2014/main" id="{968FE5C9-C21A-434D-9892-A0B42A53022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359" name="Rectangle 963">
                    <a:extLst>
                      <a:ext uri="{FF2B5EF4-FFF2-40B4-BE49-F238E27FC236}">
                        <a16:creationId xmlns:a16="http://schemas.microsoft.com/office/drawing/2014/main" id="{B266DFC4-3207-8841-9669-94EE2546F3D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60" name="Rectangle 964">
                    <a:extLst>
                      <a:ext uri="{FF2B5EF4-FFF2-40B4-BE49-F238E27FC236}">
                        <a16:creationId xmlns:a16="http://schemas.microsoft.com/office/drawing/2014/main" id="{B4358FEB-66AD-A549-8017-15821E824D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361" name="Group 965">
                    <a:extLst>
                      <a:ext uri="{FF2B5EF4-FFF2-40B4-BE49-F238E27FC236}">
                        <a16:creationId xmlns:a16="http://schemas.microsoft.com/office/drawing/2014/main" id="{A501AB8D-E194-184D-B93F-CE0B3F99371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14377" name="AutoShape 966">
                      <a:extLst>
                        <a:ext uri="{FF2B5EF4-FFF2-40B4-BE49-F238E27FC236}">
                          <a16:creationId xmlns:a16="http://schemas.microsoft.com/office/drawing/2014/main" id="{6F4F8E69-BE61-B843-B396-7042AFECE11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78" name="AutoShape 967">
                      <a:extLst>
                        <a:ext uri="{FF2B5EF4-FFF2-40B4-BE49-F238E27FC236}">
                          <a16:creationId xmlns:a16="http://schemas.microsoft.com/office/drawing/2014/main" id="{154AE41D-488D-8F44-88B1-F11C857D774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362" name="Freeform 968">
                    <a:extLst>
                      <a:ext uri="{FF2B5EF4-FFF2-40B4-BE49-F238E27FC236}">
                        <a16:creationId xmlns:a16="http://schemas.microsoft.com/office/drawing/2014/main" id="{1B1846C0-35D3-4E43-AED9-CEBA5DFA665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363" name="Group 969">
                    <a:extLst>
                      <a:ext uri="{FF2B5EF4-FFF2-40B4-BE49-F238E27FC236}">
                        <a16:creationId xmlns:a16="http://schemas.microsoft.com/office/drawing/2014/main" id="{BE50C039-2456-0A43-8A8F-7974C27908F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14375" name="AutoShape 970">
                      <a:extLst>
                        <a:ext uri="{FF2B5EF4-FFF2-40B4-BE49-F238E27FC236}">
                          <a16:creationId xmlns:a16="http://schemas.microsoft.com/office/drawing/2014/main" id="{D6415243-02B9-604D-8712-065D4F3F992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76" name="AutoShape 971">
                      <a:extLst>
                        <a:ext uri="{FF2B5EF4-FFF2-40B4-BE49-F238E27FC236}">
                          <a16:creationId xmlns:a16="http://schemas.microsoft.com/office/drawing/2014/main" id="{7940FDC4-5E59-1B4D-AC78-6F272DC2CA9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364" name="Rectangle 972">
                    <a:extLst>
                      <a:ext uri="{FF2B5EF4-FFF2-40B4-BE49-F238E27FC236}">
                        <a16:creationId xmlns:a16="http://schemas.microsoft.com/office/drawing/2014/main" id="{B61E69CD-4454-3643-BD20-839CE28043D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65" name="Freeform 973">
                    <a:extLst>
                      <a:ext uri="{FF2B5EF4-FFF2-40B4-BE49-F238E27FC236}">
                        <a16:creationId xmlns:a16="http://schemas.microsoft.com/office/drawing/2014/main" id="{B09FCB36-68EA-6E43-AC71-461A29D5447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66" name="Freeform 974">
                    <a:extLst>
                      <a:ext uri="{FF2B5EF4-FFF2-40B4-BE49-F238E27FC236}">
                        <a16:creationId xmlns:a16="http://schemas.microsoft.com/office/drawing/2014/main" id="{4DF52331-2EAD-5B4B-90D5-064E127358F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67" name="Oval 975">
                    <a:extLst>
                      <a:ext uri="{FF2B5EF4-FFF2-40B4-BE49-F238E27FC236}">
                        <a16:creationId xmlns:a16="http://schemas.microsoft.com/office/drawing/2014/main" id="{BB63952B-4392-CE42-8365-B9FC248F77B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68" name="Freeform 976">
                    <a:extLst>
                      <a:ext uri="{FF2B5EF4-FFF2-40B4-BE49-F238E27FC236}">
                        <a16:creationId xmlns:a16="http://schemas.microsoft.com/office/drawing/2014/main" id="{6CAE91DE-B423-4643-8A87-F427B89F196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69" name="AutoShape 977">
                    <a:extLst>
                      <a:ext uri="{FF2B5EF4-FFF2-40B4-BE49-F238E27FC236}">
                        <a16:creationId xmlns:a16="http://schemas.microsoft.com/office/drawing/2014/main" id="{0D7858BE-3E40-6341-BB59-D191C3AC611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70" name="AutoShape 978">
                    <a:extLst>
                      <a:ext uri="{FF2B5EF4-FFF2-40B4-BE49-F238E27FC236}">
                        <a16:creationId xmlns:a16="http://schemas.microsoft.com/office/drawing/2014/main" id="{A852E96A-2320-5744-BC11-26B7E723312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71" name="Oval 979">
                    <a:extLst>
                      <a:ext uri="{FF2B5EF4-FFF2-40B4-BE49-F238E27FC236}">
                        <a16:creationId xmlns:a16="http://schemas.microsoft.com/office/drawing/2014/main" id="{DC96CAF8-19F8-0048-BF8B-8C68ED47B9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72" name="Oval 980">
                    <a:extLst>
                      <a:ext uri="{FF2B5EF4-FFF2-40B4-BE49-F238E27FC236}">
                        <a16:creationId xmlns:a16="http://schemas.microsoft.com/office/drawing/2014/main" id="{AB248E44-3DC8-444A-8C84-7C4F2AF161D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73" name="Oval 981">
                    <a:extLst>
                      <a:ext uri="{FF2B5EF4-FFF2-40B4-BE49-F238E27FC236}">
                        <a16:creationId xmlns:a16="http://schemas.microsoft.com/office/drawing/2014/main" id="{4DBBD334-0E75-8E4F-9DBD-742A7B67A10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74" name="Rectangle 982">
                    <a:extLst>
                      <a:ext uri="{FF2B5EF4-FFF2-40B4-BE49-F238E27FC236}">
                        <a16:creationId xmlns:a16="http://schemas.microsoft.com/office/drawing/2014/main" id="{6D589F8A-DA14-5F4D-AC80-DF0C9F36CD9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33" name="Group 1106">
                <a:extLst>
                  <a:ext uri="{FF2B5EF4-FFF2-40B4-BE49-F238E27FC236}">
                    <a16:creationId xmlns:a16="http://schemas.microsoft.com/office/drawing/2014/main" id="{C6C4C3FE-A2CC-F64A-A43C-914F88CFCB0D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3221830" y="5776376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14315" name="Picture 3">
                  <a:extLst>
                    <a:ext uri="{FF2B5EF4-FFF2-40B4-BE49-F238E27FC236}">
                      <a16:creationId xmlns:a16="http://schemas.microsoft.com/office/drawing/2014/main" id="{260B4362-0575-F74D-954B-5E4CD0D0769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214316" name="Group 950">
                  <a:extLst>
                    <a:ext uri="{FF2B5EF4-FFF2-40B4-BE49-F238E27FC236}">
                      <a16:creationId xmlns:a16="http://schemas.microsoft.com/office/drawing/2014/main" id="{4A701EFD-908E-364D-8A6D-551B0387068C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14317" name="Freeform 951">
                    <a:extLst>
                      <a:ext uri="{FF2B5EF4-FFF2-40B4-BE49-F238E27FC236}">
                        <a16:creationId xmlns:a16="http://schemas.microsoft.com/office/drawing/2014/main" id="{E6062FE3-75DD-FA43-83DD-1C2B4515115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18" name="Rectangle 952">
                    <a:extLst>
                      <a:ext uri="{FF2B5EF4-FFF2-40B4-BE49-F238E27FC236}">
                        <a16:creationId xmlns:a16="http://schemas.microsoft.com/office/drawing/2014/main" id="{FF82ADFA-572F-C74B-A1C4-568A9EB8F6B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19" name="Freeform 953">
                    <a:extLst>
                      <a:ext uri="{FF2B5EF4-FFF2-40B4-BE49-F238E27FC236}">
                        <a16:creationId xmlns:a16="http://schemas.microsoft.com/office/drawing/2014/main" id="{49B35CCA-6F24-A84D-9C1D-1CF611C6753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20" name="Freeform 954">
                    <a:extLst>
                      <a:ext uri="{FF2B5EF4-FFF2-40B4-BE49-F238E27FC236}">
                        <a16:creationId xmlns:a16="http://schemas.microsoft.com/office/drawing/2014/main" id="{350BEFC5-5530-DA47-85B7-6B72F157437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21" name="Rectangle 955">
                    <a:extLst>
                      <a:ext uri="{FF2B5EF4-FFF2-40B4-BE49-F238E27FC236}">
                        <a16:creationId xmlns:a16="http://schemas.microsoft.com/office/drawing/2014/main" id="{2B66742B-4655-114F-9D78-84F2EB77D5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322" name="Group 956">
                    <a:extLst>
                      <a:ext uri="{FF2B5EF4-FFF2-40B4-BE49-F238E27FC236}">
                        <a16:creationId xmlns:a16="http://schemas.microsoft.com/office/drawing/2014/main" id="{D095D206-B97B-754E-9B61-548F2005901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14347" name="AutoShape 957">
                      <a:extLst>
                        <a:ext uri="{FF2B5EF4-FFF2-40B4-BE49-F238E27FC236}">
                          <a16:creationId xmlns:a16="http://schemas.microsoft.com/office/drawing/2014/main" id="{794C0100-9908-FA4D-B12F-68EB92D1E1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48" name="AutoShape 958">
                      <a:extLst>
                        <a:ext uri="{FF2B5EF4-FFF2-40B4-BE49-F238E27FC236}">
                          <a16:creationId xmlns:a16="http://schemas.microsoft.com/office/drawing/2014/main" id="{4934E9C0-E5CC-BE4F-8C87-255B6859F86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323" name="Rectangle 959">
                    <a:extLst>
                      <a:ext uri="{FF2B5EF4-FFF2-40B4-BE49-F238E27FC236}">
                        <a16:creationId xmlns:a16="http://schemas.microsoft.com/office/drawing/2014/main" id="{24141002-9948-3047-847B-82F4D74779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324" name="Group 960">
                    <a:extLst>
                      <a:ext uri="{FF2B5EF4-FFF2-40B4-BE49-F238E27FC236}">
                        <a16:creationId xmlns:a16="http://schemas.microsoft.com/office/drawing/2014/main" id="{45C5223C-B1C1-714C-8C0B-28BA6D60432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14345" name="AutoShape 961">
                      <a:extLst>
                        <a:ext uri="{FF2B5EF4-FFF2-40B4-BE49-F238E27FC236}">
                          <a16:creationId xmlns:a16="http://schemas.microsoft.com/office/drawing/2014/main" id="{18BA5F5B-4712-BA47-B5BF-3B42631D02C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46" name="AutoShape 962">
                      <a:extLst>
                        <a:ext uri="{FF2B5EF4-FFF2-40B4-BE49-F238E27FC236}">
                          <a16:creationId xmlns:a16="http://schemas.microsoft.com/office/drawing/2014/main" id="{E3013E6F-78BE-AF4E-9314-F26F3E9ACC5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325" name="Rectangle 963">
                    <a:extLst>
                      <a:ext uri="{FF2B5EF4-FFF2-40B4-BE49-F238E27FC236}">
                        <a16:creationId xmlns:a16="http://schemas.microsoft.com/office/drawing/2014/main" id="{F88C31A1-A785-4448-8EC5-94B27B8EFFD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26" name="Rectangle 964">
                    <a:extLst>
                      <a:ext uri="{FF2B5EF4-FFF2-40B4-BE49-F238E27FC236}">
                        <a16:creationId xmlns:a16="http://schemas.microsoft.com/office/drawing/2014/main" id="{41590F59-952A-7746-A258-659BCB0F05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327" name="Group 965">
                    <a:extLst>
                      <a:ext uri="{FF2B5EF4-FFF2-40B4-BE49-F238E27FC236}">
                        <a16:creationId xmlns:a16="http://schemas.microsoft.com/office/drawing/2014/main" id="{529AF34E-4521-2B40-AB73-3D5A5FBB4CC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14343" name="AutoShape 966">
                      <a:extLst>
                        <a:ext uri="{FF2B5EF4-FFF2-40B4-BE49-F238E27FC236}">
                          <a16:creationId xmlns:a16="http://schemas.microsoft.com/office/drawing/2014/main" id="{22C6E18A-60A4-6D43-9F16-EA1672E694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44" name="AutoShape 967">
                      <a:extLst>
                        <a:ext uri="{FF2B5EF4-FFF2-40B4-BE49-F238E27FC236}">
                          <a16:creationId xmlns:a16="http://schemas.microsoft.com/office/drawing/2014/main" id="{9AB8339A-C61F-3049-8F4C-42B6C6B2E38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328" name="Freeform 968">
                    <a:extLst>
                      <a:ext uri="{FF2B5EF4-FFF2-40B4-BE49-F238E27FC236}">
                        <a16:creationId xmlns:a16="http://schemas.microsoft.com/office/drawing/2014/main" id="{3209BB09-C9CD-4F47-96FA-4B0B6A43FFD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329" name="Group 969">
                    <a:extLst>
                      <a:ext uri="{FF2B5EF4-FFF2-40B4-BE49-F238E27FC236}">
                        <a16:creationId xmlns:a16="http://schemas.microsoft.com/office/drawing/2014/main" id="{14AA97B1-880D-F54A-98BB-64F7E784FB3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14341" name="AutoShape 970">
                      <a:extLst>
                        <a:ext uri="{FF2B5EF4-FFF2-40B4-BE49-F238E27FC236}">
                          <a16:creationId xmlns:a16="http://schemas.microsoft.com/office/drawing/2014/main" id="{810C0E7D-2C0F-7946-B5EC-3F5BE880F86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42" name="AutoShape 971">
                      <a:extLst>
                        <a:ext uri="{FF2B5EF4-FFF2-40B4-BE49-F238E27FC236}">
                          <a16:creationId xmlns:a16="http://schemas.microsoft.com/office/drawing/2014/main" id="{8110FF09-5F65-0D49-949E-0E03D49B69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330" name="Rectangle 972">
                    <a:extLst>
                      <a:ext uri="{FF2B5EF4-FFF2-40B4-BE49-F238E27FC236}">
                        <a16:creationId xmlns:a16="http://schemas.microsoft.com/office/drawing/2014/main" id="{39EA80F1-CF65-4746-AA93-FAA23F9CA03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31" name="Freeform 973">
                    <a:extLst>
                      <a:ext uri="{FF2B5EF4-FFF2-40B4-BE49-F238E27FC236}">
                        <a16:creationId xmlns:a16="http://schemas.microsoft.com/office/drawing/2014/main" id="{6F140D38-80A8-6142-8321-2AF77C7739A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32" name="Freeform 974">
                    <a:extLst>
                      <a:ext uri="{FF2B5EF4-FFF2-40B4-BE49-F238E27FC236}">
                        <a16:creationId xmlns:a16="http://schemas.microsoft.com/office/drawing/2014/main" id="{B90ADC71-0ED5-0B4B-81EA-EE6B208CBD5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33" name="Oval 975">
                    <a:extLst>
                      <a:ext uri="{FF2B5EF4-FFF2-40B4-BE49-F238E27FC236}">
                        <a16:creationId xmlns:a16="http://schemas.microsoft.com/office/drawing/2014/main" id="{8C70E236-91DA-4947-82CE-2F7A8813F7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34" name="Freeform 976">
                    <a:extLst>
                      <a:ext uri="{FF2B5EF4-FFF2-40B4-BE49-F238E27FC236}">
                        <a16:creationId xmlns:a16="http://schemas.microsoft.com/office/drawing/2014/main" id="{5373FF10-13C3-3D41-AA0C-1430B0347B5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35" name="AutoShape 977">
                    <a:extLst>
                      <a:ext uri="{FF2B5EF4-FFF2-40B4-BE49-F238E27FC236}">
                        <a16:creationId xmlns:a16="http://schemas.microsoft.com/office/drawing/2014/main" id="{50EFEF24-2F6A-174B-8DB4-1DEA100A6BC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36" name="AutoShape 978">
                    <a:extLst>
                      <a:ext uri="{FF2B5EF4-FFF2-40B4-BE49-F238E27FC236}">
                        <a16:creationId xmlns:a16="http://schemas.microsoft.com/office/drawing/2014/main" id="{943AAD1B-8287-8B48-8A05-3445EDA152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37" name="Oval 979">
                    <a:extLst>
                      <a:ext uri="{FF2B5EF4-FFF2-40B4-BE49-F238E27FC236}">
                        <a16:creationId xmlns:a16="http://schemas.microsoft.com/office/drawing/2014/main" id="{48CF1179-A3EC-E447-B856-F8B70CDCE5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38" name="Oval 980">
                    <a:extLst>
                      <a:ext uri="{FF2B5EF4-FFF2-40B4-BE49-F238E27FC236}">
                        <a16:creationId xmlns:a16="http://schemas.microsoft.com/office/drawing/2014/main" id="{CBC38746-9958-7741-A37C-513EE869719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39" name="Oval 981">
                    <a:extLst>
                      <a:ext uri="{FF2B5EF4-FFF2-40B4-BE49-F238E27FC236}">
                        <a16:creationId xmlns:a16="http://schemas.microsoft.com/office/drawing/2014/main" id="{134AF8DB-AD09-5347-A5D0-35B528D6BDF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40" name="Rectangle 982">
                    <a:extLst>
                      <a:ext uri="{FF2B5EF4-FFF2-40B4-BE49-F238E27FC236}">
                        <a16:creationId xmlns:a16="http://schemas.microsoft.com/office/drawing/2014/main" id="{0F2B3047-45DC-0649-A004-526EEF70429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34" name="Group 1108">
                <a:extLst>
                  <a:ext uri="{FF2B5EF4-FFF2-40B4-BE49-F238E27FC236}">
                    <a16:creationId xmlns:a16="http://schemas.microsoft.com/office/drawing/2014/main" id="{C9F6364A-00DB-0D4A-A004-57E8EAD7B8DC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87291" y="3555216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14281" name="Picture 3">
                  <a:extLst>
                    <a:ext uri="{FF2B5EF4-FFF2-40B4-BE49-F238E27FC236}">
                      <a16:creationId xmlns:a16="http://schemas.microsoft.com/office/drawing/2014/main" id="{A3A1807C-874F-704F-B03F-29975291B2C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214282" name="Group 950">
                  <a:extLst>
                    <a:ext uri="{FF2B5EF4-FFF2-40B4-BE49-F238E27FC236}">
                      <a16:creationId xmlns:a16="http://schemas.microsoft.com/office/drawing/2014/main" id="{F3528668-B597-9440-80E1-2A3F2EBAD6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14283" name="Freeform 951">
                    <a:extLst>
                      <a:ext uri="{FF2B5EF4-FFF2-40B4-BE49-F238E27FC236}">
                        <a16:creationId xmlns:a16="http://schemas.microsoft.com/office/drawing/2014/main" id="{4F8C89E0-A80B-274B-B34C-74AB11788FC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84" name="Rectangle 952">
                    <a:extLst>
                      <a:ext uri="{FF2B5EF4-FFF2-40B4-BE49-F238E27FC236}">
                        <a16:creationId xmlns:a16="http://schemas.microsoft.com/office/drawing/2014/main" id="{30A156CA-8A00-764A-8009-1728BB3757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85" name="Freeform 953">
                    <a:extLst>
                      <a:ext uri="{FF2B5EF4-FFF2-40B4-BE49-F238E27FC236}">
                        <a16:creationId xmlns:a16="http://schemas.microsoft.com/office/drawing/2014/main" id="{3D9F74DA-52B3-F84E-A304-BB0AC72DBA0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86" name="Freeform 954">
                    <a:extLst>
                      <a:ext uri="{FF2B5EF4-FFF2-40B4-BE49-F238E27FC236}">
                        <a16:creationId xmlns:a16="http://schemas.microsoft.com/office/drawing/2014/main" id="{DACC5686-4AAE-5E4D-86E2-D29729FE67C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87" name="Rectangle 955">
                    <a:extLst>
                      <a:ext uri="{FF2B5EF4-FFF2-40B4-BE49-F238E27FC236}">
                        <a16:creationId xmlns:a16="http://schemas.microsoft.com/office/drawing/2014/main" id="{6ABA95F7-1195-B046-8531-1594709526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88" name="Group 956">
                    <a:extLst>
                      <a:ext uri="{FF2B5EF4-FFF2-40B4-BE49-F238E27FC236}">
                        <a16:creationId xmlns:a16="http://schemas.microsoft.com/office/drawing/2014/main" id="{EFCB0AF3-5CB1-CE47-A2B2-A324FB60CFF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14313" name="AutoShape 957">
                      <a:extLst>
                        <a:ext uri="{FF2B5EF4-FFF2-40B4-BE49-F238E27FC236}">
                          <a16:creationId xmlns:a16="http://schemas.microsoft.com/office/drawing/2014/main" id="{69C9C0B6-E55A-1147-8ED0-6C5ED231871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14" name="AutoShape 958">
                      <a:extLst>
                        <a:ext uri="{FF2B5EF4-FFF2-40B4-BE49-F238E27FC236}">
                          <a16:creationId xmlns:a16="http://schemas.microsoft.com/office/drawing/2014/main" id="{B9C7CE90-766D-D34B-BC12-9F8A2EFADF8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89" name="Rectangle 959">
                    <a:extLst>
                      <a:ext uri="{FF2B5EF4-FFF2-40B4-BE49-F238E27FC236}">
                        <a16:creationId xmlns:a16="http://schemas.microsoft.com/office/drawing/2014/main" id="{AD6F9820-F116-E449-8826-CDCC64ACADF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90" name="Group 960">
                    <a:extLst>
                      <a:ext uri="{FF2B5EF4-FFF2-40B4-BE49-F238E27FC236}">
                        <a16:creationId xmlns:a16="http://schemas.microsoft.com/office/drawing/2014/main" id="{9A4A5380-AFD4-534F-BD55-D4516EB4FF6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14311" name="AutoShape 961">
                      <a:extLst>
                        <a:ext uri="{FF2B5EF4-FFF2-40B4-BE49-F238E27FC236}">
                          <a16:creationId xmlns:a16="http://schemas.microsoft.com/office/drawing/2014/main" id="{413FB5AF-FF28-2D43-A246-2D572D14072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12" name="AutoShape 962">
                      <a:extLst>
                        <a:ext uri="{FF2B5EF4-FFF2-40B4-BE49-F238E27FC236}">
                          <a16:creationId xmlns:a16="http://schemas.microsoft.com/office/drawing/2014/main" id="{5D02AF92-9E92-9D43-8B73-8DA98C78AEF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91" name="Rectangle 963">
                    <a:extLst>
                      <a:ext uri="{FF2B5EF4-FFF2-40B4-BE49-F238E27FC236}">
                        <a16:creationId xmlns:a16="http://schemas.microsoft.com/office/drawing/2014/main" id="{CA29BD30-39BE-2640-9DD0-2BA29821811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92" name="Rectangle 964">
                    <a:extLst>
                      <a:ext uri="{FF2B5EF4-FFF2-40B4-BE49-F238E27FC236}">
                        <a16:creationId xmlns:a16="http://schemas.microsoft.com/office/drawing/2014/main" id="{ADE677C4-76C2-2F46-A31A-14A89CDF639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93" name="Group 965">
                    <a:extLst>
                      <a:ext uri="{FF2B5EF4-FFF2-40B4-BE49-F238E27FC236}">
                        <a16:creationId xmlns:a16="http://schemas.microsoft.com/office/drawing/2014/main" id="{B5FB862D-6A37-8442-87D7-9A4494C38FF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14309" name="AutoShape 966">
                      <a:extLst>
                        <a:ext uri="{FF2B5EF4-FFF2-40B4-BE49-F238E27FC236}">
                          <a16:creationId xmlns:a16="http://schemas.microsoft.com/office/drawing/2014/main" id="{E3E4AD67-2B88-5947-BC94-A1E8FAC64EB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10" name="AutoShape 967">
                      <a:extLst>
                        <a:ext uri="{FF2B5EF4-FFF2-40B4-BE49-F238E27FC236}">
                          <a16:creationId xmlns:a16="http://schemas.microsoft.com/office/drawing/2014/main" id="{CCE8A02D-264B-5849-B019-CD128319179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94" name="Freeform 968">
                    <a:extLst>
                      <a:ext uri="{FF2B5EF4-FFF2-40B4-BE49-F238E27FC236}">
                        <a16:creationId xmlns:a16="http://schemas.microsoft.com/office/drawing/2014/main" id="{2CDE6799-D43D-FE44-BA3B-576A7A042EE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295" name="Group 969">
                    <a:extLst>
                      <a:ext uri="{FF2B5EF4-FFF2-40B4-BE49-F238E27FC236}">
                        <a16:creationId xmlns:a16="http://schemas.microsoft.com/office/drawing/2014/main" id="{AD225CAB-2CD6-CE43-B805-2745BBEA106A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14307" name="AutoShape 970">
                      <a:extLst>
                        <a:ext uri="{FF2B5EF4-FFF2-40B4-BE49-F238E27FC236}">
                          <a16:creationId xmlns:a16="http://schemas.microsoft.com/office/drawing/2014/main" id="{D3B68CF7-3D65-2844-8F1C-A0A1F4D3CB3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308" name="AutoShape 971">
                      <a:extLst>
                        <a:ext uri="{FF2B5EF4-FFF2-40B4-BE49-F238E27FC236}">
                          <a16:creationId xmlns:a16="http://schemas.microsoft.com/office/drawing/2014/main" id="{71270FBB-F117-5541-80F9-D59579D8E5D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96" name="Rectangle 972">
                    <a:extLst>
                      <a:ext uri="{FF2B5EF4-FFF2-40B4-BE49-F238E27FC236}">
                        <a16:creationId xmlns:a16="http://schemas.microsoft.com/office/drawing/2014/main" id="{F84536D9-5E62-524F-8348-FF69B6286E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97" name="Freeform 973">
                    <a:extLst>
                      <a:ext uri="{FF2B5EF4-FFF2-40B4-BE49-F238E27FC236}">
                        <a16:creationId xmlns:a16="http://schemas.microsoft.com/office/drawing/2014/main" id="{4337C0C8-AE7B-034F-9062-77AD15C80AA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98" name="Freeform 974">
                    <a:extLst>
                      <a:ext uri="{FF2B5EF4-FFF2-40B4-BE49-F238E27FC236}">
                        <a16:creationId xmlns:a16="http://schemas.microsoft.com/office/drawing/2014/main" id="{EE05D2CE-39EC-5242-9BAE-F9B03F56AB3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99" name="Oval 975">
                    <a:extLst>
                      <a:ext uri="{FF2B5EF4-FFF2-40B4-BE49-F238E27FC236}">
                        <a16:creationId xmlns:a16="http://schemas.microsoft.com/office/drawing/2014/main" id="{E377548E-77E8-844A-A40D-31E0E573504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00" name="Freeform 976">
                    <a:extLst>
                      <a:ext uri="{FF2B5EF4-FFF2-40B4-BE49-F238E27FC236}">
                        <a16:creationId xmlns:a16="http://schemas.microsoft.com/office/drawing/2014/main" id="{71625FD5-75AD-7B4E-A150-6BDAF574D4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301" name="AutoShape 977">
                    <a:extLst>
                      <a:ext uri="{FF2B5EF4-FFF2-40B4-BE49-F238E27FC236}">
                        <a16:creationId xmlns:a16="http://schemas.microsoft.com/office/drawing/2014/main" id="{10B4DE7F-36E8-294B-9FE8-B3CF7FD7C7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02" name="AutoShape 978">
                    <a:extLst>
                      <a:ext uri="{FF2B5EF4-FFF2-40B4-BE49-F238E27FC236}">
                        <a16:creationId xmlns:a16="http://schemas.microsoft.com/office/drawing/2014/main" id="{DFFED938-1D43-CE4A-9C14-0FFD74D412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03" name="Oval 979">
                    <a:extLst>
                      <a:ext uri="{FF2B5EF4-FFF2-40B4-BE49-F238E27FC236}">
                        <a16:creationId xmlns:a16="http://schemas.microsoft.com/office/drawing/2014/main" id="{B3AACB26-D561-E943-88B5-B31586D61A7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04" name="Oval 980">
                    <a:extLst>
                      <a:ext uri="{FF2B5EF4-FFF2-40B4-BE49-F238E27FC236}">
                        <a16:creationId xmlns:a16="http://schemas.microsoft.com/office/drawing/2014/main" id="{CD643D1D-8A9A-4843-A1AB-9ACE79E1779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05" name="Oval 981">
                    <a:extLst>
                      <a:ext uri="{FF2B5EF4-FFF2-40B4-BE49-F238E27FC236}">
                        <a16:creationId xmlns:a16="http://schemas.microsoft.com/office/drawing/2014/main" id="{4C3E8424-6FC2-194A-8AEE-595A3DEC0F5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306" name="Rectangle 982">
                    <a:extLst>
                      <a:ext uri="{FF2B5EF4-FFF2-40B4-BE49-F238E27FC236}">
                        <a16:creationId xmlns:a16="http://schemas.microsoft.com/office/drawing/2014/main" id="{154139AE-AE74-B04A-90C3-E6017A9484C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35" name="Group 1109">
                <a:extLst>
                  <a:ext uri="{FF2B5EF4-FFF2-40B4-BE49-F238E27FC236}">
                    <a16:creationId xmlns:a16="http://schemas.microsoft.com/office/drawing/2014/main" id="{79500CAF-5FA7-4647-96EF-1CF1E649751B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5084012" y="5612511"/>
                <a:ext cx="347767" cy="680207"/>
                <a:chOff x="7923189" y="2486664"/>
                <a:chExt cx="360377" cy="884585"/>
              </a:xfrm>
            </p:grpSpPr>
            <p:pic>
              <p:nvPicPr>
                <p:cNvPr id="214247" name="Picture 3">
                  <a:extLst>
                    <a:ext uri="{FF2B5EF4-FFF2-40B4-BE49-F238E27FC236}">
                      <a16:creationId xmlns:a16="http://schemas.microsoft.com/office/drawing/2014/main" id="{97CFF1D3-1264-8245-9548-CCE6B766182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43998" y="2486664"/>
                  <a:ext cx="239568" cy="5365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214248" name="Group 950">
                  <a:extLst>
                    <a:ext uri="{FF2B5EF4-FFF2-40B4-BE49-F238E27FC236}">
                      <a16:creationId xmlns:a16="http://schemas.microsoft.com/office/drawing/2014/main" id="{72842E99-C142-F741-BC93-319E787290F6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14249" name="Freeform 951">
                    <a:extLst>
                      <a:ext uri="{FF2B5EF4-FFF2-40B4-BE49-F238E27FC236}">
                        <a16:creationId xmlns:a16="http://schemas.microsoft.com/office/drawing/2014/main" id="{B6BBC861-7F3D-1748-8F5D-8744BBAA52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50" name="Rectangle 952">
                    <a:extLst>
                      <a:ext uri="{FF2B5EF4-FFF2-40B4-BE49-F238E27FC236}">
                        <a16:creationId xmlns:a16="http://schemas.microsoft.com/office/drawing/2014/main" id="{FE2BB6FC-1678-1C4A-8B91-6ACB8F3A76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51" name="Freeform 953">
                    <a:extLst>
                      <a:ext uri="{FF2B5EF4-FFF2-40B4-BE49-F238E27FC236}">
                        <a16:creationId xmlns:a16="http://schemas.microsoft.com/office/drawing/2014/main" id="{D4877522-C30A-6A4E-BDF2-9EBC91A9532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52" name="Freeform 954">
                    <a:extLst>
                      <a:ext uri="{FF2B5EF4-FFF2-40B4-BE49-F238E27FC236}">
                        <a16:creationId xmlns:a16="http://schemas.microsoft.com/office/drawing/2014/main" id="{2D8D9AC1-ED2B-4140-809E-75563A228F2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53" name="Rectangle 955">
                    <a:extLst>
                      <a:ext uri="{FF2B5EF4-FFF2-40B4-BE49-F238E27FC236}">
                        <a16:creationId xmlns:a16="http://schemas.microsoft.com/office/drawing/2014/main" id="{FB6CD6F9-5B37-E446-A6C5-4530910CF3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54" name="Group 956">
                    <a:extLst>
                      <a:ext uri="{FF2B5EF4-FFF2-40B4-BE49-F238E27FC236}">
                        <a16:creationId xmlns:a16="http://schemas.microsoft.com/office/drawing/2014/main" id="{73C799E3-BCAA-AD4C-AABE-9AF87F58380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14279" name="AutoShape 957">
                      <a:extLst>
                        <a:ext uri="{FF2B5EF4-FFF2-40B4-BE49-F238E27FC236}">
                          <a16:creationId xmlns:a16="http://schemas.microsoft.com/office/drawing/2014/main" id="{F10E0493-3CBE-C944-B5E2-5D308BC1837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80" name="AutoShape 958">
                      <a:extLst>
                        <a:ext uri="{FF2B5EF4-FFF2-40B4-BE49-F238E27FC236}">
                          <a16:creationId xmlns:a16="http://schemas.microsoft.com/office/drawing/2014/main" id="{FE1810D1-C12A-134B-B953-93C2046460E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55" name="Rectangle 959">
                    <a:extLst>
                      <a:ext uri="{FF2B5EF4-FFF2-40B4-BE49-F238E27FC236}">
                        <a16:creationId xmlns:a16="http://schemas.microsoft.com/office/drawing/2014/main" id="{C40FF08A-AD54-104E-B3B3-BAEC79FEA7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56" name="Group 960">
                    <a:extLst>
                      <a:ext uri="{FF2B5EF4-FFF2-40B4-BE49-F238E27FC236}">
                        <a16:creationId xmlns:a16="http://schemas.microsoft.com/office/drawing/2014/main" id="{2BDCA173-503C-D54F-A46B-61365379BAC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14277" name="AutoShape 961">
                      <a:extLst>
                        <a:ext uri="{FF2B5EF4-FFF2-40B4-BE49-F238E27FC236}">
                          <a16:creationId xmlns:a16="http://schemas.microsoft.com/office/drawing/2014/main" id="{B0D24083-1748-6544-BE6B-7954F96C1E0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78" name="AutoShape 962">
                      <a:extLst>
                        <a:ext uri="{FF2B5EF4-FFF2-40B4-BE49-F238E27FC236}">
                          <a16:creationId xmlns:a16="http://schemas.microsoft.com/office/drawing/2014/main" id="{B0025021-1822-D04A-AFCE-1E7C4EB263D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57" name="Rectangle 963">
                    <a:extLst>
                      <a:ext uri="{FF2B5EF4-FFF2-40B4-BE49-F238E27FC236}">
                        <a16:creationId xmlns:a16="http://schemas.microsoft.com/office/drawing/2014/main" id="{3B6FC2C1-B3FF-5A4E-B03E-F700F824B5C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58" name="Rectangle 964">
                    <a:extLst>
                      <a:ext uri="{FF2B5EF4-FFF2-40B4-BE49-F238E27FC236}">
                        <a16:creationId xmlns:a16="http://schemas.microsoft.com/office/drawing/2014/main" id="{10E96F8E-43D3-E845-A3CD-5D4A119FDF0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59" name="Group 965">
                    <a:extLst>
                      <a:ext uri="{FF2B5EF4-FFF2-40B4-BE49-F238E27FC236}">
                        <a16:creationId xmlns:a16="http://schemas.microsoft.com/office/drawing/2014/main" id="{22B128C3-B26E-2244-8A6A-36A0148B5570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14275" name="AutoShape 966">
                      <a:extLst>
                        <a:ext uri="{FF2B5EF4-FFF2-40B4-BE49-F238E27FC236}">
                          <a16:creationId xmlns:a16="http://schemas.microsoft.com/office/drawing/2014/main" id="{0A28496D-9572-1F4A-87C7-282B91B0648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76" name="AutoShape 967">
                      <a:extLst>
                        <a:ext uri="{FF2B5EF4-FFF2-40B4-BE49-F238E27FC236}">
                          <a16:creationId xmlns:a16="http://schemas.microsoft.com/office/drawing/2014/main" id="{51F6E259-52E5-2E4B-9144-E9922B9DA31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60" name="Freeform 968">
                    <a:extLst>
                      <a:ext uri="{FF2B5EF4-FFF2-40B4-BE49-F238E27FC236}">
                        <a16:creationId xmlns:a16="http://schemas.microsoft.com/office/drawing/2014/main" id="{A12E5778-902E-D940-981E-F04DF8F1E4F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261" name="Group 969">
                    <a:extLst>
                      <a:ext uri="{FF2B5EF4-FFF2-40B4-BE49-F238E27FC236}">
                        <a16:creationId xmlns:a16="http://schemas.microsoft.com/office/drawing/2014/main" id="{7259CC91-0F9B-8E40-805D-8E8BD01AC6AF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14273" name="AutoShape 970">
                      <a:extLst>
                        <a:ext uri="{FF2B5EF4-FFF2-40B4-BE49-F238E27FC236}">
                          <a16:creationId xmlns:a16="http://schemas.microsoft.com/office/drawing/2014/main" id="{2650EFD0-82ED-0B4F-8595-9CE7EC88BB7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74" name="AutoShape 971">
                      <a:extLst>
                        <a:ext uri="{FF2B5EF4-FFF2-40B4-BE49-F238E27FC236}">
                          <a16:creationId xmlns:a16="http://schemas.microsoft.com/office/drawing/2014/main" id="{94CD0936-D758-4946-8371-163247654390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62" name="Rectangle 972">
                    <a:extLst>
                      <a:ext uri="{FF2B5EF4-FFF2-40B4-BE49-F238E27FC236}">
                        <a16:creationId xmlns:a16="http://schemas.microsoft.com/office/drawing/2014/main" id="{D8CD3297-903E-7741-A6C1-D675C50F11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63" name="Freeform 973">
                    <a:extLst>
                      <a:ext uri="{FF2B5EF4-FFF2-40B4-BE49-F238E27FC236}">
                        <a16:creationId xmlns:a16="http://schemas.microsoft.com/office/drawing/2014/main" id="{DE88E5C8-6504-3D43-A3AF-BCAEB9EF61D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64" name="Freeform 974">
                    <a:extLst>
                      <a:ext uri="{FF2B5EF4-FFF2-40B4-BE49-F238E27FC236}">
                        <a16:creationId xmlns:a16="http://schemas.microsoft.com/office/drawing/2014/main" id="{13651564-7FC1-114F-A269-35AF401187D0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65" name="Oval 975">
                    <a:extLst>
                      <a:ext uri="{FF2B5EF4-FFF2-40B4-BE49-F238E27FC236}">
                        <a16:creationId xmlns:a16="http://schemas.microsoft.com/office/drawing/2014/main" id="{7DA4DF9E-ECB3-7E46-833F-E5EBA92F636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66" name="Freeform 976">
                    <a:extLst>
                      <a:ext uri="{FF2B5EF4-FFF2-40B4-BE49-F238E27FC236}">
                        <a16:creationId xmlns:a16="http://schemas.microsoft.com/office/drawing/2014/main" id="{21EAEFF3-18DC-8240-82B0-822E1C61F2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67" name="AutoShape 977">
                    <a:extLst>
                      <a:ext uri="{FF2B5EF4-FFF2-40B4-BE49-F238E27FC236}">
                        <a16:creationId xmlns:a16="http://schemas.microsoft.com/office/drawing/2014/main" id="{83B2DF90-F16A-F041-96D7-F74087DDBD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68" name="AutoShape 978">
                    <a:extLst>
                      <a:ext uri="{FF2B5EF4-FFF2-40B4-BE49-F238E27FC236}">
                        <a16:creationId xmlns:a16="http://schemas.microsoft.com/office/drawing/2014/main" id="{93DB74E5-66C8-F84B-9C34-549CF6B809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69" name="Oval 979">
                    <a:extLst>
                      <a:ext uri="{FF2B5EF4-FFF2-40B4-BE49-F238E27FC236}">
                        <a16:creationId xmlns:a16="http://schemas.microsoft.com/office/drawing/2014/main" id="{306BC6AF-90F0-DE49-84C3-478A9F811A8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70" name="Oval 980">
                    <a:extLst>
                      <a:ext uri="{FF2B5EF4-FFF2-40B4-BE49-F238E27FC236}">
                        <a16:creationId xmlns:a16="http://schemas.microsoft.com/office/drawing/2014/main" id="{DBA7E1CD-72BA-A74B-A79F-5F0C3C1D51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71" name="Oval 981">
                    <a:extLst>
                      <a:ext uri="{FF2B5EF4-FFF2-40B4-BE49-F238E27FC236}">
                        <a16:creationId xmlns:a16="http://schemas.microsoft.com/office/drawing/2014/main" id="{A858F6A7-0B30-634A-AB04-2846C73E02B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72" name="Rectangle 982">
                    <a:extLst>
                      <a:ext uri="{FF2B5EF4-FFF2-40B4-BE49-F238E27FC236}">
                        <a16:creationId xmlns:a16="http://schemas.microsoft.com/office/drawing/2014/main" id="{A884C742-05FC-D449-B87E-20D6EB1BF62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36" name="Group 1110">
                <a:extLst>
                  <a:ext uri="{FF2B5EF4-FFF2-40B4-BE49-F238E27FC236}">
                    <a16:creationId xmlns:a16="http://schemas.microsoft.com/office/drawing/2014/main" id="{7748FFC1-6505-D84E-8A46-6E1765165767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6068038" y="3829780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14213" name="Picture 3">
                  <a:extLst>
                    <a:ext uri="{FF2B5EF4-FFF2-40B4-BE49-F238E27FC236}">
                      <a16:creationId xmlns:a16="http://schemas.microsoft.com/office/drawing/2014/main" id="{ABC25986-660B-5847-9BBD-97EA30CB5C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214214" name="Group 950">
                  <a:extLst>
                    <a:ext uri="{FF2B5EF4-FFF2-40B4-BE49-F238E27FC236}">
                      <a16:creationId xmlns:a16="http://schemas.microsoft.com/office/drawing/2014/main" id="{09ADFF19-D42B-274E-B947-2C947C83CD60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14215" name="Freeform 951">
                    <a:extLst>
                      <a:ext uri="{FF2B5EF4-FFF2-40B4-BE49-F238E27FC236}">
                        <a16:creationId xmlns:a16="http://schemas.microsoft.com/office/drawing/2014/main" id="{F6F1BBF9-CEB3-B044-A2A9-F8FA8C3CCE9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16" name="Rectangle 952">
                    <a:extLst>
                      <a:ext uri="{FF2B5EF4-FFF2-40B4-BE49-F238E27FC236}">
                        <a16:creationId xmlns:a16="http://schemas.microsoft.com/office/drawing/2014/main" id="{09112957-C741-3442-BBDD-D1D4AFE5563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17" name="Freeform 953">
                    <a:extLst>
                      <a:ext uri="{FF2B5EF4-FFF2-40B4-BE49-F238E27FC236}">
                        <a16:creationId xmlns:a16="http://schemas.microsoft.com/office/drawing/2014/main" id="{948A7F61-6A49-B84E-8FE3-C2913BC08D8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18" name="Freeform 954">
                    <a:extLst>
                      <a:ext uri="{FF2B5EF4-FFF2-40B4-BE49-F238E27FC236}">
                        <a16:creationId xmlns:a16="http://schemas.microsoft.com/office/drawing/2014/main" id="{11F797E0-1F9F-0248-B693-00BED7B54B4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19" name="Rectangle 955">
                    <a:extLst>
                      <a:ext uri="{FF2B5EF4-FFF2-40B4-BE49-F238E27FC236}">
                        <a16:creationId xmlns:a16="http://schemas.microsoft.com/office/drawing/2014/main" id="{BF7037DF-06D3-C448-981B-3FA7E3F2F41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20" name="Group 956">
                    <a:extLst>
                      <a:ext uri="{FF2B5EF4-FFF2-40B4-BE49-F238E27FC236}">
                        <a16:creationId xmlns:a16="http://schemas.microsoft.com/office/drawing/2014/main" id="{320F532F-1FD5-324C-965F-509FBF3D8008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14245" name="AutoShape 957">
                      <a:extLst>
                        <a:ext uri="{FF2B5EF4-FFF2-40B4-BE49-F238E27FC236}">
                          <a16:creationId xmlns:a16="http://schemas.microsoft.com/office/drawing/2014/main" id="{5B4E4266-75AA-C346-9D72-3EC64F7BCC2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46" name="AutoShape 958">
                      <a:extLst>
                        <a:ext uri="{FF2B5EF4-FFF2-40B4-BE49-F238E27FC236}">
                          <a16:creationId xmlns:a16="http://schemas.microsoft.com/office/drawing/2014/main" id="{5C2A8678-470A-D14D-8326-54A99A27932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21" name="Rectangle 959">
                    <a:extLst>
                      <a:ext uri="{FF2B5EF4-FFF2-40B4-BE49-F238E27FC236}">
                        <a16:creationId xmlns:a16="http://schemas.microsoft.com/office/drawing/2014/main" id="{C7E6DF36-E2BA-EB40-ABAB-B9988840CF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22" name="Group 960">
                    <a:extLst>
                      <a:ext uri="{FF2B5EF4-FFF2-40B4-BE49-F238E27FC236}">
                        <a16:creationId xmlns:a16="http://schemas.microsoft.com/office/drawing/2014/main" id="{27E13843-ADCA-B941-8223-B780FF090BB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14243" name="AutoShape 961">
                      <a:extLst>
                        <a:ext uri="{FF2B5EF4-FFF2-40B4-BE49-F238E27FC236}">
                          <a16:creationId xmlns:a16="http://schemas.microsoft.com/office/drawing/2014/main" id="{3A88802A-218E-6A43-8006-F9DFD9473E4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44" name="AutoShape 962">
                      <a:extLst>
                        <a:ext uri="{FF2B5EF4-FFF2-40B4-BE49-F238E27FC236}">
                          <a16:creationId xmlns:a16="http://schemas.microsoft.com/office/drawing/2014/main" id="{E3BC9762-8582-B543-A290-B7E012B3DE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23" name="Rectangle 963">
                    <a:extLst>
                      <a:ext uri="{FF2B5EF4-FFF2-40B4-BE49-F238E27FC236}">
                        <a16:creationId xmlns:a16="http://schemas.microsoft.com/office/drawing/2014/main" id="{18D446BB-3758-B64F-AFB6-C6D63C87DC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24" name="Rectangle 964">
                    <a:extLst>
                      <a:ext uri="{FF2B5EF4-FFF2-40B4-BE49-F238E27FC236}">
                        <a16:creationId xmlns:a16="http://schemas.microsoft.com/office/drawing/2014/main" id="{0D90F07F-4335-1541-9F09-82C67F4CCB8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225" name="Group 965">
                    <a:extLst>
                      <a:ext uri="{FF2B5EF4-FFF2-40B4-BE49-F238E27FC236}">
                        <a16:creationId xmlns:a16="http://schemas.microsoft.com/office/drawing/2014/main" id="{2407C1B8-E962-4A46-8C66-95D2FDC2959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14241" name="AutoShape 966">
                      <a:extLst>
                        <a:ext uri="{FF2B5EF4-FFF2-40B4-BE49-F238E27FC236}">
                          <a16:creationId xmlns:a16="http://schemas.microsoft.com/office/drawing/2014/main" id="{101187E0-8B6E-0D4C-A9B1-796C031E993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42" name="AutoShape 967">
                      <a:extLst>
                        <a:ext uri="{FF2B5EF4-FFF2-40B4-BE49-F238E27FC236}">
                          <a16:creationId xmlns:a16="http://schemas.microsoft.com/office/drawing/2014/main" id="{69EEDBBF-3734-0D45-818E-E7C9C46F56F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26" name="Freeform 968">
                    <a:extLst>
                      <a:ext uri="{FF2B5EF4-FFF2-40B4-BE49-F238E27FC236}">
                        <a16:creationId xmlns:a16="http://schemas.microsoft.com/office/drawing/2014/main" id="{A5530117-CC03-0D49-8D2C-6E0DFC16605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227" name="Group 969">
                    <a:extLst>
                      <a:ext uri="{FF2B5EF4-FFF2-40B4-BE49-F238E27FC236}">
                        <a16:creationId xmlns:a16="http://schemas.microsoft.com/office/drawing/2014/main" id="{532C73EC-136D-4241-8A77-C694C3FECEA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14239" name="AutoShape 970">
                      <a:extLst>
                        <a:ext uri="{FF2B5EF4-FFF2-40B4-BE49-F238E27FC236}">
                          <a16:creationId xmlns:a16="http://schemas.microsoft.com/office/drawing/2014/main" id="{CBB41D50-1420-0049-AC87-B48CAE8A76C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40" name="AutoShape 971">
                      <a:extLst>
                        <a:ext uri="{FF2B5EF4-FFF2-40B4-BE49-F238E27FC236}">
                          <a16:creationId xmlns:a16="http://schemas.microsoft.com/office/drawing/2014/main" id="{5B8A5878-2927-0E43-AE85-BB07D0B0AE2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228" name="Rectangle 972">
                    <a:extLst>
                      <a:ext uri="{FF2B5EF4-FFF2-40B4-BE49-F238E27FC236}">
                        <a16:creationId xmlns:a16="http://schemas.microsoft.com/office/drawing/2014/main" id="{8181E321-7960-AD44-B079-E65314895EB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29" name="Freeform 973">
                    <a:extLst>
                      <a:ext uri="{FF2B5EF4-FFF2-40B4-BE49-F238E27FC236}">
                        <a16:creationId xmlns:a16="http://schemas.microsoft.com/office/drawing/2014/main" id="{FC8A041C-7EAD-D241-ACC2-EDD4AF353A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30" name="Freeform 974">
                    <a:extLst>
                      <a:ext uri="{FF2B5EF4-FFF2-40B4-BE49-F238E27FC236}">
                        <a16:creationId xmlns:a16="http://schemas.microsoft.com/office/drawing/2014/main" id="{2ACB0CEA-4401-574E-BA0A-F79EED9E9D0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31" name="Oval 975">
                    <a:extLst>
                      <a:ext uri="{FF2B5EF4-FFF2-40B4-BE49-F238E27FC236}">
                        <a16:creationId xmlns:a16="http://schemas.microsoft.com/office/drawing/2014/main" id="{E2BD881E-E4C4-7246-9F00-ED506F4A417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32" name="Freeform 976">
                    <a:extLst>
                      <a:ext uri="{FF2B5EF4-FFF2-40B4-BE49-F238E27FC236}">
                        <a16:creationId xmlns:a16="http://schemas.microsoft.com/office/drawing/2014/main" id="{BF653734-CBF6-C84D-84D3-9D1F48894C7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233" name="AutoShape 977">
                    <a:extLst>
                      <a:ext uri="{FF2B5EF4-FFF2-40B4-BE49-F238E27FC236}">
                        <a16:creationId xmlns:a16="http://schemas.microsoft.com/office/drawing/2014/main" id="{83BF0E8E-08CF-AE46-8057-3595A68B41B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34" name="AutoShape 978">
                    <a:extLst>
                      <a:ext uri="{FF2B5EF4-FFF2-40B4-BE49-F238E27FC236}">
                        <a16:creationId xmlns:a16="http://schemas.microsoft.com/office/drawing/2014/main" id="{2F6CACC1-3107-5E44-9CE0-423267340A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35" name="Oval 979">
                    <a:extLst>
                      <a:ext uri="{FF2B5EF4-FFF2-40B4-BE49-F238E27FC236}">
                        <a16:creationId xmlns:a16="http://schemas.microsoft.com/office/drawing/2014/main" id="{DFFDE8C5-5C88-8249-98E5-7A9EA610E3F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36" name="Oval 980">
                    <a:extLst>
                      <a:ext uri="{FF2B5EF4-FFF2-40B4-BE49-F238E27FC236}">
                        <a16:creationId xmlns:a16="http://schemas.microsoft.com/office/drawing/2014/main" id="{AB2A1091-EBDE-2745-871F-8ED6CA4CB04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37" name="Oval 981">
                    <a:extLst>
                      <a:ext uri="{FF2B5EF4-FFF2-40B4-BE49-F238E27FC236}">
                        <a16:creationId xmlns:a16="http://schemas.microsoft.com/office/drawing/2014/main" id="{D14EED52-EE51-384D-967B-FFDDF7702BB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38" name="Rectangle 982">
                    <a:extLst>
                      <a:ext uri="{FF2B5EF4-FFF2-40B4-BE49-F238E27FC236}">
                        <a16:creationId xmlns:a16="http://schemas.microsoft.com/office/drawing/2014/main" id="{1A064D30-C18C-FD48-90BD-D0AC9F8C68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37" name="Group 1111">
                <a:extLst>
                  <a:ext uri="{FF2B5EF4-FFF2-40B4-BE49-F238E27FC236}">
                    <a16:creationId xmlns:a16="http://schemas.microsoft.com/office/drawing/2014/main" id="{63688B10-3CA2-0C4C-AC5F-5ED101090202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2122838" y="563006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14179" name="Picture 3">
                  <a:extLst>
                    <a:ext uri="{FF2B5EF4-FFF2-40B4-BE49-F238E27FC236}">
                      <a16:creationId xmlns:a16="http://schemas.microsoft.com/office/drawing/2014/main" id="{132988F5-D98C-964E-A693-F53D6AC3AF6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214180" name="Group 950">
                  <a:extLst>
                    <a:ext uri="{FF2B5EF4-FFF2-40B4-BE49-F238E27FC236}">
                      <a16:creationId xmlns:a16="http://schemas.microsoft.com/office/drawing/2014/main" id="{586CC089-82D3-9A44-A61E-3BF74CC99DB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14181" name="Freeform 951">
                    <a:extLst>
                      <a:ext uri="{FF2B5EF4-FFF2-40B4-BE49-F238E27FC236}">
                        <a16:creationId xmlns:a16="http://schemas.microsoft.com/office/drawing/2014/main" id="{735BC969-3DA1-8343-9917-D0C4A886E90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82" name="Rectangle 952">
                    <a:extLst>
                      <a:ext uri="{FF2B5EF4-FFF2-40B4-BE49-F238E27FC236}">
                        <a16:creationId xmlns:a16="http://schemas.microsoft.com/office/drawing/2014/main" id="{7DF346B4-1DC1-9E48-8B4C-8A9C5671F05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183" name="Freeform 953">
                    <a:extLst>
                      <a:ext uri="{FF2B5EF4-FFF2-40B4-BE49-F238E27FC236}">
                        <a16:creationId xmlns:a16="http://schemas.microsoft.com/office/drawing/2014/main" id="{42E93B7C-838D-DE47-A309-84BDEEDEB6C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84" name="Freeform 954">
                    <a:extLst>
                      <a:ext uri="{FF2B5EF4-FFF2-40B4-BE49-F238E27FC236}">
                        <a16:creationId xmlns:a16="http://schemas.microsoft.com/office/drawing/2014/main" id="{C91B187A-F69A-934B-96EC-9CB23566959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85" name="Rectangle 955">
                    <a:extLst>
                      <a:ext uri="{FF2B5EF4-FFF2-40B4-BE49-F238E27FC236}">
                        <a16:creationId xmlns:a16="http://schemas.microsoft.com/office/drawing/2014/main" id="{7D54F33E-54A3-3747-A2F2-0DF233A6F58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186" name="Group 956">
                    <a:extLst>
                      <a:ext uri="{FF2B5EF4-FFF2-40B4-BE49-F238E27FC236}">
                        <a16:creationId xmlns:a16="http://schemas.microsoft.com/office/drawing/2014/main" id="{E25BCAF3-8B48-F44F-B38A-00BFDDE0E5A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14211" name="AutoShape 957">
                      <a:extLst>
                        <a:ext uri="{FF2B5EF4-FFF2-40B4-BE49-F238E27FC236}">
                          <a16:creationId xmlns:a16="http://schemas.microsoft.com/office/drawing/2014/main" id="{EAA3E11F-E9E6-7F47-B84A-569C5EFFB41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12" name="AutoShape 958">
                      <a:extLst>
                        <a:ext uri="{FF2B5EF4-FFF2-40B4-BE49-F238E27FC236}">
                          <a16:creationId xmlns:a16="http://schemas.microsoft.com/office/drawing/2014/main" id="{3424F322-3055-9748-A32E-3A4C8AD6B6A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187" name="Rectangle 959">
                    <a:extLst>
                      <a:ext uri="{FF2B5EF4-FFF2-40B4-BE49-F238E27FC236}">
                        <a16:creationId xmlns:a16="http://schemas.microsoft.com/office/drawing/2014/main" id="{3BE15F0A-93E1-104C-8671-F23F447BD6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188" name="Group 960">
                    <a:extLst>
                      <a:ext uri="{FF2B5EF4-FFF2-40B4-BE49-F238E27FC236}">
                        <a16:creationId xmlns:a16="http://schemas.microsoft.com/office/drawing/2014/main" id="{A783FCB0-DD9C-E043-A9BE-DE3BA81EE40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14209" name="AutoShape 961">
                      <a:extLst>
                        <a:ext uri="{FF2B5EF4-FFF2-40B4-BE49-F238E27FC236}">
                          <a16:creationId xmlns:a16="http://schemas.microsoft.com/office/drawing/2014/main" id="{9BFDA089-AD73-5C4E-8637-F85428CB4BC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10" name="AutoShape 962">
                      <a:extLst>
                        <a:ext uri="{FF2B5EF4-FFF2-40B4-BE49-F238E27FC236}">
                          <a16:creationId xmlns:a16="http://schemas.microsoft.com/office/drawing/2014/main" id="{022F2AF4-C3ED-A34D-BF89-32D8E4B29C3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189" name="Rectangle 963">
                    <a:extLst>
                      <a:ext uri="{FF2B5EF4-FFF2-40B4-BE49-F238E27FC236}">
                        <a16:creationId xmlns:a16="http://schemas.microsoft.com/office/drawing/2014/main" id="{53EB4C46-F9E2-2949-8E19-5915942260B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190" name="Rectangle 964">
                    <a:extLst>
                      <a:ext uri="{FF2B5EF4-FFF2-40B4-BE49-F238E27FC236}">
                        <a16:creationId xmlns:a16="http://schemas.microsoft.com/office/drawing/2014/main" id="{40B67C1C-F7A7-C34D-A50E-7B7A644787B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191" name="Group 965">
                    <a:extLst>
                      <a:ext uri="{FF2B5EF4-FFF2-40B4-BE49-F238E27FC236}">
                        <a16:creationId xmlns:a16="http://schemas.microsoft.com/office/drawing/2014/main" id="{D11D60DC-5FDB-EB4A-B6B0-53EB69C6906C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14207" name="AutoShape 966">
                      <a:extLst>
                        <a:ext uri="{FF2B5EF4-FFF2-40B4-BE49-F238E27FC236}">
                          <a16:creationId xmlns:a16="http://schemas.microsoft.com/office/drawing/2014/main" id="{39F66139-0570-A64A-B903-3E36DEEDD85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08" name="AutoShape 967">
                      <a:extLst>
                        <a:ext uri="{FF2B5EF4-FFF2-40B4-BE49-F238E27FC236}">
                          <a16:creationId xmlns:a16="http://schemas.microsoft.com/office/drawing/2014/main" id="{12F74A89-FB2F-644A-8EB0-4EFD2315F3F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192" name="Freeform 968">
                    <a:extLst>
                      <a:ext uri="{FF2B5EF4-FFF2-40B4-BE49-F238E27FC236}">
                        <a16:creationId xmlns:a16="http://schemas.microsoft.com/office/drawing/2014/main" id="{0FBA322F-0E08-4543-92E2-49872882FE86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193" name="Group 969">
                    <a:extLst>
                      <a:ext uri="{FF2B5EF4-FFF2-40B4-BE49-F238E27FC236}">
                        <a16:creationId xmlns:a16="http://schemas.microsoft.com/office/drawing/2014/main" id="{22727495-0D9C-9D4B-B500-20A9C656C19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14205" name="AutoShape 970">
                      <a:extLst>
                        <a:ext uri="{FF2B5EF4-FFF2-40B4-BE49-F238E27FC236}">
                          <a16:creationId xmlns:a16="http://schemas.microsoft.com/office/drawing/2014/main" id="{F6C374DA-8DDA-D241-8C36-76384B99E59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206" name="AutoShape 971">
                      <a:extLst>
                        <a:ext uri="{FF2B5EF4-FFF2-40B4-BE49-F238E27FC236}">
                          <a16:creationId xmlns:a16="http://schemas.microsoft.com/office/drawing/2014/main" id="{6606F760-8794-F14F-B69C-88C19D6630F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194" name="Rectangle 972">
                    <a:extLst>
                      <a:ext uri="{FF2B5EF4-FFF2-40B4-BE49-F238E27FC236}">
                        <a16:creationId xmlns:a16="http://schemas.microsoft.com/office/drawing/2014/main" id="{8B5209F5-0805-1E4B-BB7D-AF2A65A1B17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195" name="Freeform 973">
                    <a:extLst>
                      <a:ext uri="{FF2B5EF4-FFF2-40B4-BE49-F238E27FC236}">
                        <a16:creationId xmlns:a16="http://schemas.microsoft.com/office/drawing/2014/main" id="{6FE19D70-F2B7-E046-8A9D-89EB8A576FCE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96" name="Freeform 974">
                    <a:extLst>
                      <a:ext uri="{FF2B5EF4-FFF2-40B4-BE49-F238E27FC236}">
                        <a16:creationId xmlns:a16="http://schemas.microsoft.com/office/drawing/2014/main" id="{9F039815-24B8-0F47-B17E-E8DA8E1413C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97" name="Oval 975">
                    <a:extLst>
                      <a:ext uri="{FF2B5EF4-FFF2-40B4-BE49-F238E27FC236}">
                        <a16:creationId xmlns:a16="http://schemas.microsoft.com/office/drawing/2014/main" id="{DBE12ABE-7884-C14B-B6EF-9986B9699F7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198" name="Freeform 976">
                    <a:extLst>
                      <a:ext uri="{FF2B5EF4-FFF2-40B4-BE49-F238E27FC236}">
                        <a16:creationId xmlns:a16="http://schemas.microsoft.com/office/drawing/2014/main" id="{693D7F73-DD2C-E74A-B9EF-4B3BE246569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99" name="AutoShape 977">
                    <a:extLst>
                      <a:ext uri="{FF2B5EF4-FFF2-40B4-BE49-F238E27FC236}">
                        <a16:creationId xmlns:a16="http://schemas.microsoft.com/office/drawing/2014/main" id="{A59830E7-CF51-584A-B0B9-FDD9E66B5C4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00" name="AutoShape 978">
                    <a:extLst>
                      <a:ext uri="{FF2B5EF4-FFF2-40B4-BE49-F238E27FC236}">
                        <a16:creationId xmlns:a16="http://schemas.microsoft.com/office/drawing/2014/main" id="{CF4E38DF-02D7-4941-9B02-C6CDB64009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01" name="Oval 979">
                    <a:extLst>
                      <a:ext uri="{FF2B5EF4-FFF2-40B4-BE49-F238E27FC236}">
                        <a16:creationId xmlns:a16="http://schemas.microsoft.com/office/drawing/2014/main" id="{59495E51-586A-C34D-89B7-AEA0D72D46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02" name="Oval 980">
                    <a:extLst>
                      <a:ext uri="{FF2B5EF4-FFF2-40B4-BE49-F238E27FC236}">
                        <a16:creationId xmlns:a16="http://schemas.microsoft.com/office/drawing/2014/main" id="{20C8E197-143F-5345-AEF8-54327DCA1F1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03" name="Oval 981">
                    <a:extLst>
                      <a:ext uri="{FF2B5EF4-FFF2-40B4-BE49-F238E27FC236}">
                        <a16:creationId xmlns:a16="http://schemas.microsoft.com/office/drawing/2014/main" id="{5E9B1C72-A47D-B74A-9E0A-78BB6D7F36B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204" name="Rectangle 982">
                    <a:extLst>
                      <a:ext uri="{FF2B5EF4-FFF2-40B4-BE49-F238E27FC236}">
                        <a16:creationId xmlns:a16="http://schemas.microsoft.com/office/drawing/2014/main" id="{7B16A707-B72C-7E4C-81A5-597858293B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38" name="Group 1115">
                <a:extLst>
                  <a:ext uri="{FF2B5EF4-FFF2-40B4-BE49-F238E27FC236}">
                    <a16:creationId xmlns:a16="http://schemas.microsoft.com/office/drawing/2014/main" id="{501AC210-7162-A14B-B03B-E46C8F9FA764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707615" y="4368892"/>
                <a:ext cx="990551" cy="731635"/>
                <a:chOff x="7707615" y="4368892"/>
                <a:chExt cx="990551" cy="731635"/>
              </a:xfrm>
            </p:grpSpPr>
            <p:pic>
              <p:nvPicPr>
                <p:cNvPr id="214079" name="Picture 1159">
                  <a:extLst>
                    <a:ext uri="{FF2B5EF4-FFF2-40B4-BE49-F238E27FC236}">
                      <a16:creationId xmlns:a16="http://schemas.microsoft.com/office/drawing/2014/main" id="{3EEA3963-4E11-E242-A3D8-6FF58800B9FF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4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771833" y="4640202"/>
                  <a:ext cx="822008" cy="460325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  <p:grpSp>
              <p:nvGrpSpPr>
                <p:cNvPr id="214080" name="Group 249">
                  <a:extLst>
                    <a:ext uri="{FF2B5EF4-FFF2-40B4-BE49-F238E27FC236}">
                      <a16:creationId xmlns:a16="http://schemas.microsoft.com/office/drawing/2014/main" id="{559CEC6E-1FFA-E24A-8417-DBCCEC6705DF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707615" y="4368892"/>
                  <a:ext cx="225953" cy="395900"/>
                  <a:chOff x="4140" y="429"/>
                  <a:chExt cx="1425" cy="2396"/>
                </a:xfrm>
              </p:grpSpPr>
              <p:sp>
                <p:nvSpPr>
                  <p:cNvPr id="214147" name="Freeform 250">
                    <a:extLst>
                      <a:ext uri="{FF2B5EF4-FFF2-40B4-BE49-F238E27FC236}">
                        <a16:creationId xmlns:a16="http://schemas.microsoft.com/office/drawing/2014/main" id="{32FA948E-BFDC-B344-900D-B39BB398DA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9 w 354"/>
                      <a:gd name="T1" fmla="*/ 0 h 2742"/>
                      <a:gd name="T2" fmla="*/ 47 w 354"/>
                      <a:gd name="T3" fmla="*/ 66 h 2742"/>
                      <a:gd name="T4" fmla="*/ 46 w 354"/>
                      <a:gd name="T5" fmla="*/ 510 h 2742"/>
                      <a:gd name="T6" fmla="*/ 0 w 354"/>
                      <a:gd name="T7" fmla="*/ 534 h 2742"/>
                      <a:gd name="T8" fmla="*/ 9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29" name="Rectangle 251">
                    <a:extLst>
                      <a:ext uri="{FF2B5EF4-FFF2-40B4-BE49-F238E27FC236}">
                        <a16:creationId xmlns:a16="http://schemas.microsoft.com/office/drawing/2014/main" id="{4FCCA3B9-9C41-D24C-ABFE-36C6E3EF223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04" y="433"/>
                    <a:ext cx="1051" cy="2277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149" name="Freeform 252">
                    <a:extLst>
                      <a:ext uri="{FF2B5EF4-FFF2-40B4-BE49-F238E27FC236}">
                        <a16:creationId xmlns:a16="http://schemas.microsoft.com/office/drawing/2014/main" id="{0E66DCD0-CA20-9449-8805-8E4E75E914C4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29 w 211"/>
                      <a:gd name="T3" fmla="*/ 43 h 2537"/>
                      <a:gd name="T4" fmla="*/ 2 w 211"/>
                      <a:gd name="T5" fmla="*/ 48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50" name="Freeform 253">
                    <a:extLst>
                      <a:ext uri="{FF2B5EF4-FFF2-40B4-BE49-F238E27FC236}">
                        <a16:creationId xmlns:a16="http://schemas.microsoft.com/office/drawing/2014/main" id="{552E8F95-7D3D-484E-A134-00B9CE9C936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45 w 328"/>
                      <a:gd name="T3" fmla="*/ 25 h 226"/>
                      <a:gd name="T4" fmla="*/ 45 w 328"/>
                      <a:gd name="T5" fmla="*/ 45 h 226"/>
                      <a:gd name="T6" fmla="*/ 0 w 328"/>
                      <a:gd name="T7" fmla="*/ 19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32" name="Rectangle 254">
                    <a:extLst>
                      <a:ext uri="{FF2B5EF4-FFF2-40B4-BE49-F238E27FC236}">
                        <a16:creationId xmlns:a16="http://schemas.microsoft.com/office/drawing/2014/main" id="{6C418519-1151-E347-A6E2-34F8090973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4" y="692"/>
                    <a:ext cx="601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152" name="Group 255">
                    <a:extLst>
                      <a:ext uri="{FF2B5EF4-FFF2-40B4-BE49-F238E27FC236}">
                        <a16:creationId xmlns:a16="http://schemas.microsoft.com/office/drawing/2014/main" id="{B8D238DD-2FFA-2543-83C3-50D63420FD61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258" name="AutoShape 256">
                      <a:extLst>
                        <a:ext uri="{FF2B5EF4-FFF2-40B4-BE49-F238E27FC236}">
                          <a16:creationId xmlns:a16="http://schemas.microsoft.com/office/drawing/2014/main" id="{0E9DD485-9924-C24F-BF12-406FB2731D0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46" y="2591"/>
                      <a:ext cx="725" cy="12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259" name="AutoShape 257">
                      <a:extLst>
                        <a:ext uri="{FF2B5EF4-FFF2-40B4-BE49-F238E27FC236}">
                          <a16:creationId xmlns:a16="http://schemas.microsoft.com/office/drawing/2014/main" id="{A6F81680-4F96-A241-AB5A-DD079EBF4A1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59" y="2591"/>
                      <a:ext cx="700" cy="101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234" name="Rectangle 258">
                    <a:extLst>
                      <a:ext uri="{FF2B5EF4-FFF2-40B4-BE49-F238E27FC236}">
                        <a16:creationId xmlns:a16="http://schemas.microsoft.com/office/drawing/2014/main" id="{909C5B8C-1CD5-DC4E-9EDC-4D57F2F469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1019"/>
                    <a:ext cx="601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154" name="Group 259">
                    <a:extLst>
                      <a:ext uri="{FF2B5EF4-FFF2-40B4-BE49-F238E27FC236}">
                        <a16:creationId xmlns:a16="http://schemas.microsoft.com/office/drawing/2014/main" id="{FEAC3470-AE01-DB49-BFFF-0A595B7C6433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256" name="AutoShape 260">
                      <a:extLst>
                        <a:ext uri="{FF2B5EF4-FFF2-40B4-BE49-F238E27FC236}">
                          <a16:creationId xmlns:a16="http://schemas.microsoft.com/office/drawing/2014/main" id="{BB1F31AD-F226-A343-9747-498C2BD918E5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1" y="2594"/>
                      <a:ext cx="725" cy="14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257" name="AutoShape 261">
                      <a:extLst>
                        <a:ext uri="{FF2B5EF4-FFF2-40B4-BE49-F238E27FC236}">
                          <a16:creationId xmlns:a16="http://schemas.microsoft.com/office/drawing/2014/main" id="{6B06EB69-6CFD-B043-99AC-DA0DC48E6E24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4" y="2614"/>
                      <a:ext cx="687" cy="100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236" name="Rectangle 262">
                    <a:extLst>
                      <a:ext uri="{FF2B5EF4-FFF2-40B4-BE49-F238E27FC236}">
                        <a16:creationId xmlns:a16="http://schemas.microsoft.com/office/drawing/2014/main" id="{C309DAA6-4E33-CE47-BD8F-34A00B3F927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4" y="1365"/>
                    <a:ext cx="591" cy="3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37" name="Rectangle 263">
                    <a:extLst>
                      <a:ext uri="{FF2B5EF4-FFF2-40B4-BE49-F238E27FC236}">
                        <a16:creationId xmlns:a16="http://schemas.microsoft.com/office/drawing/2014/main" id="{31FE18AD-88FB-7249-A1E2-F59F36B1E9E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4" y="1653"/>
                    <a:ext cx="591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157" name="Group 264">
                    <a:extLst>
                      <a:ext uri="{FF2B5EF4-FFF2-40B4-BE49-F238E27FC236}">
                        <a16:creationId xmlns:a16="http://schemas.microsoft.com/office/drawing/2014/main" id="{C781639A-B9E3-1F41-A1F2-2D6BC714369D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254" name="AutoShape 265">
                      <a:extLst>
                        <a:ext uri="{FF2B5EF4-FFF2-40B4-BE49-F238E27FC236}">
                          <a16:creationId xmlns:a16="http://schemas.microsoft.com/office/drawing/2014/main" id="{F3B27AEF-462F-714A-925E-CD57B30D2A3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4" y="2592"/>
                      <a:ext cx="711" cy="115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255" name="AutoShape 266">
                      <a:extLst>
                        <a:ext uri="{FF2B5EF4-FFF2-40B4-BE49-F238E27FC236}">
                          <a16:creationId xmlns:a16="http://schemas.microsoft.com/office/drawing/2014/main" id="{3DCA27E7-F791-C542-9A1B-4C168AFF853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6" y="2610"/>
                      <a:ext cx="674" cy="80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158" name="Freeform 267">
                    <a:extLst>
                      <a:ext uri="{FF2B5EF4-FFF2-40B4-BE49-F238E27FC236}">
                        <a16:creationId xmlns:a16="http://schemas.microsoft.com/office/drawing/2014/main" id="{AECDB4C9-5621-594D-AECC-69FC51E6FAB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45 w 328"/>
                      <a:gd name="T3" fmla="*/ 24 h 226"/>
                      <a:gd name="T4" fmla="*/ 45 w 328"/>
                      <a:gd name="T5" fmla="*/ 43 h 226"/>
                      <a:gd name="T6" fmla="*/ 0 w 328"/>
                      <a:gd name="T7" fmla="*/ 1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159" name="Group 268">
                    <a:extLst>
                      <a:ext uri="{FF2B5EF4-FFF2-40B4-BE49-F238E27FC236}">
                        <a16:creationId xmlns:a16="http://schemas.microsoft.com/office/drawing/2014/main" id="{530F28CF-4DEF-CE42-BCA2-AB61FC970C19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252" name="AutoShape 269">
                      <a:extLst>
                        <a:ext uri="{FF2B5EF4-FFF2-40B4-BE49-F238E27FC236}">
                          <a16:creationId xmlns:a16="http://schemas.microsoft.com/office/drawing/2014/main" id="{E3D43DA1-A342-2141-803A-DA7E4021571C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46" y="2568"/>
                      <a:ext cx="698" cy="163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253" name="AutoShape 270">
                      <a:extLst>
                        <a:ext uri="{FF2B5EF4-FFF2-40B4-BE49-F238E27FC236}">
                          <a16:creationId xmlns:a16="http://schemas.microsoft.com/office/drawing/2014/main" id="{0B518669-996F-A040-AA1A-27FF078C05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59" y="2587"/>
                      <a:ext cx="661" cy="115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241" name="Rectangle 271">
                    <a:extLst>
                      <a:ext uri="{FF2B5EF4-FFF2-40B4-BE49-F238E27FC236}">
                        <a16:creationId xmlns:a16="http://schemas.microsoft.com/office/drawing/2014/main" id="{96F43160-19A6-3545-87F1-FA06C63970D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55" y="433"/>
                    <a:ext cx="60" cy="2287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161" name="Freeform 272">
                    <a:extLst>
                      <a:ext uri="{FF2B5EF4-FFF2-40B4-BE49-F238E27FC236}">
                        <a16:creationId xmlns:a16="http://schemas.microsoft.com/office/drawing/2014/main" id="{7428AD33-7871-0D4F-8C8D-5C6B9723A24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40 w 296"/>
                      <a:gd name="T3" fmla="*/ 27 h 256"/>
                      <a:gd name="T4" fmla="*/ 40 w 296"/>
                      <a:gd name="T5" fmla="*/ 49 h 256"/>
                      <a:gd name="T6" fmla="*/ 0 w 296"/>
                      <a:gd name="T7" fmla="*/ 18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62" name="Freeform 273">
                    <a:extLst>
                      <a:ext uri="{FF2B5EF4-FFF2-40B4-BE49-F238E27FC236}">
                        <a16:creationId xmlns:a16="http://schemas.microsoft.com/office/drawing/2014/main" id="{CBE613F3-A88D-8D43-AC9A-847B88C8ECE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42 w 304"/>
                      <a:gd name="T3" fmla="*/ 32 h 288"/>
                      <a:gd name="T4" fmla="*/ 39 w 304"/>
                      <a:gd name="T5" fmla="*/ 57 h 288"/>
                      <a:gd name="T6" fmla="*/ 2 w 304"/>
                      <a:gd name="T7" fmla="*/ 24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44" name="Oval 274">
                    <a:extLst>
                      <a:ext uri="{FF2B5EF4-FFF2-40B4-BE49-F238E27FC236}">
                        <a16:creationId xmlns:a16="http://schemas.microsoft.com/office/drawing/2014/main" id="{D866BE52-F00D-CE45-88F2-C6143416B4F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6" y="2614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164" name="Freeform 275">
                    <a:extLst>
                      <a:ext uri="{FF2B5EF4-FFF2-40B4-BE49-F238E27FC236}">
                        <a16:creationId xmlns:a16="http://schemas.microsoft.com/office/drawing/2014/main" id="{F99F046E-BDF2-CB4B-A95C-91E1BB5C68FA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21 h 240"/>
                      <a:gd name="T2" fmla="*/ 2 w 306"/>
                      <a:gd name="T3" fmla="*/ 48 h 240"/>
                      <a:gd name="T4" fmla="*/ 42 w 306"/>
                      <a:gd name="T5" fmla="*/ 22 h 240"/>
                      <a:gd name="T6" fmla="*/ 40 w 306"/>
                      <a:gd name="T7" fmla="*/ 0 h 240"/>
                      <a:gd name="T8" fmla="*/ 0 w 306"/>
                      <a:gd name="T9" fmla="*/ 21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46" name="AutoShape 276">
                    <a:extLst>
                      <a:ext uri="{FF2B5EF4-FFF2-40B4-BE49-F238E27FC236}">
                        <a16:creationId xmlns:a16="http://schemas.microsoft.com/office/drawing/2014/main" id="{CBEBD2C6-CFED-CB4F-BC79-868C395F7F0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4" y="2681"/>
                    <a:ext cx="1202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47" name="AutoShape 277">
                    <a:extLst>
                      <a:ext uri="{FF2B5EF4-FFF2-40B4-BE49-F238E27FC236}">
                        <a16:creationId xmlns:a16="http://schemas.microsoft.com/office/drawing/2014/main" id="{A37F0F82-C20D-E844-B043-F3B6AB4529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04" y="2710"/>
                    <a:ext cx="1071" cy="8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48" name="Oval 278">
                    <a:extLst>
                      <a:ext uri="{FF2B5EF4-FFF2-40B4-BE49-F238E27FC236}">
                        <a16:creationId xmlns:a16="http://schemas.microsoft.com/office/drawing/2014/main" id="{866EC59D-6138-6449-9AC8-0E4557B2BF7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14" y="2383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49" name="Oval 279">
                    <a:extLst>
                      <a:ext uri="{FF2B5EF4-FFF2-40B4-BE49-F238E27FC236}">
                        <a16:creationId xmlns:a16="http://schemas.microsoft.com/office/drawing/2014/main" id="{B51FB6EE-FDF7-6241-A083-5351AB12DE4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5" y="2383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50" name="Oval 280">
                    <a:extLst>
                      <a:ext uri="{FF2B5EF4-FFF2-40B4-BE49-F238E27FC236}">
                        <a16:creationId xmlns:a16="http://schemas.microsoft.com/office/drawing/2014/main" id="{89A59A8D-6CEC-464D-9BD7-09E40E86396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65" y="2383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51" name="Rectangle 281">
                    <a:extLst>
                      <a:ext uri="{FF2B5EF4-FFF2-40B4-BE49-F238E27FC236}">
                        <a16:creationId xmlns:a16="http://schemas.microsoft.com/office/drawing/2014/main" id="{F0E1C006-B779-004D-B275-AD7CC5F63B3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5" y="1836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grpSp>
              <p:nvGrpSpPr>
                <p:cNvPr id="214081" name="Group 249">
                  <a:extLst>
                    <a:ext uri="{FF2B5EF4-FFF2-40B4-BE49-F238E27FC236}">
                      <a16:creationId xmlns:a16="http://schemas.microsoft.com/office/drawing/2014/main" id="{4BE2179E-774D-C843-8DB9-3E128788BA1A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7939866" y="4369199"/>
                  <a:ext cx="225953" cy="395900"/>
                  <a:chOff x="4140" y="429"/>
                  <a:chExt cx="1425" cy="2396"/>
                </a:xfrm>
              </p:grpSpPr>
              <p:sp>
                <p:nvSpPr>
                  <p:cNvPr id="214115" name="Freeform 250">
                    <a:extLst>
                      <a:ext uri="{FF2B5EF4-FFF2-40B4-BE49-F238E27FC236}">
                        <a16:creationId xmlns:a16="http://schemas.microsoft.com/office/drawing/2014/main" id="{E86DD0C5-E60F-9A40-83F4-23079F91A73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9 w 354"/>
                      <a:gd name="T1" fmla="*/ 0 h 2742"/>
                      <a:gd name="T2" fmla="*/ 47 w 354"/>
                      <a:gd name="T3" fmla="*/ 66 h 2742"/>
                      <a:gd name="T4" fmla="*/ 46 w 354"/>
                      <a:gd name="T5" fmla="*/ 510 h 2742"/>
                      <a:gd name="T6" fmla="*/ 0 w 354"/>
                      <a:gd name="T7" fmla="*/ 534 h 2742"/>
                      <a:gd name="T8" fmla="*/ 9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97" name="Rectangle 251">
                    <a:extLst>
                      <a:ext uri="{FF2B5EF4-FFF2-40B4-BE49-F238E27FC236}">
                        <a16:creationId xmlns:a16="http://schemas.microsoft.com/office/drawing/2014/main" id="{031F551E-F66E-DC4F-BB0F-BDFD2A98628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07" y="431"/>
                    <a:ext cx="1051" cy="2306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117" name="Freeform 252">
                    <a:extLst>
                      <a:ext uri="{FF2B5EF4-FFF2-40B4-BE49-F238E27FC236}">
                        <a16:creationId xmlns:a16="http://schemas.microsoft.com/office/drawing/2014/main" id="{1F094852-FE6A-254E-AE59-F164949D4AA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29 w 211"/>
                      <a:gd name="T3" fmla="*/ 43 h 2537"/>
                      <a:gd name="T4" fmla="*/ 2 w 211"/>
                      <a:gd name="T5" fmla="*/ 48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18" name="Freeform 253">
                    <a:extLst>
                      <a:ext uri="{FF2B5EF4-FFF2-40B4-BE49-F238E27FC236}">
                        <a16:creationId xmlns:a16="http://schemas.microsoft.com/office/drawing/2014/main" id="{3822EE13-4CE8-5A4B-98E2-B96B4A93D31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45 w 328"/>
                      <a:gd name="T3" fmla="*/ 25 h 226"/>
                      <a:gd name="T4" fmla="*/ 45 w 328"/>
                      <a:gd name="T5" fmla="*/ 45 h 226"/>
                      <a:gd name="T6" fmla="*/ 0 w 328"/>
                      <a:gd name="T7" fmla="*/ 19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00" name="Rectangle 254">
                    <a:extLst>
                      <a:ext uri="{FF2B5EF4-FFF2-40B4-BE49-F238E27FC236}">
                        <a16:creationId xmlns:a16="http://schemas.microsoft.com/office/drawing/2014/main" id="{6FBE4BF3-9A08-A740-B0C7-5B153A1D2061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07" y="700"/>
                    <a:ext cx="601" cy="3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120" name="Group 255">
                    <a:extLst>
                      <a:ext uri="{FF2B5EF4-FFF2-40B4-BE49-F238E27FC236}">
                        <a16:creationId xmlns:a16="http://schemas.microsoft.com/office/drawing/2014/main" id="{A6B07E4C-BDA4-6642-AD5B-6D4DA9F720F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226" name="AutoShape 256">
                      <a:extLst>
                        <a:ext uri="{FF2B5EF4-FFF2-40B4-BE49-F238E27FC236}">
                          <a16:creationId xmlns:a16="http://schemas.microsoft.com/office/drawing/2014/main" id="{3B0846A9-93AE-0645-B4F6-DB72AF66C37D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2" y="2571"/>
                      <a:ext cx="725" cy="138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227" name="AutoShape 257">
                      <a:extLst>
                        <a:ext uri="{FF2B5EF4-FFF2-40B4-BE49-F238E27FC236}">
                          <a16:creationId xmlns:a16="http://schemas.microsoft.com/office/drawing/2014/main" id="{CFA1723B-8474-2146-8074-8959E0A1E69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90"/>
                      <a:ext cx="700" cy="101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202" name="Rectangle 258">
                    <a:extLst>
                      <a:ext uri="{FF2B5EF4-FFF2-40B4-BE49-F238E27FC236}">
                        <a16:creationId xmlns:a16="http://schemas.microsoft.com/office/drawing/2014/main" id="{4282B151-2830-FD44-B601-645CB35CE81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7" y="1027"/>
                    <a:ext cx="591" cy="3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122" name="Group 259">
                    <a:extLst>
                      <a:ext uri="{FF2B5EF4-FFF2-40B4-BE49-F238E27FC236}">
                        <a16:creationId xmlns:a16="http://schemas.microsoft.com/office/drawing/2014/main" id="{DF984A29-56B5-3740-8843-115A75B2B377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224" name="AutoShape 260">
                      <a:extLst>
                        <a:ext uri="{FF2B5EF4-FFF2-40B4-BE49-F238E27FC236}">
                          <a16:creationId xmlns:a16="http://schemas.microsoft.com/office/drawing/2014/main" id="{1687555E-AB34-AE42-8C5B-D8AC6B95F4A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72"/>
                      <a:ext cx="725" cy="14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225" name="AutoShape 261">
                      <a:extLst>
                        <a:ext uri="{FF2B5EF4-FFF2-40B4-BE49-F238E27FC236}">
                          <a16:creationId xmlns:a16="http://schemas.microsoft.com/office/drawing/2014/main" id="{B24778EA-690F-FF4C-9E9B-C5A20C24F11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7" y="2592"/>
                      <a:ext cx="687" cy="100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204" name="Rectangle 262">
                    <a:extLst>
                      <a:ext uri="{FF2B5EF4-FFF2-40B4-BE49-F238E27FC236}">
                        <a16:creationId xmlns:a16="http://schemas.microsoft.com/office/drawing/2014/main" id="{29162181-8D2E-B74D-8CCB-341B37800D8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7" y="1363"/>
                    <a:ext cx="591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05" name="Rectangle 263">
                    <a:extLst>
                      <a:ext uri="{FF2B5EF4-FFF2-40B4-BE49-F238E27FC236}">
                        <a16:creationId xmlns:a16="http://schemas.microsoft.com/office/drawing/2014/main" id="{7DAC4204-B998-5846-9361-BEC74A4ED9C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7" y="1680"/>
                    <a:ext cx="601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125" name="Group 264">
                    <a:extLst>
                      <a:ext uri="{FF2B5EF4-FFF2-40B4-BE49-F238E27FC236}">
                        <a16:creationId xmlns:a16="http://schemas.microsoft.com/office/drawing/2014/main" id="{8960A9DC-1384-A341-AA27-6244E92FAA3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222" name="AutoShape 265">
                      <a:extLst>
                        <a:ext uri="{FF2B5EF4-FFF2-40B4-BE49-F238E27FC236}">
                          <a16:creationId xmlns:a16="http://schemas.microsoft.com/office/drawing/2014/main" id="{1F4C2369-6F06-2547-B950-141A88740FD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7" y="2590"/>
                      <a:ext cx="711" cy="142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223" name="AutoShape 266">
                      <a:extLst>
                        <a:ext uri="{FF2B5EF4-FFF2-40B4-BE49-F238E27FC236}">
                          <a16:creationId xmlns:a16="http://schemas.microsoft.com/office/drawing/2014/main" id="{7FF4A2E6-E067-B040-A699-B7CC4626EE91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608"/>
                      <a:ext cx="674" cy="106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126" name="Freeform 267">
                    <a:extLst>
                      <a:ext uri="{FF2B5EF4-FFF2-40B4-BE49-F238E27FC236}">
                        <a16:creationId xmlns:a16="http://schemas.microsoft.com/office/drawing/2014/main" id="{CD1E835B-6445-8346-AE6F-D7423953551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45 w 328"/>
                      <a:gd name="T3" fmla="*/ 24 h 226"/>
                      <a:gd name="T4" fmla="*/ 45 w 328"/>
                      <a:gd name="T5" fmla="*/ 43 h 226"/>
                      <a:gd name="T6" fmla="*/ 0 w 328"/>
                      <a:gd name="T7" fmla="*/ 1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127" name="Group 268">
                    <a:extLst>
                      <a:ext uri="{FF2B5EF4-FFF2-40B4-BE49-F238E27FC236}">
                        <a16:creationId xmlns:a16="http://schemas.microsoft.com/office/drawing/2014/main" id="{8CC7DE98-AE7C-5C48-AE5D-A9CDE7184FB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220" name="AutoShape 269">
                      <a:extLst>
                        <a:ext uri="{FF2B5EF4-FFF2-40B4-BE49-F238E27FC236}">
                          <a16:creationId xmlns:a16="http://schemas.microsoft.com/office/drawing/2014/main" id="{2E01CD59-F244-1543-9F18-F6F83D470056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2" y="2595"/>
                      <a:ext cx="761" cy="115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221" name="AutoShape 270">
                      <a:extLst>
                        <a:ext uri="{FF2B5EF4-FFF2-40B4-BE49-F238E27FC236}">
                          <a16:creationId xmlns:a16="http://schemas.microsoft.com/office/drawing/2014/main" id="{95EBD9EB-B559-864E-B0CD-06C5E747178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614"/>
                      <a:ext cx="723" cy="86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209" name="Rectangle 271">
                    <a:extLst>
                      <a:ext uri="{FF2B5EF4-FFF2-40B4-BE49-F238E27FC236}">
                        <a16:creationId xmlns:a16="http://schemas.microsoft.com/office/drawing/2014/main" id="{CC8EC1D3-7D4E-0E4C-BA22-FEDB4E9DDDB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8" y="431"/>
                    <a:ext cx="70" cy="231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129" name="Freeform 272">
                    <a:extLst>
                      <a:ext uri="{FF2B5EF4-FFF2-40B4-BE49-F238E27FC236}">
                        <a16:creationId xmlns:a16="http://schemas.microsoft.com/office/drawing/2014/main" id="{8CEEC237-A5BC-7B4F-A4D7-1176BC8B58F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40 w 296"/>
                      <a:gd name="T3" fmla="*/ 27 h 256"/>
                      <a:gd name="T4" fmla="*/ 40 w 296"/>
                      <a:gd name="T5" fmla="*/ 49 h 256"/>
                      <a:gd name="T6" fmla="*/ 0 w 296"/>
                      <a:gd name="T7" fmla="*/ 18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130" name="Freeform 273">
                    <a:extLst>
                      <a:ext uri="{FF2B5EF4-FFF2-40B4-BE49-F238E27FC236}">
                        <a16:creationId xmlns:a16="http://schemas.microsoft.com/office/drawing/2014/main" id="{063875F7-09BB-AD48-9393-5191E482E5DD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42 w 304"/>
                      <a:gd name="T3" fmla="*/ 32 h 288"/>
                      <a:gd name="T4" fmla="*/ 39 w 304"/>
                      <a:gd name="T5" fmla="*/ 57 h 288"/>
                      <a:gd name="T6" fmla="*/ 2 w 304"/>
                      <a:gd name="T7" fmla="*/ 24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12" name="Oval 274">
                    <a:extLst>
                      <a:ext uri="{FF2B5EF4-FFF2-40B4-BE49-F238E27FC236}">
                        <a16:creationId xmlns:a16="http://schemas.microsoft.com/office/drawing/2014/main" id="{321C0266-B832-1143-81E5-0C3628930FC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9" y="2641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132" name="Freeform 275">
                    <a:extLst>
                      <a:ext uri="{FF2B5EF4-FFF2-40B4-BE49-F238E27FC236}">
                        <a16:creationId xmlns:a16="http://schemas.microsoft.com/office/drawing/2014/main" id="{9701DB6E-C16C-B24B-BBA2-AD6CAE80426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21 h 240"/>
                      <a:gd name="T2" fmla="*/ 2 w 306"/>
                      <a:gd name="T3" fmla="*/ 48 h 240"/>
                      <a:gd name="T4" fmla="*/ 42 w 306"/>
                      <a:gd name="T5" fmla="*/ 22 h 240"/>
                      <a:gd name="T6" fmla="*/ 40 w 306"/>
                      <a:gd name="T7" fmla="*/ 0 h 240"/>
                      <a:gd name="T8" fmla="*/ 0 w 306"/>
                      <a:gd name="T9" fmla="*/ 21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214" name="AutoShape 276">
                    <a:extLst>
                      <a:ext uri="{FF2B5EF4-FFF2-40B4-BE49-F238E27FC236}">
                        <a16:creationId xmlns:a16="http://schemas.microsoft.com/office/drawing/2014/main" id="{8C5A52FC-DBA2-6541-9C29-F4812C362D0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37" y="2708"/>
                    <a:ext cx="1202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15" name="AutoShape 277">
                    <a:extLst>
                      <a:ext uri="{FF2B5EF4-FFF2-40B4-BE49-F238E27FC236}">
                        <a16:creationId xmlns:a16="http://schemas.microsoft.com/office/drawing/2014/main" id="{80D3DADD-2D14-2F48-B6C6-F66AD9488EA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07" y="2737"/>
                    <a:ext cx="1071" cy="8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16" name="Oval 278">
                    <a:extLst>
                      <a:ext uri="{FF2B5EF4-FFF2-40B4-BE49-F238E27FC236}">
                        <a16:creationId xmlns:a16="http://schemas.microsoft.com/office/drawing/2014/main" id="{0BA070D8-EDAC-4D4C-9D4D-360E3482D1B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7" y="2410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17" name="Oval 279">
                    <a:extLst>
                      <a:ext uri="{FF2B5EF4-FFF2-40B4-BE49-F238E27FC236}">
                        <a16:creationId xmlns:a16="http://schemas.microsoft.com/office/drawing/2014/main" id="{2990F973-EF67-BD4D-BFEE-2BCEC73D1AAE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7" y="2410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18" name="Oval 280">
                    <a:extLst>
                      <a:ext uri="{FF2B5EF4-FFF2-40B4-BE49-F238E27FC236}">
                        <a16:creationId xmlns:a16="http://schemas.microsoft.com/office/drawing/2014/main" id="{C8018FC5-B45A-7740-A81F-39EF53B42E2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410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219" name="Rectangle 281">
                    <a:extLst>
                      <a:ext uri="{FF2B5EF4-FFF2-40B4-BE49-F238E27FC236}">
                        <a16:creationId xmlns:a16="http://schemas.microsoft.com/office/drawing/2014/main" id="{BF1D7910-50D3-2C4D-BE30-D72C3FA015A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8" y="1863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  <p:grpSp>
              <p:nvGrpSpPr>
                <p:cNvPr id="214082" name="Group 249">
                  <a:extLst>
                    <a:ext uri="{FF2B5EF4-FFF2-40B4-BE49-F238E27FC236}">
                      <a16:creationId xmlns:a16="http://schemas.microsoft.com/office/drawing/2014/main" id="{34735D60-3E59-1A44-933E-3CCF76E1A032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 flipH="1">
                  <a:off x="8472213" y="4384408"/>
                  <a:ext cx="225953" cy="395900"/>
                  <a:chOff x="4140" y="429"/>
                  <a:chExt cx="1425" cy="2396"/>
                </a:xfrm>
              </p:grpSpPr>
              <p:sp>
                <p:nvSpPr>
                  <p:cNvPr id="214083" name="Freeform 250">
                    <a:extLst>
                      <a:ext uri="{FF2B5EF4-FFF2-40B4-BE49-F238E27FC236}">
                        <a16:creationId xmlns:a16="http://schemas.microsoft.com/office/drawing/2014/main" id="{F85FB4E5-3C16-D84C-A8D4-6F702EC0A1F7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9 w 354"/>
                      <a:gd name="T1" fmla="*/ 0 h 2742"/>
                      <a:gd name="T2" fmla="*/ 47 w 354"/>
                      <a:gd name="T3" fmla="*/ 66 h 2742"/>
                      <a:gd name="T4" fmla="*/ 46 w 354"/>
                      <a:gd name="T5" fmla="*/ 510 h 2742"/>
                      <a:gd name="T6" fmla="*/ 0 w 354"/>
                      <a:gd name="T7" fmla="*/ 534 h 2742"/>
                      <a:gd name="T8" fmla="*/ 9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5" name="Rectangle 251">
                    <a:extLst>
                      <a:ext uri="{FF2B5EF4-FFF2-40B4-BE49-F238E27FC236}">
                        <a16:creationId xmlns:a16="http://schemas.microsoft.com/office/drawing/2014/main" id="{ABABED1D-0CCC-C94E-AB7B-95DBA43E99C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00" y="454"/>
                    <a:ext cx="1051" cy="2258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miter lim="800000"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085" name="Freeform 252">
                    <a:extLst>
                      <a:ext uri="{FF2B5EF4-FFF2-40B4-BE49-F238E27FC236}">
                        <a16:creationId xmlns:a16="http://schemas.microsoft.com/office/drawing/2014/main" id="{74556BFA-B6FE-E04F-AECD-1D4E4F15C8E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29 w 211"/>
                      <a:gd name="T3" fmla="*/ 43 h 2537"/>
                      <a:gd name="T4" fmla="*/ 2 w 211"/>
                      <a:gd name="T5" fmla="*/ 48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0" t="0" r="r" b="b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086" name="Freeform 253">
                    <a:extLst>
                      <a:ext uri="{FF2B5EF4-FFF2-40B4-BE49-F238E27FC236}">
                        <a16:creationId xmlns:a16="http://schemas.microsoft.com/office/drawing/2014/main" id="{D02E1178-E23E-8448-8275-318BF93970F1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45 w 328"/>
                      <a:gd name="T3" fmla="*/ 25 h 226"/>
                      <a:gd name="T4" fmla="*/ 45 w 328"/>
                      <a:gd name="T5" fmla="*/ 45 h 226"/>
                      <a:gd name="T6" fmla="*/ 0 w 328"/>
                      <a:gd name="T7" fmla="*/ 19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68" name="Rectangle 254">
                    <a:extLst>
                      <a:ext uri="{FF2B5EF4-FFF2-40B4-BE49-F238E27FC236}">
                        <a16:creationId xmlns:a16="http://schemas.microsoft.com/office/drawing/2014/main" id="{6E44DEDC-A7BA-4543-B7A7-F46C7A7749C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714"/>
                    <a:ext cx="601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088" name="Group 255">
                    <a:extLst>
                      <a:ext uri="{FF2B5EF4-FFF2-40B4-BE49-F238E27FC236}">
                        <a16:creationId xmlns:a16="http://schemas.microsoft.com/office/drawing/2014/main" id="{BFC54D7A-EA55-D84C-936C-CD3C5D3F20F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1194" name="AutoShape 256">
                      <a:extLst>
                        <a:ext uri="{FF2B5EF4-FFF2-40B4-BE49-F238E27FC236}">
                          <a16:creationId xmlns:a16="http://schemas.microsoft.com/office/drawing/2014/main" id="{35694AE0-C883-514B-8132-0B53FE45F93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6" y="2594"/>
                      <a:ext cx="725" cy="138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195" name="AutoShape 257">
                      <a:extLst>
                        <a:ext uri="{FF2B5EF4-FFF2-40B4-BE49-F238E27FC236}">
                          <a16:creationId xmlns:a16="http://schemas.microsoft.com/office/drawing/2014/main" id="{694501A7-ED28-364F-AD8C-608F3F34C5D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" y="2612"/>
                      <a:ext cx="700" cy="101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170" name="Rectangle 258">
                    <a:extLst>
                      <a:ext uri="{FF2B5EF4-FFF2-40B4-BE49-F238E27FC236}">
                        <a16:creationId xmlns:a16="http://schemas.microsoft.com/office/drawing/2014/main" id="{B91FE8EC-E4EC-804E-8830-B03D02528BC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41"/>
                    <a:ext cx="601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090" name="Group 259">
                    <a:extLst>
                      <a:ext uri="{FF2B5EF4-FFF2-40B4-BE49-F238E27FC236}">
                        <a16:creationId xmlns:a16="http://schemas.microsoft.com/office/drawing/2014/main" id="{EC4E0D0B-6146-3840-9DE0-E339E3681902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1192" name="AutoShape 260">
                      <a:extLst>
                        <a:ext uri="{FF2B5EF4-FFF2-40B4-BE49-F238E27FC236}">
                          <a16:creationId xmlns:a16="http://schemas.microsoft.com/office/drawing/2014/main" id="{75FBA164-E26E-3245-8C04-23BDD8C49B5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81" y="2596"/>
                      <a:ext cx="725" cy="140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193" name="AutoShape 261">
                      <a:extLst>
                        <a:ext uri="{FF2B5EF4-FFF2-40B4-BE49-F238E27FC236}">
                          <a16:creationId xmlns:a16="http://schemas.microsoft.com/office/drawing/2014/main" id="{455F8959-589E-404E-8CE0-574D6E0AF9D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594" y="2616"/>
                      <a:ext cx="687" cy="100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172" name="Rectangle 262">
                    <a:extLst>
                      <a:ext uri="{FF2B5EF4-FFF2-40B4-BE49-F238E27FC236}">
                        <a16:creationId xmlns:a16="http://schemas.microsoft.com/office/drawing/2014/main" id="{C698771E-7684-4845-BC5F-F3CB491A6CF6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67"/>
                    <a:ext cx="591" cy="3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173" name="Rectangle 263">
                    <a:extLst>
                      <a:ext uri="{FF2B5EF4-FFF2-40B4-BE49-F238E27FC236}">
                        <a16:creationId xmlns:a16="http://schemas.microsoft.com/office/drawing/2014/main" id="{2D66D904-CC13-EE49-A7CF-538219559E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1" cy="48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grpSp>
                <p:nvGrpSpPr>
                  <p:cNvPr id="214093" name="Group 264">
                    <a:extLst>
                      <a:ext uri="{FF2B5EF4-FFF2-40B4-BE49-F238E27FC236}">
                        <a16:creationId xmlns:a16="http://schemas.microsoft.com/office/drawing/2014/main" id="{3AAA81F7-9D3A-E142-A908-85702689474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1190" name="AutoShape 265">
                      <a:extLst>
                        <a:ext uri="{FF2B5EF4-FFF2-40B4-BE49-F238E27FC236}">
                          <a16:creationId xmlns:a16="http://schemas.microsoft.com/office/drawing/2014/main" id="{471C6748-6C90-CD41-B215-DCC3856272F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09" y="2594"/>
                      <a:ext cx="686" cy="115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191" name="AutoShape 266">
                      <a:extLst>
                        <a:ext uri="{FF2B5EF4-FFF2-40B4-BE49-F238E27FC236}">
                          <a16:creationId xmlns:a16="http://schemas.microsoft.com/office/drawing/2014/main" id="{CA18DBA7-CA44-AF4B-9612-BB134F7E0DEF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1" y="2612"/>
                      <a:ext cx="649" cy="80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094" name="Freeform 267">
                    <a:extLst>
                      <a:ext uri="{FF2B5EF4-FFF2-40B4-BE49-F238E27FC236}">
                        <a16:creationId xmlns:a16="http://schemas.microsoft.com/office/drawing/2014/main" id="{3AF0EDAF-86D9-8140-8397-45FD6404D19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45 w 328"/>
                      <a:gd name="T3" fmla="*/ 24 h 226"/>
                      <a:gd name="T4" fmla="*/ 45 w 328"/>
                      <a:gd name="T5" fmla="*/ 43 h 226"/>
                      <a:gd name="T6" fmla="*/ 0 w 328"/>
                      <a:gd name="T7" fmla="*/ 1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095" name="Group 268">
                    <a:extLst>
                      <a:ext uri="{FF2B5EF4-FFF2-40B4-BE49-F238E27FC236}">
                        <a16:creationId xmlns:a16="http://schemas.microsoft.com/office/drawing/2014/main" id="{05AB345F-D2A1-FF4A-8734-C89FECAB3BA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1188" name="AutoShape 269">
                      <a:extLst>
                        <a:ext uri="{FF2B5EF4-FFF2-40B4-BE49-F238E27FC236}">
                          <a16:creationId xmlns:a16="http://schemas.microsoft.com/office/drawing/2014/main" id="{8A01772C-366F-D643-A0B6-8DD6419864AE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6" y="2570"/>
                      <a:ext cx="723" cy="163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  <p:sp>
                  <p:nvSpPr>
                    <p:cNvPr id="1189" name="AutoShape 270">
                      <a:extLst>
                        <a:ext uri="{FF2B5EF4-FFF2-40B4-BE49-F238E27FC236}">
                          <a16:creationId xmlns:a16="http://schemas.microsoft.com/office/drawing/2014/main" id="{D7199789-730D-D540-8329-FA349F87C65A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9" y="2589"/>
                      <a:ext cx="686" cy="135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ffectLst/>
                    <a:extLst>
                      <a:ext uri="{91240B29-F687-4f45-9708-019B960494DF}">
                        <a14:hiddenLine xmlns:a14="http://schemas.microsoft.com/office/drawing/2010/main" xmlns="" w="9525">
                          <a:solidFill>
                            <a:schemeClr val="tx1"/>
                          </a:solidFill>
                          <a:round/>
                          <a:headEnd/>
                          <a:tailEnd/>
                        </a14:hiddenLine>
                      </a:ext>
                      <a:ext uri="{AF507438-7753-43e0-B8FC-AC1667EBCBE1}">
                        <a14:hiddenEffects xmlns:a14="http://schemas.microsoft.com/office/drawing/2010/main" xmlns="">
                          <a:effectLst>
                            <a:outerShdw blurRad="63500" dist="38099" dir="2700000" algn="ctr" rotWithShape="0">
                              <a:schemeClr val="bg2">
                                <a:alpha val="74998"/>
                              </a:schemeClr>
                            </a:outerShdw>
                          </a:effectLst>
                        </a14:hiddenEffects>
                      </a:ext>
                    </a:extLst>
                  </p:spPr>
                  <p:txBody>
                    <a:bodyPr wrap="none" anchor="ctr"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24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charset="0"/>
                        <a:ea typeface="ＭＳ Ｐゴシック" charset="0"/>
                        <a:cs typeface="+mn-cs"/>
                      </a:endParaRPr>
                    </a:p>
                  </p:txBody>
                </p:sp>
              </p:grpSp>
              <p:sp>
                <p:nvSpPr>
                  <p:cNvPr id="1177" name="Rectangle 271">
                    <a:extLst>
                      <a:ext uri="{FF2B5EF4-FFF2-40B4-BE49-F238E27FC236}">
                        <a16:creationId xmlns:a16="http://schemas.microsoft.com/office/drawing/2014/main" id="{8B047AC7-93FF-AC4A-BE1C-B5586545A995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51" y="454"/>
                    <a:ext cx="60" cy="2267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097" name="Freeform 272">
                    <a:extLst>
                      <a:ext uri="{FF2B5EF4-FFF2-40B4-BE49-F238E27FC236}">
                        <a16:creationId xmlns:a16="http://schemas.microsoft.com/office/drawing/2014/main" id="{C5B9224A-C8B0-F444-AF3A-AA9C058DCAF3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40 w 296"/>
                      <a:gd name="T3" fmla="*/ 27 h 256"/>
                      <a:gd name="T4" fmla="*/ 40 w 296"/>
                      <a:gd name="T5" fmla="*/ 49 h 256"/>
                      <a:gd name="T6" fmla="*/ 0 w 296"/>
                      <a:gd name="T7" fmla="*/ 18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098" name="Freeform 273">
                    <a:extLst>
                      <a:ext uri="{FF2B5EF4-FFF2-40B4-BE49-F238E27FC236}">
                        <a16:creationId xmlns:a16="http://schemas.microsoft.com/office/drawing/2014/main" id="{AD61F383-3BFD-164B-BE28-5A93E8BA4D95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42 w 304"/>
                      <a:gd name="T3" fmla="*/ 32 h 288"/>
                      <a:gd name="T4" fmla="*/ 39 w 304"/>
                      <a:gd name="T5" fmla="*/ 57 h 288"/>
                      <a:gd name="T6" fmla="*/ 2 w 304"/>
                      <a:gd name="T7" fmla="*/ 24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80" name="Oval 274">
                    <a:extLst>
                      <a:ext uri="{FF2B5EF4-FFF2-40B4-BE49-F238E27FC236}">
                        <a16:creationId xmlns:a16="http://schemas.microsoft.com/office/drawing/2014/main" id="{9851C0C1-89C0-6541-9FBB-1CA7E63F59E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2" y="2616"/>
                    <a:ext cx="50" cy="96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214100" name="Freeform 275">
                    <a:extLst>
                      <a:ext uri="{FF2B5EF4-FFF2-40B4-BE49-F238E27FC236}">
                        <a16:creationId xmlns:a16="http://schemas.microsoft.com/office/drawing/2014/main" id="{D9EB9732-6FAF-E943-B767-B356AD4DD82B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21 h 240"/>
                      <a:gd name="T2" fmla="*/ 2 w 306"/>
                      <a:gd name="T3" fmla="*/ 48 h 240"/>
                      <a:gd name="T4" fmla="*/ 42 w 306"/>
                      <a:gd name="T5" fmla="*/ 22 h 240"/>
                      <a:gd name="T6" fmla="*/ 40 w 306"/>
                      <a:gd name="T7" fmla="*/ 0 h 240"/>
                      <a:gd name="T8" fmla="*/ 0 w 306"/>
                      <a:gd name="T9" fmla="*/ 21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0" t="0" r="r" b="b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>
                        <a:effectLst>
                          <a:outerShdw dist="35921" dir="2700000" algn="ctr" rotWithShape="0">
                            <a:schemeClr val="bg2"/>
                          </a:outerShdw>
                        </a:effectLst>
                      </a14:hiddenEffects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1182" name="AutoShape 276">
                    <a:extLst>
                      <a:ext uri="{FF2B5EF4-FFF2-40B4-BE49-F238E27FC236}">
                        <a16:creationId xmlns:a16="http://schemas.microsoft.com/office/drawing/2014/main" id="{49E0A66E-5BDD-B942-B3AF-8712C45A302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83"/>
                    <a:ext cx="1202" cy="144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183" name="AutoShape 277">
                    <a:extLst>
                      <a:ext uri="{FF2B5EF4-FFF2-40B4-BE49-F238E27FC236}">
                        <a16:creationId xmlns:a16="http://schemas.microsoft.com/office/drawing/2014/main" id="{F7873A47-6CB0-E443-9D17-3B674047635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00" y="2712"/>
                    <a:ext cx="1071" cy="86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184" name="Oval 278">
                    <a:extLst>
                      <a:ext uri="{FF2B5EF4-FFF2-40B4-BE49-F238E27FC236}">
                        <a16:creationId xmlns:a16="http://schemas.microsoft.com/office/drawing/2014/main" id="{FEB17BBD-9AF6-D242-9493-E4BF6943B9F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10" y="2386"/>
                    <a:ext cx="160" cy="144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185" name="Oval 279">
                    <a:extLst>
                      <a:ext uri="{FF2B5EF4-FFF2-40B4-BE49-F238E27FC236}">
                        <a16:creationId xmlns:a16="http://schemas.microsoft.com/office/drawing/2014/main" id="{4E2F0601-169F-EE48-9380-8B195120CAF7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0" y="2386"/>
                    <a:ext cx="160" cy="144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186" name="Oval 280">
                    <a:extLst>
                      <a:ext uri="{FF2B5EF4-FFF2-40B4-BE49-F238E27FC236}">
                        <a16:creationId xmlns:a16="http://schemas.microsoft.com/office/drawing/2014/main" id="{7E5E1D5A-D32B-3E43-8811-0BE840297B4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61" y="2386"/>
                    <a:ext cx="160" cy="135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ffectLst/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chemeClr val="tx1"/>
                        </a:solidFill>
                        <a:round/>
                        <a:headEnd/>
                        <a:tailEnd/>
                      </a14:hiddenLine>
                    </a:ex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  <p:sp>
                <p:nvSpPr>
                  <p:cNvPr id="1187" name="Rectangle 281">
                    <a:extLst>
                      <a:ext uri="{FF2B5EF4-FFF2-40B4-BE49-F238E27FC236}">
                        <a16:creationId xmlns:a16="http://schemas.microsoft.com/office/drawing/2014/main" id="{F8BE9160-0AD9-6547-9FB8-9955DED57954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1" y="1838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  <a:effectLst/>
                  <a:extLst>
                    <a:ext uri="{AF507438-7753-43e0-B8FC-AC1667EBCBE1}">
                      <a14:hiddenEffects xmlns:a14="http://schemas.microsoft.com/office/drawing/2010/main" xmlns="">
                        <a:effectLst>
                          <a:outerShdw blurRad="63500" dist="38099" dir="2700000" algn="ctr" rotWithShape="0">
                            <a:schemeClr val="bg2">
                              <a:alpha val="74998"/>
                            </a:schemeClr>
                          </a:outerShdw>
                        </a:effectLst>
                      </a14:hiddenEffects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39" name="Group 1116">
                <a:extLst>
                  <a:ext uri="{FF2B5EF4-FFF2-40B4-BE49-F238E27FC236}">
                    <a16:creationId xmlns:a16="http://schemas.microsoft.com/office/drawing/2014/main" id="{239F2D0A-BCE4-4645-9C26-BE39B9FFBB58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7186941" y="5734675"/>
                <a:ext cx="347753" cy="680208"/>
                <a:chOff x="7923189" y="2486663"/>
                <a:chExt cx="360362" cy="884586"/>
              </a:xfrm>
            </p:grpSpPr>
            <p:pic>
              <p:nvPicPr>
                <p:cNvPr id="214045" name="Picture 3">
                  <a:extLst>
                    <a:ext uri="{FF2B5EF4-FFF2-40B4-BE49-F238E27FC236}">
                      <a16:creationId xmlns:a16="http://schemas.microsoft.com/office/drawing/2014/main" id="{A7233E4E-D929-BE4D-808F-ED78499948D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8043984" y="2486663"/>
                  <a:ext cx="239567" cy="536525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</p:pic>
            <p:grpSp>
              <p:nvGrpSpPr>
                <p:cNvPr id="214046" name="Group 950">
                  <a:extLst>
                    <a:ext uri="{FF2B5EF4-FFF2-40B4-BE49-F238E27FC236}">
                      <a16:creationId xmlns:a16="http://schemas.microsoft.com/office/drawing/2014/main" id="{4C7C4138-C9C3-C94F-B624-6AF71CDD433E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7923189" y="2890236"/>
                  <a:ext cx="227012" cy="481013"/>
                  <a:chOff x="4140" y="429"/>
                  <a:chExt cx="1425" cy="2396"/>
                </a:xfrm>
              </p:grpSpPr>
              <p:sp>
                <p:nvSpPr>
                  <p:cNvPr id="214047" name="Freeform 951">
                    <a:extLst>
                      <a:ext uri="{FF2B5EF4-FFF2-40B4-BE49-F238E27FC236}">
                        <a16:creationId xmlns:a16="http://schemas.microsoft.com/office/drawing/2014/main" id="{B1031031-32FB-3A40-9A5E-9CF6D5E1A0F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68" y="433"/>
                    <a:ext cx="283" cy="2286"/>
                  </a:xfrm>
                  <a:custGeom>
                    <a:avLst/>
                    <a:gdLst>
                      <a:gd name="T0" fmla="*/ 3 w 354"/>
                      <a:gd name="T1" fmla="*/ 0 h 2742"/>
                      <a:gd name="T2" fmla="*/ 15 w 354"/>
                      <a:gd name="T3" fmla="*/ 27 h 2742"/>
                      <a:gd name="T4" fmla="*/ 15 w 354"/>
                      <a:gd name="T5" fmla="*/ 205 h 2742"/>
                      <a:gd name="T6" fmla="*/ 0 w 354"/>
                      <a:gd name="T7" fmla="*/ 215 h 2742"/>
                      <a:gd name="T8" fmla="*/ 3 w 354"/>
                      <a:gd name="T9" fmla="*/ 0 h 2742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54"/>
                      <a:gd name="T16" fmla="*/ 0 h 2742"/>
                      <a:gd name="T17" fmla="*/ 354 w 354"/>
                      <a:gd name="T18" fmla="*/ 2742 h 2742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54" h="2742">
                        <a:moveTo>
                          <a:pt x="63" y="0"/>
                        </a:moveTo>
                        <a:lnTo>
                          <a:pt x="354" y="339"/>
                        </a:lnTo>
                        <a:lnTo>
                          <a:pt x="346" y="2624"/>
                        </a:lnTo>
                        <a:lnTo>
                          <a:pt x="0" y="2742"/>
                        </a:lnTo>
                        <a:lnTo>
                          <a:pt x="63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048" name="Rectangle 952">
                    <a:extLst>
                      <a:ext uri="{FF2B5EF4-FFF2-40B4-BE49-F238E27FC236}">
                        <a16:creationId xmlns:a16="http://schemas.microsoft.com/office/drawing/2014/main" id="{CEE03C58-61AF-D240-A7E9-F3A0F11EEABC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429"/>
                    <a:ext cx="1046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49" name="Freeform 953">
                    <a:extLst>
                      <a:ext uri="{FF2B5EF4-FFF2-40B4-BE49-F238E27FC236}">
                        <a16:creationId xmlns:a16="http://schemas.microsoft.com/office/drawing/2014/main" id="{5693ED73-4F01-9D46-A15C-29E0188F09CC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21" y="570"/>
                    <a:ext cx="169" cy="2115"/>
                  </a:xfrm>
                  <a:custGeom>
                    <a:avLst/>
                    <a:gdLst>
                      <a:gd name="T0" fmla="*/ 2 w 211"/>
                      <a:gd name="T1" fmla="*/ 0 h 2537"/>
                      <a:gd name="T2" fmla="*/ 9 w 211"/>
                      <a:gd name="T3" fmla="*/ 18 h 2537"/>
                      <a:gd name="T4" fmla="*/ 2 w 211"/>
                      <a:gd name="T5" fmla="*/ 196 h 2537"/>
                      <a:gd name="T6" fmla="*/ 2 w 211"/>
                      <a:gd name="T7" fmla="*/ 0 h 2537"/>
                      <a:gd name="T8" fmla="*/ 0 60000 65536"/>
                      <a:gd name="T9" fmla="*/ 0 60000 65536"/>
                      <a:gd name="T10" fmla="*/ 0 60000 65536"/>
                      <a:gd name="T11" fmla="*/ 0 60000 65536"/>
                      <a:gd name="T12" fmla="*/ 0 w 211"/>
                      <a:gd name="T13" fmla="*/ 0 h 2537"/>
                      <a:gd name="T14" fmla="*/ 211 w 211"/>
                      <a:gd name="T15" fmla="*/ 2537 h 2537"/>
                    </a:gdLst>
                    <a:ahLst/>
                    <a:cxnLst>
                      <a:cxn ang="T8">
                        <a:pos x="T0" y="T1"/>
                      </a:cxn>
                      <a:cxn ang="T9">
                        <a:pos x="T2" y="T3"/>
                      </a:cxn>
                      <a:cxn ang="T10">
                        <a:pos x="T4" y="T5"/>
                      </a:cxn>
                      <a:cxn ang="T11">
                        <a:pos x="T6" y="T7"/>
                      </a:cxn>
                    </a:cxnLst>
                    <a:rect l="T12" t="T13" r="T14" b="T15"/>
                    <a:pathLst>
                      <a:path w="211" h="2537">
                        <a:moveTo>
                          <a:pt x="7" y="0"/>
                        </a:moveTo>
                        <a:cubicBezTo>
                          <a:pt x="7" y="0"/>
                          <a:pt x="57" y="28"/>
                          <a:pt x="211" y="218"/>
                        </a:cubicBezTo>
                        <a:cubicBezTo>
                          <a:pt x="0" y="1229"/>
                          <a:pt x="41" y="2537"/>
                          <a:pt x="7" y="2501"/>
                        </a:cubicBezTo>
                        <a:lnTo>
                          <a:pt x="7" y="0"/>
                        </a:ln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808080"/>
                      </a:gs>
                      <a:gs pos="100000">
                        <a:srgbClr val="F8F8F8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050" name="Freeform 954">
                    <a:extLst>
                      <a:ext uri="{FF2B5EF4-FFF2-40B4-BE49-F238E27FC236}">
                        <a16:creationId xmlns:a16="http://schemas.microsoft.com/office/drawing/2014/main" id="{9DAC6B31-4D55-0444-9A2F-855A656424D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4" y="1640"/>
                    <a:ext cx="263" cy="189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1 h 226"/>
                      <a:gd name="T4" fmla="*/ 14 w 328"/>
                      <a:gd name="T5" fmla="*/ 19 h 226"/>
                      <a:gd name="T6" fmla="*/ 0 w 328"/>
                      <a:gd name="T7" fmla="*/ 8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051" name="Rectangle 955">
                    <a:extLst>
                      <a:ext uri="{FF2B5EF4-FFF2-40B4-BE49-F238E27FC236}">
                        <a16:creationId xmlns:a16="http://schemas.microsoft.com/office/drawing/2014/main" id="{AA01D1C3-2AF9-BA42-BE91-2FB4FDBB7400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690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052" name="Group 956">
                    <a:extLst>
                      <a:ext uri="{FF2B5EF4-FFF2-40B4-BE49-F238E27FC236}">
                        <a16:creationId xmlns:a16="http://schemas.microsoft.com/office/drawing/2014/main" id="{3029AC5D-6919-134D-9755-596CE74578A6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9" y="668"/>
                    <a:ext cx="581" cy="145"/>
                    <a:chOff x="614" y="2568"/>
                    <a:chExt cx="725" cy="139"/>
                  </a:xfrm>
                </p:grpSpPr>
                <p:sp>
                  <p:nvSpPr>
                    <p:cNvPr id="214077" name="AutoShape 957">
                      <a:extLst>
                        <a:ext uri="{FF2B5EF4-FFF2-40B4-BE49-F238E27FC236}">
                          <a16:creationId xmlns:a16="http://schemas.microsoft.com/office/drawing/2014/main" id="{4AF76AD9-3452-C84D-9438-FA2817CC0CF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66"/>
                      <a:ext cx="721" cy="14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078" name="AutoShape 958">
                      <a:extLst>
                        <a:ext uri="{FF2B5EF4-FFF2-40B4-BE49-F238E27FC236}">
                          <a16:creationId xmlns:a16="http://schemas.microsoft.com/office/drawing/2014/main" id="{8CE4B50B-20AA-354A-ABC0-5FA7E817D3E7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1"/>
                      <a:ext cx="696" cy="114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053" name="Rectangle 959">
                    <a:extLst>
                      <a:ext uri="{FF2B5EF4-FFF2-40B4-BE49-F238E27FC236}">
                        <a16:creationId xmlns:a16="http://schemas.microsoft.com/office/drawing/2014/main" id="{5B5FB923-93D2-BA42-8F2A-4280461DAB2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022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054" name="Group 960">
                    <a:extLst>
                      <a:ext uri="{FF2B5EF4-FFF2-40B4-BE49-F238E27FC236}">
                        <a16:creationId xmlns:a16="http://schemas.microsoft.com/office/drawing/2014/main" id="{5275538C-E413-264D-AA09-46F8565AFC5B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47" y="994"/>
                    <a:ext cx="581" cy="134"/>
                    <a:chOff x="614" y="2568"/>
                    <a:chExt cx="725" cy="139"/>
                  </a:xfrm>
                </p:grpSpPr>
                <p:sp>
                  <p:nvSpPr>
                    <p:cNvPr id="214075" name="AutoShape 961">
                      <a:extLst>
                        <a:ext uri="{FF2B5EF4-FFF2-40B4-BE49-F238E27FC236}">
                          <a16:creationId xmlns:a16="http://schemas.microsoft.com/office/drawing/2014/main" id="{ABBADB57-4269-CA49-B6F6-C51C6F711712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5" y="2564"/>
                      <a:ext cx="721" cy="139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076" name="AutoShape 962">
                      <a:extLst>
                        <a:ext uri="{FF2B5EF4-FFF2-40B4-BE49-F238E27FC236}">
                          <a16:creationId xmlns:a16="http://schemas.microsoft.com/office/drawing/2014/main" id="{B48419FF-A851-F14C-AA89-C300E83B3B98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8" y="2581"/>
                      <a:ext cx="696" cy="107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055" name="Rectangle 963">
                    <a:extLst>
                      <a:ext uri="{FF2B5EF4-FFF2-40B4-BE49-F238E27FC236}">
                        <a16:creationId xmlns:a16="http://schemas.microsoft.com/office/drawing/2014/main" id="{D25ED4DB-D349-0343-B6A6-7F14F741C45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20" y="1354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56" name="Rectangle 964">
                    <a:extLst>
                      <a:ext uri="{FF2B5EF4-FFF2-40B4-BE49-F238E27FC236}">
                        <a16:creationId xmlns:a16="http://schemas.microsoft.com/office/drawing/2014/main" id="{A487E311-359A-A445-95E6-45466BF9D69A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30" y="1655"/>
                    <a:ext cx="598" cy="47"/>
                  </a:xfrm>
                  <a:prstGeom prst="rect">
                    <a:avLst/>
                  </a:prstGeom>
                  <a:solidFill>
                    <a:schemeClr val="tx1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grpSp>
                <p:nvGrpSpPr>
                  <p:cNvPr id="214057" name="Group 965">
                    <a:extLst>
                      <a:ext uri="{FF2B5EF4-FFF2-40B4-BE49-F238E27FC236}">
                        <a16:creationId xmlns:a16="http://schemas.microsoft.com/office/drawing/2014/main" id="{499D523F-BE95-3642-AF2E-055C3506C00E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5" y="1627"/>
                    <a:ext cx="582" cy="151"/>
                    <a:chOff x="614" y="2568"/>
                    <a:chExt cx="725" cy="139"/>
                  </a:xfrm>
                </p:grpSpPr>
                <p:sp>
                  <p:nvSpPr>
                    <p:cNvPr id="214073" name="AutoShape 966">
                      <a:extLst>
                        <a:ext uri="{FF2B5EF4-FFF2-40B4-BE49-F238E27FC236}">
                          <a16:creationId xmlns:a16="http://schemas.microsoft.com/office/drawing/2014/main" id="{2C94FCB3-C382-C941-A04B-F92A26C0D113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8" y="2586"/>
                      <a:ext cx="720" cy="12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074" name="AutoShape 967">
                      <a:extLst>
                        <a:ext uri="{FF2B5EF4-FFF2-40B4-BE49-F238E27FC236}">
                          <a16:creationId xmlns:a16="http://schemas.microsoft.com/office/drawing/2014/main" id="{E51C8899-6E1F-914D-A677-1E747925158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30" y="2586"/>
                      <a:ext cx="695" cy="109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058" name="Freeform 968">
                    <a:extLst>
                      <a:ext uri="{FF2B5EF4-FFF2-40B4-BE49-F238E27FC236}">
                        <a16:creationId xmlns:a16="http://schemas.microsoft.com/office/drawing/2014/main" id="{EAFCD1C9-98C5-5C41-9350-B6CC0443AF78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288" y="1354"/>
                    <a:ext cx="263" cy="188"/>
                  </a:xfrm>
                  <a:custGeom>
                    <a:avLst/>
                    <a:gdLst>
                      <a:gd name="T0" fmla="*/ 2 w 328"/>
                      <a:gd name="T1" fmla="*/ 0 h 226"/>
                      <a:gd name="T2" fmla="*/ 14 w 328"/>
                      <a:gd name="T3" fmla="*/ 10 h 226"/>
                      <a:gd name="T4" fmla="*/ 14 w 328"/>
                      <a:gd name="T5" fmla="*/ 17 h 226"/>
                      <a:gd name="T6" fmla="*/ 0 w 328"/>
                      <a:gd name="T7" fmla="*/ 7 h 226"/>
                      <a:gd name="T8" fmla="*/ 2 w 328"/>
                      <a:gd name="T9" fmla="*/ 0 h 22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28"/>
                      <a:gd name="T16" fmla="*/ 0 h 226"/>
                      <a:gd name="T17" fmla="*/ 328 w 328"/>
                      <a:gd name="T18" fmla="*/ 226 h 22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28" h="226">
                        <a:moveTo>
                          <a:pt x="4" y="0"/>
                        </a:moveTo>
                        <a:cubicBezTo>
                          <a:pt x="60" y="10"/>
                          <a:pt x="182" y="74"/>
                          <a:pt x="328" y="128"/>
                        </a:cubicBezTo>
                        <a:cubicBezTo>
                          <a:pt x="326" y="162"/>
                          <a:pt x="326" y="158"/>
                          <a:pt x="326" y="226"/>
                        </a:cubicBezTo>
                        <a:cubicBezTo>
                          <a:pt x="326" y="226"/>
                          <a:pt x="169" y="155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grpSp>
                <p:nvGrpSpPr>
                  <p:cNvPr id="214059" name="Group 969">
                    <a:extLst>
                      <a:ext uri="{FF2B5EF4-FFF2-40B4-BE49-F238E27FC236}">
                        <a16:creationId xmlns:a16="http://schemas.microsoft.com/office/drawing/2014/main" id="{6DFB70C3-1340-DA49-8EE1-42843C0317D5}"/>
                      </a:ext>
                    </a:extLst>
                  </p:cNvPr>
                  <p:cNvGrpSpPr>
                    <a:grpSpLocks/>
                  </p:cNvGrpSpPr>
                  <p:nvPr/>
                </p:nvGrpSpPr>
                <p:grpSpPr bwMode="auto">
                  <a:xfrm>
                    <a:off x="4739" y="1327"/>
                    <a:ext cx="582" cy="139"/>
                    <a:chOff x="614" y="2568"/>
                    <a:chExt cx="725" cy="139"/>
                  </a:xfrm>
                </p:grpSpPr>
                <p:sp>
                  <p:nvSpPr>
                    <p:cNvPr id="214071" name="AutoShape 970">
                      <a:extLst>
                        <a:ext uri="{FF2B5EF4-FFF2-40B4-BE49-F238E27FC236}">
                          <a16:creationId xmlns:a16="http://schemas.microsoft.com/office/drawing/2014/main" id="{CD07D5CF-AF1C-0942-8F71-631C7F94A439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13" y="2571"/>
                      <a:ext cx="732" cy="134"/>
                    </a:xfrm>
                    <a:prstGeom prst="roundRect">
                      <a:avLst>
                        <a:gd name="adj" fmla="val 50000"/>
                      </a:avLst>
                    </a:prstGeom>
                    <a:solidFill>
                      <a:schemeClr val="tx1"/>
                    </a:soli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  <p:sp>
                  <p:nvSpPr>
                    <p:cNvPr id="214072" name="AutoShape 971">
                      <a:extLst>
                        <a:ext uri="{FF2B5EF4-FFF2-40B4-BE49-F238E27FC236}">
                          <a16:creationId xmlns:a16="http://schemas.microsoft.com/office/drawing/2014/main" id="{231DCD94-5CA6-4E4E-ACEF-85E8E76D78FB}"/>
                        </a:ext>
                      </a:extLst>
                    </p:cNvPr>
                    <p:cNvSpPr>
                      <a:spLocks noChangeArrowheads="1"/>
                    </p:cNvSpPr>
                    <p:nvPr/>
                  </p:nvSpPr>
                  <p:spPr bwMode="auto">
                    <a:xfrm>
                      <a:off x="625" y="2587"/>
                      <a:ext cx="720" cy="103"/>
                    </a:xfrm>
                    <a:prstGeom prst="roundRect">
                      <a:avLst>
                        <a:gd name="adj" fmla="val 50000"/>
                      </a:avLst>
                    </a:prstGeom>
                    <a:gradFill rotWithShape="1">
                      <a:gsLst>
                        <a:gs pos="0">
                          <a:srgbClr val="0000FF"/>
                        </a:gs>
                        <a:gs pos="50000">
                          <a:srgbClr val="99CCFF"/>
                        </a:gs>
                        <a:gs pos="100000">
                          <a:srgbClr val="0000FF"/>
                        </a:gs>
                      </a:gsLst>
                      <a:lin ang="0" scaled="1"/>
                    </a:gradFill>
                    <a:ln>
                      <a:noFill/>
                    </a:ln>
                    <a:extLst>
                      <a:ext uri="{91240B29-F687-4F45-9708-019B960494DF}">
                        <a14:hiddenLine xmlns:a14="http://schemas.microsoft.com/office/drawing/2010/main" w="9525">
                          <a:solidFill>
                            <a:srgbClr val="000000"/>
                          </a:solidFill>
                          <a:round/>
                          <a:headEnd/>
                          <a:tailEnd/>
                        </a14:hiddenLine>
                      </a:ext>
                    </a:extLst>
                  </p:spPr>
                  <p:txBody>
                    <a:bodyPr wrap="none" anchor="ctr"/>
                    <a:lstStyle>
                      <a:lvl1pPr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1pPr>
                      <a:lvl2pPr marL="742950" indent="-28575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2pPr>
                      <a:lvl3pPr marL="11430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3pPr>
                      <a:lvl4pPr marL="16002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4pPr>
                      <a:lvl5pPr marL="2057400" indent="-228600"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accent2"/>
                        </a:buClr>
                        <a:buSzPct val="85000"/>
                        <a:buFont typeface="ZapfDingbats" charset="2"/>
                        <a:defRPr sz="2000">
                          <a:solidFill>
                            <a:schemeClr val="tx1"/>
                          </a:solidFill>
                          <a:latin typeface="Arial" panose="020B0604020202020204" pitchFamily="34" charset="0"/>
                          <a:ea typeface="ＭＳ Ｐゴシック" panose="020B0600070205080204" pitchFamily="34" charset="-128"/>
                        </a:defRPr>
                      </a:lvl9pPr>
                    </a:lstStyle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altLang="en-US" sz="2400" b="0" i="0" u="none" strike="noStrike" kern="1200" cap="none" spc="0" normalizeH="0" baseline="0" noProof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ＭＳ Ｐゴシック" panose="020B0600070205080204" pitchFamily="34" charset="-128"/>
                        <a:cs typeface="+mn-cs"/>
                      </a:endParaRPr>
                    </a:p>
                  </p:txBody>
                </p:sp>
              </p:grpSp>
              <p:sp>
                <p:nvSpPr>
                  <p:cNvPr id="214060" name="Rectangle 972">
                    <a:extLst>
                      <a:ext uri="{FF2B5EF4-FFF2-40B4-BE49-F238E27FC236}">
                        <a16:creationId xmlns:a16="http://schemas.microsoft.com/office/drawing/2014/main" id="{1E7AC1BF-6310-0843-A6F7-B2BA60A6E583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246" y="429"/>
                    <a:ext cx="70" cy="2285"/>
                  </a:xfrm>
                  <a:prstGeom prst="rect">
                    <a:avLst/>
                  </a:prstGeom>
                  <a:gradFill rotWithShape="1">
                    <a:gsLst>
                      <a:gs pos="0">
                        <a:srgbClr val="333333"/>
                      </a:gs>
                      <a:gs pos="50000">
                        <a:srgbClr val="DDDDDD"/>
                      </a:gs>
                      <a:gs pos="100000">
                        <a:srgbClr val="333333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61" name="Freeform 973">
                    <a:extLst>
                      <a:ext uri="{FF2B5EF4-FFF2-40B4-BE49-F238E27FC236}">
                        <a16:creationId xmlns:a16="http://schemas.microsoft.com/office/drawing/2014/main" id="{0935325B-0307-9E4E-B734-ED5744070CA2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2" y="1007"/>
                    <a:ext cx="237" cy="213"/>
                  </a:xfrm>
                  <a:custGeom>
                    <a:avLst/>
                    <a:gdLst>
                      <a:gd name="T0" fmla="*/ 2 w 296"/>
                      <a:gd name="T1" fmla="*/ 0 h 256"/>
                      <a:gd name="T2" fmla="*/ 14 w 296"/>
                      <a:gd name="T3" fmla="*/ 10 h 256"/>
                      <a:gd name="T4" fmla="*/ 14 w 296"/>
                      <a:gd name="T5" fmla="*/ 19 h 256"/>
                      <a:gd name="T6" fmla="*/ 0 w 296"/>
                      <a:gd name="T7" fmla="*/ 7 h 256"/>
                      <a:gd name="T8" fmla="*/ 2 w 296"/>
                      <a:gd name="T9" fmla="*/ 0 h 256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296"/>
                      <a:gd name="T16" fmla="*/ 0 h 256"/>
                      <a:gd name="T17" fmla="*/ 296 w 296"/>
                      <a:gd name="T18" fmla="*/ 256 h 256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296" h="256">
                        <a:moveTo>
                          <a:pt x="4" y="0"/>
                        </a:moveTo>
                        <a:cubicBezTo>
                          <a:pt x="55" y="10"/>
                          <a:pt x="144" y="68"/>
                          <a:pt x="292" y="144"/>
                        </a:cubicBezTo>
                        <a:cubicBezTo>
                          <a:pt x="290" y="178"/>
                          <a:pt x="296" y="188"/>
                          <a:pt x="296" y="256"/>
                        </a:cubicBezTo>
                        <a:cubicBezTo>
                          <a:pt x="296" y="256"/>
                          <a:pt x="160" y="176"/>
                          <a:pt x="0" y="100"/>
                        </a:cubicBezTo>
                        <a:cubicBezTo>
                          <a:pt x="0" y="48"/>
                          <a:pt x="4" y="17"/>
                          <a:pt x="4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062" name="Freeform 974">
                    <a:extLst>
                      <a:ext uri="{FF2B5EF4-FFF2-40B4-BE49-F238E27FC236}">
                        <a16:creationId xmlns:a16="http://schemas.microsoft.com/office/drawing/2014/main" id="{385520D9-3829-7E4B-8EA8-0DC115B1798F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15" y="680"/>
                    <a:ext cx="244" cy="240"/>
                  </a:xfrm>
                  <a:custGeom>
                    <a:avLst/>
                    <a:gdLst>
                      <a:gd name="T0" fmla="*/ 0 w 304"/>
                      <a:gd name="T1" fmla="*/ 0 h 288"/>
                      <a:gd name="T2" fmla="*/ 14 w 304"/>
                      <a:gd name="T3" fmla="*/ 13 h 288"/>
                      <a:gd name="T4" fmla="*/ 13 w 304"/>
                      <a:gd name="T5" fmla="*/ 23 h 288"/>
                      <a:gd name="T6" fmla="*/ 2 w 304"/>
                      <a:gd name="T7" fmla="*/ 10 h 288"/>
                      <a:gd name="T8" fmla="*/ 0 w 304"/>
                      <a:gd name="T9" fmla="*/ 0 h 288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4"/>
                      <a:gd name="T16" fmla="*/ 0 h 288"/>
                      <a:gd name="T17" fmla="*/ 304 w 304"/>
                      <a:gd name="T18" fmla="*/ 288 h 288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4" h="288">
                        <a:moveTo>
                          <a:pt x="0" y="0"/>
                        </a:moveTo>
                        <a:cubicBezTo>
                          <a:pt x="51" y="10"/>
                          <a:pt x="148" y="76"/>
                          <a:pt x="304" y="164"/>
                        </a:cubicBezTo>
                        <a:cubicBezTo>
                          <a:pt x="302" y="198"/>
                          <a:pt x="284" y="220"/>
                          <a:pt x="284" y="288"/>
                        </a:cubicBezTo>
                        <a:cubicBezTo>
                          <a:pt x="284" y="288"/>
                          <a:pt x="163" y="179"/>
                          <a:pt x="8" y="124"/>
                        </a:cubicBezTo>
                        <a:cubicBezTo>
                          <a:pt x="8" y="72"/>
                          <a:pt x="0" y="17"/>
                          <a:pt x="0" y="0"/>
                        </a:cubicBezTo>
                        <a:close/>
                      </a:path>
                    </a:pathLst>
                  </a:custGeom>
                  <a:gradFill rotWithShape="1">
                    <a:gsLst>
                      <a:gs pos="0">
                        <a:srgbClr val="292929"/>
                      </a:gs>
                      <a:gs pos="100000">
                        <a:srgbClr val="808080"/>
                      </a:gs>
                    </a:gsLst>
                    <a:lin ang="0" scaled="1"/>
                  </a:gra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063" name="Oval 975">
                    <a:extLst>
                      <a:ext uri="{FF2B5EF4-FFF2-40B4-BE49-F238E27FC236}">
                        <a16:creationId xmlns:a16="http://schemas.microsoft.com/office/drawing/2014/main" id="{B8901D8E-E4E1-A648-B2B0-98A52F219B8D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515" y="2611"/>
                    <a:ext cx="50" cy="95"/>
                  </a:xfrm>
                  <a:prstGeom prst="ellipse">
                    <a:avLst/>
                  </a:pr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64" name="Freeform 976">
                    <a:extLst>
                      <a:ext uri="{FF2B5EF4-FFF2-40B4-BE49-F238E27FC236}">
                        <a16:creationId xmlns:a16="http://schemas.microsoft.com/office/drawing/2014/main" id="{246FCFD3-79F4-1643-95D0-FFED191EB0A9}"/>
                      </a:ext>
                    </a:extLst>
                  </p:cNvPr>
                  <p:cNvSpPr>
                    <a:spLocks/>
                  </p:cNvSpPr>
                  <p:nvPr/>
                </p:nvSpPr>
                <p:spPr bwMode="auto">
                  <a:xfrm>
                    <a:off x="5302" y="2614"/>
                    <a:ext cx="245" cy="200"/>
                  </a:xfrm>
                  <a:custGeom>
                    <a:avLst/>
                    <a:gdLst>
                      <a:gd name="T0" fmla="*/ 0 w 306"/>
                      <a:gd name="T1" fmla="*/ 9 h 240"/>
                      <a:gd name="T2" fmla="*/ 2 w 306"/>
                      <a:gd name="T3" fmla="*/ 19 h 240"/>
                      <a:gd name="T4" fmla="*/ 14 w 306"/>
                      <a:gd name="T5" fmla="*/ 9 h 240"/>
                      <a:gd name="T6" fmla="*/ 14 w 306"/>
                      <a:gd name="T7" fmla="*/ 0 h 240"/>
                      <a:gd name="T8" fmla="*/ 0 w 306"/>
                      <a:gd name="T9" fmla="*/ 9 h 240"/>
                      <a:gd name="T10" fmla="*/ 0 60000 65536"/>
                      <a:gd name="T11" fmla="*/ 0 60000 65536"/>
                      <a:gd name="T12" fmla="*/ 0 60000 65536"/>
                      <a:gd name="T13" fmla="*/ 0 60000 65536"/>
                      <a:gd name="T14" fmla="*/ 0 60000 65536"/>
                      <a:gd name="T15" fmla="*/ 0 w 306"/>
                      <a:gd name="T16" fmla="*/ 0 h 240"/>
                      <a:gd name="T17" fmla="*/ 306 w 306"/>
                      <a:gd name="T18" fmla="*/ 240 h 240"/>
                    </a:gdLst>
                    <a:ahLst/>
                    <a:cxnLst>
                      <a:cxn ang="T10">
                        <a:pos x="T0" y="T1"/>
                      </a:cxn>
                      <a:cxn ang="T11">
                        <a:pos x="T2" y="T3"/>
                      </a:cxn>
                      <a:cxn ang="T12">
                        <a:pos x="T4" y="T5"/>
                      </a:cxn>
                      <a:cxn ang="T13">
                        <a:pos x="T6" y="T7"/>
                      </a:cxn>
                      <a:cxn ang="T14">
                        <a:pos x="T8" y="T9"/>
                      </a:cxn>
                    </a:cxnLst>
                    <a:rect l="T15" t="T16" r="T17" b="T18"/>
                    <a:pathLst>
                      <a:path w="306" h="240">
                        <a:moveTo>
                          <a:pt x="0" y="106"/>
                        </a:moveTo>
                        <a:lnTo>
                          <a:pt x="2" y="240"/>
                        </a:lnTo>
                        <a:lnTo>
                          <a:pt x="306" y="110"/>
                        </a:lnTo>
                        <a:lnTo>
                          <a:pt x="300" y="0"/>
                        </a:lnTo>
                        <a:lnTo>
                          <a:pt x="0" y="106"/>
                        </a:lnTo>
                        <a:close/>
                      </a:path>
                    </a:pathLst>
                  </a:custGeom>
                  <a:solidFill>
                    <a:srgbClr val="3333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/>
                  <a:lstStyle/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prstClr val="black"/>
                      </a:solidFill>
                      <a:effectLst/>
                      <a:uLnTx/>
                      <a:uFillTx/>
                      <a:latin typeface="Calibri" panose="020F0502020204030204"/>
                      <a:ea typeface="+mn-ea"/>
                      <a:cs typeface="+mn-cs"/>
                    </a:endParaRPr>
                  </a:p>
                </p:txBody>
              </p:sp>
              <p:sp>
                <p:nvSpPr>
                  <p:cNvPr id="214065" name="AutoShape 977">
                    <a:extLst>
                      <a:ext uri="{FF2B5EF4-FFF2-40B4-BE49-F238E27FC236}">
                        <a16:creationId xmlns:a16="http://schemas.microsoft.com/office/drawing/2014/main" id="{049E768D-768E-FB49-9388-D19AACA693F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140" y="2675"/>
                    <a:ext cx="1196" cy="150"/>
                  </a:xfrm>
                  <a:prstGeom prst="roundRect">
                    <a:avLst>
                      <a:gd name="adj" fmla="val 50000"/>
                    </a:avLst>
                  </a:prstGeom>
                  <a:solidFill>
                    <a:srgbClr val="DDDDDD"/>
                  </a:soli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66" name="AutoShape 978">
                    <a:extLst>
                      <a:ext uri="{FF2B5EF4-FFF2-40B4-BE49-F238E27FC236}">
                        <a16:creationId xmlns:a16="http://schemas.microsoft.com/office/drawing/2014/main" id="{FD640D90-3AEE-BF4D-9E6E-ABA0E32526A2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210" y="2714"/>
                    <a:ext cx="1066" cy="79"/>
                  </a:xfrm>
                  <a:prstGeom prst="roundRect">
                    <a:avLst>
                      <a:gd name="adj" fmla="val 50000"/>
                    </a:avLst>
                  </a:prstGeom>
                  <a:gradFill rotWithShape="1">
                    <a:gsLst>
                      <a:gs pos="0">
                        <a:schemeClr val="tx2"/>
                      </a:gs>
                      <a:gs pos="100000">
                        <a:schemeClr val="bg2"/>
                      </a:gs>
                    </a:gsLst>
                    <a:lin ang="0" scaled="1"/>
                  </a:gradFill>
                  <a:ln w="9525">
                    <a:solidFill>
                      <a:schemeClr val="tx1"/>
                    </a:solidFill>
                    <a:round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67" name="Oval 979">
                    <a:extLst>
                      <a:ext uri="{FF2B5EF4-FFF2-40B4-BE49-F238E27FC236}">
                        <a16:creationId xmlns:a16="http://schemas.microsoft.com/office/drawing/2014/main" id="{4B8570A1-01B0-0B4A-AE4B-BB2AA15DA4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309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68" name="Oval 980">
                    <a:extLst>
                      <a:ext uri="{FF2B5EF4-FFF2-40B4-BE49-F238E27FC236}">
                        <a16:creationId xmlns:a16="http://schemas.microsoft.com/office/drawing/2014/main" id="{B6B22C19-C9CA-4346-845D-EC1C91BD5739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489" y="2382"/>
                    <a:ext cx="159" cy="142"/>
                  </a:xfrm>
                  <a:prstGeom prst="ellipse">
                    <a:avLst/>
                  </a:prstGeom>
                  <a:solidFill>
                    <a:srgbClr val="FF0000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18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FF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69" name="Oval 981">
                    <a:extLst>
                      <a:ext uri="{FF2B5EF4-FFF2-40B4-BE49-F238E27FC236}">
                        <a16:creationId xmlns:a16="http://schemas.microsoft.com/office/drawing/2014/main" id="{0B51B8FC-4295-B841-9C40-E622E502DF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4658" y="2382"/>
                    <a:ext cx="159" cy="142"/>
                  </a:xfrm>
                  <a:prstGeom prst="ellipse">
                    <a:avLst/>
                  </a:prstGeom>
                  <a:solidFill>
                    <a:srgbClr val="33CC33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round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214070" name="Rectangle 982">
                    <a:extLst>
                      <a:ext uri="{FF2B5EF4-FFF2-40B4-BE49-F238E27FC236}">
                        <a16:creationId xmlns:a16="http://schemas.microsoft.com/office/drawing/2014/main" id="{1E88A228-A2BB-1C43-A2F9-7B61233BB648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5067" y="1837"/>
                    <a:ext cx="80" cy="759"/>
                  </a:xfrm>
                  <a:prstGeom prst="rect">
                    <a:avLst/>
                  </a:prstGeom>
                  <a:solidFill>
                    <a:srgbClr val="292929"/>
                  </a:solidFill>
                  <a:ln w="9525">
                    <a:solidFill>
                      <a:schemeClr val="tx1"/>
                    </a:solidFill>
                    <a:miter lim="800000"/>
                    <a:headEnd/>
                    <a:tailEnd/>
                  </a:ln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</p:grpSp>
          </p:grpSp>
          <p:grpSp>
            <p:nvGrpSpPr>
              <p:cNvPr id="214040" name="Group 1117">
                <a:extLst>
                  <a:ext uri="{FF2B5EF4-FFF2-40B4-BE49-F238E27FC236}">
                    <a16:creationId xmlns:a16="http://schemas.microsoft.com/office/drawing/2014/main" id="{6083C815-F5AC-C644-BFF2-1B0FF3CC86EE}"/>
                  </a:ext>
                </a:extLst>
              </p:cNvPr>
              <p:cNvGrpSpPr>
                <a:grpSpLocks/>
              </p:cNvGrpSpPr>
              <p:nvPr/>
            </p:nvGrpSpPr>
            <p:grpSpPr bwMode="auto">
              <a:xfrm>
                <a:off x="439215" y="4827099"/>
                <a:ext cx="875523" cy="506826"/>
                <a:chOff x="439215" y="4827099"/>
                <a:chExt cx="875523" cy="506826"/>
              </a:xfrm>
            </p:grpSpPr>
            <p:grpSp>
              <p:nvGrpSpPr>
                <p:cNvPr id="214041" name="Group 418">
                  <a:extLst>
                    <a:ext uri="{FF2B5EF4-FFF2-40B4-BE49-F238E27FC236}">
                      <a16:creationId xmlns:a16="http://schemas.microsoft.com/office/drawing/2014/main" id="{3F1969C6-FCD5-0B47-87D9-3E8634996C54}"/>
                    </a:ext>
                  </a:extLst>
                </p:cNvPr>
                <p:cNvGrpSpPr>
                  <a:grpSpLocks/>
                </p:cNvGrpSpPr>
                <p:nvPr/>
              </p:nvGrpSpPr>
              <p:grpSpPr bwMode="auto">
                <a:xfrm>
                  <a:off x="439215" y="4827099"/>
                  <a:ext cx="875523" cy="506826"/>
                  <a:chOff x="2889" y="1631"/>
                  <a:chExt cx="980" cy="743"/>
                </a:xfrm>
              </p:grpSpPr>
              <p:sp>
                <p:nvSpPr>
                  <p:cNvPr id="214043" name="Rectangle 419">
                    <a:extLst>
                      <a:ext uri="{FF2B5EF4-FFF2-40B4-BE49-F238E27FC236}">
                        <a16:creationId xmlns:a16="http://schemas.microsoft.com/office/drawing/2014/main" id="{FBC9B5A0-5134-CB4D-9A09-33D828FAAFAF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3046" y="1841"/>
                    <a:ext cx="663" cy="533"/>
                  </a:xfrm>
                  <a:prstGeom prst="rect">
                    <a:avLst/>
                  </a:prstGeom>
                  <a:solidFill>
                    <a:schemeClr val="bg2"/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>
                    <a:lvl1pPr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1pPr>
                    <a:lvl2pPr marL="742950" indent="-28575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2pPr>
                    <a:lvl3pPr marL="11430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3pPr>
                    <a:lvl4pPr marL="16002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4pPr>
                    <a:lvl5pPr marL="2057400" indent="-228600"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5pPr>
                    <a:lvl6pPr marL="25146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6pPr>
                    <a:lvl7pPr marL="29718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7pPr>
                    <a:lvl8pPr marL="34290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8pPr>
                    <a:lvl9pPr marL="3886200" indent="-228600" eaLnBrk="0" fontAlgn="base" hangingPunct="0">
                      <a:spcBef>
                        <a:spcPct val="20000"/>
                      </a:spcBef>
                      <a:spcAft>
                        <a:spcPct val="0"/>
                      </a:spcAft>
                      <a:buClr>
                        <a:schemeClr val="accent2"/>
                      </a:buClr>
                      <a:buSzPct val="85000"/>
                      <a:buFont typeface="ZapfDingbats" charset="2"/>
                      <a:defRPr sz="2000">
                        <a:solidFill>
                          <a:schemeClr val="tx1"/>
                        </a:solidFill>
                        <a:latin typeface="Arial" panose="020B0604020202020204" pitchFamily="34" charset="0"/>
                        <a:ea typeface="ＭＳ Ｐゴシック" panose="020B0600070205080204" pitchFamily="34" charset="-128"/>
                      </a:defRPr>
                    </a:lvl9pPr>
                  </a:lstStyle>
                  <a:p>
                    <a:pPr marL="0" marR="0" lvl="0" indent="0" algn="l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altLang="en-US" sz="2400" b="0" i="0" u="none" strike="noStrike" kern="1200" cap="none" spc="0" normalizeH="0" baseline="0" noProof="0">
                      <a:ln>
                        <a:noFill/>
                      </a:ln>
                      <a:solidFill>
                        <a:srgbClr val="000000"/>
                      </a:solidFill>
                      <a:effectLst/>
                      <a:uLnTx/>
                      <a:uFillTx/>
                      <a:latin typeface="Arial" panose="020B0604020202020204" pitchFamily="34" charset="0"/>
                      <a:ea typeface="ＭＳ Ｐゴシック" panose="020B0600070205080204" pitchFamily="34" charset="-128"/>
                      <a:cs typeface="+mn-cs"/>
                    </a:endParaRPr>
                  </a:p>
                </p:txBody>
              </p:sp>
              <p:sp>
                <p:nvSpPr>
                  <p:cNvPr id="1125" name="AutoShape 420">
                    <a:extLst>
                      <a:ext uri="{FF2B5EF4-FFF2-40B4-BE49-F238E27FC236}">
                        <a16:creationId xmlns:a16="http://schemas.microsoft.com/office/drawing/2014/main" id="{A912CE0B-005D-8C44-B188-ED72F4D6108B}"/>
                      </a:ext>
                    </a:extLst>
                  </p:cNvPr>
                  <p:cNvSpPr>
                    <a:spLocks noChangeArrowheads="1"/>
                  </p:cNvSpPr>
                  <p:nvPr/>
                </p:nvSpPr>
                <p:spPr bwMode="auto">
                  <a:xfrm>
                    <a:off x="2889" y="1630"/>
                    <a:ext cx="976" cy="254"/>
                  </a:xfrm>
                  <a:prstGeom prst="triangle">
                    <a:avLst>
                      <a:gd name="adj" fmla="val 50000"/>
                    </a:avLst>
                  </a:prstGeom>
                  <a:solidFill>
                    <a:schemeClr val="tx1">
                      <a:lumMod val="50000"/>
                      <a:lumOff val="50000"/>
                    </a:schemeClr>
                  </a:solidFill>
                  <a:ln>
                    <a:noFill/>
                  </a:ln>
                  <a:extLst>
                    <a:ext uri="{91240B29-F687-4f45-9708-019B960494DF}">
                      <a14:hiddenLine xmlns:a14="http://schemas.microsoft.com/office/drawing/2010/main" xmlns="" w="9525">
                        <a:solidFill>
                          <a:srgbClr val="000000"/>
                        </a:solidFill>
                        <a:miter lim="800000"/>
                        <a:headEnd/>
                        <a:tailEnd/>
                      </a14:hiddenLine>
                    </a:ext>
                  </a:extLst>
                </p:spPr>
                <p:txBody>
                  <a:bodyPr wrap="none" anchor="ctr"/>
                  <a:lstStyle/>
                  <a:p>
                    <a:pPr marL="0" marR="0" lvl="0" indent="0" algn="ctr" defTabSz="914400" rtl="0" eaLnBrk="1" fontAlgn="auto" latinLnBrk="0" hangingPunct="1">
                      <a:lnSpc>
                        <a:spcPct val="100000"/>
                      </a:lnSpc>
                      <a:spcBef>
                        <a:spcPct val="0"/>
                      </a:spcBef>
                      <a:spcAft>
                        <a:spcPts val="0"/>
                      </a:spcAft>
                      <a:buClrTx/>
                      <a:buSzTx/>
                      <a:buFontTx/>
                      <a:buNone/>
                      <a:tabLst/>
                      <a:defRPr/>
                    </a:pPr>
                    <a:endParaRPr kumimoji="0" lang="en-US" sz="2400" b="0" i="0" u="none" strike="noStrike" kern="1200" cap="none" spc="0" normalizeH="0" baseline="0" noProof="0" dirty="0">
                      <a:ln>
                        <a:noFill/>
                      </a:ln>
                      <a:solidFill>
                        <a:srgbClr val="00CCFF"/>
                      </a:solidFill>
                      <a:effectLst/>
                      <a:uLnTx/>
                      <a:uFillTx/>
                      <a:latin typeface="Arial" charset="0"/>
                      <a:ea typeface="ＭＳ Ｐゴシック" charset="0"/>
                      <a:cs typeface="ＭＳ Ｐゴシック" charset="0"/>
                    </a:endParaRPr>
                  </a:p>
                </p:txBody>
              </p:sp>
            </p:grpSp>
            <p:pic>
              <p:nvPicPr>
                <p:cNvPr id="214042" name="Picture 1119">
                  <a:extLst>
                    <a:ext uri="{FF2B5EF4-FFF2-40B4-BE49-F238E27FC236}">
                      <a16:creationId xmlns:a16="http://schemas.microsoft.com/office/drawing/2014/main" id="{32A9EC3D-33BD-7049-A936-86E74A5C4835}"/>
                    </a:ext>
                  </a:extLst>
                </p:cNvPr>
                <p:cNvPicPr>
                  <a:picLocks noChangeAspect="1"/>
                </p:cNvPicPr>
                <p:nvPr/>
              </p:nvPicPr>
              <p:blipFill>
                <a:blip r:embed="rId5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83109" y="5014480"/>
                  <a:ext cx="405029" cy="290834"/>
                </a:xfrm>
                <a:prstGeom prst="rect">
                  <a:avLst/>
                </a:prstGeom>
                <a:noFill/>
                <a:ln>
                  <a:noFill/>
                </a:ln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rgbClr val="000000"/>
                      </a:solidFill>
                      <a:miter lim="800000"/>
                      <a:headEnd/>
                      <a:tailEnd/>
                    </a14:hiddenLine>
                  </a:ext>
                </a:extLst>
              </p:spPr>
            </p:pic>
          </p:grpSp>
        </p:grp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74D2A9AE-208A-4E4C-BCF7-493AFE59887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59847" y="4108856"/>
            <a:ext cx="9037638" cy="2503487"/>
          </a:xfrm>
          <a:prstGeom prst="rect">
            <a:avLst/>
          </a:prstGeom>
          <a:solidFill>
            <a:schemeClr val="bg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BE7A2D06-49A3-4B4C-969A-7D43248925F4}"/>
              </a:ext>
            </a:extLst>
          </p:cNvPr>
          <p:cNvGrpSpPr>
            <a:grpSpLocks/>
          </p:cNvGrpSpPr>
          <p:nvPr/>
        </p:nvGrpSpPr>
        <p:grpSpPr bwMode="auto">
          <a:xfrm>
            <a:off x="1925639" y="4171941"/>
            <a:ext cx="8074025" cy="523220"/>
            <a:chOff x="379080" y="5456397"/>
            <a:chExt cx="8074239" cy="524687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4551681-7F48-DD46-9D92-F7E884A68FDD}"/>
                </a:ext>
              </a:extLst>
            </p:cNvPr>
            <p:cNvSpPr/>
            <p:nvPr/>
          </p:nvSpPr>
          <p:spPr>
            <a:xfrm>
              <a:off x="379080" y="5489828"/>
              <a:ext cx="8074239" cy="421866"/>
            </a:xfrm>
            <a:prstGeom prst="rect">
              <a:avLst/>
            </a:prstGeom>
            <a:ln>
              <a:solidFill>
                <a:srgbClr val="C00000"/>
              </a:solidFill>
            </a:ln>
          </p:spPr>
          <p:txBody>
            <a:bodyPr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charset="0"/>
                <a:ea typeface="ＭＳ Ｐゴシック" charset="0"/>
                <a:cs typeface="ＭＳ Ｐゴシック" charset="0"/>
              </a:endParaRPr>
            </a:p>
          </p:txBody>
        </p:sp>
        <p:sp>
          <p:nvSpPr>
            <p:cNvPr id="214029" name="TextBox 17">
              <a:extLst>
                <a:ext uri="{FF2B5EF4-FFF2-40B4-BE49-F238E27FC236}">
                  <a16:creationId xmlns:a16="http://schemas.microsoft.com/office/drawing/2014/main" id="{8F3B0DDD-75FE-DF4B-9738-358B7A86A7D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081801" y="5456397"/>
              <a:ext cx="6920219" cy="52468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Internet host-host communication as a service</a:t>
              </a:r>
            </a:p>
          </p:txBody>
        </p:sp>
      </p:grp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EB7511E-D73C-7A4F-88A9-D627FE629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25817" y="5070373"/>
            <a:ext cx="9700619" cy="1344281"/>
          </a:xfrm>
        </p:spPr>
        <p:txBody>
          <a:bodyPr>
            <a:normAutofit/>
          </a:bodyPr>
          <a:lstStyle/>
          <a:p>
            <a:pPr marL="0" indent="0">
              <a:buClr>
                <a:srgbClr val="0000A8"/>
              </a:buClr>
              <a:buNone/>
            </a:pPr>
            <a:r>
              <a:rPr lang="en-US" altLang="en-US" i="1" dirty="0">
                <a:solidFill>
                  <a:srgbClr val="CD0000"/>
                </a:solidFill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OTT challenges: </a:t>
            </a:r>
            <a:r>
              <a:rPr lang="en-US" altLang="en-US" dirty="0"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coping with a congested Internet from the “edge”</a:t>
            </a:r>
          </a:p>
          <a:p>
            <a:pPr marL="466725" lvl="1" indent="-233363">
              <a:buFont typeface="Wingdings" pitchFamily="2" charset="2"/>
              <a:buChar char="§"/>
            </a:pPr>
            <a:r>
              <a:rPr lang="en-US" altLang="en-US" dirty="0"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what content to place in which CDN node?</a:t>
            </a:r>
          </a:p>
          <a:p>
            <a:pPr marL="466725" lvl="1" indent="-233363">
              <a:buFont typeface="Wingdings" pitchFamily="2" charset="2"/>
              <a:buChar char="§"/>
            </a:pPr>
            <a:r>
              <a:rPr lang="en-US" altLang="en-US" dirty="0">
                <a:latin typeface="Calibri" panose="020F0502020204030204" pitchFamily="34" charset="0"/>
                <a:ea typeface="Arial" panose="020B0604020202020204" pitchFamily="34" charset="0"/>
                <a:cs typeface="Calibri" panose="020F0502020204030204" pitchFamily="34" charset="0"/>
              </a:rPr>
              <a:t>from which CDN node to retrieve content? At which rate?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EEAFC86-034D-F945-B43F-7739F70F40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9501" y="2041781"/>
            <a:ext cx="4571829" cy="76944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4400" b="0" i="1" u="none" strike="noStrike" kern="1200" cap="none" spc="0" normalizeH="0" baseline="0" noProof="0" dirty="0">
                <a:ln>
                  <a:noFill/>
                </a:ln>
                <a:solidFill>
                  <a:srgbClr val="000099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OTT: “over the top”</a:t>
            </a:r>
          </a:p>
        </p:txBody>
      </p:sp>
      <p:sp>
        <p:nvSpPr>
          <p:cNvPr id="1036" name="Title 1">
            <a:extLst>
              <a:ext uri="{FF2B5EF4-FFF2-40B4-BE49-F238E27FC236}">
                <a16:creationId xmlns:a16="http://schemas.microsoft.com/office/drawing/2014/main" id="{AAA3A287-D94D-A745-B380-C550D44772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Content distribution </a:t>
            </a:r>
            <a:r>
              <a:rPr lang="en-US" altLang="en-US" dirty="0">
                <a:ea typeface="ＭＳ Ｐゴシック" panose="020B0600070205080204" pitchFamily="34" charset="-128"/>
              </a:rPr>
              <a:t>n</a:t>
            </a:r>
            <a:r>
              <a:rPr lang="en-US" altLang="en-US" sz="4400" dirty="0">
                <a:ea typeface="ＭＳ Ｐゴシック" panose="020B0600070205080204" pitchFamily="34" charset="-128"/>
              </a:rPr>
              <a:t>etworks (CDNs)</a:t>
            </a:r>
          </a:p>
        </p:txBody>
      </p:sp>
      <p:sp>
        <p:nvSpPr>
          <p:cNvPr id="1035" name="Slide Number Placeholder 2">
            <a:extLst>
              <a:ext uri="{FF2B5EF4-FFF2-40B4-BE49-F238E27FC236}">
                <a16:creationId xmlns:a16="http://schemas.microsoft.com/office/drawing/2014/main" id="{D64B4E52-D9B8-4A4C-8826-6513C716F2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246571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4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6" grpId="0" build="p"/>
      <p:bldP spid="10" grpId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247BCAC2-4B0D-C24F-A1AA-5CFB26132E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8691" y="289325"/>
            <a:ext cx="10515600" cy="894622"/>
          </a:xfrm>
        </p:spPr>
        <p:txBody>
          <a:bodyPr/>
          <a:lstStyle/>
          <a:p>
            <a:r>
              <a:rPr lang="en-US" altLang="en-US" dirty="0">
                <a:cs typeface="Calibri" panose="020F0502020204030204" pitchFamily="34" charset="0"/>
              </a:rPr>
              <a:t>Application Layer: Overview</a:t>
            </a:r>
            <a:endParaRPr lang="en-US" dirty="0"/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80CCA17D-ECA8-CE46-82AC-A0AF8C3B62BD}"/>
              </a:ext>
            </a:extLst>
          </p:cNvPr>
          <p:cNvSpPr txBox="1">
            <a:spLocks/>
          </p:cNvSpPr>
          <p:nvPr/>
        </p:nvSpPr>
        <p:spPr>
          <a:xfrm>
            <a:off x="809242" y="1870563"/>
            <a:ext cx="5309184" cy="4351338"/>
          </a:xfrm>
          <a:prstGeom prst="rect">
            <a:avLst/>
          </a:prstGeom>
        </p:spPr>
        <p:txBody>
          <a:bodyPr>
            <a:no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Principles of network applications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Web and HTTP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E-mail, SMTP, IMAP</a:t>
            </a:r>
          </a:p>
          <a:p>
            <a:pPr marL="401638" indent="-401638">
              <a:buClr>
                <a:schemeClr val="bg1">
                  <a:lumMod val="75000"/>
                </a:schemeClr>
              </a:buClr>
              <a:defRPr/>
            </a:pPr>
            <a:r>
              <a:rPr lang="en-US" sz="3200" dirty="0">
                <a:solidFill>
                  <a:schemeClr val="bg1">
                    <a:lumMod val="75000"/>
                  </a:schemeClr>
                </a:solidFill>
                <a:latin typeface="Calibri" panose="020F0502020204030204" pitchFamily="34" charset="0"/>
                <a:cs typeface="Calibri" panose="020F0502020204030204" pitchFamily="34" charset="0"/>
              </a:rPr>
              <a:t>The Domain Name System DNS</a:t>
            </a:r>
          </a:p>
          <a:p>
            <a:endParaRPr lang="en-US" dirty="0"/>
          </a:p>
        </p:txBody>
      </p:sp>
      <p:sp>
        <p:nvSpPr>
          <p:cNvPr id="11" name="Rectangle 4">
            <a:extLst>
              <a:ext uri="{FF2B5EF4-FFF2-40B4-BE49-F238E27FC236}">
                <a16:creationId xmlns:a16="http://schemas.microsoft.com/office/drawing/2014/main" id="{5FE695BD-369F-8C4A-ACAD-42671E1C0719}"/>
              </a:ext>
            </a:extLst>
          </p:cNvPr>
          <p:cNvSpPr txBox="1">
            <a:spLocks noChangeArrowheads="1"/>
          </p:cNvSpPr>
          <p:nvPr/>
        </p:nvSpPr>
        <p:spPr>
          <a:xfrm>
            <a:off x="6557554" y="1422888"/>
            <a:ext cx="5405262" cy="4799013"/>
          </a:xfrm>
          <a:prstGeom prst="rect">
            <a:avLst/>
          </a:prstGeom>
        </p:spPr>
        <p:txBody>
          <a:bodyPr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P2P applications</a:t>
            </a:r>
          </a:p>
          <a:p>
            <a:pPr marL="349250" indent="-349250">
              <a:buClr>
                <a:schemeClr val="bg1">
                  <a:lumMod val="75000"/>
                </a:schemeClr>
              </a:buClr>
            </a:pPr>
            <a:r>
              <a:rPr lang="en-US" altLang="en-US" sz="3200" dirty="0">
                <a:solidFill>
                  <a:schemeClr val="bg1">
                    <a:lumMod val="75000"/>
                  </a:schemeClr>
                </a:solidFill>
                <a:ea typeface="ＭＳ Ｐゴシック" panose="020B0600070205080204" pitchFamily="34" charset="-128"/>
              </a:rPr>
              <a:t>video streaming and content distribution networks</a:t>
            </a:r>
          </a:p>
          <a:p>
            <a:pPr marL="349250" indent="-349250">
              <a:buClr>
                <a:srgbClr val="0000A8"/>
              </a:buClr>
            </a:pPr>
            <a:r>
              <a:rPr lang="en-US" altLang="en-US" sz="3200" dirty="0">
                <a:ea typeface="ＭＳ Ｐゴシック" panose="020B0600070205080204" pitchFamily="34" charset="-128"/>
              </a:rPr>
              <a:t>socket programming with UDP and TCP</a:t>
            </a:r>
          </a:p>
          <a:p>
            <a:pPr>
              <a:buFont typeface="Wingdings" pitchFamily="2" charset="2"/>
              <a:buNone/>
            </a:pPr>
            <a:endParaRPr lang="en-US" altLang="en-US" sz="2400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26</a:t>
            </a:fld>
            <a:endParaRPr lang="en-US" dirty="0"/>
          </a:p>
        </p:txBody>
      </p:sp>
      <p:pic>
        <p:nvPicPr>
          <p:cNvPr id="7" name="Picture 6" descr="Kurose&amp;Ross 8th edition photo">
            <a:extLst>
              <a:ext uri="{FF2B5EF4-FFF2-40B4-BE49-F238E27FC236}">
                <a16:creationId xmlns:a16="http://schemas.microsoft.com/office/drawing/2014/main" id="{32D6009B-3949-F544-A9DE-CB9BC7D568C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57391" y="4125913"/>
            <a:ext cx="3087757" cy="2315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4099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</a:t>
            </a:r>
          </a:p>
        </p:txBody>
      </p:sp>
      <p:sp>
        <p:nvSpPr>
          <p:cNvPr id="62" name="Rectangle 3">
            <a:extLst>
              <a:ext uri="{FF2B5EF4-FFF2-40B4-BE49-F238E27FC236}">
                <a16:creationId xmlns:a16="http://schemas.microsoft.com/office/drawing/2014/main" id="{DE711DC5-9C34-FB4F-827E-14567B9170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1446842"/>
            <a:ext cx="11124616" cy="1533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Gill Sans MT" pitchFamily="34" charset="0"/>
                <a:ea typeface="ＭＳ Ｐゴシック" charset="0"/>
                <a:cs typeface="ＭＳ Ｐゴシック" charset="0"/>
              </a:defRPr>
            </a:lvl1pPr>
            <a:lvl2pPr marL="742950" indent="-285750" algn="l" rtl="0" eaLnBrk="0" fontAlgn="base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Gill Sans MT" pitchFamily="34" charset="0"/>
                <a:ea typeface="ＭＳ Ｐゴシック" charset="0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  <a:ea typeface="ＭＳ Ｐゴシック" charset="0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  <a:ea typeface="ＭＳ Ｐゴシック" charset="0"/>
              </a:defRPr>
            </a:lvl5pPr>
            <a:lvl6pPr marL="25146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goal: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learn how to build client/server applications that communicate using sockets</a:t>
            </a:r>
            <a:endParaRPr kumimoji="0" lang="en-US" altLang="en-US" sz="3200" b="0" i="1" u="none" strike="noStrike" kern="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</a:endParaRPr>
          </a:p>
          <a:p>
            <a:pPr marL="342900" marR="0" lvl="0" indent="-342900" algn="l" defTabSz="914400" rtl="0" eaLnBrk="0" fontAlgn="base" latinLnBrk="0" hangingPunct="0">
              <a:lnSpc>
                <a:spcPct val="85000"/>
              </a:lnSpc>
              <a:spcBef>
                <a:spcPct val="20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itchFamily="2" charset="2"/>
              <a:buNone/>
              <a:tabLst/>
              <a:defRPr/>
            </a:pPr>
            <a:r>
              <a:rPr kumimoji="0" lang="en-US" altLang="en-US" sz="3200" b="0" i="1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socket:</a:t>
            </a:r>
            <a:r>
              <a:rPr kumimoji="0" lang="en-US" altLang="en-US" sz="32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</a:rPr>
              <a:t> door between application process and end-end-transport protocol </a:t>
            </a:r>
          </a:p>
        </p:txBody>
      </p:sp>
      <p:sp>
        <p:nvSpPr>
          <p:cNvPr id="117" name="Freeform 66">
            <a:extLst>
              <a:ext uri="{FF2B5EF4-FFF2-40B4-BE49-F238E27FC236}">
                <a16:creationId xmlns:a16="http://schemas.microsoft.com/office/drawing/2014/main" id="{532EF64A-98FA-854C-BC6E-37DCF5442402}"/>
              </a:ext>
            </a:extLst>
          </p:cNvPr>
          <p:cNvSpPr>
            <a:spLocks/>
          </p:cNvSpPr>
          <p:nvPr/>
        </p:nvSpPr>
        <p:spPr bwMode="auto">
          <a:xfrm>
            <a:off x="8379242" y="3598233"/>
            <a:ext cx="736600" cy="1998662"/>
          </a:xfrm>
          <a:custGeom>
            <a:avLst/>
            <a:gdLst>
              <a:gd name="T0" fmla="*/ 2147483647 w 464"/>
              <a:gd name="T1" fmla="*/ 2147483647 h 1259"/>
              <a:gd name="T2" fmla="*/ 0 w 464"/>
              <a:gd name="T3" fmla="*/ 0 h 1259"/>
              <a:gd name="T4" fmla="*/ 2147483647 w 464"/>
              <a:gd name="T5" fmla="*/ 2147483647 h 1259"/>
              <a:gd name="T6" fmla="*/ 2147483647 w 464"/>
              <a:gd name="T7" fmla="*/ 2147483647 h 1259"/>
              <a:gd name="T8" fmla="*/ 2147483647 w 464"/>
              <a:gd name="T9" fmla="*/ 2147483647 h 125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64"/>
              <a:gd name="T16" fmla="*/ 0 h 1259"/>
              <a:gd name="T17" fmla="*/ 464 w 464"/>
              <a:gd name="T18" fmla="*/ 1259 h 1259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64" h="1259">
                <a:moveTo>
                  <a:pt x="464" y="1060"/>
                </a:moveTo>
                <a:lnTo>
                  <a:pt x="0" y="0"/>
                </a:lnTo>
                <a:lnTo>
                  <a:pt x="6" y="1258"/>
                </a:lnTo>
                <a:lnTo>
                  <a:pt x="382" y="1259"/>
                </a:lnTo>
                <a:lnTo>
                  <a:pt x="464" y="106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lumMod val="75000"/>
                </a:schemeClr>
              </a:gs>
            </a:gsLst>
            <a:lin ang="10800000" scaled="0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8" name="Freeform 7">
            <a:extLst>
              <a:ext uri="{FF2B5EF4-FFF2-40B4-BE49-F238E27FC236}">
                <a16:creationId xmlns:a16="http://schemas.microsoft.com/office/drawing/2014/main" id="{0B3FAB7F-D751-694B-8438-BA60B5BE46B5}"/>
              </a:ext>
            </a:extLst>
          </p:cNvPr>
          <p:cNvSpPr>
            <a:spLocks/>
          </p:cNvSpPr>
          <p:nvPr/>
        </p:nvSpPr>
        <p:spPr bwMode="auto">
          <a:xfrm>
            <a:off x="5064542" y="4895220"/>
            <a:ext cx="1808162" cy="1031875"/>
          </a:xfrm>
          <a:custGeom>
            <a:avLst/>
            <a:gdLst>
              <a:gd name="T0" fmla="*/ 2147483647 w 2135"/>
              <a:gd name="T1" fmla="*/ 2147483647 h 1662"/>
              <a:gd name="T2" fmla="*/ 2147483647 w 2135"/>
              <a:gd name="T3" fmla="*/ 2147483647 h 1662"/>
              <a:gd name="T4" fmla="*/ 2147483647 w 2135"/>
              <a:gd name="T5" fmla="*/ 2147483647 h 1662"/>
              <a:gd name="T6" fmla="*/ 2147483647 w 2135"/>
              <a:gd name="T7" fmla="*/ 2147483647 h 1662"/>
              <a:gd name="T8" fmla="*/ 2147483647 w 2135"/>
              <a:gd name="T9" fmla="*/ 2147483647 h 1662"/>
              <a:gd name="T10" fmla="*/ 2147483647 w 2135"/>
              <a:gd name="T11" fmla="*/ 2147483647 h 1662"/>
              <a:gd name="T12" fmla="*/ 2147483647 w 2135"/>
              <a:gd name="T13" fmla="*/ 2147483647 h 1662"/>
              <a:gd name="T14" fmla="*/ 2147483647 w 2135"/>
              <a:gd name="T15" fmla="*/ 2147483647 h 1662"/>
              <a:gd name="T16" fmla="*/ 2147483647 w 2135"/>
              <a:gd name="T17" fmla="*/ 2147483647 h 1662"/>
              <a:gd name="T18" fmla="*/ 2147483647 w 2135"/>
              <a:gd name="T19" fmla="*/ 2147483647 h 1662"/>
              <a:gd name="T20" fmla="*/ 2147483647 w 2135"/>
              <a:gd name="T21" fmla="*/ 2147483647 h 1662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w 2135"/>
              <a:gd name="T34" fmla="*/ 0 h 1662"/>
              <a:gd name="T35" fmla="*/ 2135 w 2135"/>
              <a:gd name="T36" fmla="*/ 1662 h 1662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T33" t="T34" r="T35" b="T36"/>
            <a:pathLst>
              <a:path w="2135" h="1662">
                <a:moveTo>
                  <a:pt x="27" y="652"/>
                </a:moveTo>
                <a:cubicBezTo>
                  <a:pt x="14" y="487"/>
                  <a:pt x="0" y="152"/>
                  <a:pt x="105" y="76"/>
                </a:cubicBezTo>
                <a:cubicBezTo>
                  <a:pt x="210" y="0"/>
                  <a:pt x="473" y="192"/>
                  <a:pt x="657" y="196"/>
                </a:cubicBezTo>
                <a:cubicBezTo>
                  <a:pt x="841" y="200"/>
                  <a:pt x="985" y="65"/>
                  <a:pt x="1209" y="100"/>
                </a:cubicBezTo>
                <a:cubicBezTo>
                  <a:pt x="1433" y="135"/>
                  <a:pt x="1867" y="232"/>
                  <a:pt x="2001" y="406"/>
                </a:cubicBezTo>
                <a:cubicBezTo>
                  <a:pt x="2135" y="580"/>
                  <a:pt x="2083" y="945"/>
                  <a:pt x="2013" y="1144"/>
                </a:cubicBezTo>
                <a:cubicBezTo>
                  <a:pt x="1943" y="1343"/>
                  <a:pt x="1781" y="1538"/>
                  <a:pt x="1581" y="1600"/>
                </a:cubicBezTo>
                <a:cubicBezTo>
                  <a:pt x="1381" y="1662"/>
                  <a:pt x="993" y="1571"/>
                  <a:pt x="813" y="1516"/>
                </a:cubicBezTo>
                <a:cubicBezTo>
                  <a:pt x="633" y="1461"/>
                  <a:pt x="606" y="1345"/>
                  <a:pt x="501" y="1270"/>
                </a:cubicBezTo>
                <a:cubicBezTo>
                  <a:pt x="396" y="1195"/>
                  <a:pt x="262" y="1169"/>
                  <a:pt x="183" y="1066"/>
                </a:cubicBezTo>
                <a:cubicBezTo>
                  <a:pt x="104" y="963"/>
                  <a:pt x="25" y="819"/>
                  <a:pt x="27" y="652"/>
                </a:cubicBezTo>
                <a:close/>
              </a:path>
            </a:pathLst>
          </a:custGeom>
          <a:solidFill>
            <a:srgbClr val="9CDFF9"/>
          </a:solidFill>
          <a:ln>
            <a:noFill/>
          </a:ln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19" name="Text Box 51">
            <a:extLst>
              <a:ext uri="{FF2B5EF4-FFF2-40B4-BE49-F238E27FC236}">
                <a16:creationId xmlns:a16="http://schemas.microsoft.com/office/drawing/2014/main" id="{31F42B0C-9D7E-B148-8731-AA200CC8E7B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502692" y="5026983"/>
            <a:ext cx="874712" cy="336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Internet</a:t>
            </a:r>
          </a:p>
        </p:txBody>
      </p:sp>
      <p:sp>
        <p:nvSpPr>
          <p:cNvPr id="120" name="Line 52">
            <a:extLst>
              <a:ext uri="{FF2B5EF4-FFF2-40B4-BE49-F238E27FC236}">
                <a16:creationId xmlns:a16="http://schemas.microsoft.com/office/drawing/2014/main" id="{4BBAA32D-9FE8-6946-993E-FD9CF5FF2D22}"/>
              </a:ext>
            </a:extLst>
          </p:cNvPr>
          <p:cNvSpPr>
            <a:spLocks noChangeShapeType="1"/>
          </p:cNvSpPr>
          <p:nvPr/>
        </p:nvSpPr>
        <p:spPr bwMode="auto">
          <a:xfrm>
            <a:off x="4823242" y="5438145"/>
            <a:ext cx="2211387" cy="0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 type="triangle" w="med" len="med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1" name="Text Box 53">
            <a:extLst>
              <a:ext uri="{FF2B5EF4-FFF2-40B4-BE49-F238E27FC236}">
                <a16:creationId xmlns:a16="http://schemas.microsoft.com/office/drawing/2014/main" id="{8DD3EB16-70D9-0E41-9219-8BACFD2FF0F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44379" y="4663445"/>
            <a:ext cx="1063625" cy="82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by OS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16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2" name="Text Box 56">
            <a:extLst>
              <a:ext uri="{FF2B5EF4-FFF2-40B4-BE49-F238E27FC236}">
                <a16:creationId xmlns:a16="http://schemas.microsoft.com/office/drawing/2014/main" id="{DE211F08-2700-6642-9DC3-1997DC8EDC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822154" y="3763333"/>
            <a:ext cx="1470025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controlled by</a:t>
            </a:r>
          </a:p>
          <a:p>
            <a:pPr marL="0" marR="0" lvl="0" indent="0" algn="l" defTabSz="914400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app developer</a:t>
            </a:r>
          </a:p>
        </p:txBody>
      </p:sp>
      <p:sp>
        <p:nvSpPr>
          <p:cNvPr id="123" name="Freeform 45">
            <a:extLst>
              <a:ext uri="{FF2B5EF4-FFF2-40B4-BE49-F238E27FC236}">
                <a16:creationId xmlns:a16="http://schemas.microsoft.com/office/drawing/2014/main" id="{07B0F571-0623-E94E-AC3A-B1389138AC28}"/>
              </a:ext>
            </a:extLst>
          </p:cNvPr>
          <p:cNvSpPr>
            <a:spLocks/>
          </p:cNvSpPr>
          <p:nvPr/>
        </p:nvSpPr>
        <p:spPr bwMode="auto">
          <a:xfrm>
            <a:off x="2638842" y="3661733"/>
            <a:ext cx="758825" cy="1997075"/>
          </a:xfrm>
          <a:custGeom>
            <a:avLst/>
            <a:gdLst>
              <a:gd name="T0" fmla="*/ 0 w 478"/>
              <a:gd name="T1" fmla="*/ 2147483647 h 1258"/>
              <a:gd name="T2" fmla="*/ 2147483647 w 478"/>
              <a:gd name="T3" fmla="*/ 0 h 1258"/>
              <a:gd name="T4" fmla="*/ 2147483647 w 478"/>
              <a:gd name="T5" fmla="*/ 2147483647 h 1258"/>
              <a:gd name="T6" fmla="*/ 2147483647 w 478"/>
              <a:gd name="T7" fmla="*/ 2147483647 h 1258"/>
              <a:gd name="T8" fmla="*/ 0 w 478"/>
              <a:gd name="T9" fmla="*/ 2147483647 h 1258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  <a:gd name="T15" fmla="*/ 0 w 478"/>
              <a:gd name="T16" fmla="*/ 0 h 1258"/>
              <a:gd name="T17" fmla="*/ 478 w 478"/>
              <a:gd name="T18" fmla="*/ 1258 h 1258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T15" t="T16" r="T17" b="T18"/>
            <a:pathLst>
              <a:path w="478" h="1258">
                <a:moveTo>
                  <a:pt x="0" y="1040"/>
                </a:moveTo>
                <a:lnTo>
                  <a:pt x="478" y="0"/>
                </a:lnTo>
                <a:lnTo>
                  <a:pt x="472" y="1258"/>
                </a:lnTo>
                <a:lnTo>
                  <a:pt x="41" y="1246"/>
                </a:lnTo>
                <a:lnTo>
                  <a:pt x="0" y="1040"/>
                </a:lnTo>
                <a:close/>
              </a:path>
            </a:pathLst>
          </a:custGeom>
          <a:gradFill rotWithShape="1">
            <a:gsLst>
              <a:gs pos="0">
                <a:srgbClr val="FFFFFF"/>
              </a:gs>
              <a:gs pos="100000">
                <a:schemeClr val="accent1">
                  <a:lumMod val="75000"/>
                </a:schemeClr>
              </a:gs>
            </a:gsLst>
            <a:lin ang="0" scaled="1"/>
          </a:gradFill>
          <a:ln w="9525">
            <a:solidFill>
              <a:srgbClr val="DDDDDD"/>
            </a:solidFill>
            <a:round/>
            <a:headEnd/>
            <a:tailEnd/>
          </a:ln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4" name="Rectangle 23">
            <a:extLst>
              <a:ext uri="{FF2B5EF4-FFF2-40B4-BE49-F238E27FC236}">
                <a16:creationId xmlns:a16="http://schemas.microsoft.com/office/drawing/2014/main" id="{5F3EC8D2-BC57-284F-B438-D2889E964E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42117" y="3617283"/>
            <a:ext cx="1296987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5" name="Rectangle 24">
            <a:extLst>
              <a:ext uri="{FF2B5EF4-FFF2-40B4-BE49-F238E27FC236}">
                <a16:creationId xmlns:a16="http://schemas.microsoft.com/office/drawing/2014/main" id="{48E3F4A8-8297-154C-8417-C2DCBDE270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04017" y="3671258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6" name="Line 25">
            <a:extLst>
              <a:ext uri="{FF2B5EF4-FFF2-40B4-BE49-F238E27FC236}">
                <a16:creationId xmlns:a16="http://schemas.microsoft.com/office/drawing/2014/main" id="{105AE91D-03CF-5F44-82E5-D8920536B375}"/>
              </a:ext>
            </a:extLst>
          </p:cNvPr>
          <p:cNvSpPr>
            <a:spLocks noChangeShapeType="1"/>
          </p:cNvSpPr>
          <p:nvPr/>
        </p:nvSpPr>
        <p:spPr bwMode="auto">
          <a:xfrm>
            <a:off x="3413542" y="4431670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7" name="Text Box 26">
            <a:extLst>
              <a:ext uri="{FF2B5EF4-FFF2-40B4-BE49-F238E27FC236}">
                <a16:creationId xmlns:a16="http://schemas.microsoft.com/office/drawing/2014/main" id="{68C4EA48-A98F-F641-BB8C-5DF3E3907EC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679" y="441420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28" name="Line 27">
            <a:extLst>
              <a:ext uri="{FF2B5EF4-FFF2-40B4-BE49-F238E27FC236}">
                <a16:creationId xmlns:a16="http://schemas.microsoft.com/office/drawing/2014/main" id="{E85BFD82-4C55-F145-9B37-39406E46DD38}"/>
              </a:ext>
            </a:extLst>
          </p:cNvPr>
          <p:cNvSpPr>
            <a:spLocks noChangeShapeType="1"/>
          </p:cNvSpPr>
          <p:nvPr/>
        </p:nvSpPr>
        <p:spPr bwMode="auto">
          <a:xfrm>
            <a:off x="3421479" y="4752345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29" name="Line 28">
            <a:extLst>
              <a:ext uri="{FF2B5EF4-FFF2-40B4-BE49-F238E27FC236}">
                <a16:creationId xmlns:a16="http://schemas.microsoft.com/office/drawing/2014/main" id="{428A6E03-2BA0-6243-85AC-2DD8D7EB6CA1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7192" y="5061908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0" name="Line 29">
            <a:extLst>
              <a:ext uri="{FF2B5EF4-FFF2-40B4-BE49-F238E27FC236}">
                <a16:creationId xmlns:a16="http://schemas.microsoft.com/office/drawing/2014/main" id="{80E8C02C-0DBA-6E4F-BBEC-8772FE1F381F}"/>
              </a:ext>
            </a:extLst>
          </p:cNvPr>
          <p:cNvSpPr>
            <a:spLocks noChangeShapeType="1"/>
          </p:cNvSpPr>
          <p:nvPr/>
        </p:nvSpPr>
        <p:spPr bwMode="auto">
          <a:xfrm>
            <a:off x="3407192" y="5347658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1" name="Text Box 26">
            <a:extLst>
              <a:ext uri="{FF2B5EF4-FFF2-40B4-BE49-F238E27FC236}">
                <a16:creationId xmlns:a16="http://schemas.microsoft.com/office/drawing/2014/main" id="{E521FADF-C422-1E4C-A4EF-0C457D015D3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05604" y="36617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32" name="Text Box 26">
            <a:extLst>
              <a:ext uri="{FF2B5EF4-FFF2-40B4-BE49-F238E27FC236}">
                <a16:creationId xmlns:a16="http://schemas.microsoft.com/office/drawing/2014/main" id="{2BD2A730-1670-1444-BFD6-C3B745F28EF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61154" y="531908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33" name="Text Box 26">
            <a:extLst>
              <a:ext uri="{FF2B5EF4-FFF2-40B4-BE49-F238E27FC236}">
                <a16:creationId xmlns:a16="http://schemas.microsoft.com/office/drawing/2014/main" id="{F1BA5AB6-F404-DF48-BA11-738F64F024F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80204" y="50333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34" name="Text Box 26">
            <a:extLst>
              <a:ext uri="{FF2B5EF4-FFF2-40B4-BE49-F238E27FC236}">
                <a16:creationId xmlns:a16="http://schemas.microsoft.com/office/drawing/2014/main" id="{E65C1E73-F682-E145-9DAF-B7E55ECCE7B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70679" y="47380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35" name="Oval 57">
            <a:extLst>
              <a:ext uri="{FF2B5EF4-FFF2-40B4-BE49-F238E27FC236}">
                <a16:creationId xmlns:a16="http://schemas.microsoft.com/office/drawing/2014/main" id="{64DC0B32-AD14-4F4C-AA5D-A0175C3E0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954" y="3936370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sp>
        <p:nvSpPr>
          <p:cNvPr id="141" name="Rectangle 23">
            <a:extLst>
              <a:ext uri="{FF2B5EF4-FFF2-40B4-BE49-F238E27FC236}">
                <a16:creationId xmlns:a16="http://schemas.microsoft.com/office/drawing/2014/main" id="{54E0D8CA-A90B-D443-A809-60E5D3C430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04479" y="3588708"/>
            <a:ext cx="1296988" cy="1981200"/>
          </a:xfrm>
          <a:prstGeom prst="rect">
            <a:avLst/>
          </a:prstGeom>
          <a:solidFill>
            <a:srgbClr val="000099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2" name="Rectangle 24">
            <a:extLst>
              <a:ext uri="{FF2B5EF4-FFF2-40B4-BE49-F238E27FC236}">
                <a16:creationId xmlns:a16="http://schemas.microsoft.com/office/drawing/2014/main" id="{68855CF6-22DF-7942-990A-E44BCC2680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6379" y="3642683"/>
            <a:ext cx="1273175" cy="1979612"/>
          </a:xfrm>
          <a:prstGeom prst="rect">
            <a:avLst/>
          </a:prstGeom>
          <a:solidFill>
            <a:srgbClr val="FFFFFF"/>
          </a:solidFill>
          <a:ln w="28575">
            <a:solidFill>
              <a:srgbClr val="0000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3" name="Line 25">
            <a:extLst>
              <a:ext uri="{FF2B5EF4-FFF2-40B4-BE49-F238E27FC236}">
                <a16:creationId xmlns:a16="http://schemas.microsoft.com/office/drawing/2014/main" id="{333B2DFF-19AD-5D41-A13A-CAD8D4D1E7A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75904" y="4403095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4" name="Text Box 26">
            <a:extLst>
              <a:ext uri="{FF2B5EF4-FFF2-40B4-BE49-F238E27FC236}">
                <a16:creationId xmlns:a16="http://schemas.microsoft.com/office/drawing/2014/main" id="{ABD5AE77-C968-524B-8267-F5F9D07A9CF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042" y="438563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transport</a:t>
            </a:r>
          </a:p>
        </p:txBody>
      </p:sp>
      <p:sp>
        <p:nvSpPr>
          <p:cNvPr id="145" name="Line 27">
            <a:extLst>
              <a:ext uri="{FF2B5EF4-FFF2-40B4-BE49-F238E27FC236}">
                <a16:creationId xmlns:a16="http://schemas.microsoft.com/office/drawing/2014/main" id="{E655A70A-1998-F04C-9071-DB527B7184C0}"/>
              </a:ext>
            </a:extLst>
          </p:cNvPr>
          <p:cNvSpPr>
            <a:spLocks noChangeShapeType="1"/>
          </p:cNvSpPr>
          <p:nvPr/>
        </p:nvSpPr>
        <p:spPr bwMode="auto">
          <a:xfrm>
            <a:off x="7083842" y="4723770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6" name="Line 28">
            <a:extLst>
              <a:ext uri="{FF2B5EF4-FFF2-40B4-BE49-F238E27FC236}">
                <a16:creationId xmlns:a16="http://schemas.microsoft.com/office/drawing/2014/main" id="{FFFB9613-6926-D64E-9BCE-95B470FE283A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9554" y="5033333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7" name="Line 29">
            <a:extLst>
              <a:ext uri="{FF2B5EF4-FFF2-40B4-BE49-F238E27FC236}">
                <a16:creationId xmlns:a16="http://schemas.microsoft.com/office/drawing/2014/main" id="{74AA23EE-17EA-094E-A14C-C35EF1D4E761}"/>
              </a:ext>
            </a:extLst>
          </p:cNvPr>
          <p:cNvSpPr>
            <a:spLocks noChangeShapeType="1"/>
          </p:cNvSpPr>
          <p:nvPr/>
        </p:nvSpPr>
        <p:spPr bwMode="auto">
          <a:xfrm>
            <a:off x="7069554" y="5319083"/>
            <a:ext cx="1263650" cy="3175"/>
          </a:xfrm>
          <a:prstGeom prst="line">
            <a:avLst/>
          </a:prstGeom>
          <a:noFill/>
          <a:ln w="28575">
            <a:solidFill>
              <a:srgbClr val="0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8" name="Text Box 26">
            <a:extLst>
              <a:ext uri="{FF2B5EF4-FFF2-40B4-BE49-F238E27FC236}">
                <a16:creationId xmlns:a16="http://schemas.microsoft.com/office/drawing/2014/main" id="{159414D4-A31C-4C4B-AD86-719BE126A83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67967" y="36331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application</a:t>
            </a:r>
          </a:p>
        </p:txBody>
      </p:sp>
      <p:sp>
        <p:nvSpPr>
          <p:cNvPr id="149" name="Text Box 26">
            <a:extLst>
              <a:ext uri="{FF2B5EF4-FFF2-40B4-BE49-F238E27FC236}">
                <a16:creationId xmlns:a16="http://schemas.microsoft.com/office/drawing/2014/main" id="{6D188352-EF4C-FE42-8176-6AE1E535388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23517" y="529050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physical</a:t>
            </a:r>
          </a:p>
        </p:txBody>
      </p:sp>
      <p:sp>
        <p:nvSpPr>
          <p:cNvPr id="150" name="Text Box 26">
            <a:extLst>
              <a:ext uri="{FF2B5EF4-FFF2-40B4-BE49-F238E27FC236}">
                <a16:creationId xmlns:a16="http://schemas.microsoft.com/office/drawing/2014/main" id="{2E91368D-F47D-2247-9B9B-1AA9BD1A56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42567" y="5004758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link</a:t>
            </a:r>
          </a:p>
        </p:txBody>
      </p:sp>
      <p:sp>
        <p:nvSpPr>
          <p:cNvPr id="151" name="Text Box 26">
            <a:extLst>
              <a:ext uri="{FF2B5EF4-FFF2-40B4-BE49-F238E27FC236}">
                <a16:creationId xmlns:a16="http://schemas.microsoft.com/office/drawing/2014/main" id="{CF4D2E62-8AC3-6447-8A4A-38E1546DB97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033042" y="4709483"/>
            <a:ext cx="1317625" cy="325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400" b="0" i="0" u="none" strike="noStrike" kern="1200" cap="none" spc="0" normalizeH="0" baseline="0" noProof="0">
                <a:ln>
                  <a:noFill/>
                </a:ln>
                <a:solidFill>
                  <a:srgbClr val="969696"/>
                </a:solidFill>
                <a:effectLst/>
                <a:uLnTx/>
                <a:uFillTx/>
                <a:latin typeface="Tahoma" panose="020B0604030504040204" pitchFamily="34" charset="0"/>
                <a:ea typeface="ＭＳ Ｐゴシック" panose="020B0600070205080204" pitchFamily="34" charset="-128"/>
                <a:cs typeface="+mn-cs"/>
              </a:rPr>
              <a:t>network</a:t>
            </a:r>
          </a:p>
        </p:txBody>
      </p:sp>
      <p:sp>
        <p:nvSpPr>
          <p:cNvPr id="152" name="Oval 78">
            <a:extLst>
              <a:ext uri="{FF2B5EF4-FFF2-40B4-BE49-F238E27FC236}">
                <a16:creationId xmlns:a16="http://schemas.microsoft.com/office/drawing/2014/main" id="{24268CA0-4017-FA41-A0A9-063CDE36F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01317" y="3907795"/>
            <a:ext cx="990600" cy="304800"/>
          </a:xfrm>
          <a:prstGeom prst="ellipse">
            <a:avLst/>
          </a:prstGeom>
          <a:solidFill>
            <a:srgbClr val="CCFFFF"/>
          </a:solidFill>
          <a:ln w="9525">
            <a:solidFill>
              <a:srgbClr val="000000"/>
            </a:solidFill>
            <a:round/>
            <a:headEnd/>
            <a:tailEnd/>
          </a:ln>
        </p:spPr>
        <p:txBody>
          <a:bodyPr wrap="none" anchor="ctr"/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process</a:t>
            </a:r>
          </a:p>
        </p:txBody>
      </p:sp>
      <p:sp>
        <p:nvSpPr>
          <p:cNvPr id="158" name="Line 88">
            <a:extLst>
              <a:ext uri="{FF2B5EF4-FFF2-40B4-BE49-F238E27FC236}">
                <a16:creationId xmlns:a16="http://schemas.microsoft.com/office/drawing/2014/main" id="{357D04DF-5A8F-3946-A05F-B134A08152BD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258592" y="4039558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59" name="Line 89">
            <a:extLst>
              <a:ext uri="{FF2B5EF4-FFF2-40B4-BE49-F238E27FC236}">
                <a16:creationId xmlns:a16="http://schemas.microsoft.com/office/drawing/2014/main" id="{1F64B7FA-0FDF-AA41-954C-B46F96B69793}"/>
              </a:ext>
            </a:extLst>
          </p:cNvPr>
          <p:cNvSpPr>
            <a:spLocks noChangeShapeType="1"/>
          </p:cNvSpPr>
          <p:nvPr/>
        </p:nvSpPr>
        <p:spPr bwMode="auto">
          <a:xfrm>
            <a:off x="8484017" y="4465008"/>
            <a:ext cx="0" cy="102235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60" name="Line 90">
            <a:extLst>
              <a:ext uri="{FF2B5EF4-FFF2-40B4-BE49-F238E27FC236}">
                <a16:creationId xmlns:a16="http://schemas.microsoft.com/office/drawing/2014/main" id="{1C49FAA4-451C-9346-B2A1-9DADDB3735D1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8507829" y="4965070"/>
            <a:ext cx="609600" cy="0"/>
          </a:xfrm>
          <a:prstGeom prst="line">
            <a:avLst/>
          </a:prstGeom>
          <a:noFill/>
          <a:ln w="190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3E6F8F39-CC95-5944-86C7-18592B3F79C2}"/>
              </a:ext>
            </a:extLst>
          </p:cNvPr>
          <p:cNvGrpSpPr/>
          <p:nvPr/>
        </p:nvGrpSpPr>
        <p:grpSpPr>
          <a:xfrm>
            <a:off x="3786604" y="3720470"/>
            <a:ext cx="4208463" cy="801688"/>
            <a:chOff x="3786604" y="3720470"/>
            <a:chExt cx="4208463" cy="801688"/>
          </a:xfrm>
        </p:grpSpPr>
        <p:grpSp>
          <p:nvGrpSpPr>
            <p:cNvPr id="136" name="Group 58">
              <a:extLst>
                <a:ext uri="{FF2B5EF4-FFF2-40B4-BE49-F238E27FC236}">
                  <a16:creationId xmlns:a16="http://schemas.microsoft.com/office/drawing/2014/main" id="{E675645C-771D-1C4D-BD09-0A50219A70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786604" y="4296733"/>
              <a:ext cx="546100" cy="225425"/>
              <a:chOff x="1287" y="2524"/>
              <a:chExt cx="260" cy="100"/>
            </a:xfrm>
          </p:grpSpPr>
          <p:sp>
            <p:nvSpPr>
              <p:cNvPr id="137" name="Rectangle 59">
                <a:extLst>
                  <a:ext uri="{FF2B5EF4-FFF2-40B4-BE49-F238E27FC236}">
                    <a16:creationId xmlns:a16="http://schemas.microsoft.com/office/drawing/2014/main" id="{4BD7EDAC-534F-D84F-8E24-977FE250A0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C96B72"/>
              </a:solidFill>
              <a:ln w="9525">
                <a:solidFill>
                  <a:srgbClr val="000000"/>
                </a:solidFill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8" name="Rectangle 60">
                <a:extLst>
                  <a:ext uri="{FF2B5EF4-FFF2-40B4-BE49-F238E27FC236}">
                    <a16:creationId xmlns:a16="http://schemas.microsoft.com/office/drawing/2014/main" id="{522C0AA5-89A7-AE45-9EA6-0984C3D367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9" name="Rectangle 61">
                <a:extLst>
                  <a:ext uri="{FF2B5EF4-FFF2-40B4-BE49-F238E27FC236}">
                    <a16:creationId xmlns:a16="http://schemas.microsoft.com/office/drawing/2014/main" id="{E45B888C-A7C7-C04F-96C2-AC5495901C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40" name="Rectangle 62">
                <a:extLst>
                  <a:ext uri="{FF2B5EF4-FFF2-40B4-BE49-F238E27FC236}">
                    <a16:creationId xmlns:a16="http://schemas.microsoft.com/office/drawing/2014/main" id="{6D259067-30CA-3A43-B969-2FED80C101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grpSp>
          <p:nvGrpSpPr>
            <p:cNvPr id="153" name="Group 79">
              <a:extLst>
                <a:ext uri="{FF2B5EF4-FFF2-40B4-BE49-F238E27FC236}">
                  <a16:creationId xmlns:a16="http://schemas.microsoft.com/office/drawing/2014/main" id="{2953A696-2D0B-4946-96FC-8F6534A2F15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448967" y="4268158"/>
              <a:ext cx="546100" cy="225425"/>
              <a:chOff x="1287" y="2524"/>
              <a:chExt cx="260" cy="100"/>
            </a:xfrm>
          </p:grpSpPr>
          <p:sp>
            <p:nvSpPr>
              <p:cNvPr id="154" name="Rectangle 80">
                <a:extLst>
                  <a:ext uri="{FF2B5EF4-FFF2-40B4-BE49-F238E27FC236}">
                    <a16:creationId xmlns:a16="http://schemas.microsoft.com/office/drawing/2014/main" id="{313605CC-1AC5-8944-94FF-94268AD804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87" y="2524"/>
                <a:ext cx="260" cy="100"/>
              </a:xfrm>
              <a:prstGeom prst="rect">
                <a:avLst/>
              </a:prstGeom>
              <a:solidFill>
                <a:srgbClr val="C96B72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5" name="Rectangle 81">
                <a:extLst>
                  <a:ext uri="{FF2B5EF4-FFF2-40B4-BE49-F238E27FC236}">
                    <a16:creationId xmlns:a16="http://schemas.microsoft.com/office/drawing/2014/main" id="{BAFE64F2-A025-9F4E-99C9-ACC9BFF2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338" y="2537"/>
                <a:ext cx="156" cy="76"/>
              </a:xfrm>
              <a:prstGeom prst="rect">
                <a:avLst/>
              </a:prstGeom>
              <a:solidFill>
                <a:srgbClr val="FFFFFF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6" name="Rectangle 82">
                <a:extLst>
                  <a:ext uri="{FF2B5EF4-FFF2-40B4-BE49-F238E27FC236}">
                    <a16:creationId xmlns:a16="http://schemas.microsoft.com/office/drawing/2014/main" id="{3829DF34-8663-6146-9BA0-7632285CE6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503" y="2582"/>
                <a:ext cx="27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57" name="Rectangle 83">
                <a:extLst>
                  <a:ext uri="{FF2B5EF4-FFF2-40B4-BE49-F238E27FC236}">
                    <a16:creationId xmlns:a16="http://schemas.microsoft.com/office/drawing/2014/main" id="{D148D136-2E3F-5745-9E50-2A0525F6E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98" y="2583"/>
                <a:ext cx="26" cy="27"/>
              </a:xfrm>
              <a:prstGeom prst="rect">
                <a:avLst/>
              </a:prstGeom>
              <a:solidFill>
                <a:srgbClr val="C00000"/>
              </a:solidFill>
              <a:ln w="9525">
                <a:noFill/>
                <a:miter lim="800000"/>
                <a:headEnd/>
                <a:tailEnd/>
              </a:ln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alt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61" name="Text Box 56">
              <a:extLst>
                <a:ext uri="{FF2B5EF4-FFF2-40B4-BE49-F238E27FC236}">
                  <a16:creationId xmlns:a16="http://schemas.microsoft.com/office/drawing/2014/main" id="{0AD3AB67-1B7A-DC4C-8CF0-ED4CE6AD67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421729" y="3720470"/>
              <a:ext cx="917575" cy="36671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9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000" b="0" i="1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socket</a:t>
              </a:r>
            </a:p>
          </p:txBody>
        </p:sp>
        <p:sp>
          <p:nvSpPr>
            <p:cNvPr id="162" name="Line 92">
              <a:extLst>
                <a:ext uri="{FF2B5EF4-FFF2-40B4-BE49-F238E27FC236}">
                  <a16:creationId xmlns:a16="http://schemas.microsoft.com/office/drawing/2014/main" id="{143E3CCF-902D-1B48-A226-00DCF5BF008C}"/>
                </a:ext>
              </a:extLst>
            </p:cNvPr>
            <p:cNvSpPr>
              <a:spLocks noChangeShapeType="1"/>
            </p:cNvSpPr>
            <p:nvPr/>
          </p:nvSpPr>
          <p:spPr bwMode="auto">
            <a:xfrm flipV="1">
              <a:off x="4424779" y="3920495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63" name="Line 93">
              <a:extLst>
                <a:ext uri="{FF2B5EF4-FFF2-40B4-BE49-F238E27FC236}">
                  <a16:creationId xmlns:a16="http://schemas.microsoft.com/office/drawing/2014/main" id="{C4134BE9-E71D-0348-B019-E892502C5FBE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6359942" y="3909383"/>
              <a:ext cx="968375" cy="434975"/>
            </a:xfrm>
            <a:prstGeom prst="line">
              <a:avLst/>
            </a:prstGeom>
            <a:noFill/>
            <a:ln w="19050">
              <a:solidFill>
                <a:srgbClr val="CC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4" name="Group 96">
            <a:extLst>
              <a:ext uri="{FF2B5EF4-FFF2-40B4-BE49-F238E27FC236}">
                <a16:creationId xmlns:a16="http://schemas.microsoft.com/office/drawing/2014/main" id="{9A6CA79B-4989-1B42-B637-EB423445684E}"/>
              </a:ext>
            </a:extLst>
          </p:cNvPr>
          <p:cNvGrpSpPr>
            <a:grpSpLocks/>
          </p:cNvGrpSpPr>
          <p:nvPr/>
        </p:nvGrpSpPr>
        <p:grpSpPr bwMode="auto">
          <a:xfrm>
            <a:off x="2214979" y="4974595"/>
            <a:ext cx="719138" cy="773113"/>
            <a:chOff x="-44" y="1473"/>
            <a:chExt cx="981" cy="1105"/>
          </a:xfrm>
        </p:grpSpPr>
        <p:pic>
          <p:nvPicPr>
            <p:cNvPr id="165" name="Picture 97" descr="desktop_computer_stylized_medium">
              <a:extLst>
                <a:ext uri="{FF2B5EF4-FFF2-40B4-BE49-F238E27FC236}">
                  <a16:creationId xmlns:a16="http://schemas.microsoft.com/office/drawing/2014/main" id="{52A0739D-A2B2-9B4C-808E-15A031326E7F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6" name="Freeform 98">
              <a:extLst>
                <a:ext uri="{FF2B5EF4-FFF2-40B4-BE49-F238E27FC236}">
                  <a16:creationId xmlns:a16="http://schemas.microsoft.com/office/drawing/2014/main" id="{DA46FEF0-4E21-2249-B7F5-7F6F7B7F0DE3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67" name="Group 99">
            <a:extLst>
              <a:ext uri="{FF2B5EF4-FFF2-40B4-BE49-F238E27FC236}">
                <a16:creationId xmlns:a16="http://schemas.microsoft.com/office/drawing/2014/main" id="{05F61B1A-C7F7-544F-B009-739C54EFEA01}"/>
              </a:ext>
            </a:extLst>
          </p:cNvPr>
          <p:cNvGrpSpPr>
            <a:grpSpLocks/>
          </p:cNvGrpSpPr>
          <p:nvPr/>
        </p:nvGrpSpPr>
        <p:grpSpPr bwMode="auto">
          <a:xfrm flipH="1">
            <a:off x="8911054" y="5169858"/>
            <a:ext cx="719138" cy="773112"/>
            <a:chOff x="-44" y="1473"/>
            <a:chExt cx="981" cy="1105"/>
          </a:xfrm>
        </p:grpSpPr>
        <p:pic>
          <p:nvPicPr>
            <p:cNvPr id="168" name="Picture 100" descr="desktop_computer_stylized_medium">
              <a:extLst>
                <a:ext uri="{FF2B5EF4-FFF2-40B4-BE49-F238E27FC236}">
                  <a16:creationId xmlns:a16="http://schemas.microsoft.com/office/drawing/2014/main" id="{23181BD9-C2D1-5E4C-A8EE-29F5422B965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69" name="Freeform 101">
              <a:extLst>
                <a:ext uri="{FF2B5EF4-FFF2-40B4-BE49-F238E27FC236}">
                  <a16:creationId xmlns:a16="http://schemas.microsoft.com/office/drawing/2014/main" id="{2BA7DD97-C4EE-0C4B-B331-0E1CF367ECAB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rgbClr val="FFFFFF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58" name="Slide Number Placeholder 2">
            <a:extLst>
              <a:ext uri="{FF2B5EF4-FFF2-40B4-BE49-F238E27FC236}">
                <a16:creationId xmlns:a16="http://schemas.microsoft.com/office/drawing/2014/main" id="{1C5A2542-7006-334B-B956-C24DF5F2DE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261700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6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</a:t>
            </a:r>
          </a:p>
        </p:txBody>
      </p:sp>
      <p:sp>
        <p:nvSpPr>
          <p:cNvPr id="58" name="Rectangle 3">
            <a:extLst>
              <a:ext uri="{FF2B5EF4-FFF2-40B4-BE49-F238E27FC236}">
                <a16:creationId xmlns:a16="http://schemas.microsoft.com/office/drawing/2014/main" id="{616F4545-210A-A74D-A31A-E4339596B317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199" y="1513591"/>
            <a:ext cx="10798277" cy="1742641"/>
          </a:xfrm>
        </p:spPr>
        <p:txBody>
          <a:bodyPr>
            <a:normAutofit/>
          </a:bodyPr>
          <a:lstStyle/>
          <a:p>
            <a:pPr marL="342900" lvl="1" indent="-342900">
              <a:buSzPct val="65000"/>
              <a:buFont typeface="Wingdings" pitchFamily="2" charset="2"/>
              <a:buNone/>
            </a:pPr>
            <a:r>
              <a:rPr lang="en-US" altLang="en-US" sz="3200" dirty="0">
                <a:solidFill>
                  <a:srgbClr val="22228B"/>
                </a:solidFill>
                <a:ea typeface="ＭＳ Ｐゴシック" panose="020B0600070205080204" pitchFamily="34" charset="-128"/>
              </a:rPr>
              <a:t>Two socket types for two transport services:</a:t>
            </a:r>
          </a:p>
          <a:p>
            <a:pPr marL="631825" lvl="1" indent="-457200">
              <a:buSzPct val="100000"/>
              <a:buFont typeface="Wingdings" pitchFamily="2" charset="2"/>
              <a:buChar char="§"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UDP:</a:t>
            </a:r>
            <a:r>
              <a:rPr lang="en-US" altLang="en-US" sz="3200" dirty="0">
                <a:solidFill>
                  <a:srgbClr val="000000"/>
                </a:solidFill>
                <a:ea typeface="ＭＳ Ｐゴシック" panose="020B0600070205080204" pitchFamily="34" charset="-128"/>
              </a:rPr>
              <a:t> </a:t>
            </a:r>
            <a:r>
              <a:rPr lang="en-US" altLang="en-US" sz="3200" dirty="0">
                <a:ea typeface="ＭＳ Ｐゴシック" panose="020B0600070205080204" pitchFamily="34" charset="-128"/>
              </a:rPr>
              <a:t>unreliable datagram </a:t>
            </a:r>
          </a:p>
          <a:p>
            <a:pPr marL="631825" lvl="1" indent="-457200">
              <a:buSzPct val="100000"/>
              <a:buFont typeface="Wingdings" pitchFamily="2" charset="2"/>
              <a:buChar char="§"/>
            </a:pPr>
            <a:r>
              <a:rPr lang="en-US" altLang="en-US" sz="32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TCP:</a:t>
            </a:r>
            <a:r>
              <a:rPr lang="en-US" altLang="en-US" sz="3200" dirty="0">
                <a:ea typeface="ＭＳ Ｐゴシック" panose="020B0600070205080204" pitchFamily="34" charset="-128"/>
              </a:rPr>
              <a:t> reliable, byte stream-oriented</a:t>
            </a:r>
            <a:endParaRPr lang="en-US" altLang="en-US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59" name="Rectangle 3">
            <a:extLst>
              <a:ext uri="{FF2B5EF4-FFF2-40B4-BE49-F238E27FC236}">
                <a16:creationId xmlns:a16="http://schemas.microsoft.com/office/drawing/2014/main" id="{E8FBE9BD-5125-8341-AC98-0DB0D8C28E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78760" y="3291529"/>
            <a:ext cx="10798277" cy="34813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marR="0" lvl="1" indent="-342900" algn="l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Wingdings" pitchFamily="2" charset="2"/>
              <a:buNone/>
              <a:tabLst/>
              <a:defRPr/>
            </a:pPr>
            <a:r>
              <a:rPr kumimoji="0" lang="en-US" sz="3200" b="0" i="0" u="none" strike="noStrike" kern="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+mn-cs"/>
              </a:rPr>
              <a:t>Application Example: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client reads a line of characters (data) from its keyboard and sends data to server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server receives the data and converts characters to uppercase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server sends modified data to client</a:t>
            </a:r>
          </a:p>
          <a:p>
            <a:pPr marL="514350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65000"/>
              <a:buFont typeface="+mj-lt"/>
              <a:buAutoNum type="arabicPeriod"/>
              <a:tabLst/>
              <a:defRPr/>
            </a:pPr>
            <a:r>
              <a:rPr kumimoji="0" lang="en-US" sz="2800" b="0" i="0" u="none" strike="noStrike" kern="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ＭＳ Ｐゴシック" charset="0"/>
              </a:rPr>
              <a:t>client receives modified data and displays line on its screen</a:t>
            </a: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B86523E8-8571-1B4B-B7F3-5188B316872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22983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9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04333" y="333288"/>
            <a:ext cx="10515600" cy="894622"/>
          </a:xfrm>
        </p:spPr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Socket programming with UDP </a:t>
            </a:r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6CF53D30-07DA-0041-8212-FA74FE4546A8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714803" y="1318820"/>
            <a:ext cx="6363331" cy="4853335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None/>
            </a:pPr>
            <a:r>
              <a:rPr lang="en-US" altLang="en-US" sz="3200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UDP: </a:t>
            </a:r>
            <a:r>
              <a:rPr lang="en-US" altLang="en-US" sz="32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no “</a:t>
            </a:r>
            <a:r>
              <a:rPr lang="en-US" altLang="ja-JP" sz="3200" dirty="0">
                <a:solidFill>
                  <a:srgbClr val="0000A3"/>
                </a:solidFill>
                <a:ea typeface="ＭＳ Ｐゴシック" panose="020B0600070205080204" pitchFamily="34" charset="-128"/>
              </a:rPr>
              <a:t>connection” between client and server: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no handshaking before sending data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sender explicitly attaches IP destination address and port # to each packet</a:t>
            </a:r>
          </a:p>
          <a:p>
            <a:pPr marL="466725" indent="-292100">
              <a:spcBef>
                <a:spcPts val="400"/>
              </a:spcBef>
            </a:pPr>
            <a:r>
              <a:rPr lang="en-US" altLang="en-US" dirty="0">
                <a:ea typeface="ＭＳ Ｐゴシック" panose="020B0600070205080204" pitchFamily="34" charset="-128"/>
              </a:rPr>
              <a:t>receiver extracts sender IP address and port# from received packet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endParaRPr lang="en-US" altLang="en-US" dirty="0">
              <a:solidFill>
                <a:srgbClr val="CC0000"/>
              </a:solidFill>
              <a:ea typeface="ＭＳ Ｐゴシック" panose="020B0600070205080204" pitchFamily="34" charset="-128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D0E341AE-C6C9-1C45-BF8F-D552077CBC01}"/>
              </a:ext>
            </a:extLst>
          </p:cNvPr>
          <p:cNvSpPr txBox="1">
            <a:spLocks noChangeArrowheads="1"/>
          </p:cNvSpPr>
          <p:nvPr/>
        </p:nvSpPr>
        <p:spPr>
          <a:xfrm>
            <a:off x="680936" y="4553087"/>
            <a:ext cx="10352496" cy="217749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UDP: 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A3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transmitted data may be lost or received out-of-order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Application viewpoint:</a:t>
            </a:r>
          </a:p>
          <a:p>
            <a:pPr marL="466725" marR="0" lvl="0" indent="-29210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>
                <a:srgbClr val="010086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UDP provides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unreliable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transfer  of groups of bytes (“</a:t>
            </a: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datagrams”)  between client and server processes</a:t>
            </a: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ct val="50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" name="Slide Number Placeholder 2">
            <a:extLst>
              <a:ext uri="{FF2B5EF4-FFF2-40B4-BE49-F238E27FC236}">
                <a16:creationId xmlns:a16="http://schemas.microsoft.com/office/drawing/2014/main" id="{32626431-77B6-C54A-8DC7-1033C90BA81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29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804281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Client/server socket interaction: UDP</a:t>
            </a:r>
          </a:p>
        </p:txBody>
      </p:sp>
      <p:grpSp>
        <p:nvGrpSpPr>
          <p:cNvPr id="37" name="Group 4">
            <a:extLst>
              <a:ext uri="{FF2B5EF4-FFF2-40B4-BE49-F238E27FC236}">
                <a16:creationId xmlns:a16="http://schemas.microsoft.com/office/drawing/2014/main" id="{7F44DCB0-3AAB-534C-89CD-DB913DF09229}"/>
              </a:ext>
            </a:extLst>
          </p:cNvPr>
          <p:cNvGrpSpPr>
            <a:grpSpLocks/>
          </p:cNvGrpSpPr>
          <p:nvPr/>
        </p:nvGrpSpPr>
        <p:grpSpPr bwMode="auto">
          <a:xfrm>
            <a:off x="7008229" y="4140035"/>
            <a:ext cx="2211387" cy="2200275"/>
            <a:chOff x="3485" y="2494"/>
            <a:chExt cx="1393" cy="1386"/>
          </a:xfrm>
        </p:grpSpPr>
        <p:grpSp>
          <p:nvGrpSpPr>
            <p:cNvPr id="38" name="Group 5">
              <a:extLst>
                <a:ext uri="{FF2B5EF4-FFF2-40B4-BE49-F238E27FC236}">
                  <a16:creationId xmlns:a16="http://schemas.microsoft.com/office/drawing/2014/main" id="{702C97B7-DA60-0149-85AB-47F1FE0F7F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485" y="2964"/>
              <a:ext cx="1393" cy="916"/>
              <a:chOff x="3485" y="2964"/>
              <a:chExt cx="1393" cy="916"/>
            </a:xfrm>
          </p:grpSpPr>
          <p:sp>
            <p:nvSpPr>
              <p:cNvPr id="40" name="Text Box 6">
                <a:extLst>
                  <a:ext uri="{FF2B5EF4-FFF2-40B4-BE49-F238E27FC236}">
                    <a16:creationId xmlns:a16="http://schemas.microsoft.com/office/drawing/2014/main" id="{ACD138B3-6FD3-074F-B4D6-833745FCB1A1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509" y="3473"/>
                <a:ext cx="900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close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</a:t>
                </a: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FF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t</a:t>
                </a: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1" name="Line 7">
                <a:extLst>
                  <a:ext uri="{FF2B5EF4-FFF2-40B4-BE49-F238E27FC236}">
                    <a16:creationId xmlns:a16="http://schemas.microsoft.com/office/drawing/2014/main" id="{4F1734AF-E8AC-FE4D-A9A8-4AF1B202B40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67" y="3335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endParaRPr kumimoji="0" lang="en-US" sz="20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2" name="Text Box 8">
                <a:extLst>
                  <a:ext uri="{FF2B5EF4-FFF2-40B4-BE49-F238E27FC236}">
                    <a16:creationId xmlns:a16="http://schemas.microsoft.com/office/drawing/2014/main" id="{81054262-2955-D24D-A204-BF36CA6FD4E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485" y="2964"/>
                <a:ext cx="1393" cy="407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read datagram from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 dirty="0" err="1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39" name="Line 9">
              <a:extLst>
                <a:ext uri="{FF2B5EF4-FFF2-40B4-BE49-F238E27FC236}">
                  <a16:creationId xmlns:a16="http://schemas.microsoft.com/office/drawing/2014/main" id="{FC178652-3FBA-1743-A65B-D82CC0E63C1B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64" y="2494"/>
              <a:ext cx="0" cy="522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5" name="Text Box 14">
            <a:extLst>
              <a:ext uri="{FF2B5EF4-FFF2-40B4-BE49-F238E27FC236}">
                <a16:creationId xmlns:a16="http://schemas.microsoft.com/office/drawing/2014/main" id="{9FDD06E3-D412-AA43-B8B8-10BB6577ED9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5392" y="1480972"/>
            <a:ext cx="18415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CA67099-9B1F-AF4B-AADB-081B7A2FC10D}"/>
              </a:ext>
            </a:extLst>
          </p:cNvPr>
          <p:cNvGrpSpPr/>
          <p:nvPr/>
        </p:nvGrpSpPr>
        <p:grpSpPr>
          <a:xfrm>
            <a:off x="6878054" y="2115972"/>
            <a:ext cx="4198939" cy="2055813"/>
            <a:chOff x="6878054" y="2115972"/>
            <a:chExt cx="4198939" cy="2055813"/>
          </a:xfrm>
        </p:grpSpPr>
        <p:grpSp>
          <p:nvGrpSpPr>
            <p:cNvPr id="44" name="Group 11">
              <a:extLst>
                <a:ext uri="{FF2B5EF4-FFF2-40B4-BE49-F238E27FC236}">
                  <a16:creationId xmlns:a16="http://schemas.microsoft.com/office/drawing/2014/main" id="{798733F7-216A-784C-9688-7517E2CC983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890754" y="2115972"/>
              <a:ext cx="3635376" cy="971550"/>
              <a:chOff x="3241" y="1750"/>
              <a:chExt cx="2290" cy="612"/>
            </a:xfrm>
          </p:grpSpPr>
          <p:sp>
            <p:nvSpPr>
              <p:cNvPr id="49" name="Text Box 12">
                <a:extLst>
                  <a:ext uri="{FF2B5EF4-FFF2-40B4-BE49-F238E27FC236}">
                    <a16:creationId xmlns:a16="http://schemas.microsoft.com/office/drawing/2014/main" id="{4BB2271A-4FFC-8048-A612-7E12F9F50E74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" y="1750"/>
                <a:ext cx="1021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create socket: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50" name="Text Box 13">
                <a:extLst>
                  <a:ext uri="{FF2B5EF4-FFF2-40B4-BE49-F238E27FC236}">
                    <a16:creationId xmlns:a16="http://schemas.microsoft.com/office/drawing/2014/main" id="{277D84D0-CE11-2846-B401-8AB4D0BF51E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41" y="1944"/>
                <a:ext cx="2290" cy="418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0" fontAlgn="base" latinLnBrk="0" hangingPunct="0">
                  <a:lnSpc>
                    <a:spcPts val="2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 =</a:t>
                </a:r>
              </a:p>
              <a:p>
                <a:pPr marL="0" marR="0" lvl="0" indent="0" algn="l" defTabSz="914400" rtl="0" eaLnBrk="0" fontAlgn="base" latinLnBrk="0" hangingPunct="0">
                  <a:lnSpc>
                    <a:spcPts val="2000"/>
                  </a:lnSpc>
                  <a:spcBef>
                    <a:spcPct val="20000"/>
                  </a:spcBef>
                  <a:spcAft>
                    <a:spcPct val="0"/>
                  </a:spcAft>
                  <a:buClr>
                    <a:srgbClr val="3333CC"/>
                  </a:buClr>
                  <a:buSzPct val="85000"/>
                  <a:buFont typeface="ZapfDingbats" charset="2"/>
                  <a:buNone/>
                  <a:tabLst/>
                  <a:defRPr/>
                </a:pPr>
                <a:r>
                  <a:rPr kumimoji="0" lang="en-US" altLang="en-US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socket(AF_INET,SOCK_DGRAM)</a:t>
                </a:r>
                <a:endParaRPr kumimoji="0" lang="en-US" altLang="en-US" sz="1800" b="0" i="0" u="none" strike="noStrike" kern="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46" name="Text Box 15">
              <a:extLst>
                <a:ext uri="{FF2B5EF4-FFF2-40B4-BE49-F238E27FC236}">
                  <a16:creationId xmlns:a16="http://schemas.microsoft.com/office/drawing/2014/main" id="{97D964F3-BC0D-9344-837B-2B0BF990E4A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878054" y="3247860"/>
              <a:ext cx="4198939" cy="92392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datagram with </a:t>
              </a:r>
              <a:r>
                <a:rPr kumimoji="0" lang="en-US" alt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serverIP</a:t>
              </a: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address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And port=x; send datagram via</a:t>
              </a:r>
              <a:b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</a:br>
              <a:r>
                <a:rPr kumimoji="0" lang="en-US" alt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clientSocket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47" name="Line 16">
              <a:extLst>
                <a:ext uri="{FF2B5EF4-FFF2-40B4-BE49-F238E27FC236}">
                  <a16:creationId xmlns:a16="http://schemas.microsoft.com/office/drawing/2014/main" id="{7EC03F56-353B-7E42-A0A2-334C1287EAF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7574967" y="3052597"/>
              <a:ext cx="0" cy="32385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48" name="Line 17">
            <a:extLst>
              <a:ext uri="{FF2B5EF4-FFF2-40B4-BE49-F238E27FC236}">
                <a16:creationId xmlns:a16="http://schemas.microsoft.com/office/drawing/2014/main" id="{40634A1C-2FFB-FC4C-80CE-D90FD19221DF}"/>
              </a:ext>
            </a:extLst>
          </p:cNvPr>
          <p:cNvSpPr>
            <a:spLocks noChangeShapeType="1"/>
          </p:cNvSpPr>
          <p:nvPr/>
        </p:nvSpPr>
        <p:spPr bwMode="auto">
          <a:xfrm flipH="1">
            <a:off x="4498391" y="3652672"/>
            <a:ext cx="2409826" cy="400050"/>
          </a:xfrm>
          <a:prstGeom prst="line">
            <a:avLst/>
          </a:prstGeom>
          <a:noFill/>
          <a:ln w="28575">
            <a:solidFill>
              <a:srgbClr val="CC0000"/>
            </a:solidFill>
            <a:round/>
            <a:headEnd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1" name="Text Box 18">
            <a:extLst>
              <a:ext uri="{FF2B5EF4-FFF2-40B4-BE49-F238E27FC236}">
                <a16:creationId xmlns:a16="http://schemas.microsoft.com/office/drawing/2014/main" id="{C819A4BA-113E-964D-96AD-ED683094AA7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18754" y="2335047"/>
            <a:ext cx="246221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create socket, port= x: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52" name="Text Box 19">
            <a:extLst>
              <a:ext uri="{FF2B5EF4-FFF2-40B4-BE49-F238E27FC236}">
                <a16:creationId xmlns:a16="http://schemas.microsoft.com/office/drawing/2014/main" id="{E75AC30B-2B60-9B49-9BC6-1121B1556EA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31454" y="2630322"/>
            <a:ext cx="3635375" cy="663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 =</a:t>
            </a:r>
          </a:p>
          <a:p>
            <a:pPr marL="0" marR="0" lvl="0" indent="0" algn="l" defTabSz="914400" rtl="0" eaLnBrk="0" fontAlgn="base" latinLnBrk="0" hangingPunct="0">
              <a:lnSpc>
                <a:spcPts val="2000"/>
              </a:lnSpc>
              <a:spcBef>
                <a:spcPct val="20000"/>
              </a:spcBef>
              <a:spcAft>
                <a:spcPct val="0"/>
              </a:spcAft>
              <a:buClr>
                <a:srgbClr val="3333CC"/>
              </a:buClr>
              <a:buSzPct val="85000"/>
              <a:buFont typeface="ZapfDingbats" charset="2"/>
              <a:buNone/>
              <a:tabLst/>
              <a:defRPr/>
            </a:pPr>
            <a:r>
              <a:rPr kumimoji="0" lang="en-US" altLang="en-US" sz="1800" b="0" i="0" u="none" strike="noStrike" kern="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socket(AF_INET,SOCK_DGRAM)</a:t>
            </a:r>
            <a:endParaRPr kumimoji="0" lang="en-US" altLang="en-US" sz="1800" b="0" i="0" u="none" strike="noStrike" kern="0" cap="none" spc="0" normalizeH="0" baseline="0" noProof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Times New Roman" panose="02020603050405020304" pitchFamily="18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53" name="Group 20">
            <a:extLst>
              <a:ext uri="{FF2B5EF4-FFF2-40B4-BE49-F238E27FC236}">
                <a16:creationId xmlns:a16="http://schemas.microsoft.com/office/drawing/2014/main" id="{105B53F6-4E11-9B4F-83AD-A12D7B45002E}"/>
              </a:ext>
            </a:extLst>
          </p:cNvPr>
          <p:cNvGrpSpPr>
            <a:grpSpLocks/>
          </p:cNvGrpSpPr>
          <p:nvPr/>
        </p:nvGrpSpPr>
        <p:grpSpPr bwMode="auto">
          <a:xfrm>
            <a:off x="2344154" y="3293897"/>
            <a:ext cx="2211387" cy="1109663"/>
            <a:chOff x="589" y="1982"/>
            <a:chExt cx="1393" cy="699"/>
          </a:xfrm>
        </p:grpSpPr>
        <p:sp>
          <p:nvSpPr>
            <p:cNvPr id="54" name="Line 21">
              <a:extLst>
                <a:ext uri="{FF2B5EF4-FFF2-40B4-BE49-F238E27FC236}">
                  <a16:creationId xmlns:a16="http://schemas.microsoft.com/office/drawing/2014/main" id="{2DB889B3-B55C-E94B-B323-72AECF179D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6" y="1982"/>
              <a:ext cx="0" cy="36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5" name="Text Box 22">
              <a:extLst>
                <a:ext uri="{FF2B5EF4-FFF2-40B4-BE49-F238E27FC236}">
                  <a16:creationId xmlns:a16="http://schemas.microsoft.com/office/drawing/2014/main" id="{9FE4B9D3-FE8A-7E4C-8E08-01C28E81023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9" y="2274"/>
              <a:ext cx="1393" cy="40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datagram from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</a:t>
              </a:r>
              <a:r>
                <a:rPr kumimoji="0" lang="en-US" alt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56" name="Group 23">
            <a:extLst>
              <a:ext uri="{FF2B5EF4-FFF2-40B4-BE49-F238E27FC236}">
                <a16:creationId xmlns:a16="http://schemas.microsoft.com/office/drawing/2014/main" id="{6729A767-0894-134A-B58D-6CE959F3ABBB}"/>
              </a:ext>
            </a:extLst>
          </p:cNvPr>
          <p:cNvGrpSpPr>
            <a:grpSpLocks/>
          </p:cNvGrpSpPr>
          <p:nvPr/>
        </p:nvGrpSpPr>
        <p:grpSpPr bwMode="auto">
          <a:xfrm>
            <a:off x="2607679" y="4405147"/>
            <a:ext cx="4202112" cy="1698625"/>
            <a:chOff x="755" y="2696"/>
            <a:chExt cx="2647" cy="1070"/>
          </a:xfrm>
        </p:grpSpPr>
        <p:sp>
          <p:nvSpPr>
            <p:cNvPr id="57" name="Text Box 24">
              <a:extLst>
                <a:ext uri="{FF2B5EF4-FFF2-40B4-BE49-F238E27FC236}">
                  <a16:creationId xmlns:a16="http://schemas.microsoft.com/office/drawing/2014/main" id="{45FE834E-F5E7-9341-B57D-B054DC6E28D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55" y="2835"/>
              <a:ext cx="1062" cy="93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write reply to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 err="1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serverSocket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specifying </a:t>
              </a:r>
              <a:b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</a:b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client address,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port number</a:t>
              </a:r>
              <a:endParaRPr kumimoji="0" lang="en-US" altLang="en-US" sz="1800" b="0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8" name="Line 25">
              <a:extLst>
                <a:ext uri="{FF2B5EF4-FFF2-40B4-BE49-F238E27FC236}">
                  <a16:creationId xmlns:a16="http://schemas.microsoft.com/office/drawing/2014/main" id="{77A2D0F4-2C33-7B48-B528-6DAF87636FD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2696"/>
              <a:ext cx="0" cy="198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59" name="Line 26">
              <a:extLst>
                <a:ext uri="{FF2B5EF4-FFF2-40B4-BE49-F238E27FC236}">
                  <a16:creationId xmlns:a16="http://schemas.microsoft.com/office/drawing/2014/main" id="{77CA0ACB-6768-D649-A01B-D103D4E2B585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2970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20000"/>
                </a:spcBef>
                <a:spcAft>
                  <a:spcPct val="0"/>
                </a:spcAft>
                <a:buClr>
                  <a:srgbClr val="3333CC"/>
                </a:buClr>
                <a:buSzPct val="85000"/>
                <a:buFont typeface="ZapfDingbats" charset="2"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60" name="Text Box 22">
            <a:extLst>
              <a:ext uri="{FF2B5EF4-FFF2-40B4-BE49-F238E27FC236}">
                <a16:creationId xmlns:a16="http://schemas.microsoft.com/office/drawing/2014/main" id="{BA5A099E-C76D-334B-B273-AED0342E4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036195" y="1465007"/>
            <a:ext cx="3286092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(running on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serverIP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</a:t>
            </a: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2C0B647E-1C2C-574A-86D4-A8DBF2427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313" y="1416392"/>
            <a:ext cx="11010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grpSp>
        <p:nvGrpSpPr>
          <p:cNvPr id="64" name="Group 34">
            <a:extLst>
              <a:ext uri="{FF2B5EF4-FFF2-40B4-BE49-F238E27FC236}">
                <a16:creationId xmlns:a16="http://schemas.microsoft.com/office/drawing/2014/main" id="{B18363F5-9DA8-C844-9FF5-8607E23ECAE0}"/>
              </a:ext>
            </a:extLst>
          </p:cNvPr>
          <p:cNvGrpSpPr>
            <a:grpSpLocks/>
          </p:cNvGrpSpPr>
          <p:nvPr/>
        </p:nvGrpSpPr>
        <p:grpSpPr bwMode="auto">
          <a:xfrm>
            <a:off x="1534349" y="1399326"/>
            <a:ext cx="422275" cy="685800"/>
            <a:chOff x="4140" y="429"/>
            <a:chExt cx="1425" cy="2396"/>
          </a:xfrm>
        </p:grpSpPr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0528A8CB-65E5-964D-B654-85E03FD18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36">
              <a:extLst>
                <a:ext uri="{FF2B5EF4-FFF2-40B4-BE49-F238E27FC236}">
                  <a16:creationId xmlns:a16="http://schemas.microsoft.com/office/drawing/2014/main" id="{6E84855E-322D-B04A-A7A9-4DC033725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0DE429C7-30A9-C04A-A526-765AC5EAA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DF53DCF7-7CCE-A14D-89D6-6AAAE8C14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39">
              <a:extLst>
                <a:ext uri="{FF2B5EF4-FFF2-40B4-BE49-F238E27FC236}">
                  <a16:creationId xmlns:a16="http://schemas.microsoft.com/office/drawing/2014/main" id="{FCF7FE3C-7CB1-1949-80FD-5DEB7C2DF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9EA93011-9988-1C46-8FFD-C704F4A48C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" name="AutoShape 41">
                <a:extLst>
                  <a:ext uri="{FF2B5EF4-FFF2-40B4-BE49-F238E27FC236}">
                    <a16:creationId xmlns:a16="http://schemas.microsoft.com/office/drawing/2014/main" id="{79ABB3C1-EE56-6F45-9499-45BC80129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AutoShape 42">
                <a:extLst>
                  <a:ext uri="{FF2B5EF4-FFF2-40B4-BE49-F238E27FC236}">
                    <a16:creationId xmlns:a16="http://schemas.microsoft.com/office/drawing/2014/main" id="{3CE416CE-22C1-B44C-A8BC-DD8D49FA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E9AF4519-635B-C444-AD0B-889732CA4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2" name="Group 44">
              <a:extLst>
                <a:ext uri="{FF2B5EF4-FFF2-40B4-BE49-F238E27FC236}">
                  <a16:creationId xmlns:a16="http://schemas.microsoft.com/office/drawing/2014/main" id="{AE3F7048-2B7F-8146-8234-207ED13E90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45">
                <a:extLst>
                  <a:ext uri="{FF2B5EF4-FFF2-40B4-BE49-F238E27FC236}">
                    <a16:creationId xmlns:a16="http://schemas.microsoft.com/office/drawing/2014/main" id="{53908CFC-D723-4742-8456-2D30C66E3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AutoShape 46">
                <a:extLst>
                  <a:ext uri="{FF2B5EF4-FFF2-40B4-BE49-F238E27FC236}">
                    <a16:creationId xmlns:a16="http://schemas.microsoft.com/office/drawing/2014/main" id="{3A7947BE-FF10-9D41-9767-56A9F87FC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A116F8BE-CE6D-0046-BBDF-ED91EC563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EDDDAA43-84E9-5649-B997-CD32383C8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5" name="Group 49">
              <a:extLst>
                <a:ext uri="{FF2B5EF4-FFF2-40B4-BE49-F238E27FC236}">
                  <a16:creationId xmlns:a16="http://schemas.microsoft.com/office/drawing/2014/main" id="{ED22CCB4-0F75-C14E-8FF6-F0FB9D3FC9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" name="AutoShape 50">
                <a:extLst>
                  <a:ext uri="{FF2B5EF4-FFF2-40B4-BE49-F238E27FC236}">
                    <a16:creationId xmlns:a16="http://schemas.microsoft.com/office/drawing/2014/main" id="{23A963E3-E563-8243-8CD5-AD41B731D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2" name="AutoShape 51">
                <a:extLst>
                  <a:ext uri="{FF2B5EF4-FFF2-40B4-BE49-F238E27FC236}">
                    <a16:creationId xmlns:a16="http://schemas.microsoft.com/office/drawing/2014/main" id="{3CDFE710-0763-8B45-AFC8-16BE12CAB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DFF03B02-CD58-954F-8277-362C27F82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7" name="Group 53">
              <a:extLst>
                <a:ext uri="{FF2B5EF4-FFF2-40B4-BE49-F238E27FC236}">
                  <a16:creationId xmlns:a16="http://schemas.microsoft.com/office/drawing/2014/main" id="{3E689C5E-F98B-8049-943E-5C1ACD108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" name="AutoShape 54">
                <a:extLst>
                  <a:ext uri="{FF2B5EF4-FFF2-40B4-BE49-F238E27FC236}">
                    <a16:creationId xmlns:a16="http://schemas.microsoft.com/office/drawing/2014/main" id="{6761E2B1-103D-4445-A2AE-88446D262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0" name="AutoShape 55">
                <a:extLst>
                  <a:ext uri="{FF2B5EF4-FFF2-40B4-BE49-F238E27FC236}">
                    <a16:creationId xmlns:a16="http://schemas.microsoft.com/office/drawing/2014/main" id="{EAB91C60-8F54-7C41-988D-5BE6CF059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87AAEB8B-15DB-FF40-9AE1-E4AF827B8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CC9C0288-5815-DA49-8C3D-91F3048A6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298D6A78-AAD4-6C42-8184-6B5B0ADD7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Oval 59">
              <a:extLst>
                <a:ext uri="{FF2B5EF4-FFF2-40B4-BE49-F238E27FC236}">
                  <a16:creationId xmlns:a16="http://schemas.microsoft.com/office/drawing/2014/main" id="{2C2ADEA9-27C8-8047-B295-9313B8ABB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9CAEC79C-34C3-884C-93EA-251A84F70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AutoShape 61">
              <a:extLst>
                <a:ext uri="{FF2B5EF4-FFF2-40B4-BE49-F238E27FC236}">
                  <a16:creationId xmlns:a16="http://schemas.microsoft.com/office/drawing/2014/main" id="{36B22FB8-29CC-B041-B349-ADB1A1CF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AutoShape 62">
              <a:extLst>
                <a:ext uri="{FF2B5EF4-FFF2-40B4-BE49-F238E27FC236}">
                  <a16:creationId xmlns:a16="http://schemas.microsoft.com/office/drawing/2014/main" id="{A568E896-D157-6749-8B5C-38036DCDA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76E67DE4-8580-984E-96DB-32AA41DD1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Oval 64">
              <a:extLst>
                <a:ext uri="{FF2B5EF4-FFF2-40B4-BE49-F238E27FC236}">
                  <a16:creationId xmlns:a16="http://schemas.microsoft.com/office/drawing/2014/main" id="{B85D964A-BC7F-0243-8B3C-55498AEBC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7" name="Oval 65">
              <a:extLst>
                <a:ext uri="{FF2B5EF4-FFF2-40B4-BE49-F238E27FC236}">
                  <a16:creationId xmlns:a16="http://schemas.microsoft.com/office/drawing/2014/main" id="{1023622E-7290-DB4F-BDFC-4AE5806C3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Rectangle 66">
              <a:extLst>
                <a:ext uri="{FF2B5EF4-FFF2-40B4-BE49-F238E27FC236}">
                  <a16:creationId xmlns:a16="http://schemas.microsoft.com/office/drawing/2014/main" id="{C404F913-10F9-264F-B4B2-2C47E82E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7" name="Group 67">
            <a:extLst>
              <a:ext uri="{FF2B5EF4-FFF2-40B4-BE49-F238E27FC236}">
                <a16:creationId xmlns:a16="http://schemas.microsoft.com/office/drawing/2014/main" id="{CED85610-CD29-5E4F-BB21-F275B7666450}"/>
              </a:ext>
            </a:extLst>
          </p:cNvPr>
          <p:cNvGrpSpPr>
            <a:grpSpLocks/>
          </p:cNvGrpSpPr>
          <p:nvPr/>
        </p:nvGrpSpPr>
        <p:grpSpPr bwMode="auto">
          <a:xfrm>
            <a:off x="7841666" y="1346443"/>
            <a:ext cx="742950" cy="742950"/>
            <a:chOff x="-44" y="1473"/>
            <a:chExt cx="981" cy="1105"/>
          </a:xfrm>
        </p:grpSpPr>
        <p:pic>
          <p:nvPicPr>
            <p:cNvPr id="98" name="Picture 68" descr="desktop_computer_stylized_medium">
              <a:extLst>
                <a:ext uri="{FF2B5EF4-FFF2-40B4-BE49-F238E27FC236}">
                  <a16:creationId xmlns:a16="http://schemas.microsoft.com/office/drawing/2014/main" id="{1830ACA4-0FBE-1142-BE23-D05178A5FE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Freeform 69">
              <a:extLst>
                <a:ext uri="{FF2B5EF4-FFF2-40B4-BE49-F238E27FC236}">
                  <a16:creationId xmlns:a16="http://schemas.microsoft.com/office/drawing/2014/main" id="{E76D0C82-A009-EE46-B2AF-9D042C9D0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sp>
        <p:nvSpPr>
          <p:cNvPr id="100" name="Slide Number Placeholder 2">
            <a:extLst>
              <a:ext uri="{FF2B5EF4-FFF2-40B4-BE49-F238E27FC236}">
                <a16:creationId xmlns:a16="http://schemas.microsoft.com/office/drawing/2014/main" id="{AC47B214-54CF-3041-98BF-A73AC365F80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22501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UDP client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0" name="TextBox 1">
            <a:extLst>
              <a:ext uri="{FF2B5EF4-FFF2-40B4-BE49-F238E27FC236}">
                <a16:creationId xmlns:a16="http://schemas.microsoft.com/office/drawing/2014/main" id="{536333E5-2CE2-9346-82C1-DACAC29464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04044" y="1906313"/>
            <a:ext cx="5894388" cy="49609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from socket import *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= ‘hostname’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= 12000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= socket(AF_INET, 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SOCK_DGRAM)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message =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raw_input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(’Input lowercase sentence:’)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clientSocket.sendto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message.encode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(),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   (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modifiedMessage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serverAddress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= 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clientSocket.recvfrom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(2048)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modifiedMessage.decode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clientSocket.close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()</a:t>
            </a:r>
          </a:p>
        </p:txBody>
      </p:sp>
      <p:sp>
        <p:nvSpPr>
          <p:cNvPr id="101" name="TextBox 2">
            <a:extLst>
              <a:ext uri="{FF2B5EF4-FFF2-40B4-BE49-F238E27FC236}">
                <a16:creationId xmlns:a16="http://schemas.microsoft.com/office/drawing/2014/main" id="{71D41B91-E8C8-6145-A56E-4FC2D52EA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744" y="1423713"/>
            <a:ext cx="2741613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UDPClient</a:t>
            </a:r>
          </a:p>
        </p:txBody>
      </p:sp>
      <p:grpSp>
        <p:nvGrpSpPr>
          <p:cNvPr id="102" name="Group 46">
            <a:extLst>
              <a:ext uri="{FF2B5EF4-FFF2-40B4-BE49-F238E27FC236}">
                <a16:creationId xmlns:a16="http://schemas.microsoft.com/office/drawing/2014/main" id="{F406A622-9128-8442-A93C-56AFB56A7A29}"/>
              </a:ext>
            </a:extLst>
          </p:cNvPr>
          <p:cNvGrpSpPr>
            <a:grpSpLocks/>
          </p:cNvGrpSpPr>
          <p:nvPr/>
        </p:nvGrpSpPr>
        <p:grpSpPr bwMode="auto">
          <a:xfrm>
            <a:off x="2456662" y="1963666"/>
            <a:ext cx="3023734" cy="297517"/>
            <a:chOff x="-242132" y="1766968"/>
            <a:chExt cx="3023579" cy="298280"/>
          </a:xfrm>
        </p:grpSpPr>
        <p:sp>
          <p:nvSpPr>
            <p:cNvPr id="103" name="TextBox 3">
              <a:extLst>
                <a:ext uri="{FF2B5EF4-FFF2-40B4-BE49-F238E27FC236}">
                  <a16:creationId xmlns:a16="http://schemas.microsoft.com/office/drawing/2014/main" id="{12DA0434-01DE-E046-B7D5-1EDBB8B2D0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42132" y="1766968"/>
              <a:ext cx="3023579" cy="29828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include Python’s socket library</a:t>
              </a:r>
            </a:p>
          </p:txBody>
        </p:sp>
        <p:cxnSp>
          <p:nvCxnSpPr>
            <p:cNvPr id="104" name="Straight Connector 10">
              <a:extLst>
                <a:ext uri="{FF2B5EF4-FFF2-40B4-BE49-F238E27FC236}">
                  <a16:creationId xmlns:a16="http://schemas.microsoft.com/office/drawing/2014/main" id="{3C3F6D39-A2A8-4349-A503-867255F17A1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09371" y="1930400"/>
              <a:ext cx="370329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5" name="Group 47">
            <a:extLst>
              <a:ext uri="{FF2B5EF4-FFF2-40B4-BE49-F238E27FC236}">
                <a16:creationId xmlns:a16="http://schemas.microsoft.com/office/drawing/2014/main" id="{0A55EB29-DB79-7645-BE78-7EACF4B9A12B}"/>
              </a:ext>
            </a:extLst>
          </p:cNvPr>
          <p:cNvGrpSpPr>
            <a:grpSpLocks/>
          </p:cNvGrpSpPr>
          <p:nvPr/>
        </p:nvGrpSpPr>
        <p:grpSpPr bwMode="auto">
          <a:xfrm>
            <a:off x="2536716" y="2998275"/>
            <a:ext cx="2943680" cy="523875"/>
            <a:chOff x="588094" y="2905531"/>
            <a:chExt cx="2271818" cy="523220"/>
          </a:xfrm>
        </p:grpSpPr>
        <p:sp>
          <p:nvSpPr>
            <p:cNvPr id="106" name="TextBox 31">
              <a:extLst>
                <a:ext uri="{FF2B5EF4-FFF2-40B4-BE49-F238E27FC236}">
                  <a16:creationId xmlns:a16="http://schemas.microsoft.com/office/drawing/2014/main" id="{75D75C6C-85BB-3C40-92D3-8502CEABFBD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588094" y="2905531"/>
              <a:ext cx="2271818" cy="52322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UDP socket for server</a:t>
              </a:r>
            </a:p>
          </p:txBody>
        </p:sp>
        <p:cxnSp>
          <p:nvCxnSpPr>
            <p:cNvPr id="107" name="Straight Connector 32">
              <a:extLst>
                <a:ext uri="{FF2B5EF4-FFF2-40B4-BE49-F238E27FC236}">
                  <a16:creationId xmlns:a16="http://schemas.microsoft.com/office/drawing/2014/main" id="{DCDED167-6BDC-964B-B56B-76A2BB37206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488965" y="3080272"/>
              <a:ext cx="288707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08" name="Group 48">
            <a:extLst>
              <a:ext uri="{FF2B5EF4-FFF2-40B4-BE49-F238E27FC236}">
                <a16:creationId xmlns:a16="http://schemas.microsoft.com/office/drawing/2014/main" id="{25E66BBE-B082-AC48-AE42-0CA9F6FF4A7B}"/>
              </a:ext>
            </a:extLst>
          </p:cNvPr>
          <p:cNvGrpSpPr>
            <a:grpSpLocks/>
          </p:cNvGrpSpPr>
          <p:nvPr/>
        </p:nvGrpSpPr>
        <p:grpSpPr bwMode="auto">
          <a:xfrm>
            <a:off x="2988803" y="3664103"/>
            <a:ext cx="2943680" cy="297517"/>
            <a:chOff x="320502" y="3822598"/>
            <a:chExt cx="2944213" cy="297415"/>
          </a:xfrm>
        </p:grpSpPr>
        <p:sp>
          <p:nvSpPr>
            <p:cNvPr id="109" name="TextBox 34">
              <a:extLst>
                <a:ext uri="{FF2B5EF4-FFF2-40B4-BE49-F238E27FC236}">
                  <a16:creationId xmlns:a16="http://schemas.microsoft.com/office/drawing/2014/main" id="{CD0C6081-C6B7-2641-80D1-E2DED8EB5BE8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20502" y="3822598"/>
              <a:ext cx="2944213" cy="2974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get user keyboard input </a:t>
              </a:r>
            </a:p>
          </p:txBody>
        </p:sp>
        <p:cxnSp>
          <p:nvCxnSpPr>
            <p:cNvPr id="110" name="Straight Connector 35">
              <a:extLst>
                <a:ext uri="{FF2B5EF4-FFF2-40B4-BE49-F238E27FC236}">
                  <a16:creationId xmlns:a16="http://schemas.microsoft.com/office/drawing/2014/main" id="{A49CAC45-33DD-284A-9C51-3E8086DB4A3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40360" y="3968752"/>
              <a:ext cx="381069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1" name="Group 49">
            <a:extLst>
              <a:ext uri="{FF2B5EF4-FFF2-40B4-BE49-F238E27FC236}">
                <a16:creationId xmlns:a16="http://schemas.microsoft.com/office/drawing/2014/main" id="{48C468B7-1DC1-CB4A-8733-4EA18F6E3330}"/>
              </a:ext>
            </a:extLst>
          </p:cNvPr>
          <p:cNvGrpSpPr>
            <a:grpSpLocks/>
          </p:cNvGrpSpPr>
          <p:nvPr/>
        </p:nvGrpSpPr>
        <p:grpSpPr bwMode="auto">
          <a:xfrm>
            <a:off x="589926" y="4010877"/>
            <a:ext cx="4778572" cy="307777"/>
            <a:chOff x="-2057015" y="4094341"/>
            <a:chExt cx="4779099" cy="307008"/>
          </a:xfrm>
        </p:grpSpPr>
        <p:sp>
          <p:nvSpPr>
            <p:cNvPr id="112" name="TextBox 36">
              <a:extLst>
                <a:ext uri="{FF2B5EF4-FFF2-40B4-BE49-F238E27FC236}">
                  <a16:creationId xmlns:a16="http://schemas.microsoft.com/office/drawing/2014/main" id="{829D5E68-A72B-B34D-8934-6A58024541F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2057015" y="4094341"/>
              <a:ext cx="4723287" cy="3070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attach server name, port to message; send into socket</a:t>
              </a:r>
            </a:p>
          </p:txBody>
        </p:sp>
        <p:cxnSp>
          <p:nvCxnSpPr>
            <p:cNvPr id="113" name="Straight Connector 39">
              <a:extLst>
                <a:ext uri="{FF2B5EF4-FFF2-40B4-BE49-F238E27FC236}">
                  <a16:creationId xmlns:a16="http://schemas.microsoft.com/office/drawing/2014/main" id="{B03E6B6D-23CC-9947-A802-0FCAD6FEFCE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360668" y="4261938"/>
              <a:ext cx="361416" cy="557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4" name="Group 55">
            <a:extLst>
              <a:ext uri="{FF2B5EF4-FFF2-40B4-BE49-F238E27FC236}">
                <a16:creationId xmlns:a16="http://schemas.microsoft.com/office/drawing/2014/main" id="{D3297448-7869-B14A-9507-C168A822334C}"/>
              </a:ext>
            </a:extLst>
          </p:cNvPr>
          <p:cNvGrpSpPr>
            <a:grpSpLocks/>
          </p:cNvGrpSpPr>
          <p:nvPr/>
        </p:nvGrpSpPr>
        <p:grpSpPr bwMode="auto">
          <a:xfrm>
            <a:off x="1645918" y="5411634"/>
            <a:ext cx="3787622" cy="307776"/>
            <a:chOff x="-1061954" y="5487008"/>
            <a:chExt cx="3788048" cy="307391"/>
          </a:xfrm>
        </p:grpSpPr>
        <p:sp>
          <p:nvSpPr>
            <p:cNvPr id="115" name="TextBox 61">
              <a:extLst>
                <a:ext uri="{FF2B5EF4-FFF2-40B4-BE49-F238E27FC236}">
                  <a16:creationId xmlns:a16="http://schemas.microsoft.com/office/drawing/2014/main" id="{F3DDBD5F-F332-4149-B743-63C7CFA3F09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061954" y="5487008"/>
              <a:ext cx="3684841" cy="3073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print out received string and close socket</a:t>
              </a:r>
            </a:p>
          </p:txBody>
        </p:sp>
        <p:cxnSp>
          <p:nvCxnSpPr>
            <p:cNvPr id="116" name="Straight Connector 62">
              <a:extLst>
                <a:ext uri="{FF2B5EF4-FFF2-40B4-BE49-F238E27FC236}">
                  <a16:creationId xmlns:a16="http://schemas.microsoft.com/office/drawing/2014/main" id="{0E7498AA-C1D3-274D-B0D2-D6ED3F088FDB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09661" y="5657831"/>
              <a:ext cx="416433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17" name="Group 54">
            <a:extLst>
              <a:ext uri="{FF2B5EF4-FFF2-40B4-BE49-F238E27FC236}">
                <a16:creationId xmlns:a16="http://schemas.microsoft.com/office/drawing/2014/main" id="{7E74A29F-5607-FC4D-9A4A-9324DFA726A6}"/>
              </a:ext>
            </a:extLst>
          </p:cNvPr>
          <p:cNvGrpSpPr>
            <a:grpSpLocks/>
          </p:cNvGrpSpPr>
          <p:nvPr/>
        </p:nvGrpSpPr>
        <p:grpSpPr bwMode="auto">
          <a:xfrm>
            <a:off x="1389301" y="4571818"/>
            <a:ext cx="4091095" cy="421119"/>
            <a:chOff x="-1241909" y="4530536"/>
            <a:chExt cx="4090757" cy="421402"/>
          </a:xfrm>
        </p:grpSpPr>
        <p:sp>
          <p:nvSpPr>
            <p:cNvPr id="118" name="TextBox 56">
              <a:extLst>
                <a:ext uri="{FF2B5EF4-FFF2-40B4-BE49-F238E27FC236}">
                  <a16:creationId xmlns:a16="http://schemas.microsoft.com/office/drawing/2014/main" id="{4535E505-0C85-C345-9726-A22F78213A6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241909" y="4643955"/>
              <a:ext cx="4090757" cy="30798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reply characters from socket into string</a:t>
              </a:r>
            </a:p>
          </p:txBody>
        </p:sp>
        <p:cxnSp>
          <p:nvCxnSpPr>
            <p:cNvPr id="119" name="Straight Connector 59">
              <a:extLst>
                <a:ext uri="{FF2B5EF4-FFF2-40B4-BE49-F238E27FC236}">
                  <a16:creationId xmlns:a16="http://schemas.microsoft.com/office/drawing/2014/main" id="{DD1F2FDB-E293-DF42-9B53-AA2F24A605E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2415586" y="4830837"/>
              <a:ext cx="327418" cy="41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120" name="TextBox 53">
              <a:extLst>
                <a:ext uri="{FF2B5EF4-FFF2-40B4-BE49-F238E27FC236}">
                  <a16:creationId xmlns:a16="http://schemas.microsoft.com/office/drawing/2014/main" id="{97123429-EC80-5746-ADCF-168DB6F1FD9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57119" y="4530536"/>
              <a:ext cx="184666" cy="4001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sp>
        <p:nvSpPr>
          <p:cNvPr id="24" name="Slide Number Placeholder 2">
            <a:extLst>
              <a:ext uri="{FF2B5EF4-FFF2-40B4-BE49-F238E27FC236}">
                <a16:creationId xmlns:a16="http://schemas.microsoft.com/office/drawing/2014/main" id="{E72D9EA9-9DC6-CC43-A093-63DB326C6F4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26561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0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0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UDP server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01" name="TextBox 2">
            <a:extLst>
              <a:ext uri="{FF2B5EF4-FFF2-40B4-BE49-F238E27FC236}">
                <a16:creationId xmlns:a16="http://schemas.microsoft.com/office/drawing/2014/main" id="{71D41B91-E8C8-6145-A56E-4FC2D52EA9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744" y="1423713"/>
            <a:ext cx="2786340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</a:t>
            </a:r>
            <a:r>
              <a:rPr kumimoji="0" lang="en-US" alt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UDPServer</a:t>
            </a: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69C030C5-F3D0-9E44-ABCB-6457753A9DF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416744" y="1962946"/>
            <a:ext cx="6143625" cy="400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from socket import *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 = 12000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 = socket(AF_INET, SOCK_DGRAM)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serverSocket.bind((</a:t>
            </a:r>
            <a:r>
              <a:rPr kumimoji="0" lang="fr-FR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''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serverPort))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 (</a:t>
            </a:r>
            <a:r>
              <a:rPr kumimoji="0" lang="ja-JP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“</a:t>
            </a:r>
            <a:r>
              <a:rPr kumimoji="0" lang="en-US" altLang="ja-JP" sz="2000" b="0" i="1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The server is ready to receive</a:t>
            </a: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”</a:t>
            </a:r>
            <a:r>
              <a:rPr kumimoji="0" lang="en-US" altLang="ja-JP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while True: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message, clientAddress = serverSocket.recvfrom(2048)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modifiedMessage = message.decode().upper()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serverSocket.sendto(modifiedMessage.encode(),</a:t>
            </a:r>
          </a:p>
          <a:p>
            <a:pPr marL="0" marR="0" lvl="0" indent="0" algn="l" defTabSz="914400" rtl="0" eaLnBrk="1" fontAlgn="auto" latinLnBrk="0" hangingPunct="1">
              <a:lnSpc>
                <a:spcPts val="24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   clientAddress)</a:t>
            </a:r>
          </a:p>
        </p:txBody>
      </p:sp>
      <p:grpSp>
        <p:nvGrpSpPr>
          <p:cNvPr id="26" name="Group 13">
            <a:extLst>
              <a:ext uri="{FF2B5EF4-FFF2-40B4-BE49-F238E27FC236}">
                <a16:creationId xmlns:a16="http://schemas.microsoft.com/office/drawing/2014/main" id="{E6794E5D-F097-A04E-9B91-603D87E112BE}"/>
              </a:ext>
            </a:extLst>
          </p:cNvPr>
          <p:cNvGrpSpPr>
            <a:grpSpLocks/>
          </p:cNvGrpSpPr>
          <p:nvPr/>
        </p:nvGrpSpPr>
        <p:grpSpPr bwMode="auto">
          <a:xfrm>
            <a:off x="3352917" y="2744875"/>
            <a:ext cx="2558753" cy="307975"/>
            <a:chOff x="732830" y="2581901"/>
            <a:chExt cx="2559082" cy="307777"/>
          </a:xfrm>
        </p:grpSpPr>
        <p:sp>
          <p:nvSpPr>
            <p:cNvPr id="27" name="TextBox 31">
              <a:extLst>
                <a:ext uri="{FF2B5EF4-FFF2-40B4-BE49-F238E27FC236}">
                  <a16:creationId xmlns:a16="http://schemas.microsoft.com/office/drawing/2014/main" id="{529ABA9E-2387-AB44-B717-09C05F742B5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32830" y="2581901"/>
              <a:ext cx="2559082" cy="30777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UDP socket</a:t>
              </a:r>
            </a:p>
          </p:txBody>
        </p:sp>
        <p:cxnSp>
          <p:nvCxnSpPr>
            <p:cNvPr id="28" name="Straight Connector 32">
              <a:extLst>
                <a:ext uri="{FF2B5EF4-FFF2-40B4-BE49-F238E27FC236}">
                  <a16:creationId xmlns:a16="http://schemas.microsoft.com/office/drawing/2014/main" id="{103D9E9D-7411-A240-B0CE-7B858CF05BF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94178" y="2749550"/>
              <a:ext cx="358094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9" name="Group 14">
            <a:extLst>
              <a:ext uri="{FF2B5EF4-FFF2-40B4-BE49-F238E27FC236}">
                <a16:creationId xmlns:a16="http://schemas.microsoft.com/office/drawing/2014/main" id="{F985C9C4-F94B-CC47-9BE8-1892C6168FD0}"/>
              </a:ext>
            </a:extLst>
          </p:cNvPr>
          <p:cNvGrpSpPr>
            <a:grpSpLocks/>
          </p:cNvGrpSpPr>
          <p:nvPr/>
        </p:nvGrpSpPr>
        <p:grpSpPr bwMode="auto">
          <a:xfrm>
            <a:off x="1773888" y="3108924"/>
            <a:ext cx="3605785" cy="307777"/>
            <a:chOff x="-896820" y="3018353"/>
            <a:chExt cx="3607385" cy="307392"/>
          </a:xfrm>
        </p:grpSpPr>
        <p:sp>
          <p:nvSpPr>
            <p:cNvPr id="30" name="TextBox 26">
              <a:extLst>
                <a:ext uri="{FF2B5EF4-FFF2-40B4-BE49-F238E27FC236}">
                  <a16:creationId xmlns:a16="http://schemas.microsoft.com/office/drawing/2014/main" id="{8032DBCE-C286-BB46-BD1F-9805EEA319F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96820" y="3018353"/>
              <a:ext cx="3607385" cy="307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bind socket to local port number 12000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4B47DB91-CB9C-004F-8F0B-B960A536FB1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75948" y="3171825"/>
              <a:ext cx="334255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2" name="Group 15">
            <a:extLst>
              <a:ext uri="{FF2B5EF4-FFF2-40B4-BE49-F238E27FC236}">
                <a16:creationId xmlns:a16="http://schemas.microsoft.com/office/drawing/2014/main" id="{D747856B-2F4C-494D-8DDA-72B42F0090C3}"/>
              </a:ext>
            </a:extLst>
          </p:cNvPr>
          <p:cNvGrpSpPr>
            <a:grpSpLocks/>
          </p:cNvGrpSpPr>
          <p:nvPr/>
        </p:nvGrpSpPr>
        <p:grpSpPr bwMode="auto">
          <a:xfrm>
            <a:off x="3884090" y="3825856"/>
            <a:ext cx="1488056" cy="298450"/>
            <a:chOff x="1222134" y="3803733"/>
            <a:chExt cx="1488522" cy="299227"/>
          </a:xfrm>
        </p:grpSpPr>
        <p:sp>
          <p:nvSpPr>
            <p:cNvPr id="33" name="TextBox 34">
              <a:extLst>
                <a:ext uri="{FF2B5EF4-FFF2-40B4-BE49-F238E27FC236}">
                  <a16:creationId xmlns:a16="http://schemas.microsoft.com/office/drawing/2014/main" id="{B9333DFF-5997-FD45-82AB-CE3AE4734E9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222134" y="3803733"/>
              <a:ext cx="1194763" cy="2992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loop forever</a:t>
              </a:r>
            </a:p>
          </p:txBody>
        </p:sp>
        <p:cxnSp>
          <p:nvCxnSpPr>
            <p:cNvPr id="34" name="Straight Connector 35">
              <a:extLst>
                <a:ext uri="{FF2B5EF4-FFF2-40B4-BE49-F238E27FC236}">
                  <a16:creationId xmlns:a16="http://schemas.microsoft.com/office/drawing/2014/main" id="{C5C98F9A-B437-0647-8271-AFD3AB07BC4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67604" y="3964781"/>
              <a:ext cx="343052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5" name="Group 17">
            <a:extLst>
              <a:ext uri="{FF2B5EF4-FFF2-40B4-BE49-F238E27FC236}">
                <a16:creationId xmlns:a16="http://schemas.microsoft.com/office/drawing/2014/main" id="{D0BDCF5E-DA2B-5844-BD1C-AC1F96949F3B}"/>
              </a:ext>
            </a:extLst>
          </p:cNvPr>
          <p:cNvGrpSpPr>
            <a:grpSpLocks/>
          </p:cNvGrpSpPr>
          <p:nvPr/>
        </p:nvGrpSpPr>
        <p:grpSpPr bwMode="auto">
          <a:xfrm>
            <a:off x="1304089" y="4147117"/>
            <a:ext cx="4068011" cy="502702"/>
            <a:chOff x="-1394433" y="3835897"/>
            <a:chExt cx="4067973" cy="502591"/>
          </a:xfrm>
        </p:grpSpPr>
        <p:sp>
          <p:nvSpPr>
            <p:cNvPr id="36" name="TextBox 36">
              <a:extLst>
                <a:ext uri="{FF2B5EF4-FFF2-40B4-BE49-F238E27FC236}">
                  <a16:creationId xmlns:a16="http://schemas.microsoft.com/office/drawing/2014/main" id="{156E8BB3-6722-944E-9388-9EAA07C523B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394433" y="3835897"/>
              <a:ext cx="3841634" cy="50259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from UDP socket into message, getting client’s address (client IP and port)</a:t>
              </a:r>
            </a:p>
          </p:txBody>
        </p:sp>
        <p:cxnSp>
          <p:nvCxnSpPr>
            <p:cNvPr id="37" name="Straight Connector 39">
              <a:extLst>
                <a:ext uri="{FF2B5EF4-FFF2-40B4-BE49-F238E27FC236}">
                  <a16:creationId xmlns:a16="http://schemas.microsoft.com/office/drawing/2014/main" id="{BAFF573C-9254-4D42-BF1F-B58175A5C60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30643" y="3987004"/>
              <a:ext cx="342897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8" name="Group 18">
            <a:extLst>
              <a:ext uri="{FF2B5EF4-FFF2-40B4-BE49-F238E27FC236}">
                <a16:creationId xmlns:a16="http://schemas.microsoft.com/office/drawing/2014/main" id="{49C1836C-5DBA-F94B-B925-ABC592A1A1AD}"/>
              </a:ext>
            </a:extLst>
          </p:cNvPr>
          <p:cNvGrpSpPr>
            <a:grpSpLocks/>
          </p:cNvGrpSpPr>
          <p:nvPr/>
        </p:nvGrpSpPr>
        <p:grpSpPr bwMode="auto">
          <a:xfrm>
            <a:off x="1619318" y="4783930"/>
            <a:ext cx="3841670" cy="307777"/>
            <a:chOff x="-1179917" y="4521468"/>
            <a:chExt cx="3842964" cy="307392"/>
          </a:xfrm>
        </p:grpSpPr>
        <p:sp>
          <p:nvSpPr>
            <p:cNvPr id="39" name="TextBox 61">
              <a:extLst>
                <a:ext uri="{FF2B5EF4-FFF2-40B4-BE49-F238E27FC236}">
                  <a16:creationId xmlns:a16="http://schemas.microsoft.com/office/drawing/2014/main" id="{19797EBA-27BC-C641-806F-7436C22CF63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179917" y="4521468"/>
              <a:ext cx="3842964" cy="3073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send upper case string back to this client</a:t>
              </a:r>
            </a:p>
          </p:txBody>
        </p:sp>
        <p:cxnSp>
          <p:nvCxnSpPr>
            <p:cNvPr id="40" name="Straight Connector 62">
              <a:extLst>
                <a:ext uri="{FF2B5EF4-FFF2-40B4-BE49-F238E27FC236}">
                  <a16:creationId xmlns:a16="http://schemas.microsoft.com/office/drawing/2014/main" id="{D86F62BC-7674-424E-BFC8-DE9ED1B6052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217617" y="4675165"/>
              <a:ext cx="35651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0" name="Slide Number Placeholder 2">
            <a:extLst>
              <a:ext uri="{FF2B5EF4-FFF2-40B4-BE49-F238E27FC236}">
                <a16:creationId xmlns:a16="http://schemas.microsoft.com/office/drawing/2014/main" id="{E32FD753-2E15-6843-B14D-A35BDF1672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5766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Socket programming </a:t>
            </a:r>
            <a:r>
              <a:rPr lang="en-US" altLang="en-US" sz="4400" dirty="0">
                <a:solidFill>
                  <a:srgbClr val="C00000"/>
                </a:solidFill>
                <a:ea typeface="ＭＳ Ｐゴシック" panose="020B0600070205080204" pitchFamily="34" charset="-128"/>
                <a:cs typeface="+mn-cs"/>
              </a:rPr>
              <a:t>with TCP</a:t>
            </a:r>
            <a:endParaRPr lang="en-US" altLang="en-US" sz="5400" dirty="0">
              <a:solidFill>
                <a:srgbClr val="C00000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43" name="Rectangle 3">
            <a:extLst>
              <a:ext uri="{FF2B5EF4-FFF2-40B4-BE49-F238E27FC236}">
                <a16:creationId xmlns:a16="http://schemas.microsoft.com/office/drawing/2014/main" id="{6F8F00D4-4B13-DD4C-9070-F4C3E1AA3197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661829" y="1455785"/>
            <a:ext cx="5074444" cy="5090539"/>
          </a:xfrm>
        </p:spPr>
        <p:txBody>
          <a:bodyPr>
            <a:normAutofit lnSpcReduction="10000"/>
          </a:bodyPr>
          <a:lstStyle/>
          <a:p>
            <a:pPr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 must contact server</a:t>
            </a:r>
          </a:p>
          <a:p>
            <a:pPr marL="466725" indent="-233363"/>
            <a:r>
              <a:rPr lang="en-US" altLang="en-US" sz="2400" dirty="0">
                <a:ea typeface="ＭＳ Ｐゴシック" panose="020B0600070205080204" pitchFamily="34" charset="-128"/>
              </a:rPr>
              <a:t>server process must first be running</a:t>
            </a:r>
          </a:p>
          <a:p>
            <a:pPr marL="466725" indent="-233363"/>
            <a:r>
              <a:rPr lang="en-US" altLang="en-US" sz="2400" dirty="0">
                <a:ea typeface="ＭＳ Ｐゴシック" panose="020B0600070205080204" pitchFamily="34" charset="-128"/>
              </a:rPr>
              <a:t>server must have created socket (door) that welcomes client’</a:t>
            </a:r>
            <a:r>
              <a:rPr lang="en-US" altLang="ja-JP" sz="2400" dirty="0">
                <a:ea typeface="ＭＳ Ｐゴシック" panose="020B0600070205080204" pitchFamily="34" charset="-128"/>
              </a:rPr>
              <a:t>s contact</a:t>
            </a:r>
          </a:p>
          <a:p>
            <a:pPr>
              <a:spcBef>
                <a:spcPct val="50000"/>
              </a:spcBef>
              <a:buFont typeface="Wingdings" pitchFamily="2" charset="2"/>
              <a:buNone/>
            </a:pPr>
            <a:r>
              <a:rPr lang="en-US" altLang="en-US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Client contacts server by:</a:t>
            </a:r>
          </a:p>
          <a:p>
            <a:pPr marL="466725" indent="-292100"/>
            <a:r>
              <a:rPr lang="en-US" altLang="en-US" sz="2400" dirty="0">
                <a:ea typeface="ＭＳ Ｐゴシック" panose="020B0600070205080204" pitchFamily="34" charset="-128"/>
              </a:rPr>
              <a:t>Creating TCP socket, specifying IP address, port number of server process</a:t>
            </a:r>
          </a:p>
          <a:p>
            <a:pPr marL="466725" indent="-233363"/>
            <a:r>
              <a:rPr lang="en-US" altLang="en-US" sz="2400" i="1" dirty="0">
                <a:solidFill>
                  <a:srgbClr val="CC0000"/>
                </a:solidFill>
                <a:ea typeface="ＭＳ Ｐゴシック" panose="020B0600070205080204" pitchFamily="34" charset="-128"/>
              </a:rPr>
              <a:t>when client creates socket:</a:t>
            </a:r>
            <a:r>
              <a:rPr lang="en-US" altLang="en-US" sz="2400" dirty="0">
                <a:ea typeface="ＭＳ Ｐゴシック" panose="020B0600070205080204" pitchFamily="34" charset="-128"/>
              </a:rPr>
              <a:t> client TCP establishes connection to server TCP</a:t>
            </a:r>
            <a:endParaRPr lang="en-US" altLang="en-US" sz="2200" dirty="0">
              <a:ea typeface="ＭＳ Ｐゴシック" panose="020B0600070205080204" pitchFamily="34" charset="-128"/>
            </a:endParaRPr>
          </a:p>
          <a:p>
            <a:endParaRPr lang="en-US" altLang="en-US" sz="2000" dirty="0">
              <a:latin typeface="Gill Sans MT" panose="020B0502020104020203" pitchFamily="34" charset="77"/>
              <a:ea typeface="ＭＳ Ｐゴシック" panose="020B0600070205080204" pitchFamily="34" charset="-128"/>
            </a:endParaRPr>
          </a:p>
        </p:txBody>
      </p:sp>
      <p:sp>
        <p:nvSpPr>
          <p:cNvPr id="44" name="Rectangle 4">
            <a:extLst>
              <a:ext uri="{FF2B5EF4-FFF2-40B4-BE49-F238E27FC236}">
                <a16:creationId xmlns:a16="http://schemas.microsoft.com/office/drawing/2014/main" id="{B1AC5695-3887-C247-97DD-C7F6FB635E1B}"/>
              </a:ext>
            </a:extLst>
          </p:cNvPr>
          <p:cNvSpPr txBox="1">
            <a:spLocks noChangeArrowheads="1"/>
          </p:cNvSpPr>
          <p:nvPr/>
        </p:nvSpPr>
        <p:spPr>
          <a:xfrm>
            <a:off x="5735469" y="1426964"/>
            <a:ext cx="5724832" cy="30003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when contacted by client, </a:t>
            </a:r>
            <a:r>
              <a:rPr kumimoji="0" lang="en-US" altLang="en-US" sz="28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server TCP creates new socket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 for server process to communicate with that particular client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allows server to talk with multiple clients</a:t>
            </a:r>
          </a:p>
          <a:p>
            <a:pPr marL="695325" marR="0" lvl="1" indent="-231775" algn="l" defTabSz="914400" rtl="0" eaLnBrk="1" fontAlgn="auto" latinLnBrk="0" hangingPunct="1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A8"/>
              </a:buClr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source 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ＭＳ Ｐゴシック" panose="020B0600070205080204" pitchFamily="34" charset="-128"/>
                <a:cs typeface="Calibri" panose="020F0502020204030204" pitchFamily="34" charset="0"/>
              </a:rPr>
              <a:t>port numbers used to distinguish clients (more in Chap 3)</a:t>
            </a: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ＭＳ Ｐゴシック" panose="020B0600070205080204" pitchFamily="34" charset="-128"/>
              <a:cs typeface="Calibri" panose="020F0502020204030204" pitchFamily="34" charset="0"/>
            </a:endParaRP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148E49A6-28AD-904A-9A83-FE9DE35715C0}"/>
              </a:ext>
            </a:extLst>
          </p:cNvPr>
          <p:cNvGrpSpPr/>
          <p:nvPr/>
        </p:nvGrpSpPr>
        <p:grpSpPr>
          <a:xfrm>
            <a:off x="6267640" y="4602113"/>
            <a:ext cx="4660490" cy="1933598"/>
            <a:chOff x="5928853" y="4608645"/>
            <a:chExt cx="4660490" cy="1933598"/>
          </a:xfrm>
        </p:grpSpPr>
        <p:sp>
          <p:nvSpPr>
            <p:cNvPr id="2" name="Rectangle 1">
              <a:extLst>
                <a:ext uri="{FF2B5EF4-FFF2-40B4-BE49-F238E27FC236}">
                  <a16:creationId xmlns:a16="http://schemas.microsoft.com/office/drawing/2014/main" id="{E1FDF457-3529-1A4B-B2F1-0A6DF5BAF2E1}"/>
                </a:ext>
              </a:extLst>
            </p:cNvPr>
            <p:cNvSpPr/>
            <p:nvPr/>
          </p:nvSpPr>
          <p:spPr>
            <a:xfrm>
              <a:off x="5928853" y="4896465"/>
              <a:ext cx="4660490" cy="1645778"/>
            </a:xfrm>
            <a:prstGeom prst="rect">
              <a:avLst/>
            </a:prstGeom>
            <a:solidFill>
              <a:schemeClr val="bg1"/>
            </a:solidFill>
            <a:ln w="19050">
              <a:solidFill>
                <a:srgbClr val="C0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45" name="Text Box 6">
              <a:extLst>
                <a:ext uri="{FF2B5EF4-FFF2-40B4-BE49-F238E27FC236}">
                  <a16:creationId xmlns:a16="http://schemas.microsoft.com/office/drawing/2014/main" id="{3290FC86-CCC3-9042-8394-E0092848BE5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273124" y="5097182"/>
              <a:ext cx="4091065" cy="135081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TCP provides reliable, in-order</a:t>
              </a: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byte-stream transfer (“</a:t>
              </a:r>
              <a:r>
                <a:rPr kumimoji="0" lang="en-US" altLang="ja-JP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pipe”) </a:t>
              </a:r>
            </a:p>
            <a:p>
              <a:pPr marL="0" marR="0" lvl="0" indent="0" algn="l" defTabSz="914400" rtl="0" eaLnBrk="1" fontAlgn="auto" latinLnBrk="0" hangingPunct="1">
                <a:lnSpc>
                  <a:spcPct val="85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rPr>
                <a:t>between client and server processes</a:t>
              </a:r>
            </a:p>
          </p:txBody>
        </p:sp>
        <p:grpSp>
          <p:nvGrpSpPr>
            <p:cNvPr id="46" name="Group 8">
              <a:extLst>
                <a:ext uri="{FF2B5EF4-FFF2-40B4-BE49-F238E27FC236}">
                  <a16:creationId xmlns:a16="http://schemas.microsoft.com/office/drawing/2014/main" id="{8B55559B-7D61-6147-A322-49E351E9DCF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6141246" y="4608645"/>
              <a:ext cx="3452811" cy="550863"/>
              <a:chOff x="-195" y="3766"/>
              <a:chExt cx="2175" cy="347"/>
            </a:xfrm>
          </p:grpSpPr>
          <p:sp>
            <p:nvSpPr>
              <p:cNvPr id="47" name="Rectangle 9">
                <a:extLst>
                  <a:ext uri="{FF2B5EF4-FFF2-40B4-BE49-F238E27FC236}">
                    <a16:creationId xmlns:a16="http://schemas.microsoft.com/office/drawing/2014/main" id="{4B1395F7-3763-B74C-AF37-1DAC6BC4F9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6" y="3825"/>
                <a:ext cx="116" cy="288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>
                    <a:srgbClr val="3333CC"/>
                  </a:buClr>
                  <a:buSzTx/>
                  <a:buFontTx/>
                  <a:buNone/>
                  <a:tabLst/>
                  <a:defRPr/>
                </a:pP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mic Sans MS" panose="030F0902030302020204" pitchFamily="66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48" name="Text Box 10">
                <a:extLst>
                  <a:ext uri="{FF2B5EF4-FFF2-40B4-BE49-F238E27FC236}">
                    <a16:creationId xmlns:a16="http://schemas.microsoft.com/office/drawing/2014/main" id="{EC474FEA-9E73-5248-89ED-9528E3BFBC97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-195" y="3766"/>
                <a:ext cx="2175" cy="33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ctr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Calibri" panose="020F0502020204030204"/>
                    <a:ea typeface="ＭＳ Ｐゴシック" panose="020B0600070205080204" pitchFamily="34" charset="-128"/>
                    <a:cs typeface="+mn-cs"/>
                  </a:rPr>
                  <a:t>Application viewpoint</a:t>
                </a:r>
              </a:p>
            </p:txBody>
          </p:sp>
        </p:grpSp>
      </p:grpSp>
      <p:sp>
        <p:nvSpPr>
          <p:cNvPr id="11" name="Slide Number Placeholder 2">
            <a:extLst>
              <a:ext uri="{FF2B5EF4-FFF2-40B4-BE49-F238E27FC236}">
                <a16:creationId xmlns:a16="http://schemas.microsoft.com/office/drawing/2014/main" id="{43ECFECD-C9B5-E345-AAD0-01569E2A9E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692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4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4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4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4" grpId="0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4400" dirty="0">
                <a:ea typeface="ＭＳ Ｐゴシック" panose="020B0600070205080204" pitchFamily="34" charset="-128"/>
              </a:rPr>
              <a:t>Client/server socket interaction: TCP</a:t>
            </a:r>
          </a:p>
        </p:txBody>
      </p:sp>
      <p:sp>
        <p:nvSpPr>
          <p:cNvPr id="60" name="Text Box 22">
            <a:extLst>
              <a:ext uri="{FF2B5EF4-FFF2-40B4-BE49-F238E27FC236}">
                <a16:creationId xmlns:a16="http://schemas.microsoft.com/office/drawing/2014/main" id="{BA5A099E-C76D-334B-B273-AED0342E41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435141" y="1421154"/>
            <a:ext cx="3107324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server</a:t>
            </a: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(running on </a:t>
            </a:r>
            <a:r>
              <a:rPr kumimoji="0" lang="en-US" alt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hostid</a:t>
            </a:r>
            <a:r>
              <a:rPr kumimoji="0" lang="en-US" alt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)</a:t>
            </a:r>
          </a:p>
        </p:txBody>
      </p:sp>
      <p:sp>
        <p:nvSpPr>
          <p:cNvPr id="61" name="Text Box 23">
            <a:extLst>
              <a:ext uri="{FF2B5EF4-FFF2-40B4-BE49-F238E27FC236}">
                <a16:creationId xmlns:a16="http://schemas.microsoft.com/office/drawing/2014/main" id="{2C0B647E-1C2C-574A-86D4-A8DBF24277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40313" y="1416392"/>
            <a:ext cx="1101007" cy="584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anchor="ctr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client</a:t>
            </a:r>
          </a:p>
        </p:txBody>
      </p:sp>
      <p:grpSp>
        <p:nvGrpSpPr>
          <p:cNvPr id="64" name="Group 34">
            <a:extLst>
              <a:ext uri="{FF2B5EF4-FFF2-40B4-BE49-F238E27FC236}">
                <a16:creationId xmlns:a16="http://schemas.microsoft.com/office/drawing/2014/main" id="{B18363F5-9DA8-C844-9FF5-8607E23ECAE0}"/>
              </a:ext>
            </a:extLst>
          </p:cNvPr>
          <p:cNvGrpSpPr>
            <a:grpSpLocks/>
          </p:cNvGrpSpPr>
          <p:nvPr/>
        </p:nvGrpSpPr>
        <p:grpSpPr bwMode="auto">
          <a:xfrm>
            <a:off x="1947735" y="1365879"/>
            <a:ext cx="422275" cy="685800"/>
            <a:chOff x="4140" y="429"/>
            <a:chExt cx="1425" cy="2396"/>
          </a:xfrm>
        </p:grpSpPr>
        <p:sp>
          <p:nvSpPr>
            <p:cNvPr id="65" name="Freeform 35">
              <a:extLst>
                <a:ext uri="{FF2B5EF4-FFF2-40B4-BE49-F238E27FC236}">
                  <a16:creationId xmlns:a16="http://schemas.microsoft.com/office/drawing/2014/main" id="{0528A8CB-65E5-964D-B654-85E03FD18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8" y="433"/>
              <a:ext cx="283" cy="2286"/>
            </a:xfrm>
            <a:custGeom>
              <a:avLst/>
              <a:gdLst>
                <a:gd name="T0" fmla="*/ 2 w 354"/>
                <a:gd name="T1" fmla="*/ 0 h 2742"/>
                <a:gd name="T2" fmla="*/ 12 w 354"/>
                <a:gd name="T3" fmla="*/ 23 h 2742"/>
                <a:gd name="T4" fmla="*/ 12 w 354"/>
                <a:gd name="T5" fmla="*/ 171 h 2742"/>
                <a:gd name="T6" fmla="*/ 0 w 354"/>
                <a:gd name="T7" fmla="*/ 179 h 2742"/>
                <a:gd name="T8" fmla="*/ 2 w 354"/>
                <a:gd name="T9" fmla="*/ 0 h 27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4"/>
                <a:gd name="T16" fmla="*/ 0 h 2742"/>
                <a:gd name="T17" fmla="*/ 354 w 354"/>
                <a:gd name="T18" fmla="*/ 2742 h 274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4" h="2742">
                  <a:moveTo>
                    <a:pt x="63" y="0"/>
                  </a:moveTo>
                  <a:lnTo>
                    <a:pt x="354" y="339"/>
                  </a:lnTo>
                  <a:lnTo>
                    <a:pt x="346" y="2624"/>
                  </a:lnTo>
                  <a:lnTo>
                    <a:pt x="0" y="2742"/>
                  </a:lnTo>
                  <a:lnTo>
                    <a:pt x="63" y="0"/>
                  </a:lnTo>
                  <a:close/>
                </a:path>
              </a:pathLst>
            </a:custGeom>
            <a:gradFill rotWithShape="1">
              <a:gsLst>
                <a:gs pos="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6" name="Rectangle 36">
              <a:extLst>
                <a:ext uri="{FF2B5EF4-FFF2-40B4-BE49-F238E27FC236}">
                  <a16:creationId xmlns:a16="http://schemas.microsoft.com/office/drawing/2014/main" id="{6E84855E-322D-B04A-A7A9-4DC0337256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429"/>
              <a:ext cx="1050" cy="2285"/>
            </a:xfrm>
            <a:prstGeom prst="rect">
              <a:avLst/>
            </a:pr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67" name="Freeform 37">
              <a:extLst>
                <a:ext uri="{FF2B5EF4-FFF2-40B4-BE49-F238E27FC236}">
                  <a16:creationId xmlns:a16="http://schemas.microsoft.com/office/drawing/2014/main" id="{0DE429C7-30A9-C04A-A526-765AC5EAA1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21" y="570"/>
              <a:ext cx="169" cy="2115"/>
            </a:xfrm>
            <a:custGeom>
              <a:avLst/>
              <a:gdLst>
                <a:gd name="T0" fmla="*/ 2 w 211"/>
                <a:gd name="T1" fmla="*/ 0 h 2537"/>
                <a:gd name="T2" fmla="*/ 7 w 211"/>
                <a:gd name="T3" fmla="*/ 15 h 2537"/>
                <a:gd name="T4" fmla="*/ 2 w 211"/>
                <a:gd name="T5" fmla="*/ 163 h 2537"/>
                <a:gd name="T6" fmla="*/ 2 w 211"/>
                <a:gd name="T7" fmla="*/ 0 h 2537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211"/>
                <a:gd name="T13" fmla="*/ 0 h 2537"/>
                <a:gd name="T14" fmla="*/ 211 w 211"/>
                <a:gd name="T15" fmla="*/ 2537 h 2537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211" h="2537">
                  <a:moveTo>
                    <a:pt x="7" y="0"/>
                  </a:moveTo>
                  <a:cubicBezTo>
                    <a:pt x="7" y="0"/>
                    <a:pt x="57" y="28"/>
                    <a:pt x="211" y="218"/>
                  </a:cubicBezTo>
                  <a:cubicBezTo>
                    <a:pt x="0" y="1229"/>
                    <a:pt x="41" y="2537"/>
                    <a:pt x="7" y="2501"/>
                  </a:cubicBezTo>
                  <a:lnTo>
                    <a:pt x="7" y="0"/>
                  </a:lnTo>
                  <a:close/>
                </a:path>
              </a:pathLst>
            </a:custGeom>
            <a:gradFill rotWithShape="1">
              <a:gsLst>
                <a:gs pos="0">
                  <a:srgbClr val="808080"/>
                </a:gs>
                <a:gs pos="100000">
                  <a:srgbClr val="F8F8F8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8" name="Freeform 38">
              <a:extLst>
                <a:ext uri="{FF2B5EF4-FFF2-40B4-BE49-F238E27FC236}">
                  <a16:creationId xmlns:a16="http://schemas.microsoft.com/office/drawing/2014/main" id="{DF53DCF7-7CCE-A14D-89D6-6AAAE8C142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4" y="1640"/>
              <a:ext cx="263" cy="189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9 h 226"/>
                <a:gd name="T4" fmla="*/ 11 w 328"/>
                <a:gd name="T5" fmla="*/ 16 h 226"/>
                <a:gd name="T6" fmla="*/ 0 w 328"/>
                <a:gd name="T7" fmla="*/ 7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69" name="Rectangle 39">
              <a:extLst>
                <a:ext uri="{FF2B5EF4-FFF2-40B4-BE49-F238E27FC236}">
                  <a16:creationId xmlns:a16="http://schemas.microsoft.com/office/drawing/2014/main" id="{FCF7FE3C-7CB1-1949-80FD-5DEB7C2DF8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0" y="695"/>
              <a:ext cx="600" cy="44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0" name="Group 40">
              <a:extLst>
                <a:ext uri="{FF2B5EF4-FFF2-40B4-BE49-F238E27FC236}">
                  <a16:creationId xmlns:a16="http://schemas.microsoft.com/office/drawing/2014/main" id="{9EA93011-9988-1C46-8FFD-C704F4A48C9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9" y="668"/>
              <a:ext cx="581" cy="145"/>
              <a:chOff x="614" y="2568"/>
              <a:chExt cx="725" cy="139"/>
            </a:xfrm>
          </p:grpSpPr>
          <p:sp>
            <p:nvSpPr>
              <p:cNvPr id="95" name="AutoShape 41">
                <a:extLst>
                  <a:ext uri="{FF2B5EF4-FFF2-40B4-BE49-F238E27FC236}">
                    <a16:creationId xmlns:a16="http://schemas.microsoft.com/office/drawing/2014/main" id="{79ABB3C1-EE56-6F45-9499-45BC801291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6" y="2568"/>
                <a:ext cx="722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6" name="AutoShape 42">
                <a:extLst>
                  <a:ext uri="{FF2B5EF4-FFF2-40B4-BE49-F238E27FC236}">
                    <a16:creationId xmlns:a16="http://schemas.microsoft.com/office/drawing/2014/main" id="{3CE416CE-22C1-B44C-A8BC-DD8D49FA1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30" y="2583"/>
                <a:ext cx="689" cy="106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1" name="Rectangle 43">
              <a:extLst>
                <a:ext uri="{FF2B5EF4-FFF2-40B4-BE49-F238E27FC236}">
                  <a16:creationId xmlns:a16="http://schemas.microsoft.com/office/drawing/2014/main" id="{E9AF4519-635B-C444-AD0B-889732CA4F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017"/>
              <a:ext cx="595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2" name="Group 44">
              <a:extLst>
                <a:ext uri="{FF2B5EF4-FFF2-40B4-BE49-F238E27FC236}">
                  <a16:creationId xmlns:a16="http://schemas.microsoft.com/office/drawing/2014/main" id="{AE3F7048-2B7F-8146-8234-207ED13E9021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47" y="994"/>
              <a:ext cx="581" cy="134"/>
              <a:chOff x="614" y="2568"/>
              <a:chExt cx="725" cy="139"/>
            </a:xfrm>
          </p:grpSpPr>
          <p:sp>
            <p:nvSpPr>
              <p:cNvPr id="93" name="AutoShape 45">
                <a:extLst>
                  <a:ext uri="{FF2B5EF4-FFF2-40B4-BE49-F238E27FC236}">
                    <a16:creationId xmlns:a16="http://schemas.microsoft.com/office/drawing/2014/main" id="{53908CFC-D723-4742-8456-2D30C66E35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2" y="2569"/>
                <a:ext cx="729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4" name="AutoShape 46">
                <a:extLst>
                  <a:ext uri="{FF2B5EF4-FFF2-40B4-BE49-F238E27FC236}">
                    <a16:creationId xmlns:a16="http://schemas.microsoft.com/office/drawing/2014/main" id="{3A7947BE-FF10-9D41-9767-56A9F87FC3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5" y="2586"/>
                <a:ext cx="695" cy="104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3" name="Rectangle 47">
              <a:extLst>
                <a:ext uri="{FF2B5EF4-FFF2-40B4-BE49-F238E27FC236}">
                  <a16:creationId xmlns:a16="http://schemas.microsoft.com/office/drawing/2014/main" id="{A116F8BE-CE6D-0046-BBDF-ED91EC563CE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15" y="13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4" name="Rectangle 48">
              <a:extLst>
                <a:ext uri="{FF2B5EF4-FFF2-40B4-BE49-F238E27FC236}">
                  <a16:creationId xmlns:a16="http://schemas.microsoft.com/office/drawing/2014/main" id="{EDDDAA43-84E9-5649-B997-CD32383C8A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26" y="1655"/>
              <a:ext cx="600" cy="50"/>
            </a:xfrm>
            <a:prstGeom prst="rect">
              <a:avLst/>
            </a:prstGeom>
            <a:solidFill>
              <a:schemeClr val="tx1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grpSp>
          <p:nvGrpSpPr>
            <p:cNvPr id="75" name="Group 49">
              <a:extLst>
                <a:ext uri="{FF2B5EF4-FFF2-40B4-BE49-F238E27FC236}">
                  <a16:creationId xmlns:a16="http://schemas.microsoft.com/office/drawing/2014/main" id="{ED22CCB4-0F75-C14E-8FF6-F0FB9D3FC9F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5" y="1627"/>
              <a:ext cx="582" cy="151"/>
              <a:chOff x="614" y="2568"/>
              <a:chExt cx="725" cy="139"/>
            </a:xfrm>
          </p:grpSpPr>
          <p:sp>
            <p:nvSpPr>
              <p:cNvPr id="91" name="AutoShape 50">
                <a:extLst>
                  <a:ext uri="{FF2B5EF4-FFF2-40B4-BE49-F238E27FC236}">
                    <a16:creationId xmlns:a16="http://schemas.microsoft.com/office/drawing/2014/main" id="{23A963E3-E563-8243-8CD5-AD41B731D0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4" y="2568"/>
                <a:ext cx="727" cy="138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2" name="AutoShape 51">
                <a:extLst>
                  <a:ext uri="{FF2B5EF4-FFF2-40B4-BE49-F238E27FC236}">
                    <a16:creationId xmlns:a16="http://schemas.microsoft.com/office/drawing/2014/main" id="{3CDFE710-0763-8B45-AFC8-16BE12CABF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7" y="2583"/>
                <a:ext cx="694" cy="107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6" name="Freeform 52">
              <a:extLst>
                <a:ext uri="{FF2B5EF4-FFF2-40B4-BE49-F238E27FC236}">
                  <a16:creationId xmlns:a16="http://schemas.microsoft.com/office/drawing/2014/main" id="{DFF03B02-CD58-954F-8277-362C27F82A3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88" y="1354"/>
              <a:ext cx="263" cy="188"/>
            </a:xfrm>
            <a:custGeom>
              <a:avLst/>
              <a:gdLst>
                <a:gd name="T0" fmla="*/ 2 w 328"/>
                <a:gd name="T1" fmla="*/ 0 h 226"/>
                <a:gd name="T2" fmla="*/ 11 w 328"/>
                <a:gd name="T3" fmla="*/ 8 h 226"/>
                <a:gd name="T4" fmla="*/ 11 w 328"/>
                <a:gd name="T5" fmla="*/ 14 h 226"/>
                <a:gd name="T6" fmla="*/ 0 w 328"/>
                <a:gd name="T7" fmla="*/ 6 h 226"/>
                <a:gd name="T8" fmla="*/ 2 w 328"/>
                <a:gd name="T9" fmla="*/ 0 h 2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28"/>
                <a:gd name="T16" fmla="*/ 0 h 226"/>
                <a:gd name="T17" fmla="*/ 328 w 328"/>
                <a:gd name="T18" fmla="*/ 226 h 22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28" h="226">
                  <a:moveTo>
                    <a:pt x="4" y="0"/>
                  </a:moveTo>
                  <a:cubicBezTo>
                    <a:pt x="60" y="10"/>
                    <a:pt x="182" y="74"/>
                    <a:pt x="328" y="128"/>
                  </a:cubicBezTo>
                  <a:cubicBezTo>
                    <a:pt x="326" y="162"/>
                    <a:pt x="326" y="158"/>
                    <a:pt x="326" y="226"/>
                  </a:cubicBezTo>
                  <a:cubicBezTo>
                    <a:pt x="326" y="226"/>
                    <a:pt x="169" y="155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77" name="Group 53">
              <a:extLst>
                <a:ext uri="{FF2B5EF4-FFF2-40B4-BE49-F238E27FC236}">
                  <a16:creationId xmlns:a16="http://schemas.microsoft.com/office/drawing/2014/main" id="{3E689C5E-F98B-8049-943E-5C1ACD1083B3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4739" y="1327"/>
              <a:ext cx="582" cy="139"/>
              <a:chOff x="614" y="2568"/>
              <a:chExt cx="725" cy="139"/>
            </a:xfrm>
          </p:grpSpPr>
          <p:sp>
            <p:nvSpPr>
              <p:cNvPr id="89" name="AutoShape 54">
                <a:extLst>
                  <a:ext uri="{FF2B5EF4-FFF2-40B4-BE49-F238E27FC236}">
                    <a16:creationId xmlns:a16="http://schemas.microsoft.com/office/drawing/2014/main" id="{6761E2B1-103D-4445-A2AE-88446D2628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15" y="2568"/>
                <a:ext cx="721" cy="139"/>
              </a:xfrm>
              <a:prstGeom prst="roundRect">
                <a:avLst>
                  <a:gd name="adj" fmla="val 50000"/>
                </a:avLst>
              </a:prstGeom>
              <a:solidFill>
                <a:schemeClr val="tx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90" name="AutoShape 55">
                <a:extLst>
                  <a:ext uri="{FF2B5EF4-FFF2-40B4-BE49-F238E27FC236}">
                    <a16:creationId xmlns:a16="http://schemas.microsoft.com/office/drawing/2014/main" id="{EAB91C60-8F54-7C41-988D-5BE6CF0595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9" y="2585"/>
                <a:ext cx="687" cy="105"/>
              </a:xfrm>
              <a:prstGeom prst="roundRect">
                <a:avLst>
                  <a:gd name="adj" fmla="val 50000"/>
                </a:avLst>
              </a:prstGeom>
              <a:gradFill rotWithShape="1">
                <a:gsLst>
                  <a:gs pos="0">
                    <a:srgbClr val="0000FF"/>
                  </a:gs>
                  <a:gs pos="50000">
                    <a:srgbClr val="99CCFF"/>
                  </a:gs>
                  <a:gs pos="100000">
                    <a:srgbClr val="0000FF"/>
                  </a:gs>
                </a:gsLst>
                <a:lin ang="0" scaled="1"/>
              </a:gra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wrap="none" anchor="ctr"/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altLang="en-US" sz="20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78" name="Rectangle 56">
              <a:extLst>
                <a:ext uri="{FF2B5EF4-FFF2-40B4-BE49-F238E27FC236}">
                  <a16:creationId xmlns:a16="http://schemas.microsoft.com/office/drawing/2014/main" id="{87AAEB8B-15DB-FF40-9AE1-E4AF827B85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49" y="429"/>
              <a:ext cx="70" cy="2291"/>
            </a:xfrm>
            <a:prstGeom prst="rect">
              <a:avLst/>
            </a:prstGeom>
            <a:gradFill rotWithShape="1">
              <a:gsLst>
                <a:gs pos="0">
                  <a:srgbClr val="333333"/>
                </a:gs>
                <a:gs pos="50000">
                  <a:srgbClr val="DDDDDD"/>
                </a:gs>
                <a:gs pos="100000">
                  <a:srgbClr val="333333"/>
                </a:gs>
              </a:gsLst>
              <a:lin ang="0" scaled="1"/>
            </a:gra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79" name="Freeform 57">
              <a:extLst>
                <a:ext uri="{FF2B5EF4-FFF2-40B4-BE49-F238E27FC236}">
                  <a16:creationId xmlns:a16="http://schemas.microsoft.com/office/drawing/2014/main" id="{CC9C0288-5815-DA49-8C3D-91F3048A636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2" y="1007"/>
              <a:ext cx="237" cy="213"/>
            </a:xfrm>
            <a:custGeom>
              <a:avLst/>
              <a:gdLst>
                <a:gd name="T0" fmla="*/ 2 w 296"/>
                <a:gd name="T1" fmla="*/ 0 h 256"/>
                <a:gd name="T2" fmla="*/ 11 w 296"/>
                <a:gd name="T3" fmla="*/ 8 h 256"/>
                <a:gd name="T4" fmla="*/ 11 w 296"/>
                <a:gd name="T5" fmla="*/ 16 h 256"/>
                <a:gd name="T6" fmla="*/ 0 w 296"/>
                <a:gd name="T7" fmla="*/ 6 h 256"/>
                <a:gd name="T8" fmla="*/ 2 w 296"/>
                <a:gd name="T9" fmla="*/ 0 h 2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296"/>
                <a:gd name="T16" fmla="*/ 0 h 256"/>
                <a:gd name="T17" fmla="*/ 296 w 296"/>
                <a:gd name="T18" fmla="*/ 256 h 25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296" h="256">
                  <a:moveTo>
                    <a:pt x="4" y="0"/>
                  </a:moveTo>
                  <a:cubicBezTo>
                    <a:pt x="55" y="10"/>
                    <a:pt x="144" y="68"/>
                    <a:pt x="292" y="144"/>
                  </a:cubicBezTo>
                  <a:cubicBezTo>
                    <a:pt x="290" y="178"/>
                    <a:pt x="296" y="188"/>
                    <a:pt x="296" y="256"/>
                  </a:cubicBezTo>
                  <a:cubicBezTo>
                    <a:pt x="296" y="256"/>
                    <a:pt x="160" y="176"/>
                    <a:pt x="0" y="100"/>
                  </a:cubicBezTo>
                  <a:cubicBezTo>
                    <a:pt x="0" y="48"/>
                    <a:pt x="4" y="17"/>
                    <a:pt x="4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0" name="Freeform 58">
              <a:extLst>
                <a:ext uri="{FF2B5EF4-FFF2-40B4-BE49-F238E27FC236}">
                  <a16:creationId xmlns:a16="http://schemas.microsoft.com/office/drawing/2014/main" id="{298D6A78-AAD4-6C42-8184-6B5B0ADD71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315" y="680"/>
              <a:ext cx="244" cy="240"/>
            </a:xfrm>
            <a:custGeom>
              <a:avLst/>
              <a:gdLst>
                <a:gd name="T0" fmla="*/ 0 w 304"/>
                <a:gd name="T1" fmla="*/ 0 h 288"/>
                <a:gd name="T2" fmla="*/ 11 w 304"/>
                <a:gd name="T3" fmla="*/ 11 h 288"/>
                <a:gd name="T4" fmla="*/ 10 w 304"/>
                <a:gd name="T5" fmla="*/ 19 h 288"/>
                <a:gd name="T6" fmla="*/ 2 w 304"/>
                <a:gd name="T7" fmla="*/ 8 h 288"/>
                <a:gd name="T8" fmla="*/ 0 w 304"/>
                <a:gd name="T9" fmla="*/ 0 h 2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4"/>
                <a:gd name="T16" fmla="*/ 0 h 288"/>
                <a:gd name="T17" fmla="*/ 304 w 304"/>
                <a:gd name="T18" fmla="*/ 288 h 28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4" h="288">
                  <a:moveTo>
                    <a:pt x="0" y="0"/>
                  </a:moveTo>
                  <a:cubicBezTo>
                    <a:pt x="51" y="10"/>
                    <a:pt x="148" y="76"/>
                    <a:pt x="304" y="164"/>
                  </a:cubicBezTo>
                  <a:cubicBezTo>
                    <a:pt x="302" y="198"/>
                    <a:pt x="284" y="220"/>
                    <a:pt x="284" y="288"/>
                  </a:cubicBezTo>
                  <a:cubicBezTo>
                    <a:pt x="284" y="288"/>
                    <a:pt x="163" y="179"/>
                    <a:pt x="8" y="124"/>
                  </a:cubicBezTo>
                  <a:cubicBezTo>
                    <a:pt x="8" y="72"/>
                    <a:pt x="0" y="17"/>
                    <a:pt x="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292929"/>
                </a:gs>
                <a:gs pos="100000">
                  <a:srgbClr val="808080"/>
                </a:gs>
              </a:gsLst>
              <a:lin ang="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1" name="Oval 59">
              <a:extLst>
                <a:ext uri="{FF2B5EF4-FFF2-40B4-BE49-F238E27FC236}">
                  <a16:creationId xmlns:a16="http://schemas.microsoft.com/office/drawing/2014/main" id="{2C2ADEA9-27C8-8047-B295-9313B8ABB6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517" y="2609"/>
              <a:ext cx="48" cy="100"/>
            </a:xfrm>
            <a:prstGeom prst="ellipse">
              <a:avLst/>
            </a:pr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2" name="Freeform 60">
              <a:extLst>
                <a:ext uri="{FF2B5EF4-FFF2-40B4-BE49-F238E27FC236}">
                  <a16:creationId xmlns:a16="http://schemas.microsoft.com/office/drawing/2014/main" id="{9CAEC79C-34C3-884C-93EA-251A84F7068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02" y="2614"/>
              <a:ext cx="245" cy="200"/>
            </a:xfrm>
            <a:custGeom>
              <a:avLst/>
              <a:gdLst>
                <a:gd name="T0" fmla="*/ 0 w 306"/>
                <a:gd name="T1" fmla="*/ 8 h 240"/>
                <a:gd name="T2" fmla="*/ 2 w 306"/>
                <a:gd name="T3" fmla="*/ 16 h 240"/>
                <a:gd name="T4" fmla="*/ 11 w 306"/>
                <a:gd name="T5" fmla="*/ 8 h 240"/>
                <a:gd name="T6" fmla="*/ 11 w 306"/>
                <a:gd name="T7" fmla="*/ 0 h 240"/>
                <a:gd name="T8" fmla="*/ 0 w 306"/>
                <a:gd name="T9" fmla="*/ 8 h 2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06"/>
                <a:gd name="T16" fmla="*/ 0 h 240"/>
                <a:gd name="T17" fmla="*/ 306 w 306"/>
                <a:gd name="T18" fmla="*/ 240 h 24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06" h="240">
                  <a:moveTo>
                    <a:pt x="0" y="106"/>
                  </a:moveTo>
                  <a:lnTo>
                    <a:pt x="2" y="240"/>
                  </a:lnTo>
                  <a:lnTo>
                    <a:pt x="306" y="110"/>
                  </a:lnTo>
                  <a:lnTo>
                    <a:pt x="300" y="0"/>
                  </a:lnTo>
                  <a:lnTo>
                    <a:pt x="0" y="106"/>
                  </a:lnTo>
                  <a:close/>
                </a:path>
              </a:pathLst>
            </a:custGeom>
            <a:solidFill>
              <a:srgbClr val="3333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83" name="AutoShape 61">
              <a:extLst>
                <a:ext uri="{FF2B5EF4-FFF2-40B4-BE49-F238E27FC236}">
                  <a16:creationId xmlns:a16="http://schemas.microsoft.com/office/drawing/2014/main" id="{36B22FB8-29CC-B041-B349-ADB1A1CF0D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" y="2675"/>
              <a:ext cx="1200" cy="150"/>
            </a:xfrm>
            <a:prstGeom prst="roundRect">
              <a:avLst>
                <a:gd name="adj" fmla="val 50000"/>
              </a:avLst>
            </a:prstGeom>
            <a:solidFill>
              <a:srgbClr val="DDDDDD"/>
            </a:soli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4" name="AutoShape 62">
              <a:extLst>
                <a:ext uri="{FF2B5EF4-FFF2-40B4-BE49-F238E27FC236}">
                  <a16:creationId xmlns:a16="http://schemas.microsoft.com/office/drawing/2014/main" id="{A568E896-D157-6749-8B5C-38036DCDA9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204" y="2709"/>
              <a:ext cx="1071" cy="83"/>
            </a:xfrm>
            <a:prstGeom prst="roundRect">
              <a:avLst>
                <a:gd name="adj" fmla="val 50000"/>
              </a:avLst>
            </a:prstGeom>
            <a:gradFill rotWithShape="1">
              <a:gsLst>
                <a:gs pos="0">
                  <a:schemeClr val="tx2"/>
                </a:gs>
                <a:gs pos="100000">
                  <a:schemeClr val="bg2"/>
                </a:gs>
              </a:gsLst>
              <a:lin ang="0" scaled="1"/>
            </a:gradFill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5" name="Oval 63">
              <a:extLst>
                <a:ext uri="{FF2B5EF4-FFF2-40B4-BE49-F238E27FC236}">
                  <a16:creationId xmlns:a16="http://schemas.microsoft.com/office/drawing/2014/main" id="{76E67DE4-8580-984E-96DB-32AA41DD130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06" y="2381"/>
              <a:ext cx="161" cy="144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6" name="Oval 64">
              <a:extLst>
                <a:ext uri="{FF2B5EF4-FFF2-40B4-BE49-F238E27FC236}">
                  <a16:creationId xmlns:a16="http://schemas.microsoft.com/office/drawing/2014/main" id="{B85D964A-BC7F-0243-8B3C-55498AEBC0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88" y="2381"/>
              <a:ext cx="155" cy="144"/>
            </a:xfrm>
            <a:prstGeom prst="ellipse">
              <a:avLst/>
            </a:prstGeom>
            <a:solidFill>
              <a:srgbClr val="FF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1800" b="0" i="0" u="none" strike="noStrike" kern="120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Arial" panose="020B0604020202020204" pitchFamily="34" charset="0"/>
              </a:endParaRPr>
            </a:p>
          </p:txBody>
        </p:sp>
        <p:sp>
          <p:nvSpPr>
            <p:cNvPr id="87" name="Oval 65">
              <a:extLst>
                <a:ext uri="{FF2B5EF4-FFF2-40B4-BE49-F238E27FC236}">
                  <a16:creationId xmlns:a16="http://schemas.microsoft.com/office/drawing/2014/main" id="{1023622E-7290-DB4F-BDFC-4AE5806C35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60" y="2381"/>
              <a:ext cx="161" cy="139"/>
            </a:xfrm>
            <a:prstGeom prst="ellipse">
              <a:avLst/>
            </a:prstGeom>
            <a:solidFill>
              <a:srgbClr val="33CC3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88" name="Rectangle 66">
              <a:extLst>
                <a:ext uri="{FF2B5EF4-FFF2-40B4-BE49-F238E27FC236}">
                  <a16:creationId xmlns:a16="http://schemas.microsoft.com/office/drawing/2014/main" id="{C404F913-10F9-264F-B4B2-2C47E82E00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61" y="1838"/>
              <a:ext cx="86" cy="760"/>
            </a:xfrm>
            <a:prstGeom prst="rect">
              <a:avLst/>
            </a:prstGeom>
            <a:solidFill>
              <a:srgbClr val="29292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altLang="en-US" sz="20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97" name="Group 67">
            <a:extLst>
              <a:ext uri="{FF2B5EF4-FFF2-40B4-BE49-F238E27FC236}">
                <a16:creationId xmlns:a16="http://schemas.microsoft.com/office/drawing/2014/main" id="{CED85610-CD29-5E4F-BB21-F275B7666450}"/>
              </a:ext>
            </a:extLst>
          </p:cNvPr>
          <p:cNvGrpSpPr>
            <a:grpSpLocks/>
          </p:cNvGrpSpPr>
          <p:nvPr/>
        </p:nvGrpSpPr>
        <p:grpSpPr bwMode="auto">
          <a:xfrm>
            <a:off x="7841666" y="1346443"/>
            <a:ext cx="742950" cy="742950"/>
            <a:chOff x="-44" y="1473"/>
            <a:chExt cx="981" cy="1105"/>
          </a:xfrm>
        </p:grpSpPr>
        <p:pic>
          <p:nvPicPr>
            <p:cNvPr id="98" name="Picture 68" descr="desktop_computer_stylized_medium">
              <a:extLst>
                <a:ext uri="{FF2B5EF4-FFF2-40B4-BE49-F238E27FC236}">
                  <a16:creationId xmlns:a16="http://schemas.microsoft.com/office/drawing/2014/main" id="{1830ACA4-0FBE-1142-BE23-D05178A5FED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 flipH="1">
              <a:off x="-44" y="1473"/>
              <a:ext cx="981" cy="110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99" name="Freeform 69">
              <a:extLst>
                <a:ext uri="{FF2B5EF4-FFF2-40B4-BE49-F238E27FC236}">
                  <a16:creationId xmlns:a16="http://schemas.microsoft.com/office/drawing/2014/main" id="{E76D0C82-A009-EE46-B2AF-9D042C9D0FC6}"/>
                </a:ext>
              </a:extLst>
            </p:cNvPr>
            <p:cNvSpPr>
              <a:spLocks/>
            </p:cNvSpPr>
            <p:nvPr/>
          </p:nvSpPr>
          <p:spPr bwMode="auto">
            <a:xfrm flipH="1">
              <a:off x="374" y="1579"/>
              <a:ext cx="477" cy="506"/>
            </a:xfrm>
            <a:custGeom>
              <a:avLst/>
              <a:gdLst>
                <a:gd name="T0" fmla="*/ 0 w 356"/>
                <a:gd name="T1" fmla="*/ 0 h 368"/>
                <a:gd name="T2" fmla="*/ 24164 w 356"/>
                <a:gd name="T3" fmla="*/ 1678 h 368"/>
                <a:gd name="T4" fmla="*/ 28666 w 356"/>
                <a:gd name="T5" fmla="*/ 34959 h 368"/>
                <a:gd name="T6" fmla="*/ 6318 w 356"/>
                <a:gd name="T7" fmla="*/ 43721 h 368"/>
                <a:gd name="T8" fmla="*/ 0 w 356"/>
                <a:gd name="T9" fmla="*/ 0 h 3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356"/>
                <a:gd name="T16" fmla="*/ 0 h 368"/>
                <a:gd name="T17" fmla="*/ 356 w 356"/>
                <a:gd name="T18" fmla="*/ 368 h 36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356" h="368">
                  <a:moveTo>
                    <a:pt x="0" y="0"/>
                  </a:moveTo>
                  <a:lnTo>
                    <a:pt x="300" y="14"/>
                  </a:lnTo>
                  <a:lnTo>
                    <a:pt x="356" y="294"/>
                  </a:lnTo>
                  <a:lnTo>
                    <a:pt x="78" y="368"/>
                  </a:lnTo>
                  <a:lnTo>
                    <a:pt x="0" y="0"/>
                  </a:lnTo>
                  <a:close/>
                </a:path>
              </a:pathLst>
            </a:custGeom>
            <a:gradFill rotWithShape="1">
              <a:gsLst>
                <a:gs pos="0">
                  <a:srgbClr val="000099"/>
                </a:gs>
                <a:gs pos="100000">
                  <a:schemeClr val="bg1"/>
                </a:gs>
              </a:gsLst>
              <a:lin ang="2700000" scaled="1"/>
            </a:gradFill>
            <a:ln>
              <a:noFill/>
            </a:ln>
            <a:extLst>
              <a:ext uri="{91240B29-F687-4F45-9708-019B960494DF}">
                <a14:hiddenLine xmlns:a14="http://schemas.microsoft.com/office/drawing/2010/main" w="9525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</a:extLst>
          </p:spPr>
          <p:txBody>
            <a:bodyPr wrap="none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0" name="Group 3">
            <a:extLst>
              <a:ext uri="{FF2B5EF4-FFF2-40B4-BE49-F238E27FC236}">
                <a16:creationId xmlns:a16="http://schemas.microsoft.com/office/drawing/2014/main" id="{17F245AD-D1C8-1047-B190-F3B9F38A51DA}"/>
              </a:ext>
            </a:extLst>
          </p:cNvPr>
          <p:cNvGrpSpPr>
            <a:grpSpLocks/>
          </p:cNvGrpSpPr>
          <p:nvPr/>
        </p:nvGrpSpPr>
        <p:grpSpPr bwMode="auto">
          <a:xfrm>
            <a:off x="3761300" y="3384960"/>
            <a:ext cx="1931987" cy="930275"/>
            <a:chOff x="827" y="2027"/>
            <a:chExt cx="1217" cy="586"/>
          </a:xfrm>
        </p:grpSpPr>
        <p:sp>
          <p:nvSpPr>
            <p:cNvPr id="101" name="Text Box 4">
              <a:extLst>
                <a:ext uri="{FF2B5EF4-FFF2-40B4-BE49-F238E27FC236}">
                  <a16:creationId xmlns:a16="http://schemas.microsoft.com/office/drawing/2014/main" id="{96ECA07F-984C-9640-8279-02E0C42A59C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7" y="2027"/>
              <a:ext cx="1059" cy="32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wait for incoming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 request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02" name="Text Box 5">
              <a:extLst>
                <a:ext uri="{FF2B5EF4-FFF2-40B4-BE49-F238E27FC236}">
                  <a16:creationId xmlns:a16="http://schemas.microsoft.com/office/drawing/2014/main" id="{3EED45EC-0C3C-CD4F-8B77-F31CC4D8B66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8" y="2283"/>
              <a:ext cx="1216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connectionSocket =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serverSocket.accept()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03" name="Group 6">
            <a:extLst>
              <a:ext uri="{FF2B5EF4-FFF2-40B4-BE49-F238E27FC236}">
                <a16:creationId xmlns:a16="http://schemas.microsoft.com/office/drawing/2014/main" id="{942F4A59-7245-424D-B343-8B3AE10F149D}"/>
              </a:ext>
            </a:extLst>
          </p:cNvPr>
          <p:cNvGrpSpPr>
            <a:grpSpLocks/>
          </p:cNvGrpSpPr>
          <p:nvPr/>
        </p:nvGrpSpPr>
        <p:grpSpPr bwMode="auto">
          <a:xfrm>
            <a:off x="3742250" y="2145123"/>
            <a:ext cx="2357437" cy="1317625"/>
            <a:chOff x="821" y="1246"/>
            <a:chExt cx="1485" cy="830"/>
          </a:xfrm>
        </p:grpSpPr>
        <p:grpSp>
          <p:nvGrpSpPr>
            <p:cNvPr id="104" name="Group 7">
              <a:extLst>
                <a:ext uri="{FF2B5EF4-FFF2-40B4-BE49-F238E27FC236}">
                  <a16:creationId xmlns:a16="http://schemas.microsoft.com/office/drawing/2014/main" id="{26B7DDA9-00F9-674D-BF38-CB98156F7D42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821" y="1246"/>
              <a:ext cx="1485" cy="586"/>
              <a:chOff x="329" y="1270"/>
              <a:chExt cx="1485" cy="586"/>
            </a:xfrm>
          </p:grpSpPr>
          <p:sp>
            <p:nvSpPr>
              <p:cNvPr id="106" name="Text Box 8">
                <a:extLst>
                  <a:ext uri="{FF2B5EF4-FFF2-40B4-BE49-F238E27FC236}">
                    <a16:creationId xmlns:a16="http://schemas.microsoft.com/office/drawing/2014/main" id="{EB10976F-C234-F04E-BDCB-D23AD814269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29" y="1270"/>
                <a:ext cx="1213" cy="46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create socket,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port=</a:t>
                </a:r>
                <a:r>
                  <a:rPr kumimoji="0" lang="en-US" altLang="en-US" sz="14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ourier New" panose="02070309020205020404" pitchFamily="49" charset="0"/>
                    <a:ea typeface="ＭＳ Ｐゴシック" panose="020B0600070205080204" pitchFamily="34" charset="-128"/>
                    <a:cs typeface="+mn-cs"/>
                  </a:rPr>
                  <a:t>x</a:t>
                </a:r>
                <a:r>
                  <a:rPr kumimoji="0" lang="en-US" altLang="en-US" sz="1400" b="0" i="0" u="none" strike="noStrike" kern="1200" cap="none" spc="0" normalizeH="0" baseline="0" noProof="0" dirty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, for incoming request:</a:t>
                </a:r>
                <a:endParaRPr kumimoji="0" lang="en-US" altLang="en-US" sz="24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07" name="Text Box 9">
                <a:extLst>
                  <a:ext uri="{FF2B5EF4-FFF2-40B4-BE49-F238E27FC236}">
                    <a16:creationId xmlns:a16="http://schemas.microsoft.com/office/drawing/2014/main" id="{FE1C48C3-1411-C842-B695-AE75246E0DF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" y="1662"/>
                <a:ext cx="1481" cy="194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serverSocket = socket()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</p:grpSp>
        <p:sp>
          <p:nvSpPr>
            <p:cNvPr id="105" name="Line 10">
              <a:extLst>
                <a:ext uri="{FF2B5EF4-FFF2-40B4-BE49-F238E27FC236}">
                  <a16:creationId xmlns:a16="http://schemas.microsoft.com/office/drawing/2014/main" id="{EFE8B30D-7531-1F4B-8F1D-2889E291811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84" y="1872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08" name="Group 11">
            <a:extLst>
              <a:ext uri="{FF2B5EF4-FFF2-40B4-BE49-F238E27FC236}">
                <a16:creationId xmlns:a16="http://schemas.microsoft.com/office/drawing/2014/main" id="{ACBB7887-7AB9-1344-A0D2-33A736B32882}"/>
              </a:ext>
            </a:extLst>
          </p:cNvPr>
          <p:cNvGrpSpPr>
            <a:grpSpLocks/>
          </p:cNvGrpSpPr>
          <p:nvPr/>
        </p:nvGrpSpPr>
        <p:grpSpPr bwMode="auto">
          <a:xfrm>
            <a:off x="7539550" y="3389723"/>
            <a:ext cx="2357437" cy="731837"/>
            <a:chOff x="3333" y="1202"/>
            <a:chExt cx="1485" cy="461"/>
          </a:xfrm>
        </p:grpSpPr>
        <p:sp>
          <p:nvSpPr>
            <p:cNvPr id="109" name="Text Box 12">
              <a:extLst>
                <a:ext uri="{FF2B5EF4-FFF2-40B4-BE49-F238E27FC236}">
                  <a16:creationId xmlns:a16="http://schemas.microsoft.com/office/drawing/2014/main" id="{7C40D8E2-34BB-B14D-99EA-EC4D8E46BD6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5" y="1202"/>
              <a:ext cx="1468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socket,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 to </a:t>
              </a:r>
              <a:r>
                <a:rPr kumimoji="0" lang="en-US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hostid</a:t>
              </a: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, port=</a:t>
              </a:r>
              <a:r>
                <a:rPr kumimoji="0" lang="en-US" altLang="en-US" sz="1400" b="1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ourier New" panose="02070309020205020404" pitchFamily="49" charset="0"/>
                  <a:ea typeface="ＭＳ Ｐゴシック" panose="020B0600070205080204" pitchFamily="34" charset="-128"/>
                  <a:cs typeface="+mn-cs"/>
                </a:rPr>
                <a:t>x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0" name="Text Box 13">
              <a:extLst>
                <a:ext uri="{FF2B5EF4-FFF2-40B4-BE49-F238E27FC236}">
                  <a16:creationId xmlns:a16="http://schemas.microsoft.com/office/drawing/2014/main" id="{7AB5735E-62F0-3342-99B5-3AA0751455E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333" y="1469"/>
              <a:ext cx="1485" cy="19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clientSocket = socket()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11" name="Group 24">
            <a:extLst>
              <a:ext uri="{FF2B5EF4-FFF2-40B4-BE49-F238E27FC236}">
                <a16:creationId xmlns:a16="http://schemas.microsoft.com/office/drawing/2014/main" id="{EE4290C4-C540-4C43-B98B-8DA5381EA7C7}"/>
              </a:ext>
            </a:extLst>
          </p:cNvPr>
          <p:cNvGrpSpPr>
            <a:grpSpLocks/>
          </p:cNvGrpSpPr>
          <p:nvPr/>
        </p:nvGrpSpPr>
        <p:grpSpPr bwMode="auto">
          <a:xfrm>
            <a:off x="5382137" y="4177123"/>
            <a:ext cx="4062413" cy="1371600"/>
            <a:chOff x="1848" y="2526"/>
            <a:chExt cx="2559" cy="864"/>
          </a:xfrm>
        </p:grpSpPr>
        <p:sp>
          <p:nvSpPr>
            <p:cNvPr id="112" name="Line 25">
              <a:extLst>
                <a:ext uri="{FF2B5EF4-FFF2-40B4-BE49-F238E27FC236}">
                  <a16:creationId xmlns:a16="http://schemas.microsoft.com/office/drawing/2014/main" id="{F96A14E1-46BB-E441-BD29-639D3BF8A83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792" y="2964"/>
              <a:ext cx="6" cy="42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13" name="Group 26">
              <a:extLst>
                <a:ext uri="{FF2B5EF4-FFF2-40B4-BE49-F238E27FC236}">
                  <a16:creationId xmlns:a16="http://schemas.microsoft.com/office/drawing/2014/main" id="{5ED3F8AA-60DC-A346-9E5F-E29F6BA4D54A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848" y="2526"/>
              <a:ext cx="2559" cy="516"/>
              <a:chOff x="1848" y="2526"/>
              <a:chExt cx="2559" cy="516"/>
            </a:xfrm>
          </p:grpSpPr>
          <p:sp>
            <p:nvSpPr>
              <p:cNvPr id="114" name="Text Box 27">
                <a:extLst>
                  <a:ext uri="{FF2B5EF4-FFF2-40B4-BE49-F238E27FC236}">
                    <a16:creationId xmlns:a16="http://schemas.microsoft.com/office/drawing/2014/main" id="{8F25CD2B-A067-E44F-BD6A-549F5C3DB54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35" y="2673"/>
                <a:ext cx="1072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send request using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15" name="Line 28">
                <a:extLst>
                  <a:ext uri="{FF2B5EF4-FFF2-40B4-BE49-F238E27FC236}">
                    <a16:creationId xmlns:a16="http://schemas.microsoft.com/office/drawing/2014/main" id="{AD461D4B-E47B-A345-9632-F935FCFBB0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792" y="2526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  <p:sp>
            <p:nvSpPr>
              <p:cNvPr id="116" name="Line 29">
                <a:extLst>
                  <a:ext uri="{FF2B5EF4-FFF2-40B4-BE49-F238E27FC236}">
                    <a16:creationId xmlns:a16="http://schemas.microsoft.com/office/drawing/2014/main" id="{A6330BBE-6EEE-7E44-A9AE-95D14BB594E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1848" y="2790"/>
                <a:ext cx="1518" cy="252"/>
              </a:xfrm>
              <a:prstGeom prst="line">
                <a:avLst/>
              </a:prstGeom>
              <a:noFill/>
              <a:ln w="28575">
                <a:solidFill>
                  <a:srgbClr val="CC0000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grpSp>
        <p:nvGrpSpPr>
          <p:cNvPr id="117" name="Group 30">
            <a:extLst>
              <a:ext uri="{FF2B5EF4-FFF2-40B4-BE49-F238E27FC236}">
                <a16:creationId xmlns:a16="http://schemas.microsoft.com/office/drawing/2014/main" id="{C2C60A7C-9F85-CC40-A5F2-4EA4B69999A4}"/>
              </a:ext>
            </a:extLst>
          </p:cNvPr>
          <p:cNvGrpSpPr>
            <a:grpSpLocks/>
          </p:cNvGrpSpPr>
          <p:nvPr/>
        </p:nvGrpSpPr>
        <p:grpSpPr bwMode="auto">
          <a:xfrm>
            <a:off x="3751775" y="4272373"/>
            <a:ext cx="4097337" cy="1490662"/>
            <a:chOff x="821" y="2586"/>
            <a:chExt cx="2581" cy="939"/>
          </a:xfrm>
        </p:grpSpPr>
        <p:sp>
          <p:nvSpPr>
            <p:cNvPr id="118" name="Text Box 31">
              <a:extLst>
                <a:ext uri="{FF2B5EF4-FFF2-40B4-BE49-F238E27FC236}">
                  <a16:creationId xmlns:a16="http://schemas.microsoft.com/office/drawing/2014/main" id="{9B1FDBB8-2D0E-0148-926C-35E78571D5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21" y="2787"/>
              <a:ext cx="10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request from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</a:t>
              </a: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19" name="Text Box 32">
              <a:extLst>
                <a:ext uri="{FF2B5EF4-FFF2-40B4-BE49-F238E27FC236}">
                  <a16:creationId xmlns:a16="http://schemas.microsoft.com/office/drawing/2014/main" id="{E067E97F-BD76-CA4D-8001-FDBBB19C2BD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51" y="3195"/>
              <a:ext cx="10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write reply to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connectionSocket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0" name="Line 33">
              <a:extLst>
                <a:ext uri="{FF2B5EF4-FFF2-40B4-BE49-F238E27FC236}">
                  <a16:creationId xmlns:a16="http://schemas.microsoft.com/office/drawing/2014/main" id="{B80CAF82-B68A-6743-9CBF-29BD445037F4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278" y="2586"/>
              <a:ext cx="0" cy="240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1" name="Line 34">
              <a:extLst>
                <a:ext uri="{FF2B5EF4-FFF2-40B4-BE49-F238E27FC236}">
                  <a16:creationId xmlns:a16="http://schemas.microsoft.com/office/drawing/2014/main" id="{21022D29-A2BF-2F42-AB7D-DD5736B2CC37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84" y="3090"/>
              <a:ext cx="6" cy="156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2" name="Line 35">
              <a:extLst>
                <a:ext uri="{FF2B5EF4-FFF2-40B4-BE49-F238E27FC236}">
                  <a16:creationId xmlns:a16="http://schemas.microsoft.com/office/drawing/2014/main" id="{82228A3E-396F-244B-822E-ACF1690A6D6A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866" y="3306"/>
              <a:ext cx="1536" cy="180"/>
            </a:xfrm>
            <a:prstGeom prst="line">
              <a:avLst/>
            </a:prstGeom>
            <a:noFill/>
            <a:ln w="28575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</p:grpSp>
      <p:grpSp>
        <p:nvGrpSpPr>
          <p:cNvPr id="123" name="Group 52">
            <a:extLst>
              <a:ext uri="{FF2B5EF4-FFF2-40B4-BE49-F238E27FC236}">
                <a16:creationId xmlns:a16="http://schemas.microsoft.com/office/drawing/2014/main" id="{DD1A5005-D6A8-DF4C-876E-C0F3D852EBA6}"/>
              </a:ext>
            </a:extLst>
          </p:cNvPr>
          <p:cNvGrpSpPr>
            <a:grpSpLocks/>
          </p:cNvGrpSpPr>
          <p:nvPr/>
        </p:nvGrpSpPr>
        <p:grpSpPr bwMode="auto">
          <a:xfrm>
            <a:off x="5371025" y="3472273"/>
            <a:ext cx="2200275" cy="587375"/>
            <a:chOff x="3043" y="1189"/>
            <a:chExt cx="1386" cy="370"/>
          </a:xfrm>
        </p:grpSpPr>
        <p:sp>
          <p:nvSpPr>
            <p:cNvPr id="124" name="Line 37">
              <a:extLst>
                <a:ext uri="{FF2B5EF4-FFF2-40B4-BE49-F238E27FC236}">
                  <a16:creationId xmlns:a16="http://schemas.microsoft.com/office/drawing/2014/main" id="{81B4F580-1F65-E540-9F46-45075CD5F028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043" y="1372"/>
              <a:ext cx="1386" cy="0"/>
            </a:xfrm>
            <a:prstGeom prst="line">
              <a:avLst/>
            </a:prstGeom>
            <a:noFill/>
            <a:ln w="38100">
              <a:solidFill>
                <a:srgbClr val="CC0000"/>
              </a:solidFill>
              <a:prstDash val="dash"/>
              <a:round/>
              <a:headEnd type="triangle" w="med" len="med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5" name="Text Box 38">
              <a:extLst>
                <a:ext uri="{FF2B5EF4-FFF2-40B4-BE49-F238E27FC236}">
                  <a16:creationId xmlns:a16="http://schemas.microsoft.com/office/drawing/2014/main" id="{30516E51-0850-1846-9E67-14E9AE0CDEC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3106" y="1189"/>
              <a:ext cx="1204" cy="3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TCP 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9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8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 setup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endParaRPr>
            </a:p>
          </p:txBody>
        </p:sp>
      </p:grpSp>
      <p:grpSp>
        <p:nvGrpSpPr>
          <p:cNvPr id="126" name="Group 53">
            <a:extLst>
              <a:ext uri="{FF2B5EF4-FFF2-40B4-BE49-F238E27FC236}">
                <a16:creationId xmlns:a16="http://schemas.microsoft.com/office/drawing/2014/main" id="{76CBC147-BDC3-9B41-973C-967836913ABE}"/>
              </a:ext>
            </a:extLst>
          </p:cNvPr>
          <p:cNvGrpSpPr>
            <a:grpSpLocks/>
          </p:cNvGrpSpPr>
          <p:nvPr/>
        </p:nvGrpSpPr>
        <p:grpSpPr bwMode="auto">
          <a:xfrm>
            <a:off x="3702562" y="4620035"/>
            <a:ext cx="5457825" cy="1954213"/>
            <a:chOff x="832" y="2713"/>
            <a:chExt cx="3438" cy="1231"/>
          </a:xfrm>
        </p:grpSpPr>
        <p:sp>
          <p:nvSpPr>
            <p:cNvPr id="127" name="Text Box 15">
              <a:extLst>
                <a:ext uri="{FF2B5EF4-FFF2-40B4-BE49-F238E27FC236}">
                  <a16:creationId xmlns:a16="http://schemas.microsoft.com/office/drawing/2014/main" id="{BD49C61F-B268-184F-AF89-17A24E5209B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67" y="3512"/>
              <a:ext cx="1013" cy="33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anchor="ctr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close</a:t>
              </a:r>
            </a:p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4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connectionSocket</a:t>
              </a:r>
              <a:endParaRPr kumimoji="0" lang="en-US" altLang="en-US" sz="2400" b="0" i="0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Times New Roman" panose="02020603050405020304" pitchFamily="18" charset="0"/>
                <a:ea typeface="ＭＳ Ｐゴシック" panose="020B0600070205080204" pitchFamily="34" charset="-128"/>
                <a:cs typeface="+mn-cs"/>
              </a:endParaRPr>
            </a:p>
          </p:txBody>
        </p:sp>
        <p:sp>
          <p:nvSpPr>
            <p:cNvPr id="128" name="Line 16">
              <a:extLst>
                <a:ext uri="{FF2B5EF4-FFF2-40B4-BE49-F238E27FC236}">
                  <a16:creationId xmlns:a16="http://schemas.microsoft.com/office/drawing/2014/main" id="{2835A62D-1D4C-F44E-B258-9FD622CDE7ED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1318" y="3437"/>
              <a:ext cx="0" cy="204"/>
            </a:xfrm>
            <a:prstGeom prst="line">
              <a:avLst/>
            </a:pr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29" name="Freeform 17">
              <a:extLst>
                <a:ext uri="{FF2B5EF4-FFF2-40B4-BE49-F238E27FC236}">
                  <a16:creationId xmlns:a16="http://schemas.microsoft.com/office/drawing/2014/main" id="{196F5095-8EB1-E544-AC83-27077BF9F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832" y="2713"/>
              <a:ext cx="492" cy="306"/>
            </a:xfrm>
            <a:custGeom>
              <a:avLst/>
              <a:gdLst>
                <a:gd name="T0" fmla="*/ 492 w 492"/>
                <a:gd name="T1" fmla="*/ 0 h 2112"/>
                <a:gd name="T2" fmla="*/ 492 w 492"/>
                <a:gd name="T3" fmla="*/ 0 h 2112"/>
                <a:gd name="T4" fmla="*/ 0 w 492"/>
                <a:gd name="T5" fmla="*/ 0 h 2112"/>
                <a:gd name="T6" fmla="*/ 0 w 492"/>
                <a:gd name="T7" fmla="*/ 0 h 2112"/>
                <a:gd name="T8" fmla="*/ 402 w 492"/>
                <a:gd name="T9" fmla="*/ 0 h 21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492"/>
                <a:gd name="T16" fmla="*/ 0 h 2112"/>
                <a:gd name="T17" fmla="*/ 492 w 492"/>
                <a:gd name="T18" fmla="*/ 2112 h 2112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492" h="2112">
                  <a:moveTo>
                    <a:pt x="492" y="1968"/>
                  </a:moveTo>
                  <a:lnTo>
                    <a:pt x="492" y="2112"/>
                  </a:lnTo>
                  <a:lnTo>
                    <a:pt x="0" y="2112"/>
                  </a:lnTo>
                  <a:lnTo>
                    <a:pt x="0" y="0"/>
                  </a:lnTo>
                  <a:lnTo>
                    <a:pt x="402" y="0"/>
                  </a:lnTo>
                </a:path>
              </a:pathLst>
            </a:custGeom>
            <a:noFill/>
            <a:ln w="28575">
              <a:solidFill>
                <a:srgbClr val="000099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anchor="ctr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grpSp>
          <p:nvGrpSpPr>
            <p:cNvPr id="130" name="Group 18">
              <a:extLst>
                <a:ext uri="{FF2B5EF4-FFF2-40B4-BE49-F238E27FC236}">
                  <a16:creationId xmlns:a16="http://schemas.microsoft.com/office/drawing/2014/main" id="{F4224D9F-D1DB-8E48-A119-9B3F4C3D1B57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393" y="3248"/>
              <a:ext cx="877" cy="696"/>
              <a:chOff x="3365" y="3375"/>
              <a:chExt cx="877" cy="696"/>
            </a:xfrm>
          </p:grpSpPr>
          <p:sp>
            <p:nvSpPr>
              <p:cNvPr id="131" name="Text Box 19">
                <a:extLst>
                  <a:ext uri="{FF2B5EF4-FFF2-40B4-BE49-F238E27FC236}">
                    <a16:creationId xmlns:a16="http://schemas.microsoft.com/office/drawing/2014/main" id="{F57939D5-24DF-6642-BEE7-6FF967E1DC25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65" y="3375"/>
                <a:ext cx="877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read reply from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2" name="Text Box 20">
                <a:extLst>
                  <a:ext uri="{FF2B5EF4-FFF2-40B4-BE49-F238E27FC236}">
                    <a16:creationId xmlns:a16="http://schemas.microsoft.com/office/drawing/2014/main" id="{B8D472E2-53BD-364D-B6B9-D8A6525EDD60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389" y="3741"/>
                <a:ext cx="730" cy="33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1pPr>
                <a:lvl2pPr marL="742950" indent="-28575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2pPr>
                <a:lvl3pPr marL="11430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3pPr>
                <a:lvl4pPr marL="16002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4pPr>
                <a:lvl5pPr marL="2057400" indent="-228600"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lr>
                    <a:schemeClr val="accent2"/>
                  </a:buClr>
                  <a:buSzPct val="85000"/>
                  <a:buFont typeface="ZapfDingbats" charset="2"/>
                  <a:defRPr sz="2000">
                    <a:solidFill>
                      <a:schemeClr val="tx1"/>
                    </a:solidFill>
                    <a:latin typeface="Arial" panose="020B0604020202020204" pitchFamily="34" charset="0"/>
                    <a:ea typeface="ＭＳ Ｐゴシック" panose="020B0600070205080204" pitchFamily="34" charset="-128"/>
                  </a:defRPr>
                </a:lvl9pPr>
              </a:lstStyle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close</a:t>
                </a:r>
              </a:p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en-US" altLang="en-US" sz="1400" b="0" i="0" u="none" strike="noStrike" kern="1200" cap="none" spc="0" normalizeH="0" baseline="0" noProof="0">
                    <a:ln>
                      <a:noFill/>
                    </a:ln>
                    <a:solidFill>
                      <a:srgbClr val="CC0000"/>
                    </a:solidFill>
                    <a:effectLst/>
                    <a:uLnTx/>
                    <a:uFillTx/>
                    <a:latin typeface="Arial" panose="020B0604020202020204" pitchFamily="34" charset="0"/>
                    <a:ea typeface="ＭＳ Ｐゴシック" panose="020B0600070205080204" pitchFamily="34" charset="-128"/>
                    <a:cs typeface="+mn-cs"/>
                  </a:rPr>
                  <a:t>clientSocket</a:t>
                </a:r>
                <a:endParaRPr kumimoji="0" lang="en-US" altLang="en-US" sz="2400" b="0" i="0" u="none" strike="noStrike" kern="1200" cap="none" spc="0" normalizeH="0" baseline="0" noProof="0">
                  <a:ln>
                    <a:noFill/>
                  </a:ln>
                  <a:solidFill>
                    <a:srgbClr val="CC0000"/>
                  </a:solidFill>
                  <a:effectLst/>
                  <a:uLnTx/>
                  <a:uFillTx/>
                  <a:latin typeface="Times New Roman" panose="02020603050405020304" pitchFamily="18" charset="0"/>
                  <a:ea typeface="ＭＳ Ｐゴシック" panose="020B0600070205080204" pitchFamily="34" charset="-128"/>
                  <a:cs typeface="+mn-cs"/>
                </a:endParaRPr>
              </a:p>
            </p:txBody>
          </p:sp>
          <p:sp>
            <p:nvSpPr>
              <p:cNvPr id="133" name="Line 21">
                <a:extLst>
                  <a:ext uri="{FF2B5EF4-FFF2-40B4-BE49-F238E27FC236}">
                    <a16:creationId xmlns:a16="http://schemas.microsoft.com/office/drawing/2014/main" id="{92CB88C5-2A25-EE44-A282-4291659B12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816" y="3690"/>
                <a:ext cx="0" cy="204"/>
              </a:xfrm>
              <a:prstGeom prst="line">
                <a:avLst/>
              </a:prstGeom>
              <a:noFill/>
              <a:ln w="28575">
                <a:solidFill>
                  <a:srgbClr val="000099"/>
                </a:solidFill>
                <a:round/>
                <a:headEnd/>
                <a:tailEnd type="triangl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anchor="ctr">
                <a:spAutoFit/>
              </a:bodyPr>
              <a:lstStyle/>
              <a:p>
                <a:pPr marL="0" marR="0" lvl="0" indent="0" algn="l" defTabSz="9144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en-US" sz="1800" b="0" i="0" u="none" strike="noStrike" kern="1200" cap="none" spc="0" normalizeH="0" baseline="0" noProof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libri" panose="020F0502020204030204"/>
                  <a:ea typeface="+mn-ea"/>
                  <a:cs typeface="+mn-cs"/>
                </a:endParaRPr>
              </a:p>
            </p:txBody>
          </p:sp>
        </p:grpSp>
      </p:grpSp>
      <p:sp>
        <p:nvSpPr>
          <p:cNvPr id="134" name="Slide Number Placeholder 2">
            <a:extLst>
              <a:ext uri="{FF2B5EF4-FFF2-40B4-BE49-F238E27FC236}">
                <a16:creationId xmlns:a16="http://schemas.microsoft.com/office/drawing/2014/main" id="{ED1B064B-3835-7243-A075-A2B6E297B73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0001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6" dur="500"/>
                                        <p:tgtEl>
                                          <p:spTgt spid="1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0" dur="500"/>
                                        <p:tgtEl>
                                          <p:spTgt spid="1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5" dur="500"/>
                                        <p:tgtEl>
                                          <p:spTgt spid="1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0" dur="500"/>
                                        <p:tgtEl>
                                          <p:spTgt spid="1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TCP client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TextBox 1">
            <a:extLst>
              <a:ext uri="{FF2B5EF4-FFF2-40B4-BE49-F238E27FC236}">
                <a16:creationId xmlns:a16="http://schemas.microsoft.com/office/drawing/2014/main" id="{32242A8E-B3CB-194E-B2B0-D62D05F9481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53332" y="2021516"/>
            <a:ext cx="5894388" cy="4229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from socket import *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= ’</a:t>
            </a:r>
            <a:r>
              <a:rPr kumimoji="0" lang="en-US" altLang="ja-JP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’</a:t>
            </a:r>
            <a:endParaRPr kumimoji="0" lang="en-US" altLang="ja-JP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= 12000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= socket(AF_INET, SOCK_STREAM)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clientSocket.connect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((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serverName,serverPort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sentence =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raw_input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(‘Input lowercase sentence:’)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clientSocket.send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sentence.encode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modifiedSentence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=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clientSocket.recv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(1024)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 (‘From Server:’,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modifiedSentence.decode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())</a:t>
            </a:r>
          </a:p>
          <a:p>
            <a:pPr marL="0" marR="0" lvl="0" indent="0" algn="l" defTabSz="914400" rtl="0" eaLnBrk="1" fontAlgn="auto" latinLnBrk="0" hangingPunct="1">
              <a:lnSpc>
                <a:spcPts val="28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clientSocket.close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()</a:t>
            </a:r>
          </a:p>
        </p:txBody>
      </p:sp>
      <p:sp>
        <p:nvSpPr>
          <p:cNvPr id="26" name="TextBox 2">
            <a:extLst>
              <a:ext uri="{FF2B5EF4-FFF2-40B4-BE49-F238E27FC236}">
                <a16:creationId xmlns:a16="http://schemas.microsoft.com/office/drawing/2014/main" id="{CB8056E7-3F65-9A48-BB93-0E9B6178A6F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66032" y="1538916"/>
            <a:ext cx="2706688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TCPClient</a:t>
            </a:r>
          </a:p>
        </p:txBody>
      </p:sp>
      <p:grpSp>
        <p:nvGrpSpPr>
          <p:cNvPr id="27" name="Group 47">
            <a:extLst>
              <a:ext uri="{FF2B5EF4-FFF2-40B4-BE49-F238E27FC236}">
                <a16:creationId xmlns:a16="http://schemas.microsoft.com/office/drawing/2014/main" id="{500AF080-AE8D-BA48-B682-89E723677E64}"/>
              </a:ext>
            </a:extLst>
          </p:cNvPr>
          <p:cNvGrpSpPr>
            <a:grpSpLocks/>
          </p:cNvGrpSpPr>
          <p:nvPr/>
        </p:nvGrpSpPr>
        <p:grpSpPr bwMode="auto">
          <a:xfrm>
            <a:off x="1656643" y="3166108"/>
            <a:ext cx="3481226" cy="584775"/>
            <a:chOff x="-792500" y="2796587"/>
            <a:chExt cx="3481672" cy="584044"/>
          </a:xfrm>
        </p:grpSpPr>
        <p:sp>
          <p:nvSpPr>
            <p:cNvPr id="28" name="TextBox 31">
              <a:extLst>
                <a:ext uri="{FF2B5EF4-FFF2-40B4-BE49-F238E27FC236}">
                  <a16:creationId xmlns:a16="http://schemas.microsoft.com/office/drawing/2014/main" id="{8564B35A-2400-144A-A554-A0822DEA8FA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92500" y="2796587"/>
              <a:ext cx="2888177" cy="584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TCP socket for server, remote port 12000</a:t>
              </a:r>
            </a:p>
          </p:txBody>
        </p:sp>
        <p:cxnSp>
          <p:nvCxnSpPr>
            <p:cNvPr id="29" name="Straight Connector 32">
              <a:extLst>
                <a:ext uri="{FF2B5EF4-FFF2-40B4-BE49-F238E27FC236}">
                  <a16:creationId xmlns:a16="http://schemas.microsoft.com/office/drawing/2014/main" id="{729CE148-4BC3-9844-81FA-3A670DB40EA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1643" y="2959715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30" name="Oval 29">
            <a:extLst>
              <a:ext uri="{FF2B5EF4-FFF2-40B4-BE49-F238E27FC236}">
                <a16:creationId xmlns:a16="http://schemas.microsoft.com/office/drawing/2014/main" id="{34C8C54F-60CE-974F-8DEC-48BF9D4DF6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760541" y="2993923"/>
            <a:ext cx="2133599" cy="589517"/>
          </a:xfrm>
          <a:prstGeom prst="ellipse">
            <a:avLst/>
          </a:prstGeom>
          <a:noFill/>
          <a:ln w="19050">
            <a:solidFill>
              <a:srgbClr val="0000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 marL="342900" indent="-3429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342900" marR="0" lvl="0" indent="-34290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en-US" sz="2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omic Sans MS" panose="030F0902030302020204" pitchFamily="66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31" name="Group 47">
            <a:extLst>
              <a:ext uri="{FF2B5EF4-FFF2-40B4-BE49-F238E27FC236}">
                <a16:creationId xmlns:a16="http://schemas.microsoft.com/office/drawing/2014/main" id="{E21D3C68-B8EF-A444-80F9-31E682114E08}"/>
              </a:ext>
            </a:extLst>
          </p:cNvPr>
          <p:cNvGrpSpPr>
            <a:grpSpLocks/>
          </p:cNvGrpSpPr>
          <p:nvPr/>
        </p:nvGrpSpPr>
        <p:grpSpPr bwMode="auto">
          <a:xfrm>
            <a:off x="970933" y="4616284"/>
            <a:ext cx="4182811" cy="338554"/>
            <a:chOff x="-1495096" y="3006031"/>
            <a:chExt cx="4184250" cy="337708"/>
          </a:xfrm>
        </p:grpSpPr>
        <p:sp>
          <p:nvSpPr>
            <p:cNvPr id="32" name="TextBox 31">
              <a:extLst>
                <a:ext uri="{FF2B5EF4-FFF2-40B4-BE49-F238E27FC236}">
                  <a16:creationId xmlns:a16="http://schemas.microsoft.com/office/drawing/2014/main" id="{B6254A49-A84C-F34C-9198-710668B58105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95096" y="3006031"/>
              <a:ext cx="3779615" cy="33770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No need to attach server name, port </a:t>
              </a:r>
            </a:p>
          </p:txBody>
        </p: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1433589B-C5F2-A648-B005-02E951C7EF7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1625" y="3165929"/>
              <a:ext cx="727529" cy="272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12" name="Slide Number Placeholder 2">
            <a:extLst>
              <a:ext uri="{FF2B5EF4-FFF2-40B4-BE49-F238E27FC236}">
                <a16:creationId xmlns:a16="http://schemas.microsoft.com/office/drawing/2014/main" id="{F8EE22D5-1E7E-E545-A607-D85E87E6C1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515767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Example app: TCP server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3" name="TextBox 1">
            <a:extLst>
              <a:ext uri="{FF2B5EF4-FFF2-40B4-BE49-F238E27FC236}">
                <a16:creationId xmlns:a16="http://schemas.microsoft.com/office/drawing/2014/main" id="{5950741E-8292-7E41-84C1-46A070CA3DB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060" y="1922450"/>
            <a:ext cx="6292850" cy="5200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from socket import *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= 12000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= socket(AF_INET,SOCK_STREAM)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serverSocket.bind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((‘’,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serverPort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serverSocket.listen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print ‘The server is ready to receive’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while True: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connectionSocket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,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addr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=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serverSocket.accept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sentence =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connectionSocket.recv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(1024).decode()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capitalizedSentence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=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sentence.upper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connectionSocket.send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capitalizedSentence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                                                       encode())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     </a:t>
            </a:r>
            <a:r>
              <a:rPr kumimoji="0" lang="en-US" alt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connectionSocket.close</a:t>
            </a:r>
            <a:r>
              <a:rPr kumimoji="0" lang="en-US" altLang="en-US" sz="20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()</a:t>
            </a:r>
            <a:endParaRPr kumimoji="0" lang="en-US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14" name="TextBox 2">
            <a:extLst>
              <a:ext uri="{FF2B5EF4-FFF2-40B4-BE49-F238E27FC236}">
                <a16:creationId xmlns:a16="http://schemas.microsoft.com/office/drawing/2014/main" id="{311EF17F-3D4A-0B47-8BA1-C2C1035869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184060" y="1439850"/>
            <a:ext cx="2827338" cy="46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en-US" sz="24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Python </a:t>
            </a:r>
            <a:r>
              <a:rPr kumimoji="0" lang="en-US" altLang="en-US" sz="2400" b="0" i="1" u="none" strike="noStrike" kern="1200" cap="none" spc="0" normalizeH="0" baseline="0" noProof="0" dirty="0" err="1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Arial" panose="020B0604020202020204" pitchFamily="34" charset="0"/>
                <a:ea typeface="ＭＳ Ｐゴシック" panose="020B0600070205080204" pitchFamily="34" charset="-128"/>
                <a:cs typeface="+mn-cs"/>
              </a:rPr>
              <a:t>TCPServer</a:t>
            </a:r>
            <a:endParaRPr kumimoji="0" lang="en-US" altLang="en-US" sz="2400" b="0" i="1" u="none" strike="noStrike" kern="1200" cap="none" spc="0" normalizeH="0" baseline="0" noProof="0" dirty="0">
              <a:ln>
                <a:noFill/>
              </a:ln>
              <a:solidFill>
                <a:srgbClr val="CC0000"/>
              </a:solidFill>
              <a:effectLst/>
              <a:uLnTx/>
              <a:uFillTx/>
              <a:latin typeface="Arial" panose="020B0604020202020204" pitchFamily="34" charset="0"/>
              <a:ea typeface="ＭＳ Ｐゴシック" panose="020B0600070205080204" pitchFamily="34" charset="-128"/>
              <a:cs typeface="+mn-cs"/>
            </a:endParaRPr>
          </a:p>
        </p:txBody>
      </p:sp>
      <p:grpSp>
        <p:nvGrpSpPr>
          <p:cNvPr id="15" name="Group 13">
            <a:extLst>
              <a:ext uri="{FF2B5EF4-FFF2-40B4-BE49-F238E27FC236}">
                <a16:creationId xmlns:a16="http://schemas.microsoft.com/office/drawing/2014/main" id="{FE11A28B-1D9C-5D4D-9B45-8F8462E7E906}"/>
              </a:ext>
            </a:extLst>
          </p:cNvPr>
          <p:cNvGrpSpPr>
            <a:grpSpLocks/>
          </p:cNvGrpSpPr>
          <p:nvPr/>
        </p:nvGrpSpPr>
        <p:grpSpPr bwMode="auto">
          <a:xfrm>
            <a:off x="1724351" y="2556715"/>
            <a:ext cx="3374285" cy="338554"/>
            <a:chOff x="-749058" y="2414108"/>
            <a:chExt cx="3374330" cy="338257"/>
          </a:xfrm>
        </p:grpSpPr>
        <p:sp>
          <p:nvSpPr>
            <p:cNvPr id="16" name="TextBox 31">
              <a:extLst>
                <a:ext uri="{FF2B5EF4-FFF2-40B4-BE49-F238E27FC236}">
                  <a16:creationId xmlns:a16="http://schemas.microsoft.com/office/drawing/2014/main" id="{BE7B84C0-FF81-284C-B893-87D2A5F776E3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749058" y="2414108"/>
              <a:ext cx="3062331" cy="33825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create TCP welcoming socket</a:t>
              </a:r>
            </a:p>
          </p:txBody>
        </p:sp>
        <p:cxnSp>
          <p:nvCxnSpPr>
            <p:cNvPr id="17" name="Straight Connector 32">
              <a:extLst>
                <a:ext uri="{FF2B5EF4-FFF2-40B4-BE49-F238E27FC236}">
                  <a16:creationId xmlns:a16="http://schemas.microsoft.com/office/drawing/2014/main" id="{9AC227D5-ACE3-9D45-9809-D827F0E36A3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36730" y="2597150"/>
              <a:ext cx="48854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18" name="Group 14">
            <a:extLst>
              <a:ext uri="{FF2B5EF4-FFF2-40B4-BE49-F238E27FC236}">
                <a16:creationId xmlns:a16="http://schemas.microsoft.com/office/drawing/2014/main" id="{FAAA7E9C-BFC7-834D-AA16-2DA4A476CDA2}"/>
              </a:ext>
            </a:extLst>
          </p:cNvPr>
          <p:cNvGrpSpPr>
            <a:grpSpLocks/>
          </p:cNvGrpSpPr>
          <p:nvPr/>
        </p:nvGrpSpPr>
        <p:grpSpPr bwMode="auto">
          <a:xfrm>
            <a:off x="2080634" y="3063061"/>
            <a:ext cx="3036870" cy="584775"/>
            <a:chOff x="-1667664" y="2908339"/>
            <a:chExt cx="4371910" cy="584044"/>
          </a:xfrm>
        </p:grpSpPr>
        <p:sp>
          <p:nvSpPr>
            <p:cNvPr id="19" name="TextBox 26">
              <a:extLst>
                <a:ext uri="{FF2B5EF4-FFF2-40B4-BE49-F238E27FC236}">
                  <a16:creationId xmlns:a16="http://schemas.microsoft.com/office/drawing/2014/main" id="{DDD9E670-279E-624F-9241-0F4EB31CF7A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667664" y="2908339"/>
              <a:ext cx="4139198" cy="584044"/>
            </a:xfrm>
            <a:prstGeom prst="rect">
              <a:avLst/>
            </a:prstGeom>
            <a:no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 begins listening for  incoming TCP requests</a:t>
              </a:r>
            </a:p>
          </p:txBody>
        </p:sp>
        <p:cxnSp>
          <p:nvCxnSpPr>
            <p:cNvPr id="20" name="Straight Connector 30">
              <a:extLst>
                <a:ext uri="{FF2B5EF4-FFF2-40B4-BE49-F238E27FC236}">
                  <a16:creationId xmlns:a16="http://schemas.microsoft.com/office/drawing/2014/main" id="{24B55155-A531-764D-80EA-161809A28354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967825" y="3217286"/>
              <a:ext cx="736421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1" name="Group 15">
            <a:extLst>
              <a:ext uri="{FF2B5EF4-FFF2-40B4-BE49-F238E27FC236}">
                <a16:creationId xmlns:a16="http://schemas.microsoft.com/office/drawing/2014/main" id="{4E398AB3-CA85-1246-9B45-0A62FCD962C1}"/>
              </a:ext>
            </a:extLst>
          </p:cNvPr>
          <p:cNvGrpSpPr>
            <a:grpSpLocks/>
          </p:cNvGrpSpPr>
          <p:nvPr/>
        </p:nvGrpSpPr>
        <p:grpSpPr bwMode="auto">
          <a:xfrm>
            <a:off x="3328500" y="3824136"/>
            <a:ext cx="1858624" cy="297517"/>
            <a:chOff x="905004" y="3819988"/>
            <a:chExt cx="1859872" cy="298292"/>
          </a:xfrm>
        </p:grpSpPr>
        <p:sp>
          <p:nvSpPr>
            <p:cNvPr id="22" name="TextBox 34">
              <a:extLst>
                <a:ext uri="{FF2B5EF4-FFF2-40B4-BE49-F238E27FC236}">
                  <a16:creationId xmlns:a16="http://schemas.microsoft.com/office/drawing/2014/main" id="{94C20932-E37A-A347-85B8-6A71FAB668B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905004" y="3819988"/>
              <a:ext cx="1859872" cy="29829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loop forever</a:t>
              </a:r>
            </a:p>
          </p:txBody>
        </p:sp>
        <p:cxnSp>
          <p:nvCxnSpPr>
            <p:cNvPr id="23" name="Straight Connector 35">
              <a:extLst>
                <a:ext uri="{FF2B5EF4-FFF2-40B4-BE49-F238E27FC236}">
                  <a16:creationId xmlns:a16="http://schemas.microsoft.com/office/drawing/2014/main" id="{FAC42719-5F1D-0749-8621-F7DF2A166C6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87464" y="3964782"/>
              <a:ext cx="523192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24" name="Group 17">
            <a:extLst>
              <a:ext uri="{FF2B5EF4-FFF2-40B4-BE49-F238E27FC236}">
                <a16:creationId xmlns:a16="http://schemas.microsoft.com/office/drawing/2014/main" id="{F3B50B89-48C8-7E48-8FDE-4D6D8A826B11}"/>
              </a:ext>
            </a:extLst>
          </p:cNvPr>
          <p:cNvGrpSpPr>
            <a:grpSpLocks/>
          </p:cNvGrpSpPr>
          <p:nvPr/>
        </p:nvGrpSpPr>
        <p:grpSpPr bwMode="auto">
          <a:xfrm>
            <a:off x="906051" y="4140995"/>
            <a:ext cx="4273089" cy="502702"/>
            <a:chOff x="-812680" y="4044670"/>
            <a:chExt cx="3634217" cy="502843"/>
          </a:xfrm>
        </p:grpSpPr>
        <p:sp>
          <p:nvSpPr>
            <p:cNvPr id="34" name="TextBox 36">
              <a:extLst>
                <a:ext uri="{FF2B5EF4-FFF2-40B4-BE49-F238E27FC236}">
                  <a16:creationId xmlns:a16="http://schemas.microsoft.com/office/drawing/2014/main" id="{C7F6449F-1FAC-0144-AA7B-940049031E8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812680" y="4044670"/>
              <a:ext cx="3634217" cy="50284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server waits on accept() for incoming requests, new socket created on return</a:t>
              </a:r>
            </a:p>
          </p:txBody>
        </p:sp>
        <p:cxnSp>
          <p:nvCxnSpPr>
            <p:cNvPr id="35" name="Straight Connector 39">
              <a:extLst>
                <a:ext uri="{FF2B5EF4-FFF2-40B4-BE49-F238E27FC236}">
                  <a16:creationId xmlns:a16="http://schemas.microsoft.com/office/drawing/2014/main" id="{1E61EC2C-2AF0-BD40-B849-E841D4D3D3F0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337575" y="4188416"/>
              <a:ext cx="435213" cy="1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6" name="Group 18">
            <a:extLst>
              <a:ext uri="{FF2B5EF4-FFF2-40B4-BE49-F238E27FC236}">
                <a16:creationId xmlns:a16="http://schemas.microsoft.com/office/drawing/2014/main" id="{2B25A781-3C5A-4345-B1BA-DEACB59F98D7}"/>
              </a:ext>
            </a:extLst>
          </p:cNvPr>
          <p:cNvGrpSpPr>
            <a:grpSpLocks/>
          </p:cNvGrpSpPr>
          <p:nvPr/>
        </p:nvGrpSpPr>
        <p:grpSpPr bwMode="auto">
          <a:xfrm>
            <a:off x="1951002" y="4771416"/>
            <a:ext cx="3154397" cy="584775"/>
            <a:chOff x="-463314" y="4140337"/>
            <a:chExt cx="3153124" cy="585085"/>
          </a:xfrm>
        </p:grpSpPr>
        <p:sp>
          <p:nvSpPr>
            <p:cNvPr id="37" name="TextBox 61">
              <a:extLst>
                <a:ext uri="{FF2B5EF4-FFF2-40B4-BE49-F238E27FC236}">
                  <a16:creationId xmlns:a16="http://schemas.microsoft.com/office/drawing/2014/main" id="{A4995AED-D7BB-0A43-8C79-4CAECC669A71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463314" y="4140337"/>
              <a:ext cx="2746043" cy="5850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read bytes from socket (but not address as in UDP)</a:t>
              </a:r>
            </a:p>
          </p:txBody>
        </p:sp>
        <p:cxnSp>
          <p:nvCxnSpPr>
            <p:cNvPr id="38" name="Straight Connector 62">
              <a:extLst>
                <a:ext uri="{FF2B5EF4-FFF2-40B4-BE49-F238E27FC236}">
                  <a16:creationId xmlns:a16="http://schemas.microsoft.com/office/drawing/2014/main" id="{39CA9B6C-408E-C74F-BCDD-01EC8665E7B2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94710" y="4288764"/>
              <a:ext cx="495100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grpSp>
        <p:nvGrpSpPr>
          <p:cNvPr id="39" name="Group 28">
            <a:extLst>
              <a:ext uri="{FF2B5EF4-FFF2-40B4-BE49-F238E27FC236}">
                <a16:creationId xmlns:a16="http://schemas.microsoft.com/office/drawing/2014/main" id="{2EF79CA3-2450-FB47-A075-DE884877B7F1}"/>
              </a:ext>
            </a:extLst>
          </p:cNvPr>
          <p:cNvGrpSpPr>
            <a:grpSpLocks/>
          </p:cNvGrpSpPr>
          <p:nvPr/>
        </p:nvGrpSpPr>
        <p:grpSpPr bwMode="auto">
          <a:xfrm>
            <a:off x="1026276" y="5902558"/>
            <a:ext cx="4079124" cy="584775"/>
            <a:chOff x="-1411416" y="4686923"/>
            <a:chExt cx="4079374" cy="585153"/>
          </a:xfrm>
        </p:grpSpPr>
        <p:sp>
          <p:nvSpPr>
            <p:cNvPr id="40" name="TextBox 29">
              <a:extLst>
                <a:ext uri="{FF2B5EF4-FFF2-40B4-BE49-F238E27FC236}">
                  <a16:creationId xmlns:a16="http://schemas.microsoft.com/office/drawing/2014/main" id="{4729B12D-4BE5-7649-A39B-A68529411CBB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-1411416" y="4686923"/>
              <a:ext cx="3902071" cy="5851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square">
              <a:spAutoFit/>
            </a:bodyPr>
            <a:lstStyle>
              <a:lvl1pPr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1pPr>
              <a:lvl2pPr marL="742950" indent="-28575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2pPr>
              <a:lvl3pPr marL="11430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3pPr>
              <a:lvl4pPr marL="16002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4pPr>
              <a:lvl5pPr marL="2057400" indent="-228600"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chemeClr val="accent2"/>
                </a:buClr>
                <a:buSzPct val="85000"/>
                <a:buFont typeface="ZapfDingbats" charset="2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ＭＳ Ｐゴシック" panose="020B0600070205080204" pitchFamily="34" charset="-128"/>
                </a:defRPr>
              </a:lvl9pPr>
            </a:lstStyle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close connection to this client (but </a:t>
              </a:r>
              <a:r>
                <a:rPr kumimoji="0" lang="en-US" altLang="en-US" sz="1600" b="0" i="1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not</a:t>
              </a:r>
              <a:r>
                <a:rPr kumimoji="0" lang="en-US" altLang="en-US" sz="1600" b="0" i="0" u="none" strike="noStrike" kern="1200" cap="none" spc="0" normalizeH="0" baseline="0" noProof="0" dirty="0">
                  <a:ln>
                    <a:noFill/>
                  </a:ln>
                  <a:solidFill>
                    <a:srgbClr val="000099"/>
                  </a:solidFill>
                  <a:effectLst/>
                  <a:uLnTx/>
                  <a:uFillTx/>
                  <a:latin typeface="Arial" panose="020B0604020202020204" pitchFamily="34" charset="0"/>
                  <a:ea typeface="ＭＳ Ｐゴシック" panose="020B0600070205080204" pitchFamily="34" charset="-128"/>
                  <a:cs typeface="+mn-cs"/>
                </a:rPr>
                <a:t> welcoming socket)</a:t>
              </a:r>
            </a:p>
          </p:txBody>
        </p:sp>
        <p:cxnSp>
          <p:nvCxnSpPr>
            <p:cNvPr id="41" name="Straight Connector 33">
              <a:extLst>
                <a:ext uri="{FF2B5EF4-FFF2-40B4-BE49-F238E27FC236}">
                  <a16:creationId xmlns:a16="http://schemas.microsoft.com/office/drawing/2014/main" id="{445EB81E-B12F-454D-80B8-5484BE29F558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2172628" y="4843734"/>
              <a:ext cx="495330" cy="0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round/>
              <a:headE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</p:grpSp>
      <p:sp>
        <p:nvSpPr>
          <p:cNvPr id="25" name="Slide Number Placeholder 2">
            <a:extLst>
              <a:ext uri="{FF2B5EF4-FFF2-40B4-BE49-F238E27FC236}">
                <a16:creationId xmlns:a16="http://schemas.microsoft.com/office/drawing/2014/main" id="{CBD18514-E668-5544-8BF7-53F711E4F95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33206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1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3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9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dissolve">
                                      <p:cBhvr>
                                        <p:cTn id="4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7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Chapter 2: Summary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5" name="Rectangle 3">
            <a:extLst>
              <a:ext uri="{FF2B5EF4-FFF2-40B4-BE49-F238E27FC236}">
                <a16:creationId xmlns:a16="http://schemas.microsoft.com/office/drawing/2014/main" id="{130235C8-CBF2-BC40-8C2F-CC9AFE97994B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>
          <a:xfrm>
            <a:off x="838200" y="2094161"/>
            <a:ext cx="5710084" cy="4194034"/>
          </a:xfrm>
        </p:spPr>
        <p:txBody>
          <a:bodyPr>
            <a:normAutofit/>
          </a:bodyPr>
          <a:lstStyle/>
          <a:p>
            <a:pPr marL="287338" indent="-287338">
              <a:buFont typeface="Wingdings" charset="2"/>
              <a:buChar char="§"/>
              <a:defRPr/>
            </a:pPr>
            <a:r>
              <a:rPr lang="en-US" dirty="0"/>
              <a:t>application architectures</a:t>
            </a:r>
          </a:p>
          <a:p>
            <a:pPr marL="681038" lvl="1" indent="-223838">
              <a:buFont typeface="Arial"/>
              <a:buChar char="•"/>
              <a:defRPr/>
            </a:pPr>
            <a:r>
              <a:rPr lang="en-US" dirty="0"/>
              <a:t>client-server</a:t>
            </a:r>
          </a:p>
          <a:p>
            <a:pPr marL="681038" lvl="1" indent="-223838">
              <a:buFont typeface="Arial"/>
              <a:buChar char="•"/>
              <a:defRPr/>
            </a:pPr>
            <a:r>
              <a:rPr lang="en-US" dirty="0"/>
              <a:t>P2P</a:t>
            </a:r>
          </a:p>
          <a:p>
            <a:pPr marL="287338" indent="-287338">
              <a:buFont typeface="Wingdings" charset="2"/>
              <a:buChar char="§"/>
              <a:defRPr/>
            </a:pPr>
            <a:r>
              <a:rPr lang="en-US" dirty="0"/>
              <a:t>application service requirements:</a:t>
            </a:r>
          </a:p>
          <a:p>
            <a:pPr marL="682625" lvl="1" indent="-228600">
              <a:buFont typeface="Arial"/>
              <a:buChar char="•"/>
              <a:defRPr/>
            </a:pPr>
            <a:r>
              <a:rPr lang="en-US" dirty="0"/>
              <a:t>reliability, bandwidth, delay</a:t>
            </a:r>
          </a:p>
          <a:p>
            <a:pPr marL="287338" indent="-287338">
              <a:buFont typeface="Wingdings" charset="2"/>
              <a:buChar char="§"/>
              <a:defRPr/>
            </a:pPr>
            <a:r>
              <a:rPr lang="en-US" dirty="0"/>
              <a:t>Internet transport service model</a:t>
            </a:r>
          </a:p>
          <a:p>
            <a:pPr marL="681038" lvl="1" indent="-223838">
              <a:buFont typeface="Arial"/>
              <a:buChar char="•"/>
              <a:defRPr/>
            </a:pPr>
            <a:r>
              <a:rPr lang="en-US" dirty="0"/>
              <a:t>connection-oriented, reliable: TCP</a:t>
            </a:r>
          </a:p>
          <a:p>
            <a:pPr marL="681038" lvl="1" indent="-223838">
              <a:buFont typeface="Arial"/>
              <a:buChar char="•"/>
              <a:defRPr/>
            </a:pPr>
            <a:r>
              <a:rPr lang="en-US" dirty="0"/>
              <a:t>unreliable, datagrams: UDP</a:t>
            </a:r>
            <a:endParaRPr lang="en-US" sz="2000" dirty="0"/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228601A5-E42C-D440-B994-5748EBF18265}"/>
              </a:ext>
            </a:extLst>
          </p:cNvPr>
          <p:cNvSpPr txBox="1">
            <a:spLocks noChangeArrowheads="1"/>
          </p:cNvSpPr>
          <p:nvPr/>
        </p:nvSpPr>
        <p:spPr>
          <a:xfrm>
            <a:off x="704849" y="1392072"/>
            <a:ext cx="10208957" cy="6762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our study of network application layer is now complete!</a:t>
            </a:r>
          </a:p>
        </p:txBody>
      </p:sp>
      <p:sp>
        <p:nvSpPr>
          <p:cNvPr id="27" name="Rectangle 5">
            <a:extLst>
              <a:ext uri="{FF2B5EF4-FFF2-40B4-BE49-F238E27FC236}">
                <a16:creationId xmlns:a16="http://schemas.microsoft.com/office/drawing/2014/main" id="{64F252F4-9047-6D40-8B28-18D2E55365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310006" y="2054984"/>
            <a:ext cx="4652810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287338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specific protocols:</a:t>
            </a:r>
          </a:p>
          <a:p>
            <a:pPr marL="681038" marR="0" lvl="1" indent="-2238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HTTP</a:t>
            </a:r>
          </a:p>
          <a:p>
            <a:pPr marL="681038" marR="0" lvl="1" indent="-2238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SMTP, IMAP</a:t>
            </a:r>
          </a:p>
          <a:p>
            <a:pPr marL="681038" marR="0" lvl="1" indent="-2238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DNS</a:t>
            </a:r>
          </a:p>
          <a:p>
            <a:pPr marL="681038" marR="0" lvl="1" indent="-2238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Tx/>
              <a:buFont typeface="Arial"/>
              <a:buChar char="•"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P2P: BitTorrent</a:t>
            </a:r>
          </a:p>
          <a:p>
            <a:pPr marL="287338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video streaming, CDNs</a:t>
            </a:r>
          </a:p>
          <a:p>
            <a:pPr marL="287338" marR="0" lvl="0" indent="-287338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charset="2"/>
              <a:buChar char="§"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socket programming: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ZapfDingbats" charset="0"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charset="0"/>
                <a:cs typeface="ＭＳ Ｐゴシック" charset="0"/>
              </a:rPr>
              <a:t>    TCP, UDP sockets</a:t>
            </a: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8FBD60C3-995D-4948-A95F-E9B0A22398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8411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4" name="Title 1">
            <a:extLst>
              <a:ext uri="{FF2B5EF4-FFF2-40B4-BE49-F238E27FC236}">
                <a16:creationId xmlns:a16="http://schemas.microsoft.com/office/drawing/2014/main" id="{EDBA5A8F-4260-B240-9E01-AE8471BDC4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51821"/>
            <a:ext cx="10515600" cy="894622"/>
          </a:xfrm>
        </p:spPr>
        <p:txBody>
          <a:bodyPr>
            <a:normAutofit/>
          </a:bodyPr>
          <a:lstStyle/>
          <a:p>
            <a:pPr lvl="0" eaLnBrk="0" fontAlgn="base" hangingPunct="0">
              <a:lnSpc>
                <a:spcPct val="100000"/>
              </a:lnSpc>
              <a:spcAft>
                <a:spcPct val="0"/>
              </a:spcAft>
            </a:pPr>
            <a:r>
              <a:rPr lang="en-US" altLang="en-US" sz="4400" dirty="0">
                <a:solidFill>
                  <a:srgbClr val="000099"/>
                </a:solidFill>
                <a:ea typeface="ＭＳ Ｐゴシック" panose="020B0600070205080204" pitchFamily="34" charset="-128"/>
                <a:cs typeface="+mn-cs"/>
              </a:rPr>
              <a:t>Chapter 2: Summary</a:t>
            </a:r>
            <a:endParaRPr lang="en-US" altLang="en-US" sz="5400" dirty="0">
              <a:solidFill>
                <a:srgbClr val="000099"/>
              </a:solidFill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26" name="Rectangle 4">
            <a:extLst>
              <a:ext uri="{FF2B5EF4-FFF2-40B4-BE49-F238E27FC236}">
                <a16:creationId xmlns:a16="http://schemas.microsoft.com/office/drawing/2014/main" id="{228601A5-E42C-D440-B994-5748EBF18265}"/>
              </a:ext>
            </a:extLst>
          </p:cNvPr>
          <p:cNvSpPr txBox="1">
            <a:spLocks noChangeArrowheads="1"/>
          </p:cNvSpPr>
          <p:nvPr/>
        </p:nvSpPr>
        <p:spPr>
          <a:xfrm>
            <a:off x="704849" y="1392072"/>
            <a:ext cx="10208957" cy="676275"/>
          </a:xfrm>
          <a:prstGeom prst="rect">
            <a:avLst/>
          </a:prstGeom>
        </p:spPr>
        <p:txBody>
          <a:bodyPr/>
          <a:lstStyle>
            <a:lvl1pPr marL="352425" indent="-22225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0000A3"/>
              </a:buClr>
              <a:buFont typeface="Wingdings" pitchFamily="2" charset="2"/>
              <a:buChar char="§"/>
              <a:tabLst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95325" indent="-23177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0000A8"/>
              </a:buClr>
              <a:buFont typeface="Arial" panose="020B0604020202020204" pitchFamily="34" charset="0"/>
              <a:buChar char="•"/>
              <a:tabLst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marR="0" lvl="0" indent="-22225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A3"/>
              </a:buClr>
              <a:buSzTx/>
              <a:buFont typeface="Wingdings" pitchFamily="2" charset="2"/>
              <a:buNone/>
              <a:tabLst/>
              <a:defRPr/>
            </a:pP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Most importantly: learned about </a:t>
            </a:r>
            <a:r>
              <a:rPr kumimoji="0" lang="en-US" altLang="en-US" sz="3200" b="0" i="1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protocols</a:t>
            </a:r>
            <a:r>
              <a:rPr kumimoji="0" lang="en-US" alt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!</a:t>
            </a:r>
          </a:p>
        </p:txBody>
      </p:sp>
      <p:sp>
        <p:nvSpPr>
          <p:cNvPr id="9" name="Rectangle 3">
            <a:extLst>
              <a:ext uri="{FF2B5EF4-FFF2-40B4-BE49-F238E27FC236}">
                <a16:creationId xmlns:a16="http://schemas.microsoft.com/office/drawing/2014/main" id="{F2B1E62A-5D04-3E42-88B2-20CD0FBD1BBD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838200" y="2069589"/>
            <a:ext cx="5695335" cy="4351338"/>
          </a:xfrm>
        </p:spPr>
        <p:txBody>
          <a:bodyPr>
            <a:normAutofit/>
          </a:bodyPr>
          <a:lstStyle/>
          <a:p>
            <a:pPr marL="287338" indent="-287338"/>
            <a:r>
              <a:rPr lang="en-US" altLang="en-US" dirty="0">
                <a:ea typeface="ＭＳ Ｐゴシック" panose="020B0600070205080204" pitchFamily="34" charset="-128"/>
              </a:rPr>
              <a:t>typical request/reply message exchange:</a:t>
            </a:r>
          </a:p>
          <a:p>
            <a:pPr marL="681038" lvl="1" indent="-223838"/>
            <a:r>
              <a:rPr lang="en-US" altLang="en-US" dirty="0">
                <a:ea typeface="ＭＳ Ｐゴシック" panose="020B0600070205080204" pitchFamily="34" charset="-128"/>
              </a:rPr>
              <a:t>client requests info or service</a:t>
            </a:r>
          </a:p>
          <a:p>
            <a:pPr marL="681038" lvl="1" indent="-223838"/>
            <a:r>
              <a:rPr lang="en-US" altLang="en-US" dirty="0">
                <a:ea typeface="ＭＳ Ｐゴシック" panose="020B0600070205080204" pitchFamily="34" charset="-128"/>
              </a:rPr>
              <a:t>server responds with data, status code</a:t>
            </a:r>
          </a:p>
          <a:p>
            <a:pPr marL="287338" indent="-287338"/>
            <a:r>
              <a:rPr lang="en-US" altLang="en-US" dirty="0">
                <a:ea typeface="ＭＳ Ｐゴシック" panose="020B0600070205080204" pitchFamily="34" charset="-128"/>
              </a:rPr>
              <a:t>message formats:</a:t>
            </a:r>
          </a:p>
          <a:p>
            <a:pPr marL="681038" lvl="1" indent="-223838"/>
            <a:r>
              <a:rPr lang="en-US" altLang="en-US" i="1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headers</a:t>
            </a:r>
            <a:r>
              <a:rPr lang="en-US" altLang="en-US" dirty="0">
                <a:ea typeface="ＭＳ Ｐゴシック" panose="020B0600070205080204" pitchFamily="34" charset="-128"/>
              </a:rPr>
              <a:t>: fields giving info about data</a:t>
            </a:r>
          </a:p>
          <a:p>
            <a:pPr marL="681038" lvl="1" indent="-223838"/>
            <a:r>
              <a:rPr lang="en-US" altLang="en-US" i="1" dirty="0">
                <a:solidFill>
                  <a:srgbClr val="000090"/>
                </a:solidFill>
                <a:ea typeface="ＭＳ Ｐゴシック" panose="020B0600070205080204" pitchFamily="34" charset="-128"/>
              </a:rPr>
              <a:t>data: </a:t>
            </a:r>
            <a:r>
              <a:rPr lang="en-US" altLang="en-US" dirty="0">
                <a:ea typeface="ＭＳ Ｐゴシック" panose="020B0600070205080204" pitchFamily="34" charset="-128"/>
              </a:rPr>
              <a:t>info(payload)  being communicated</a:t>
            </a:r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09AD5240-FBC2-9D46-B622-22B9C356A0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2343" y="2015039"/>
            <a:ext cx="4654808" cy="36766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227013" indent="-227013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681038" indent="-223838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accent2"/>
              </a:buClr>
              <a:buSzPct val="85000"/>
              <a:buFont typeface="ZapfDingbats" charset="2"/>
              <a:defRPr sz="2000"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marL="227013" marR="0" lvl="0" indent="-227013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3333CC"/>
              </a:buClr>
              <a:buSzTx/>
              <a:buFontTx/>
              <a:buNone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CC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important themes:</a:t>
            </a:r>
            <a:r>
              <a:rPr kumimoji="0" lang="en-US" alt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33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 </a:t>
            </a:r>
          </a:p>
          <a:p>
            <a:pPr marL="3492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centralized vs. decentralized </a:t>
            </a:r>
          </a:p>
          <a:p>
            <a:pPr marL="3492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stateless vs. stateful</a:t>
            </a:r>
          </a:p>
          <a:p>
            <a:pPr marL="3492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scalability</a:t>
            </a:r>
          </a:p>
          <a:p>
            <a:pPr marL="3492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reliable vs. unreliable message transfer </a:t>
            </a:r>
          </a:p>
          <a:p>
            <a:pPr marL="349250" marR="0" lvl="0" indent="-219075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99"/>
              </a:buClr>
              <a:buSzPct val="100000"/>
              <a:buFont typeface="Wingdings" pitchFamily="2" charset="2"/>
              <a:buChar char="§"/>
              <a:tabLst/>
              <a:defRPr/>
            </a:pPr>
            <a:r>
              <a:rPr kumimoji="0" lang="en-US" altLang="ja-JP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  <a:ea typeface="ＭＳ Ｐゴシック" panose="020B0600070205080204" pitchFamily="34" charset="-128"/>
                <a:cs typeface="+mn-cs"/>
              </a:rPr>
              <a:t>“complexity at network edge”</a:t>
            </a:r>
            <a:endParaRPr kumimoji="0" lang="en-US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ＭＳ Ｐゴシック" panose="020B0600070205080204" pitchFamily="34" charset="-128"/>
              <a:cs typeface="+mn-cs"/>
            </a:endParaRPr>
          </a:p>
        </p:txBody>
      </p:sp>
      <p:sp>
        <p:nvSpPr>
          <p:cNvPr id="6" name="Slide Number Placeholder 2">
            <a:extLst>
              <a:ext uri="{FF2B5EF4-FFF2-40B4-BE49-F238E27FC236}">
                <a16:creationId xmlns:a16="http://schemas.microsoft.com/office/drawing/2014/main" id="{FE0ABB88-CECD-DD4A-8A5D-BE0426218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883953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B8A7DC3-C885-F84E-9572-316B7464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219616" y="644308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100" kern="1200">
                <a:solidFill>
                  <a:schemeClr val="bg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/>
              <a:t>Application Layer: 2-</a:t>
            </a:r>
            <a:fld id="{C4204591-24BD-A542-B9D5-F8D8A88D2FEE}" type="slidenum">
              <a:rPr lang="en-US" smtClean="0"/>
              <a:pPr/>
              <a:t>39</a:t>
            </a:fld>
            <a:endParaRPr lang="en-US" dirty="0"/>
          </a:p>
        </p:txBody>
      </p:sp>
      <p:sp>
        <p:nvSpPr>
          <p:cNvPr id="13" name="Title 1">
            <a:extLst>
              <a:ext uri="{FF2B5EF4-FFF2-40B4-BE49-F238E27FC236}">
                <a16:creationId xmlns:a16="http://schemas.microsoft.com/office/drawing/2014/main" id="{136324E8-804D-814E-80CA-306D385C93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981689"/>
            <a:ext cx="10515600" cy="894622"/>
          </a:xfrm>
        </p:spPr>
        <p:txBody>
          <a:bodyPr>
            <a:normAutofit/>
          </a:bodyPr>
          <a:lstStyle/>
          <a:p>
            <a:pPr algn="ctr"/>
            <a:r>
              <a:rPr lang="en-US" altLang="en-US" sz="4400">
                <a:ea typeface="ＭＳ Ｐゴシック" panose="020B0600070205080204" pitchFamily="34" charset="-128"/>
              </a:rPr>
              <a:t>Questions</a:t>
            </a:r>
            <a:endParaRPr lang="en-US" sz="4400" dirty="0"/>
          </a:p>
        </p:txBody>
      </p:sp>
    </p:spTree>
    <p:extLst>
      <p:ext uri="{BB962C8B-B14F-4D97-AF65-F5344CB8AC3E}">
        <p14:creationId xmlns:p14="http://schemas.microsoft.com/office/powerpoint/2010/main" val="395037012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288</TotalTime>
  <Words>3122</Words>
  <Application>Microsoft Office PowerPoint</Application>
  <PresentationFormat>Widescreen</PresentationFormat>
  <Paragraphs>660</Paragraphs>
  <Slides>39</Slides>
  <Notes>38</Notes>
  <HiddenSlides>0</HiddenSlides>
  <MMClips>0</MMClips>
  <ScaleCrop>false</ScaleCrop>
  <HeadingPairs>
    <vt:vector size="8" baseType="variant">
      <vt:variant>
        <vt:lpstr>Fonts Used</vt:lpstr>
      </vt:variant>
      <vt:variant>
        <vt:i4>13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54" baseType="lpstr">
      <vt:lpstr>ＭＳ Ｐゴシック</vt:lpstr>
      <vt:lpstr>Arial</vt:lpstr>
      <vt:lpstr>Arial Narrow</vt:lpstr>
      <vt:lpstr>Calibri</vt:lpstr>
      <vt:lpstr>Calibri Light</vt:lpstr>
      <vt:lpstr>Comic Sans MS</vt:lpstr>
      <vt:lpstr>Courier New</vt:lpstr>
      <vt:lpstr>Gill Sans MT</vt:lpstr>
      <vt:lpstr>Symbol</vt:lpstr>
      <vt:lpstr>Tahoma</vt:lpstr>
      <vt:lpstr>Times New Roman</vt:lpstr>
      <vt:lpstr>Wingdings</vt:lpstr>
      <vt:lpstr>ZapfDingbats</vt:lpstr>
      <vt:lpstr>Office Theme</vt:lpstr>
      <vt:lpstr>Chart</vt:lpstr>
      <vt:lpstr>Application Layer: Overview</vt:lpstr>
      <vt:lpstr>Peer-to-peer (P2P) architecture</vt:lpstr>
      <vt:lpstr>File distribution: client-server vs P2P</vt:lpstr>
      <vt:lpstr>File distribution time: client-server</vt:lpstr>
      <vt:lpstr>File distribution time: P2P</vt:lpstr>
      <vt:lpstr>Client-server vs. P2P: example</vt:lpstr>
      <vt:lpstr>P2P file distribution: BitTorrent </vt:lpstr>
      <vt:lpstr>P2P file distribution: BitTorrent </vt:lpstr>
      <vt:lpstr>BitTorrent: requesting, sending file chunks</vt:lpstr>
      <vt:lpstr>BitTorrent: tit-for-tat</vt:lpstr>
      <vt:lpstr>P2P Applications</vt:lpstr>
      <vt:lpstr>Application layer: overview</vt:lpstr>
      <vt:lpstr>Video Streaming and CDNs: context</vt:lpstr>
      <vt:lpstr>Multimedia: video</vt:lpstr>
      <vt:lpstr>Multimedia: video</vt:lpstr>
      <vt:lpstr>Streaming stored video</vt:lpstr>
      <vt:lpstr>Streaming stored video</vt:lpstr>
      <vt:lpstr>Streaming stored video: challenges</vt:lpstr>
      <vt:lpstr>Streaming stored video: playout buffering</vt:lpstr>
      <vt:lpstr>Streaming multimedia: DASH</vt:lpstr>
      <vt:lpstr>Streaming multimedia: DASH</vt:lpstr>
      <vt:lpstr>Content distribution networks (CDNs)</vt:lpstr>
      <vt:lpstr>Content distribution networks (CDNs)</vt:lpstr>
      <vt:lpstr>Content distribution networks (CDNs)</vt:lpstr>
      <vt:lpstr>Content distribution networks (CDNs)</vt:lpstr>
      <vt:lpstr>Application Layer: Overview</vt:lpstr>
      <vt:lpstr>Socket programming </vt:lpstr>
      <vt:lpstr>Socket programming </vt:lpstr>
      <vt:lpstr>Socket programming with UDP </vt:lpstr>
      <vt:lpstr>Client/server socket interaction: UDP</vt:lpstr>
      <vt:lpstr>Example app: UDP client</vt:lpstr>
      <vt:lpstr>Example app: UDP server</vt:lpstr>
      <vt:lpstr>Socket programming with TCP</vt:lpstr>
      <vt:lpstr>Client/server socket interaction: TCP</vt:lpstr>
      <vt:lpstr>Example app: TCP client</vt:lpstr>
      <vt:lpstr>Example app: TCP server</vt:lpstr>
      <vt:lpstr>Chapter 2: Summary</vt:lpstr>
      <vt:lpstr>Chapter 2: Summary</vt:lpstr>
      <vt:lpstr>Questions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sana razzaq</dc:creator>
  <cp:lastModifiedBy>Danish Shehzad</cp:lastModifiedBy>
  <cp:revision>4</cp:revision>
  <dcterms:created xsi:type="dcterms:W3CDTF">2024-08-13T06:07:40Z</dcterms:created>
  <dcterms:modified xsi:type="dcterms:W3CDTF">2024-09-17T12:11:29Z</dcterms:modified>
</cp:coreProperties>
</file>